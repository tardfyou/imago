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dfe6a28beb4e00" /><Relationship Type="http://schemas.openxmlformats.org/officeDocument/2006/relationships/extended-properties" Target="/docProps/app.xml" Id="Rc52c1a2b81694340" /><Relationship Type="http://schemas.openxmlformats.org/officeDocument/2006/relationships/officeDocument" Target="/ppt/presentation.xml" Id="R474c8123514441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b1a93214ba460c"/>
  </p:sldMasterIdLst>
  <p:notesMasterIdLst>
    <p:notesMasterId xmlns:r="http://schemas.openxmlformats.org/officeDocument/2006/relationships" r:id="R13bc0a18ae07459e"/>
  </p:notesMasterIdLst>
  <p:sldIdLst>
    <p:sldId xmlns:r="http://schemas.openxmlformats.org/officeDocument/2006/relationships" id="256" r:id="Rccb4d06ffd8a407b"/>
  </p:sldIdLst>
  <p:sldSz cx="11315700" cy="58007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b8e92fe4e548b1" /><Relationship Type="http://schemas.openxmlformats.org/officeDocument/2006/relationships/slideMaster" Target="/ppt/slideMasters/slideMaster1.xml" Id="R8db1a93214ba460c" /><Relationship Type="http://schemas.openxmlformats.org/officeDocument/2006/relationships/notesMaster" Target="/ppt/notesMasters/notesMaster1.xml" Id="R13bc0a18ae07459e" /><Relationship Type="http://schemas.openxmlformats.org/officeDocument/2006/relationships/presProps" Target="/ppt/presProps.xml" Id="R30278ac5d97e4d43" /><Relationship Type="http://schemas.openxmlformats.org/officeDocument/2006/relationships/tableStyles" Target="/ppt/tableStyles.xml" Id="Rb85abcd4193f42c1" /><Relationship Type="http://schemas.openxmlformats.org/officeDocument/2006/relationships/slide" Target="/ppt/slides/slide1.xml" Id="Rccb4d06ffd8a40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aa52c17bff41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41fb1899ce467e" /><Relationship Type="http://schemas.openxmlformats.org/officeDocument/2006/relationships/notesMaster" Target="/ppt/notesMasters/notesMaster1.xml" Id="Rbfd6fe6afd034dc2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素材ID：SE-001</ns1:t>
            </ns1:r>
          </ns1:p>
          <ns1:p>
            <ns1:r>
              <ns1:t>论文：Demystifying LLM-based Software Engineering Agents</ns1:t>
            </ns1:r>
          </ns1:p>
          <ns1:p>
            <ns1:r>
              <ns1:t>会议：FSE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1，PDF第6页</ns1:t>
            </ns1:r>
          </ns1:p>
          <ns1:p>
            <ns1:r>
              <ns1:t>类型：系统架构</ns1:t>
            </ns1:r>
          </ns1:p>
          <ns1:p>
            <ns1:r>
              <ns1:t>借鉴点：三阶段闭环架构：用三色分区、编号动作与材料流表达定位、修复、验证；适合复杂 Agent 工作流。</ns1:t>
            </ns1:r>
          </ns1:p>
          <ns1:p>
            <ns1:r>
              <ns1:t>论文URL：https://lingming.cs.illinois.edu/publications/fse2025.pdf</ns1:t>
            </ns1:r>
          </ns1:p>
          <ns1:p>
            <ns1:r>
              <ns1:t>官方获奖URL：https://www2.sigsoft.org/awards/distinguishedpaper/#the-acm-international-conference-on-the-foundations-of-software-engineering-fse-2025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e14f89db3a44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0c066ef6a14992" /><Relationship Type="http://schemas.openxmlformats.org/officeDocument/2006/relationships/slideLayout" Target="/ppt/slideLayouts/slideLayout1.xml" Id="Re2ae314a328441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ae314a328441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64171056e420e" /><Relationship Type="http://schemas.openxmlformats.org/officeDocument/2006/relationships/image" Target="/ppt/media/image.png" Id="R2b8b0df0c87e4500" /><Relationship Type="http://schemas.openxmlformats.org/officeDocument/2006/relationships/image" Target="/ppt/media/image2.png" Id="R3486cac587c94acb" /><Relationship Type="http://schemas.openxmlformats.org/officeDocument/2006/relationships/image" Target="/ppt/media/image3.png" Id="R9b041e859fd34a23" /><Relationship Type="http://schemas.openxmlformats.org/officeDocument/2006/relationships/image" Target="/ppt/media/image4.png" Id="Rf81bbb1731134ca0" /><Relationship Type="http://schemas.openxmlformats.org/officeDocument/2006/relationships/image" Target="/ppt/media/image5.png" Id="R7875b93857a94853" /><Relationship Type="http://schemas.openxmlformats.org/officeDocument/2006/relationships/image" Target="/ppt/media/image6.png" Id="Re0bf4bd4f26943ad" /><Relationship Type="http://schemas.openxmlformats.org/officeDocument/2006/relationships/image" Target="/ppt/media/image7.png" Id="Rd2d1e95d25f44a2b" /><Relationship Type="http://schemas.openxmlformats.org/officeDocument/2006/relationships/image" Target="/ppt/media/image8.png" Id="R8d5e53d825b84fe1" /><Relationship Type="http://schemas.openxmlformats.org/officeDocument/2006/relationships/image" Target="/ppt/media/image9.png" Id="R06f95d6b0c4e49df" /><Relationship Type="http://schemas.openxmlformats.org/officeDocument/2006/relationships/image" Target="/ppt/media/image10.png" Id="R361c04a7c2b64c40" /><Relationship Type="http://schemas.openxmlformats.org/officeDocument/2006/relationships/image" Target="/ppt/media/image11.png" Id="Rad3b5745f61c4c50" /><Relationship Type="http://schemas.openxmlformats.org/officeDocument/2006/relationships/image" Target="/ppt/media/image12.png" Id="R4eaffa9096674027" /><Relationship Type="http://schemas.openxmlformats.org/officeDocument/2006/relationships/image" Target="/ppt/media/image13.png" Id="R514df79b81804cbb" /><Relationship Type="http://schemas.openxmlformats.org/officeDocument/2006/relationships/image" Target="/ppt/media/image14.png" Id="R8e8678575e994a7c" /><Relationship Type="http://schemas.openxmlformats.org/officeDocument/2006/relationships/image" Target="/ppt/media/image15.png" Id="R93dd6f657afd47f3" /><Relationship Type="http://schemas.openxmlformats.org/officeDocument/2006/relationships/image" Target="/ppt/media/image16.png" Id="Rce3136b2eb4640ad" /><Relationship Type="http://schemas.openxmlformats.org/officeDocument/2006/relationships/image" Target="/ppt/media/image17.png" Id="R680a0ffcf18a41ae" /><Relationship Type="http://schemas.openxmlformats.org/officeDocument/2006/relationships/image" Target="/ppt/media/image18.png" Id="Reb3cd31870e24bfb" /><Relationship Type="http://schemas.openxmlformats.org/officeDocument/2006/relationships/image" Target="/ppt/media/image19.png" Id="R1d2270630bd047cb" /><Relationship Type="http://schemas.openxmlformats.org/officeDocument/2006/relationships/image" Target="/ppt/media/image20.png" Id="Rf80fca35805f4105" /><Relationship Type="http://schemas.openxmlformats.org/officeDocument/2006/relationships/image" Target="/ppt/media/image21.png" Id="R9da179b34bf6433d" /><Relationship Type="http://schemas.openxmlformats.org/officeDocument/2006/relationships/image" Target="/ppt/media/image22.png" Id="Reb2b305925ac4d19" /><Relationship Type="http://schemas.openxmlformats.org/officeDocument/2006/relationships/image" Target="/ppt/media/image23.png" Id="R9b1963785ff34fa3" /><Relationship Type="http://schemas.openxmlformats.org/officeDocument/2006/relationships/image" Target="/ppt/media/image24.png" Id="R9e8ad434511f4465" /><Relationship Type="http://schemas.openxmlformats.org/officeDocument/2006/relationships/image" Target="/ppt/media/image25.png" Id="R9d41932486c34357" /><Relationship Type="http://schemas.openxmlformats.org/officeDocument/2006/relationships/image" Target="/ppt/media/image26.png" Id="R9532b4513f594e99" /><Relationship Type="http://schemas.openxmlformats.org/officeDocument/2006/relationships/image" Target="/ppt/media/image27.png" Id="R94cf5daf04bb4f60" /><Relationship Type="http://schemas.openxmlformats.org/officeDocument/2006/relationships/image" Target="/ppt/media/image28.png" Id="R814c8497a57c4330" /><Relationship Type="http://schemas.openxmlformats.org/officeDocument/2006/relationships/image" Target="/ppt/media/image29.png" Id="R9ff872fd368e4c40" /><Relationship Type="http://schemas.openxmlformats.org/officeDocument/2006/relationships/image" Target="/ppt/media/image30.png" Id="Re822ac56b484494f" /><Relationship Type="http://schemas.openxmlformats.org/officeDocument/2006/relationships/image" Target="/ppt/media/image31.png" Id="R3ab4ff7fb4a04c19" /><Relationship Type="http://schemas.openxmlformats.org/officeDocument/2006/relationships/image" Target="/ppt/media/image32.png" Id="Rb05074b8708e4153" /><Relationship Type="http://schemas.openxmlformats.org/officeDocument/2006/relationships/image" Target="/ppt/media/image33.png" Id="R49bc8d7d46d74bf0" /><Relationship Type="http://schemas.openxmlformats.org/officeDocument/2006/relationships/image" Target="/ppt/media/image34.png" Id="R3d08ee53ad524b72" /><Relationship Type="http://schemas.openxmlformats.org/officeDocument/2006/relationships/image" Target="/ppt/media/image35.png" Id="R490bd92a21994af6" /><Relationship Type="http://schemas.openxmlformats.org/officeDocument/2006/relationships/image" Target="/ppt/media/image36.png" Id="R93bcf3bd797a4f5c" /><Relationship Type="http://schemas.openxmlformats.org/officeDocument/2006/relationships/image" Target="/ppt/media/image37.png" Id="R91ae01abc3c44747" /><Relationship Type="http://schemas.openxmlformats.org/officeDocument/2006/relationships/image" Target="/ppt/media/image38.png" Id="R9437064a409e4ddd" /><Relationship Type="http://schemas.openxmlformats.org/officeDocument/2006/relationships/image" Target="/ppt/media/image39.png" Id="R2ed32f8027074c02" /><Relationship Type="http://schemas.openxmlformats.org/officeDocument/2006/relationships/image" Target="/ppt/media/image40.png" Id="R6c4ab59061d249a8" /><Relationship Type="http://schemas.openxmlformats.org/officeDocument/2006/relationships/image" Target="/ppt/media/image41.png" Id="R6aa2f01945304898" /><Relationship Type="http://schemas.openxmlformats.org/officeDocument/2006/relationships/image" Target="/ppt/media/image42.png" Id="Re79c8a1c4c2c45a0" /><Relationship Type="http://schemas.openxmlformats.org/officeDocument/2006/relationships/image" Target="/ppt/media/image43.png" Id="R95af5692f08b43d0" /><Relationship Type="http://schemas.openxmlformats.org/officeDocument/2006/relationships/image" Target="/ppt/media/image44.png" Id="Rfcb69d5ea5964dd7" /><Relationship Type="http://schemas.openxmlformats.org/officeDocument/2006/relationships/image" Target="/ppt/media/image45.png" Id="R29f7b61987064715" /><Relationship Type="http://schemas.openxmlformats.org/officeDocument/2006/relationships/image" Target="/ppt/media/image46.png" Id="Rdae122b8fa004a96" /><Relationship Type="http://schemas.openxmlformats.org/officeDocument/2006/relationships/image" Target="/ppt/media/image47.png" Id="R047a5209e0464a73" /><Relationship Type="http://schemas.openxmlformats.org/officeDocument/2006/relationships/image" Target="/ppt/media/image48.png" Id="Rc0d9e06f94524343" /><Relationship Type="http://schemas.openxmlformats.org/officeDocument/2006/relationships/image" Target="/ppt/media/image49.png" Id="Rc07df8cad8224028" /><Relationship Type="http://schemas.openxmlformats.org/officeDocument/2006/relationships/image" Target="/ppt/media/image50.png" Id="Rb7d25a0a2ce24da0" /><Relationship Type="http://schemas.openxmlformats.org/officeDocument/2006/relationships/image" Target="/ppt/media/image51.png" Id="Rfcd079fd9d144c60" /><Relationship Type="http://schemas.openxmlformats.org/officeDocument/2006/relationships/image" Target="/ppt/media/image52.png" Id="R8eb65913bbe44f95" /><Relationship Type="http://schemas.openxmlformats.org/officeDocument/2006/relationships/image" Target="/ppt/media/image53.png" Id="R87f778beaec34881" /><Relationship Type="http://schemas.openxmlformats.org/officeDocument/2006/relationships/image" Target="/ppt/media/image54.png" Id="R722f4999c0ba44bc" /><Relationship Type="http://schemas.openxmlformats.org/officeDocument/2006/relationships/image" Target="/ppt/media/image55.png" Id="Rdb7f9e1de4314ea6" /><Relationship Type="http://schemas.openxmlformats.org/officeDocument/2006/relationships/image" Target="/ppt/media/image56.png" Id="R905eebad9d054e55" /><Relationship Type="http://schemas.openxmlformats.org/officeDocument/2006/relationships/image" Target="/ppt/media/image57.png" Id="Rd3b4993bc26946c6" /><Relationship Type="http://schemas.openxmlformats.org/officeDocument/2006/relationships/image" Target="/ppt/media/image58.png" Id="R6c98bbcc9a9d448b" /><Relationship Type="http://schemas.openxmlformats.org/officeDocument/2006/relationships/image" Target="/ppt/media/image59.png" Id="R9838a28f2217462f" /><Relationship Type="http://schemas.openxmlformats.org/officeDocument/2006/relationships/image" Target="/ppt/media/image60.png" Id="R0732cd76305946a1" /><Relationship Type="http://schemas.openxmlformats.org/officeDocument/2006/relationships/image" Target="/ppt/media/image61.png" Id="Rbd9687336a7848b8" /><Relationship Type="http://schemas.openxmlformats.org/officeDocument/2006/relationships/image" Target="/ppt/media/image62.png" Id="Rf468e607c3154cac" /><Relationship Type="http://schemas.openxmlformats.org/officeDocument/2006/relationships/image" Target="/ppt/media/image63.png" Id="Rdc5aac0e3bc54c6c" /><Relationship Type="http://schemas.openxmlformats.org/officeDocument/2006/relationships/image" Target="/ppt/media/image64.png" Id="R8910afb9bd5f4882" /><Relationship Type="http://schemas.openxmlformats.org/officeDocument/2006/relationships/image" Target="/ppt/media/image65.png" Id="Rf4a42c329f4d4cfd" /><Relationship Type="http://schemas.openxmlformats.org/officeDocument/2006/relationships/image" Target="/ppt/media/image66.png" Id="Rb26fae12459f44db" /><Relationship Type="http://schemas.openxmlformats.org/officeDocument/2006/relationships/image" Target="/ppt/media/image67.png" Id="R85f5ab12c8cf4ba2" /><Relationship Type="http://schemas.openxmlformats.org/officeDocument/2006/relationships/image" Target="/ppt/media/image68.png" Id="R6c69b7e517fc4eb0" /><Relationship Type="http://schemas.openxmlformats.org/officeDocument/2006/relationships/image" Target="/ppt/media/image69.png" Id="Rccea0d9e4c9c4da9" /><Relationship Type="http://schemas.openxmlformats.org/officeDocument/2006/relationships/image" Target="/ppt/media/image70.png" Id="R827b89253f8a49f6" /><Relationship Type="http://schemas.openxmlformats.org/officeDocument/2006/relationships/image" Target="/ppt/media/image71.png" Id="Rd6268a972d3d4511" /><Relationship Type="http://schemas.openxmlformats.org/officeDocument/2006/relationships/image" Target="/ppt/media/image72.png" Id="R81258297ce90431a" /><Relationship Type="http://schemas.openxmlformats.org/officeDocument/2006/relationships/image" Target="/ppt/media/image73.png" Id="R4daf0604882847ff" /><Relationship Type="http://schemas.openxmlformats.org/officeDocument/2006/relationships/image" Target="/ppt/media/image74.png" Id="Rb44b88bf69184320" /><Relationship Type="http://schemas.openxmlformats.org/officeDocument/2006/relationships/image" Target="/ppt/media/image75.png" Id="R041a462e5c684afa" /><Relationship Type="http://schemas.openxmlformats.org/officeDocument/2006/relationships/image" Target="/ppt/media/image76.png" Id="Rb8254f50715e4ee9" /><Relationship Type="http://schemas.openxmlformats.org/officeDocument/2006/relationships/image" Target="/ppt/media/image77.png" Id="R582ccd0293844297" /><Relationship Type="http://schemas.openxmlformats.org/officeDocument/2006/relationships/image" Target="/ppt/media/image78.png" Id="R888a52c2a2ff4b3e" /><Relationship Type="http://schemas.openxmlformats.org/officeDocument/2006/relationships/image" Target="/ppt/media/image79.png" Id="Rdea9ace4ca0a4031" /><Relationship Type="http://schemas.openxmlformats.org/officeDocument/2006/relationships/image" Target="/ppt/media/image80.png" Id="R30df6d90232c4465" /><Relationship Type="http://schemas.openxmlformats.org/officeDocument/2006/relationships/image" Target="/ppt/media/image81.png" Id="R5bb7e616bfbd4ea8" /><Relationship Type="http://schemas.openxmlformats.org/officeDocument/2006/relationships/image" Target="/ppt/media/image82.png" Id="R52c0a4df341a4c28" /><Relationship Type="http://schemas.openxmlformats.org/officeDocument/2006/relationships/image" Target="/ppt/media/image83.png" Id="Rfd28c23239464e84" /><Relationship Type="http://schemas.openxmlformats.org/officeDocument/2006/relationships/image" Target="/ppt/media/image84.png" Id="Rc093deecee324dd6" /><Relationship Type="http://schemas.openxmlformats.org/officeDocument/2006/relationships/image" Target="/ppt/media/image85.png" Id="R753f66e0257043bb" /><Relationship Type="http://schemas.openxmlformats.org/officeDocument/2006/relationships/image" Target="/ppt/media/image86.png" Id="Rcfb2b213ae38420d" /><Relationship Type="http://schemas.openxmlformats.org/officeDocument/2006/relationships/image" Target="/ppt/media/image87.png" Id="R2bb963134f7c4322" /><Relationship Type="http://schemas.openxmlformats.org/officeDocument/2006/relationships/image" Target="/ppt/media/image88.png" Id="Rc54b58b1d1074241" /><Relationship Type="http://schemas.openxmlformats.org/officeDocument/2006/relationships/image" Target="/ppt/media/image89.png" Id="R4fa341748d914513" /><Relationship Type="http://schemas.openxmlformats.org/officeDocument/2006/relationships/image" Target="/ppt/media/image90.png" Id="Rda303eb00c4848cc" /><Relationship Type="http://schemas.openxmlformats.org/officeDocument/2006/relationships/image" Target="/ppt/media/image91.png" Id="R523f2c9ab14b422d" /><Relationship Type="http://schemas.openxmlformats.org/officeDocument/2006/relationships/image" Target="/ppt/media/image92.png" Id="Rf6712faa74e84dd7" /><Relationship Type="http://schemas.openxmlformats.org/officeDocument/2006/relationships/image" Target="/ppt/media/image93.png" Id="R197e99e1f4dc4464" /><Relationship Type="http://schemas.openxmlformats.org/officeDocument/2006/relationships/image" Target="/ppt/media/image94.png" Id="Rfcbd4668e49e45b7" /><Relationship Type="http://schemas.openxmlformats.org/officeDocument/2006/relationships/image" Target="/ppt/media/image95.png" Id="Rfca73fb9cc2b4a0f" /><Relationship Type="http://schemas.openxmlformats.org/officeDocument/2006/relationships/image" Target="/ppt/media/image96.png" Id="R369238389d6c4a06" /><Relationship Type="http://schemas.openxmlformats.org/officeDocument/2006/relationships/image" Target="/ppt/media/image97.png" Id="R0336a264c26c4e21" /><Relationship Type="http://schemas.openxmlformats.org/officeDocument/2006/relationships/image" Target="/ppt/media/image98.png" Id="R4efe1971f0e44f50" /><Relationship Type="http://schemas.openxmlformats.org/officeDocument/2006/relationships/image" Target="/ppt/media/image99.png" Id="R568a7d361c72460c" /><Relationship Type="http://schemas.openxmlformats.org/officeDocument/2006/relationships/image" Target="/ppt/media/image100.png" Id="R264df58d657d43d7" /><Relationship Type="http://schemas.openxmlformats.org/officeDocument/2006/relationships/image" Target="/ppt/media/image101.png" Id="Rcced58dffba34a29" /><Relationship Type="http://schemas.openxmlformats.org/officeDocument/2006/relationships/image" Target="/ppt/media/image102.png" Id="Rc378d79cc8c84638" /><Relationship Type="http://schemas.openxmlformats.org/officeDocument/2006/relationships/image" Target="/ppt/media/image103.png" Id="R64bce4fa8cf34cec" /><Relationship Type="http://schemas.openxmlformats.org/officeDocument/2006/relationships/image" Target="/ppt/media/image104.png" Id="Rd69a36e907ae4252" /><Relationship Type="http://schemas.openxmlformats.org/officeDocument/2006/relationships/image" Target="/ppt/media/image105.png" Id="R44198b0d4fc345f9" /><Relationship Type="http://schemas.openxmlformats.org/officeDocument/2006/relationships/image" Target="/ppt/media/image106.png" Id="Rb6e1fae2e4844f2c" /><Relationship Type="http://schemas.openxmlformats.org/officeDocument/2006/relationships/image" Target="/ppt/media/image107.png" Id="R992e967ebf7a4567" /><Relationship Type="http://schemas.openxmlformats.org/officeDocument/2006/relationships/notesSlide" Target="/ppt/notesSlides/notesSlide1.xml" Id="R2ecb6c1c51a64c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5089BF-A91E-4ED2-820B-AB7BFF81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604"/>
            <a:ext cx="11206812" cy="5724121"/>
          </a:xfrm>
          <a:custGeom xmlns:a="http://schemas.openxmlformats.org/drawingml/2006/main">
            <a:pathLst>
              <a:path w="11206812" h="5724121">
                <a:moveTo>
                  <a:pt x="0" y="0"/>
                </a:moveTo>
                <a:lnTo>
                  <a:pt x="11206812" y="0"/>
                </a:lnTo>
                <a:lnTo>
                  <a:pt x="11206812" y="5724121"/>
                </a:lnTo>
                <a:lnTo>
                  <a:pt x="0" y="572412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b0df0c87e4500"/>
          <a:stretch xmlns:a="http://schemas.openxmlformats.org/drawingml/2006/main"/>
        </p:blipFill>
        <p:spPr>
          <a:xfrm xmlns:a="http://schemas.openxmlformats.org/drawingml/2006/main">
            <a:off x="1812708" y="76604"/>
            <a:ext cx="8874515" cy="3148561"/>
          </a:xfrm>
          <a:prstGeom xmlns:a="http://schemas.openxmlformats.org/drawingml/2006/main" prst="rect">
            <a:avLst/>
          </a:prstGeom>
        </p:spPr>
      </p:pic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2A9C24-CDA4-437D-BFC5-89BCB861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529" y="142114"/>
            <a:ext cx="8640875" cy="2928133"/>
          </a:xfrm>
          <a:custGeom xmlns:a="http://schemas.openxmlformats.org/drawingml/2006/main">
            <a:pathLst>
              <a:path w="8640875" h="2928133">
                <a:moveTo>
                  <a:pt x="303924" y="0"/>
                </a:moveTo>
                <a:lnTo>
                  <a:pt x="8640802" y="0"/>
                </a:lnTo>
                <a:cubicBezTo>
                  <a:pt x="8640821" y="0"/>
                  <a:pt x="8640840" y="8"/>
                  <a:pt x="8640853" y="21"/>
                </a:cubicBezTo>
                <a:cubicBezTo>
                  <a:pt x="8640866" y="35"/>
                  <a:pt x="8640875" y="53"/>
                  <a:pt x="8640875" y="72"/>
                </a:cubicBezTo>
                <a:lnTo>
                  <a:pt x="8640802" y="2624281"/>
                </a:lnTo>
                <a:cubicBezTo>
                  <a:pt x="8640802" y="2792094"/>
                  <a:pt x="8504763" y="2928133"/>
                  <a:pt x="8336950" y="2928133"/>
                </a:cubicBezTo>
                <a:lnTo>
                  <a:pt x="72" y="2928133"/>
                </a:lnTo>
                <a:cubicBezTo>
                  <a:pt x="32" y="2928133"/>
                  <a:pt x="0" y="2928101"/>
                  <a:pt x="0" y="2928061"/>
                </a:cubicBezTo>
                <a:lnTo>
                  <a:pt x="72" y="303852"/>
                </a:lnTo>
                <a:cubicBezTo>
                  <a:pt x="72" y="136039"/>
                  <a:pt x="136111" y="0"/>
                  <a:pt x="303924" y="0"/>
                </a:cubicBezTo>
                <a:close/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E1B676-702F-4235-9C83-65962FD3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529" y="142114"/>
            <a:ext cx="8640875" cy="2928133"/>
          </a:xfrm>
          <a:custGeom xmlns:a="http://schemas.openxmlformats.org/drawingml/2006/main">
            <a:pathLst>
              <a:path w="8640875" h="2928133" fill="none">
                <a:moveTo>
                  <a:pt x="303924" y="0"/>
                </a:moveTo>
                <a:lnTo>
                  <a:pt x="8640802" y="0"/>
                </a:lnTo>
                <a:cubicBezTo>
                  <a:pt x="8640821" y="0"/>
                  <a:pt x="8640840" y="8"/>
                  <a:pt x="8640853" y="21"/>
                </a:cubicBezTo>
                <a:cubicBezTo>
                  <a:pt x="8640866" y="35"/>
                  <a:pt x="8640875" y="53"/>
                  <a:pt x="8640875" y="72"/>
                </a:cubicBezTo>
                <a:lnTo>
                  <a:pt x="8640802" y="2624281"/>
                </a:lnTo>
                <a:cubicBezTo>
                  <a:pt x="8640802" y="2792094"/>
                  <a:pt x="8504763" y="2928133"/>
                  <a:pt x="8336950" y="2928133"/>
                </a:cubicBezTo>
                <a:lnTo>
                  <a:pt x="72" y="2928133"/>
                </a:lnTo>
                <a:cubicBezTo>
                  <a:pt x="32" y="2928133"/>
                  <a:pt x="0" y="2928101"/>
                  <a:pt x="0" y="2928061"/>
                </a:cubicBezTo>
                <a:lnTo>
                  <a:pt x="72" y="303852"/>
                </a:lnTo>
                <a:cubicBezTo>
                  <a:pt x="72" y="136039"/>
                  <a:pt x="136111" y="0"/>
                  <a:pt x="30392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4426" cap="flat">
            <a:solidFill>
              <a:srgbClr val="3D85C6"/>
            </a:solidFill>
            <a:custDash>
              <a:ds d="400000" sp="300000"/>
              <a:ds d="100000" sp="300000"/>
            </a:custDash>
            <a:round/>
          </a:ln>
        </p:spPr>
      </p:sp>
      <p:pic>
        <p:nvPicPr>
          <p:cNvPr id="6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6cac587c94acb"/>
          <a:stretch xmlns:a="http://schemas.openxmlformats.org/drawingml/2006/main"/>
        </p:blipFill>
        <p:spPr>
          <a:xfrm xmlns:a="http://schemas.openxmlformats.org/drawingml/2006/main">
            <a:off x="5445808" y="3187621"/>
            <a:ext cx="4474193" cy="2612333"/>
          </a:xfrm>
          <a:prstGeom xmlns:a="http://schemas.openxmlformats.org/drawingml/2006/main" prst="rect">
            <a:avLst/>
          </a:prstGeom>
        </p:spPr>
      </p:pic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63BAD5-288D-4558-8B7C-1316BBA8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5787" y="3273687"/>
            <a:ext cx="4234234" cy="2371349"/>
          </a:xfrm>
          <a:custGeom xmlns:a="http://schemas.openxmlformats.org/drawingml/2006/main">
            <a:pathLst>
              <a:path w="4234234" h="2371349">
                <a:moveTo>
                  <a:pt x="246110" y="2371349"/>
                </a:moveTo>
                <a:cubicBezTo>
                  <a:pt x="110207" y="2371349"/>
                  <a:pt x="35" y="2261177"/>
                  <a:pt x="35" y="2125274"/>
                </a:cubicBezTo>
                <a:lnTo>
                  <a:pt x="0" y="35"/>
                </a:lnTo>
                <a:cubicBezTo>
                  <a:pt x="0" y="16"/>
                  <a:pt x="16" y="0"/>
                  <a:pt x="35" y="0"/>
                </a:cubicBezTo>
                <a:lnTo>
                  <a:pt x="3988124" y="0"/>
                </a:lnTo>
                <a:cubicBezTo>
                  <a:pt x="4124028" y="0"/>
                  <a:pt x="4234199" y="110171"/>
                  <a:pt x="4234199" y="246075"/>
                </a:cubicBezTo>
                <a:lnTo>
                  <a:pt x="4234234" y="2371313"/>
                </a:lnTo>
                <a:cubicBezTo>
                  <a:pt x="4234234" y="2371323"/>
                  <a:pt x="4234231" y="2371332"/>
                  <a:pt x="4234224" y="2371338"/>
                </a:cubicBezTo>
                <a:cubicBezTo>
                  <a:pt x="4234217" y="2371345"/>
                  <a:pt x="4234208" y="2371349"/>
                  <a:pt x="4234199" y="2371349"/>
                </a:cubicBezTo>
                <a:lnTo>
                  <a:pt x="246110" y="2371349"/>
                </a:lnTo>
                <a:close/>
              </a:path>
            </a:pathLst>
          </a:custGeom>
          <a:solidFill xmlns:a="http://schemas.openxmlformats.org/drawingml/2006/main">
            <a:srgbClr val="D9D2E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97C6A8-CFA1-446F-A358-41990084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5787" y="3273687"/>
            <a:ext cx="4234234" cy="2371349"/>
          </a:xfrm>
          <a:custGeom xmlns:a="http://schemas.openxmlformats.org/drawingml/2006/main">
            <a:pathLst>
              <a:path w="4234234" h="2371349" fill="none">
                <a:moveTo>
                  <a:pt x="246110" y="2371349"/>
                </a:moveTo>
                <a:lnTo>
                  <a:pt x="4234199" y="2371349"/>
                </a:lnTo>
                <a:cubicBezTo>
                  <a:pt x="4234208" y="2371349"/>
                  <a:pt x="4234217" y="2371345"/>
                  <a:pt x="4234224" y="2371338"/>
                </a:cubicBezTo>
                <a:cubicBezTo>
                  <a:pt x="4234231" y="2371332"/>
                  <a:pt x="4234234" y="2371323"/>
                  <a:pt x="4234234" y="2371313"/>
                </a:cubicBezTo>
                <a:lnTo>
                  <a:pt x="4234199" y="246075"/>
                </a:lnTo>
                <a:cubicBezTo>
                  <a:pt x="4234199" y="110171"/>
                  <a:pt x="4124028" y="0"/>
                  <a:pt x="3988124" y="0"/>
                </a:cubicBezTo>
                <a:lnTo>
                  <a:pt x="35" y="0"/>
                </a:lnTo>
                <a:cubicBezTo>
                  <a:pt x="16" y="0"/>
                  <a:pt x="0" y="16"/>
                  <a:pt x="0" y="35"/>
                </a:cubicBezTo>
                <a:lnTo>
                  <a:pt x="35" y="2125274"/>
                </a:lnTo>
                <a:cubicBezTo>
                  <a:pt x="35" y="2261177"/>
                  <a:pt x="110207" y="2371349"/>
                  <a:pt x="246110" y="237134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4426" cap="flat">
            <a:solidFill>
              <a:srgbClr val="674EA7"/>
            </a:solidFill>
            <a:custDash>
              <a:ds d="400000" sp="300000"/>
            </a:custDash>
            <a:round/>
          </a:ln>
        </p:spPr>
      </p:sp>
      <p:pic>
        <p:nvPicPr>
          <p:cNvPr id="6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041e859fd34a23"/>
          <a:stretch xmlns:a="http://schemas.openxmlformats.org/drawingml/2006/main"/>
        </p:blipFill>
        <p:spPr>
          <a:xfrm xmlns:a="http://schemas.openxmlformats.org/drawingml/2006/main">
            <a:off x="28206" y="1152991"/>
            <a:ext cx="1626497" cy="1998759"/>
          </a:xfrm>
          <a:prstGeom xmlns:a="http://schemas.openxmlformats.org/drawingml/2006/main" prst="rect">
            <a:avLst/>
          </a:prstGeom>
        </p:spPr>
      </p:pic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090B0E-A268-4670-BE65-F6265668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40" y="1230450"/>
            <a:ext cx="1403629" cy="1774988"/>
          </a:xfrm>
          <a:custGeom xmlns:a="http://schemas.openxmlformats.org/drawingml/2006/main">
            <a:pathLst>
              <a:path w="1403629" h="1774988">
                <a:moveTo>
                  <a:pt x="0" y="59430"/>
                </a:moveTo>
                <a:lnTo>
                  <a:pt x="0" y="59430"/>
                </a:lnTo>
                <a:cubicBezTo>
                  <a:pt x="0" y="26608"/>
                  <a:pt x="26608" y="0"/>
                  <a:pt x="59430" y="0"/>
                </a:cubicBezTo>
                <a:lnTo>
                  <a:pt x="1344200" y="0"/>
                </a:lnTo>
                <a:cubicBezTo>
                  <a:pt x="1359961" y="0"/>
                  <a:pt x="1375077" y="6261"/>
                  <a:pt x="1386223" y="17407"/>
                </a:cubicBezTo>
                <a:cubicBezTo>
                  <a:pt x="1397368" y="28552"/>
                  <a:pt x="1403629" y="43668"/>
                  <a:pt x="1403629" y="59430"/>
                </a:cubicBezTo>
                <a:lnTo>
                  <a:pt x="1403629" y="1715558"/>
                </a:lnTo>
                <a:cubicBezTo>
                  <a:pt x="1403629" y="1748380"/>
                  <a:pt x="1377022" y="1774988"/>
                  <a:pt x="1344200" y="1774988"/>
                </a:cubicBezTo>
                <a:lnTo>
                  <a:pt x="59430" y="1774988"/>
                </a:lnTo>
                <a:cubicBezTo>
                  <a:pt x="26608" y="1774988"/>
                  <a:pt x="0" y="1748380"/>
                  <a:pt x="0" y="1715558"/>
                </a:cubicBezTo>
                <a:lnTo>
                  <a:pt x="0" y="59430"/>
                </a:lnTo>
                <a:close/>
              </a:path>
            </a:pathLst>
          </a:custGeom>
          <a:solidFill xmlns:a="http://schemas.openxmlformats.org/drawingml/2006/main">
            <a:srgbClr val="F3F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5DF64D-80D3-4FD6-AC7E-2CAF4E8F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40" y="1230450"/>
            <a:ext cx="1403629" cy="1774988"/>
          </a:xfrm>
          <a:custGeom xmlns:a="http://schemas.openxmlformats.org/drawingml/2006/main">
            <a:pathLst>
              <a:path w="1403629" h="1774988" fill="none">
                <a:moveTo>
                  <a:pt x="0" y="59430"/>
                </a:moveTo>
                <a:lnTo>
                  <a:pt x="0" y="59430"/>
                </a:lnTo>
                <a:cubicBezTo>
                  <a:pt x="0" y="26608"/>
                  <a:pt x="26608" y="0"/>
                  <a:pt x="59430" y="0"/>
                </a:cubicBezTo>
                <a:lnTo>
                  <a:pt x="1344200" y="0"/>
                </a:lnTo>
                <a:cubicBezTo>
                  <a:pt x="1359961" y="0"/>
                  <a:pt x="1375077" y="6261"/>
                  <a:pt x="1386223" y="17407"/>
                </a:cubicBezTo>
                <a:cubicBezTo>
                  <a:pt x="1397368" y="28552"/>
                  <a:pt x="1403629" y="43668"/>
                  <a:pt x="1403629" y="59430"/>
                </a:cubicBezTo>
                <a:lnTo>
                  <a:pt x="1403629" y="1715558"/>
                </a:lnTo>
                <a:cubicBezTo>
                  <a:pt x="1403629" y="1748380"/>
                  <a:pt x="1377022" y="1774988"/>
                  <a:pt x="1344200" y="1774988"/>
                </a:cubicBezTo>
                <a:lnTo>
                  <a:pt x="59430" y="1774988"/>
                </a:lnTo>
                <a:cubicBezTo>
                  <a:pt x="26608" y="1774988"/>
                  <a:pt x="0" y="1748380"/>
                  <a:pt x="0" y="1715558"/>
                </a:cubicBezTo>
                <a:lnTo>
                  <a:pt x="0" y="5943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213" cap="flat">
            <a:solidFill>
              <a:srgbClr val="666666"/>
            </a:solidFill>
            <a:round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C56C72-3DCB-4E59-9C25-99978015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49" y="1136207"/>
            <a:ext cx="1141692" cy="414742"/>
          </a:xfrm>
          <a:custGeom xmlns:a="http://schemas.openxmlformats.org/drawingml/2006/main">
            <a:pathLst>
              <a:path w="1141692" h="414742">
                <a:moveTo>
                  <a:pt x="0" y="0"/>
                </a:moveTo>
                <a:lnTo>
                  <a:pt x="1141692" y="0"/>
                </a:lnTo>
                <a:lnTo>
                  <a:pt x="1141692" y="414742"/>
                </a:lnTo>
                <a:lnTo>
                  <a:pt x="0" y="4147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Project">
            <a:extLst xmlns:a="http://schemas.openxmlformats.org/drawingml/2006/main">
              <a:ext uri="{FF2B5EF4-FFF2-40B4-BE49-F238E27FC236}">
                <a16:creationId xmlns:a16="http://schemas.microsoft.com/office/drawing/2014/main" id="{E4DF91E6-6E15-4B54-BDDF-DC62CA8C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05" y="1313021"/>
            <a:ext cx="484034" cy="146932"/>
          </a:xfrm>
          <a:custGeom xmlns:a="http://schemas.openxmlformats.org/drawingml/2006/main">
            <a:pathLst>
              <a:path w="484034" h="146932">
                <a:moveTo>
                  <a:pt x="73673" y="44754"/>
                </a:moveTo>
                <a:cubicBezTo>
                  <a:pt x="73673" y="50354"/>
                  <a:pt x="72388" y="55473"/>
                  <a:pt x="69817" y="60109"/>
                </a:cubicBezTo>
                <a:cubicBezTo>
                  <a:pt x="67247" y="64745"/>
                  <a:pt x="63299" y="68486"/>
                  <a:pt x="57975" y="71332"/>
                </a:cubicBezTo>
                <a:cubicBezTo>
                  <a:pt x="52650" y="74177"/>
                  <a:pt x="46040" y="75600"/>
                  <a:pt x="38145" y="75600"/>
                </a:cubicBezTo>
                <a:lnTo>
                  <a:pt x="23548" y="75600"/>
                </a:lnTo>
                <a:lnTo>
                  <a:pt x="23548" y="110301"/>
                </a:lnTo>
                <a:lnTo>
                  <a:pt x="0" y="110301"/>
                </a:lnTo>
                <a:lnTo>
                  <a:pt x="0" y="13633"/>
                </a:lnTo>
                <a:lnTo>
                  <a:pt x="38145" y="13633"/>
                </a:lnTo>
                <a:cubicBezTo>
                  <a:pt x="45857" y="13633"/>
                  <a:pt x="52375" y="14964"/>
                  <a:pt x="57699" y="17627"/>
                </a:cubicBezTo>
                <a:cubicBezTo>
                  <a:pt x="63024" y="20289"/>
                  <a:pt x="67017" y="23960"/>
                  <a:pt x="69678" y="28642"/>
                </a:cubicBezTo>
                <a:cubicBezTo>
                  <a:pt x="72341" y="33323"/>
                  <a:pt x="73673" y="38694"/>
                  <a:pt x="73673" y="44754"/>
                </a:cubicBezTo>
                <a:moveTo>
                  <a:pt x="36355" y="56871"/>
                </a:moveTo>
                <a:cubicBezTo>
                  <a:pt x="40853" y="56871"/>
                  <a:pt x="44204" y="55816"/>
                  <a:pt x="46407" y="53705"/>
                </a:cubicBezTo>
                <a:cubicBezTo>
                  <a:pt x="48611" y="51593"/>
                  <a:pt x="49713" y="48609"/>
                  <a:pt x="49713" y="44754"/>
                </a:cubicBezTo>
                <a:cubicBezTo>
                  <a:pt x="49713" y="40897"/>
                  <a:pt x="48611" y="37914"/>
                  <a:pt x="46407" y="35803"/>
                </a:cubicBezTo>
                <a:cubicBezTo>
                  <a:pt x="44204" y="33692"/>
                  <a:pt x="40853" y="32636"/>
                  <a:pt x="36355" y="32636"/>
                </a:cubicBezTo>
                <a:lnTo>
                  <a:pt x="23548" y="32636"/>
                </a:lnTo>
                <a:lnTo>
                  <a:pt x="23548" y="56871"/>
                </a:lnTo>
                <a:lnTo>
                  <a:pt x="36355" y="56871"/>
                </a:lnTo>
                <a:close/>
                <a:moveTo>
                  <a:pt x="109476" y="46269"/>
                </a:moveTo>
                <a:cubicBezTo>
                  <a:pt x="112230" y="42045"/>
                  <a:pt x="115673" y="38718"/>
                  <a:pt x="119804" y="36286"/>
                </a:cubicBezTo>
                <a:cubicBezTo>
                  <a:pt x="123935" y="33853"/>
                  <a:pt x="128525" y="32636"/>
                  <a:pt x="133575" y="32636"/>
                </a:cubicBezTo>
                <a:lnTo>
                  <a:pt x="133575" y="57561"/>
                </a:lnTo>
                <a:lnTo>
                  <a:pt x="127101" y="57561"/>
                </a:lnTo>
                <a:cubicBezTo>
                  <a:pt x="121226" y="57561"/>
                  <a:pt x="116820" y="58823"/>
                  <a:pt x="113883" y="61347"/>
                </a:cubicBezTo>
                <a:cubicBezTo>
                  <a:pt x="110945" y="63871"/>
                  <a:pt x="109476" y="68301"/>
                  <a:pt x="109476" y="74635"/>
                </a:cubicBezTo>
                <a:lnTo>
                  <a:pt x="109476" y="110301"/>
                </a:lnTo>
                <a:lnTo>
                  <a:pt x="85928" y="110301"/>
                </a:lnTo>
                <a:lnTo>
                  <a:pt x="85928" y="33462"/>
                </a:lnTo>
                <a:lnTo>
                  <a:pt x="109476" y="33462"/>
                </a:lnTo>
                <a:lnTo>
                  <a:pt x="109476" y="46269"/>
                </a:lnTo>
                <a:close/>
                <a:moveTo>
                  <a:pt x="179843" y="111402"/>
                </a:moveTo>
                <a:cubicBezTo>
                  <a:pt x="172315" y="111402"/>
                  <a:pt x="165544" y="109796"/>
                  <a:pt x="159530" y="106584"/>
                </a:cubicBezTo>
                <a:cubicBezTo>
                  <a:pt x="153518" y="103371"/>
                  <a:pt x="148790" y="98780"/>
                  <a:pt x="145347" y="92813"/>
                </a:cubicBezTo>
                <a:cubicBezTo>
                  <a:pt x="141905" y="86845"/>
                  <a:pt x="140184" y="79868"/>
                  <a:pt x="140184" y="71880"/>
                </a:cubicBezTo>
                <a:cubicBezTo>
                  <a:pt x="140184" y="63985"/>
                  <a:pt x="141928" y="57032"/>
                  <a:pt x="145416" y="51020"/>
                </a:cubicBezTo>
                <a:cubicBezTo>
                  <a:pt x="148906" y="45006"/>
                  <a:pt x="153680" y="40393"/>
                  <a:pt x="159738" y="37181"/>
                </a:cubicBezTo>
                <a:cubicBezTo>
                  <a:pt x="165797" y="33968"/>
                  <a:pt x="172590" y="32361"/>
                  <a:pt x="180118" y="32361"/>
                </a:cubicBezTo>
                <a:cubicBezTo>
                  <a:pt x="187646" y="32361"/>
                  <a:pt x="194439" y="33968"/>
                  <a:pt x="200498" y="37181"/>
                </a:cubicBezTo>
                <a:cubicBezTo>
                  <a:pt x="206558" y="40393"/>
                  <a:pt x="211332" y="45006"/>
                  <a:pt x="214820" y="51020"/>
                </a:cubicBezTo>
                <a:cubicBezTo>
                  <a:pt x="218309" y="57032"/>
                  <a:pt x="220054" y="63985"/>
                  <a:pt x="220054" y="71880"/>
                </a:cubicBezTo>
                <a:cubicBezTo>
                  <a:pt x="220054" y="79777"/>
                  <a:pt x="218287" y="86732"/>
                  <a:pt x="214752" y="92746"/>
                </a:cubicBezTo>
                <a:cubicBezTo>
                  <a:pt x="211218" y="98758"/>
                  <a:pt x="206398" y="103371"/>
                  <a:pt x="200292" y="106584"/>
                </a:cubicBezTo>
                <a:cubicBezTo>
                  <a:pt x="194187" y="109796"/>
                  <a:pt x="187371" y="111402"/>
                  <a:pt x="179843" y="111402"/>
                </a:cubicBezTo>
                <a:moveTo>
                  <a:pt x="179843" y="91023"/>
                </a:moveTo>
                <a:cubicBezTo>
                  <a:pt x="184342" y="91023"/>
                  <a:pt x="188175" y="89370"/>
                  <a:pt x="191343" y="86066"/>
                </a:cubicBezTo>
                <a:cubicBezTo>
                  <a:pt x="194510" y="82760"/>
                  <a:pt x="196094" y="78031"/>
                  <a:pt x="196094" y="71880"/>
                </a:cubicBezTo>
                <a:cubicBezTo>
                  <a:pt x="196094" y="65731"/>
                  <a:pt x="194555" y="61004"/>
                  <a:pt x="191479" y="57699"/>
                </a:cubicBezTo>
                <a:cubicBezTo>
                  <a:pt x="188405" y="54393"/>
                  <a:pt x="184617" y="52740"/>
                  <a:pt x="180118" y="52740"/>
                </a:cubicBezTo>
                <a:cubicBezTo>
                  <a:pt x="175529" y="52740"/>
                  <a:pt x="171719" y="54370"/>
                  <a:pt x="168690" y="57630"/>
                </a:cubicBezTo>
                <a:cubicBezTo>
                  <a:pt x="165660" y="60888"/>
                  <a:pt x="164145" y="65638"/>
                  <a:pt x="164145" y="71880"/>
                </a:cubicBezTo>
                <a:cubicBezTo>
                  <a:pt x="164145" y="78031"/>
                  <a:pt x="165636" y="82760"/>
                  <a:pt x="168620" y="86066"/>
                </a:cubicBezTo>
                <a:cubicBezTo>
                  <a:pt x="171604" y="89370"/>
                  <a:pt x="175345" y="91023"/>
                  <a:pt x="179843" y="91023"/>
                </a:cubicBezTo>
                <a:close/>
                <a:moveTo>
                  <a:pt x="244290" y="25475"/>
                </a:moveTo>
                <a:cubicBezTo>
                  <a:pt x="240159" y="25475"/>
                  <a:pt x="236785" y="24259"/>
                  <a:pt x="234168" y="21825"/>
                </a:cubicBezTo>
                <a:cubicBezTo>
                  <a:pt x="231552" y="19392"/>
                  <a:pt x="230243" y="16386"/>
                  <a:pt x="230243" y="12807"/>
                </a:cubicBezTo>
                <a:cubicBezTo>
                  <a:pt x="230243" y="9134"/>
                  <a:pt x="231552" y="6082"/>
                  <a:pt x="234168" y="3650"/>
                </a:cubicBezTo>
                <a:cubicBezTo>
                  <a:pt x="236785" y="1217"/>
                  <a:pt x="240159" y="0"/>
                  <a:pt x="244290" y="0"/>
                </a:cubicBezTo>
                <a:cubicBezTo>
                  <a:pt x="248329" y="0"/>
                  <a:pt x="251656" y="1217"/>
                  <a:pt x="254273" y="3650"/>
                </a:cubicBezTo>
                <a:cubicBezTo>
                  <a:pt x="256890" y="6082"/>
                  <a:pt x="258198" y="9134"/>
                  <a:pt x="258198" y="12807"/>
                </a:cubicBezTo>
                <a:cubicBezTo>
                  <a:pt x="258198" y="16386"/>
                  <a:pt x="256890" y="19392"/>
                  <a:pt x="254273" y="21825"/>
                </a:cubicBezTo>
                <a:cubicBezTo>
                  <a:pt x="251656" y="24259"/>
                  <a:pt x="248329" y="25475"/>
                  <a:pt x="244290" y="25475"/>
                </a:cubicBezTo>
                <a:moveTo>
                  <a:pt x="256132" y="120217"/>
                </a:moveTo>
                <a:cubicBezTo>
                  <a:pt x="256132" y="129672"/>
                  <a:pt x="253745" y="136489"/>
                  <a:pt x="248971" y="140666"/>
                </a:cubicBezTo>
                <a:cubicBezTo>
                  <a:pt x="244198" y="144843"/>
                  <a:pt x="237542" y="146932"/>
                  <a:pt x="229004" y="146932"/>
                </a:cubicBezTo>
                <a:lnTo>
                  <a:pt x="219777" y="146932"/>
                </a:lnTo>
                <a:lnTo>
                  <a:pt x="219777" y="126964"/>
                </a:lnTo>
                <a:lnTo>
                  <a:pt x="225423" y="126964"/>
                </a:lnTo>
                <a:cubicBezTo>
                  <a:pt x="227994" y="126964"/>
                  <a:pt x="229829" y="126459"/>
                  <a:pt x="230930" y="125449"/>
                </a:cubicBezTo>
                <a:cubicBezTo>
                  <a:pt x="232033" y="124439"/>
                  <a:pt x="232584" y="122787"/>
                  <a:pt x="232584" y="120492"/>
                </a:cubicBezTo>
                <a:lnTo>
                  <a:pt x="232584" y="33462"/>
                </a:lnTo>
                <a:lnTo>
                  <a:pt x="256132" y="33462"/>
                </a:lnTo>
                <a:lnTo>
                  <a:pt x="256132" y="120217"/>
                </a:lnTo>
                <a:close/>
                <a:moveTo>
                  <a:pt x="345502" y="70643"/>
                </a:moveTo>
                <a:cubicBezTo>
                  <a:pt x="345502" y="72845"/>
                  <a:pt x="345365" y="75139"/>
                  <a:pt x="345091" y="77526"/>
                </a:cubicBezTo>
                <a:lnTo>
                  <a:pt x="291798" y="77526"/>
                </a:lnTo>
                <a:cubicBezTo>
                  <a:pt x="292165" y="82300"/>
                  <a:pt x="293702" y="85950"/>
                  <a:pt x="296410" y="88476"/>
                </a:cubicBezTo>
                <a:cubicBezTo>
                  <a:pt x="299119" y="91000"/>
                  <a:pt x="302447" y="92262"/>
                  <a:pt x="306395" y="92262"/>
                </a:cubicBezTo>
                <a:cubicBezTo>
                  <a:pt x="312270" y="92262"/>
                  <a:pt x="316355" y="89784"/>
                  <a:pt x="318651" y="84826"/>
                </a:cubicBezTo>
                <a:lnTo>
                  <a:pt x="343712" y="84826"/>
                </a:lnTo>
                <a:cubicBezTo>
                  <a:pt x="342428" y="89875"/>
                  <a:pt x="340110" y="94419"/>
                  <a:pt x="336759" y="98459"/>
                </a:cubicBezTo>
                <a:cubicBezTo>
                  <a:pt x="333409" y="102497"/>
                  <a:pt x="329208" y="105664"/>
                  <a:pt x="324158" y="107960"/>
                </a:cubicBezTo>
                <a:cubicBezTo>
                  <a:pt x="319110" y="110255"/>
                  <a:pt x="313464" y="111402"/>
                  <a:pt x="307220" y="111402"/>
                </a:cubicBezTo>
                <a:cubicBezTo>
                  <a:pt x="299693" y="111402"/>
                  <a:pt x="292991" y="109796"/>
                  <a:pt x="287116" y="106584"/>
                </a:cubicBezTo>
                <a:cubicBezTo>
                  <a:pt x="281241" y="103371"/>
                  <a:pt x="276651" y="98780"/>
                  <a:pt x="273345" y="92813"/>
                </a:cubicBezTo>
                <a:cubicBezTo>
                  <a:pt x="270040" y="86845"/>
                  <a:pt x="268388" y="79868"/>
                  <a:pt x="268388" y="71880"/>
                </a:cubicBezTo>
                <a:cubicBezTo>
                  <a:pt x="268388" y="63894"/>
                  <a:pt x="270017" y="56918"/>
                  <a:pt x="273275" y="50950"/>
                </a:cubicBezTo>
                <a:cubicBezTo>
                  <a:pt x="276535" y="44983"/>
                  <a:pt x="281102" y="40393"/>
                  <a:pt x="286977" y="37181"/>
                </a:cubicBezTo>
                <a:cubicBezTo>
                  <a:pt x="292854" y="33968"/>
                  <a:pt x="299601" y="32361"/>
                  <a:pt x="307220" y="32361"/>
                </a:cubicBezTo>
                <a:cubicBezTo>
                  <a:pt x="314657" y="32361"/>
                  <a:pt x="321267" y="33921"/>
                  <a:pt x="327050" y="37042"/>
                </a:cubicBezTo>
                <a:cubicBezTo>
                  <a:pt x="332834" y="40163"/>
                  <a:pt x="337355" y="44616"/>
                  <a:pt x="340613" y="50400"/>
                </a:cubicBezTo>
                <a:cubicBezTo>
                  <a:pt x="343873" y="56184"/>
                  <a:pt x="345502" y="62931"/>
                  <a:pt x="345502" y="70643"/>
                </a:cubicBezTo>
                <a:moveTo>
                  <a:pt x="321404" y="64446"/>
                </a:moveTo>
                <a:cubicBezTo>
                  <a:pt x="321404" y="60406"/>
                  <a:pt x="320027" y="57193"/>
                  <a:pt x="317273" y="54806"/>
                </a:cubicBezTo>
                <a:cubicBezTo>
                  <a:pt x="314519" y="52419"/>
                  <a:pt x="311076" y="51226"/>
                  <a:pt x="306945" y="51226"/>
                </a:cubicBezTo>
                <a:cubicBezTo>
                  <a:pt x="302998" y="51226"/>
                  <a:pt x="299669" y="52373"/>
                  <a:pt x="296960" y="54669"/>
                </a:cubicBezTo>
                <a:cubicBezTo>
                  <a:pt x="294252" y="56964"/>
                  <a:pt x="292578" y="60223"/>
                  <a:pt x="291936" y="64446"/>
                </a:cubicBezTo>
                <a:lnTo>
                  <a:pt x="321404" y="64446"/>
                </a:lnTo>
                <a:close/>
                <a:moveTo>
                  <a:pt x="353214" y="71880"/>
                </a:moveTo>
                <a:cubicBezTo>
                  <a:pt x="353214" y="63894"/>
                  <a:pt x="354843" y="56918"/>
                  <a:pt x="358102" y="50950"/>
                </a:cubicBezTo>
                <a:cubicBezTo>
                  <a:pt x="361361" y="44983"/>
                  <a:pt x="365906" y="40393"/>
                  <a:pt x="371734" y="37181"/>
                </a:cubicBezTo>
                <a:cubicBezTo>
                  <a:pt x="377565" y="33968"/>
                  <a:pt x="384244" y="32361"/>
                  <a:pt x="391772" y="32361"/>
                </a:cubicBezTo>
                <a:cubicBezTo>
                  <a:pt x="401411" y="32361"/>
                  <a:pt x="409466" y="34886"/>
                  <a:pt x="415938" y="39936"/>
                </a:cubicBezTo>
                <a:cubicBezTo>
                  <a:pt x="422411" y="44984"/>
                  <a:pt x="426657" y="52098"/>
                  <a:pt x="428677" y="61278"/>
                </a:cubicBezTo>
                <a:lnTo>
                  <a:pt x="403614" y="61278"/>
                </a:lnTo>
                <a:cubicBezTo>
                  <a:pt x="401503" y="55403"/>
                  <a:pt x="397418" y="52465"/>
                  <a:pt x="391358" y="52465"/>
                </a:cubicBezTo>
                <a:cubicBezTo>
                  <a:pt x="387043" y="52465"/>
                  <a:pt x="383601" y="54141"/>
                  <a:pt x="381030" y="57491"/>
                </a:cubicBezTo>
                <a:cubicBezTo>
                  <a:pt x="378460" y="60842"/>
                  <a:pt x="377174" y="65638"/>
                  <a:pt x="377174" y="71880"/>
                </a:cubicBezTo>
                <a:cubicBezTo>
                  <a:pt x="377174" y="78124"/>
                  <a:pt x="378460" y="82921"/>
                  <a:pt x="381030" y="86272"/>
                </a:cubicBezTo>
                <a:cubicBezTo>
                  <a:pt x="383601" y="89622"/>
                  <a:pt x="387043" y="91298"/>
                  <a:pt x="391358" y="91298"/>
                </a:cubicBezTo>
                <a:cubicBezTo>
                  <a:pt x="397418" y="91298"/>
                  <a:pt x="401503" y="88360"/>
                  <a:pt x="403614" y="82485"/>
                </a:cubicBezTo>
                <a:lnTo>
                  <a:pt x="428677" y="82485"/>
                </a:lnTo>
                <a:cubicBezTo>
                  <a:pt x="426657" y="91481"/>
                  <a:pt x="422388" y="98550"/>
                  <a:pt x="415870" y="103691"/>
                </a:cubicBezTo>
                <a:cubicBezTo>
                  <a:pt x="409352" y="108832"/>
                  <a:pt x="401319" y="111402"/>
                  <a:pt x="391772" y="111402"/>
                </a:cubicBezTo>
                <a:cubicBezTo>
                  <a:pt x="384244" y="111402"/>
                  <a:pt x="377565" y="109796"/>
                  <a:pt x="371734" y="106584"/>
                </a:cubicBezTo>
                <a:cubicBezTo>
                  <a:pt x="365906" y="103371"/>
                  <a:pt x="361361" y="98780"/>
                  <a:pt x="358102" y="92813"/>
                </a:cubicBezTo>
                <a:cubicBezTo>
                  <a:pt x="354843" y="86845"/>
                  <a:pt x="353214" y="79868"/>
                  <a:pt x="353214" y="71880"/>
                </a:cubicBezTo>
                <a:close/>
                <a:moveTo>
                  <a:pt x="484034" y="90333"/>
                </a:moveTo>
                <a:lnTo>
                  <a:pt x="484034" y="110301"/>
                </a:lnTo>
                <a:lnTo>
                  <a:pt x="472053" y="110301"/>
                </a:lnTo>
                <a:cubicBezTo>
                  <a:pt x="463515" y="110301"/>
                  <a:pt x="456859" y="108213"/>
                  <a:pt x="452086" y="104035"/>
                </a:cubicBezTo>
                <a:cubicBezTo>
                  <a:pt x="447313" y="99858"/>
                  <a:pt x="444927" y="93042"/>
                  <a:pt x="444927" y="83586"/>
                </a:cubicBezTo>
                <a:lnTo>
                  <a:pt x="444927" y="53016"/>
                </a:lnTo>
                <a:lnTo>
                  <a:pt x="435562" y="53016"/>
                </a:lnTo>
                <a:lnTo>
                  <a:pt x="435562" y="33462"/>
                </a:lnTo>
                <a:lnTo>
                  <a:pt x="444927" y="33462"/>
                </a:lnTo>
                <a:lnTo>
                  <a:pt x="444927" y="14734"/>
                </a:lnTo>
                <a:lnTo>
                  <a:pt x="468473" y="14734"/>
                </a:lnTo>
                <a:lnTo>
                  <a:pt x="468473" y="33462"/>
                </a:lnTo>
                <a:lnTo>
                  <a:pt x="483896" y="33462"/>
                </a:lnTo>
                <a:lnTo>
                  <a:pt x="483896" y="53016"/>
                </a:lnTo>
                <a:lnTo>
                  <a:pt x="468473" y="53016"/>
                </a:lnTo>
                <a:lnTo>
                  <a:pt x="468473" y="83862"/>
                </a:lnTo>
                <a:cubicBezTo>
                  <a:pt x="468473" y="86156"/>
                  <a:pt x="469023" y="87808"/>
                  <a:pt x="470124" y="88818"/>
                </a:cubicBezTo>
                <a:cubicBezTo>
                  <a:pt x="471227" y="89828"/>
                  <a:pt x="473063" y="90333"/>
                  <a:pt x="475634" y="90333"/>
                </a:cubicBezTo>
                <a:lnTo>
                  <a:pt x="484034" y="903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Codebase">
            <a:extLst xmlns:a="http://schemas.openxmlformats.org/drawingml/2006/main">
              <a:ext uri="{FF2B5EF4-FFF2-40B4-BE49-F238E27FC236}">
                <a16:creationId xmlns:a16="http://schemas.microsoft.com/office/drawing/2014/main" id="{A82FB9FA-CB5D-4CE2-B88A-9BDC115A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713" y="1486666"/>
            <a:ext cx="711246" cy="103004"/>
          </a:xfrm>
          <a:custGeom xmlns:a="http://schemas.openxmlformats.org/drawingml/2006/main">
            <a:pathLst>
              <a:path w="711246" h="103004">
                <a:moveTo>
                  <a:pt x="0" y="53430"/>
                </a:moveTo>
                <a:cubicBezTo>
                  <a:pt x="0" y="43883"/>
                  <a:pt x="2065" y="35369"/>
                  <a:pt x="6196" y="27887"/>
                </a:cubicBezTo>
                <a:cubicBezTo>
                  <a:pt x="10327" y="20404"/>
                  <a:pt x="16088" y="14574"/>
                  <a:pt x="23477" y="10397"/>
                </a:cubicBezTo>
                <a:cubicBezTo>
                  <a:pt x="30868" y="6220"/>
                  <a:pt x="39245" y="4131"/>
                  <a:pt x="48610" y="4131"/>
                </a:cubicBezTo>
                <a:cubicBezTo>
                  <a:pt x="60085" y="4131"/>
                  <a:pt x="69907" y="7161"/>
                  <a:pt x="78077" y="13221"/>
                </a:cubicBezTo>
                <a:cubicBezTo>
                  <a:pt x="86248" y="19279"/>
                  <a:pt x="91710" y="27541"/>
                  <a:pt x="94464" y="38007"/>
                </a:cubicBezTo>
                <a:lnTo>
                  <a:pt x="68577" y="38007"/>
                </a:lnTo>
                <a:cubicBezTo>
                  <a:pt x="66648" y="33968"/>
                  <a:pt x="63917" y="30893"/>
                  <a:pt x="60383" y="28782"/>
                </a:cubicBezTo>
                <a:cubicBezTo>
                  <a:pt x="56848" y="26670"/>
                  <a:pt x="52832" y="25614"/>
                  <a:pt x="48334" y="25614"/>
                </a:cubicBezTo>
                <a:cubicBezTo>
                  <a:pt x="41081" y="25614"/>
                  <a:pt x="35205" y="28139"/>
                  <a:pt x="30707" y="33189"/>
                </a:cubicBezTo>
                <a:cubicBezTo>
                  <a:pt x="26209" y="38237"/>
                  <a:pt x="23960" y="44984"/>
                  <a:pt x="23960" y="53430"/>
                </a:cubicBezTo>
                <a:cubicBezTo>
                  <a:pt x="23960" y="61877"/>
                  <a:pt x="26209" y="68625"/>
                  <a:pt x="30707" y="73675"/>
                </a:cubicBezTo>
                <a:cubicBezTo>
                  <a:pt x="35205" y="78723"/>
                  <a:pt x="41081" y="81248"/>
                  <a:pt x="48334" y="81248"/>
                </a:cubicBezTo>
                <a:cubicBezTo>
                  <a:pt x="52832" y="81248"/>
                  <a:pt x="56848" y="80192"/>
                  <a:pt x="60383" y="78081"/>
                </a:cubicBezTo>
                <a:cubicBezTo>
                  <a:pt x="63917" y="75969"/>
                  <a:pt x="66648" y="72893"/>
                  <a:pt x="68577" y="68853"/>
                </a:cubicBezTo>
                <a:lnTo>
                  <a:pt x="94464" y="68853"/>
                </a:lnTo>
                <a:cubicBezTo>
                  <a:pt x="91710" y="79318"/>
                  <a:pt x="86248" y="87558"/>
                  <a:pt x="78077" y="93571"/>
                </a:cubicBezTo>
                <a:cubicBezTo>
                  <a:pt x="69907" y="99585"/>
                  <a:pt x="60085" y="102592"/>
                  <a:pt x="48610" y="102592"/>
                </a:cubicBezTo>
                <a:cubicBezTo>
                  <a:pt x="39245" y="102592"/>
                  <a:pt x="30868" y="100503"/>
                  <a:pt x="23477" y="96326"/>
                </a:cubicBezTo>
                <a:cubicBezTo>
                  <a:pt x="16088" y="92149"/>
                  <a:pt x="10327" y="86342"/>
                  <a:pt x="6196" y="78907"/>
                </a:cubicBezTo>
                <a:cubicBezTo>
                  <a:pt x="2065" y="71470"/>
                  <a:pt x="0" y="62978"/>
                  <a:pt x="0" y="53430"/>
                </a:cubicBezTo>
                <a:close/>
                <a:moveTo>
                  <a:pt x="143901" y="103004"/>
                </a:moveTo>
                <a:cubicBezTo>
                  <a:pt x="136373" y="103004"/>
                  <a:pt x="129602" y="101398"/>
                  <a:pt x="123588" y="98186"/>
                </a:cubicBezTo>
                <a:cubicBezTo>
                  <a:pt x="117576" y="94972"/>
                  <a:pt x="112848" y="90382"/>
                  <a:pt x="109405" y="84414"/>
                </a:cubicBezTo>
                <a:cubicBezTo>
                  <a:pt x="105963" y="78447"/>
                  <a:pt x="104242" y="71469"/>
                  <a:pt x="104242" y="63482"/>
                </a:cubicBezTo>
                <a:cubicBezTo>
                  <a:pt x="104242" y="55587"/>
                  <a:pt x="105986" y="48633"/>
                  <a:pt x="109474" y="42621"/>
                </a:cubicBezTo>
                <a:cubicBezTo>
                  <a:pt x="112964" y="36607"/>
                  <a:pt x="117738" y="31994"/>
                  <a:pt x="123796" y="28782"/>
                </a:cubicBezTo>
                <a:cubicBezTo>
                  <a:pt x="129855" y="25569"/>
                  <a:pt x="136648" y="23962"/>
                  <a:pt x="144176" y="23962"/>
                </a:cubicBezTo>
                <a:cubicBezTo>
                  <a:pt x="151704" y="23962"/>
                  <a:pt x="158497" y="25569"/>
                  <a:pt x="164555" y="28782"/>
                </a:cubicBezTo>
                <a:cubicBezTo>
                  <a:pt x="170615" y="31994"/>
                  <a:pt x="175389" y="36607"/>
                  <a:pt x="178877" y="42621"/>
                </a:cubicBezTo>
                <a:cubicBezTo>
                  <a:pt x="182367" y="48633"/>
                  <a:pt x="184111" y="55587"/>
                  <a:pt x="184111" y="63482"/>
                </a:cubicBezTo>
                <a:cubicBezTo>
                  <a:pt x="184111" y="71378"/>
                  <a:pt x="182344" y="78333"/>
                  <a:pt x="178810" y="84347"/>
                </a:cubicBezTo>
                <a:cubicBezTo>
                  <a:pt x="175276" y="90359"/>
                  <a:pt x="170456" y="94972"/>
                  <a:pt x="164350" y="98186"/>
                </a:cubicBezTo>
                <a:cubicBezTo>
                  <a:pt x="158245" y="101398"/>
                  <a:pt x="151428" y="103004"/>
                  <a:pt x="143901" y="103004"/>
                </a:cubicBezTo>
                <a:moveTo>
                  <a:pt x="143901" y="82624"/>
                </a:moveTo>
                <a:cubicBezTo>
                  <a:pt x="148400" y="82624"/>
                  <a:pt x="152233" y="80972"/>
                  <a:pt x="155400" y="77667"/>
                </a:cubicBezTo>
                <a:cubicBezTo>
                  <a:pt x="158568" y="74361"/>
                  <a:pt x="160151" y="69633"/>
                  <a:pt x="160151" y="63482"/>
                </a:cubicBezTo>
                <a:cubicBezTo>
                  <a:pt x="160151" y="57332"/>
                  <a:pt x="158613" y="52605"/>
                  <a:pt x="155537" y="49301"/>
                </a:cubicBezTo>
                <a:cubicBezTo>
                  <a:pt x="152462" y="45995"/>
                  <a:pt x="148675" y="44342"/>
                  <a:pt x="144176" y="44342"/>
                </a:cubicBezTo>
                <a:cubicBezTo>
                  <a:pt x="139587" y="44342"/>
                  <a:pt x="135777" y="45972"/>
                  <a:pt x="132747" y="49231"/>
                </a:cubicBezTo>
                <a:cubicBezTo>
                  <a:pt x="129717" y="52490"/>
                  <a:pt x="128202" y="57240"/>
                  <a:pt x="128202" y="63482"/>
                </a:cubicBezTo>
                <a:cubicBezTo>
                  <a:pt x="128202" y="69633"/>
                  <a:pt x="129694" y="74361"/>
                  <a:pt x="132678" y="77667"/>
                </a:cubicBezTo>
                <a:cubicBezTo>
                  <a:pt x="135662" y="80972"/>
                  <a:pt x="139403" y="82624"/>
                  <a:pt x="143901" y="82624"/>
                </a:cubicBezTo>
                <a:close/>
                <a:moveTo>
                  <a:pt x="191960" y="63345"/>
                </a:moveTo>
                <a:cubicBezTo>
                  <a:pt x="191960" y="55450"/>
                  <a:pt x="193452" y="48519"/>
                  <a:pt x="196436" y="42552"/>
                </a:cubicBezTo>
                <a:cubicBezTo>
                  <a:pt x="199420" y="36584"/>
                  <a:pt x="203482" y="31994"/>
                  <a:pt x="208623" y="28782"/>
                </a:cubicBezTo>
                <a:cubicBezTo>
                  <a:pt x="213764" y="25569"/>
                  <a:pt x="219502" y="23962"/>
                  <a:pt x="225836" y="23962"/>
                </a:cubicBezTo>
                <a:cubicBezTo>
                  <a:pt x="230885" y="23962"/>
                  <a:pt x="235498" y="25018"/>
                  <a:pt x="239675" y="27129"/>
                </a:cubicBezTo>
                <a:cubicBezTo>
                  <a:pt x="243852" y="29240"/>
                  <a:pt x="247134" y="32086"/>
                  <a:pt x="249521" y="35666"/>
                </a:cubicBezTo>
                <a:lnTo>
                  <a:pt x="249521" y="0"/>
                </a:lnTo>
                <a:lnTo>
                  <a:pt x="273069" y="0"/>
                </a:lnTo>
                <a:lnTo>
                  <a:pt x="273069" y="101903"/>
                </a:lnTo>
                <a:lnTo>
                  <a:pt x="249521" y="101903"/>
                </a:lnTo>
                <a:lnTo>
                  <a:pt x="249521" y="90886"/>
                </a:lnTo>
                <a:cubicBezTo>
                  <a:pt x="247318" y="94559"/>
                  <a:pt x="244173" y="97497"/>
                  <a:pt x="240087" y="99701"/>
                </a:cubicBezTo>
                <a:cubicBezTo>
                  <a:pt x="236002" y="101903"/>
                  <a:pt x="231252" y="103004"/>
                  <a:pt x="225836" y="103004"/>
                </a:cubicBezTo>
                <a:cubicBezTo>
                  <a:pt x="219502" y="103004"/>
                  <a:pt x="213764" y="101375"/>
                  <a:pt x="208623" y="98116"/>
                </a:cubicBezTo>
                <a:cubicBezTo>
                  <a:pt x="203482" y="94857"/>
                  <a:pt x="199420" y="90221"/>
                  <a:pt x="196436" y="84208"/>
                </a:cubicBezTo>
                <a:cubicBezTo>
                  <a:pt x="193452" y="78195"/>
                  <a:pt x="191960" y="71240"/>
                  <a:pt x="191960" y="63345"/>
                </a:cubicBezTo>
                <a:moveTo>
                  <a:pt x="249521" y="63482"/>
                </a:moveTo>
                <a:cubicBezTo>
                  <a:pt x="249521" y="57607"/>
                  <a:pt x="247891" y="52971"/>
                  <a:pt x="244632" y="49574"/>
                </a:cubicBezTo>
                <a:cubicBezTo>
                  <a:pt x="241373" y="46177"/>
                  <a:pt x="237403" y="44479"/>
                  <a:pt x="232722" y="44479"/>
                </a:cubicBezTo>
                <a:cubicBezTo>
                  <a:pt x="228039" y="44479"/>
                  <a:pt x="224068" y="46155"/>
                  <a:pt x="220808" y="49507"/>
                </a:cubicBezTo>
                <a:cubicBezTo>
                  <a:pt x="217550" y="52857"/>
                  <a:pt x="215921" y="57470"/>
                  <a:pt x="215921" y="63345"/>
                </a:cubicBezTo>
                <a:cubicBezTo>
                  <a:pt x="215921" y="69220"/>
                  <a:pt x="217550" y="73879"/>
                  <a:pt x="220808" y="77323"/>
                </a:cubicBezTo>
                <a:cubicBezTo>
                  <a:pt x="224068" y="80764"/>
                  <a:pt x="228039" y="82485"/>
                  <a:pt x="232722" y="82485"/>
                </a:cubicBezTo>
                <a:cubicBezTo>
                  <a:pt x="237403" y="82485"/>
                  <a:pt x="241373" y="80788"/>
                  <a:pt x="244632" y="77392"/>
                </a:cubicBezTo>
                <a:cubicBezTo>
                  <a:pt x="247891" y="73995"/>
                  <a:pt x="249521" y="69358"/>
                  <a:pt x="249521" y="63482"/>
                </a:cubicBezTo>
                <a:close/>
                <a:moveTo>
                  <a:pt x="362577" y="62244"/>
                </a:moveTo>
                <a:cubicBezTo>
                  <a:pt x="362577" y="64446"/>
                  <a:pt x="362440" y="66741"/>
                  <a:pt x="362165" y="69128"/>
                </a:cubicBezTo>
                <a:lnTo>
                  <a:pt x="308872" y="69128"/>
                </a:lnTo>
                <a:cubicBezTo>
                  <a:pt x="309239" y="73902"/>
                  <a:pt x="310776" y="77552"/>
                  <a:pt x="313484" y="80077"/>
                </a:cubicBezTo>
                <a:cubicBezTo>
                  <a:pt x="316193" y="82602"/>
                  <a:pt x="319521" y="83864"/>
                  <a:pt x="323469" y="83864"/>
                </a:cubicBezTo>
                <a:cubicBezTo>
                  <a:pt x="329344" y="83864"/>
                  <a:pt x="333429" y="81385"/>
                  <a:pt x="335725" y="76427"/>
                </a:cubicBezTo>
                <a:lnTo>
                  <a:pt x="360787" y="76427"/>
                </a:lnTo>
                <a:cubicBezTo>
                  <a:pt x="359502" y="81476"/>
                  <a:pt x="357184" y="86020"/>
                  <a:pt x="353834" y="90060"/>
                </a:cubicBezTo>
                <a:cubicBezTo>
                  <a:pt x="350483" y="94099"/>
                  <a:pt x="346283" y="97266"/>
                  <a:pt x="341233" y="99562"/>
                </a:cubicBezTo>
                <a:cubicBezTo>
                  <a:pt x="336184" y="101856"/>
                  <a:pt x="330538" y="103004"/>
                  <a:pt x="324295" y="103004"/>
                </a:cubicBezTo>
                <a:cubicBezTo>
                  <a:pt x="316767" y="103004"/>
                  <a:pt x="310065" y="101398"/>
                  <a:pt x="304190" y="98186"/>
                </a:cubicBezTo>
                <a:cubicBezTo>
                  <a:pt x="298315" y="94972"/>
                  <a:pt x="293725" y="90382"/>
                  <a:pt x="290419" y="84414"/>
                </a:cubicBezTo>
                <a:cubicBezTo>
                  <a:pt x="287114" y="78447"/>
                  <a:pt x="285462" y="71469"/>
                  <a:pt x="285462" y="63482"/>
                </a:cubicBezTo>
                <a:cubicBezTo>
                  <a:pt x="285462" y="55496"/>
                  <a:pt x="287091" y="48519"/>
                  <a:pt x="290350" y="42552"/>
                </a:cubicBezTo>
                <a:cubicBezTo>
                  <a:pt x="293609" y="36584"/>
                  <a:pt x="298177" y="31994"/>
                  <a:pt x="304052" y="28782"/>
                </a:cubicBezTo>
                <a:cubicBezTo>
                  <a:pt x="309928" y="25569"/>
                  <a:pt x="316676" y="23962"/>
                  <a:pt x="324295" y="23962"/>
                </a:cubicBezTo>
                <a:cubicBezTo>
                  <a:pt x="331732" y="23962"/>
                  <a:pt x="338341" y="25523"/>
                  <a:pt x="344124" y="28644"/>
                </a:cubicBezTo>
                <a:cubicBezTo>
                  <a:pt x="349908" y="31765"/>
                  <a:pt x="354429" y="36217"/>
                  <a:pt x="357687" y="42001"/>
                </a:cubicBezTo>
                <a:cubicBezTo>
                  <a:pt x="360947" y="47785"/>
                  <a:pt x="362577" y="54533"/>
                  <a:pt x="362577" y="62244"/>
                </a:cubicBezTo>
                <a:moveTo>
                  <a:pt x="338478" y="56048"/>
                </a:moveTo>
                <a:cubicBezTo>
                  <a:pt x="338478" y="52008"/>
                  <a:pt x="337101" y="48794"/>
                  <a:pt x="334347" y="46407"/>
                </a:cubicBezTo>
                <a:cubicBezTo>
                  <a:pt x="331593" y="44020"/>
                  <a:pt x="328150" y="42827"/>
                  <a:pt x="324019" y="42827"/>
                </a:cubicBezTo>
                <a:cubicBezTo>
                  <a:pt x="320072" y="42827"/>
                  <a:pt x="316744" y="43975"/>
                  <a:pt x="314035" y="46271"/>
                </a:cubicBezTo>
                <a:cubicBezTo>
                  <a:pt x="311327" y="48565"/>
                  <a:pt x="309652" y="51824"/>
                  <a:pt x="309011" y="56048"/>
                </a:cubicBezTo>
                <a:lnTo>
                  <a:pt x="338478" y="56048"/>
                </a:lnTo>
                <a:close/>
                <a:moveTo>
                  <a:pt x="398519" y="35941"/>
                </a:moveTo>
                <a:cubicBezTo>
                  <a:pt x="400722" y="32361"/>
                  <a:pt x="403889" y="29470"/>
                  <a:pt x="408020" y="27267"/>
                </a:cubicBezTo>
                <a:cubicBezTo>
                  <a:pt x="412151" y="25064"/>
                  <a:pt x="416879" y="23962"/>
                  <a:pt x="422203" y="23962"/>
                </a:cubicBezTo>
                <a:cubicBezTo>
                  <a:pt x="428538" y="23962"/>
                  <a:pt x="434276" y="25569"/>
                  <a:pt x="439417" y="28782"/>
                </a:cubicBezTo>
                <a:cubicBezTo>
                  <a:pt x="444558" y="31994"/>
                  <a:pt x="448620" y="36584"/>
                  <a:pt x="451604" y="42552"/>
                </a:cubicBezTo>
                <a:cubicBezTo>
                  <a:pt x="454587" y="48519"/>
                  <a:pt x="456079" y="55450"/>
                  <a:pt x="456079" y="63345"/>
                </a:cubicBezTo>
                <a:cubicBezTo>
                  <a:pt x="456079" y="71240"/>
                  <a:pt x="454587" y="78195"/>
                  <a:pt x="451604" y="84208"/>
                </a:cubicBezTo>
                <a:cubicBezTo>
                  <a:pt x="448620" y="90221"/>
                  <a:pt x="444558" y="94857"/>
                  <a:pt x="439417" y="98116"/>
                </a:cubicBezTo>
                <a:cubicBezTo>
                  <a:pt x="434276" y="101375"/>
                  <a:pt x="428538" y="103004"/>
                  <a:pt x="422203" y="103004"/>
                </a:cubicBezTo>
                <a:cubicBezTo>
                  <a:pt x="416786" y="103004"/>
                  <a:pt x="412058" y="101925"/>
                  <a:pt x="408018" y="99768"/>
                </a:cubicBezTo>
                <a:cubicBezTo>
                  <a:pt x="403980" y="97611"/>
                  <a:pt x="400813" y="94742"/>
                  <a:pt x="398519" y="91161"/>
                </a:cubicBezTo>
                <a:lnTo>
                  <a:pt x="398519" y="101903"/>
                </a:lnTo>
                <a:lnTo>
                  <a:pt x="374970" y="101903"/>
                </a:lnTo>
                <a:lnTo>
                  <a:pt x="374970" y="0"/>
                </a:lnTo>
                <a:lnTo>
                  <a:pt x="398519" y="0"/>
                </a:lnTo>
                <a:lnTo>
                  <a:pt x="398519" y="35941"/>
                </a:lnTo>
                <a:moveTo>
                  <a:pt x="432119" y="63345"/>
                </a:moveTo>
                <a:cubicBezTo>
                  <a:pt x="432119" y="57470"/>
                  <a:pt x="430489" y="52857"/>
                  <a:pt x="427230" y="49507"/>
                </a:cubicBezTo>
                <a:cubicBezTo>
                  <a:pt x="423971" y="46155"/>
                  <a:pt x="419955" y="44479"/>
                  <a:pt x="415181" y="44479"/>
                </a:cubicBezTo>
                <a:cubicBezTo>
                  <a:pt x="410498" y="44479"/>
                  <a:pt x="406527" y="46177"/>
                  <a:pt x="403267" y="49574"/>
                </a:cubicBezTo>
                <a:cubicBezTo>
                  <a:pt x="400009" y="52971"/>
                  <a:pt x="398380" y="57607"/>
                  <a:pt x="398380" y="63482"/>
                </a:cubicBezTo>
                <a:cubicBezTo>
                  <a:pt x="398380" y="69358"/>
                  <a:pt x="400009" y="73995"/>
                  <a:pt x="403267" y="77392"/>
                </a:cubicBezTo>
                <a:cubicBezTo>
                  <a:pt x="406527" y="80788"/>
                  <a:pt x="410498" y="82485"/>
                  <a:pt x="415181" y="82485"/>
                </a:cubicBezTo>
                <a:cubicBezTo>
                  <a:pt x="419863" y="82485"/>
                  <a:pt x="423856" y="80764"/>
                  <a:pt x="427160" y="77323"/>
                </a:cubicBezTo>
                <a:cubicBezTo>
                  <a:pt x="430466" y="73879"/>
                  <a:pt x="432119" y="69220"/>
                  <a:pt x="432119" y="63345"/>
                </a:cubicBezTo>
                <a:close/>
                <a:moveTo>
                  <a:pt x="463790" y="63345"/>
                </a:moveTo>
                <a:cubicBezTo>
                  <a:pt x="463790" y="55450"/>
                  <a:pt x="465282" y="48519"/>
                  <a:pt x="468266" y="42552"/>
                </a:cubicBezTo>
                <a:cubicBezTo>
                  <a:pt x="471250" y="36584"/>
                  <a:pt x="475312" y="31994"/>
                  <a:pt x="480453" y="28782"/>
                </a:cubicBezTo>
                <a:cubicBezTo>
                  <a:pt x="485594" y="25569"/>
                  <a:pt x="491332" y="23962"/>
                  <a:pt x="497666" y="23962"/>
                </a:cubicBezTo>
                <a:cubicBezTo>
                  <a:pt x="503082" y="23962"/>
                  <a:pt x="507832" y="25064"/>
                  <a:pt x="511917" y="27267"/>
                </a:cubicBezTo>
                <a:cubicBezTo>
                  <a:pt x="516003" y="29470"/>
                  <a:pt x="519148" y="32361"/>
                  <a:pt x="521351" y="35941"/>
                </a:cubicBezTo>
                <a:lnTo>
                  <a:pt x="521351" y="25063"/>
                </a:lnTo>
                <a:lnTo>
                  <a:pt x="544899" y="25063"/>
                </a:lnTo>
                <a:lnTo>
                  <a:pt x="544899" y="101903"/>
                </a:lnTo>
                <a:lnTo>
                  <a:pt x="521351" y="101903"/>
                </a:lnTo>
                <a:lnTo>
                  <a:pt x="521351" y="91025"/>
                </a:lnTo>
                <a:cubicBezTo>
                  <a:pt x="519057" y="94605"/>
                  <a:pt x="515866" y="97497"/>
                  <a:pt x="511780" y="99701"/>
                </a:cubicBezTo>
                <a:cubicBezTo>
                  <a:pt x="507695" y="101903"/>
                  <a:pt x="502945" y="103004"/>
                  <a:pt x="497528" y="103004"/>
                </a:cubicBezTo>
                <a:cubicBezTo>
                  <a:pt x="491286" y="103004"/>
                  <a:pt x="485594" y="101375"/>
                  <a:pt x="480453" y="98116"/>
                </a:cubicBezTo>
                <a:cubicBezTo>
                  <a:pt x="475312" y="94857"/>
                  <a:pt x="471250" y="90221"/>
                  <a:pt x="468266" y="84208"/>
                </a:cubicBezTo>
                <a:cubicBezTo>
                  <a:pt x="465282" y="78195"/>
                  <a:pt x="463790" y="71240"/>
                  <a:pt x="463790" y="63345"/>
                </a:cubicBezTo>
                <a:moveTo>
                  <a:pt x="521351" y="63482"/>
                </a:moveTo>
                <a:cubicBezTo>
                  <a:pt x="521351" y="57607"/>
                  <a:pt x="519721" y="52971"/>
                  <a:pt x="516462" y="49574"/>
                </a:cubicBezTo>
                <a:cubicBezTo>
                  <a:pt x="513203" y="46177"/>
                  <a:pt x="509233" y="44479"/>
                  <a:pt x="504552" y="44479"/>
                </a:cubicBezTo>
                <a:cubicBezTo>
                  <a:pt x="499869" y="44479"/>
                  <a:pt x="495898" y="46155"/>
                  <a:pt x="492638" y="49507"/>
                </a:cubicBezTo>
                <a:cubicBezTo>
                  <a:pt x="489380" y="52857"/>
                  <a:pt x="487751" y="57470"/>
                  <a:pt x="487751" y="63345"/>
                </a:cubicBezTo>
                <a:cubicBezTo>
                  <a:pt x="487751" y="69220"/>
                  <a:pt x="489380" y="73879"/>
                  <a:pt x="492638" y="77323"/>
                </a:cubicBezTo>
                <a:cubicBezTo>
                  <a:pt x="495898" y="80764"/>
                  <a:pt x="499869" y="82485"/>
                  <a:pt x="504552" y="82485"/>
                </a:cubicBezTo>
                <a:cubicBezTo>
                  <a:pt x="509233" y="82485"/>
                  <a:pt x="513203" y="80788"/>
                  <a:pt x="516462" y="77392"/>
                </a:cubicBezTo>
                <a:cubicBezTo>
                  <a:pt x="519721" y="73995"/>
                  <a:pt x="521351" y="69358"/>
                  <a:pt x="521351" y="63482"/>
                </a:cubicBezTo>
                <a:close/>
                <a:moveTo>
                  <a:pt x="593234" y="103004"/>
                </a:moveTo>
                <a:cubicBezTo>
                  <a:pt x="586532" y="103004"/>
                  <a:pt x="580565" y="101856"/>
                  <a:pt x="575331" y="99562"/>
                </a:cubicBezTo>
                <a:cubicBezTo>
                  <a:pt x="570099" y="97266"/>
                  <a:pt x="565968" y="94122"/>
                  <a:pt x="562938" y="90130"/>
                </a:cubicBezTo>
                <a:cubicBezTo>
                  <a:pt x="559908" y="86136"/>
                  <a:pt x="558210" y="81660"/>
                  <a:pt x="557843" y="76703"/>
                </a:cubicBezTo>
                <a:lnTo>
                  <a:pt x="581116" y="76703"/>
                </a:lnTo>
                <a:cubicBezTo>
                  <a:pt x="581390" y="79364"/>
                  <a:pt x="582629" y="81522"/>
                  <a:pt x="584833" y="83174"/>
                </a:cubicBezTo>
                <a:cubicBezTo>
                  <a:pt x="587036" y="84827"/>
                  <a:pt x="589745" y="85654"/>
                  <a:pt x="592958" y="85654"/>
                </a:cubicBezTo>
                <a:cubicBezTo>
                  <a:pt x="595896" y="85654"/>
                  <a:pt x="598168" y="85080"/>
                  <a:pt x="599775" y="83933"/>
                </a:cubicBezTo>
                <a:cubicBezTo>
                  <a:pt x="601381" y="82784"/>
                  <a:pt x="602185" y="81292"/>
                  <a:pt x="602185" y="79457"/>
                </a:cubicBezTo>
                <a:cubicBezTo>
                  <a:pt x="602185" y="77254"/>
                  <a:pt x="601037" y="75624"/>
                  <a:pt x="598741" y="74568"/>
                </a:cubicBezTo>
                <a:cubicBezTo>
                  <a:pt x="596446" y="73512"/>
                  <a:pt x="592729" y="72341"/>
                  <a:pt x="587588" y="71057"/>
                </a:cubicBezTo>
                <a:cubicBezTo>
                  <a:pt x="582080" y="69771"/>
                  <a:pt x="577489" y="68417"/>
                  <a:pt x="573816" y="66995"/>
                </a:cubicBezTo>
                <a:cubicBezTo>
                  <a:pt x="570145" y="65572"/>
                  <a:pt x="566978" y="63323"/>
                  <a:pt x="564315" y="60248"/>
                </a:cubicBezTo>
                <a:cubicBezTo>
                  <a:pt x="561653" y="57172"/>
                  <a:pt x="560322" y="53017"/>
                  <a:pt x="560322" y="47784"/>
                </a:cubicBezTo>
                <a:cubicBezTo>
                  <a:pt x="560322" y="43378"/>
                  <a:pt x="561538" y="39362"/>
                  <a:pt x="563970" y="35735"/>
                </a:cubicBezTo>
                <a:cubicBezTo>
                  <a:pt x="566403" y="32109"/>
                  <a:pt x="569984" y="29240"/>
                  <a:pt x="574711" y="27129"/>
                </a:cubicBezTo>
                <a:cubicBezTo>
                  <a:pt x="579439" y="25018"/>
                  <a:pt x="585062" y="23962"/>
                  <a:pt x="591580" y="23962"/>
                </a:cubicBezTo>
                <a:cubicBezTo>
                  <a:pt x="601220" y="23962"/>
                  <a:pt x="608818" y="26349"/>
                  <a:pt x="614372" y="31123"/>
                </a:cubicBezTo>
                <a:cubicBezTo>
                  <a:pt x="619926" y="35896"/>
                  <a:pt x="623116" y="42230"/>
                  <a:pt x="623941" y="50124"/>
                </a:cubicBezTo>
                <a:lnTo>
                  <a:pt x="602185" y="50124"/>
                </a:lnTo>
                <a:cubicBezTo>
                  <a:pt x="601818" y="47463"/>
                  <a:pt x="600647" y="45352"/>
                  <a:pt x="598674" y="43791"/>
                </a:cubicBezTo>
                <a:cubicBezTo>
                  <a:pt x="596700" y="42231"/>
                  <a:pt x="594106" y="41451"/>
                  <a:pt x="590893" y="41451"/>
                </a:cubicBezTo>
                <a:cubicBezTo>
                  <a:pt x="588139" y="41451"/>
                  <a:pt x="586027" y="41979"/>
                  <a:pt x="584558" y="43035"/>
                </a:cubicBezTo>
                <a:cubicBezTo>
                  <a:pt x="583090" y="44090"/>
                  <a:pt x="582356" y="45535"/>
                  <a:pt x="582356" y="47372"/>
                </a:cubicBezTo>
                <a:cubicBezTo>
                  <a:pt x="582356" y="49575"/>
                  <a:pt x="583526" y="51228"/>
                  <a:pt x="585867" y="52329"/>
                </a:cubicBezTo>
                <a:cubicBezTo>
                  <a:pt x="588207" y="53430"/>
                  <a:pt x="591857" y="54531"/>
                  <a:pt x="596814" y="55634"/>
                </a:cubicBezTo>
                <a:cubicBezTo>
                  <a:pt x="602506" y="57102"/>
                  <a:pt x="607142" y="58548"/>
                  <a:pt x="610722" y="59971"/>
                </a:cubicBezTo>
                <a:cubicBezTo>
                  <a:pt x="614302" y="61394"/>
                  <a:pt x="617447" y="63689"/>
                  <a:pt x="620154" y="66856"/>
                </a:cubicBezTo>
                <a:cubicBezTo>
                  <a:pt x="622864" y="70024"/>
                  <a:pt x="624264" y="74270"/>
                  <a:pt x="624355" y="79594"/>
                </a:cubicBezTo>
                <a:cubicBezTo>
                  <a:pt x="624355" y="84092"/>
                  <a:pt x="623093" y="88109"/>
                  <a:pt x="620568" y="91644"/>
                </a:cubicBezTo>
                <a:cubicBezTo>
                  <a:pt x="618044" y="95179"/>
                  <a:pt x="614417" y="97956"/>
                  <a:pt x="609688" y="99976"/>
                </a:cubicBezTo>
                <a:cubicBezTo>
                  <a:pt x="604960" y="101994"/>
                  <a:pt x="599476" y="103004"/>
                  <a:pt x="593234" y="103004"/>
                </a:cubicBezTo>
                <a:close/>
                <a:moveTo>
                  <a:pt x="711246" y="62244"/>
                </a:moveTo>
                <a:cubicBezTo>
                  <a:pt x="711246" y="64446"/>
                  <a:pt x="711109" y="66741"/>
                  <a:pt x="710835" y="69128"/>
                </a:cubicBezTo>
                <a:lnTo>
                  <a:pt x="657542" y="69128"/>
                </a:lnTo>
                <a:cubicBezTo>
                  <a:pt x="657909" y="73902"/>
                  <a:pt x="659446" y="77552"/>
                  <a:pt x="662154" y="80077"/>
                </a:cubicBezTo>
                <a:cubicBezTo>
                  <a:pt x="664863" y="82602"/>
                  <a:pt x="668191" y="83864"/>
                  <a:pt x="672139" y="83864"/>
                </a:cubicBezTo>
                <a:cubicBezTo>
                  <a:pt x="678014" y="83864"/>
                  <a:pt x="682099" y="81385"/>
                  <a:pt x="684395" y="76427"/>
                </a:cubicBezTo>
                <a:lnTo>
                  <a:pt x="709456" y="76427"/>
                </a:lnTo>
                <a:cubicBezTo>
                  <a:pt x="708172" y="81476"/>
                  <a:pt x="705854" y="86020"/>
                  <a:pt x="702503" y="90060"/>
                </a:cubicBezTo>
                <a:cubicBezTo>
                  <a:pt x="699153" y="94099"/>
                  <a:pt x="694952" y="97266"/>
                  <a:pt x="689902" y="99562"/>
                </a:cubicBezTo>
                <a:cubicBezTo>
                  <a:pt x="684854" y="101856"/>
                  <a:pt x="679208" y="103004"/>
                  <a:pt x="672964" y="103004"/>
                </a:cubicBezTo>
                <a:cubicBezTo>
                  <a:pt x="665436" y="103004"/>
                  <a:pt x="658735" y="101398"/>
                  <a:pt x="652860" y="98186"/>
                </a:cubicBezTo>
                <a:cubicBezTo>
                  <a:pt x="646985" y="94972"/>
                  <a:pt x="642395" y="90382"/>
                  <a:pt x="639089" y="84414"/>
                </a:cubicBezTo>
                <a:cubicBezTo>
                  <a:pt x="635784" y="78447"/>
                  <a:pt x="634132" y="71469"/>
                  <a:pt x="634132" y="63482"/>
                </a:cubicBezTo>
                <a:cubicBezTo>
                  <a:pt x="634132" y="55496"/>
                  <a:pt x="635761" y="48519"/>
                  <a:pt x="639019" y="42552"/>
                </a:cubicBezTo>
                <a:cubicBezTo>
                  <a:pt x="642279" y="36584"/>
                  <a:pt x="646846" y="31994"/>
                  <a:pt x="652721" y="28782"/>
                </a:cubicBezTo>
                <a:cubicBezTo>
                  <a:pt x="658598" y="25569"/>
                  <a:pt x="665345" y="23962"/>
                  <a:pt x="672964" y="23962"/>
                </a:cubicBezTo>
                <a:cubicBezTo>
                  <a:pt x="680401" y="23962"/>
                  <a:pt x="687011" y="25523"/>
                  <a:pt x="692794" y="28644"/>
                </a:cubicBezTo>
                <a:cubicBezTo>
                  <a:pt x="698578" y="31765"/>
                  <a:pt x="703099" y="36217"/>
                  <a:pt x="706357" y="42001"/>
                </a:cubicBezTo>
                <a:cubicBezTo>
                  <a:pt x="709617" y="47785"/>
                  <a:pt x="711246" y="54533"/>
                  <a:pt x="711246" y="62244"/>
                </a:cubicBezTo>
                <a:moveTo>
                  <a:pt x="687148" y="56048"/>
                </a:moveTo>
                <a:cubicBezTo>
                  <a:pt x="687148" y="52008"/>
                  <a:pt x="685771" y="48794"/>
                  <a:pt x="683017" y="46407"/>
                </a:cubicBezTo>
                <a:cubicBezTo>
                  <a:pt x="680263" y="44020"/>
                  <a:pt x="676820" y="42827"/>
                  <a:pt x="672689" y="42827"/>
                </a:cubicBezTo>
                <a:cubicBezTo>
                  <a:pt x="668742" y="42827"/>
                  <a:pt x="665413" y="43975"/>
                  <a:pt x="662704" y="46271"/>
                </a:cubicBezTo>
                <a:cubicBezTo>
                  <a:pt x="659996" y="48565"/>
                  <a:pt x="658322" y="51824"/>
                  <a:pt x="657680" y="56048"/>
                </a:cubicBezTo>
                <a:lnTo>
                  <a:pt x="687148" y="560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B32D25-B917-4A6E-BDFF-ECEC9597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205" y="1334226"/>
            <a:ext cx="218834" cy="214690"/>
          </a:xfrm>
          <a:custGeom xmlns:a="http://schemas.openxmlformats.org/drawingml/2006/main">
            <a:pathLst>
              <a:path w="218834" h="214690">
                <a:moveTo>
                  <a:pt x="0" y="0"/>
                </a:moveTo>
                <a:lnTo>
                  <a:pt x="218834" y="0"/>
                </a:lnTo>
                <a:lnTo>
                  <a:pt x="218834" y="214690"/>
                </a:lnTo>
                <a:lnTo>
                  <a:pt x="0" y="2146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1bbb1731134ca0"/>
          <a:stretch xmlns:a="http://schemas.openxmlformats.org/drawingml/2006/main"/>
        </p:blipFill>
        <p:spPr>
          <a:xfrm xmlns:a="http://schemas.openxmlformats.org/drawingml/2006/main">
            <a:off x="169205" y="1334823"/>
            <a:ext cx="218834" cy="213496"/>
          </a:xfrm>
          <a:prstGeom xmlns:a="http://schemas.openxmlformats.org/drawingml/2006/main" prst="rect">
            <a:avLst/>
          </a:prstGeom>
        </p:spPr>
      </p:pic>
      <p:pic>
        <p:nvPicPr>
          <p:cNvPr id="6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75b93857a94853"/>
          <a:stretch xmlns:a="http://schemas.openxmlformats.org/drawingml/2006/main"/>
        </p:blipFill>
        <p:spPr>
          <a:xfrm xmlns:a="http://schemas.openxmlformats.org/drawingml/2006/main">
            <a:off x="1951370" y="1107473"/>
            <a:ext cx="1626497" cy="1998759"/>
          </a:xfrm>
          <a:prstGeom xmlns:a="http://schemas.openxmlformats.org/drawingml/2006/main" prst="rect">
            <a:avLst/>
          </a:prstGeom>
        </p:spPr>
      </p:pic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12B70C-52BA-4762-87CB-1843098F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10" y="1184932"/>
            <a:ext cx="1403617" cy="1774988"/>
          </a:xfrm>
          <a:custGeom xmlns:a="http://schemas.openxmlformats.org/drawingml/2006/main">
            <a:pathLst>
              <a:path w="1403617" h="1774988">
                <a:moveTo>
                  <a:pt x="0" y="59429"/>
                </a:moveTo>
                <a:lnTo>
                  <a:pt x="0" y="59429"/>
                </a:lnTo>
                <a:cubicBezTo>
                  <a:pt x="0" y="26607"/>
                  <a:pt x="26607" y="0"/>
                  <a:pt x="59429" y="0"/>
                </a:cubicBezTo>
                <a:lnTo>
                  <a:pt x="1344188" y="0"/>
                </a:lnTo>
                <a:cubicBezTo>
                  <a:pt x="1359950" y="0"/>
                  <a:pt x="1375066" y="6261"/>
                  <a:pt x="1386211" y="17406"/>
                </a:cubicBezTo>
                <a:cubicBezTo>
                  <a:pt x="1397356" y="28552"/>
                  <a:pt x="1403617" y="43668"/>
                  <a:pt x="1403617" y="59429"/>
                </a:cubicBezTo>
                <a:lnTo>
                  <a:pt x="1403617" y="1715558"/>
                </a:lnTo>
                <a:cubicBezTo>
                  <a:pt x="1403617" y="1748380"/>
                  <a:pt x="1377010" y="1774988"/>
                  <a:pt x="1344188" y="1774988"/>
                </a:cubicBezTo>
                <a:lnTo>
                  <a:pt x="59429" y="1774988"/>
                </a:lnTo>
                <a:cubicBezTo>
                  <a:pt x="26607" y="1774988"/>
                  <a:pt x="0" y="1748380"/>
                  <a:pt x="0" y="1715558"/>
                </a:cubicBezTo>
                <a:lnTo>
                  <a:pt x="0" y="59429"/>
                </a:lnTo>
                <a:close/>
              </a:path>
            </a:pathLst>
          </a:custGeom>
          <a:solidFill xmlns:a="http://schemas.openxmlformats.org/drawingml/2006/main">
            <a:srgbClr val="F3F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35B8C5-F5E1-4ADF-A518-D786FF4C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10" y="1184932"/>
            <a:ext cx="1403617" cy="1774988"/>
          </a:xfrm>
          <a:custGeom xmlns:a="http://schemas.openxmlformats.org/drawingml/2006/main">
            <a:pathLst>
              <a:path w="1403617" h="1774988" fill="none">
                <a:moveTo>
                  <a:pt x="0" y="59429"/>
                </a:moveTo>
                <a:lnTo>
                  <a:pt x="0" y="59429"/>
                </a:lnTo>
                <a:cubicBezTo>
                  <a:pt x="0" y="26607"/>
                  <a:pt x="26607" y="0"/>
                  <a:pt x="59429" y="0"/>
                </a:cubicBezTo>
                <a:lnTo>
                  <a:pt x="1344188" y="0"/>
                </a:lnTo>
                <a:cubicBezTo>
                  <a:pt x="1359950" y="0"/>
                  <a:pt x="1375066" y="6261"/>
                  <a:pt x="1386211" y="17406"/>
                </a:cubicBezTo>
                <a:cubicBezTo>
                  <a:pt x="1397356" y="28552"/>
                  <a:pt x="1403617" y="43668"/>
                  <a:pt x="1403617" y="59429"/>
                </a:cubicBezTo>
                <a:lnTo>
                  <a:pt x="1403617" y="1715558"/>
                </a:lnTo>
                <a:cubicBezTo>
                  <a:pt x="1403617" y="1748380"/>
                  <a:pt x="1377010" y="1774988"/>
                  <a:pt x="1344188" y="1774988"/>
                </a:cubicBezTo>
                <a:lnTo>
                  <a:pt x="59429" y="1774988"/>
                </a:lnTo>
                <a:cubicBezTo>
                  <a:pt x="26607" y="1774988"/>
                  <a:pt x="0" y="1748380"/>
                  <a:pt x="0" y="1715558"/>
                </a:cubicBezTo>
                <a:lnTo>
                  <a:pt x="0" y="59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213" cap="flat">
            <a:solidFill>
              <a:srgbClr val="666666"/>
            </a:solidFill>
            <a:round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8B4F2A-B5E2-4240-9D11-1EEAA2AD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143" y="1673723"/>
            <a:ext cx="236556" cy="236556"/>
          </a:xfrm>
          <a:custGeom xmlns:a="http://schemas.openxmlformats.org/drawingml/2006/main">
            <a:pathLst>
              <a:path w="236556" h="236556">
                <a:moveTo>
                  <a:pt x="0" y="0"/>
                </a:moveTo>
                <a:lnTo>
                  <a:pt x="236556" y="0"/>
                </a:lnTo>
                <a:lnTo>
                  <a:pt x="236556" y="236556"/>
                </a:lnTo>
                <a:lnTo>
                  <a:pt x="0" y="2365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bf4bd4f26943ad"/>
          <a:stretch xmlns:a="http://schemas.openxmlformats.org/drawingml/2006/main"/>
        </p:blipFill>
        <p:spPr>
          <a:xfrm xmlns:a="http://schemas.openxmlformats.org/drawingml/2006/main">
            <a:off x="291144" y="1673723"/>
            <a:ext cx="236556" cy="236556"/>
          </a:xfrm>
          <a:prstGeom xmlns:a="http://schemas.openxmlformats.org/drawingml/2006/main" prst="rect">
            <a:avLst/>
          </a:prstGeom>
        </p:spPr>
      </p:pic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BB6B31-E6C7-412E-A87B-912F07CA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857" y="1092271"/>
            <a:ext cx="1696376" cy="414742"/>
          </a:xfrm>
          <a:custGeom xmlns:a="http://schemas.openxmlformats.org/drawingml/2006/main">
            <a:pathLst>
              <a:path w="1696376" h="414742">
                <a:moveTo>
                  <a:pt x="0" y="0"/>
                </a:moveTo>
                <a:lnTo>
                  <a:pt x="1696376" y="0"/>
                </a:lnTo>
                <a:lnTo>
                  <a:pt x="1696376" y="414742"/>
                </a:lnTo>
                <a:lnTo>
                  <a:pt x="0" y="4147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Repostructure">
            <a:extLst xmlns:a="http://schemas.openxmlformats.org/drawingml/2006/main">
              <a:ext uri="{FF2B5EF4-FFF2-40B4-BE49-F238E27FC236}">
                <a16:creationId xmlns:a16="http://schemas.microsoft.com/office/drawing/2014/main" id="{72B303AD-DF39-480B-94CB-0A6B0AA7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312" y="1282718"/>
            <a:ext cx="1032927" cy="133299"/>
          </a:xfrm>
          <a:custGeom xmlns:a="http://schemas.openxmlformats.org/drawingml/2006/main">
            <a:pathLst>
              <a:path w="1032927" h="133299">
                <a:moveTo>
                  <a:pt x="49299" y="96668"/>
                </a:moveTo>
                <a:lnTo>
                  <a:pt x="29194" y="60177"/>
                </a:lnTo>
                <a:lnTo>
                  <a:pt x="23548" y="60177"/>
                </a:lnTo>
                <a:lnTo>
                  <a:pt x="23548" y="96668"/>
                </a:lnTo>
                <a:lnTo>
                  <a:pt x="0" y="96668"/>
                </a:lnTo>
                <a:lnTo>
                  <a:pt x="0" y="0"/>
                </a:lnTo>
                <a:lnTo>
                  <a:pt x="39522" y="0"/>
                </a:lnTo>
                <a:cubicBezTo>
                  <a:pt x="47142" y="0"/>
                  <a:pt x="53637" y="1331"/>
                  <a:pt x="59006" y="3994"/>
                </a:cubicBezTo>
                <a:cubicBezTo>
                  <a:pt x="64377" y="6656"/>
                  <a:pt x="68393" y="10305"/>
                  <a:pt x="71055" y="14942"/>
                </a:cubicBezTo>
                <a:cubicBezTo>
                  <a:pt x="73718" y="19577"/>
                  <a:pt x="75049" y="24740"/>
                  <a:pt x="75049" y="30432"/>
                </a:cubicBezTo>
                <a:cubicBezTo>
                  <a:pt x="75049" y="36859"/>
                  <a:pt x="73236" y="42597"/>
                  <a:pt x="69609" y="47647"/>
                </a:cubicBezTo>
                <a:cubicBezTo>
                  <a:pt x="65984" y="52696"/>
                  <a:pt x="60637" y="56275"/>
                  <a:pt x="53568" y="58386"/>
                </a:cubicBezTo>
                <a:lnTo>
                  <a:pt x="75877" y="96668"/>
                </a:lnTo>
                <a:lnTo>
                  <a:pt x="49299" y="96668"/>
                </a:lnTo>
                <a:moveTo>
                  <a:pt x="23548" y="43514"/>
                </a:moveTo>
                <a:lnTo>
                  <a:pt x="38145" y="43514"/>
                </a:lnTo>
                <a:cubicBezTo>
                  <a:pt x="42460" y="43514"/>
                  <a:pt x="45696" y="42459"/>
                  <a:pt x="47853" y="40348"/>
                </a:cubicBezTo>
                <a:cubicBezTo>
                  <a:pt x="50010" y="38235"/>
                  <a:pt x="51089" y="35251"/>
                  <a:pt x="51089" y="31396"/>
                </a:cubicBezTo>
                <a:cubicBezTo>
                  <a:pt x="51089" y="27723"/>
                  <a:pt x="50010" y="24831"/>
                  <a:pt x="47853" y="22720"/>
                </a:cubicBezTo>
                <a:cubicBezTo>
                  <a:pt x="45696" y="20609"/>
                  <a:pt x="42460" y="19554"/>
                  <a:pt x="38145" y="19554"/>
                </a:cubicBezTo>
                <a:lnTo>
                  <a:pt x="23548" y="19554"/>
                </a:lnTo>
                <a:lnTo>
                  <a:pt x="23548" y="43514"/>
                </a:lnTo>
                <a:close/>
                <a:moveTo>
                  <a:pt x="162217" y="57010"/>
                </a:moveTo>
                <a:cubicBezTo>
                  <a:pt x="162217" y="59212"/>
                  <a:pt x="162080" y="61507"/>
                  <a:pt x="161805" y="63894"/>
                </a:cubicBezTo>
                <a:lnTo>
                  <a:pt x="108512" y="63894"/>
                </a:lnTo>
                <a:cubicBezTo>
                  <a:pt x="108879" y="68668"/>
                  <a:pt x="110416" y="72318"/>
                  <a:pt x="113124" y="74843"/>
                </a:cubicBezTo>
                <a:cubicBezTo>
                  <a:pt x="115833" y="77367"/>
                  <a:pt x="119162" y="78630"/>
                  <a:pt x="123109" y="78630"/>
                </a:cubicBezTo>
                <a:cubicBezTo>
                  <a:pt x="128984" y="78630"/>
                  <a:pt x="133070" y="76151"/>
                  <a:pt x="135366" y="71193"/>
                </a:cubicBezTo>
                <a:lnTo>
                  <a:pt x="160427" y="71193"/>
                </a:lnTo>
                <a:cubicBezTo>
                  <a:pt x="159142" y="76242"/>
                  <a:pt x="156825" y="80786"/>
                  <a:pt x="153474" y="84826"/>
                </a:cubicBezTo>
                <a:cubicBezTo>
                  <a:pt x="150123" y="88865"/>
                  <a:pt x="145923" y="92032"/>
                  <a:pt x="140873" y="94328"/>
                </a:cubicBezTo>
                <a:cubicBezTo>
                  <a:pt x="135824" y="96622"/>
                  <a:pt x="130178" y="97770"/>
                  <a:pt x="123935" y="97770"/>
                </a:cubicBezTo>
                <a:cubicBezTo>
                  <a:pt x="116407" y="97770"/>
                  <a:pt x="109705" y="96163"/>
                  <a:pt x="103830" y="92951"/>
                </a:cubicBezTo>
                <a:cubicBezTo>
                  <a:pt x="97955" y="89738"/>
                  <a:pt x="93365" y="85148"/>
                  <a:pt x="90059" y="79180"/>
                </a:cubicBezTo>
                <a:cubicBezTo>
                  <a:pt x="86755" y="73213"/>
                  <a:pt x="85102" y="66235"/>
                  <a:pt x="85102" y="58248"/>
                </a:cubicBezTo>
                <a:cubicBezTo>
                  <a:pt x="85102" y="50262"/>
                  <a:pt x="86731" y="43285"/>
                  <a:pt x="89990" y="37318"/>
                </a:cubicBezTo>
                <a:cubicBezTo>
                  <a:pt x="93249" y="31350"/>
                  <a:pt x="97817" y="26760"/>
                  <a:pt x="103692" y="23548"/>
                </a:cubicBezTo>
                <a:cubicBezTo>
                  <a:pt x="109568" y="20335"/>
                  <a:pt x="116316" y="18728"/>
                  <a:pt x="123935" y="18728"/>
                </a:cubicBezTo>
                <a:cubicBezTo>
                  <a:pt x="131372" y="18728"/>
                  <a:pt x="137982" y="20289"/>
                  <a:pt x="143764" y="23410"/>
                </a:cubicBezTo>
                <a:cubicBezTo>
                  <a:pt x="149548" y="26531"/>
                  <a:pt x="154069" y="30983"/>
                  <a:pt x="157327" y="36767"/>
                </a:cubicBezTo>
                <a:cubicBezTo>
                  <a:pt x="160587" y="42551"/>
                  <a:pt x="162217" y="49299"/>
                  <a:pt x="162217" y="57010"/>
                </a:cubicBezTo>
                <a:moveTo>
                  <a:pt x="138118" y="50814"/>
                </a:moveTo>
                <a:cubicBezTo>
                  <a:pt x="138118" y="46774"/>
                  <a:pt x="136741" y="43560"/>
                  <a:pt x="133987" y="41173"/>
                </a:cubicBezTo>
                <a:cubicBezTo>
                  <a:pt x="131233" y="38786"/>
                  <a:pt x="127791" y="37593"/>
                  <a:pt x="123660" y="37593"/>
                </a:cubicBezTo>
                <a:cubicBezTo>
                  <a:pt x="119712" y="37593"/>
                  <a:pt x="116384" y="38741"/>
                  <a:pt x="113675" y="41037"/>
                </a:cubicBezTo>
                <a:cubicBezTo>
                  <a:pt x="110967" y="43331"/>
                  <a:pt x="109292" y="46590"/>
                  <a:pt x="108651" y="50814"/>
                </a:cubicBezTo>
                <a:lnTo>
                  <a:pt x="138118" y="50814"/>
                </a:lnTo>
                <a:close/>
                <a:moveTo>
                  <a:pt x="198158" y="30707"/>
                </a:moveTo>
                <a:cubicBezTo>
                  <a:pt x="200453" y="27127"/>
                  <a:pt x="203620" y="24235"/>
                  <a:pt x="207658" y="22033"/>
                </a:cubicBezTo>
                <a:cubicBezTo>
                  <a:pt x="211698" y="19830"/>
                  <a:pt x="216426" y="18728"/>
                  <a:pt x="221843" y="18728"/>
                </a:cubicBezTo>
                <a:cubicBezTo>
                  <a:pt x="228178" y="18728"/>
                  <a:pt x="233916" y="20335"/>
                  <a:pt x="239057" y="23548"/>
                </a:cubicBezTo>
                <a:cubicBezTo>
                  <a:pt x="244198" y="26760"/>
                  <a:pt x="248260" y="31350"/>
                  <a:pt x="251244" y="37318"/>
                </a:cubicBezTo>
                <a:cubicBezTo>
                  <a:pt x="254227" y="43285"/>
                  <a:pt x="255719" y="50216"/>
                  <a:pt x="255719" y="58111"/>
                </a:cubicBezTo>
                <a:cubicBezTo>
                  <a:pt x="255719" y="66006"/>
                  <a:pt x="254227" y="72960"/>
                  <a:pt x="251244" y="78974"/>
                </a:cubicBezTo>
                <a:cubicBezTo>
                  <a:pt x="248260" y="84986"/>
                  <a:pt x="244198" y="89622"/>
                  <a:pt x="239057" y="92882"/>
                </a:cubicBezTo>
                <a:cubicBezTo>
                  <a:pt x="233916" y="96140"/>
                  <a:pt x="228178" y="97770"/>
                  <a:pt x="221843" y="97770"/>
                </a:cubicBezTo>
                <a:cubicBezTo>
                  <a:pt x="216519" y="97770"/>
                  <a:pt x="211814" y="96668"/>
                  <a:pt x="207727" y="94466"/>
                </a:cubicBezTo>
                <a:cubicBezTo>
                  <a:pt x="203643" y="92263"/>
                  <a:pt x="200453" y="89416"/>
                  <a:pt x="198158" y="85927"/>
                </a:cubicBezTo>
                <a:lnTo>
                  <a:pt x="198158" y="133299"/>
                </a:lnTo>
                <a:lnTo>
                  <a:pt x="174610" y="133299"/>
                </a:lnTo>
                <a:lnTo>
                  <a:pt x="174610" y="19829"/>
                </a:lnTo>
                <a:lnTo>
                  <a:pt x="198158" y="19829"/>
                </a:lnTo>
                <a:lnTo>
                  <a:pt x="198158" y="30707"/>
                </a:lnTo>
                <a:moveTo>
                  <a:pt x="231759" y="58111"/>
                </a:moveTo>
                <a:cubicBezTo>
                  <a:pt x="231759" y="52236"/>
                  <a:pt x="230129" y="47623"/>
                  <a:pt x="226869" y="44273"/>
                </a:cubicBezTo>
                <a:cubicBezTo>
                  <a:pt x="223611" y="40920"/>
                  <a:pt x="219595" y="39244"/>
                  <a:pt x="214821" y="39244"/>
                </a:cubicBezTo>
                <a:cubicBezTo>
                  <a:pt x="210138" y="39244"/>
                  <a:pt x="206167" y="40943"/>
                  <a:pt x="202907" y="44340"/>
                </a:cubicBezTo>
                <a:cubicBezTo>
                  <a:pt x="199649" y="47737"/>
                  <a:pt x="198020" y="52373"/>
                  <a:pt x="198020" y="58248"/>
                </a:cubicBezTo>
                <a:cubicBezTo>
                  <a:pt x="198020" y="64124"/>
                  <a:pt x="199649" y="68761"/>
                  <a:pt x="202907" y="72158"/>
                </a:cubicBezTo>
                <a:cubicBezTo>
                  <a:pt x="206167" y="75553"/>
                  <a:pt x="210138" y="77251"/>
                  <a:pt x="214821" y="77251"/>
                </a:cubicBezTo>
                <a:cubicBezTo>
                  <a:pt x="219503" y="77251"/>
                  <a:pt x="223496" y="75530"/>
                  <a:pt x="226800" y="72088"/>
                </a:cubicBezTo>
                <a:cubicBezTo>
                  <a:pt x="230106" y="68645"/>
                  <a:pt x="231759" y="63986"/>
                  <a:pt x="231759" y="58111"/>
                </a:cubicBezTo>
                <a:close/>
                <a:moveTo>
                  <a:pt x="303089" y="97770"/>
                </a:moveTo>
                <a:cubicBezTo>
                  <a:pt x="295561" y="97770"/>
                  <a:pt x="288790" y="96163"/>
                  <a:pt x="282776" y="92951"/>
                </a:cubicBezTo>
                <a:cubicBezTo>
                  <a:pt x="276764" y="89738"/>
                  <a:pt x="272036" y="85148"/>
                  <a:pt x="268593" y="79180"/>
                </a:cubicBezTo>
                <a:cubicBezTo>
                  <a:pt x="265151" y="73213"/>
                  <a:pt x="263431" y="66235"/>
                  <a:pt x="263431" y="58248"/>
                </a:cubicBezTo>
                <a:cubicBezTo>
                  <a:pt x="263431" y="50353"/>
                  <a:pt x="265175" y="43399"/>
                  <a:pt x="268663" y="37387"/>
                </a:cubicBezTo>
                <a:cubicBezTo>
                  <a:pt x="272152" y="31373"/>
                  <a:pt x="276926" y="26760"/>
                  <a:pt x="282985" y="23548"/>
                </a:cubicBezTo>
                <a:cubicBezTo>
                  <a:pt x="289043" y="20335"/>
                  <a:pt x="295836" y="18728"/>
                  <a:pt x="303364" y="18728"/>
                </a:cubicBezTo>
                <a:cubicBezTo>
                  <a:pt x="310892" y="18728"/>
                  <a:pt x="317685" y="20335"/>
                  <a:pt x="323744" y="23548"/>
                </a:cubicBezTo>
                <a:cubicBezTo>
                  <a:pt x="329804" y="26760"/>
                  <a:pt x="334578" y="31373"/>
                  <a:pt x="338066" y="37387"/>
                </a:cubicBezTo>
                <a:cubicBezTo>
                  <a:pt x="341555" y="43399"/>
                  <a:pt x="343300" y="50353"/>
                  <a:pt x="343300" y="58248"/>
                </a:cubicBezTo>
                <a:cubicBezTo>
                  <a:pt x="343300" y="66144"/>
                  <a:pt x="341533" y="73099"/>
                  <a:pt x="337999" y="79113"/>
                </a:cubicBezTo>
                <a:cubicBezTo>
                  <a:pt x="334464" y="85125"/>
                  <a:pt x="329644" y="89738"/>
                  <a:pt x="323538" y="92951"/>
                </a:cubicBezTo>
                <a:cubicBezTo>
                  <a:pt x="317433" y="96163"/>
                  <a:pt x="310617" y="97770"/>
                  <a:pt x="303089" y="97770"/>
                </a:cubicBezTo>
                <a:moveTo>
                  <a:pt x="303089" y="77390"/>
                </a:moveTo>
                <a:cubicBezTo>
                  <a:pt x="307588" y="77390"/>
                  <a:pt x="311422" y="75738"/>
                  <a:pt x="314589" y="72433"/>
                </a:cubicBezTo>
                <a:cubicBezTo>
                  <a:pt x="317756" y="69127"/>
                  <a:pt x="319340" y="64399"/>
                  <a:pt x="319340" y="58248"/>
                </a:cubicBezTo>
                <a:cubicBezTo>
                  <a:pt x="319340" y="52098"/>
                  <a:pt x="317802" y="47371"/>
                  <a:pt x="314725" y="44067"/>
                </a:cubicBezTo>
                <a:cubicBezTo>
                  <a:pt x="311651" y="40761"/>
                  <a:pt x="307864" y="39108"/>
                  <a:pt x="303364" y="39108"/>
                </a:cubicBezTo>
                <a:cubicBezTo>
                  <a:pt x="298775" y="39108"/>
                  <a:pt x="294966" y="40738"/>
                  <a:pt x="291936" y="43997"/>
                </a:cubicBezTo>
                <a:cubicBezTo>
                  <a:pt x="288906" y="47256"/>
                  <a:pt x="287391" y="52006"/>
                  <a:pt x="287391" y="58248"/>
                </a:cubicBezTo>
                <a:cubicBezTo>
                  <a:pt x="287391" y="64399"/>
                  <a:pt x="288883" y="69127"/>
                  <a:pt x="291866" y="72433"/>
                </a:cubicBezTo>
                <a:cubicBezTo>
                  <a:pt x="294850" y="75738"/>
                  <a:pt x="298591" y="77390"/>
                  <a:pt x="303089" y="77390"/>
                </a:cubicBezTo>
                <a:close/>
                <a:moveTo>
                  <a:pt x="416284" y="97770"/>
                </a:moveTo>
                <a:cubicBezTo>
                  <a:pt x="409582" y="97770"/>
                  <a:pt x="403615" y="96622"/>
                  <a:pt x="398381" y="94328"/>
                </a:cubicBezTo>
                <a:cubicBezTo>
                  <a:pt x="393149" y="92032"/>
                  <a:pt x="389018" y="88888"/>
                  <a:pt x="385988" y="84895"/>
                </a:cubicBezTo>
                <a:cubicBezTo>
                  <a:pt x="382958" y="80902"/>
                  <a:pt x="381260" y="76426"/>
                  <a:pt x="380893" y="71469"/>
                </a:cubicBezTo>
                <a:lnTo>
                  <a:pt x="404166" y="71469"/>
                </a:lnTo>
                <a:cubicBezTo>
                  <a:pt x="404440" y="74130"/>
                  <a:pt x="405680" y="76287"/>
                  <a:pt x="407883" y="77940"/>
                </a:cubicBezTo>
                <a:cubicBezTo>
                  <a:pt x="410086" y="79593"/>
                  <a:pt x="412795" y="80420"/>
                  <a:pt x="416008" y="80420"/>
                </a:cubicBezTo>
                <a:cubicBezTo>
                  <a:pt x="418946" y="80420"/>
                  <a:pt x="421218" y="79846"/>
                  <a:pt x="422825" y="78699"/>
                </a:cubicBezTo>
                <a:cubicBezTo>
                  <a:pt x="424431" y="77550"/>
                  <a:pt x="425235" y="76058"/>
                  <a:pt x="425235" y="74223"/>
                </a:cubicBezTo>
                <a:cubicBezTo>
                  <a:pt x="425235" y="72020"/>
                  <a:pt x="424087" y="70390"/>
                  <a:pt x="421791" y="69334"/>
                </a:cubicBezTo>
                <a:cubicBezTo>
                  <a:pt x="419496" y="68278"/>
                  <a:pt x="415779" y="67107"/>
                  <a:pt x="410638" y="65823"/>
                </a:cubicBezTo>
                <a:cubicBezTo>
                  <a:pt x="405130" y="64537"/>
                  <a:pt x="400539" y="63183"/>
                  <a:pt x="396866" y="61761"/>
                </a:cubicBezTo>
                <a:cubicBezTo>
                  <a:pt x="393195" y="60338"/>
                  <a:pt x="390028" y="58089"/>
                  <a:pt x="387365" y="55014"/>
                </a:cubicBezTo>
                <a:cubicBezTo>
                  <a:pt x="384703" y="51938"/>
                  <a:pt x="383372" y="47783"/>
                  <a:pt x="383372" y="42550"/>
                </a:cubicBezTo>
                <a:cubicBezTo>
                  <a:pt x="383372" y="38144"/>
                  <a:pt x="384588" y="34128"/>
                  <a:pt x="387020" y="30501"/>
                </a:cubicBezTo>
                <a:cubicBezTo>
                  <a:pt x="389453" y="26875"/>
                  <a:pt x="393034" y="24006"/>
                  <a:pt x="397761" y="21895"/>
                </a:cubicBezTo>
                <a:cubicBezTo>
                  <a:pt x="402489" y="19784"/>
                  <a:pt x="408112" y="18728"/>
                  <a:pt x="414630" y="18728"/>
                </a:cubicBezTo>
                <a:cubicBezTo>
                  <a:pt x="424270" y="18728"/>
                  <a:pt x="431868" y="21115"/>
                  <a:pt x="437422" y="25889"/>
                </a:cubicBezTo>
                <a:cubicBezTo>
                  <a:pt x="442976" y="30662"/>
                  <a:pt x="446166" y="36995"/>
                  <a:pt x="446991" y="44890"/>
                </a:cubicBezTo>
                <a:lnTo>
                  <a:pt x="425235" y="44890"/>
                </a:lnTo>
                <a:cubicBezTo>
                  <a:pt x="424868" y="42229"/>
                  <a:pt x="423697" y="40118"/>
                  <a:pt x="421724" y="38557"/>
                </a:cubicBezTo>
                <a:cubicBezTo>
                  <a:pt x="419750" y="36997"/>
                  <a:pt x="417156" y="36217"/>
                  <a:pt x="413943" y="36217"/>
                </a:cubicBezTo>
                <a:cubicBezTo>
                  <a:pt x="411189" y="36217"/>
                  <a:pt x="409077" y="36745"/>
                  <a:pt x="407608" y="37801"/>
                </a:cubicBezTo>
                <a:cubicBezTo>
                  <a:pt x="406140" y="38856"/>
                  <a:pt x="405406" y="40301"/>
                  <a:pt x="405406" y="42138"/>
                </a:cubicBezTo>
                <a:cubicBezTo>
                  <a:pt x="405406" y="44341"/>
                  <a:pt x="406576" y="45993"/>
                  <a:pt x="408917" y="47095"/>
                </a:cubicBezTo>
                <a:cubicBezTo>
                  <a:pt x="411258" y="48196"/>
                  <a:pt x="414907" y="49297"/>
                  <a:pt x="419864" y="50400"/>
                </a:cubicBezTo>
                <a:cubicBezTo>
                  <a:pt x="425556" y="51868"/>
                  <a:pt x="430192" y="53313"/>
                  <a:pt x="433772" y="54737"/>
                </a:cubicBezTo>
                <a:cubicBezTo>
                  <a:pt x="437353" y="56160"/>
                  <a:pt x="440497" y="58455"/>
                  <a:pt x="443204" y="61622"/>
                </a:cubicBezTo>
                <a:cubicBezTo>
                  <a:pt x="445914" y="64790"/>
                  <a:pt x="447314" y="69035"/>
                  <a:pt x="447405" y="74360"/>
                </a:cubicBezTo>
                <a:cubicBezTo>
                  <a:pt x="447405" y="78858"/>
                  <a:pt x="446143" y="82875"/>
                  <a:pt x="443618" y="86410"/>
                </a:cubicBezTo>
                <a:cubicBezTo>
                  <a:pt x="441094" y="89945"/>
                  <a:pt x="437467" y="92722"/>
                  <a:pt x="432738" y="94742"/>
                </a:cubicBezTo>
                <a:cubicBezTo>
                  <a:pt x="428011" y="96760"/>
                  <a:pt x="422526" y="97770"/>
                  <a:pt x="416284" y="97770"/>
                </a:cubicBezTo>
                <a:close/>
                <a:moveTo>
                  <a:pt x="504690" y="76701"/>
                </a:moveTo>
                <a:lnTo>
                  <a:pt x="504690" y="96668"/>
                </a:lnTo>
                <a:lnTo>
                  <a:pt x="492709" y="96668"/>
                </a:lnTo>
                <a:cubicBezTo>
                  <a:pt x="484171" y="96668"/>
                  <a:pt x="477515" y="94580"/>
                  <a:pt x="472741" y="90403"/>
                </a:cubicBezTo>
                <a:cubicBezTo>
                  <a:pt x="467969" y="86225"/>
                  <a:pt x="465582" y="79409"/>
                  <a:pt x="465582" y="69954"/>
                </a:cubicBezTo>
                <a:lnTo>
                  <a:pt x="465582" y="39383"/>
                </a:lnTo>
                <a:lnTo>
                  <a:pt x="456217" y="39383"/>
                </a:lnTo>
                <a:lnTo>
                  <a:pt x="456217" y="19829"/>
                </a:lnTo>
                <a:lnTo>
                  <a:pt x="465582" y="19829"/>
                </a:lnTo>
                <a:lnTo>
                  <a:pt x="465582" y="1101"/>
                </a:lnTo>
                <a:lnTo>
                  <a:pt x="489129" y="1101"/>
                </a:lnTo>
                <a:lnTo>
                  <a:pt x="489129" y="19829"/>
                </a:lnTo>
                <a:lnTo>
                  <a:pt x="504551" y="19829"/>
                </a:lnTo>
                <a:lnTo>
                  <a:pt x="504551" y="39383"/>
                </a:lnTo>
                <a:lnTo>
                  <a:pt x="489129" y="39383"/>
                </a:lnTo>
                <a:lnTo>
                  <a:pt x="489129" y="70229"/>
                </a:lnTo>
                <a:cubicBezTo>
                  <a:pt x="489129" y="72523"/>
                  <a:pt x="489679" y="74176"/>
                  <a:pt x="490780" y="75186"/>
                </a:cubicBezTo>
                <a:cubicBezTo>
                  <a:pt x="491883" y="76196"/>
                  <a:pt x="493719" y="76701"/>
                  <a:pt x="496290" y="76701"/>
                </a:cubicBezTo>
                <a:lnTo>
                  <a:pt x="504690" y="76701"/>
                </a:lnTo>
                <a:close/>
                <a:moveTo>
                  <a:pt x="541320" y="32636"/>
                </a:moveTo>
                <a:cubicBezTo>
                  <a:pt x="544074" y="28413"/>
                  <a:pt x="547516" y="25085"/>
                  <a:pt x="551647" y="22653"/>
                </a:cubicBezTo>
                <a:cubicBezTo>
                  <a:pt x="555778" y="20220"/>
                  <a:pt x="560369" y="19003"/>
                  <a:pt x="565419" y="19003"/>
                </a:cubicBezTo>
                <a:lnTo>
                  <a:pt x="565419" y="43928"/>
                </a:lnTo>
                <a:lnTo>
                  <a:pt x="558945" y="43928"/>
                </a:lnTo>
                <a:cubicBezTo>
                  <a:pt x="553070" y="43928"/>
                  <a:pt x="548664" y="45190"/>
                  <a:pt x="545726" y="47714"/>
                </a:cubicBezTo>
                <a:cubicBezTo>
                  <a:pt x="542789" y="50239"/>
                  <a:pt x="541320" y="54668"/>
                  <a:pt x="541320" y="61002"/>
                </a:cubicBezTo>
                <a:lnTo>
                  <a:pt x="541320" y="96668"/>
                </a:lnTo>
                <a:lnTo>
                  <a:pt x="517772" y="96668"/>
                </a:lnTo>
                <a:lnTo>
                  <a:pt x="517772" y="19829"/>
                </a:lnTo>
                <a:lnTo>
                  <a:pt x="541320" y="19829"/>
                </a:lnTo>
                <a:lnTo>
                  <a:pt x="541320" y="32636"/>
                </a:lnTo>
                <a:close/>
                <a:moveTo>
                  <a:pt x="652587" y="19829"/>
                </a:moveTo>
                <a:lnTo>
                  <a:pt x="652587" y="96668"/>
                </a:lnTo>
                <a:lnTo>
                  <a:pt x="629038" y="96668"/>
                </a:lnTo>
                <a:lnTo>
                  <a:pt x="629038" y="86202"/>
                </a:lnTo>
                <a:cubicBezTo>
                  <a:pt x="626651" y="89599"/>
                  <a:pt x="623415" y="92331"/>
                  <a:pt x="619329" y="94397"/>
                </a:cubicBezTo>
                <a:cubicBezTo>
                  <a:pt x="615244" y="96462"/>
                  <a:pt x="610723" y="97494"/>
                  <a:pt x="605765" y="97494"/>
                </a:cubicBezTo>
                <a:cubicBezTo>
                  <a:pt x="599890" y="97494"/>
                  <a:pt x="594703" y="96187"/>
                  <a:pt x="590204" y="93571"/>
                </a:cubicBezTo>
                <a:cubicBezTo>
                  <a:pt x="585706" y="90955"/>
                  <a:pt x="582218" y="87167"/>
                  <a:pt x="579740" y="82210"/>
                </a:cubicBezTo>
                <a:cubicBezTo>
                  <a:pt x="577261" y="77253"/>
                  <a:pt x="576022" y="71423"/>
                  <a:pt x="576022" y="64722"/>
                </a:cubicBezTo>
                <a:lnTo>
                  <a:pt x="576022" y="19829"/>
                </a:lnTo>
                <a:lnTo>
                  <a:pt x="599432" y="19829"/>
                </a:lnTo>
                <a:lnTo>
                  <a:pt x="599432" y="61553"/>
                </a:lnTo>
                <a:cubicBezTo>
                  <a:pt x="599432" y="66694"/>
                  <a:pt x="600763" y="70688"/>
                  <a:pt x="603424" y="73534"/>
                </a:cubicBezTo>
                <a:cubicBezTo>
                  <a:pt x="606087" y="76381"/>
                  <a:pt x="609668" y="77804"/>
                  <a:pt x="614166" y="77804"/>
                </a:cubicBezTo>
                <a:cubicBezTo>
                  <a:pt x="618756" y="77804"/>
                  <a:pt x="622382" y="76381"/>
                  <a:pt x="625044" y="73534"/>
                </a:cubicBezTo>
                <a:cubicBezTo>
                  <a:pt x="627707" y="70688"/>
                  <a:pt x="629038" y="66694"/>
                  <a:pt x="629038" y="61553"/>
                </a:cubicBezTo>
                <a:lnTo>
                  <a:pt x="629038" y="19829"/>
                </a:lnTo>
                <a:lnTo>
                  <a:pt x="652587" y="19829"/>
                </a:lnTo>
                <a:close/>
                <a:moveTo>
                  <a:pt x="664841" y="58248"/>
                </a:moveTo>
                <a:cubicBezTo>
                  <a:pt x="664841" y="50262"/>
                  <a:pt x="666471" y="43285"/>
                  <a:pt x="669729" y="37318"/>
                </a:cubicBezTo>
                <a:cubicBezTo>
                  <a:pt x="672988" y="31350"/>
                  <a:pt x="677533" y="26760"/>
                  <a:pt x="683361" y="23548"/>
                </a:cubicBezTo>
                <a:cubicBezTo>
                  <a:pt x="689192" y="20335"/>
                  <a:pt x="695871" y="18728"/>
                  <a:pt x="703399" y="18728"/>
                </a:cubicBezTo>
                <a:cubicBezTo>
                  <a:pt x="713038" y="18728"/>
                  <a:pt x="721093" y="21253"/>
                  <a:pt x="727565" y="26303"/>
                </a:cubicBezTo>
                <a:cubicBezTo>
                  <a:pt x="734038" y="31352"/>
                  <a:pt x="738284" y="38466"/>
                  <a:pt x="740304" y="47645"/>
                </a:cubicBezTo>
                <a:lnTo>
                  <a:pt x="715241" y="47645"/>
                </a:lnTo>
                <a:cubicBezTo>
                  <a:pt x="713130" y="41770"/>
                  <a:pt x="709045" y="38833"/>
                  <a:pt x="702985" y="38833"/>
                </a:cubicBezTo>
                <a:cubicBezTo>
                  <a:pt x="698670" y="38833"/>
                  <a:pt x="695228" y="40508"/>
                  <a:pt x="692657" y="43859"/>
                </a:cubicBezTo>
                <a:cubicBezTo>
                  <a:pt x="690087" y="47209"/>
                  <a:pt x="688802" y="52006"/>
                  <a:pt x="688802" y="58248"/>
                </a:cubicBezTo>
                <a:cubicBezTo>
                  <a:pt x="688802" y="64491"/>
                  <a:pt x="690087" y="69288"/>
                  <a:pt x="692657" y="72639"/>
                </a:cubicBezTo>
                <a:cubicBezTo>
                  <a:pt x="695228" y="75990"/>
                  <a:pt x="698670" y="77665"/>
                  <a:pt x="702985" y="77665"/>
                </a:cubicBezTo>
                <a:cubicBezTo>
                  <a:pt x="709045" y="77665"/>
                  <a:pt x="713130" y="74728"/>
                  <a:pt x="715241" y="68853"/>
                </a:cubicBezTo>
                <a:lnTo>
                  <a:pt x="740304" y="68853"/>
                </a:lnTo>
                <a:cubicBezTo>
                  <a:pt x="738284" y="77849"/>
                  <a:pt x="734015" y="84917"/>
                  <a:pt x="727497" y="90058"/>
                </a:cubicBezTo>
                <a:cubicBezTo>
                  <a:pt x="720980" y="95199"/>
                  <a:pt x="712947" y="97770"/>
                  <a:pt x="703399" y="97770"/>
                </a:cubicBezTo>
                <a:cubicBezTo>
                  <a:pt x="695871" y="97770"/>
                  <a:pt x="689192" y="96163"/>
                  <a:pt x="683361" y="92951"/>
                </a:cubicBezTo>
                <a:cubicBezTo>
                  <a:pt x="677533" y="89738"/>
                  <a:pt x="672988" y="85148"/>
                  <a:pt x="669729" y="79180"/>
                </a:cubicBezTo>
                <a:cubicBezTo>
                  <a:pt x="666471" y="73213"/>
                  <a:pt x="664841" y="66235"/>
                  <a:pt x="664841" y="58248"/>
                </a:cubicBezTo>
                <a:close/>
                <a:moveTo>
                  <a:pt x="795661" y="76701"/>
                </a:moveTo>
                <a:lnTo>
                  <a:pt x="795661" y="96668"/>
                </a:lnTo>
                <a:lnTo>
                  <a:pt x="783680" y="96668"/>
                </a:lnTo>
                <a:cubicBezTo>
                  <a:pt x="775142" y="96668"/>
                  <a:pt x="768486" y="94580"/>
                  <a:pt x="763712" y="90403"/>
                </a:cubicBezTo>
                <a:cubicBezTo>
                  <a:pt x="758940" y="86225"/>
                  <a:pt x="756554" y="79409"/>
                  <a:pt x="756554" y="69954"/>
                </a:cubicBezTo>
                <a:lnTo>
                  <a:pt x="756554" y="39383"/>
                </a:lnTo>
                <a:lnTo>
                  <a:pt x="747188" y="39383"/>
                </a:lnTo>
                <a:lnTo>
                  <a:pt x="747188" y="19829"/>
                </a:lnTo>
                <a:lnTo>
                  <a:pt x="756554" y="19829"/>
                </a:lnTo>
                <a:lnTo>
                  <a:pt x="756554" y="1101"/>
                </a:lnTo>
                <a:lnTo>
                  <a:pt x="780100" y="1101"/>
                </a:lnTo>
                <a:lnTo>
                  <a:pt x="780100" y="19829"/>
                </a:lnTo>
                <a:lnTo>
                  <a:pt x="795523" y="19829"/>
                </a:lnTo>
                <a:lnTo>
                  <a:pt x="795523" y="39383"/>
                </a:lnTo>
                <a:lnTo>
                  <a:pt x="780100" y="39383"/>
                </a:lnTo>
                <a:lnTo>
                  <a:pt x="780100" y="70229"/>
                </a:lnTo>
                <a:cubicBezTo>
                  <a:pt x="780100" y="72523"/>
                  <a:pt x="780650" y="74176"/>
                  <a:pt x="781751" y="75186"/>
                </a:cubicBezTo>
                <a:cubicBezTo>
                  <a:pt x="782854" y="76196"/>
                  <a:pt x="784690" y="76701"/>
                  <a:pt x="787261" y="76701"/>
                </a:cubicBezTo>
                <a:lnTo>
                  <a:pt x="795661" y="76701"/>
                </a:lnTo>
                <a:close/>
                <a:moveTo>
                  <a:pt x="884620" y="19829"/>
                </a:moveTo>
                <a:lnTo>
                  <a:pt x="884620" y="96668"/>
                </a:lnTo>
                <a:lnTo>
                  <a:pt x="861071" y="96668"/>
                </a:lnTo>
                <a:lnTo>
                  <a:pt x="861071" y="86202"/>
                </a:lnTo>
                <a:cubicBezTo>
                  <a:pt x="858684" y="89599"/>
                  <a:pt x="855448" y="92331"/>
                  <a:pt x="851362" y="94397"/>
                </a:cubicBezTo>
                <a:cubicBezTo>
                  <a:pt x="847277" y="96462"/>
                  <a:pt x="842756" y="97494"/>
                  <a:pt x="837798" y="97494"/>
                </a:cubicBezTo>
                <a:cubicBezTo>
                  <a:pt x="831923" y="97494"/>
                  <a:pt x="826736" y="96187"/>
                  <a:pt x="822237" y="93571"/>
                </a:cubicBezTo>
                <a:cubicBezTo>
                  <a:pt x="817739" y="90955"/>
                  <a:pt x="814251" y="87167"/>
                  <a:pt x="811773" y="82210"/>
                </a:cubicBezTo>
                <a:cubicBezTo>
                  <a:pt x="809295" y="77253"/>
                  <a:pt x="808056" y="71423"/>
                  <a:pt x="808056" y="64722"/>
                </a:cubicBezTo>
                <a:lnTo>
                  <a:pt x="808056" y="19829"/>
                </a:lnTo>
                <a:lnTo>
                  <a:pt x="831465" y="19829"/>
                </a:lnTo>
                <a:lnTo>
                  <a:pt x="831465" y="61553"/>
                </a:lnTo>
                <a:cubicBezTo>
                  <a:pt x="831465" y="66694"/>
                  <a:pt x="832796" y="70688"/>
                  <a:pt x="835458" y="73534"/>
                </a:cubicBezTo>
                <a:cubicBezTo>
                  <a:pt x="838121" y="76381"/>
                  <a:pt x="841701" y="77804"/>
                  <a:pt x="846199" y="77804"/>
                </a:cubicBezTo>
                <a:cubicBezTo>
                  <a:pt x="850790" y="77804"/>
                  <a:pt x="854416" y="76381"/>
                  <a:pt x="857077" y="73534"/>
                </a:cubicBezTo>
                <a:cubicBezTo>
                  <a:pt x="859740" y="70688"/>
                  <a:pt x="861071" y="66694"/>
                  <a:pt x="861071" y="61553"/>
                </a:cubicBezTo>
                <a:lnTo>
                  <a:pt x="861071" y="19829"/>
                </a:lnTo>
                <a:lnTo>
                  <a:pt x="884620" y="19829"/>
                </a:lnTo>
                <a:close/>
                <a:moveTo>
                  <a:pt x="925104" y="32636"/>
                </a:moveTo>
                <a:cubicBezTo>
                  <a:pt x="927858" y="28413"/>
                  <a:pt x="931301" y="25085"/>
                  <a:pt x="935432" y="22653"/>
                </a:cubicBezTo>
                <a:cubicBezTo>
                  <a:pt x="939563" y="20220"/>
                  <a:pt x="944153" y="19003"/>
                  <a:pt x="949203" y="19003"/>
                </a:cubicBezTo>
                <a:lnTo>
                  <a:pt x="949203" y="43928"/>
                </a:lnTo>
                <a:lnTo>
                  <a:pt x="942729" y="43928"/>
                </a:lnTo>
                <a:cubicBezTo>
                  <a:pt x="936854" y="43928"/>
                  <a:pt x="932448" y="45190"/>
                  <a:pt x="929511" y="47714"/>
                </a:cubicBezTo>
                <a:cubicBezTo>
                  <a:pt x="926573" y="50239"/>
                  <a:pt x="925104" y="54668"/>
                  <a:pt x="925104" y="61002"/>
                </a:cubicBezTo>
                <a:lnTo>
                  <a:pt x="925104" y="96668"/>
                </a:lnTo>
                <a:lnTo>
                  <a:pt x="901556" y="96668"/>
                </a:lnTo>
                <a:lnTo>
                  <a:pt x="901556" y="19829"/>
                </a:lnTo>
                <a:lnTo>
                  <a:pt x="925104" y="19829"/>
                </a:lnTo>
                <a:lnTo>
                  <a:pt x="925104" y="32636"/>
                </a:lnTo>
                <a:close/>
                <a:moveTo>
                  <a:pt x="1032927" y="57010"/>
                </a:moveTo>
                <a:cubicBezTo>
                  <a:pt x="1032927" y="59212"/>
                  <a:pt x="1032790" y="61507"/>
                  <a:pt x="1032515" y="63894"/>
                </a:cubicBezTo>
                <a:lnTo>
                  <a:pt x="979222" y="63894"/>
                </a:lnTo>
                <a:cubicBezTo>
                  <a:pt x="979589" y="68668"/>
                  <a:pt x="981127" y="72318"/>
                  <a:pt x="983834" y="74843"/>
                </a:cubicBezTo>
                <a:cubicBezTo>
                  <a:pt x="986544" y="77367"/>
                  <a:pt x="989872" y="78630"/>
                  <a:pt x="993819" y="78630"/>
                </a:cubicBezTo>
                <a:cubicBezTo>
                  <a:pt x="999694" y="78630"/>
                  <a:pt x="1003780" y="76151"/>
                  <a:pt x="1006076" y="71193"/>
                </a:cubicBezTo>
                <a:lnTo>
                  <a:pt x="1031137" y="71193"/>
                </a:lnTo>
                <a:cubicBezTo>
                  <a:pt x="1029852" y="76242"/>
                  <a:pt x="1027535" y="80786"/>
                  <a:pt x="1024184" y="84826"/>
                </a:cubicBezTo>
                <a:cubicBezTo>
                  <a:pt x="1020833" y="88865"/>
                  <a:pt x="1016633" y="92032"/>
                  <a:pt x="1011583" y="94328"/>
                </a:cubicBezTo>
                <a:cubicBezTo>
                  <a:pt x="1006534" y="96622"/>
                  <a:pt x="1000889" y="97770"/>
                  <a:pt x="994645" y="97770"/>
                </a:cubicBezTo>
                <a:cubicBezTo>
                  <a:pt x="987117" y="97770"/>
                  <a:pt x="980416" y="96163"/>
                  <a:pt x="974541" y="92951"/>
                </a:cubicBezTo>
                <a:cubicBezTo>
                  <a:pt x="968666" y="89738"/>
                  <a:pt x="964075" y="85148"/>
                  <a:pt x="960769" y="79180"/>
                </a:cubicBezTo>
                <a:cubicBezTo>
                  <a:pt x="957465" y="73213"/>
                  <a:pt x="955813" y="66235"/>
                  <a:pt x="955813" y="58248"/>
                </a:cubicBezTo>
                <a:cubicBezTo>
                  <a:pt x="955813" y="50262"/>
                  <a:pt x="957442" y="43285"/>
                  <a:pt x="960700" y="37318"/>
                </a:cubicBezTo>
                <a:cubicBezTo>
                  <a:pt x="963960" y="31350"/>
                  <a:pt x="968527" y="26760"/>
                  <a:pt x="974402" y="23548"/>
                </a:cubicBezTo>
                <a:cubicBezTo>
                  <a:pt x="980278" y="20335"/>
                  <a:pt x="987026" y="18728"/>
                  <a:pt x="994645" y="18728"/>
                </a:cubicBezTo>
                <a:cubicBezTo>
                  <a:pt x="1002082" y="18728"/>
                  <a:pt x="1008692" y="20289"/>
                  <a:pt x="1014474" y="23410"/>
                </a:cubicBezTo>
                <a:cubicBezTo>
                  <a:pt x="1020258" y="26531"/>
                  <a:pt x="1024779" y="30983"/>
                  <a:pt x="1028038" y="36767"/>
                </a:cubicBezTo>
                <a:cubicBezTo>
                  <a:pt x="1031297" y="42551"/>
                  <a:pt x="1032927" y="49299"/>
                  <a:pt x="1032927" y="57010"/>
                </a:cubicBezTo>
                <a:moveTo>
                  <a:pt x="1008828" y="50814"/>
                </a:moveTo>
                <a:cubicBezTo>
                  <a:pt x="1008828" y="46774"/>
                  <a:pt x="1007451" y="43560"/>
                  <a:pt x="1004697" y="41173"/>
                </a:cubicBezTo>
                <a:cubicBezTo>
                  <a:pt x="1001943" y="38786"/>
                  <a:pt x="998501" y="37593"/>
                  <a:pt x="994370" y="37593"/>
                </a:cubicBezTo>
                <a:cubicBezTo>
                  <a:pt x="990422" y="37593"/>
                  <a:pt x="987094" y="38741"/>
                  <a:pt x="984385" y="41037"/>
                </a:cubicBezTo>
                <a:cubicBezTo>
                  <a:pt x="981677" y="43331"/>
                  <a:pt x="980002" y="46590"/>
                  <a:pt x="979361" y="50814"/>
                </a:cubicBezTo>
                <a:lnTo>
                  <a:pt x="1008828" y="508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70CFD6-EDA9-493B-9C09-3B87F543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839" y="1391445"/>
            <a:ext cx="2006484" cy="1679028"/>
          </a:xfrm>
          <a:custGeom xmlns:a="http://schemas.openxmlformats.org/drawingml/2006/main">
            <a:pathLst>
              <a:path w="2006484" h="1679028">
                <a:moveTo>
                  <a:pt x="0" y="0"/>
                </a:moveTo>
                <a:lnTo>
                  <a:pt x="2006484" y="0"/>
                </a:lnTo>
                <a:lnTo>
                  <a:pt x="2006484" y="1679028"/>
                </a:lnTo>
                <a:lnTo>
                  <a:pt x="0" y="16790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.">
            <a:extLst xmlns:a="http://schemas.openxmlformats.org/drawingml/2006/main">
              <a:ext uri="{FF2B5EF4-FFF2-40B4-BE49-F238E27FC236}">
                <a16:creationId xmlns:a16="http://schemas.microsoft.com/office/drawing/2014/main" id="{1CF715BB-E29B-4514-AC2C-E28603B2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8873" y="1481298"/>
            <a:ext cx="138967" cy="21459"/>
          </a:xfrm>
          <a:custGeom xmlns:a="http://schemas.openxmlformats.org/drawingml/2006/main">
            <a:pathLst>
              <a:path w="138967" h="21459">
                <a:moveTo>
                  <a:pt x="10788" y="21459"/>
                </a:moveTo>
                <a:cubicBezTo>
                  <a:pt x="7498" y="21459"/>
                  <a:pt x="4878" y="20503"/>
                  <a:pt x="2928" y="18590"/>
                </a:cubicBezTo>
                <a:cubicBezTo>
                  <a:pt x="976" y="16678"/>
                  <a:pt x="0" y="14078"/>
                  <a:pt x="0" y="10788"/>
                </a:cubicBezTo>
                <a:cubicBezTo>
                  <a:pt x="0" y="7497"/>
                  <a:pt x="976" y="4877"/>
                  <a:pt x="2928" y="2926"/>
                </a:cubicBezTo>
                <a:cubicBezTo>
                  <a:pt x="4878" y="975"/>
                  <a:pt x="7498" y="0"/>
                  <a:pt x="10788" y="0"/>
                </a:cubicBezTo>
                <a:cubicBezTo>
                  <a:pt x="14078" y="0"/>
                  <a:pt x="16698" y="975"/>
                  <a:pt x="18648" y="2926"/>
                </a:cubicBezTo>
                <a:cubicBezTo>
                  <a:pt x="20599" y="4877"/>
                  <a:pt x="21574" y="7497"/>
                  <a:pt x="21574" y="10788"/>
                </a:cubicBezTo>
                <a:cubicBezTo>
                  <a:pt x="21574" y="14078"/>
                  <a:pt x="20599" y="16678"/>
                  <a:pt x="18648" y="18590"/>
                </a:cubicBezTo>
                <a:cubicBezTo>
                  <a:pt x="16698" y="20503"/>
                  <a:pt x="14078" y="21459"/>
                  <a:pt x="10788" y="21459"/>
                </a:cubicBezTo>
                <a:moveTo>
                  <a:pt x="69426" y="21459"/>
                </a:moveTo>
                <a:cubicBezTo>
                  <a:pt x="66136" y="21459"/>
                  <a:pt x="63516" y="20503"/>
                  <a:pt x="61566" y="18590"/>
                </a:cubicBezTo>
                <a:cubicBezTo>
                  <a:pt x="59614" y="16678"/>
                  <a:pt x="58638" y="14078"/>
                  <a:pt x="58638" y="10788"/>
                </a:cubicBezTo>
                <a:cubicBezTo>
                  <a:pt x="58638" y="7497"/>
                  <a:pt x="59614" y="4877"/>
                  <a:pt x="61566" y="2926"/>
                </a:cubicBezTo>
                <a:cubicBezTo>
                  <a:pt x="63516" y="975"/>
                  <a:pt x="66136" y="0"/>
                  <a:pt x="69426" y="0"/>
                </a:cubicBezTo>
                <a:cubicBezTo>
                  <a:pt x="72715" y="0"/>
                  <a:pt x="75336" y="975"/>
                  <a:pt x="77286" y="2926"/>
                </a:cubicBezTo>
                <a:cubicBezTo>
                  <a:pt x="79237" y="4877"/>
                  <a:pt x="80212" y="7497"/>
                  <a:pt x="80212" y="10788"/>
                </a:cubicBezTo>
                <a:cubicBezTo>
                  <a:pt x="80212" y="14078"/>
                  <a:pt x="79237" y="16678"/>
                  <a:pt x="77286" y="18590"/>
                </a:cubicBezTo>
                <a:cubicBezTo>
                  <a:pt x="75336" y="20503"/>
                  <a:pt x="72715" y="21459"/>
                  <a:pt x="69426" y="21459"/>
                </a:cubicBezTo>
                <a:moveTo>
                  <a:pt x="128181" y="21459"/>
                </a:moveTo>
                <a:cubicBezTo>
                  <a:pt x="124892" y="21459"/>
                  <a:pt x="122271" y="20503"/>
                  <a:pt x="120319" y="18590"/>
                </a:cubicBezTo>
                <a:cubicBezTo>
                  <a:pt x="118368" y="16678"/>
                  <a:pt x="117393" y="14078"/>
                  <a:pt x="117393" y="10788"/>
                </a:cubicBezTo>
                <a:cubicBezTo>
                  <a:pt x="117393" y="7497"/>
                  <a:pt x="118368" y="4877"/>
                  <a:pt x="120319" y="2926"/>
                </a:cubicBezTo>
                <a:cubicBezTo>
                  <a:pt x="122271" y="975"/>
                  <a:pt x="124892" y="0"/>
                  <a:pt x="128181" y="0"/>
                </a:cubicBezTo>
                <a:cubicBezTo>
                  <a:pt x="131471" y="0"/>
                  <a:pt x="134091" y="975"/>
                  <a:pt x="136041" y="2926"/>
                </a:cubicBezTo>
                <a:cubicBezTo>
                  <a:pt x="137992" y="4877"/>
                  <a:pt x="138967" y="7497"/>
                  <a:pt x="138967" y="10788"/>
                </a:cubicBezTo>
                <a:cubicBezTo>
                  <a:pt x="138967" y="14078"/>
                  <a:pt x="137992" y="16678"/>
                  <a:pt x="136041" y="18590"/>
                </a:cubicBezTo>
                <a:cubicBezTo>
                  <a:pt x="134091" y="20503"/>
                  <a:pt x="131471" y="21459"/>
                  <a:pt x="128181" y="214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views/">
            <a:extLst xmlns:a="http://schemas.openxmlformats.org/drawingml/2006/main">
              <a:ext uri="{FF2B5EF4-FFF2-40B4-BE49-F238E27FC236}">
                <a16:creationId xmlns:a16="http://schemas.microsoft.com/office/drawing/2014/main" id="{9E252DF0-CDB3-4814-9077-245D7144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8954" y="1544068"/>
            <a:ext cx="401754" cy="107869"/>
          </a:xfrm>
          <a:custGeom xmlns:a="http://schemas.openxmlformats.org/drawingml/2006/main">
            <a:pathLst>
              <a:path w="401754" h="107869">
                <a:moveTo>
                  <a:pt x="101931" y="21539"/>
                </a:moveTo>
                <a:lnTo>
                  <a:pt x="102272" y="21512"/>
                </a:lnTo>
                <a:lnTo>
                  <a:pt x="102607" y="21477"/>
                </a:lnTo>
                <a:lnTo>
                  <a:pt x="102935" y="21434"/>
                </a:lnTo>
                <a:lnTo>
                  <a:pt x="103257" y="21384"/>
                </a:lnTo>
                <a:lnTo>
                  <a:pt x="103573" y="21326"/>
                </a:lnTo>
                <a:lnTo>
                  <a:pt x="103882" y="21260"/>
                </a:lnTo>
                <a:lnTo>
                  <a:pt x="104185" y="21186"/>
                </a:lnTo>
                <a:lnTo>
                  <a:pt x="104481" y="21104"/>
                </a:lnTo>
                <a:lnTo>
                  <a:pt x="104771" y="21015"/>
                </a:lnTo>
                <a:lnTo>
                  <a:pt x="105055" y="20918"/>
                </a:lnTo>
                <a:lnTo>
                  <a:pt x="105332" y="20813"/>
                </a:lnTo>
                <a:lnTo>
                  <a:pt x="105603" y="20700"/>
                </a:lnTo>
                <a:lnTo>
                  <a:pt x="105868" y="20580"/>
                </a:lnTo>
                <a:lnTo>
                  <a:pt x="106126" y="20451"/>
                </a:lnTo>
                <a:lnTo>
                  <a:pt x="106378" y="20315"/>
                </a:lnTo>
                <a:lnTo>
                  <a:pt x="106623" y="20172"/>
                </a:lnTo>
                <a:lnTo>
                  <a:pt x="106862" y="20020"/>
                </a:lnTo>
                <a:lnTo>
                  <a:pt x="107095" y="19861"/>
                </a:lnTo>
                <a:lnTo>
                  <a:pt x="107321" y="19694"/>
                </a:lnTo>
                <a:lnTo>
                  <a:pt x="107541" y="19519"/>
                </a:lnTo>
                <a:lnTo>
                  <a:pt x="107755" y="19336"/>
                </a:lnTo>
                <a:lnTo>
                  <a:pt x="107961" y="19147"/>
                </a:lnTo>
                <a:lnTo>
                  <a:pt x="108158" y="18953"/>
                </a:lnTo>
                <a:lnTo>
                  <a:pt x="108347" y="18753"/>
                </a:lnTo>
                <a:lnTo>
                  <a:pt x="108526" y="18547"/>
                </a:lnTo>
                <a:lnTo>
                  <a:pt x="108697" y="18337"/>
                </a:lnTo>
                <a:lnTo>
                  <a:pt x="108860" y="18121"/>
                </a:lnTo>
                <a:lnTo>
                  <a:pt x="109013" y="17899"/>
                </a:lnTo>
                <a:lnTo>
                  <a:pt x="109158" y="17672"/>
                </a:lnTo>
                <a:lnTo>
                  <a:pt x="109293" y="17440"/>
                </a:lnTo>
                <a:lnTo>
                  <a:pt x="109421" y="17203"/>
                </a:lnTo>
                <a:lnTo>
                  <a:pt x="109539" y="16960"/>
                </a:lnTo>
                <a:lnTo>
                  <a:pt x="109649" y="16711"/>
                </a:lnTo>
                <a:lnTo>
                  <a:pt x="109749" y="16457"/>
                </a:lnTo>
                <a:lnTo>
                  <a:pt x="109841" y="16198"/>
                </a:lnTo>
                <a:lnTo>
                  <a:pt x="109925" y="15934"/>
                </a:lnTo>
                <a:lnTo>
                  <a:pt x="109999" y="15664"/>
                </a:lnTo>
                <a:lnTo>
                  <a:pt x="110065" y="15389"/>
                </a:lnTo>
                <a:lnTo>
                  <a:pt x="110122" y="15108"/>
                </a:lnTo>
                <a:lnTo>
                  <a:pt x="110170" y="14822"/>
                </a:lnTo>
                <a:lnTo>
                  <a:pt x="110210" y="14531"/>
                </a:lnTo>
                <a:lnTo>
                  <a:pt x="110240" y="14234"/>
                </a:lnTo>
                <a:lnTo>
                  <a:pt x="110262" y="13932"/>
                </a:lnTo>
                <a:lnTo>
                  <a:pt x="110275" y="13624"/>
                </a:lnTo>
                <a:lnTo>
                  <a:pt x="110280" y="13311"/>
                </a:lnTo>
                <a:lnTo>
                  <a:pt x="110275" y="12998"/>
                </a:lnTo>
                <a:lnTo>
                  <a:pt x="110262" y="12691"/>
                </a:lnTo>
                <a:lnTo>
                  <a:pt x="110240" y="12389"/>
                </a:lnTo>
                <a:lnTo>
                  <a:pt x="110210" y="12092"/>
                </a:lnTo>
                <a:lnTo>
                  <a:pt x="110170" y="11801"/>
                </a:lnTo>
                <a:lnTo>
                  <a:pt x="110122" y="11515"/>
                </a:lnTo>
                <a:lnTo>
                  <a:pt x="110065" y="11235"/>
                </a:lnTo>
                <a:lnTo>
                  <a:pt x="109999" y="10959"/>
                </a:lnTo>
                <a:lnTo>
                  <a:pt x="109925" y="10690"/>
                </a:lnTo>
                <a:lnTo>
                  <a:pt x="109841" y="10425"/>
                </a:lnTo>
                <a:lnTo>
                  <a:pt x="109749" y="10166"/>
                </a:lnTo>
                <a:lnTo>
                  <a:pt x="109649" y="9912"/>
                </a:lnTo>
                <a:lnTo>
                  <a:pt x="109539" y="9664"/>
                </a:lnTo>
                <a:lnTo>
                  <a:pt x="109421" y="9421"/>
                </a:lnTo>
                <a:lnTo>
                  <a:pt x="109293" y="9184"/>
                </a:lnTo>
                <a:lnTo>
                  <a:pt x="109158" y="8952"/>
                </a:lnTo>
                <a:lnTo>
                  <a:pt x="109013" y="8725"/>
                </a:lnTo>
                <a:lnTo>
                  <a:pt x="108860" y="8503"/>
                </a:lnTo>
                <a:lnTo>
                  <a:pt x="108697" y="8287"/>
                </a:lnTo>
                <a:lnTo>
                  <a:pt x="108526" y="8077"/>
                </a:lnTo>
                <a:lnTo>
                  <a:pt x="108347" y="7871"/>
                </a:lnTo>
                <a:lnTo>
                  <a:pt x="108158" y="7671"/>
                </a:lnTo>
                <a:lnTo>
                  <a:pt x="107961" y="7477"/>
                </a:lnTo>
                <a:lnTo>
                  <a:pt x="107755" y="7288"/>
                </a:lnTo>
                <a:lnTo>
                  <a:pt x="107541" y="7105"/>
                </a:lnTo>
                <a:lnTo>
                  <a:pt x="107321" y="6930"/>
                </a:lnTo>
                <a:lnTo>
                  <a:pt x="107095" y="6763"/>
                </a:lnTo>
                <a:lnTo>
                  <a:pt x="106862" y="6604"/>
                </a:lnTo>
                <a:lnTo>
                  <a:pt x="106623" y="6452"/>
                </a:lnTo>
                <a:lnTo>
                  <a:pt x="106378" y="6309"/>
                </a:lnTo>
                <a:lnTo>
                  <a:pt x="106126" y="6173"/>
                </a:lnTo>
                <a:lnTo>
                  <a:pt x="105868" y="6044"/>
                </a:lnTo>
                <a:lnTo>
                  <a:pt x="105603" y="5924"/>
                </a:lnTo>
                <a:lnTo>
                  <a:pt x="105332" y="5811"/>
                </a:lnTo>
                <a:lnTo>
                  <a:pt x="105055" y="5706"/>
                </a:lnTo>
                <a:lnTo>
                  <a:pt x="104771" y="5609"/>
                </a:lnTo>
                <a:lnTo>
                  <a:pt x="104481" y="5520"/>
                </a:lnTo>
                <a:lnTo>
                  <a:pt x="104185" y="5438"/>
                </a:lnTo>
                <a:lnTo>
                  <a:pt x="103882" y="5365"/>
                </a:lnTo>
                <a:lnTo>
                  <a:pt x="103573" y="5299"/>
                </a:lnTo>
                <a:lnTo>
                  <a:pt x="103257" y="5240"/>
                </a:lnTo>
                <a:lnTo>
                  <a:pt x="102935" y="5190"/>
                </a:lnTo>
                <a:lnTo>
                  <a:pt x="102607" y="5147"/>
                </a:lnTo>
                <a:lnTo>
                  <a:pt x="102272" y="5112"/>
                </a:lnTo>
                <a:lnTo>
                  <a:pt x="101931" y="5085"/>
                </a:lnTo>
                <a:lnTo>
                  <a:pt x="101584" y="5065"/>
                </a:lnTo>
                <a:lnTo>
                  <a:pt x="101230" y="5054"/>
                </a:lnTo>
                <a:lnTo>
                  <a:pt x="100870" y="5050"/>
                </a:lnTo>
                <a:lnTo>
                  <a:pt x="100510" y="5054"/>
                </a:lnTo>
                <a:lnTo>
                  <a:pt x="100156" y="5065"/>
                </a:lnTo>
                <a:lnTo>
                  <a:pt x="99808" y="5085"/>
                </a:lnTo>
                <a:lnTo>
                  <a:pt x="99467" y="5112"/>
                </a:lnTo>
                <a:lnTo>
                  <a:pt x="99132" y="5147"/>
                </a:lnTo>
                <a:lnTo>
                  <a:pt x="98804" y="5190"/>
                </a:lnTo>
                <a:lnTo>
                  <a:pt x="98482" y="5240"/>
                </a:lnTo>
                <a:lnTo>
                  <a:pt x="98166" y="5299"/>
                </a:lnTo>
                <a:lnTo>
                  <a:pt x="97857" y="5365"/>
                </a:lnTo>
                <a:lnTo>
                  <a:pt x="97554" y="5438"/>
                </a:lnTo>
                <a:lnTo>
                  <a:pt x="97257" y="5520"/>
                </a:lnTo>
                <a:lnTo>
                  <a:pt x="96967" y="5609"/>
                </a:lnTo>
                <a:lnTo>
                  <a:pt x="96684" y="5706"/>
                </a:lnTo>
                <a:lnTo>
                  <a:pt x="96406" y="5811"/>
                </a:lnTo>
                <a:lnTo>
                  <a:pt x="96135" y="5924"/>
                </a:lnTo>
                <a:lnTo>
                  <a:pt x="95871" y="6044"/>
                </a:lnTo>
                <a:lnTo>
                  <a:pt x="95612" y="6173"/>
                </a:lnTo>
                <a:lnTo>
                  <a:pt x="95360" y="6309"/>
                </a:lnTo>
                <a:lnTo>
                  <a:pt x="95115" y="6452"/>
                </a:lnTo>
                <a:lnTo>
                  <a:pt x="94876" y="6604"/>
                </a:lnTo>
                <a:lnTo>
                  <a:pt x="94643" y="6763"/>
                </a:lnTo>
                <a:lnTo>
                  <a:pt x="94417" y="6930"/>
                </a:lnTo>
                <a:lnTo>
                  <a:pt x="94197" y="7105"/>
                </a:lnTo>
                <a:lnTo>
                  <a:pt x="93983" y="7288"/>
                </a:lnTo>
                <a:lnTo>
                  <a:pt x="93777" y="7477"/>
                </a:lnTo>
                <a:lnTo>
                  <a:pt x="93580" y="7671"/>
                </a:lnTo>
                <a:lnTo>
                  <a:pt x="93392" y="7871"/>
                </a:lnTo>
                <a:lnTo>
                  <a:pt x="93212" y="8077"/>
                </a:lnTo>
                <a:lnTo>
                  <a:pt x="93041" y="8287"/>
                </a:lnTo>
                <a:lnTo>
                  <a:pt x="92879" y="8503"/>
                </a:lnTo>
                <a:lnTo>
                  <a:pt x="92726" y="8725"/>
                </a:lnTo>
                <a:lnTo>
                  <a:pt x="92581" y="8952"/>
                </a:lnTo>
                <a:lnTo>
                  <a:pt x="92446" y="9184"/>
                </a:lnTo>
                <a:lnTo>
                  <a:pt x="92319" y="9421"/>
                </a:lnTo>
                <a:lnTo>
                  <a:pt x="92200" y="9664"/>
                </a:lnTo>
                <a:lnTo>
                  <a:pt x="92091" y="9912"/>
                </a:lnTo>
                <a:lnTo>
                  <a:pt x="91990" y="10166"/>
                </a:lnTo>
                <a:lnTo>
                  <a:pt x="91898" y="10425"/>
                </a:lnTo>
                <a:lnTo>
                  <a:pt x="91815" y="10690"/>
                </a:lnTo>
                <a:lnTo>
                  <a:pt x="91740" y="10959"/>
                </a:lnTo>
                <a:lnTo>
                  <a:pt x="91675" y="11235"/>
                </a:lnTo>
                <a:lnTo>
                  <a:pt x="91618" y="11515"/>
                </a:lnTo>
                <a:lnTo>
                  <a:pt x="91569" y="11801"/>
                </a:lnTo>
                <a:lnTo>
                  <a:pt x="91530" y="12092"/>
                </a:lnTo>
                <a:lnTo>
                  <a:pt x="91499" y="12389"/>
                </a:lnTo>
                <a:lnTo>
                  <a:pt x="91477" y="12691"/>
                </a:lnTo>
                <a:lnTo>
                  <a:pt x="91464" y="12998"/>
                </a:lnTo>
                <a:lnTo>
                  <a:pt x="91460" y="13311"/>
                </a:lnTo>
                <a:lnTo>
                  <a:pt x="91464" y="13624"/>
                </a:lnTo>
                <a:lnTo>
                  <a:pt x="91477" y="13932"/>
                </a:lnTo>
                <a:lnTo>
                  <a:pt x="91499" y="14234"/>
                </a:lnTo>
                <a:lnTo>
                  <a:pt x="91530" y="14531"/>
                </a:lnTo>
                <a:lnTo>
                  <a:pt x="91569" y="14822"/>
                </a:lnTo>
                <a:lnTo>
                  <a:pt x="91618" y="15108"/>
                </a:lnTo>
                <a:lnTo>
                  <a:pt x="91675" y="15389"/>
                </a:lnTo>
                <a:lnTo>
                  <a:pt x="91740" y="15664"/>
                </a:lnTo>
                <a:lnTo>
                  <a:pt x="91815" y="15934"/>
                </a:lnTo>
                <a:lnTo>
                  <a:pt x="91898" y="16198"/>
                </a:lnTo>
                <a:lnTo>
                  <a:pt x="91990" y="16457"/>
                </a:lnTo>
                <a:lnTo>
                  <a:pt x="92091" y="16711"/>
                </a:lnTo>
                <a:lnTo>
                  <a:pt x="92200" y="16960"/>
                </a:lnTo>
                <a:lnTo>
                  <a:pt x="92319" y="17203"/>
                </a:lnTo>
                <a:lnTo>
                  <a:pt x="92446" y="17440"/>
                </a:lnTo>
                <a:lnTo>
                  <a:pt x="92581" y="17672"/>
                </a:lnTo>
                <a:lnTo>
                  <a:pt x="92726" y="17899"/>
                </a:lnTo>
                <a:lnTo>
                  <a:pt x="92879" y="18121"/>
                </a:lnTo>
                <a:lnTo>
                  <a:pt x="93041" y="18337"/>
                </a:lnTo>
                <a:lnTo>
                  <a:pt x="93212" y="18547"/>
                </a:lnTo>
                <a:lnTo>
                  <a:pt x="93392" y="18753"/>
                </a:lnTo>
                <a:lnTo>
                  <a:pt x="93580" y="18953"/>
                </a:lnTo>
                <a:lnTo>
                  <a:pt x="93777" y="19147"/>
                </a:lnTo>
                <a:lnTo>
                  <a:pt x="93983" y="19336"/>
                </a:lnTo>
                <a:lnTo>
                  <a:pt x="94197" y="19519"/>
                </a:lnTo>
                <a:lnTo>
                  <a:pt x="94417" y="19694"/>
                </a:lnTo>
                <a:lnTo>
                  <a:pt x="94643" y="19861"/>
                </a:lnTo>
                <a:lnTo>
                  <a:pt x="94876" y="20020"/>
                </a:lnTo>
                <a:lnTo>
                  <a:pt x="95115" y="20172"/>
                </a:lnTo>
                <a:lnTo>
                  <a:pt x="95360" y="20315"/>
                </a:lnTo>
                <a:lnTo>
                  <a:pt x="95612" y="20451"/>
                </a:lnTo>
                <a:lnTo>
                  <a:pt x="95871" y="20580"/>
                </a:lnTo>
                <a:lnTo>
                  <a:pt x="96135" y="20700"/>
                </a:lnTo>
                <a:lnTo>
                  <a:pt x="96406" y="20813"/>
                </a:lnTo>
                <a:lnTo>
                  <a:pt x="96684" y="20918"/>
                </a:lnTo>
                <a:lnTo>
                  <a:pt x="96967" y="21015"/>
                </a:lnTo>
                <a:lnTo>
                  <a:pt x="97257" y="21104"/>
                </a:lnTo>
                <a:lnTo>
                  <a:pt x="97554" y="21186"/>
                </a:lnTo>
                <a:lnTo>
                  <a:pt x="97857" y="21260"/>
                </a:lnTo>
                <a:lnTo>
                  <a:pt x="98166" y="21326"/>
                </a:lnTo>
                <a:lnTo>
                  <a:pt x="98482" y="21384"/>
                </a:lnTo>
                <a:lnTo>
                  <a:pt x="98804" y="21434"/>
                </a:lnTo>
                <a:lnTo>
                  <a:pt x="99132" y="21477"/>
                </a:lnTo>
                <a:lnTo>
                  <a:pt x="99467" y="21512"/>
                </a:lnTo>
                <a:lnTo>
                  <a:pt x="99808" y="21539"/>
                </a:lnTo>
                <a:lnTo>
                  <a:pt x="100156" y="21559"/>
                </a:lnTo>
                <a:lnTo>
                  <a:pt x="100510" y="21570"/>
                </a:lnTo>
                <a:lnTo>
                  <a:pt x="100870" y="21574"/>
                </a:lnTo>
                <a:lnTo>
                  <a:pt x="101230" y="21570"/>
                </a:lnTo>
                <a:lnTo>
                  <a:pt x="101584" y="21559"/>
                </a:lnTo>
                <a:lnTo>
                  <a:pt x="101931" y="21539"/>
                </a:lnTo>
                <a:close/>
                <a:moveTo>
                  <a:pt x="386837" y="0"/>
                </a:moveTo>
                <a:lnTo>
                  <a:pt x="346672" y="107869"/>
                </a:lnTo>
                <a:lnTo>
                  <a:pt x="361591" y="107869"/>
                </a:lnTo>
                <a:lnTo>
                  <a:pt x="401754" y="0"/>
                </a:lnTo>
                <a:lnTo>
                  <a:pt x="386837" y="0"/>
                </a:lnTo>
                <a:close/>
                <a:moveTo>
                  <a:pt x="45328" y="32131"/>
                </a:moveTo>
                <a:lnTo>
                  <a:pt x="33507" y="70575"/>
                </a:lnTo>
                <a:lnTo>
                  <a:pt x="33431" y="70852"/>
                </a:lnTo>
                <a:lnTo>
                  <a:pt x="33354" y="71131"/>
                </a:lnTo>
                <a:lnTo>
                  <a:pt x="33278" y="71412"/>
                </a:lnTo>
                <a:lnTo>
                  <a:pt x="33202" y="71693"/>
                </a:lnTo>
                <a:lnTo>
                  <a:pt x="33125" y="71976"/>
                </a:lnTo>
                <a:lnTo>
                  <a:pt x="33049" y="72260"/>
                </a:lnTo>
                <a:lnTo>
                  <a:pt x="32972" y="72545"/>
                </a:lnTo>
                <a:lnTo>
                  <a:pt x="32896" y="72831"/>
                </a:lnTo>
                <a:lnTo>
                  <a:pt x="32819" y="73118"/>
                </a:lnTo>
                <a:lnTo>
                  <a:pt x="32743" y="73407"/>
                </a:lnTo>
                <a:lnTo>
                  <a:pt x="32666" y="73697"/>
                </a:lnTo>
                <a:lnTo>
                  <a:pt x="32590" y="73988"/>
                </a:lnTo>
                <a:lnTo>
                  <a:pt x="32513" y="74280"/>
                </a:lnTo>
                <a:lnTo>
                  <a:pt x="32437" y="74574"/>
                </a:lnTo>
                <a:lnTo>
                  <a:pt x="32360" y="74869"/>
                </a:lnTo>
                <a:lnTo>
                  <a:pt x="32284" y="75165"/>
                </a:lnTo>
                <a:lnTo>
                  <a:pt x="32208" y="75462"/>
                </a:lnTo>
                <a:lnTo>
                  <a:pt x="32131" y="75760"/>
                </a:lnTo>
                <a:lnTo>
                  <a:pt x="32055" y="76059"/>
                </a:lnTo>
                <a:lnTo>
                  <a:pt x="31978" y="76360"/>
                </a:lnTo>
                <a:lnTo>
                  <a:pt x="31902" y="76662"/>
                </a:lnTo>
                <a:lnTo>
                  <a:pt x="31825" y="76965"/>
                </a:lnTo>
                <a:lnTo>
                  <a:pt x="31749" y="77270"/>
                </a:lnTo>
                <a:lnTo>
                  <a:pt x="31672" y="77575"/>
                </a:lnTo>
                <a:lnTo>
                  <a:pt x="31596" y="77878"/>
                </a:lnTo>
                <a:lnTo>
                  <a:pt x="31522" y="78177"/>
                </a:lnTo>
                <a:lnTo>
                  <a:pt x="31448" y="78470"/>
                </a:lnTo>
                <a:lnTo>
                  <a:pt x="31376" y="78758"/>
                </a:lnTo>
                <a:lnTo>
                  <a:pt x="31305" y="79040"/>
                </a:lnTo>
                <a:lnTo>
                  <a:pt x="31235" y="79318"/>
                </a:lnTo>
                <a:lnTo>
                  <a:pt x="31166" y="79590"/>
                </a:lnTo>
                <a:lnTo>
                  <a:pt x="31099" y="79857"/>
                </a:lnTo>
                <a:lnTo>
                  <a:pt x="31032" y="80119"/>
                </a:lnTo>
                <a:lnTo>
                  <a:pt x="30967" y="80376"/>
                </a:lnTo>
                <a:lnTo>
                  <a:pt x="30903" y="80628"/>
                </a:lnTo>
                <a:lnTo>
                  <a:pt x="30841" y="80874"/>
                </a:lnTo>
                <a:lnTo>
                  <a:pt x="30779" y="81115"/>
                </a:lnTo>
                <a:lnTo>
                  <a:pt x="30719" y="81351"/>
                </a:lnTo>
                <a:lnTo>
                  <a:pt x="30659" y="81582"/>
                </a:lnTo>
                <a:lnTo>
                  <a:pt x="30601" y="81808"/>
                </a:lnTo>
                <a:lnTo>
                  <a:pt x="30545" y="82028"/>
                </a:lnTo>
                <a:lnTo>
                  <a:pt x="30489" y="82244"/>
                </a:lnTo>
                <a:lnTo>
                  <a:pt x="30435" y="82454"/>
                </a:lnTo>
                <a:lnTo>
                  <a:pt x="30381" y="82659"/>
                </a:lnTo>
                <a:lnTo>
                  <a:pt x="30329" y="82859"/>
                </a:lnTo>
                <a:lnTo>
                  <a:pt x="30279" y="83053"/>
                </a:lnTo>
                <a:lnTo>
                  <a:pt x="30229" y="83243"/>
                </a:lnTo>
                <a:lnTo>
                  <a:pt x="30180" y="83427"/>
                </a:lnTo>
                <a:lnTo>
                  <a:pt x="30141" y="83243"/>
                </a:lnTo>
                <a:lnTo>
                  <a:pt x="30100" y="83053"/>
                </a:lnTo>
                <a:lnTo>
                  <a:pt x="30058" y="82859"/>
                </a:lnTo>
                <a:lnTo>
                  <a:pt x="30013" y="82659"/>
                </a:lnTo>
                <a:lnTo>
                  <a:pt x="29967" y="82454"/>
                </a:lnTo>
                <a:lnTo>
                  <a:pt x="29919" y="82244"/>
                </a:lnTo>
                <a:lnTo>
                  <a:pt x="29869" y="82028"/>
                </a:lnTo>
                <a:lnTo>
                  <a:pt x="29817" y="81808"/>
                </a:lnTo>
                <a:lnTo>
                  <a:pt x="29764" y="81582"/>
                </a:lnTo>
                <a:lnTo>
                  <a:pt x="29708" y="81351"/>
                </a:lnTo>
                <a:lnTo>
                  <a:pt x="29651" y="81115"/>
                </a:lnTo>
                <a:lnTo>
                  <a:pt x="29593" y="80874"/>
                </a:lnTo>
                <a:lnTo>
                  <a:pt x="29532" y="80628"/>
                </a:lnTo>
                <a:lnTo>
                  <a:pt x="29469" y="80376"/>
                </a:lnTo>
                <a:lnTo>
                  <a:pt x="29405" y="80119"/>
                </a:lnTo>
                <a:lnTo>
                  <a:pt x="29339" y="79857"/>
                </a:lnTo>
                <a:lnTo>
                  <a:pt x="29271" y="79590"/>
                </a:lnTo>
                <a:lnTo>
                  <a:pt x="29202" y="79318"/>
                </a:lnTo>
                <a:lnTo>
                  <a:pt x="29130" y="79040"/>
                </a:lnTo>
                <a:lnTo>
                  <a:pt x="29057" y="78758"/>
                </a:lnTo>
                <a:lnTo>
                  <a:pt x="28982" y="78470"/>
                </a:lnTo>
                <a:lnTo>
                  <a:pt x="28905" y="78177"/>
                </a:lnTo>
                <a:lnTo>
                  <a:pt x="28827" y="77878"/>
                </a:lnTo>
                <a:lnTo>
                  <a:pt x="28746" y="77575"/>
                </a:lnTo>
                <a:lnTo>
                  <a:pt x="28665" y="77269"/>
                </a:lnTo>
                <a:lnTo>
                  <a:pt x="28583" y="76964"/>
                </a:lnTo>
                <a:lnTo>
                  <a:pt x="28502" y="76660"/>
                </a:lnTo>
                <a:lnTo>
                  <a:pt x="28420" y="76357"/>
                </a:lnTo>
                <a:lnTo>
                  <a:pt x="28337" y="76054"/>
                </a:lnTo>
                <a:lnTo>
                  <a:pt x="28255" y="75753"/>
                </a:lnTo>
                <a:lnTo>
                  <a:pt x="28173" y="75452"/>
                </a:lnTo>
                <a:lnTo>
                  <a:pt x="28090" y="75152"/>
                </a:lnTo>
                <a:lnTo>
                  <a:pt x="28007" y="74852"/>
                </a:lnTo>
                <a:lnTo>
                  <a:pt x="27924" y="74554"/>
                </a:lnTo>
                <a:lnTo>
                  <a:pt x="27840" y="74256"/>
                </a:lnTo>
                <a:lnTo>
                  <a:pt x="27757" y="73959"/>
                </a:lnTo>
                <a:lnTo>
                  <a:pt x="27673" y="73663"/>
                </a:lnTo>
                <a:lnTo>
                  <a:pt x="27589" y="73368"/>
                </a:lnTo>
                <a:lnTo>
                  <a:pt x="27505" y="73073"/>
                </a:lnTo>
                <a:lnTo>
                  <a:pt x="27420" y="72780"/>
                </a:lnTo>
                <a:lnTo>
                  <a:pt x="27336" y="72487"/>
                </a:lnTo>
                <a:lnTo>
                  <a:pt x="27251" y="72195"/>
                </a:lnTo>
                <a:lnTo>
                  <a:pt x="27166" y="71903"/>
                </a:lnTo>
                <a:lnTo>
                  <a:pt x="27081" y="71613"/>
                </a:lnTo>
                <a:lnTo>
                  <a:pt x="26995" y="71323"/>
                </a:lnTo>
                <a:lnTo>
                  <a:pt x="26910" y="71034"/>
                </a:lnTo>
                <a:lnTo>
                  <a:pt x="26824" y="70746"/>
                </a:lnTo>
                <a:lnTo>
                  <a:pt x="26738" y="70459"/>
                </a:lnTo>
                <a:lnTo>
                  <a:pt x="14689" y="32131"/>
                </a:lnTo>
                <a:lnTo>
                  <a:pt x="0" y="32131"/>
                </a:lnTo>
                <a:lnTo>
                  <a:pt x="20771" y="95246"/>
                </a:lnTo>
                <a:lnTo>
                  <a:pt x="39245" y="95246"/>
                </a:lnTo>
                <a:lnTo>
                  <a:pt x="59902" y="32131"/>
                </a:lnTo>
                <a:lnTo>
                  <a:pt x="45328" y="32131"/>
                </a:lnTo>
                <a:close/>
                <a:moveTo>
                  <a:pt x="108902" y="82165"/>
                </a:moveTo>
                <a:lnTo>
                  <a:pt x="108902" y="32131"/>
                </a:lnTo>
                <a:lnTo>
                  <a:pt x="75967" y="32131"/>
                </a:lnTo>
                <a:lnTo>
                  <a:pt x="75967" y="45099"/>
                </a:lnTo>
                <a:lnTo>
                  <a:pt x="95132" y="45099"/>
                </a:lnTo>
                <a:lnTo>
                  <a:pt x="95132" y="82165"/>
                </a:lnTo>
                <a:lnTo>
                  <a:pt x="73099" y="82165"/>
                </a:lnTo>
                <a:lnTo>
                  <a:pt x="73099" y="95246"/>
                </a:lnTo>
                <a:lnTo>
                  <a:pt x="128410" y="95246"/>
                </a:lnTo>
                <a:lnTo>
                  <a:pt x="128410" y="82165"/>
                </a:lnTo>
                <a:lnTo>
                  <a:pt x="108902" y="82165"/>
                </a:lnTo>
                <a:close/>
                <a:moveTo>
                  <a:pt x="234606" y="56075"/>
                </a:moveTo>
                <a:lnTo>
                  <a:pt x="234653" y="55803"/>
                </a:lnTo>
                <a:lnTo>
                  <a:pt x="234701" y="55529"/>
                </a:lnTo>
                <a:lnTo>
                  <a:pt x="234748" y="55252"/>
                </a:lnTo>
                <a:lnTo>
                  <a:pt x="234794" y="54973"/>
                </a:lnTo>
                <a:lnTo>
                  <a:pt x="234841" y="54691"/>
                </a:lnTo>
                <a:lnTo>
                  <a:pt x="234887" y="54406"/>
                </a:lnTo>
                <a:lnTo>
                  <a:pt x="234934" y="54119"/>
                </a:lnTo>
                <a:lnTo>
                  <a:pt x="234980" y="53829"/>
                </a:lnTo>
                <a:lnTo>
                  <a:pt x="235026" y="53537"/>
                </a:lnTo>
                <a:lnTo>
                  <a:pt x="235071" y="53242"/>
                </a:lnTo>
                <a:lnTo>
                  <a:pt x="235117" y="52944"/>
                </a:lnTo>
                <a:lnTo>
                  <a:pt x="235162" y="52644"/>
                </a:lnTo>
                <a:lnTo>
                  <a:pt x="235207" y="52342"/>
                </a:lnTo>
                <a:lnTo>
                  <a:pt x="235252" y="52036"/>
                </a:lnTo>
                <a:lnTo>
                  <a:pt x="235297" y="51728"/>
                </a:lnTo>
                <a:lnTo>
                  <a:pt x="235341" y="51418"/>
                </a:lnTo>
                <a:lnTo>
                  <a:pt x="235386" y="51105"/>
                </a:lnTo>
                <a:lnTo>
                  <a:pt x="235430" y="50789"/>
                </a:lnTo>
                <a:lnTo>
                  <a:pt x="235474" y="50471"/>
                </a:lnTo>
                <a:lnTo>
                  <a:pt x="235517" y="50150"/>
                </a:lnTo>
                <a:lnTo>
                  <a:pt x="235561" y="49827"/>
                </a:lnTo>
                <a:lnTo>
                  <a:pt x="235604" y="49501"/>
                </a:lnTo>
                <a:lnTo>
                  <a:pt x="235647" y="49172"/>
                </a:lnTo>
                <a:lnTo>
                  <a:pt x="235690" y="48844"/>
                </a:lnTo>
                <a:lnTo>
                  <a:pt x="235732" y="48522"/>
                </a:lnTo>
                <a:lnTo>
                  <a:pt x="235774" y="48205"/>
                </a:lnTo>
                <a:lnTo>
                  <a:pt x="235815" y="47892"/>
                </a:lnTo>
                <a:lnTo>
                  <a:pt x="235855" y="47585"/>
                </a:lnTo>
                <a:lnTo>
                  <a:pt x="235895" y="47282"/>
                </a:lnTo>
                <a:lnTo>
                  <a:pt x="235934" y="46985"/>
                </a:lnTo>
                <a:lnTo>
                  <a:pt x="235973" y="46692"/>
                </a:lnTo>
                <a:lnTo>
                  <a:pt x="236011" y="46405"/>
                </a:lnTo>
                <a:lnTo>
                  <a:pt x="236048" y="46122"/>
                </a:lnTo>
                <a:lnTo>
                  <a:pt x="236085" y="45844"/>
                </a:lnTo>
                <a:lnTo>
                  <a:pt x="236121" y="45572"/>
                </a:lnTo>
                <a:lnTo>
                  <a:pt x="236157" y="45304"/>
                </a:lnTo>
                <a:lnTo>
                  <a:pt x="236192" y="45042"/>
                </a:lnTo>
                <a:lnTo>
                  <a:pt x="236226" y="44784"/>
                </a:lnTo>
                <a:lnTo>
                  <a:pt x="236260" y="44531"/>
                </a:lnTo>
                <a:lnTo>
                  <a:pt x="236293" y="44284"/>
                </a:lnTo>
                <a:lnTo>
                  <a:pt x="236326" y="44041"/>
                </a:lnTo>
                <a:lnTo>
                  <a:pt x="236358" y="43803"/>
                </a:lnTo>
                <a:lnTo>
                  <a:pt x="236389" y="43571"/>
                </a:lnTo>
                <a:lnTo>
                  <a:pt x="236420" y="43343"/>
                </a:lnTo>
                <a:lnTo>
                  <a:pt x="236450" y="43120"/>
                </a:lnTo>
                <a:lnTo>
                  <a:pt x="236480" y="42902"/>
                </a:lnTo>
                <a:lnTo>
                  <a:pt x="236509" y="42690"/>
                </a:lnTo>
                <a:lnTo>
                  <a:pt x="236538" y="42902"/>
                </a:lnTo>
                <a:lnTo>
                  <a:pt x="236568" y="43120"/>
                </a:lnTo>
                <a:lnTo>
                  <a:pt x="236598" y="43343"/>
                </a:lnTo>
                <a:lnTo>
                  <a:pt x="236630" y="43571"/>
                </a:lnTo>
                <a:lnTo>
                  <a:pt x="236662" y="43803"/>
                </a:lnTo>
                <a:lnTo>
                  <a:pt x="236695" y="44041"/>
                </a:lnTo>
                <a:lnTo>
                  <a:pt x="236729" y="44284"/>
                </a:lnTo>
                <a:lnTo>
                  <a:pt x="236763" y="44531"/>
                </a:lnTo>
                <a:lnTo>
                  <a:pt x="236799" y="44784"/>
                </a:lnTo>
                <a:lnTo>
                  <a:pt x="236835" y="45042"/>
                </a:lnTo>
                <a:lnTo>
                  <a:pt x="236872" y="45304"/>
                </a:lnTo>
                <a:lnTo>
                  <a:pt x="236910" y="45572"/>
                </a:lnTo>
                <a:lnTo>
                  <a:pt x="236948" y="45844"/>
                </a:lnTo>
                <a:lnTo>
                  <a:pt x="236988" y="46122"/>
                </a:lnTo>
                <a:lnTo>
                  <a:pt x="237028" y="46405"/>
                </a:lnTo>
                <a:lnTo>
                  <a:pt x="237069" y="46692"/>
                </a:lnTo>
                <a:lnTo>
                  <a:pt x="237111" y="46985"/>
                </a:lnTo>
                <a:lnTo>
                  <a:pt x="237154" y="47282"/>
                </a:lnTo>
                <a:lnTo>
                  <a:pt x="237197" y="47585"/>
                </a:lnTo>
                <a:lnTo>
                  <a:pt x="237241" y="47892"/>
                </a:lnTo>
                <a:lnTo>
                  <a:pt x="237286" y="48205"/>
                </a:lnTo>
                <a:lnTo>
                  <a:pt x="237332" y="48522"/>
                </a:lnTo>
                <a:lnTo>
                  <a:pt x="237379" y="48844"/>
                </a:lnTo>
                <a:lnTo>
                  <a:pt x="237426" y="49172"/>
                </a:lnTo>
                <a:lnTo>
                  <a:pt x="237474" y="49501"/>
                </a:lnTo>
                <a:lnTo>
                  <a:pt x="237521" y="49827"/>
                </a:lnTo>
                <a:lnTo>
                  <a:pt x="237568" y="50150"/>
                </a:lnTo>
                <a:lnTo>
                  <a:pt x="237615" y="50471"/>
                </a:lnTo>
                <a:lnTo>
                  <a:pt x="237661" y="50789"/>
                </a:lnTo>
                <a:lnTo>
                  <a:pt x="237706" y="51105"/>
                </a:lnTo>
                <a:lnTo>
                  <a:pt x="237752" y="51418"/>
                </a:lnTo>
                <a:lnTo>
                  <a:pt x="237796" y="51728"/>
                </a:lnTo>
                <a:lnTo>
                  <a:pt x="237841" y="52036"/>
                </a:lnTo>
                <a:lnTo>
                  <a:pt x="237885" y="52342"/>
                </a:lnTo>
                <a:lnTo>
                  <a:pt x="237929" y="52644"/>
                </a:lnTo>
                <a:lnTo>
                  <a:pt x="237972" y="52944"/>
                </a:lnTo>
                <a:lnTo>
                  <a:pt x="238015" y="53242"/>
                </a:lnTo>
                <a:lnTo>
                  <a:pt x="238057" y="53537"/>
                </a:lnTo>
                <a:lnTo>
                  <a:pt x="238099" y="53829"/>
                </a:lnTo>
                <a:lnTo>
                  <a:pt x="238141" y="54119"/>
                </a:lnTo>
                <a:lnTo>
                  <a:pt x="238182" y="54406"/>
                </a:lnTo>
                <a:lnTo>
                  <a:pt x="238223" y="54691"/>
                </a:lnTo>
                <a:lnTo>
                  <a:pt x="238263" y="54973"/>
                </a:lnTo>
                <a:lnTo>
                  <a:pt x="238303" y="55252"/>
                </a:lnTo>
                <a:lnTo>
                  <a:pt x="238343" y="55529"/>
                </a:lnTo>
                <a:lnTo>
                  <a:pt x="238382" y="55803"/>
                </a:lnTo>
                <a:lnTo>
                  <a:pt x="238421" y="56075"/>
                </a:lnTo>
                <a:lnTo>
                  <a:pt x="238460" y="56344"/>
                </a:lnTo>
                <a:lnTo>
                  <a:pt x="243968" y="95246"/>
                </a:lnTo>
                <a:lnTo>
                  <a:pt x="258771" y="95246"/>
                </a:lnTo>
                <a:lnTo>
                  <a:pt x="268640" y="32131"/>
                </a:lnTo>
                <a:lnTo>
                  <a:pt x="257164" y="32131"/>
                </a:lnTo>
                <a:lnTo>
                  <a:pt x="251541" y="70804"/>
                </a:lnTo>
                <a:lnTo>
                  <a:pt x="251512" y="71073"/>
                </a:lnTo>
                <a:lnTo>
                  <a:pt x="251483" y="71345"/>
                </a:lnTo>
                <a:lnTo>
                  <a:pt x="251452" y="71621"/>
                </a:lnTo>
                <a:lnTo>
                  <a:pt x="251422" y="71899"/>
                </a:lnTo>
                <a:lnTo>
                  <a:pt x="251390" y="72180"/>
                </a:lnTo>
                <a:lnTo>
                  <a:pt x="251358" y="72464"/>
                </a:lnTo>
                <a:lnTo>
                  <a:pt x="251326" y="72752"/>
                </a:lnTo>
                <a:lnTo>
                  <a:pt x="251292" y="73042"/>
                </a:lnTo>
                <a:lnTo>
                  <a:pt x="251258" y="73335"/>
                </a:lnTo>
                <a:lnTo>
                  <a:pt x="251224" y="73631"/>
                </a:lnTo>
                <a:lnTo>
                  <a:pt x="251189" y="73930"/>
                </a:lnTo>
                <a:lnTo>
                  <a:pt x="251153" y="74232"/>
                </a:lnTo>
                <a:lnTo>
                  <a:pt x="251117" y="74538"/>
                </a:lnTo>
                <a:lnTo>
                  <a:pt x="251080" y="74846"/>
                </a:lnTo>
                <a:lnTo>
                  <a:pt x="251043" y="75157"/>
                </a:lnTo>
                <a:lnTo>
                  <a:pt x="251005" y="75471"/>
                </a:lnTo>
                <a:lnTo>
                  <a:pt x="250967" y="75788"/>
                </a:lnTo>
                <a:lnTo>
                  <a:pt x="250927" y="76108"/>
                </a:lnTo>
                <a:lnTo>
                  <a:pt x="250888" y="76431"/>
                </a:lnTo>
                <a:lnTo>
                  <a:pt x="250847" y="76757"/>
                </a:lnTo>
                <a:lnTo>
                  <a:pt x="250806" y="77086"/>
                </a:lnTo>
                <a:lnTo>
                  <a:pt x="250765" y="77419"/>
                </a:lnTo>
                <a:lnTo>
                  <a:pt x="250723" y="77754"/>
                </a:lnTo>
                <a:lnTo>
                  <a:pt x="250680" y="78092"/>
                </a:lnTo>
                <a:lnTo>
                  <a:pt x="250637" y="78429"/>
                </a:lnTo>
                <a:lnTo>
                  <a:pt x="250596" y="78761"/>
                </a:lnTo>
                <a:lnTo>
                  <a:pt x="250556" y="79089"/>
                </a:lnTo>
                <a:lnTo>
                  <a:pt x="250516" y="79413"/>
                </a:lnTo>
                <a:lnTo>
                  <a:pt x="250478" y="79731"/>
                </a:lnTo>
                <a:lnTo>
                  <a:pt x="250440" y="80046"/>
                </a:lnTo>
                <a:lnTo>
                  <a:pt x="250404" y="80355"/>
                </a:lnTo>
                <a:lnTo>
                  <a:pt x="250368" y="80660"/>
                </a:lnTo>
                <a:lnTo>
                  <a:pt x="250334" y="80961"/>
                </a:lnTo>
                <a:lnTo>
                  <a:pt x="250300" y="81257"/>
                </a:lnTo>
                <a:lnTo>
                  <a:pt x="250268" y="81548"/>
                </a:lnTo>
                <a:lnTo>
                  <a:pt x="250236" y="81835"/>
                </a:lnTo>
                <a:lnTo>
                  <a:pt x="250206" y="82117"/>
                </a:lnTo>
                <a:lnTo>
                  <a:pt x="250176" y="82395"/>
                </a:lnTo>
                <a:lnTo>
                  <a:pt x="250148" y="82668"/>
                </a:lnTo>
                <a:lnTo>
                  <a:pt x="250120" y="82936"/>
                </a:lnTo>
                <a:lnTo>
                  <a:pt x="250094" y="83200"/>
                </a:lnTo>
                <a:lnTo>
                  <a:pt x="250068" y="83459"/>
                </a:lnTo>
                <a:lnTo>
                  <a:pt x="250044" y="83714"/>
                </a:lnTo>
                <a:lnTo>
                  <a:pt x="250020" y="83964"/>
                </a:lnTo>
                <a:lnTo>
                  <a:pt x="249997" y="84210"/>
                </a:lnTo>
                <a:lnTo>
                  <a:pt x="249976" y="84451"/>
                </a:lnTo>
                <a:lnTo>
                  <a:pt x="249955" y="84687"/>
                </a:lnTo>
                <a:lnTo>
                  <a:pt x="249936" y="84919"/>
                </a:lnTo>
                <a:lnTo>
                  <a:pt x="249906" y="84696"/>
                </a:lnTo>
                <a:lnTo>
                  <a:pt x="249877" y="84469"/>
                </a:lnTo>
                <a:lnTo>
                  <a:pt x="249846" y="84236"/>
                </a:lnTo>
                <a:lnTo>
                  <a:pt x="249814" y="83999"/>
                </a:lnTo>
                <a:lnTo>
                  <a:pt x="249782" y="83756"/>
                </a:lnTo>
                <a:lnTo>
                  <a:pt x="249749" y="83509"/>
                </a:lnTo>
                <a:lnTo>
                  <a:pt x="249715" y="83257"/>
                </a:lnTo>
                <a:lnTo>
                  <a:pt x="249680" y="82999"/>
                </a:lnTo>
                <a:lnTo>
                  <a:pt x="249645" y="82737"/>
                </a:lnTo>
                <a:lnTo>
                  <a:pt x="249608" y="82470"/>
                </a:lnTo>
                <a:lnTo>
                  <a:pt x="249571" y="82197"/>
                </a:lnTo>
                <a:lnTo>
                  <a:pt x="249533" y="81920"/>
                </a:lnTo>
                <a:lnTo>
                  <a:pt x="249495" y="81638"/>
                </a:lnTo>
                <a:lnTo>
                  <a:pt x="249455" y="81351"/>
                </a:lnTo>
                <a:lnTo>
                  <a:pt x="249415" y="81059"/>
                </a:lnTo>
                <a:lnTo>
                  <a:pt x="249374" y="80762"/>
                </a:lnTo>
                <a:lnTo>
                  <a:pt x="249332" y="80459"/>
                </a:lnTo>
                <a:lnTo>
                  <a:pt x="249289" y="80152"/>
                </a:lnTo>
                <a:lnTo>
                  <a:pt x="249246" y="79840"/>
                </a:lnTo>
                <a:lnTo>
                  <a:pt x="249201" y="79523"/>
                </a:lnTo>
                <a:lnTo>
                  <a:pt x="249156" y="79201"/>
                </a:lnTo>
                <a:lnTo>
                  <a:pt x="249110" y="78874"/>
                </a:lnTo>
                <a:lnTo>
                  <a:pt x="249064" y="78542"/>
                </a:lnTo>
                <a:lnTo>
                  <a:pt x="249016" y="78205"/>
                </a:lnTo>
                <a:lnTo>
                  <a:pt x="248969" y="77867"/>
                </a:lnTo>
                <a:lnTo>
                  <a:pt x="248922" y="77532"/>
                </a:lnTo>
                <a:lnTo>
                  <a:pt x="248875" y="77198"/>
                </a:lnTo>
                <a:lnTo>
                  <a:pt x="248829" y="76868"/>
                </a:lnTo>
                <a:lnTo>
                  <a:pt x="248783" y="76540"/>
                </a:lnTo>
                <a:lnTo>
                  <a:pt x="248737" y="76215"/>
                </a:lnTo>
                <a:lnTo>
                  <a:pt x="248692" y="75892"/>
                </a:lnTo>
                <a:lnTo>
                  <a:pt x="248647" y="75572"/>
                </a:lnTo>
                <a:lnTo>
                  <a:pt x="248603" y="75255"/>
                </a:lnTo>
                <a:lnTo>
                  <a:pt x="248559" y="74940"/>
                </a:lnTo>
                <a:lnTo>
                  <a:pt x="248515" y="74627"/>
                </a:lnTo>
                <a:lnTo>
                  <a:pt x="248472" y="74318"/>
                </a:lnTo>
                <a:lnTo>
                  <a:pt x="248429" y="74011"/>
                </a:lnTo>
                <a:lnTo>
                  <a:pt x="248386" y="73706"/>
                </a:lnTo>
                <a:lnTo>
                  <a:pt x="248344" y="73404"/>
                </a:lnTo>
                <a:lnTo>
                  <a:pt x="248303" y="73105"/>
                </a:lnTo>
                <a:lnTo>
                  <a:pt x="248261" y="72808"/>
                </a:lnTo>
                <a:lnTo>
                  <a:pt x="248221" y="72514"/>
                </a:lnTo>
                <a:lnTo>
                  <a:pt x="248180" y="72223"/>
                </a:lnTo>
                <a:lnTo>
                  <a:pt x="248140" y="71934"/>
                </a:lnTo>
                <a:lnTo>
                  <a:pt x="248100" y="71647"/>
                </a:lnTo>
                <a:lnTo>
                  <a:pt x="248061" y="71364"/>
                </a:lnTo>
                <a:lnTo>
                  <a:pt x="248022" y="71082"/>
                </a:lnTo>
                <a:lnTo>
                  <a:pt x="247983" y="70804"/>
                </a:lnTo>
                <a:lnTo>
                  <a:pt x="242131" y="32131"/>
                </a:lnTo>
                <a:lnTo>
                  <a:pt x="231000" y="32131"/>
                </a:lnTo>
                <a:lnTo>
                  <a:pt x="225033" y="70804"/>
                </a:lnTo>
                <a:lnTo>
                  <a:pt x="224994" y="71082"/>
                </a:lnTo>
                <a:lnTo>
                  <a:pt x="224955" y="71363"/>
                </a:lnTo>
                <a:lnTo>
                  <a:pt x="224916" y="71646"/>
                </a:lnTo>
                <a:lnTo>
                  <a:pt x="224877" y="71932"/>
                </a:lnTo>
                <a:lnTo>
                  <a:pt x="224837" y="72220"/>
                </a:lnTo>
                <a:lnTo>
                  <a:pt x="224796" y="72511"/>
                </a:lnTo>
                <a:lnTo>
                  <a:pt x="224755" y="72803"/>
                </a:lnTo>
                <a:lnTo>
                  <a:pt x="224714" y="73099"/>
                </a:lnTo>
                <a:lnTo>
                  <a:pt x="224672" y="73396"/>
                </a:lnTo>
                <a:lnTo>
                  <a:pt x="224630" y="73696"/>
                </a:lnTo>
                <a:lnTo>
                  <a:pt x="224588" y="73999"/>
                </a:lnTo>
                <a:lnTo>
                  <a:pt x="224545" y="74303"/>
                </a:lnTo>
                <a:lnTo>
                  <a:pt x="224502" y="74611"/>
                </a:lnTo>
                <a:lnTo>
                  <a:pt x="224458" y="74920"/>
                </a:lnTo>
                <a:lnTo>
                  <a:pt x="224414" y="75232"/>
                </a:lnTo>
                <a:lnTo>
                  <a:pt x="224370" y="75546"/>
                </a:lnTo>
                <a:lnTo>
                  <a:pt x="224325" y="75863"/>
                </a:lnTo>
                <a:lnTo>
                  <a:pt x="224280" y="76182"/>
                </a:lnTo>
                <a:lnTo>
                  <a:pt x="224234" y="76504"/>
                </a:lnTo>
                <a:lnTo>
                  <a:pt x="224188" y="76828"/>
                </a:lnTo>
                <a:lnTo>
                  <a:pt x="224141" y="77154"/>
                </a:lnTo>
                <a:lnTo>
                  <a:pt x="224095" y="77483"/>
                </a:lnTo>
                <a:lnTo>
                  <a:pt x="224047" y="77814"/>
                </a:lnTo>
                <a:lnTo>
                  <a:pt x="224000" y="78148"/>
                </a:lnTo>
                <a:lnTo>
                  <a:pt x="223952" y="78480"/>
                </a:lnTo>
                <a:lnTo>
                  <a:pt x="223906" y="78808"/>
                </a:lnTo>
                <a:lnTo>
                  <a:pt x="223860" y="79130"/>
                </a:lnTo>
                <a:lnTo>
                  <a:pt x="223815" y="79448"/>
                </a:lnTo>
                <a:lnTo>
                  <a:pt x="223771" y="79762"/>
                </a:lnTo>
                <a:lnTo>
                  <a:pt x="223728" y="80070"/>
                </a:lnTo>
                <a:lnTo>
                  <a:pt x="223685" y="80374"/>
                </a:lnTo>
                <a:lnTo>
                  <a:pt x="223643" y="80672"/>
                </a:lnTo>
                <a:lnTo>
                  <a:pt x="223602" y="80967"/>
                </a:lnTo>
                <a:lnTo>
                  <a:pt x="223562" y="81256"/>
                </a:lnTo>
                <a:lnTo>
                  <a:pt x="223523" y="81540"/>
                </a:lnTo>
                <a:lnTo>
                  <a:pt x="223484" y="81820"/>
                </a:lnTo>
                <a:lnTo>
                  <a:pt x="223446" y="82095"/>
                </a:lnTo>
                <a:lnTo>
                  <a:pt x="223409" y="82365"/>
                </a:lnTo>
                <a:lnTo>
                  <a:pt x="223373" y="82630"/>
                </a:lnTo>
                <a:lnTo>
                  <a:pt x="223337" y="82891"/>
                </a:lnTo>
                <a:lnTo>
                  <a:pt x="223303" y="83147"/>
                </a:lnTo>
                <a:lnTo>
                  <a:pt x="223269" y="83398"/>
                </a:lnTo>
                <a:lnTo>
                  <a:pt x="223236" y="83644"/>
                </a:lnTo>
                <a:lnTo>
                  <a:pt x="223203" y="83885"/>
                </a:lnTo>
                <a:lnTo>
                  <a:pt x="223172" y="84122"/>
                </a:lnTo>
                <a:lnTo>
                  <a:pt x="223141" y="84354"/>
                </a:lnTo>
                <a:lnTo>
                  <a:pt x="223111" y="84581"/>
                </a:lnTo>
                <a:lnTo>
                  <a:pt x="223082" y="84803"/>
                </a:lnTo>
                <a:lnTo>
                  <a:pt x="223063" y="84581"/>
                </a:lnTo>
                <a:lnTo>
                  <a:pt x="223043" y="84354"/>
                </a:lnTo>
                <a:lnTo>
                  <a:pt x="223022" y="84122"/>
                </a:lnTo>
                <a:lnTo>
                  <a:pt x="223001" y="83885"/>
                </a:lnTo>
                <a:lnTo>
                  <a:pt x="222979" y="83644"/>
                </a:lnTo>
                <a:lnTo>
                  <a:pt x="222957" y="83398"/>
                </a:lnTo>
                <a:lnTo>
                  <a:pt x="222934" y="83147"/>
                </a:lnTo>
                <a:lnTo>
                  <a:pt x="222910" y="82891"/>
                </a:lnTo>
                <a:lnTo>
                  <a:pt x="222886" y="82630"/>
                </a:lnTo>
                <a:lnTo>
                  <a:pt x="222861" y="82365"/>
                </a:lnTo>
                <a:lnTo>
                  <a:pt x="222835" y="82095"/>
                </a:lnTo>
                <a:lnTo>
                  <a:pt x="222809" y="81820"/>
                </a:lnTo>
                <a:lnTo>
                  <a:pt x="222783" y="81540"/>
                </a:lnTo>
                <a:lnTo>
                  <a:pt x="222756" y="81256"/>
                </a:lnTo>
                <a:lnTo>
                  <a:pt x="222728" y="80967"/>
                </a:lnTo>
                <a:lnTo>
                  <a:pt x="222699" y="80672"/>
                </a:lnTo>
                <a:lnTo>
                  <a:pt x="222670" y="80374"/>
                </a:lnTo>
                <a:lnTo>
                  <a:pt x="222641" y="80070"/>
                </a:lnTo>
                <a:lnTo>
                  <a:pt x="222610" y="79762"/>
                </a:lnTo>
                <a:lnTo>
                  <a:pt x="222579" y="79448"/>
                </a:lnTo>
                <a:lnTo>
                  <a:pt x="222548" y="79130"/>
                </a:lnTo>
                <a:lnTo>
                  <a:pt x="222516" y="78808"/>
                </a:lnTo>
                <a:lnTo>
                  <a:pt x="222483" y="78480"/>
                </a:lnTo>
                <a:lnTo>
                  <a:pt x="222450" y="78148"/>
                </a:lnTo>
                <a:lnTo>
                  <a:pt x="222416" y="77814"/>
                </a:lnTo>
                <a:lnTo>
                  <a:pt x="222383" y="77483"/>
                </a:lnTo>
                <a:lnTo>
                  <a:pt x="222349" y="77154"/>
                </a:lnTo>
                <a:lnTo>
                  <a:pt x="222315" y="76828"/>
                </a:lnTo>
                <a:lnTo>
                  <a:pt x="222280" y="76504"/>
                </a:lnTo>
                <a:lnTo>
                  <a:pt x="222246" y="76182"/>
                </a:lnTo>
                <a:lnTo>
                  <a:pt x="222211" y="75863"/>
                </a:lnTo>
                <a:lnTo>
                  <a:pt x="222176" y="75546"/>
                </a:lnTo>
                <a:lnTo>
                  <a:pt x="222141" y="75232"/>
                </a:lnTo>
                <a:lnTo>
                  <a:pt x="222106" y="74920"/>
                </a:lnTo>
                <a:lnTo>
                  <a:pt x="222070" y="74611"/>
                </a:lnTo>
                <a:lnTo>
                  <a:pt x="222035" y="74303"/>
                </a:lnTo>
                <a:lnTo>
                  <a:pt x="221999" y="73999"/>
                </a:lnTo>
                <a:lnTo>
                  <a:pt x="221963" y="73696"/>
                </a:lnTo>
                <a:lnTo>
                  <a:pt x="221926" y="73396"/>
                </a:lnTo>
                <a:lnTo>
                  <a:pt x="221890" y="73099"/>
                </a:lnTo>
                <a:lnTo>
                  <a:pt x="221853" y="72803"/>
                </a:lnTo>
                <a:lnTo>
                  <a:pt x="221816" y="72511"/>
                </a:lnTo>
                <a:lnTo>
                  <a:pt x="221779" y="72220"/>
                </a:lnTo>
                <a:lnTo>
                  <a:pt x="221742" y="71932"/>
                </a:lnTo>
                <a:lnTo>
                  <a:pt x="221704" y="71646"/>
                </a:lnTo>
                <a:lnTo>
                  <a:pt x="221666" y="71363"/>
                </a:lnTo>
                <a:lnTo>
                  <a:pt x="221628" y="71082"/>
                </a:lnTo>
                <a:lnTo>
                  <a:pt x="221590" y="70804"/>
                </a:lnTo>
                <a:lnTo>
                  <a:pt x="216311" y="32131"/>
                </a:lnTo>
                <a:lnTo>
                  <a:pt x="204378" y="32131"/>
                </a:lnTo>
                <a:lnTo>
                  <a:pt x="214017" y="95246"/>
                </a:lnTo>
                <a:lnTo>
                  <a:pt x="228820" y="95246"/>
                </a:lnTo>
                <a:lnTo>
                  <a:pt x="234558" y="56344"/>
                </a:lnTo>
                <a:lnTo>
                  <a:pt x="234606" y="56075"/>
                </a:lnTo>
                <a:close/>
                <a:moveTo>
                  <a:pt x="309987" y="96244"/>
                </a:moveTo>
                <a:lnTo>
                  <a:pt x="310949" y="96200"/>
                </a:lnTo>
                <a:lnTo>
                  <a:pt x="311891" y="96138"/>
                </a:lnTo>
                <a:lnTo>
                  <a:pt x="312812" y="96058"/>
                </a:lnTo>
                <a:lnTo>
                  <a:pt x="313713" y="95960"/>
                </a:lnTo>
                <a:lnTo>
                  <a:pt x="314593" y="95845"/>
                </a:lnTo>
                <a:lnTo>
                  <a:pt x="315453" y="95712"/>
                </a:lnTo>
                <a:lnTo>
                  <a:pt x="316292" y="95561"/>
                </a:lnTo>
                <a:lnTo>
                  <a:pt x="317111" y="95393"/>
                </a:lnTo>
                <a:lnTo>
                  <a:pt x="317909" y="95207"/>
                </a:lnTo>
                <a:lnTo>
                  <a:pt x="318687" y="95003"/>
                </a:lnTo>
                <a:lnTo>
                  <a:pt x="319444" y="94781"/>
                </a:lnTo>
                <a:lnTo>
                  <a:pt x="320180" y="94542"/>
                </a:lnTo>
                <a:lnTo>
                  <a:pt x="320896" y="94285"/>
                </a:lnTo>
                <a:lnTo>
                  <a:pt x="321592" y="94010"/>
                </a:lnTo>
                <a:lnTo>
                  <a:pt x="322267" y="93718"/>
                </a:lnTo>
                <a:lnTo>
                  <a:pt x="322922" y="93407"/>
                </a:lnTo>
                <a:lnTo>
                  <a:pt x="323555" y="93079"/>
                </a:lnTo>
                <a:lnTo>
                  <a:pt x="324169" y="92734"/>
                </a:lnTo>
                <a:lnTo>
                  <a:pt x="324762" y="92370"/>
                </a:lnTo>
                <a:lnTo>
                  <a:pt x="325334" y="91989"/>
                </a:lnTo>
                <a:lnTo>
                  <a:pt x="325886" y="91590"/>
                </a:lnTo>
                <a:lnTo>
                  <a:pt x="326417" y="91173"/>
                </a:lnTo>
                <a:lnTo>
                  <a:pt x="326928" y="90741"/>
                </a:lnTo>
                <a:lnTo>
                  <a:pt x="327416" y="90294"/>
                </a:lnTo>
                <a:lnTo>
                  <a:pt x="327883" y="89833"/>
                </a:lnTo>
                <a:lnTo>
                  <a:pt x="328329" y="89358"/>
                </a:lnTo>
                <a:lnTo>
                  <a:pt x="328752" y="88868"/>
                </a:lnTo>
                <a:lnTo>
                  <a:pt x="329154" y="88365"/>
                </a:lnTo>
                <a:lnTo>
                  <a:pt x="329534" y="87847"/>
                </a:lnTo>
                <a:lnTo>
                  <a:pt x="329892" y="87316"/>
                </a:lnTo>
                <a:lnTo>
                  <a:pt x="330229" y="86770"/>
                </a:lnTo>
                <a:lnTo>
                  <a:pt x="330544" y="86210"/>
                </a:lnTo>
                <a:lnTo>
                  <a:pt x="330837" y="85636"/>
                </a:lnTo>
                <a:lnTo>
                  <a:pt x="331108" y="85048"/>
                </a:lnTo>
                <a:lnTo>
                  <a:pt x="331358" y="84445"/>
                </a:lnTo>
                <a:lnTo>
                  <a:pt x="331586" y="83829"/>
                </a:lnTo>
                <a:lnTo>
                  <a:pt x="331792" y="83198"/>
                </a:lnTo>
                <a:lnTo>
                  <a:pt x="331977" y="82553"/>
                </a:lnTo>
                <a:lnTo>
                  <a:pt x="332140" y="81894"/>
                </a:lnTo>
                <a:lnTo>
                  <a:pt x="332281" y="81221"/>
                </a:lnTo>
                <a:lnTo>
                  <a:pt x="332401" y="80534"/>
                </a:lnTo>
                <a:lnTo>
                  <a:pt x="332498" y="79832"/>
                </a:lnTo>
                <a:lnTo>
                  <a:pt x="332574" y="79117"/>
                </a:lnTo>
                <a:lnTo>
                  <a:pt x="332629" y="78387"/>
                </a:lnTo>
                <a:lnTo>
                  <a:pt x="332661" y="77643"/>
                </a:lnTo>
                <a:lnTo>
                  <a:pt x="332672" y="76885"/>
                </a:lnTo>
                <a:lnTo>
                  <a:pt x="332663" y="76175"/>
                </a:lnTo>
                <a:lnTo>
                  <a:pt x="332635" y="75480"/>
                </a:lnTo>
                <a:lnTo>
                  <a:pt x="332589" y="74799"/>
                </a:lnTo>
                <a:lnTo>
                  <a:pt x="332524" y="74133"/>
                </a:lnTo>
                <a:lnTo>
                  <a:pt x="332440" y="73481"/>
                </a:lnTo>
                <a:lnTo>
                  <a:pt x="332339" y="72844"/>
                </a:lnTo>
                <a:lnTo>
                  <a:pt x="332218" y="72221"/>
                </a:lnTo>
                <a:lnTo>
                  <a:pt x="332079" y="71613"/>
                </a:lnTo>
                <a:lnTo>
                  <a:pt x="331922" y="71020"/>
                </a:lnTo>
                <a:lnTo>
                  <a:pt x="331746" y="70441"/>
                </a:lnTo>
                <a:lnTo>
                  <a:pt x="331551" y="69876"/>
                </a:lnTo>
                <a:lnTo>
                  <a:pt x="331338" y="69326"/>
                </a:lnTo>
                <a:lnTo>
                  <a:pt x="331107" y="68791"/>
                </a:lnTo>
                <a:lnTo>
                  <a:pt x="330857" y="68270"/>
                </a:lnTo>
                <a:lnTo>
                  <a:pt x="330588" y="67764"/>
                </a:lnTo>
                <a:lnTo>
                  <a:pt x="330301" y="67272"/>
                </a:lnTo>
                <a:lnTo>
                  <a:pt x="329995" y="66795"/>
                </a:lnTo>
                <a:lnTo>
                  <a:pt x="329671" y="66332"/>
                </a:lnTo>
                <a:lnTo>
                  <a:pt x="329328" y="65884"/>
                </a:lnTo>
                <a:lnTo>
                  <a:pt x="328967" y="65450"/>
                </a:lnTo>
                <a:lnTo>
                  <a:pt x="328587" y="65031"/>
                </a:lnTo>
                <a:lnTo>
                  <a:pt x="328189" y="64627"/>
                </a:lnTo>
                <a:lnTo>
                  <a:pt x="327772" y="64237"/>
                </a:lnTo>
                <a:lnTo>
                  <a:pt x="327337" y="63861"/>
                </a:lnTo>
                <a:lnTo>
                  <a:pt x="326882" y="63498"/>
                </a:lnTo>
                <a:lnTo>
                  <a:pt x="326406" y="63144"/>
                </a:lnTo>
                <a:lnTo>
                  <a:pt x="325910" y="62801"/>
                </a:lnTo>
                <a:lnTo>
                  <a:pt x="325394" y="62467"/>
                </a:lnTo>
                <a:lnTo>
                  <a:pt x="324857" y="62142"/>
                </a:lnTo>
                <a:lnTo>
                  <a:pt x="324300" y="61828"/>
                </a:lnTo>
                <a:lnTo>
                  <a:pt x="323722" y="61523"/>
                </a:lnTo>
                <a:lnTo>
                  <a:pt x="323123" y="61228"/>
                </a:lnTo>
                <a:lnTo>
                  <a:pt x="322504" y="60943"/>
                </a:lnTo>
                <a:lnTo>
                  <a:pt x="321864" y="60668"/>
                </a:lnTo>
                <a:lnTo>
                  <a:pt x="321204" y="60402"/>
                </a:lnTo>
                <a:lnTo>
                  <a:pt x="320524" y="60146"/>
                </a:lnTo>
                <a:lnTo>
                  <a:pt x="319822" y="59900"/>
                </a:lnTo>
                <a:lnTo>
                  <a:pt x="319101" y="59663"/>
                </a:lnTo>
                <a:lnTo>
                  <a:pt x="318358" y="59437"/>
                </a:lnTo>
                <a:lnTo>
                  <a:pt x="317596" y="59220"/>
                </a:lnTo>
                <a:lnTo>
                  <a:pt x="316812" y="59013"/>
                </a:lnTo>
                <a:lnTo>
                  <a:pt x="316009" y="58815"/>
                </a:lnTo>
                <a:lnTo>
                  <a:pt x="315184" y="58628"/>
                </a:lnTo>
                <a:lnTo>
                  <a:pt x="314339" y="58450"/>
                </a:lnTo>
                <a:lnTo>
                  <a:pt x="313474" y="58282"/>
                </a:lnTo>
                <a:lnTo>
                  <a:pt x="312588" y="58123"/>
                </a:lnTo>
                <a:lnTo>
                  <a:pt x="311682" y="57975"/>
                </a:lnTo>
                <a:lnTo>
                  <a:pt x="310755" y="57836"/>
                </a:lnTo>
                <a:lnTo>
                  <a:pt x="302607" y="56689"/>
                </a:lnTo>
                <a:lnTo>
                  <a:pt x="302248" y="56630"/>
                </a:lnTo>
                <a:lnTo>
                  <a:pt x="301897" y="56568"/>
                </a:lnTo>
                <a:lnTo>
                  <a:pt x="301555" y="56504"/>
                </a:lnTo>
                <a:lnTo>
                  <a:pt x="301221" y="56436"/>
                </a:lnTo>
                <a:lnTo>
                  <a:pt x="300895" y="56365"/>
                </a:lnTo>
                <a:lnTo>
                  <a:pt x="300578" y="56291"/>
                </a:lnTo>
                <a:lnTo>
                  <a:pt x="300269" y="56214"/>
                </a:lnTo>
                <a:lnTo>
                  <a:pt x="299968" y="56135"/>
                </a:lnTo>
                <a:lnTo>
                  <a:pt x="299676" y="56052"/>
                </a:lnTo>
                <a:lnTo>
                  <a:pt x="299392" y="55966"/>
                </a:lnTo>
                <a:lnTo>
                  <a:pt x="299116" y="55877"/>
                </a:lnTo>
                <a:lnTo>
                  <a:pt x="298849" y="55786"/>
                </a:lnTo>
                <a:lnTo>
                  <a:pt x="298590" y="55691"/>
                </a:lnTo>
                <a:lnTo>
                  <a:pt x="298340" y="55593"/>
                </a:lnTo>
                <a:lnTo>
                  <a:pt x="298098" y="55492"/>
                </a:lnTo>
                <a:lnTo>
                  <a:pt x="297864" y="55389"/>
                </a:lnTo>
                <a:lnTo>
                  <a:pt x="297638" y="55282"/>
                </a:lnTo>
                <a:lnTo>
                  <a:pt x="297421" y="55172"/>
                </a:lnTo>
                <a:lnTo>
                  <a:pt x="297213" y="55060"/>
                </a:lnTo>
                <a:lnTo>
                  <a:pt x="297012" y="54944"/>
                </a:lnTo>
                <a:lnTo>
                  <a:pt x="296820" y="54825"/>
                </a:lnTo>
                <a:lnTo>
                  <a:pt x="296637" y="54704"/>
                </a:lnTo>
                <a:lnTo>
                  <a:pt x="296462" y="54579"/>
                </a:lnTo>
                <a:lnTo>
                  <a:pt x="296295" y="54451"/>
                </a:lnTo>
                <a:lnTo>
                  <a:pt x="296136" y="54319"/>
                </a:lnTo>
                <a:lnTo>
                  <a:pt x="295983" y="54181"/>
                </a:lnTo>
                <a:lnTo>
                  <a:pt x="295838" y="54038"/>
                </a:lnTo>
                <a:lnTo>
                  <a:pt x="295699" y="53888"/>
                </a:lnTo>
                <a:lnTo>
                  <a:pt x="295567" y="53733"/>
                </a:lnTo>
                <a:lnTo>
                  <a:pt x="295441" y="53572"/>
                </a:lnTo>
                <a:lnTo>
                  <a:pt x="295323" y="53406"/>
                </a:lnTo>
                <a:lnTo>
                  <a:pt x="295211" y="53233"/>
                </a:lnTo>
                <a:lnTo>
                  <a:pt x="295106" y="53055"/>
                </a:lnTo>
                <a:lnTo>
                  <a:pt x="295008" y="52871"/>
                </a:lnTo>
                <a:lnTo>
                  <a:pt x="294916" y="52681"/>
                </a:lnTo>
                <a:lnTo>
                  <a:pt x="294832" y="52486"/>
                </a:lnTo>
                <a:lnTo>
                  <a:pt x="294754" y="52284"/>
                </a:lnTo>
                <a:lnTo>
                  <a:pt x="294683" y="52077"/>
                </a:lnTo>
                <a:lnTo>
                  <a:pt x="294618" y="51864"/>
                </a:lnTo>
                <a:lnTo>
                  <a:pt x="294561" y="51646"/>
                </a:lnTo>
                <a:lnTo>
                  <a:pt x="294510" y="51421"/>
                </a:lnTo>
                <a:lnTo>
                  <a:pt x="294466" y="51191"/>
                </a:lnTo>
                <a:lnTo>
                  <a:pt x="294429" y="50955"/>
                </a:lnTo>
                <a:lnTo>
                  <a:pt x="294398" y="50713"/>
                </a:lnTo>
                <a:lnTo>
                  <a:pt x="294375" y="50466"/>
                </a:lnTo>
                <a:lnTo>
                  <a:pt x="294358" y="50212"/>
                </a:lnTo>
                <a:lnTo>
                  <a:pt x="294348" y="49953"/>
                </a:lnTo>
                <a:lnTo>
                  <a:pt x="294344" y="49688"/>
                </a:lnTo>
                <a:lnTo>
                  <a:pt x="294348" y="49404"/>
                </a:lnTo>
                <a:lnTo>
                  <a:pt x="294360" y="49126"/>
                </a:lnTo>
                <a:lnTo>
                  <a:pt x="294379" y="48854"/>
                </a:lnTo>
                <a:lnTo>
                  <a:pt x="294406" y="48587"/>
                </a:lnTo>
                <a:lnTo>
                  <a:pt x="294441" y="48326"/>
                </a:lnTo>
                <a:lnTo>
                  <a:pt x="294484" y="48071"/>
                </a:lnTo>
                <a:lnTo>
                  <a:pt x="294534" y="47822"/>
                </a:lnTo>
                <a:lnTo>
                  <a:pt x="294593" y="47579"/>
                </a:lnTo>
                <a:lnTo>
                  <a:pt x="294659" y="47341"/>
                </a:lnTo>
                <a:lnTo>
                  <a:pt x="294733" y="47109"/>
                </a:lnTo>
                <a:lnTo>
                  <a:pt x="294814" y="46883"/>
                </a:lnTo>
                <a:lnTo>
                  <a:pt x="294904" y="46662"/>
                </a:lnTo>
                <a:lnTo>
                  <a:pt x="295001" y="46448"/>
                </a:lnTo>
                <a:lnTo>
                  <a:pt x="295106" y="46239"/>
                </a:lnTo>
                <a:lnTo>
                  <a:pt x="295218" y="46036"/>
                </a:lnTo>
                <a:lnTo>
                  <a:pt x="295339" y="45839"/>
                </a:lnTo>
                <a:lnTo>
                  <a:pt x="295467" y="45647"/>
                </a:lnTo>
                <a:lnTo>
                  <a:pt x="295603" y="45461"/>
                </a:lnTo>
                <a:lnTo>
                  <a:pt x="295747" y="45282"/>
                </a:lnTo>
                <a:lnTo>
                  <a:pt x="295898" y="45107"/>
                </a:lnTo>
                <a:lnTo>
                  <a:pt x="296057" y="44939"/>
                </a:lnTo>
                <a:lnTo>
                  <a:pt x="296224" y="44776"/>
                </a:lnTo>
                <a:lnTo>
                  <a:pt x="296399" y="44620"/>
                </a:lnTo>
                <a:lnTo>
                  <a:pt x="296582" y="44469"/>
                </a:lnTo>
                <a:lnTo>
                  <a:pt x="296773" y="44324"/>
                </a:lnTo>
                <a:lnTo>
                  <a:pt x="296974" y="44185"/>
                </a:lnTo>
                <a:lnTo>
                  <a:pt x="297183" y="44052"/>
                </a:lnTo>
                <a:lnTo>
                  <a:pt x="297403" y="43925"/>
                </a:lnTo>
                <a:lnTo>
                  <a:pt x="297631" y="43805"/>
                </a:lnTo>
                <a:lnTo>
                  <a:pt x="297869" y="43690"/>
                </a:lnTo>
                <a:lnTo>
                  <a:pt x="298117" y="43582"/>
                </a:lnTo>
                <a:lnTo>
                  <a:pt x="298373" y="43480"/>
                </a:lnTo>
                <a:lnTo>
                  <a:pt x="298639" y="43385"/>
                </a:lnTo>
                <a:lnTo>
                  <a:pt x="298915" y="43295"/>
                </a:lnTo>
                <a:lnTo>
                  <a:pt x="299200" y="43212"/>
                </a:lnTo>
                <a:lnTo>
                  <a:pt x="299494" y="43134"/>
                </a:lnTo>
                <a:lnTo>
                  <a:pt x="299797" y="43063"/>
                </a:lnTo>
                <a:lnTo>
                  <a:pt x="300110" y="42999"/>
                </a:lnTo>
                <a:lnTo>
                  <a:pt x="300432" y="42940"/>
                </a:lnTo>
                <a:lnTo>
                  <a:pt x="300764" y="42887"/>
                </a:lnTo>
                <a:lnTo>
                  <a:pt x="301105" y="42841"/>
                </a:lnTo>
                <a:lnTo>
                  <a:pt x="301455" y="42801"/>
                </a:lnTo>
                <a:lnTo>
                  <a:pt x="301815" y="42767"/>
                </a:lnTo>
                <a:lnTo>
                  <a:pt x="302184" y="42739"/>
                </a:lnTo>
                <a:lnTo>
                  <a:pt x="302563" y="42717"/>
                </a:lnTo>
                <a:lnTo>
                  <a:pt x="302950" y="42702"/>
                </a:lnTo>
                <a:lnTo>
                  <a:pt x="303348" y="42693"/>
                </a:lnTo>
                <a:lnTo>
                  <a:pt x="303754" y="42690"/>
                </a:lnTo>
                <a:lnTo>
                  <a:pt x="308116" y="42690"/>
                </a:lnTo>
                <a:lnTo>
                  <a:pt x="308448" y="42692"/>
                </a:lnTo>
                <a:lnTo>
                  <a:pt x="308774" y="42701"/>
                </a:lnTo>
                <a:lnTo>
                  <a:pt x="309095" y="42715"/>
                </a:lnTo>
                <a:lnTo>
                  <a:pt x="309411" y="42734"/>
                </a:lnTo>
                <a:lnTo>
                  <a:pt x="309722" y="42759"/>
                </a:lnTo>
                <a:lnTo>
                  <a:pt x="310027" y="42790"/>
                </a:lnTo>
                <a:lnTo>
                  <a:pt x="310326" y="42826"/>
                </a:lnTo>
                <a:lnTo>
                  <a:pt x="310621" y="42868"/>
                </a:lnTo>
                <a:lnTo>
                  <a:pt x="310909" y="42916"/>
                </a:lnTo>
                <a:lnTo>
                  <a:pt x="311193" y="42969"/>
                </a:lnTo>
                <a:lnTo>
                  <a:pt x="311471" y="43027"/>
                </a:lnTo>
                <a:lnTo>
                  <a:pt x="311744" y="43092"/>
                </a:lnTo>
                <a:lnTo>
                  <a:pt x="312011" y="43161"/>
                </a:lnTo>
                <a:lnTo>
                  <a:pt x="312273" y="43237"/>
                </a:lnTo>
                <a:lnTo>
                  <a:pt x="312530" y="43318"/>
                </a:lnTo>
                <a:lnTo>
                  <a:pt x="312781" y="43404"/>
                </a:lnTo>
                <a:lnTo>
                  <a:pt x="313027" y="43496"/>
                </a:lnTo>
                <a:lnTo>
                  <a:pt x="313268" y="43594"/>
                </a:lnTo>
                <a:lnTo>
                  <a:pt x="313503" y="43697"/>
                </a:lnTo>
                <a:lnTo>
                  <a:pt x="313733" y="43806"/>
                </a:lnTo>
                <a:lnTo>
                  <a:pt x="313957" y="43920"/>
                </a:lnTo>
                <a:lnTo>
                  <a:pt x="314176" y="44040"/>
                </a:lnTo>
                <a:lnTo>
                  <a:pt x="314390" y="44166"/>
                </a:lnTo>
                <a:lnTo>
                  <a:pt x="314598" y="44297"/>
                </a:lnTo>
                <a:lnTo>
                  <a:pt x="314800" y="44433"/>
                </a:lnTo>
                <a:lnTo>
                  <a:pt x="314995" y="44571"/>
                </a:lnTo>
                <a:lnTo>
                  <a:pt x="315182" y="44713"/>
                </a:lnTo>
                <a:lnTo>
                  <a:pt x="315362" y="44858"/>
                </a:lnTo>
                <a:lnTo>
                  <a:pt x="315534" y="45006"/>
                </a:lnTo>
                <a:lnTo>
                  <a:pt x="315699" y="45157"/>
                </a:lnTo>
                <a:lnTo>
                  <a:pt x="315857" y="45312"/>
                </a:lnTo>
                <a:lnTo>
                  <a:pt x="316007" y="45470"/>
                </a:lnTo>
                <a:lnTo>
                  <a:pt x="316150" y="45630"/>
                </a:lnTo>
                <a:lnTo>
                  <a:pt x="316286" y="45794"/>
                </a:lnTo>
                <a:lnTo>
                  <a:pt x="316414" y="45962"/>
                </a:lnTo>
                <a:lnTo>
                  <a:pt x="316535" y="46132"/>
                </a:lnTo>
                <a:lnTo>
                  <a:pt x="316648" y="46306"/>
                </a:lnTo>
                <a:lnTo>
                  <a:pt x="316754" y="46483"/>
                </a:lnTo>
                <a:lnTo>
                  <a:pt x="316853" y="46663"/>
                </a:lnTo>
                <a:lnTo>
                  <a:pt x="316944" y="46846"/>
                </a:lnTo>
                <a:lnTo>
                  <a:pt x="317028" y="47032"/>
                </a:lnTo>
                <a:lnTo>
                  <a:pt x="317105" y="47222"/>
                </a:lnTo>
                <a:lnTo>
                  <a:pt x="317174" y="47414"/>
                </a:lnTo>
                <a:lnTo>
                  <a:pt x="317236" y="47610"/>
                </a:lnTo>
                <a:lnTo>
                  <a:pt x="317291" y="47810"/>
                </a:lnTo>
                <a:lnTo>
                  <a:pt x="317338" y="48012"/>
                </a:lnTo>
                <a:lnTo>
                  <a:pt x="317378" y="48217"/>
                </a:lnTo>
                <a:lnTo>
                  <a:pt x="317410" y="48426"/>
                </a:lnTo>
                <a:lnTo>
                  <a:pt x="331754" y="48426"/>
                </a:lnTo>
                <a:lnTo>
                  <a:pt x="331706" y="47772"/>
                </a:lnTo>
                <a:lnTo>
                  <a:pt x="331637" y="47129"/>
                </a:lnTo>
                <a:lnTo>
                  <a:pt x="331548" y="46497"/>
                </a:lnTo>
                <a:lnTo>
                  <a:pt x="331439" y="45876"/>
                </a:lnTo>
                <a:lnTo>
                  <a:pt x="331309" y="45266"/>
                </a:lnTo>
                <a:lnTo>
                  <a:pt x="331159" y="44668"/>
                </a:lnTo>
                <a:lnTo>
                  <a:pt x="330989" y="44080"/>
                </a:lnTo>
                <a:lnTo>
                  <a:pt x="330798" y="43504"/>
                </a:lnTo>
                <a:lnTo>
                  <a:pt x="330587" y="42939"/>
                </a:lnTo>
                <a:lnTo>
                  <a:pt x="330356" y="42385"/>
                </a:lnTo>
                <a:lnTo>
                  <a:pt x="330104" y="41843"/>
                </a:lnTo>
                <a:lnTo>
                  <a:pt x="329832" y="41311"/>
                </a:lnTo>
                <a:lnTo>
                  <a:pt x="329540" y="40791"/>
                </a:lnTo>
                <a:lnTo>
                  <a:pt x="329227" y="40282"/>
                </a:lnTo>
                <a:lnTo>
                  <a:pt x="328894" y="39784"/>
                </a:lnTo>
                <a:lnTo>
                  <a:pt x="328541" y="39297"/>
                </a:lnTo>
                <a:lnTo>
                  <a:pt x="328168" y="38821"/>
                </a:lnTo>
                <a:lnTo>
                  <a:pt x="327774" y="38356"/>
                </a:lnTo>
                <a:lnTo>
                  <a:pt x="327359" y="37903"/>
                </a:lnTo>
                <a:lnTo>
                  <a:pt x="326925" y="37461"/>
                </a:lnTo>
                <a:lnTo>
                  <a:pt x="326470" y="37029"/>
                </a:lnTo>
                <a:lnTo>
                  <a:pt x="325995" y="36609"/>
                </a:lnTo>
                <a:lnTo>
                  <a:pt x="325499" y="36201"/>
                </a:lnTo>
                <a:lnTo>
                  <a:pt x="324983" y="35803"/>
                </a:lnTo>
                <a:lnTo>
                  <a:pt x="324450" y="35419"/>
                </a:lnTo>
                <a:lnTo>
                  <a:pt x="323902" y="35051"/>
                </a:lnTo>
                <a:lnTo>
                  <a:pt x="323339" y="34700"/>
                </a:lnTo>
                <a:lnTo>
                  <a:pt x="322762" y="34365"/>
                </a:lnTo>
                <a:lnTo>
                  <a:pt x="322170" y="34047"/>
                </a:lnTo>
                <a:lnTo>
                  <a:pt x="321563" y="33745"/>
                </a:lnTo>
                <a:lnTo>
                  <a:pt x="320941" y="33459"/>
                </a:lnTo>
                <a:lnTo>
                  <a:pt x="320304" y="33189"/>
                </a:lnTo>
                <a:lnTo>
                  <a:pt x="319653" y="32936"/>
                </a:lnTo>
                <a:lnTo>
                  <a:pt x="318987" y="32699"/>
                </a:lnTo>
                <a:lnTo>
                  <a:pt x="318307" y="32478"/>
                </a:lnTo>
                <a:lnTo>
                  <a:pt x="317611" y="32274"/>
                </a:lnTo>
                <a:lnTo>
                  <a:pt x="316901" y="32086"/>
                </a:lnTo>
                <a:lnTo>
                  <a:pt x="316176" y="31915"/>
                </a:lnTo>
                <a:lnTo>
                  <a:pt x="315436" y="31760"/>
                </a:lnTo>
                <a:lnTo>
                  <a:pt x="314682" y="31621"/>
                </a:lnTo>
                <a:lnTo>
                  <a:pt x="313913" y="31498"/>
                </a:lnTo>
                <a:lnTo>
                  <a:pt x="313129" y="31392"/>
                </a:lnTo>
                <a:lnTo>
                  <a:pt x="312330" y="31302"/>
                </a:lnTo>
                <a:lnTo>
                  <a:pt x="311517" y="31229"/>
                </a:lnTo>
                <a:lnTo>
                  <a:pt x="310689" y="31171"/>
                </a:lnTo>
                <a:lnTo>
                  <a:pt x="309846" y="31131"/>
                </a:lnTo>
                <a:lnTo>
                  <a:pt x="308988" y="31106"/>
                </a:lnTo>
                <a:lnTo>
                  <a:pt x="308116" y="31098"/>
                </a:lnTo>
                <a:lnTo>
                  <a:pt x="303754" y="31098"/>
                </a:lnTo>
                <a:lnTo>
                  <a:pt x="302798" y="31106"/>
                </a:lnTo>
                <a:lnTo>
                  <a:pt x="301861" y="31132"/>
                </a:lnTo>
                <a:lnTo>
                  <a:pt x="300944" y="31174"/>
                </a:lnTo>
                <a:lnTo>
                  <a:pt x="300047" y="31233"/>
                </a:lnTo>
                <a:lnTo>
                  <a:pt x="299169" y="31310"/>
                </a:lnTo>
                <a:lnTo>
                  <a:pt x="298310" y="31403"/>
                </a:lnTo>
                <a:lnTo>
                  <a:pt x="297472" y="31513"/>
                </a:lnTo>
                <a:lnTo>
                  <a:pt x="296652" y="31640"/>
                </a:lnTo>
                <a:lnTo>
                  <a:pt x="295852" y="31784"/>
                </a:lnTo>
                <a:lnTo>
                  <a:pt x="295072" y="31945"/>
                </a:lnTo>
                <a:lnTo>
                  <a:pt x="294311" y="32123"/>
                </a:lnTo>
                <a:lnTo>
                  <a:pt x="293570" y="32318"/>
                </a:lnTo>
                <a:lnTo>
                  <a:pt x="292848" y="32529"/>
                </a:lnTo>
                <a:lnTo>
                  <a:pt x="292146" y="32758"/>
                </a:lnTo>
                <a:lnTo>
                  <a:pt x="291463" y="33004"/>
                </a:lnTo>
                <a:lnTo>
                  <a:pt x="290800" y="33266"/>
                </a:lnTo>
                <a:lnTo>
                  <a:pt x="290156" y="33546"/>
                </a:lnTo>
                <a:lnTo>
                  <a:pt x="289532" y="33842"/>
                </a:lnTo>
                <a:lnTo>
                  <a:pt x="288927" y="34155"/>
                </a:lnTo>
                <a:lnTo>
                  <a:pt x="288342" y="34486"/>
                </a:lnTo>
                <a:lnTo>
                  <a:pt x="287776" y="34833"/>
                </a:lnTo>
                <a:lnTo>
                  <a:pt x="287230" y="35197"/>
                </a:lnTo>
                <a:lnTo>
                  <a:pt x="286704" y="35578"/>
                </a:lnTo>
                <a:lnTo>
                  <a:pt x="286197" y="35976"/>
                </a:lnTo>
                <a:lnTo>
                  <a:pt x="285710" y="36390"/>
                </a:lnTo>
                <a:lnTo>
                  <a:pt x="285244" y="36817"/>
                </a:lnTo>
                <a:lnTo>
                  <a:pt x="284798" y="37257"/>
                </a:lnTo>
                <a:lnTo>
                  <a:pt x="284373" y="37712"/>
                </a:lnTo>
                <a:lnTo>
                  <a:pt x="283969" y="38180"/>
                </a:lnTo>
                <a:lnTo>
                  <a:pt x="283586" y="38662"/>
                </a:lnTo>
                <a:lnTo>
                  <a:pt x="283223" y="39158"/>
                </a:lnTo>
                <a:lnTo>
                  <a:pt x="282881" y="39667"/>
                </a:lnTo>
                <a:lnTo>
                  <a:pt x="282560" y="40190"/>
                </a:lnTo>
                <a:lnTo>
                  <a:pt x="282260" y="40727"/>
                </a:lnTo>
                <a:lnTo>
                  <a:pt x="281980" y="41278"/>
                </a:lnTo>
                <a:lnTo>
                  <a:pt x="281721" y="41843"/>
                </a:lnTo>
                <a:lnTo>
                  <a:pt x="281483" y="42421"/>
                </a:lnTo>
                <a:lnTo>
                  <a:pt x="281265" y="43013"/>
                </a:lnTo>
                <a:lnTo>
                  <a:pt x="281068" y="43619"/>
                </a:lnTo>
                <a:lnTo>
                  <a:pt x="280892" y="44238"/>
                </a:lnTo>
                <a:lnTo>
                  <a:pt x="280737" y="44871"/>
                </a:lnTo>
                <a:lnTo>
                  <a:pt x="280602" y="45518"/>
                </a:lnTo>
                <a:lnTo>
                  <a:pt x="280488" y="46179"/>
                </a:lnTo>
                <a:lnTo>
                  <a:pt x="280395" y="46853"/>
                </a:lnTo>
                <a:lnTo>
                  <a:pt x="280322" y="47541"/>
                </a:lnTo>
                <a:lnTo>
                  <a:pt x="280271" y="48243"/>
                </a:lnTo>
                <a:lnTo>
                  <a:pt x="280240" y="48959"/>
                </a:lnTo>
                <a:lnTo>
                  <a:pt x="280229" y="49688"/>
                </a:lnTo>
                <a:lnTo>
                  <a:pt x="280238" y="50389"/>
                </a:lnTo>
                <a:lnTo>
                  <a:pt x="280264" y="51074"/>
                </a:lnTo>
                <a:lnTo>
                  <a:pt x="280308" y="51745"/>
                </a:lnTo>
                <a:lnTo>
                  <a:pt x="280369" y="52401"/>
                </a:lnTo>
                <a:lnTo>
                  <a:pt x="280448" y="53043"/>
                </a:lnTo>
                <a:lnTo>
                  <a:pt x="280545" y="53669"/>
                </a:lnTo>
                <a:lnTo>
                  <a:pt x="280659" y="54281"/>
                </a:lnTo>
                <a:lnTo>
                  <a:pt x="280790" y="54878"/>
                </a:lnTo>
                <a:lnTo>
                  <a:pt x="280939" y="55461"/>
                </a:lnTo>
                <a:lnTo>
                  <a:pt x="281106" y="56028"/>
                </a:lnTo>
                <a:lnTo>
                  <a:pt x="281290" y="56581"/>
                </a:lnTo>
                <a:lnTo>
                  <a:pt x="281492" y="57119"/>
                </a:lnTo>
                <a:lnTo>
                  <a:pt x="281711" y="57643"/>
                </a:lnTo>
                <a:lnTo>
                  <a:pt x="281948" y="58151"/>
                </a:lnTo>
                <a:lnTo>
                  <a:pt x="282202" y="58645"/>
                </a:lnTo>
                <a:lnTo>
                  <a:pt x="282474" y="59124"/>
                </a:lnTo>
                <a:lnTo>
                  <a:pt x="282763" y="59589"/>
                </a:lnTo>
                <a:lnTo>
                  <a:pt x="283070" y="60039"/>
                </a:lnTo>
                <a:lnTo>
                  <a:pt x="283394" y="60474"/>
                </a:lnTo>
                <a:lnTo>
                  <a:pt x="283736" y="60894"/>
                </a:lnTo>
                <a:lnTo>
                  <a:pt x="284096" y="61299"/>
                </a:lnTo>
                <a:lnTo>
                  <a:pt x="284473" y="61690"/>
                </a:lnTo>
                <a:lnTo>
                  <a:pt x="284867" y="62066"/>
                </a:lnTo>
                <a:lnTo>
                  <a:pt x="285279" y="62427"/>
                </a:lnTo>
                <a:lnTo>
                  <a:pt x="285710" y="62776"/>
                </a:lnTo>
                <a:lnTo>
                  <a:pt x="286161" y="63116"/>
                </a:lnTo>
                <a:lnTo>
                  <a:pt x="286631" y="63446"/>
                </a:lnTo>
                <a:lnTo>
                  <a:pt x="287122" y="63766"/>
                </a:lnTo>
                <a:lnTo>
                  <a:pt x="287632" y="64077"/>
                </a:lnTo>
                <a:lnTo>
                  <a:pt x="288163" y="64378"/>
                </a:lnTo>
                <a:lnTo>
                  <a:pt x="288713" y="64670"/>
                </a:lnTo>
                <a:lnTo>
                  <a:pt x="289283" y="64952"/>
                </a:lnTo>
                <a:lnTo>
                  <a:pt x="289873" y="65224"/>
                </a:lnTo>
                <a:lnTo>
                  <a:pt x="290483" y="65487"/>
                </a:lnTo>
                <a:lnTo>
                  <a:pt x="291113" y="65741"/>
                </a:lnTo>
                <a:lnTo>
                  <a:pt x="291763" y="65985"/>
                </a:lnTo>
                <a:lnTo>
                  <a:pt x="292433" y="66219"/>
                </a:lnTo>
                <a:lnTo>
                  <a:pt x="293123" y="66444"/>
                </a:lnTo>
                <a:lnTo>
                  <a:pt x="293832" y="66659"/>
                </a:lnTo>
                <a:lnTo>
                  <a:pt x="294562" y="66865"/>
                </a:lnTo>
                <a:lnTo>
                  <a:pt x="295311" y="67061"/>
                </a:lnTo>
                <a:lnTo>
                  <a:pt x="296081" y="67247"/>
                </a:lnTo>
                <a:lnTo>
                  <a:pt x="296870" y="67424"/>
                </a:lnTo>
                <a:lnTo>
                  <a:pt x="297679" y="67591"/>
                </a:lnTo>
                <a:lnTo>
                  <a:pt x="298508" y="67749"/>
                </a:lnTo>
                <a:lnTo>
                  <a:pt x="299357" y="67897"/>
                </a:lnTo>
                <a:lnTo>
                  <a:pt x="300226" y="68036"/>
                </a:lnTo>
                <a:lnTo>
                  <a:pt x="301115" y="68165"/>
                </a:lnTo>
                <a:lnTo>
                  <a:pt x="308918" y="69312"/>
                </a:lnTo>
                <a:lnTo>
                  <a:pt x="309325" y="69362"/>
                </a:lnTo>
                <a:lnTo>
                  <a:pt x="309722" y="69417"/>
                </a:lnTo>
                <a:lnTo>
                  <a:pt x="310111" y="69476"/>
                </a:lnTo>
                <a:lnTo>
                  <a:pt x="310491" y="69540"/>
                </a:lnTo>
                <a:lnTo>
                  <a:pt x="310862" y="69609"/>
                </a:lnTo>
                <a:lnTo>
                  <a:pt x="311224" y="69682"/>
                </a:lnTo>
                <a:lnTo>
                  <a:pt x="311576" y="69759"/>
                </a:lnTo>
                <a:lnTo>
                  <a:pt x="311920" y="69841"/>
                </a:lnTo>
                <a:lnTo>
                  <a:pt x="312255" y="69928"/>
                </a:lnTo>
                <a:lnTo>
                  <a:pt x="312581" y="70020"/>
                </a:lnTo>
                <a:lnTo>
                  <a:pt x="312898" y="70116"/>
                </a:lnTo>
                <a:lnTo>
                  <a:pt x="313206" y="70216"/>
                </a:lnTo>
                <a:lnTo>
                  <a:pt x="313506" y="70321"/>
                </a:lnTo>
                <a:lnTo>
                  <a:pt x="313796" y="70431"/>
                </a:lnTo>
                <a:lnTo>
                  <a:pt x="314077" y="70545"/>
                </a:lnTo>
                <a:lnTo>
                  <a:pt x="314349" y="70664"/>
                </a:lnTo>
                <a:lnTo>
                  <a:pt x="314612" y="70787"/>
                </a:lnTo>
                <a:lnTo>
                  <a:pt x="314867" y="70915"/>
                </a:lnTo>
                <a:lnTo>
                  <a:pt x="315112" y="71048"/>
                </a:lnTo>
                <a:lnTo>
                  <a:pt x="315348" y="71185"/>
                </a:lnTo>
                <a:lnTo>
                  <a:pt x="315575" y="71327"/>
                </a:lnTo>
                <a:lnTo>
                  <a:pt x="315794" y="71473"/>
                </a:lnTo>
                <a:lnTo>
                  <a:pt x="316003" y="71624"/>
                </a:lnTo>
                <a:lnTo>
                  <a:pt x="316204" y="71779"/>
                </a:lnTo>
                <a:lnTo>
                  <a:pt x="316396" y="71939"/>
                </a:lnTo>
                <a:lnTo>
                  <a:pt x="316580" y="72105"/>
                </a:lnTo>
                <a:lnTo>
                  <a:pt x="316755" y="72275"/>
                </a:lnTo>
                <a:lnTo>
                  <a:pt x="316923" y="72450"/>
                </a:lnTo>
                <a:lnTo>
                  <a:pt x="317082" y="72630"/>
                </a:lnTo>
                <a:lnTo>
                  <a:pt x="317233" y="72815"/>
                </a:lnTo>
                <a:lnTo>
                  <a:pt x="317376" y="73006"/>
                </a:lnTo>
                <a:lnTo>
                  <a:pt x="317511" y="73201"/>
                </a:lnTo>
                <a:lnTo>
                  <a:pt x="317638" y="73401"/>
                </a:lnTo>
                <a:lnTo>
                  <a:pt x="317756" y="73606"/>
                </a:lnTo>
                <a:lnTo>
                  <a:pt x="317867" y="73816"/>
                </a:lnTo>
                <a:lnTo>
                  <a:pt x="317969" y="74031"/>
                </a:lnTo>
                <a:lnTo>
                  <a:pt x="318063" y="74251"/>
                </a:lnTo>
                <a:lnTo>
                  <a:pt x="318149" y="74476"/>
                </a:lnTo>
                <a:lnTo>
                  <a:pt x="318226" y="74706"/>
                </a:lnTo>
                <a:lnTo>
                  <a:pt x="318296" y="74941"/>
                </a:lnTo>
                <a:lnTo>
                  <a:pt x="318357" y="75181"/>
                </a:lnTo>
                <a:lnTo>
                  <a:pt x="318410" y="75426"/>
                </a:lnTo>
                <a:lnTo>
                  <a:pt x="318455" y="75676"/>
                </a:lnTo>
                <a:lnTo>
                  <a:pt x="318492" y="75931"/>
                </a:lnTo>
                <a:lnTo>
                  <a:pt x="318520" y="76191"/>
                </a:lnTo>
                <a:lnTo>
                  <a:pt x="318541" y="76456"/>
                </a:lnTo>
                <a:lnTo>
                  <a:pt x="318553" y="76726"/>
                </a:lnTo>
                <a:lnTo>
                  <a:pt x="318557" y="77001"/>
                </a:lnTo>
                <a:lnTo>
                  <a:pt x="318553" y="77295"/>
                </a:lnTo>
                <a:lnTo>
                  <a:pt x="318539" y="77583"/>
                </a:lnTo>
                <a:lnTo>
                  <a:pt x="318516" y="77867"/>
                </a:lnTo>
                <a:lnTo>
                  <a:pt x="318484" y="78145"/>
                </a:lnTo>
                <a:lnTo>
                  <a:pt x="318443" y="78418"/>
                </a:lnTo>
                <a:lnTo>
                  <a:pt x="318392" y="78686"/>
                </a:lnTo>
                <a:lnTo>
                  <a:pt x="318333" y="78949"/>
                </a:lnTo>
                <a:lnTo>
                  <a:pt x="318264" y="79206"/>
                </a:lnTo>
                <a:lnTo>
                  <a:pt x="318186" y="79458"/>
                </a:lnTo>
                <a:lnTo>
                  <a:pt x="318099" y="79706"/>
                </a:lnTo>
                <a:lnTo>
                  <a:pt x="318003" y="79948"/>
                </a:lnTo>
                <a:lnTo>
                  <a:pt x="317897" y="80185"/>
                </a:lnTo>
                <a:lnTo>
                  <a:pt x="317783" y="80416"/>
                </a:lnTo>
                <a:lnTo>
                  <a:pt x="317659" y="80643"/>
                </a:lnTo>
                <a:lnTo>
                  <a:pt x="317526" y="80864"/>
                </a:lnTo>
                <a:lnTo>
                  <a:pt x="317384" y="81080"/>
                </a:lnTo>
                <a:lnTo>
                  <a:pt x="317233" y="81291"/>
                </a:lnTo>
                <a:lnTo>
                  <a:pt x="317073" y="81497"/>
                </a:lnTo>
                <a:lnTo>
                  <a:pt x="316903" y="81698"/>
                </a:lnTo>
                <a:lnTo>
                  <a:pt x="316725" y="81893"/>
                </a:lnTo>
                <a:lnTo>
                  <a:pt x="316537" y="82083"/>
                </a:lnTo>
                <a:lnTo>
                  <a:pt x="316340" y="82269"/>
                </a:lnTo>
                <a:lnTo>
                  <a:pt x="316134" y="82448"/>
                </a:lnTo>
                <a:lnTo>
                  <a:pt x="315918" y="82623"/>
                </a:lnTo>
                <a:lnTo>
                  <a:pt x="315694" y="82792"/>
                </a:lnTo>
                <a:lnTo>
                  <a:pt x="315460" y="82953"/>
                </a:lnTo>
                <a:lnTo>
                  <a:pt x="315217" y="83108"/>
                </a:lnTo>
                <a:lnTo>
                  <a:pt x="314965" y="83255"/>
                </a:lnTo>
                <a:lnTo>
                  <a:pt x="314704" y="83395"/>
                </a:lnTo>
                <a:lnTo>
                  <a:pt x="314434" y="83527"/>
                </a:lnTo>
                <a:lnTo>
                  <a:pt x="314154" y="83653"/>
                </a:lnTo>
                <a:lnTo>
                  <a:pt x="313866" y="83771"/>
                </a:lnTo>
                <a:lnTo>
                  <a:pt x="313568" y="83882"/>
                </a:lnTo>
                <a:lnTo>
                  <a:pt x="313261" y="83986"/>
                </a:lnTo>
                <a:lnTo>
                  <a:pt x="312945" y="84083"/>
                </a:lnTo>
                <a:lnTo>
                  <a:pt x="312619" y="84173"/>
                </a:lnTo>
                <a:lnTo>
                  <a:pt x="312285" y="84255"/>
                </a:lnTo>
                <a:lnTo>
                  <a:pt x="311941" y="84331"/>
                </a:lnTo>
                <a:lnTo>
                  <a:pt x="311588" y="84399"/>
                </a:lnTo>
                <a:lnTo>
                  <a:pt x="311226" y="84460"/>
                </a:lnTo>
                <a:lnTo>
                  <a:pt x="310855" y="84514"/>
                </a:lnTo>
                <a:lnTo>
                  <a:pt x="310475" y="84560"/>
                </a:lnTo>
                <a:lnTo>
                  <a:pt x="310085" y="84600"/>
                </a:lnTo>
                <a:lnTo>
                  <a:pt x="309687" y="84632"/>
                </a:lnTo>
                <a:lnTo>
                  <a:pt x="309279" y="84657"/>
                </a:lnTo>
                <a:lnTo>
                  <a:pt x="308862" y="84675"/>
                </a:lnTo>
                <a:lnTo>
                  <a:pt x="308436" y="84686"/>
                </a:lnTo>
                <a:lnTo>
                  <a:pt x="308000" y="84689"/>
                </a:lnTo>
                <a:lnTo>
                  <a:pt x="302952" y="84689"/>
                </a:lnTo>
                <a:lnTo>
                  <a:pt x="302592" y="84686"/>
                </a:lnTo>
                <a:lnTo>
                  <a:pt x="302237" y="84677"/>
                </a:lnTo>
                <a:lnTo>
                  <a:pt x="301888" y="84661"/>
                </a:lnTo>
                <a:lnTo>
                  <a:pt x="301544" y="84638"/>
                </a:lnTo>
                <a:lnTo>
                  <a:pt x="301207" y="84610"/>
                </a:lnTo>
                <a:lnTo>
                  <a:pt x="300875" y="84575"/>
                </a:lnTo>
                <a:lnTo>
                  <a:pt x="300549" y="84533"/>
                </a:lnTo>
                <a:lnTo>
                  <a:pt x="300229" y="84486"/>
                </a:lnTo>
                <a:lnTo>
                  <a:pt x="299915" y="84431"/>
                </a:lnTo>
                <a:lnTo>
                  <a:pt x="299606" y="84371"/>
                </a:lnTo>
                <a:lnTo>
                  <a:pt x="299304" y="84304"/>
                </a:lnTo>
                <a:lnTo>
                  <a:pt x="299007" y="84231"/>
                </a:lnTo>
                <a:lnTo>
                  <a:pt x="298715" y="84151"/>
                </a:lnTo>
                <a:lnTo>
                  <a:pt x="298430" y="84065"/>
                </a:lnTo>
                <a:lnTo>
                  <a:pt x="298150" y="83973"/>
                </a:lnTo>
                <a:lnTo>
                  <a:pt x="297876" y="83874"/>
                </a:lnTo>
                <a:lnTo>
                  <a:pt x="297608" y="83769"/>
                </a:lnTo>
                <a:lnTo>
                  <a:pt x="297346" y="83657"/>
                </a:lnTo>
                <a:lnTo>
                  <a:pt x="297090" y="83539"/>
                </a:lnTo>
                <a:lnTo>
                  <a:pt x="296839" y="83415"/>
                </a:lnTo>
                <a:lnTo>
                  <a:pt x="296594" y="83284"/>
                </a:lnTo>
                <a:lnTo>
                  <a:pt x="296355" y="83147"/>
                </a:lnTo>
                <a:lnTo>
                  <a:pt x="296121" y="83004"/>
                </a:lnTo>
                <a:lnTo>
                  <a:pt x="295894" y="82854"/>
                </a:lnTo>
                <a:lnTo>
                  <a:pt x="295673" y="82699"/>
                </a:lnTo>
                <a:lnTo>
                  <a:pt x="295461" y="82540"/>
                </a:lnTo>
                <a:lnTo>
                  <a:pt x="295258" y="82377"/>
                </a:lnTo>
                <a:lnTo>
                  <a:pt x="295063" y="82210"/>
                </a:lnTo>
                <a:lnTo>
                  <a:pt x="294877" y="82039"/>
                </a:lnTo>
                <a:lnTo>
                  <a:pt x="294700" y="81864"/>
                </a:lnTo>
                <a:lnTo>
                  <a:pt x="294531" y="81685"/>
                </a:lnTo>
                <a:lnTo>
                  <a:pt x="294370" y="81502"/>
                </a:lnTo>
                <a:lnTo>
                  <a:pt x="294218" y="81316"/>
                </a:lnTo>
                <a:lnTo>
                  <a:pt x="294075" y="81125"/>
                </a:lnTo>
                <a:lnTo>
                  <a:pt x="293940" y="80930"/>
                </a:lnTo>
                <a:lnTo>
                  <a:pt x="293814" y="80731"/>
                </a:lnTo>
                <a:lnTo>
                  <a:pt x="293696" y="80528"/>
                </a:lnTo>
                <a:lnTo>
                  <a:pt x="293587" y="80321"/>
                </a:lnTo>
                <a:lnTo>
                  <a:pt x="293487" y="80110"/>
                </a:lnTo>
                <a:lnTo>
                  <a:pt x="293395" y="79896"/>
                </a:lnTo>
                <a:lnTo>
                  <a:pt x="293312" y="79677"/>
                </a:lnTo>
                <a:lnTo>
                  <a:pt x="293237" y="79454"/>
                </a:lnTo>
                <a:lnTo>
                  <a:pt x="293170" y="79227"/>
                </a:lnTo>
                <a:lnTo>
                  <a:pt x="293113" y="78997"/>
                </a:lnTo>
                <a:lnTo>
                  <a:pt x="293064" y="78762"/>
                </a:lnTo>
                <a:lnTo>
                  <a:pt x="293023" y="78523"/>
                </a:lnTo>
                <a:lnTo>
                  <a:pt x="292991" y="78281"/>
                </a:lnTo>
                <a:lnTo>
                  <a:pt x="292968" y="78034"/>
                </a:lnTo>
                <a:lnTo>
                  <a:pt x="278624" y="78034"/>
                </a:lnTo>
                <a:lnTo>
                  <a:pt x="278648" y="78490"/>
                </a:lnTo>
                <a:lnTo>
                  <a:pt x="278681" y="78942"/>
                </a:lnTo>
                <a:lnTo>
                  <a:pt x="278725" y="79388"/>
                </a:lnTo>
                <a:lnTo>
                  <a:pt x="278778" y="79830"/>
                </a:lnTo>
                <a:lnTo>
                  <a:pt x="278841" y="80266"/>
                </a:lnTo>
                <a:lnTo>
                  <a:pt x="278914" y="80698"/>
                </a:lnTo>
                <a:lnTo>
                  <a:pt x="278996" y="81124"/>
                </a:lnTo>
                <a:lnTo>
                  <a:pt x="279089" y="81546"/>
                </a:lnTo>
                <a:lnTo>
                  <a:pt x="279191" y="81963"/>
                </a:lnTo>
                <a:lnTo>
                  <a:pt x="279303" y="82374"/>
                </a:lnTo>
                <a:lnTo>
                  <a:pt x="279424" y="82781"/>
                </a:lnTo>
                <a:lnTo>
                  <a:pt x="279556" y="83183"/>
                </a:lnTo>
                <a:lnTo>
                  <a:pt x="279697" y="83579"/>
                </a:lnTo>
                <a:lnTo>
                  <a:pt x="279847" y="83971"/>
                </a:lnTo>
                <a:lnTo>
                  <a:pt x="280008" y="84358"/>
                </a:lnTo>
                <a:lnTo>
                  <a:pt x="280178" y="84740"/>
                </a:lnTo>
                <a:lnTo>
                  <a:pt x="280359" y="85117"/>
                </a:lnTo>
                <a:lnTo>
                  <a:pt x="280548" y="85489"/>
                </a:lnTo>
                <a:lnTo>
                  <a:pt x="280748" y="85855"/>
                </a:lnTo>
                <a:lnTo>
                  <a:pt x="280957" y="86217"/>
                </a:lnTo>
                <a:lnTo>
                  <a:pt x="281177" y="86574"/>
                </a:lnTo>
                <a:lnTo>
                  <a:pt x="281406" y="86926"/>
                </a:lnTo>
                <a:lnTo>
                  <a:pt x="281644" y="87273"/>
                </a:lnTo>
                <a:lnTo>
                  <a:pt x="281893" y="87615"/>
                </a:lnTo>
                <a:lnTo>
                  <a:pt x="282150" y="87952"/>
                </a:lnTo>
                <a:lnTo>
                  <a:pt x="282416" y="88282"/>
                </a:lnTo>
                <a:lnTo>
                  <a:pt x="282690" y="88606"/>
                </a:lnTo>
                <a:lnTo>
                  <a:pt x="282972" y="88924"/>
                </a:lnTo>
                <a:lnTo>
                  <a:pt x="283262" y="89235"/>
                </a:lnTo>
                <a:lnTo>
                  <a:pt x="283560" y="89541"/>
                </a:lnTo>
                <a:lnTo>
                  <a:pt x="283867" y="89840"/>
                </a:lnTo>
                <a:lnTo>
                  <a:pt x="284182" y="90133"/>
                </a:lnTo>
                <a:lnTo>
                  <a:pt x="284504" y="90420"/>
                </a:lnTo>
                <a:lnTo>
                  <a:pt x="284836" y="90701"/>
                </a:lnTo>
                <a:lnTo>
                  <a:pt x="285175" y="90975"/>
                </a:lnTo>
                <a:lnTo>
                  <a:pt x="285522" y="91244"/>
                </a:lnTo>
                <a:lnTo>
                  <a:pt x="285878" y="91506"/>
                </a:lnTo>
                <a:lnTo>
                  <a:pt x="286241" y="91762"/>
                </a:lnTo>
                <a:lnTo>
                  <a:pt x="286613" y="92012"/>
                </a:lnTo>
                <a:lnTo>
                  <a:pt x="286993" y="92256"/>
                </a:lnTo>
                <a:lnTo>
                  <a:pt x="287381" y="92494"/>
                </a:lnTo>
                <a:lnTo>
                  <a:pt x="287778" y="92725"/>
                </a:lnTo>
                <a:lnTo>
                  <a:pt x="288182" y="92950"/>
                </a:lnTo>
                <a:lnTo>
                  <a:pt x="288595" y="93169"/>
                </a:lnTo>
                <a:lnTo>
                  <a:pt x="289016" y="93382"/>
                </a:lnTo>
                <a:lnTo>
                  <a:pt x="289445" y="93589"/>
                </a:lnTo>
                <a:lnTo>
                  <a:pt x="289882" y="93789"/>
                </a:lnTo>
                <a:lnTo>
                  <a:pt x="290327" y="93984"/>
                </a:lnTo>
                <a:lnTo>
                  <a:pt x="290780" y="94171"/>
                </a:lnTo>
                <a:lnTo>
                  <a:pt x="291239" y="94350"/>
                </a:lnTo>
                <a:lnTo>
                  <a:pt x="291705" y="94522"/>
                </a:lnTo>
                <a:lnTo>
                  <a:pt x="292177" y="94685"/>
                </a:lnTo>
                <a:lnTo>
                  <a:pt x="292655" y="94841"/>
                </a:lnTo>
                <a:lnTo>
                  <a:pt x="293139" y="94988"/>
                </a:lnTo>
                <a:lnTo>
                  <a:pt x="293630" y="95128"/>
                </a:lnTo>
                <a:lnTo>
                  <a:pt x="294128" y="95259"/>
                </a:lnTo>
                <a:lnTo>
                  <a:pt x="294632" y="95383"/>
                </a:lnTo>
                <a:lnTo>
                  <a:pt x="295142" y="95498"/>
                </a:lnTo>
                <a:lnTo>
                  <a:pt x="295658" y="95606"/>
                </a:lnTo>
                <a:lnTo>
                  <a:pt x="296181" y="95706"/>
                </a:lnTo>
                <a:lnTo>
                  <a:pt x="296710" y="95797"/>
                </a:lnTo>
                <a:lnTo>
                  <a:pt x="297246" y="95881"/>
                </a:lnTo>
                <a:lnTo>
                  <a:pt x="297788" y="95957"/>
                </a:lnTo>
                <a:lnTo>
                  <a:pt x="298336" y="96024"/>
                </a:lnTo>
                <a:lnTo>
                  <a:pt x="298891" y="96084"/>
                </a:lnTo>
                <a:lnTo>
                  <a:pt x="299452" y="96136"/>
                </a:lnTo>
                <a:lnTo>
                  <a:pt x="300019" y="96180"/>
                </a:lnTo>
                <a:lnTo>
                  <a:pt x="300593" y="96216"/>
                </a:lnTo>
                <a:lnTo>
                  <a:pt x="301173" y="96244"/>
                </a:lnTo>
                <a:lnTo>
                  <a:pt x="301760" y="96263"/>
                </a:lnTo>
                <a:lnTo>
                  <a:pt x="302353" y="96275"/>
                </a:lnTo>
                <a:lnTo>
                  <a:pt x="302952" y="96279"/>
                </a:lnTo>
                <a:lnTo>
                  <a:pt x="308000" y="96279"/>
                </a:lnTo>
                <a:lnTo>
                  <a:pt x="309004" y="96271"/>
                </a:lnTo>
                <a:lnTo>
                  <a:pt x="309987" y="96244"/>
                </a:lnTo>
                <a:close/>
                <a:moveTo>
                  <a:pt x="170247" y="96317"/>
                </a:moveTo>
                <a:lnTo>
                  <a:pt x="171052" y="96258"/>
                </a:lnTo>
                <a:lnTo>
                  <a:pt x="171846" y="96182"/>
                </a:lnTo>
                <a:lnTo>
                  <a:pt x="172630" y="96088"/>
                </a:lnTo>
                <a:lnTo>
                  <a:pt x="173403" y="95978"/>
                </a:lnTo>
                <a:lnTo>
                  <a:pt x="174165" y="95851"/>
                </a:lnTo>
                <a:lnTo>
                  <a:pt x="174917" y="95707"/>
                </a:lnTo>
                <a:lnTo>
                  <a:pt x="175658" y="95547"/>
                </a:lnTo>
                <a:lnTo>
                  <a:pt x="176389" y="95369"/>
                </a:lnTo>
                <a:lnTo>
                  <a:pt x="177109" y="95174"/>
                </a:lnTo>
                <a:lnTo>
                  <a:pt x="177819" y="94962"/>
                </a:lnTo>
                <a:lnTo>
                  <a:pt x="178518" y="94734"/>
                </a:lnTo>
                <a:lnTo>
                  <a:pt x="179206" y="94488"/>
                </a:lnTo>
                <a:lnTo>
                  <a:pt x="179884" y="94226"/>
                </a:lnTo>
                <a:lnTo>
                  <a:pt x="180551" y="93946"/>
                </a:lnTo>
                <a:lnTo>
                  <a:pt x="181208" y="93650"/>
                </a:lnTo>
                <a:lnTo>
                  <a:pt x="181854" y="93337"/>
                </a:lnTo>
                <a:lnTo>
                  <a:pt x="182490" y="93007"/>
                </a:lnTo>
                <a:lnTo>
                  <a:pt x="183115" y="92660"/>
                </a:lnTo>
                <a:lnTo>
                  <a:pt x="183729" y="92296"/>
                </a:lnTo>
                <a:lnTo>
                  <a:pt x="184333" y="91915"/>
                </a:lnTo>
                <a:lnTo>
                  <a:pt x="184926" y="91517"/>
                </a:lnTo>
                <a:lnTo>
                  <a:pt x="185505" y="91105"/>
                </a:lnTo>
                <a:lnTo>
                  <a:pt x="186065" y="90681"/>
                </a:lnTo>
                <a:lnTo>
                  <a:pt x="186605" y="90246"/>
                </a:lnTo>
                <a:lnTo>
                  <a:pt x="187127" y="89800"/>
                </a:lnTo>
                <a:lnTo>
                  <a:pt x="187630" y="89343"/>
                </a:lnTo>
                <a:lnTo>
                  <a:pt x="188114" y="88874"/>
                </a:lnTo>
                <a:lnTo>
                  <a:pt x="188579" y="88394"/>
                </a:lnTo>
                <a:lnTo>
                  <a:pt x="189025" y="87902"/>
                </a:lnTo>
                <a:lnTo>
                  <a:pt x="189453" y="87399"/>
                </a:lnTo>
                <a:lnTo>
                  <a:pt x="189861" y="86885"/>
                </a:lnTo>
                <a:lnTo>
                  <a:pt x="190250" y="86359"/>
                </a:lnTo>
                <a:lnTo>
                  <a:pt x="190621" y="85822"/>
                </a:lnTo>
                <a:lnTo>
                  <a:pt x="190972" y="85274"/>
                </a:lnTo>
                <a:lnTo>
                  <a:pt x="191305" y="84714"/>
                </a:lnTo>
                <a:lnTo>
                  <a:pt x="191619" y="84143"/>
                </a:lnTo>
                <a:lnTo>
                  <a:pt x="191913" y="83561"/>
                </a:lnTo>
                <a:lnTo>
                  <a:pt x="192189" y="82967"/>
                </a:lnTo>
                <a:lnTo>
                  <a:pt x="192446" y="82362"/>
                </a:lnTo>
                <a:lnTo>
                  <a:pt x="192684" y="81745"/>
                </a:lnTo>
                <a:lnTo>
                  <a:pt x="192903" y="81118"/>
                </a:lnTo>
                <a:lnTo>
                  <a:pt x="193103" y="80478"/>
                </a:lnTo>
                <a:lnTo>
                  <a:pt x="193285" y="79828"/>
                </a:lnTo>
                <a:lnTo>
                  <a:pt x="193447" y="79166"/>
                </a:lnTo>
                <a:lnTo>
                  <a:pt x="193590" y="78493"/>
                </a:lnTo>
                <a:lnTo>
                  <a:pt x="179476" y="78493"/>
                </a:lnTo>
                <a:lnTo>
                  <a:pt x="179405" y="78758"/>
                </a:lnTo>
                <a:lnTo>
                  <a:pt x="179326" y="79017"/>
                </a:lnTo>
                <a:lnTo>
                  <a:pt x="179241" y="79272"/>
                </a:lnTo>
                <a:lnTo>
                  <a:pt x="179147" y="79521"/>
                </a:lnTo>
                <a:lnTo>
                  <a:pt x="179046" y="79764"/>
                </a:lnTo>
                <a:lnTo>
                  <a:pt x="178937" y="80002"/>
                </a:lnTo>
                <a:lnTo>
                  <a:pt x="178821" y="80235"/>
                </a:lnTo>
                <a:lnTo>
                  <a:pt x="178698" y="80463"/>
                </a:lnTo>
                <a:lnTo>
                  <a:pt x="178566" y="80685"/>
                </a:lnTo>
                <a:lnTo>
                  <a:pt x="178427" y="80901"/>
                </a:lnTo>
                <a:lnTo>
                  <a:pt x="178281" y="81112"/>
                </a:lnTo>
                <a:lnTo>
                  <a:pt x="178127" y="81318"/>
                </a:lnTo>
                <a:lnTo>
                  <a:pt x="177965" y="81519"/>
                </a:lnTo>
                <a:lnTo>
                  <a:pt x="177796" y="81714"/>
                </a:lnTo>
                <a:lnTo>
                  <a:pt x="177619" y="81904"/>
                </a:lnTo>
                <a:lnTo>
                  <a:pt x="177435" y="82088"/>
                </a:lnTo>
                <a:lnTo>
                  <a:pt x="177243" y="82267"/>
                </a:lnTo>
                <a:lnTo>
                  <a:pt x="177044" y="82441"/>
                </a:lnTo>
                <a:lnTo>
                  <a:pt x="176837" y="82609"/>
                </a:lnTo>
                <a:lnTo>
                  <a:pt x="176622" y="82772"/>
                </a:lnTo>
                <a:lnTo>
                  <a:pt x="176400" y="82929"/>
                </a:lnTo>
                <a:lnTo>
                  <a:pt x="176170" y="83081"/>
                </a:lnTo>
                <a:lnTo>
                  <a:pt x="175933" y="83228"/>
                </a:lnTo>
                <a:lnTo>
                  <a:pt x="175688" y="83369"/>
                </a:lnTo>
                <a:lnTo>
                  <a:pt x="175436" y="83505"/>
                </a:lnTo>
                <a:lnTo>
                  <a:pt x="175178" y="83635"/>
                </a:lnTo>
                <a:lnTo>
                  <a:pt x="174914" y="83759"/>
                </a:lnTo>
                <a:lnTo>
                  <a:pt x="174643" y="83877"/>
                </a:lnTo>
                <a:lnTo>
                  <a:pt x="174365" y="83990"/>
                </a:lnTo>
                <a:lnTo>
                  <a:pt x="174082" y="84097"/>
                </a:lnTo>
                <a:lnTo>
                  <a:pt x="173791" y="84198"/>
                </a:lnTo>
                <a:lnTo>
                  <a:pt x="173495" y="84293"/>
                </a:lnTo>
                <a:lnTo>
                  <a:pt x="173192" y="84383"/>
                </a:lnTo>
                <a:lnTo>
                  <a:pt x="172883" y="84467"/>
                </a:lnTo>
                <a:lnTo>
                  <a:pt x="172568" y="84545"/>
                </a:lnTo>
                <a:lnTo>
                  <a:pt x="172246" y="84617"/>
                </a:lnTo>
                <a:lnTo>
                  <a:pt x="171917" y="84683"/>
                </a:lnTo>
                <a:lnTo>
                  <a:pt x="171583" y="84744"/>
                </a:lnTo>
                <a:lnTo>
                  <a:pt x="171242" y="84799"/>
                </a:lnTo>
                <a:lnTo>
                  <a:pt x="170894" y="84848"/>
                </a:lnTo>
                <a:lnTo>
                  <a:pt x="170540" y="84891"/>
                </a:lnTo>
                <a:lnTo>
                  <a:pt x="170180" y="84929"/>
                </a:lnTo>
                <a:lnTo>
                  <a:pt x="169814" y="84960"/>
                </a:lnTo>
                <a:lnTo>
                  <a:pt x="169441" y="84986"/>
                </a:lnTo>
                <a:lnTo>
                  <a:pt x="169062" y="85007"/>
                </a:lnTo>
                <a:lnTo>
                  <a:pt x="168676" y="85021"/>
                </a:lnTo>
                <a:lnTo>
                  <a:pt x="168284" y="85030"/>
                </a:lnTo>
                <a:lnTo>
                  <a:pt x="167886" y="85033"/>
                </a:lnTo>
                <a:lnTo>
                  <a:pt x="167365" y="85027"/>
                </a:lnTo>
                <a:lnTo>
                  <a:pt x="166855" y="85009"/>
                </a:lnTo>
                <a:lnTo>
                  <a:pt x="166356" y="84980"/>
                </a:lnTo>
                <a:lnTo>
                  <a:pt x="165868" y="84939"/>
                </a:lnTo>
                <a:lnTo>
                  <a:pt x="165390" y="84886"/>
                </a:lnTo>
                <a:lnTo>
                  <a:pt x="164923" y="84821"/>
                </a:lnTo>
                <a:lnTo>
                  <a:pt x="164467" y="84745"/>
                </a:lnTo>
                <a:lnTo>
                  <a:pt x="164022" y="84657"/>
                </a:lnTo>
                <a:lnTo>
                  <a:pt x="163587" y="84557"/>
                </a:lnTo>
                <a:lnTo>
                  <a:pt x="163163" y="84445"/>
                </a:lnTo>
                <a:lnTo>
                  <a:pt x="162750" y="84322"/>
                </a:lnTo>
                <a:lnTo>
                  <a:pt x="162348" y="84186"/>
                </a:lnTo>
                <a:lnTo>
                  <a:pt x="161957" y="84040"/>
                </a:lnTo>
                <a:lnTo>
                  <a:pt x="161576" y="83881"/>
                </a:lnTo>
                <a:lnTo>
                  <a:pt x="161206" y="83711"/>
                </a:lnTo>
                <a:lnTo>
                  <a:pt x="160847" y="83528"/>
                </a:lnTo>
                <a:lnTo>
                  <a:pt x="160498" y="83334"/>
                </a:lnTo>
                <a:lnTo>
                  <a:pt x="160160" y="83129"/>
                </a:lnTo>
                <a:lnTo>
                  <a:pt x="159833" y="82911"/>
                </a:lnTo>
                <a:lnTo>
                  <a:pt x="159517" y="82682"/>
                </a:lnTo>
                <a:lnTo>
                  <a:pt x="159212" y="82441"/>
                </a:lnTo>
                <a:lnTo>
                  <a:pt x="158917" y="82189"/>
                </a:lnTo>
                <a:lnTo>
                  <a:pt x="158633" y="81924"/>
                </a:lnTo>
                <a:lnTo>
                  <a:pt x="158360" y="81648"/>
                </a:lnTo>
                <a:lnTo>
                  <a:pt x="158098" y="81360"/>
                </a:lnTo>
                <a:lnTo>
                  <a:pt x="157847" y="81061"/>
                </a:lnTo>
                <a:lnTo>
                  <a:pt x="157607" y="80751"/>
                </a:lnTo>
                <a:lnTo>
                  <a:pt x="157378" y="80429"/>
                </a:lnTo>
                <a:lnTo>
                  <a:pt x="157161" y="80096"/>
                </a:lnTo>
                <a:lnTo>
                  <a:pt x="156954" y="79751"/>
                </a:lnTo>
                <a:lnTo>
                  <a:pt x="156759" y="79395"/>
                </a:lnTo>
                <a:lnTo>
                  <a:pt x="156575" y="79028"/>
                </a:lnTo>
                <a:lnTo>
                  <a:pt x="156402" y="78649"/>
                </a:lnTo>
                <a:lnTo>
                  <a:pt x="156240" y="78259"/>
                </a:lnTo>
                <a:lnTo>
                  <a:pt x="156090" y="77858"/>
                </a:lnTo>
                <a:lnTo>
                  <a:pt x="155950" y="77446"/>
                </a:lnTo>
                <a:lnTo>
                  <a:pt x="155822" y="77021"/>
                </a:lnTo>
                <a:lnTo>
                  <a:pt x="155705" y="76586"/>
                </a:lnTo>
                <a:lnTo>
                  <a:pt x="155599" y="76139"/>
                </a:lnTo>
                <a:lnTo>
                  <a:pt x="155504" y="75681"/>
                </a:lnTo>
                <a:lnTo>
                  <a:pt x="155420" y="75212"/>
                </a:lnTo>
                <a:lnTo>
                  <a:pt x="155348" y="74731"/>
                </a:lnTo>
                <a:lnTo>
                  <a:pt x="155286" y="74239"/>
                </a:lnTo>
                <a:lnTo>
                  <a:pt x="155236" y="73735"/>
                </a:lnTo>
                <a:lnTo>
                  <a:pt x="155197" y="73220"/>
                </a:lnTo>
                <a:lnTo>
                  <a:pt x="155169" y="72694"/>
                </a:lnTo>
                <a:lnTo>
                  <a:pt x="155153" y="72157"/>
                </a:lnTo>
                <a:lnTo>
                  <a:pt x="155147" y="71608"/>
                </a:lnTo>
                <a:lnTo>
                  <a:pt x="155147" y="67132"/>
                </a:lnTo>
                <a:lnTo>
                  <a:pt x="194049" y="67132"/>
                </a:lnTo>
                <a:lnTo>
                  <a:pt x="194049" y="55771"/>
                </a:lnTo>
                <a:lnTo>
                  <a:pt x="194044" y="55153"/>
                </a:lnTo>
                <a:lnTo>
                  <a:pt x="194027" y="54541"/>
                </a:lnTo>
                <a:lnTo>
                  <a:pt x="193998" y="53936"/>
                </a:lnTo>
                <a:lnTo>
                  <a:pt x="193958" y="53338"/>
                </a:lnTo>
                <a:lnTo>
                  <a:pt x="193907" y="52746"/>
                </a:lnTo>
                <a:lnTo>
                  <a:pt x="193845" y="52160"/>
                </a:lnTo>
                <a:lnTo>
                  <a:pt x="193771" y="51581"/>
                </a:lnTo>
                <a:lnTo>
                  <a:pt x="193686" y="51009"/>
                </a:lnTo>
                <a:lnTo>
                  <a:pt x="193589" y="50443"/>
                </a:lnTo>
                <a:lnTo>
                  <a:pt x="193481" y="49884"/>
                </a:lnTo>
                <a:lnTo>
                  <a:pt x="193362" y="49332"/>
                </a:lnTo>
                <a:lnTo>
                  <a:pt x="193232" y="48786"/>
                </a:lnTo>
                <a:lnTo>
                  <a:pt x="193090" y="48246"/>
                </a:lnTo>
                <a:lnTo>
                  <a:pt x="192936" y="47714"/>
                </a:lnTo>
                <a:lnTo>
                  <a:pt x="192772" y="47187"/>
                </a:lnTo>
                <a:lnTo>
                  <a:pt x="192595" y="46668"/>
                </a:lnTo>
                <a:lnTo>
                  <a:pt x="192408" y="46155"/>
                </a:lnTo>
                <a:lnTo>
                  <a:pt x="192209" y="45648"/>
                </a:lnTo>
                <a:lnTo>
                  <a:pt x="191999" y="45148"/>
                </a:lnTo>
                <a:lnTo>
                  <a:pt x="191778" y="44655"/>
                </a:lnTo>
                <a:lnTo>
                  <a:pt x="191545" y="44168"/>
                </a:lnTo>
                <a:lnTo>
                  <a:pt x="191301" y="43688"/>
                </a:lnTo>
                <a:lnTo>
                  <a:pt x="191045" y="43214"/>
                </a:lnTo>
                <a:lnTo>
                  <a:pt x="190778" y="42747"/>
                </a:lnTo>
                <a:lnTo>
                  <a:pt x="190501" y="42288"/>
                </a:lnTo>
                <a:lnTo>
                  <a:pt x="190215" y="41837"/>
                </a:lnTo>
                <a:lnTo>
                  <a:pt x="189920" y="41394"/>
                </a:lnTo>
                <a:lnTo>
                  <a:pt x="189615" y="40961"/>
                </a:lnTo>
                <a:lnTo>
                  <a:pt x="189302" y="40535"/>
                </a:lnTo>
                <a:lnTo>
                  <a:pt x="188979" y="40119"/>
                </a:lnTo>
                <a:lnTo>
                  <a:pt x="188647" y="39710"/>
                </a:lnTo>
                <a:lnTo>
                  <a:pt x="188305" y="39311"/>
                </a:lnTo>
                <a:lnTo>
                  <a:pt x="187955" y="38920"/>
                </a:lnTo>
                <a:lnTo>
                  <a:pt x="187595" y="38537"/>
                </a:lnTo>
                <a:lnTo>
                  <a:pt x="187227" y="38164"/>
                </a:lnTo>
                <a:lnTo>
                  <a:pt x="186849" y="37798"/>
                </a:lnTo>
                <a:lnTo>
                  <a:pt x="186462" y="37442"/>
                </a:lnTo>
                <a:lnTo>
                  <a:pt x="186065" y="37093"/>
                </a:lnTo>
                <a:lnTo>
                  <a:pt x="185660" y="36754"/>
                </a:lnTo>
                <a:lnTo>
                  <a:pt x="185245" y="36423"/>
                </a:lnTo>
                <a:lnTo>
                  <a:pt x="184821" y="36100"/>
                </a:lnTo>
                <a:lnTo>
                  <a:pt x="184388" y="35787"/>
                </a:lnTo>
                <a:lnTo>
                  <a:pt x="183946" y="35481"/>
                </a:lnTo>
                <a:lnTo>
                  <a:pt x="183495" y="35185"/>
                </a:lnTo>
                <a:lnTo>
                  <a:pt x="183034" y="34896"/>
                </a:lnTo>
                <a:lnTo>
                  <a:pt x="182565" y="34617"/>
                </a:lnTo>
                <a:lnTo>
                  <a:pt x="182086" y="34346"/>
                </a:lnTo>
                <a:lnTo>
                  <a:pt x="181598" y="34083"/>
                </a:lnTo>
                <a:lnTo>
                  <a:pt x="181102" y="33831"/>
                </a:lnTo>
                <a:lnTo>
                  <a:pt x="180599" y="33588"/>
                </a:lnTo>
                <a:lnTo>
                  <a:pt x="180089" y="33357"/>
                </a:lnTo>
                <a:lnTo>
                  <a:pt x="179572" y="33136"/>
                </a:lnTo>
                <a:lnTo>
                  <a:pt x="179048" y="32927"/>
                </a:lnTo>
                <a:lnTo>
                  <a:pt x="178517" y="32728"/>
                </a:lnTo>
                <a:lnTo>
                  <a:pt x="177980" y="32539"/>
                </a:lnTo>
                <a:lnTo>
                  <a:pt x="177435" y="32362"/>
                </a:lnTo>
                <a:lnTo>
                  <a:pt x="176883" y="32195"/>
                </a:lnTo>
                <a:lnTo>
                  <a:pt x="176324" y="32039"/>
                </a:lnTo>
                <a:lnTo>
                  <a:pt x="175759" y="31894"/>
                </a:lnTo>
                <a:lnTo>
                  <a:pt x="175186" y="31759"/>
                </a:lnTo>
                <a:lnTo>
                  <a:pt x="174606" y="31635"/>
                </a:lnTo>
                <a:lnTo>
                  <a:pt x="174020" y="31522"/>
                </a:lnTo>
                <a:lnTo>
                  <a:pt x="173426" y="31420"/>
                </a:lnTo>
                <a:lnTo>
                  <a:pt x="172826" y="31329"/>
                </a:lnTo>
                <a:lnTo>
                  <a:pt x="172218" y="31248"/>
                </a:lnTo>
                <a:lnTo>
                  <a:pt x="171604" y="31178"/>
                </a:lnTo>
                <a:lnTo>
                  <a:pt x="170982" y="31119"/>
                </a:lnTo>
                <a:lnTo>
                  <a:pt x="170354" y="31070"/>
                </a:lnTo>
                <a:lnTo>
                  <a:pt x="169718" y="31033"/>
                </a:lnTo>
                <a:lnTo>
                  <a:pt x="169076" y="31006"/>
                </a:lnTo>
                <a:lnTo>
                  <a:pt x="168426" y="30990"/>
                </a:lnTo>
                <a:lnTo>
                  <a:pt x="167770" y="30984"/>
                </a:lnTo>
                <a:lnTo>
                  <a:pt x="167104" y="30990"/>
                </a:lnTo>
                <a:lnTo>
                  <a:pt x="166446" y="31006"/>
                </a:lnTo>
                <a:lnTo>
                  <a:pt x="165794" y="31033"/>
                </a:lnTo>
                <a:lnTo>
                  <a:pt x="165150" y="31070"/>
                </a:lnTo>
                <a:lnTo>
                  <a:pt x="164513" y="31119"/>
                </a:lnTo>
                <a:lnTo>
                  <a:pt x="163883" y="31178"/>
                </a:lnTo>
                <a:lnTo>
                  <a:pt x="163260" y="31248"/>
                </a:lnTo>
                <a:lnTo>
                  <a:pt x="162645" y="31329"/>
                </a:lnTo>
                <a:lnTo>
                  <a:pt x="162036" y="31420"/>
                </a:lnTo>
                <a:lnTo>
                  <a:pt x="161435" y="31522"/>
                </a:lnTo>
                <a:lnTo>
                  <a:pt x="160841" y="31635"/>
                </a:lnTo>
                <a:lnTo>
                  <a:pt x="160254" y="31759"/>
                </a:lnTo>
                <a:lnTo>
                  <a:pt x="159675" y="31894"/>
                </a:lnTo>
                <a:lnTo>
                  <a:pt x="159102" y="32039"/>
                </a:lnTo>
                <a:lnTo>
                  <a:pt x="158537" y="32195"/>
                </a:lnTo>
                <a:lnTo>
                  <a:pt x="157978" y="32362"/>
                </a:lnTo>
                <a:lnTo>
                  <a:pt x="157427" y="32539"/>
                </a:lnTo>
                <a:lnTo>
                  <a:pt x="156883" y="32728"/>
                </a:lnTo>
                <a:lnTo>
                  <a:pt x="156347" y="32927"/>
                </a:lnTo>
                <a:lnTo>
                  <a:pt x="155817" y="33136"/>
                </a:lnTo>
                <a:lnTo>
                  <a:pt x="155295" y="33357"/>
                </a:lnTo>
                <a:lnTo>
                  <a:pt x="154780" y="33588"/>
                </a:lnTo>
                <a:lnTo>
                  <a:pt x="154272" y="33831"/>
                </a:lnTo>
                <a:lnTo>
                  <a:pt x="153771" y="34083"/>
                </a:lnTo>
                <a:lnTo>
                  <a:pt x="153278" y="34346"/>
                </a:lnTo>
                <a:lnTo>
                  <a:pt x="152795" y="34617"/>
                </a:lnTo>
                <a:lnTo>
                  <a:pt x="152321" y="34896"/>
                </a:lnTo>
                <a:lnTo>
                  <a:pt x="151856" y="35185"/>
                </a:lnTo>
                <a:lnTo>
                  <a:pt x="151401" y="35481"/>
                </a:lnTo>
                <a:lnTo>
                  <a:pt x="150956" y="35787"/>
                </a:lnTo>
                <a:lnTo>
                  <a:pt x="150519" y="36100"/>
                </a:lnTo>
                <a:lnTo>
                  <a:pt x="150092" y="36423"/>
                </a:lnTo>
                <a:lnTo>
                  <a:pt x="149674" y="36754"/>
                </a:lnTo>
                <a:lnTo>
                  <a:pt x="149266" y="37093"/>
                </a:lnTo>
                <a:lnTo>
                  <a:pt x="148867" y="37442"/>
                </a:lnTo>
                <a:lnTo>
                  <a:pt x="148477" y="37798"/>
                </a:lnTo>
                <a:lnTo>
                  <a:pt x="148097" y="38164"/>
                </a:lnTo>
                <a:lnTo>
                  <a:pt x="147726" y="38537"/>
                </a:lnTo>
                <a:lnTo>
                  <a:pt x="147365" y="38920"/>
                </a:lnTo>
                <a:lnTo>
                  <a:pt x="147013" y="39311"/>
                </a:lnTo>
                <a:lnTo>
                  <a:pt x="146670" y="39710"/>
                </a:lnTo>
                <a:lnTo>
                  <a:pt x="146336" y="40119"/>
                </a:lnTo>
                <a:lnTo>
                  <a:pt x="146012" y="40535"/>
                </a:lnTo>
                <a:lnTo>
                  <a:pt x="145698" y="40961"/>
                </a:lnTo>
                <a:lnTo>
                  <a:pt x="145392" y="41394"/>
                </a:lnTo>
                <a:lnTo>
                  <a:pt x="145096" y="41837"/>
                </a:lnTo>
                <a:lnTo>
                  <a:pt x="144810" y="42288"/>
                </a:lnTo>
                <a:lnTo>
                  <a:pt x="144532" y="42747"/>
                </a:lnTo>
                <a:lnTo>
                  <a:pt x="144266" y="43214"/>
                </a:lnTo>
                <a:lnTo>
                  <a:pt x="144010" y="43688"/>
                </a:lnTo>
                <a:lnTo>
                  <a:pt x="143766" y="44168"/>
                </a:lnTo>
                <a:lnTo>
                  <a:pt x="143533" y="44655"/>
                </a:lnTo>
                <a:lnTo>
                  <a:pt x="143312" y="45148"/>
                </a:lnTo>
                <a:lnTo>
                  <a:pt x="143102" y="45648"/>
                </a:lnTo>
                <a:lnTo>
                  <a:pt x="142903" y="46155"/>
                </a:lnTo>
                <a:lnTo>
                  <a:pt x="142716" y="46668"/>
                </a:lnTo>
                <a:lnTo>
                  <a:pt x="142540" y="47187"/>
                </a:lnTo>
                <a:lnTo>
                  <a:pt x="142376" y="47714"/>
                </a:lnTo>
                <a:lnTo>
                  <a:pt x="142222" y="48246"/>
                </a:lnTo>
                <a:lnTo>
                  <a:pt x="142080" y="48786"/>
                </a:lnTo>
                <a:lnTo>
                  <a:pt x="141950" y="49332"/>
                </a:lnTo>
                <a:lnTo>
                  <a:pt x="141831" y="49884"/>
                </a:lnTo>
                <a:lnTo>
                  <a:pt x="141723" y="50443"/>
                </a:lnTo>
                <a:lnTo>
                  <a:pt x="141626" y="51009"/>
                </a:lnTo>
                <a:lnTo>
                  <a:pt x="141541" y="51581"/>
                </a:lnTo>
                <a:lnTo>
                  <a:pt x="141468" y="52160"/>
                </a:lnTo>
                <a:lnTo>
                  <a:pt x="141405" y="52746"/>
                </a:lnTo>
                <a:lnTo>
                  <a:pt x="141354" y="53338"/>
                </a:lnTo>
                <a:lnTo>
                  <a:pt x="141314" y="53936"/>
                </a:lnTo>
                <a:lnTo>
                  <a:pt x="141286" y="54541"/>
                </a:lnTo>
                <a:lnTo>
                  <a:pt x="141269" y="55153"/>
                </a:lnTo>
                <a:lnTo>
                  <a:pt x="141263" y="55771"/>
                </a:lnTo>
                <a:lnTo>
                  <a:pt x="141263" y="71608"/>
                </a:lnTo>
                <a:lnTo>
                  <a:pt x="141269" y="72226"/>
                </a:lnTo>
                <a:lnTo>
                  <a:pt x="141286" y="72837"/>
                </a:lnTo>
                <a:lnTo>
                  <a:pt x="141314" y="73442"/>
                </a:lnTo>
                <a:lnTo>
                  <a:pt x="141354" y="74041"/>
                </a:lnTo>
                <a:lnTo>
                  <a:pt x="141405" y="74633"/>
                </a:lnTo>
                <a:lnTo>
                  <a:pt x="141468" y="75218"/>
                </a:lnTo>
                <a:lnTo>
                  <a:pt x="141541" y="75797"/>
                </a:lnTo>
                <a:lnTo>
                  <a:pt x="141626" y="76369"/>
                </a:lnTo>
                <a:lnTo>
                  <a:pt x="141723" y="76935"/>
                </a:lnTo>
                <a:lnTo>
                  <a:pt x="141831" y="77494"/>
                </a:lnTo>
                <a:lnTo>
                  <a:pt x="141950" y="78046"/>
                </a:lnTo>
                <a:lnTo>
                  <a:pt x="142080" y="78592"/>
                </a:lnTo>
                <a:lnTo>
                  <a:pt x="142222" y="79132"/>
                </a:lnTo>
                <a:lnTo>
                  <a:pt x="142376" y="79665"/>
                </a:lnTo>
                <a:lnTo>
                  <a:pt x="142540" y="80191"/>
                </a:lnTo>
                <a:lnTo>
                  <a:pt x="142716" y="80711"/>
                </a:lnTo>
                <a:lnTo>
                  <a:pt x="142903" y="81224"/>
                </a:lnTo>
                <a:lnTo>
                  <a:pt x="143102" y="81730"/>
                </a:lnTo>
                <a:lnTo>
                  <a:pt x="143312" y="82230"/>
                </a:lnTo>
                <a:lnTo>
                  <a:pt x="143533" y="82724"/>
                </a:lnTo>
                <a:lnTo>
                  <a:pt x="143766" y="83211"/>
                </a:lnTo>
                <a:lnTo>
                  <a:pt x="144010" y="83691"/>
                </a:lnTo>
                <a:lnTo>
                  <a:pt x="144266" y="84165"/>
                </a:lnTo>
                <a:lnTo>
                  <a:pt x="144532" y="84632"/>
                </a:lnTo>
                <a:lnTo>
                  <a:pt x="144810" y="85091"/>
                </a:lnTo>
                <a:lnTo>
                  <a:pt x="145096" y="85542"/>
                </a:lnTo>
                <a:lnTo>
                  <a:pt x="145392" y="85984"/>
                </a:lnTo>
                <a:lnTo>
                  <a:pt x="145698" y="86418"/>
                </a:lnTo>
                <a:lnTo>
                  <a:pt x="146012" y="86843"/>
                </a:lnTo>
                <a:lnTo>
                  <a:pt x="146336" y="87260"/>
                </a:lnTo>
                <a:lnTo>
                  <a:pt x="146670" y="87668"/>
                </a:lnTo>
                <a:lnTo>
                  <a:pt x="147013" y="88068"/>
                </a:lnTo>
                <a:lnTo>
                  <a:pt x="147365" y="88459"/>
                </a:lnTo>
                <a:lnTo>
                  <a:pt x="147726" y="88841"/>
                </a:lnTo>
                <a:lnTo>
                  <a:pt x="148097" y="89215"/>
                </a:lnTo>
                <a:lnTo>
                  <a:pt x="148477" y="89580"/>
                </a:lnTo>
                <a:lnTo>
                  <a:pt x="148867" y="89937"/>
                </a:lnTo>
                <a:lnTo>
                  <a:pt x="149266" y="90285"/>
                </a:lnTo>
                <a:lnTo>
                  <a:pt x="149674" y="90625"/>
                </a:lnTo>
                <a:lnTo>
                  <a:pt x="150092" y="90956"/>
                </a:lnTo>
                <a:lnTo>
                  <a:pt x="150519" y="91278"/>
                </a:lnTo>
                <a:lnTo>
                  <a:pt x="150956" y="91592"/>
                </a:lnTo>
                <a:lnTo>
                  <a:pt x="151401" y="91897"/>
                </a:lnTo>
                <a:lnTo>
                  <a:pt x="151856" y="92194"/>
                </a:lnTo>
                <a:lnTo>
                  <a:pt x="152321" y="92482"/>
                </a:lnTo>
                <a:lnTo>
                  <a:pt x="152795" y="92762"/>
                </a:lnTo>
                <a:lnTo>
                  <a:pt x="153278" y="93033"/>
                </a:lnTo>
                <a:lnTo>
                  <a:pt x="153771" y="93296"/>
                </a:lnTo>
                <a:lnTo>
                  <a:pt x="154272" y="93548"/>
                </a:lnTo>
                <a:lnTo>
                  <a:pt x="154780" y="93790"/>
                </a:lnTo>
                <a:lnTo>
                  <a:pt x="155295" y="94022"/>
                </a:lnTo>
                <a:lnTo>
                  <a:pt x="155817" y="94242"/>
                </a:lnTo>
                <a:lnTo>
                  <a:pt x="156347" y="94452"/>
                </a:lnTo>
                <a:lnTo>
                  <a:pt x="156883" y="94651"/>
                </a:lnTo>
                <a:lnTo>
                  <a:pt x="157427" y="94839"/>
                </a:lnTo>
                <a:lnTo>
                  <a:pt x="157978" y="95017"/>
                </a:lnTo>
                <a:lnTo>
                  <a:pt x="158537" y="95183"/>
                </a:lnTo>
                <a:lnTo>
                  <a:pt x="159102" y="95339"/>
                </a:lnTo>
                <a:lnTo>
                  <a:pt x="159675" y="95484"/>
                </a:lnTo>
                <a:lnTo>
                  <a:pt x="160254" y="95619"/>
                </a:lnTo>
                <a:lnTo>
                  <a:pt x="160841" y="95743"/>
                </a:lnTo>
                <a:lnTo>
                  <a:pt x="161435" y="95855"/>
                </a:lnTo>
                <a:lnTo>
                  <a:pt x="162036" y="95958"/>
                </a:lnTo>
                <a:lnTo>
                  <a:pt x="162645" y="96049"/>
                </a:lnTo>
                <a:lnTo>
                  <a:pt x="163260" y="96130"/>
                </a:lnTo>
                <a:lnTo>
                  <a:pt x="163883" y="96200"/>
                </a:lnTo>
                <a:lnTo>
                  <a:pt x="164513" y="96259"/>
                </a:lnTo>
                <a:lnTo>
                  <a:pt x="165150" y="96307"/>
                </a:lnTo>
                <a:lnTo>
                  <a:pt x="165794" y="96345"/>
                </a:lnTo>
                <a:lnTo>
                  <a:pt x="166446" y="96372"/>
                </a:lnTo>
                <a:lnTo>
                  <a:pt x="167104" y="96388"/>
                </a:lnTo>
                <a:lnTo>
                  <a:pt x="167770" y="96393"/>
                </a:lnTo>
                <a:lnTo>
                  <a:pt x="168606" y="96385"/>
                </a:lnTo>
                <a:lnTo>
                  <a:pt x="169432" y="96359"/>
                </a:lnTo>
                <a:lnTo>
                  <a:pt x="170247" y="96317"/>
                </a:lnTo>
                <a:close/>
                <a:moveTo>
                  <a:pt x="155147" y="55771"/>
                </a:moveTo>
                <a:lnTo>
                  <a:pt x="155153" y="55232"/>
                </a:lnTo>
                <a:lnTo>
                  <a:pt x="155169" y="54702"/>
                </a:lnTo>
                <a:lnTo>
                  <a:pt x="155197" y="54183"/>
                </a:lnTo>
                <a:lnTo>
                  <a:pt x="155236" y="53674"/>
                </a:lnTo>
                <a:lnTo>
                  <a:pt x="155286" y="53175"/>
                </a:lnTo>
                <a:lnTo>
                  <a:pt x="155348" y="52687"/>
                </a:lnTo>
                <a:lnTo>
                  <a:pt x="155420" y="52209"/>
                </a:lnTo>
                <a:lnTo>
                  <a:pt x="155504" y="51742"/>
                </a:lnTo>
                <a:lnTo>
                  <a:pt x="155599" y="51285"/>
                </a:lnTo>
                <a:lnTo>
                  <a:pt x="155705" y="50838"/>
                </a:lnTo>
                <a:lnTo>
                  <a:pt x="155822" y="50402"/>
                </a:lnTo>
                <a:lnTo>
                  <a:pt x="155950" y="49976"/>
                </a:lnTo>
                <a:lnTo>
                  <a:pt x="156090" y="49561"/>
                </a:lnTo>
                <a:lnTo>
                  <a:pt x="156240" y="49155"/>
                </a:lnTo>
                <a:lnTo>
                  <a:pt x="156402" y="48760"/>
                </a:lnTo>
                <a:lnTo>
                  <a:pt x="156575" y="48376"/>
                </a:lnTo>
                <a:lnTo>
                  <a:pt x="156759" y="48002"/>
                </a:lnTo>
                <a:lnTo>
                  <a:pt x="156954" y="47638"/>
                </a:lnTo>
                <a:lnTo>
                  <a:pt x="157161" y="47285"/>
                </a:lnTo>
                <a:lnTo>
                  <a:pt x="157378" y="46942"/>
                </a:lnTo>
                <a:lnTo>
                  <a:pt x="157607" y="46609"/>
                </a:lnTo>
                <a:lnTo>
                  <a:pt x="157847" y="46287"/>
                </a:lnTo>
                <a:lnTo>
                  <a:pt x="158098" y="45975"/>
                </a:lnTo>
                <a:lnTo>
                  <a:pt x="158360" y="45673"/>
                </a:lnTo>
                <a:lnTo>
                  <a:pt x="158633" y="45383"/>
                </a:lnTo>
                <a:lnTo>
                  <a:pt x="158916" y="45105"/>
                </a:lnTo>
                <a:lnTo>
                  <a:pt x="159210" y="44839"/>
                </a:lnTo>
                <a:lnTo>
                  <a:pt x="159514" y="44586"/>
                </a:lnTo>
                <a:lnTo>
                  <a:pt x="159828" y="44345"/>
                </a:lnTo>
                <a:lnTo>
                  <a:pt x="160153" y="44117"/>
                </a:lnTo>
                <a:lnTo>
                  <a:pt x="160488" y="43901"/>
                </a:lnTo>
                <a:lnTo>
                  <a:pt x="160834" y="43697"/>
                </a:lnTo>
                <a:lnTo>
                  <a:pt x="161190" y="43505"/>
                </a:lnTo>
                <a:lnTo>
                  <a:pt x="161556" y="43326"/>
                </a:lnTo>
                <a:lnTo>
                  <a:pt x="161932" y="43159"/>
                </a:lnTo>
                <a:lnTo>
                  <a:pt x="162319" y="43005"/>
                </a:lnTo>
                <a:lnTo>
                  <a:pt x="162716" y="42863"/>
                </a:lnTo>
                <a:lnTo>
                  <a:pt x="163124" y="42733"/>
                </a:lnTo>
                <a:lnTo>
                  <a:pt x="163542" y="42616"/>
                </a:lnTo>
                <a:lnTo>
                  <a:pt x="163970" y="42511"/>
                </a:lnTo>
                <a:lnTo>
                  <a:pt x="164409" y="42418"/>
                </a:lnTo>
                <a:lnTo>
                  <a:pt x="164858" y="42338"/>
                </a:lnTo>
                <a:lnTo>
                  <a:pt x="165318" y="42270"/>
                </a:lnTo>
                <a:lnTo>
                  <a:pt x="165787" y="42214"/>
                </a:lnTo>
                <a:lnTo>
                  <a:pt x="166267" y="42171"/>
                </a:lnTo>
                <a:lnTo>
                  <a:pt x="166758" y="42140"/>
                </a:lnTo>
                <a:lnTo>
                  <a:pt x="167259" y="42122"/>
                </a:lnTo>
                <a:lnTo>
                  <a:pt x="167770" y="42115"/>
                </a:lnTo>
                <a:lnTo>
                  <a:pt x="168281" y="42121"/>
                </a:lnTo>
                <a:lnTo>
                  <a:pt x="168781" y="42140"/>
                </a:lnTo>
                <a:lnTo>
                  <a:pt x="169271" y="42170"/>
                </a:lnTo>
                <a:lnTo>
                  <a:pt x="169750" y="42213"/>
                </a:lnTo>
                <a:lnTo>
                  <a:pt x="170218" y="42267"/>
                </a:lnTo>
                <a:lnTo>
                  <a:pt x="170675" y="42334"/>
                </a:lnTo>
                <a:lnTo>
                  <a:pt x="171121" y="42413"/>
                </a:lnTo>
                <a:lnTo>
                  <a:pt x="171557" y="42504"/>
                </a:lnTo>
                <a:lnTo>
                  <a:pt x="171982" y="42608"/>
                </a:lnTo>
                <a:lnTo>
                  <a:pt x="172396" y="42723"/>
                </a:lnTo>
                <a:lnTo>
                  <a:pt x="172799" y="42851"/>
                </a:lnTo>
                <a:lnTo>
                  <a:pt x="173192" y="42990"/>
                </a:lnTo>
                <a:lnTo>
                  <a:pt x="173574" y="43142"/>
                </a:lnTo>
                <a:lnTo>
                  <a:pt x="173945" y="43306"/>
                </a:lnTo>
                <a:lnTo>
                  <a:pt x="174305" y="43483"/>
                </a:lnTo>
                <a:lnTo>
                  <a:pt x="174655" y="43671"/>
                </a:lnTo>
                <a:lnTo>
                  <a:pt x="174994" y="43872"/>
                </a:lnTo>
                <a:lnTo>
                  <a:pt x="175322" y="44084"/>
                </a:lnTo>
                <a:lnTo>
                  <a:pt x="175639" y="44309"/>
                </a:lnTo>
                <a:lnTo>
                  <a:pt x="175946" y="44546"/>
                </a:lnTo>
                <a:lnTo>
                  <a:pt x="176242" y="44795"/>
                </a:lnTo>
                <a:lnTo>
                  <a:pt x="176527" y="45057"/>
                </a:lnTo>
                <a:lnTo>
                  <a:pt x="176801" y="45330"/>
                </a:lnTo>
                <a:lnTo>
                  <a:pt x="177064" y="45616"/>
                </a:lnTo>
                <a:lnTo>
                  <a:pt x="177317" y="45913"/>
                </a:lnTo>
                <a:lnTo>
                  <a:pt x="177559" y="46220"/>
                </a:lnTo>
                <a:lnTo>
                  <a:pt x="177791" y="46538"/>
                </a:lnTo>
                <a:lnTo>
                  <a:pt x="178011" y="46867"/>
                </a:lnTo>
                <a:lnTo>
                  <a:pt x="178221" y="47206"/>
                </a:lnTo>
                <a:lnTo>
                  <a:pt x="178420" y="47556"/>
                </a:lnTo>
                <a:lnTo>
                  <a:pt x="178609" y="47916"/>
                </a:lnTo>
                <a:lnTo>
                  <a:pt x="178786" y="48287"/>
                </a:lnTo>
                <a:lnTo>
                  <a:pt x="178953" y="48668"/>
                </a:lnTo>
                <a:lnTo>
                  <a:pt x="179109" y="49060"/>
                </a:lnTo>
                <a:lnTo>
                  <a:pt x="179254" y="49463"/>
                </a:lnTo>
                <a:lnTo>
                  <a:pt x="179389" y="49876"/>
                </a:lnTo>
                <a:lnTo>
                  <a:pt x="179513" y="50299"/>
                </a:lnTo>
                <a:lnTo>
                  <a:pt x="179626" y="50734"/>
                </a:lnTo>
                <a:lnTo>
                  <a:pt x="179728" y="51178"/>
                </a:lnTo>
                <a:lnTo>
                  <a:pt x="179819" y="51634"/>
                </a:lnTo>
                <a:lnTo>
                  <a:pt x="179900" y="52099"/>
                </a:lnTo>
                <a:lnTo>
                  <a:pt x="179970" y="52576"/>
                </a:lnTo>
                <a:lnTo>
                  <a:pt x="180029" y="53063"/>
                </a:lnTo>
                <a:lnTo>
                  <a:pt x="180078" y="53560"/>
                </a:lnTo>
                <a:lnTo>
                  <a:pt x="180115" y="54068"/>
                </a:lnTo>
                <a:lnTo>
                  <a:pt x="180142" y="54587"/>
                </a:lnTo>
                <a:lnTo>
                  <a:pt x="180158" y="55116"/>
                </a:lnTo>
                <a:lnTo>
                  <a:pt x="180164" y="55656"/>
                </a:lnTo>
                <a:lnTo>
                  <a:pt x="180164" y="57961"/>
                </a:lnTo>
                <a:lnTo>
                  <a:pt x="155147" y="58181"/>
                </a:lnTo>
                <a:lnTo>
                  <a:pt x="155147" y="55771"/>
                </a:lnTo>
                <a:close/>
              </a:path>
            </a:pathLst>
          </a:custGeom>
          <a:solidFill xmlns:a="http://schemas.openxmlformats.org/drawingml/2006/main">
            <a:srgbClr val="0550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_init_.py">
            <a:extLst xmlns:a="http://schemas.openxmlformats.org/drawingml/2006/main">
              <a:ext uri="{FF2B5EF4-FFF2-40B4-BE49-F238E27FC236}">
                <a16:creationId xmlns:a16="http://schemas.microsoft.com/office/drawing/2014/main" id="{CDC210DF-391A-4850-BFC9-4FE6701B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464" y="1686823"/>
            <a:ext cx="746132" cy="110851"/>
          </a:xfrm>
          <a:custGeom xmlns:a="http://schemas.openxmlformats.org/drawingml/2006/main">
            <a:pathLst>
              <a:path w="746132" h="110851">
                <a:moveTo>
                  <a:pt x="168373" y="16489"/>
                </a:moveTo>
                <a:lnTo>
                  <a:pt x="168714" y="16462"/>
                </a:lnTo>
                <a:lnTo>
                  <a:pt x="169049" y="16427"/>
                </a:lnTo>
                <a:lnTo>
                  <a:pt x="169377" y="16384"/>
                </a:lnTo>
                <a:lnTo>
                  <a:pt x="169699" y="16334"/>
                </a:lnTo>
                <a:lnTo>
                  <a:pt x="170015" y="16276"/>
                </a:lnTo>
                <a:lnTo>
                  <a:pt x="170324" y="16210"/>
                </a:lnTo>
                <a:lnTo>
                  <a:pt x="170627" y="16136"/>
                </a:lnTo>
                <a:lnTo>
                  <a:pt x="170923" y="16054"/>
                </a:lnTo>
                <a:lnTo>
                  <a:pt x="171213" y="15965"/>
                </a:lnTo>
                <a:lnTo>
                  <a:pt x="171497" y="15868"/>
                </a:lnTo>
                <a:lnTo>
                  <a:pt x="171774" y="15763"/>
                </a:lnTo>
                <a:lnTo>
                  <a:pt x="172045" y="15650"/>
                </a:lnTo>
                <a:lnTo>
                  <a:pt x="172310" y="15530"/>
                </a:lnTo>
                <a:lnTo>
                  <a:pt x="172568" y="15402"/>
                </a:lnTo>
                <a:lnTo>
                  <a:pt x="172820" y="15266"/>
                </a:lnTo>
                <a:lnTo>
                  <a:pt x="173065" y="15122"/>
                </a:lnTo>
                <a:lnTo>
                  <a:pt x="173304" y="14970"/>
                </a:lnTo>
                <a:lnTo>
                  <a:pt x="173537" y="14811"/>
                </a:lnTo>
                <a:lnTo>
                  <a:pt x="173763" y="14644"/>
                </a:lnTo>
                <a:lnTo>
                  <a:pt x="173983" y="14469"/>
                </a:lnTo>
                <a:lnTo>
                  <a:pt x="174197" y="14287"/>
                </a:lnTo>
                <a:lnTo>
                  <a:pt x="174403" y="14097"/>
                </a:lnTo>
                <a:lnTo>
                  <a:pt x="174600" y="13903"/>
                </a:lnTo>
                <a:lnTo>
                  <a:pt x="174789" y="13703"/>
                </a:lnTo>
                <a:lnTo>
                  <a:pt x="174969" y="13498"/>
                </a:lnTo>
                <a:lnTo>
                  <a:pt x="175139" y="13287"/>
                </a:lnTo>
                <a:lnTo>
                  <a:pt x="175302" y="13071"/>
                </a:lnTo>
                <a:lnTo>
                  <a:pt x="175455" y="12849"/>
                </a:lnTo>
                <a:lnTo>
                  <a:pt x="175600" y="12622"/>
                </a:lnTo>
                <a:lnTo>
                  <a:pt x="175736" y="12390"/>
                </a:lnTo>
                <a:lnTo>
                  <a:pt x="175863" y="12153"/>
                </a:lnTo>
                <a:lnTo>
                  <a:pt x="175981" y="11910"/>
                </a:lnTo>
                <a:lnTo>
                  <a:pt x="176091" y="11661"/>
                </a:lnTo>
                <a:lnTo>
                  <a:pt x="176192" y="11408"/>
                </a:lnTo>
                <a:lnTo>
                  <a:pt x="176284" y="11148"/>
                </a:lnTo>
                <a:lnTo>
                  <a:pt x="176367" y="10884"/>
                </a:lnTo>
                <a:lnTo>
                  <a:pt x="176441" y="10614"/>
                </a:lnTo>
                <a:lnTo>
                  <a:pt x="176507" y="10339"/>
                </a:lnTo>
                <a:lnTo>
                  <a:pt x="176564" y="10058"/>
                </a:lnTo>
                <a:lnTo>
                  <a:pt x="176612" y="9772"/>
                </a:lnTo>
                <a:lnTo>
                  <a:pt x="176652" y="9481"/>
                </a:lnTo>
                <a:lnTo>
                  <a:pt x="176683" y="9184"/>
                </a:lnTo>
                <a:lnTo>
                  <a:pt x="176704" y="8882"/>
                </a:lnTo>
                <a:lnTo>
                  <a:pt x="176718" y="8574"/>
                </a:lnTo>
                <a:lnTo>
                  <a:pt x="176722" y="8261"/>
                </a:lnTo>
                <a:lnTo>
                  <a:pt x="176718" y="7948"/>
                </a:lnTo>
                <a:lnTo>
                  <a:pt x="176704" y="7641"/>
                </a:lnTo>
                <a:lnTo>
                  <a:pt x="176683" y="7339"/>
                </a:lnTo>
                <a:lnTo>
                  <a:pt x="176652" y="7042"/>
                </a:lnTo>
                <a:lnTo>
                  <a:pt x="176612" y="6751"/>
                </a:lnTo>
                <a:lnTo>
                  <a:pt x="176564" y="6465"/>
                </a:lnTo>
                <a:lnTo>
                  <a:pt x="176507" y="6185"/>
                </a:lnTo>
                <a:lnTo>
                  <a:pt x="176441" y="5909"/>
                </a:lnTo>
                <a:lnTo>
                  <a:pt x="176367" y="5640"/>
                </a:lnTo>
                <a:lnTo>
                  <a:pt x="176284" y="5375"/>
                </a:lnTo>
                <a:lnTo>
                  <a:pt x="176192" y="5116"/>
                </a:lnTo>
                <a:lnTo>
                  <a:pt x="176091" y="4863"/>
                </a:lnTo>
                <a:lnTo>
                  <a:pt x="175981" y="4614"/>
                </a:lnTo>
                <a:lnTo>
                  <a:pt x="175863" y="4371"/>
                </a:lnTo>
                <a:lnTo>
                  <a:pt x="175736" y="4134"/>
                </a:lnTo>
                <a:lnTo>
                  <a:pt x="175600" y="3902"/>
                </a:lnTo>
                <a:lnTo>
                  <a:pt x="175455" y="3675"/>
                </a:lnTo>
                <a:lnTo>
                  <a:pt x="175302" y="3453"/>
                </a:lnTo>
                <a:lnTo>
                  <a:pt x="175139" y="3237"/>
                </a:lnTo>
                <a:lnTo>
                  <a:pt x="174969" y="3027"/>
                </a:lnTo>
                <a:lnTo>
                  <a:pt x="174789" y="2821"/>
                </a:lnTo>
                <a:lnTo>
                  <a:pt x="174600" y="2622"/>
                </a:lnTo>
                <a:lnTo>
                  <a:pt x="174403" y="2427"/>
                </a:lnTo>
                <a:lnTo>
                  <a:pt x="174197" y="2238"/>
                </a:lnTo>
                <a:lnTo>
                  <a:pt x="173983" y="2055"/>
                </a:lnTo>
                <a:lnTo>
                  <a:pt x="173763" y="1880"/>
                </a:lnTo>
                <a:lnTo>
                  <a:pt x="173537" y="1713"/>
                </a:lnTo>
                <a:lnTo>
                  <a:pt x="173304" y="1554"/>
                </a:lnTo>
                <a:lnTo>
                  <a:pt x="173065" y="1403"/>
                </a:lnTo>
                <a:lnTo>
                  <a:pt x="172820" y="1259"/>
                </a:lnTo>
                <a:lnTo>
                  <a:pt x="172568" y="1123"/>
                </a:lnTo>
                <a:lnTo>
                  <a:pt x="172310" y="995"/>
                </a:lnTo>
                <a:lnTo>
                  <a:pt x="172045" y="874"/>
                </a:lnTo>
                <a:lnTo>
                  <a:pt x="171774" y="761"/>
                </a:lnTo>
                <a:lnTo>
                  <a:pt x="171497" y="657"/>
                </a:lnTo>
                <a:lnTo>
                  <a:pt x="171213" y="559"/>
                </a:lnTo>
                <a:lnTo>
                  <a:pt x="170923" y="470"/>
                </a:lnTo>
                <a:lnTo>
                  <a:pt x="170627" y="389"/>
                </a:lnTo>
                <a:lnTo>
                  <a:pt x="170324" y="315"/>
                </a:lnTo>
                <a:lnTo>
                  <a:pt x="170015" y="249"/>
                </a:lnTo>
                <a:lnTo>
                  <a:pt x="169699" y="190"/>
                </a:lnTo>
                <a:lnTo>
                  <a:pt x="169377" y="140"/>
                </a:lnTo>
                <a:lnTo>
                  <a:pt x="169049" y="97"/>
                </a:lnTo>
                <a:lnTo>
                  <a:pt x="168714" y="62"/>
                </a:lnTo>
                <a:lnTo>
                  <a:pt x="168373" y="35"/>
                </a:lnTo>
                <a:lnTo>
                  <a:pt x="168026" y="16"/>
                </a:lnTo>
                <a:lnTo>
                  <a:pt x="167672" y="4"/>
                </a:lnTo>
                <a:lnTo>
                  <a:pt x="167312" y="0"/>
                </a:lnTo>
                <a:lnTo>
                  <a:pt x="166952" y="4"/>
                </a:lnTo>
                <a:lnTo>
                  <a:pt x="166598" y="16"/>
                </a:lnTo>
                <a:lnTo>
                  <a:pt x="166250" y="35"/>
                </a:lnTo>
                <a:lnTo>
                  <a:pt x="165909" y="62"/>
                </a:lnTo>
                <a:lnTo>
                  <a:pt x="165574" y="97"/>
                </a:lnTo>
                <a:lnTo>
                  <a:pt x="165246" y="140"/>
                </a:lnTo>
                <a:lnTo>
                  <a:pt x="164924" y="190"/>
                </a:lnTo>
                <a:lnTo>
                  <a:pt x="164608" y="249"/>
                </a:lnTo>
                <a:lnTo>
                  <a:pt x="164299" y="315"/>
                </a:lnTo>
                <a:lnTo>
                  <a:pt x="163996" y="389"/>
                </a:lnTo>
                <a:lnTo>
                  <a:pt x="163700" y="470"/>
                </a:lnTo>
                <a:lnTo>
                  <a:pt x="163409" y="559"/>
                </a:lnTo>
                <a:lnTo>
                  <a:pt x="163126" y="657"/>
                </a:lnTo>
                <a:lnTo>
                  <a:pt x="162848" y="761"/>
                </a:lnTo>
                <a:lnTo>
                  <a:pt x="162577" y="874"/>
                </a:lnTo>
                <a:lnTo>
                  <a:pt x="162313" y="995"/>
                </a:lnTo>
                <a:lnTo>
                  <a:pt x="162054" y="1123"/>
                </a:lnTo>
                <a:lnTo>
                  <a:pt x="161803" y="1259"/>
                </a:lnTo>
                <a:lnTo>
                  <a:pt x="161557" y="1403"/>
                </a:lnTo>
                <a:lnTo>
                  <a:pt x="161318" y="1554"/>
                </a:lnTo>
                <a:lnTo>
                  <a:pt x="161085" y="1713"/>
                </a:lnTo>
                <a:lnTo>
                  <a:pt x="160859" y="1880"/>
                </a:lnTo>
                <a:lnTo>
                  <a:pt x="160639" y="2055"/>
                </a:lnTo>
                <a:lnTo>
                  <a:pt x="160425" y="2238"/>
                </a:lnTo>
                <a:lnTo>
                  <a:pt x="160219" y="2427"/>
                </a:lnTo>
                <a:lnTo>
                  <a:pt x="160022" y="2622"/>
                </a:lnTo>
                <a:lnTo>
                  <a:pt x="159834" y="2821"/>
                </a:lnTo>
                <a:lnTo>
                  <a:pt x="159654" y="3027"/>
                </a:lnTo>
                <a:lnTo>
                  <a:pt x="159483" y="3237"/>
                </a:lnTo>
                <a:lnTo>
                  <a:pt x="159321" y="3453"/>
                </a:lnTo>
                <a:lnTo>
                  <a:pt x="159168" y="3675"/>
                </a:lnTo>
                <a:lnTo>
                  <a:pt x="159024" y="3902"/>
                </a:lnTo>
                <a:lnTo>
                  <a:pt x="158888" y="4134"/>
                </a:lnTo>
                <a:lnTo>
                  <a:pt x="158761" y="4371"/>
                </a:lnTo>
                <a:lnTo>
                  <a:pt x="158642" y="4614"/>
                </a:lnTo>
                <a:lnTo>
                  <a:pt x="158533" y="4863"/>
                </a:lnTo>
                <a:lnTo>
                  <a:pt x="158432" y="5116"/>
                </a:lnTo>
                <a:lnTo>
                  <a:pt x="158340" y="5375"/>
                </a:lnTo>
                <a:lnTo>
                  <a:pt x="158257" y="5640"/>
                </a:lnTo>
                <a:lnTo>
                  <a:pt x="158182" y="5909"/>
                </a:lnTo>
                <a:lnTo>
                  <a:pt x="158117" y="6185"/>
                </a:lnTo>
                <a:lnTo>
                  <a:pt x="158060" y="6465"/>
                </a:lnTo>
                <a:lnTo>
                  <a:pt x="158012" y="6751"/>
                </a:lnTo>
                <a:lnTo>
                  <a:pt x="157972" y="7042"/>
                </a:lnTo>
                <a:lnTo>
                  <a:pt x="157942" y="7339"/>
                </a:lnTo>
                <a:lnTo>
                  <a:pt x="157920" y="7641"/>
                </a:lnTo>
                <a:lnTo>
                  <a:pt x="157906" y="7948"/>
                </a:lnTo>
                <a:lnTo>
                  <a:pt x="157902" y="8261"/>
                </a:lnTo>
                <a:lnTo>
                  <a:pt x="157906" y="8574"/>
                </a:lnTo>
                <a:lnTo>
                  <a:pt x="157920" y="8882"/>
                </a:lnTo>
                <a:lnTo>
                  <a:pt x="157942" y="9184"/>
                </a:lnTo>
                <a:lnTo>
                  <a:pt x="157972" y="9481"/>
                </a:lnTo>
                <a:lnTo>
                  <a:pt x="158012" y="9772"/>
                </a:lnTo>
                <a:lnTo>
                  <a:pt x="158060" y="10058"/>
                </a:lnTo>
                <a:lnTo>
                  <a:pt x="158117" y="10339"/>
                </a:lnTo>
                <a:lnTo>
                  <a:pt x="158182" y="10614"/>
                </a:lnTo>
                <a:lnTo>
                  <a:pt x="158257" y="10884"/>
                </a:lnTo>
                <a:lnTo>
                  <a:pt x="158340" y="11148"/>
                </a:lnTo>
                <a:lnTo>
                  <a:pt x="158432" y="11408"/>
                </a:lnTo>
                <a:lnTo>
                  <a:pt x="158533" y="11661"/>
                </a:lnTo>
                <a:lnTo>
                  <a:pt x="158642" y="11910"/>
                </a:lnTo>
                <a:lnTo>
                  <a:pt x="158761" y="12153"/>
                </a:lnTo>
                <a:lnTo>
                  <a:pt x="158888" y="12390"/>
                </a:lnTo>
                <a:lnTo>
                  <a:pt x="159024" y="12622"/>
                </a:lnTo>
                <a:lnTo>
                  <a:pt x="159168" y="12849"/>
                </a:lnTo>
                <a:lnTo>
                  <a:pt x="159321" y="13071"/>
                </a:lnTo>
                <a:lnTo>
                  <a:pt x="159483" y="13287"/>
                </a:lnTo>
                <a:lnTo>
                  <a:pt x="159654" y="13498"/>
                </a:lnTo>
                <a:lnTo>
                  <a:pt x="159834" y="13703"/>
                </a:lnTo>
                <a:lnTo>
                  <a:pt x="160022" y="13903"/>
                </a:lnTo>
                <a:lnTo>
                  <a:pt x="160219" y="14097"/>
                </a:lnTo>
                <a:lnTo>
                  <a:pt x="160425" y="14287"/>
                </a:lnTo>
                <a:lnTo>
                  <a:pt x="160639" y="14469"/>
                </a:lnTo>
                <a:lnTo>
                  <a:pt x="160859" y="14644"/>
                </a:lnTo>
                <a:lnTo>
                  <a:pt x="161085" y="14811"/>
                </a:lnTo>
                <a:lnTo>
                  <a:pt x="161318" y="14970"/>
                </a:lnTo>
                <a:lnTo>
                  <a:pt x="161557" y="15122"/>
                </a:lnTo>
                <a:lnTo>
                  <a:pt x="161803" y="15266"/>
                </a:lnTo>
                <a:lnTo>
                  <a:pt x="162054" y="15402"/>
                </a:lnTo>
                <a:lnTo>
                  <a:pt x="162313" y="15530"/>
                </a:lnTo>
                <a:lnTo>
                  <a:pt x="162577" y="15650"/>
                </a:lnTo>
                <a:lnTo>
                  <a:pt x="162848" y="15763"/>
                </a:lnTo>
                <a:lnTo>
                  <a:pt x="163126" y="15868"/>
                </a:lnTo>
                <a:lnTo>
                  <a:pt x="163409" y="15965"/>
                </a:lnTo>
                <a:lnTo>
                  <a:pt x="163700" y="16054"/>
                </a:lnTo>
                <a:lnTo>
                  <a:pt x="163996" y="16136"/>
                </a:lnTo>
                <a:lnTo>
                  <a:pt x="164299" y="16210"/>
                </a:lnTo>
                <a:lnTo>
                  <a:pt x="164608" y="16276"/>
                </a:lnTo>
                <a:lnTo>
                  <a:pt x="164924" y="16334"/>
                </a:lnTo>
                <a:lnTo>
                  <a:pt x="165246" y="16384"/>
                </a:lnTo>
                <a:lnTo>
                  <a:pt x="165574" y="16427"/>
                </a:lnTo>
                <a:lnTo>
                  <a:pt x="165909" y="16462"/>
                </a:lnTo>
                <a:lnTo>
                  <a:pt x="166250" y="16489"/>
                </a:lnTo>
                <a:lnTo>
                  <a:pt x="166598" y="16509"/>
                </a:lnTo>
                <a:lnTo>
                  <a:pt x="166952" y="16520"/>
                </a:lnTo>
                <a:lnTo>
                  <a:pt x="167312" y="16524"/>
                </a:lnTo>
                <a:lnTo>
                  <a:pt x="167672" y="16520"/>
                </a:lnTo>
                <a:lnTo>
                  <a:pt x="168026" y="16509"/>
                </a:lnTo>
                <a:lnTo>
                  <a:pt x="168373" y="16489"/>
                </a:lnTo>
                <a:close/>
                <a:moveTo>
                  <a:pt x="306420" y="16462"/>
                </a:moveTo>
                <a:lnTo>
                  <a:pt x="306754" y="16427"/>
                </a:lnTo>
                <a:lnTo>
                  <a:pt x="307083" y="16384"/>
                </a:lnTo>
                <a:lnTo>
                  <a:pt x="307404" y="16334"/>
                </a:lnTo>
                <a:lnTo>
                  <a:pt x="307720" y="16276"/>
                </a:lnTo>
                <a:lnTo>
                  <a:pt x="308029" y="16210"/>
                </a:lnTo>
                <a:lnTo>
                  <a:pt x="308332" y="16136"/>
                </a:lnTo>
                <a:lnTo>
                  <a:pt x="308628" y="16054"/>
                </a:lnTo>
                <a:lnTo>
                  <a:pt x="308918" y="15965"/>
                </a:lnTo>
                <a:lnTo>
                  <a:pt x="309202" y="15868"/>
                </a:lnTo>
                <a:lnTo>
                  <a:pt x="309479" y="15763"/>
                </a:lnTo>
                <a:lnTo>
                  <a:pt x="309750" y="15650"/>
                </a:lnTo>
                <a:lnTo>
                  <a:pt x="310015" y="15530"/>
                </a:lnTo>
                <a:lnTo>
                  <a:pt x="310273" y="15402"/>
                </a:lnTo>
                <a:lnTo>
                  <a:pt x="310525" y="15266"/>
                </a:lnTo>
                <a:lnTo>
                  <a:pt x="310770" y="15122"/>
                </a:lnTo>
                <a:lnTo>
                  <a:pt x="311010" y="14970"/>
                </a:lnTo>
                <a:lnTo>
                  <a:pt x="311242" y="14811"/>
                </a:lnTo>
                <a:lnTo>
                  <a:pt x="311469" y="14644"/>
                </a:lnTo>
                <a:lnTo>
                  <a:pt x="311689" y="14469"/>
                </a:lnTo>
                <a:lnTo>
                  <a:pt x="311902" y="14287"/>
                </a:lnTo>
                <a:lnTo>
                  <a:pt x="312108" y="14097"/>
                </a:lnTo>
                <a:lnTo>
                  <a:pt x="312305" y="13903"/>
                </a:lnTo>
                <a:lnTo>
                  <a:pt x="312494" y="13703"/>
                </a:lnTo>
                <a:lnTo>
                  <a:pt x="312674" y="13498"/>
                </a:lnTo>
                <a:lnTo>
                  <a:pt x="312845" y="13287"/>
                </a:lnTo>
                <a:lnTo>
                  <a:pt x="313007" y="13071"/>
                </a:lnTo>
                <a:lnTo>
                  <a:pt x="313160" y="12849"/>
                </a:lnTo>
                <a:lnTo>
                  <a:pt x="313305" y="12622"/>
                </a:lnTo>
                <a:lnTo>
                  <a:pt x="313441" y="12390"/>
                </a:lnTo>
                <a:lnTo>
                  <a:pt x="313568" y="12153"/>
                </a:lnTo>
                <a:lnTo>
                  <a:pt x="313686" y="11910"/>
                </a:lnTo>
                <a:lnTo>
                  <a:pt x="313796" y="11661"/>
                </a:lnTo>
                <a:lnTo>
                  <a:pt x="313897" y="11408"/>
                </a:lnTo>
                <a:lnTo>
                  <a:pt x="313989" y="11148"/>
                </a:lnTo>
                <a:lnTo>
                  <a:pt x="314072" y="10884"/>
                </a:lnTo>
                <a:lnTo>
                  <a:pt x="314147" y="10614"/>
                </a:lnTo>
                <a:lnTo>
                  <a:pt x="314212" y="10339"/>
                </a:lnTo>
                <a:lnTo>
                  <a:pt x="314269" y="10058"/>
                </a:lnTo>
                <a:lnTo>
                  <a:pt x="314318" y="9772"/>
                </a:lnTo>
                <a:lnTo>
                  <a:pt x="314357" y="9481"/>
                </a:lnTo>
                <a:lnTo>
                  <a:pt x="314388" y="9184"/>
                </a:lnTo>
                <a:lnTo>
                  <a:pt x="314410" y="8882"/>
                </a:lnTo>
                <a:lnTo>
                  <a:pt x="314423" y="8574"/>
                </a:lnTo>
                <a:lnTo>
                  <a:pt x="314427" y="8261"/>
                </a:lnTo>
                <a:lnTo>
                  <a:pt x="314423" y="7948"/>
                </a:lnTo>
                <a:lnTo>
                  <a:pt x="314410" y="7641"/>
                </a:lnTo>
                <a:lnTo>
                  <a:pt x="314388" y="7339"/>
                </a:lnTo>
                <a:lnTo>
                  <a:pt x="314357" y="7042"/>
                </a:lnTo>
                <a:lnTo>
                  <a:pt x="314318" y="6751"/>
                </a:lnTo>
                <a:lnTo>
                  <a:pt x="314269" y="6465"/>
                </a:lnTo>
                <a:lnTo>
                  <a:pt x="314212" y="6185"/>
                </a:lnTo>
                <a:lnTo>
                  <a:pt x="314147" y="5909"/>
                </a:lnTo>
                <a:lnTo>
                  <a:pt x="314072" y="5640"/>
                </a:lnTo>
                <a:lnTo>
                  <a:pt x="313989" y="5375"/>
                </a:lnTo>
                <a:lnTo>
                  <a:pt x="313897" y="5116"/>
                </a:lnTo>
                <a:lnTo>
                  <a:pt x="313796" y="4863"/>
                </a:lnTo>
                <a:lnTo>
                  <a:pt x="313686" y="4614"/>
                </a:lnTo>
                <a:lnTo>
                  <a:pt x="313568" y="4371"/>
                </a:lnTo>
                <a:lnTo>
                  <a:pt x="313441" y="4134"/>
                </a:lnTo>
                <a:lnTo>
                  <a:pt x="313305" y="3902"/>
                </a:lnTo>
                <a:lnTo>
                  <a:pt x="313160" y="3675"/>
                </a:lnTo>
                <a:lnTo>
                  <a:pt x="313007" y="3453"/>
                </a:lnTo>
                <a:lnTo>
                  <a:pt x="312845" y="3237"/>
                </a:lnTo>
                <a:lnTo>
                  <a:pt x="312674" y="3027"/>
                </a:lnTo>
                <a:lnTo>
                  <a:pt x="312494" y="2821"/>
                </a:lnTo>
                <a:lnTo>
                  <a:pt x="312305" y="2622"/>
                </a:lnTo>
                <a:lnTo>
                  <a:pt x="312108" y="2427"/>
                </a:lnTo>
                <a:lnTo>
                  <a:pt x="311902" y="2238"/>
                </a:lnTo>
                <a:lnTo>
                  <a:pt x="311689" y="2055"/>
                </a:lnTo>
                <a:lnTo>
                  <a:pt x="311469" y="1880"/>
                </a:lnTo>
                <a:lnTo>
                  <a:pt x="311242" y="1713"/>
                </a:lnTo>
                <a:lnTo>
                  <a:pt x="311010" y="1554"/>
                </a:lnTo>
                <a:lnTo>
                  <a:pt x="310770" y="1403"/>
                </a:lnTo>
                <a:lnTo>
                  <a:pt x="310525" y="1259"/>
                </a:lnTo>
                <a:lnTo>
                  <a:pt x="310273" y="1123"/>
                </a:lnTo>
                <a:lnTo>
                  <a:pt x="310015" y="995"/>
                </a:lnTo>
                <a:lnTo>
                  <a:pt x="309750" y="874"/>
                </a:lnTo>
                <a:lnTo>
                  <a:pt x="309479" y="761"/>
                </a:lnTo>
                <a:lnTo>
                  <a:pt x="309202" y="657"/>
                </a:lnTo>
                <a:lnTo>
                  <a:pt x="308918" y="559"/>
                </a:lnTo>
                <a:lnTo>
                  <a:pt x="308628" y="470"/>
                </a:lnTo>
                <a:lnTo>
                  <a:pt x="308332" y="389"/>
                </a:lnTo>
                <a:lnTo>
                  <a:pt x="308029" y="315"/>
                </a:lnTo>
                <a:lnTo>
                  <a:pt x="307720" y="249"/>
                </a:lnTo>
                <a:lnTo>
                  <a:pt x="307404" y="190"/>
                </a:lnTo>
                <a:lnTo>
                  <a:pt x="307083" y="140"/>
                </a:lnTo>
                <a:lnTo>
                  <a:pt x="306754" y="97"/>
                </a:lnTo>
                <a:lnTo>
                  <a:pt x="306420" y="62"/>
                </a:lnTo>
                <a:lnTo>
                  <a:pt x="306079" y="35"/>
                </a:lnTo>
                <a:lnTo>
                  <a:pt x="305731" y="16"/>
                </a:lnTo>
                <a:lnTo>
                  <a:pt x="305377" y="4"/>
                </a:lnTo>
                <a:lnTo>
                  <a:pt x="305017" y="0"/>
                </a:lnTo>
                <a:lnTo>
                  <a:pt x="304657" y="4"/>
                </a:lnTo>
                <a:lnTo>
                  <a:pt x="304303" y="16"/>
                </a:lnTo>
                <a:lnTo>
                  <a:pt x="303955" y="35"/>
                </a:lnTo>
                <a:lnTo>
                  <a:pt x="303614" y="62"/>
                </a:lnTo>
                <a:lnTo>
                  <a:pt x="303280" y="97"/>
                </a:lnTo>
                <a:lnTo>
                  <a:pt x="302951" y="140"/>
                </a:lnTo>
                <a:lnTo>
                  <a:pt x="302629" y="190"/>
                </a:lnTo>
                <a:lnTo>
                  <a:pt x="302313" y="249"/>
                </a:lnTo>
                <a:lnTo>
                  <a:pt x="302004" y="315"/>
                </a:lnTo>
                <a:lnTo>
                  <a:pt x="301701" y="389"/>
                </a:lnTo>
                <a:lnTo>
                  <a:pt x="301405" y="470"/>
                </a:lnTo>
                <a:lnTo>
                  <a:pt x="301115" y="559"/>
                </a:lnTo>
                <a:lnTo>
                  <a:pt x="300831" y="657"/>
                </a:lnTo>
                <a:lnTo>
                  <a:pt x="300554" y="761"/>
                </a:lnTo>
                <a:lnTo>
                  <a:pt x="300282" y="874"/>
                </a:lnTo>
                <a:lnTo>
                  <a:pt x="300018" y="995"/>
                </a:lnTo>
                <a:lnTo>
                  <a:pt x="299760" y="1123"/>
                </a:lnTo>
                <a:lnTo>
                  <a:pt x="299508" y="1259"/>
                </a:lnTo>
                <a:lnTo>
                  <a:pt x="299262" y="1403"/>
                </a:lnTo>
                <a:lnTo>
                  <a:pt x="299023" y="1554"/>
                </a:lnTo>
                <a:lnTo>
                  <a:pt x="298790" y="1713"/>
                </a:lnTo>
                <a:lnTo>
                  <a:pt x="298564" y="1880"/>
                </a:lnTo>
                <a:lnTo>
                  <a:pt x="298344" y="2055"/>
                </a:lnTo>
                <a:lnTo>
                  <a:pt x="298130" y="2238"/>
                </a:lnTo>
                <a:lnTo>
                  <a:pt x="297925" y="2427"/>
                </a:lnTo>
                <a:lnTo>
                  <a:pt x="297727" y="2622"/>
                </a:lnTo>
                <a:lnTo>
                  <a:pt x="297539" y="2821"/>
                </a:lnTo>
                <a:lnTo>
                  <a:pt x="297359" y="3027"/>
                </a:lnTo>
                <a:lnTo>
                  <a:pt x="297189" y="3237"/>
                </a:lnTo>
                <a:lnTo>
                  <a:pt x="297027" y="3453"/>
                </a:lnTo>
                <a:lnTo>
                  <a:pt x="296873" y="3675"/>
                </a:lnTo>
                <a:lnTo>
                  <a:pt x="296729" y="3902"/>
                </a:lnTo>
                <a:lnTo>
                  <a:pt x="296593" y="4134"/>
                </a:lnTo>
                <a:lnTo>
                  <a:pt x="296466" y="4371"/>
                </a:lnTo>
                <a:lnTo>
                  <a:pt x="296348" y="4614"/>
                </a:lnTo>
                <a:lnTo>
                  <a:pt x="296238" y="4863"/>
                </a:lnTo>
                <a:lnTo>
                  <a:pt x="296137" y="5116"/>
                </a:lnTo>
                <a:lnTo>
                  <a:pt x="296045" y="5375"/>
                </a:lnTo>
                <a:lnTo>
                  <a:pt x="295962" y="5640"/>
                </a:lnTo>
                <a:lnTo>
                  <a:pt x="295888" y="5909"/>
                </a:lnTo>
                <a:lnTo>
                  <a:pt x="295822" y="6185"/>
                </a:lnTo>
                <a:lnTo>
                  <a:pt x="295765" y="6465"/>
                </a:lnTo>
                <a:lnTo>
                  <a:pt x="295717" y="6751"/>
                </a:lnTo>
                <a:lnTo>
                  <a:pt x="295677" y="7042"/>
                </a:lnTo>
                <a:lnTo>
                  <a:pt x="295647" y="7339"/>
                </a:lnTo>
                <a:lnTo>
                  <a:pt x="295625" y="7641"/>
                </a:lnTo>
                <a:lnTo>
                  <a:pt x="295612" y="7948"/>
                </a:lnTo>
                <a:lnTo>
                  <a:pt x="295607" y="8261"/>
                </a:lnTo>
                <a:lnTo>
                  <a:pt x="295612" y="8574"/>
                </a:lnTo>
                <a:lnTo>
                  <a:pt x="295625" y="8882"/>
                </a:lnTo>
                <a:lnTo>
                  <a:pt x="295647" y="9184"/>
                </a:lnTo>
                <a:lnTo>
                  <a:pt x="295677" y="9481"/>
                </a:lnTo>
                <a:lnTo>
                  <a:pt x="295717" y="9772"/>
                </a:lnTo>
                <a:lnTo>
                  <a:pt x="295765" y="10058"/>
                </a:lnTo>
                <a:lnTo>
                  <a:pt x="295822" y="10339"/>
                </a:lnTo>
                <a:lnTo>
                  <a:pt x="295888" y="10614"/>
                </a:lnTo>
                <a:lnTo>
                  <a:pt x="295962" y="10884"/>
                </a:lnTo>
                <a:lnTo>
                  <a:pt x="296045" y="11148"/>
                </a:lnTo>
                <a:lnTo>
                  <a:pt x="296137" y="11408"/>
                </a:lnTo>
                <a:lnTo>
                  <a:pt x="296238" y="11661"/>
                </a:lnTo>
                <a:lnTo>
                  <a:pt x="296348" y="11910"/>
                </a:lnTo>
                <a:lnTo>
                  <a:pt x="296466" y="12153"/>
                </a:lnTo>
                <a:lnTo>
                  <a:pt x="296593" y="12390"/>
                </a:lnTo>
                <a:lnTo>
                  <a:pt x="296729" y="12622"/>
                </a:lnTo>
                <a:lnTo>
                  <a:pt x="296873" y="12849"/>
                </a:lnTo>
                <a:lnTo>
                  <a:pt x="297027" y="13071"/>
                </a:lnTo>
                <a:lnTo>
                  <a:pt x="297189" y="13287"/>
                </a:lnTo>
                <a:lnTo>
                  <a:pt x="297359" y="13498"/>
                </a:lnTo>
                <a:lnTo>
                  <a:pt x="297539" y="13703"/>
                </a:lnTo>
                <a:lnTo>
                  <a:pt x="297727" y="13903"/>
                </a:lnTo>
                <a:lnTo>
                  <a:pt x="297925" y="14097"/>
                </a:lnTo>
                <a:lnTo>
                  <a:pt x="298130" y="14287"/>
                </a:lnTo>
                <a:lnTo>
                  <a:pt x="298344" y="14469"/>
                </a:lnTo>
                <a:lnTo>
                  <a:pt x="298564" y="14644"/>
                </a:lnTo>
                <a:lnTo>
                  <a:pt x="298790" y="14811"/>
                </a:lnTo>
                <a:lnTo>
                  <a:pt x="299023" y="14970"/>
                </a:lnTo>
                <a:lnTo>
                  <a:pt x="299262" y="15122"/>
                </a:lnTo>
                <a:lnTo>
                  <a:pt x="299508" y="15266"/>
                </a:lnTo>
                <a:lnTo>
                  <a:pt x="299760" y="15402"/>
                </a:lnTo>
                <a:lnTo>
                  <a:pt x="300018" y="15530"/>
                </a:lnTo>
                <a:lnTo>
                  <a:pt x="300282" y="15650"/>
                </a:lnTo>
                <a:lnTo>
                  <a:pt x="300554" y="15763"/>
                </a:lnTo>
                <a:lnTo>
                  <a:pt x="300831" y="15868"/>
                </a:lnTo>
                <a:lnTo>
                  <a:pt x="301115" y="15965"/>
                </a:lnTo>
                <a:lnTo>
                  <a:pt x="301405" y="16054"/>
                </a:lnTo>
                <a:lnTo>
                  <a:pt x="301701" y="16136"/>
                </a:lnTo>
                <a:lnTo>
                  <a:pt x="302004" y="16210"/>
                </a:lnTo>
                <a:lnTo>
                  <a:pt x="302313" y="16276"/>
                </a:lnTo>
                <a:lnTo>
                  <a:pt x="302629" y="16334"/>
                </a:lnTo>
                <a:lnTo>
                  <a:pt x="302951" y="16384"/>
                </a:lnTo>
                <a:lnTo>
                  <a:pt x="303280" y="16427"/>
                </a:lnTo>
                <a:lnTo>
                  <a:pt x="303614" y="16462"/>
                </a:lnTo>
                <a:lnTo>
                  <a:pt x="303955" y="16489"/>
                </a:lnTo>
                <a:lnTo>
                  <a:pt x="304303" y="16509"/>
                </a:lnTo>
                <a:lnTo>
                  <a:pt x="304657" y="16520"/>
                </a:lnTo>
                <a:lnTo>
                  <a:pt x="305017" y="16524"/>
                </a:lnTo>
                <a:lnTo>
                  <a:pt x="305377" y="16520"/>
                </a:lnTo>
                <a:lnTo>
                  <a:pt x="305731" y="16509"/>
                </a:lnTo>
                <a:lnTo>
                  <a:pt x="306079" y="16489"/>
                </a:lnTo>
                <a:lnTo>
                  <a:pt x="306420" y="16462"/>
                </a:lnTo>
                <a:close/>
                <a:moveTo>
                  <a:pt x="208507" y="90196"/>
                </a:moveTo>
                <a:lnTo>
                  <a:pt x="222852" y="90196"/>
                </a:lnTo>
                <a:lnTo>
                  <a:pt x="222852" y="50722"/>
                </a:lnTo>
                <a:lnTo>
                  <a:pt x="222857" y="50229"/>
                </a:lnTo>
                <a:lnTo>
                  <a:pt x="222873" y="49746"/>
                </a:lnTo>
                <a:lnTo>
                  <a:pt x="222899" y="49273"/>
                </a:lnTo>
                <a:lnTo>
                  <a:pt x="222936" y="48809"/>
                </a:lnTo>
                <a:lnTo>
                  <a:pt x="222984" y="48355"/>
                </a:lnTo>
                <a:lnTo>
                  <a:pt x="223042" y="47910"/>
                </a:lnTo>
                <a:lnTo>
                  <a:pt x="223110" y="47475"/>
                </a:lnTo>
                <a:lnTo>
                  <a:pt x="223190" y="47049"/>
                </a:lnTo>
                <a:lnTo>
                  <a:pt x="223279" y="46633"/>
                </a:lnTo>
                <a:lnTo>
                  <a:pt x="223380" y="46227"/>
                </a:lnTo>
                <a:lnTo>
                  <a:pt x="223491" y="45830"/>
                </a:lnTo>
                <a:lnTo>
                  <a:pt x="223612" y="45443"/>
                </a:lnTo>
                <a:lnTo>
                  <a:pt x="223744" y="45065"/>
                </a:lnTo>
                <a:lnTo>
                  <a:pt x="223887" y="44697"/>
                </a:lnTo>
                <a:lnTo>
                  <a:pt x="224040" y="44338"/>
                </a:lnTo>
                <a:lnTo>
                  <a:pt x="224203" y="43989"/>
                </a:lnTo>
                <a:lnTo>
                  <a:pt x="224378" y="43650"/>
                </a:lnTo>
                <a:lnTo>
                  <a:pt x="224563" y="43320"/>
                </a:lnTo>
                <a:lnTo>
                  <a:pt x="224758" y="42999"/>
                </a:lnTo>
                <a:lnTo>
                  <a:pt x="224964" y="42689"/>
                </a:lnTo>
                <a:lnTo>
                  <a:pt x="225180" y="42387"/>
                </a:lnTo>
                <a:lnTo>
                  <a:pt x="225407" y="42096"/>
                </a:lnTo>
                <a:lnTo>
                  <a:pt x="225645" y="41814"/>
                </a:lnTo>
                <a:lnTo>
                  <a:pt x="225893" y="41541"/>
                </a:lnTo>
                <a:lnTo>
                  <a:pt x="226151" y="41279"/>
                </a:lnTo>
                <a:lnTo>
                  <a:pt x="226416" y="41028"/>
                </a:lnTo>
                <a:lnTo>
                  <a:pt x="226689" y="40788"/>
                </a:lnTo>
                <a:lnTo>
                  <a:pt x="226969" y="40559"/>
                </a:lnTo>
                <a:lnTo>
                  <a:pt x="227258" y="40342"/>
                </a:lnTo>
                <a:lnTo>
                  <a:pt x="227554" y="40135"/>
                </a:lnTo>
                <a:lnTo>
                  <a:pt x="227858" y="39940"/>
                </a:lnTo>
                <a:lnTo>
                  <a:pt x="228169" y="39756"/>
                </a:lnTo>
                <a:lnTo>
                  <a:pt x="228489" y="39583"/>
                </a:lnTo>
                <a:lnTo>
                  <a:pt x="228816" y="39421"/>
                </a:lnTo>
                <a:lnTo>
                  <a:pt x="229151" y="39271"/>
                </a:lnTo>
                <a:lnTo>
                  <a:pt x="229494" y="39131"/>
                </a:lnTo>
                <a:lnTo>
                  <a:pt x="229844" y="39003"/>
                </a:lnTo>
                <a:lnTo>
                  <a:pt x="230202" y="38886"/>
                </a:lnTo>
                <a:lnTo>
                  <a:pt x="230569" y="38780"/>
                </a:lnTo>
                <a:lnTo>
                  <a:pt x="230942" y="38685"/>
                </a:lnTo>
                <a:lnTo>
                  <a:pt x="231324" y="38601"/>
                </a:lnTo>
                <a:lnTo>
                  <a:pt x="231713" y="38529"/>
                </a:lnTo>
                <a:lnTo>
                  <a:pt x="232110" y="38467"/>
                </a:lnTo>
                <a:lnTo>
                  <a:pt x="232515" y="38417"/>
                </a:lnTo>
                <a:lnTo>
                  <a:pt x="232928" y="38378"/>
                </a:lnTo>
                <a:lnTo>
                  <a:pt x="233348" y="38350"/>
                </a:lnTo>
                <a:lnTo>
                  <a:pt x="233776" y="38333"/>
                </a:lnTo>
                <a:lnTo>
                  <a:pt x="234212" y="38328"/>
                </a:lnTo>
                <a:lnTo>
                  <a:pt x="234658" y="38333"/>
                </a:lnTo>
                <a:lnTo>
                  <a:pt x="235095" y="38349"/>
                </a:lnTo>
                <a:lnTo>
                  <a:pt x="235523" y="38376"/>
                </a:lnTo>
                <a:lnTo>
                  <a:pt x="235944" y="38414"/>
                </a:lnTo>
                <a:lnTo>
                  <a:pt x="236355" y="38462"/>
                </a:lnTo>
                <a:lnTo>
                  <a:pt x="236759" y="38522"/>
                </a:lnTo>
                <a:lnTo>
                  <a:pt x="237154" y="38592"/>
                </a:lnTo>
                <a:lnTo>
                  <a:pt x="237541" y="38672"/>
                </a:lnTo>
                <a:lnTo>
                  <a:pt x="237919" y="38764"/>
                </a:lnTo>
                <a:lnTo>
                  <a:pt x="238289" y="38866"/>
                </a:lnTo>
                <a:lnTo>
                  <a:pt x="238651" y="38979"/>
                </a:lnTo>
                <a:lnTo>
                  <a:pt x="239004" y="39103"/>
                </a:lnTo>
                <a:lnTo>
                  <a:pt x="239349" y="39237"/>
                </a:lnTo>
                <a:lnTo>
                  <a:pt x="239685" y="39383"/>
                </a:lnTo>
                <a:lnTo>
                  <a:pt x="240013" y="39539"/>
                </a:lnTo>
                <a:lnTo>
                  <a:pt x="240333" y="39705"/>
                </a:lnTo>
                <a:lnTo>
                  <a:pt x="240644" y="39883"/>
                </a:lnTo>
                <a:lnTo>
                  <a:pt x="240947" y="40071"/>
                </a:lnTo>
                <a:lnTo>
                  <a:pt x="241242" y="40270"/>
                </a:lnTo>
                <a:lnTo>
                  <a:pt x="241528" y="40480"/>
                </a:lnTo>
                <a:lnTo>
                  <a:pt x="241806" y="40701"/>
                </a:lnTo>
                <a:lnTo>
                  <a:pt x="242075" y="40932"/>
                </a:lnTo>
                <a:lnTo>
                  <a:pt x="242336" y="41174"/>
                </a:lnTo>
                <a:lnTo>
                  <a:pt x="242589" y="41427"/>
                </a:lnTo>
                <a:lnTo>
                  <a:pt x="242833" y="41690"/>
                </a:lnTo>
                <a:lnTo>
                  <a:pt x="243066" y="41962"/>
                </a:lnTo>
                <a:lnTo>
                  <a:pt x="243288" y="42243"/>
                </a:lnTo>
                <a:lnTo>
                  <a:pt x="243501" y="42533"/>
                </a:lnTo>
                <a:lnTo>
                  <a:pt x="243703" y="42832"/>
                </a:lnTo>
                <a:lnTo>
                  <a:pt x="243894" y="43141"/>
                </a:lnTo>
                <a:lnTo>
                  <a:pt x="244076" y="43459"/>
                </a:lnTo>
                <a:lnTo>
                  <a:pt x="244247" y="43785"/>
                </a:lnTo>
                <a:lnTo>
                  <a:pt x="244407" y="44121"/>
                </a:lnTo>
                <a:lnTo>
                  <a:pt x="244558" y="44467"/>
                </a:lnTo>
                <a:lnTo>
                  <a:pt x="244697" y="44821"/>
                </a:lnTo>
                <a:lnTo>
                  <a:pt x="244827" y="45184"/>
                </a:lnTo>
                <a:lnTo>
                  <a:pt x="244946" y="45557"/>
                </a:lnTo>
                <a:lnTo>
                  <a:pt x="245055" y="45939"/>
                </a:lnTo>
                <a:lnTo>
                  <a:pt x="245153" y="46330"/>
                </a:lnTo>
                <a:lnTo>
                  <a:pt x="245241" y="46730"/>
                </a:lnTo>
                <a:lnTo>
                  <a:pt x="245319" y="47139"/>
                </a:lnTo>
                <a:lnTo>
                  <a:pt x="245386" y="47558"/>
                </a:lnTo>
                <a:lnTo>
                  <a:pt x="245443" y="47985"/>
                </a:lnTo>
                <a:lnTo>
                  <a:pt x="245490" y="48422"/>
                </a:lnTo>
                <a:lnTo>
                  <a:pt x="245526" y="48868"/>
                </a:lnTo>
                <a:lnTo>
                  <a:pt x="245552" y="49323"/>
                </a:lnTo>
                <a:lnTo>
                  <a:pt x="245568" y="49788"/>
                </a:lnTo>
                <a:lnTo>
                  <a:pt x="245573" y="50261"/>
                </a:lnTo>
                <a:lnTo>
                  <a:pt x="245573" y="90196"/>
                </a:lnTo>
                <a:lnTo>
                  <a:pt x="259917" y="90196"/>
                </a:lnTo>
                <a:lnTo>
                  <a:pt x="259917" y="48771"/>
                </a:lnTo>
                <a:lnTo>
                  <a:pt x="259907" y="47908"/>
                </a:lnTo>
                <a:lnTo>
                  <a:pt x="259878" y="47060"/>
                </a:lnTo>
                <a:lnTo>
                  <a:pt x="259830" y="46227"/>
                </a:lnTo>
                <a:lnTo>
                  <a:pt x="259762" y="45408"/>
                </a:lnTo>
                <a:lnTo>
                  <a:pt x="259676" y="44604"/>
                </a:lnTo>
                <a:lnTo>
                  <a:pt x="259569" y="43815"/>
                </a:lnTo>
                <a:lnTo>
                  <a:pt x="259444" y="43040"/>
                </a:lnTo>
                <a:lnTo>
                  <a:pt x="259299" y="42281"/>
                </a:lnTo>
                <a:lnTo>
                  <a:pt x="259134" y="41536"/>
                </a:lnTo>
                <a:lnTo>
                  <a:pt x="258951" y="40806"/>
                </a:lnTo>
                <a:lnTo>
                  <a:pt x="258748" y="40090"/>
                </a:lnTo>
                <a:lnTo>
                  <a:pt x="258525" y="39389"/>
                </a:lnTo>
                <a:lnTo>
                  <a:pt x="258284" y="38704"/>
                </a:lnTo>
                <a:lnTo>
                  <a:pt x="258023" y="38032"/>
                </a:lnTo>
                <a:lnTo>
                  <a:pt x="257743" y="37376"/>
                </a:lnTo>
                <a:lnTo>
                  <a:pt x="257443" y="36734"/>
                </a:lnTo>
                <a:lnTo>
                  <a:pt x="257124" y="36107"/>
                </a:lnTo>
                <a:lnTo>
                  <a:pt x="256786" y="35495"/>
                </a:lnTo>
                <a:lnTo>
                  <a:pt x="256428" y="34897"/>
                </a:lnTo>
                <a:lnTo>
                  <a:pt x="256052" y="34315"/>
                </a:lnTo>
                <a:lnTo>
                  <a:pt x="255655" y="33747"/>
                </a:lnTo>
                <a:lnTo>
                  <a:pt x="255240" y="33193"/>
                </a:lnTo>
                <a:lnTo>
                  <a:pt x="254805" y="32655"/>
                </a:lnTo>
                <a:lnTo>
                  <a:pt x="254351" y="32131"/>
                </a:lnTo>
                <a:lnTo>
                  <a:pt x="253880" y="31625"/>
                </a:lnTo>
                <a:lnTo>
                  <a:pt x="253397" y="31141"/>
                </a:lnTo>
                <a:lnTo>
                  <a:pt x="252901" y="30679"/>
                </a:lnTo>
                <a:lnTo>
                  <a:pt x="252392" y="30238"/>
                </a:lnTo>
                <a:lnTo>
                  <a:pt x="251870" y="29818"/>
                </a:lnTo>
                <a:lnTo>
                  <a:pt x="251335" y="29420"/>
                </a:lnTo>
                <a:lnTo>
                  <a:pt x="250787" y="29043"/>
                </a:lnTo>
                <a:lnTo>
                  <a:pt x="250226" y="28688"/>
                </a:lnTo>
                <a:lnTo>
                  <a:pt x="249653" y="28355"/>
                </a:lnTo>
                <a:lnTo>
                  <a:pt x="249066" y="28043"/>
                </a:lnTo>
                <a:lnTo>
                  <a:pt x="248466" y="27752"/>
                </a:lnTo>
                <a:lnTo>
                  <a:pt x="247854" y="27483"/>
                </a:lnTo>
                <a:lnTo>
                  <a:pt x="247228" y="27236"/>
                </a:lnTo>
                <a:lnTo>
                  <a:pt x="246589" y="27010"/>
                </a:lnTo>
                <a:lnTo>
                  <a:pt x="245938" y="26806"/>
                </a:lnTo>
                <a:lnTo>
                  <a:pt x="245273" y="26623"/>
                </a:lnTo>
                <a:lnTo>
                  <a:pt x="244596" y="26461"/>
                </a:lnTo>
                <a:lnTo>
                  <a:pt x="243906" y="26322"/>
                </a:lnTo>
                <a:lnTo>
                  <a:pt x="243202" y="26203"/>
                </a:lnTo>
                <a:lnTo>
                  <a:pt x="242486" y="26106"/>
                </a:lnTo>
                <a:lnTo>
                  <a:pt x="241757" y="26031"/>
                </a:lnTo>
                <a:lnTo>
                  <a:pt x="241015" y="25977"/>
                </a:lnTo>
                <a:lnTo>
                  <a:pt x="240260" y="25945"/>
                </a:lnTo>
                <a:lnTo>
                  <a:pt x="239492" y="25934"/>
                </a:lnTo>
                <a:lnTo>
                  <a:pt x="238838" y="25942"/>
                </a:lnTo>
                <a:lnTo>
                  <a:pt x="238195" y="25965"/>
                </a:lnTo>
                <a:lnTo>
                  <a:pt x="237565" y="26002"/>
                </a:lnTo>
                <a:lnTo>
                  <a:pt x="236946" y="26055"/>
                </a:lnTo>
                <a:lnTo>
                  <a:pt x="236339" y="26124"/>
                </a:lnTo>
                <a:lnTo>
                  <a:pt x="235744" y="26207"/>
                </a:lnTo>
                <a:lnTo>
                  <a:pt x="235161" y="26305"/>
                </a:lnTo>
                <a:lnTo>
                  <a:pt x="234589" y="26419"/>
                </a:lnTo>
                <a:lnTo>
                  <a:pt x="234029" y="26548"/>
                </a:lnTo>
                <a:lnTo>
                  <a:pt x="233481" y="26691"/>
                </a:lnTo>
                <a:lnTo>
                  <a:pt x="232944" y="26851"/>
                </a:lnTo>
                <a:lnTo>
                  <a:pt x="232420" y="27025"/>
                </a:lnTo>
                <a:lnTo>
                  <a:pt x="231907" y="27214"/>
                </a:lnTo>
                <a:lnTo>
                  <a:pt x="231406" y="27418"/>
                </a:lnTo>
                <a:lnTo>
                  <a:pt x="230916" y="27638"/>
                </a:lnTo>
                <a:lnTo>
                  <a:pt x="230438" y="27873"/>
                </a:lnTo>
                <a:lnTo>
                  <a:pt x="229973" y="28123"/>
                </a:lnTo>
                <a:lnTo>
                  <a:pt x="229518" y="28388"/>
                </a:lnTo>
                <a:lnTo>
                  <a:pt x="229076" y="28668"/>
                </a:lnTo>
                <a:lnTo>
                  <a:pt x="228645" y="28963"/>
                </a:lnTo>
                <a:lnTo>
                  <a:pt x="228226" y="29274"/>
                </a:lnTo>
                <a:lnTo>
                  <a:pt x="227819" y="29599"/>
                </a:lnTo>
                <a:lnTo>
                  <a:pt x="227424" y="29940"/>
                </a:lnTo>
                <a:lnTo>
                  <a:pt x="227040" y="30296"/>
                </a:lnTo>
                <a:lnTo>
                  <a:pt x="226670" y="30665"/>
                </a:lnTo>
                <a:lnTo>
                  <a:pt x="226316" y="31047"/>
                </a:lnTo>
                <a:lnTo>
                  <a:pt x="225978" y="31440"/>
                </a:lnTo>
                <a:lnTo>
                  <a:pt x="225655" y="31845"/>
                </a:lnTo>
                <a:lnTo>
                  <a:pt x="225349" y="32262"/>
                </a:lnTo>
                <a:lnTo>
                  <a:pt x="225058" y="32691"/>
                </a:lnTo>
                <a:lnTo>
                  <a:pt x="224782" y="33132"/>
                </a:lnTo>
                <a:lnTo>
                  <a:pt x="224523" y="33585"/>
                </a:lnTo>
                <a:lnTo>
                  <a:pt x="224279" y="34050"/>
                </a:lnTo>
                <a:lnTo>
                  <a:pt x="224050" y="34527"/>
                </a:lnTo>
                <a:lnTo>
                  <a:pt x="223838" y="35016"/>
                </a:lnTo>
                <a:lnTo>
                  <a:pt x="223641" y="35517"/>
                </a:lnTo>
                <a:lnTo>
                  <a:pt x="223460" y="36029"/>
                </a:lnTo>
                <a:lnTo>
                  <a:pt x="223295" y="36554"/>
                </a:lnTo>
                <a:lnTo>
                  <a:pt x="223146" y="37091"/>
                </a:lnTo>
                <a:lnTo>
                  <a:pt x="223012" y="37639"/>
                </a:lnTo>
                <a:lnTo>
                  <a:pt x="222894" y="38200"/>
                </a:lnTo>
                <a:lnTo>
                  <a:pt x="222792" y="38772"/>
                </a:lnTo>
                <a:lnTo>
                  <a:pt x="222739" y="39130"/>
                </a:lnTo>
                <a:lnTo>
                  <a:pt x="222508" y="39130"/>
                </a:lnTo>
                <a:lnTo>
                  <a:pt x="222508" y="27081"/>
                </a:lnTo>
                <a:lnTo>
                  <a:pt x="208507" y="27081"/>
                </a:lnTo>
                <a:lnTo>
                  <a:pt x="208507" y="90196"/>
                </a:lnTo>
                <a:close/>
                <a:moveTo>
                  <a:pt x="175344" y="27081"/>
                </a:moveTo>
                <a:lnTo>
                  <a:pt x="142409" y="27081"/>
                </a:lnTo>
                <a:lnTo>
                  <a:pt x="142409" y="40049"/>
                </a:lnTo>
                <a:lnTo>
                  <a:pt x="161574" y="40049"/>
                </a:lnTo>
                <a:lnTo>
                  <a:pt x="161574" y="77115"/>
                </a:lnTo>
                <a:lnTo>
                  <a:pt x="139541" y="77115"/>
                </a:lnTo>
                <a:lnTo>
                  <a:pt x="139541" y="90196"/>
                </a:lnTo>
                <a:lnTo>
                  <a:pt x="194852" y="90196"/>
                </a:lnTo>
                <a:lnTo>
                  <a:pt x="194852" y="77115"/>
                </a:lnTo>
                <a:lnTo>
                  <a:pt x="175344" y="77115"/>
                </a:lnTo>
                <a:lnTo>
                  <a:pt x="175344" y="27081"/>
                </a:lnTo>
                <a:close/>
                <a:moveTo>
                  <a:pt x="313049" y="27081"/>
                </a:moveTo>
                <a:lnTo>
                  <a:pt x="280114" y="27081"/>
                </a:lnTo>
                <a:lnTo>
                  <a:pt x="280114" y="40049"/>
                </a:lnTo>
                <a:lnTo>
                  <a:pt x="299279" y="40049"/>
                </a:lnTo>
                <a:lnTo>
                  <a:pt x="299279" y="77115"/>
                </a:lnTo>
                <a:lnTo>
                  <a:pt x="277246" y="77115"/>
                </a:lnTo>
                <a:lnTo>
                  <a:pt x="277246" y="90196"/>
                </a:lnTo>
                <a:lnTo>
                  <a:pt x="332557" y="90196"/>
                </a:lnTo>
                <a:lnTo>
                  <a:pt x="332557" y="77115"/>
                </a:lnTo>
                <a:lnTo>
                  <a:pt x="313049" y="77115"/>
                </a:lnTo>
                <a:lnTo>
                  <a:pt x="313049" y="27081"/>
                </a:lnTo>
                <a:close/>
                <a:moveTo>
                  <a:pt x="0" y="106033"/>
                </a:moveTo>
                <a:lnTo>
                  <a:pt x="123933" y="106033"/>
                </a:lnTo>
                <a:lnTo>
                  <a:pt x="123933" y="93065"/>
                </a:lnTo>
                <a:lnTo>
                  <a:pt x="0" y="93065"/>
                </a:lnTo>
                <a:lnTo>
                  <a:pt x="0" y="106033"/>
                </a:lnTo>
                <a:close/>
                <a:moveTo>
                  <a:pt x="379244" y="77218"/>
                </a:moveTo>
                <a:lnTo>
                  <a:pt x="378787" y="77187"/>
                </a:lnTo>
                <a:lnTo>
                  <a:pt x="378350" y="77135"/>
                </a:lnTo>
                <a:lnTo>
                  <a:pt x="377933" y="77063"/>
                </a:lnTo>
                <a:lnTo>
                  <a:pt x="377537" y="76969"/>
                </a:lnTo>
                <a:lnTo>
                  <a:pt x="377161" y="76856"/>
                </a:lnTo>
                <a:lnTo>
                  <a:pt x="376805" y="76721"/>
                </a:lnTo>
                <a:lnTo>
                  <a:pt x="376470" y="76566"/>
                </a:lnTo>
                <a:lnTo>
                  <a:pt x="376155" y="76389"/>
                </a:lnTo>
                <a:lnTo>
                  <a:pt x="375860" y="76193"/>
                </a:lnTo>
                <a:lnTo>
                  <a:pt x="375586" y="75975"/>
                </a:lnTo>
                <a:lnTo>
                  <a:pt x="375331" y="75737"/>
                </a:lnTo>
                <a:lnTo>
                  <a:pt x="375098" y="75478"/>
                </a:lnTo>
                <a:lnTo>
                  <a:pt x="374884" y="75198"/>
                </a:lnTo>
                <a:lnTo>
                  <a:pt x="374691" y="74898"/>
                </a:lnTo>
                <a:lnTo>
                  <a:pt x="374518" y="74577"/>
                </a:lnTo>
                <a:lnTo>
                  <a:pt x="374366" y="74235"/>
                </a:lnTo>
                <a:lnTo>
                  <a:pt x="374234" y="73873"/>
                </a:lnTo>
                <a:lnTo>
                  <a:pt x="374122" y="73489"/>
                </a:lnTo>
                <a:lnTo>
                  <a:pt x="374031" y="73086"/>
                </a:lnTo>
                <a:lnTo>
                  <a:pt x="373960" y="72661"/>
                </a:lnTo>
                <a:lnTo>
                  <a:pt x="373909" y="72216"/>
                </a:lnTo>
                <a:lnTo>
                  <a:pt x="373878" y="71749"/>
                </a:lnTo>
                <a:lnTo>
                  <a:pt x="373868" y="71263"/>
                </a:lnTo>
                <a:lnTo>
                  <a:pt x="373868" y="40049"/>
                </a:lnTo>
                <a:lnTo>
                  <a:pt x="398083" y="40049"/>
                </a:lnTo>
                <a:lnTo>
                  <a:pt x="398083" y="27081"/>
                </a:lnTo>
                <a:lnTo>
                  <a:pt x="373868" y="27081"/>
                </a:lnTo>
                <a:lnTo>
                  <a:pt x="373868" y="9294"/>
                </a:lnTo>
                <a:lnTo>
                  <a:pt x="359410" y="9294"/>
                </a:lnTo>
                <a:lnTo>
                  <a:pt x="359410" y="27081"/>
                </a:lnTo>
                <a:lnTo>
                  <a:pt x="342311" y="27081"/>
                </a:lnTo>
                <a:lnTo>
                  <a:pt x="342311" y="40049"/>
                </a:lnTo>
                <a:lnTo>
                  <a:pt x="359410" y="40049"/>
                </a:lnTo>
                <a:lnTo>
                  <a:pt x="359410" y="71263"/>
                </a:lnTo>
                <a:lnTo>
                  <a:pt x="359419" y="71992"/>
                </a:lnTo>
                <a:lnTo>
                  <a:pt x="359445" y="72709"/>
                </a:lnTo>
                <a:lnTo>
                  <a:pt x="359490" y="73412"/>
                </a:lnTo>
                <a:lnTo>
                  <a:pt x="359552" y="74103"/>
                </a:lnTo>
                <a:lnTo>
                  <a:pt x="359632" y="74780"/>
                </a:lnTo>
                <a:lnTo>
                  <a:pt x="359729" y="75444"/>
                </a:lnTo>
                <a:lnTo>
                  <a:pt x="359844" y="76095"/>
                </a:lnTo>
                <a:lnTo>
                  <a:pt x="359977" y="76732"/>
                </a:lnTo>
                <a:lnTo>
                  <a:pt x="360128" y="77357"/>
                </a:lnTo>
                <a:lnTo>
                  <a:pt x="360296" y="77968"/>
                </a:lnTo>
                <a:lnTo>
                  <a:pt x="360483" y="78567"/>
                </a:lnTo>
                <a:lnTo>
                  <a:pt x="360686" y="79152"/>
                </a:lnTo>
                <a:lnTo>
                  <a:pt x="360908" y="79724"/>
                </a:lnTo>
                <a:lnTo>
                  <a:pt x="361147" y="80283"/>
                </a:lnTo>
                <a:lnTo>
                  <a:pt x="361404" y="80828"/>
                </a:lnTo>
                <a:lnTo>
                  <a:pt x="361679" y="81361"/>
                </a:lnTo>
                <a:lnTo>
                  <a:pt x="361972" y="81880"/>
                </a:lnTo>
                <a:lnTo>
                  <a:pt x="362282" y="82387"/>
                </a:lnTo>
                <a:lnTo>
                  <a:pt x="362610" y="82880"/>
                </a:lnTo>
                <a:lnTo>
                  <a:pt x="362956" y="83360"/>
                </a:lnTo>
                <a:lnTo>
                  <a:pt x="363319" y="83827"/>
                </a:lnTo>
                <a:lnTo>
                  <a:pt x="363700" y="84280"/>
                </a:lnTo>
                <a:lnTo>
                  <a:pt x="364099" y="84721"/>
                </a:lnTo>
                <a:lnTo>
                  <a:pt x="364516" y="85148"/>
                </a:lnTo>
                <a:lnTo>
                  <a:pt x="364948" y="85560"/>
                </a:lnTo>
                <a:lnTo>
                  <a:pt x="365395" y="85955"/>
                </a:lnTo>
                <a:lnTo>
                  <a:pt x="365855" y="86331"/>
                </a:lnTo>
                <a:lnTo>
                  <a:pt x="366328" y="86691"/>
                </a:lnTo>
                <a:lnTo>
                  <a:pt x="366816" y="87033"/>
                </a:lnTo>
                <a:lnTo>
                  <a:pt x="367317" y="87357"/>
                </a:lnTo>
                <a:lnTo>
                  <a:pt x="367832" y="87664"/>
                </a:lnTo>
                <a:lnTo>
                  <a:pt x="368361" y="87953"/>
                </a:lnTo>
                <a:lnTo>
                  <a:pt x="368903" y="88224"/>
                </a:lnTo>
                <a:lnTo>
                  <a:pt x="369459" y="88479"/>
                </a:lnTo>
                <a:lnTo>
                  <a:pt x="370029" y="88715"/>
                </a:lnTo>
                <a:lnTo>
                  <a:pt x="370613" y="88934"/>
                </a:lnTo>
                <a:lnTo>
                  <a:pt x="371210" y="89136"/>
                </a:lnTo>
                <a:lnTo>
                  <a:pt x="371821" y="89320"/>
                </a:lnTo>
                <a:lnTo>
                  <a:pt x="372446" y="89486"/>
                </a:lnTo>
                <a:lnTo>
                  <a:pt x="373085" y="89635"/>
                </a:lnTo>
                <a:lnTo>
                  <a:pt x="373737" y="89767"/>
                </a:lnTo>
                <a:lnTo>
                  <a:pt x="374403" y="89881"/>
                </a:lnTo>
                <a:lnTo>
                  <a:pt x="375083" y="89977"/>
                </a:lnTo>
                <a:lnTo>
                  <a:pt x="375777" y="90056"/>
                </a:lnTo>
                <a:lnTo>
                  <a:pt x="376484" y="90118"/>
                </a:lnTo>
                <a:lnTo>
                  <a:pt x="377205" y="90161"/>
                </a:lnTo>
                <a:lnTo>
                  <a:pt x="377940" y="90188"/>
                </a:lnTo>
                <a:lnTo>
                  <a:pt x="378689" y="90196"/>
                </a:lnTo>
                <a:lnTo>
                  <a:pt x="396934" y="90196"/>
                </a:lnTo>
                <a:lnTo>
                  <a:pt x="396934" y="77228"/>
                </a:lnTo>
                <a:lnTo>
                  <a:pt x="379722" y="77228"/>
                </a:lnTo>
                <a:lnTo>
                  <a:pt x="379244" y="77218"/>
                </a:lnTo>
                <a:close/>
                <a:moveTo>
                  <a:pt x="621623" y="110851"/>
                </a:moveTo>
                <a:lnTo>
                  <a:pt x="635967" y="110851"/>
                </a:lnTo>
                <a:lnTo>
                  <a:pt x="635967" y="93180"/>
                </a:lnTo>
                <a:lnTo>
                  <a:pt x="635508" y="78148"/>
                </a:lnTo>
                <a:lnTo>
                  <a:pt x="635864" y="78148"/>
                </a:lnTo>
                <a:lnTo>
                  <a:pt x="635911" y="78459"/>
                </a:lnTo>
                <a:lnTo>
                  <a:pt x="636014" y="79026"/>
                </a:lnTo>
                <a:lnTo>
                  <a:pt x="636134" y="79581"/>
                </a:lnTo>
                <a:lnTo>
                  <a:pt x="636269" y="80126"/>
                </a:lnTo>
                <a:lnTo>
                  <a:pt x="636421" y="80658"/>
                </a:lnTo>
                <a:lnTo>
                  <a:pt x="636588" y="81180"/>
                </a:lnTo>
                <a:lnTo>
                  <a:pt x="636771" y="81690"/>
                </a:lnTo>
                <a:lnTo>
                  <a:pt x="636971" y="82189"/>
                </a:lnTo>
                <a:lnTo>
                  <a:pt x="637186" y="82676"/>
                </a:lnTo>
                <a:lnTo>
                  <a:pt x="637417" y="83152"/>
                </a:lnTo>
                <a:lnTo>
                  <a:pt x="637664" y="83617"/>
                </a:lnTo>
                <a:lnTo>
                  <a:pt x="637927" y="84070"/>
                </a:lnTo>
                <a:lnTo>
                  <a:pt x="638206" y="84512"/>
                </a:lnTo>
                <a:lnTo>
                  <a:pt x="638500" y="84943"/>
                </a:lnTo>
                <a:lnTo>
                  <a:pt x="638811" y="85362"/>
                </a:lnTo>
                <a:lnTo>
                  <a:pt x="639138" y="85770"/>
                </a:lnTo>
                <a:lnTo>
                  <a:pt x="639480" y="86166"/>
                </a:lnTo>
                <a:lnTo>
                  <a:pt x="639839" y="86552"/>
                </a:lnTo>
                <a:lnTo>
                  <a:pt x="640213" y="86926"/>
                </a:lnTo>
                <a:lnTo>
                  <a:pt x="640602" y="87286"/>
                </a:lnTo>
                <a:lnTo>
                  <a:pt x="641001" y="87631"/>
                </a:lnTo>
                <a:lnTo>
                  <a:pt x="641411" y="87961"/>
                </a:lnTo>
                <a:lnTo>
                  <a:pt x="641833" y="88275"/>
                </a:lnTo>
                <a:lnTo>
                  <a:pt x="642266" y="88575"/>
                </a:lnTo>
                <a:lnTo>
                  <a:pt x="642710" y="88858"/>
                </a:lnTo>
                <a:lnTo>
                  <a:pt x="643165" y="89127"/>
                </a:lnTo>
                <a:lnTo>
                  <a:pt x="643631" y="89380"/>
                </a:lnTo>
                <a:lnTo>
                  <a:pt x="644108" y="89618"/>
                </a:lnTo>
                <a:lnTo>
                  <a:pt x="644597" y="89840"/>
                </a:lnTo>
                <a:lnTo>
                  <a:pt x="645097" y="90047"/>
                </a:lnTo>
                <a:lnTo>
                  <a:pt x="645607" y="90239"/>
                </a:lnTo>
                <a:lnTo>
                  <a:pt x="646129" y="90415"/>
                </a:lnTo>
                <a:lnTo>
                  <a:pt x="646663" y="90576"/>
                </a:lnTo>
                <a:lnTo>
                  <a:pt x="647207" y="90722"/>
                </a:lnTo>
                <a:lnTo>
                  <a:pt x="647762" y="90852"/>
                </a:lnTo>
                <a:lnTo>
                  <a:pt x="648329" y="90967"/>
                </a:lnTo>
                <a:lnTo>
                  <a:pt x="648907" y="91067"/>
                </a:lnTo>
                <a:lnTo>
                  <a:pt x="649495" y="91152"/>
                </a:lnTo>
                <a:lnTo>
                  <a:pt x="650095" y="91221"/>
                </a:lnTo>
                <a:lnTo>
                  <a:pt x="650707" y="91274"/>
                </a:lnTo>
                <a:lnTo>
                  <a:pt x="651329" y="91313"/>
                </a:lnTo>
                <a:lnTo>
                  <a:pt x="651962" y="91336"/>
                </a:lnTo>
                <a:lnTo>
                  <a:pt x="652607" y="91343"/>
                </a:lnTo>
                <a:lnTo>
                  <a:pt x="653140" y="91338"/>
                </a:lnTo>
                <a:lnTo>
                  <a:pt x="653666" y="91323"/>
                </a:lnTo>
                <a:lnTo>
                  <a:pt x="654187" y="91297"/>
                </a:lnTo>
                <a:lnTo>
                  <a:pt x="654701" y="91260"/>
                </a:lnTo>
                <a:lnTo>
                  <a:pt x="655210" y="91214"/>
                </a:lnTo>
                <a:lnTo>
                  <a:pt x="655713" y="91157"/>
                </a:lnTo>
                <a:lnTo>
                  <a:pt x="656209" y="91089"/>
                </a:lnTo>
                <a:lnTo>
                  <a:pt x="656700" y="91012"/>
                </a:lnTo>
                <a:lnTo>
                  <a:pt x="657185" y="90924"/>
                </a:lnTo>
                <a:lnTo>
                  <a:pt x="657663" y="90825"/>
                </a:lnTo>
                <a:lnTo>
                  <a:pt x="658136" y="90717"/>
                </a:lnTo>
                <a:lnTo>
                  <a:pt x="658603" y="90597"/>
                </a:lnTo>
                <a:lnTo>
                  <a:pt x="659064" y="90468"/>
                </a:lnTo>
                <a:lnTo>
                  <a:pt x="659519" y="90328"/>
                </a:lnTo>
                <a:lnTo>
                  <a:pt x="659968" y="90178"/>
                </a:lnTo>
                <a:lnTo>
                  <a:pt x="660410" y="90017"/>
                </a:lnTo>
                <a:lnTo>
                  <a:pt x="660847" y="89846"/>
                </a:lnTo>
                <a:lnTo>
                  <a:pt x="661278" y="89665"/>
                </a:lnTo>
                <a:lnTo>
                  <a:pt x="661703" y="89473"/>
                </a:lnTo>
                <a:lnTo>
                  <a:pt x="662122" y="89271"/>
                </a:lnTo>
                <a:lnTo>
                  <a:pt x="662535" y="89059"/>
                </a:lnTo>
                <a:lnTo>
                  <a:pt x="662942" y="88836"/>
                </a:lnTo>
                <a:lnTo>
                  <a:pt x="663343" y="88603"/>
                </a:lnTo>
                <a:lnTo>
                  <a:pt x="663738" y="88360"/>
                </a:lnTo>
                <a:lnTo>
                  <a:pt x="664127" y="88107"/>
                </a:lnTo>
                <a:lnTo>
                  <a:pt x="664508" y="87845"/>
                </a:lnTo>
                <a:lnTo>
                  <a:pt x="664881" y="87575"/>
                </a:lnTo>
                <a:lnTo>
                  <a:pt x="665248" y="87297"/>
                </a:lnTo>
                <a:lnTo>
                  <a:pt x="665607" y="87009"/>
                </a:lnTo>
                <a:lnTo>
                  <a:pt x="665958" y="86714"/>
                </a:lnTo>
                <a:lnTo>
                  <a:pt x="666302" y="86409"/>
                </a:lnTo>
                <a:lnTo>
                  <a:pt x="666639" y="86096"/>
                </a:lnTo>
                <a:lnTo>
                  <a:pt x="666968" y="85775"/>
                </a:lnTo>
                <a:lnTo>
                  <a:pt x="667290" y="85445"/>
                </a:lnTo>
                <a:lnTo>
                  <a:pt x="667605" y="85107"/>
                </a:lnTo>
                <a:lnTo>
                  <a:pt x="667912" y="84759"/>
                </a:lnTo>
                <a:lnTo>
                  <a:pt x="668212" y="84404"/>
                </a:lnTo>
                <a:lnTo>
                  <a:pt x="668505" y="84040"/>
                </a:lnTo>
                <a:lnTo>
                  <a:pt x="668790" y="83667"/>
                </a:lnTo>
                <a:lnTo>
                  <a:pt x="669068" y="83286"/>
                </a:lnTo>
                <a:lnTo>
                  <a:pt x="669338" y="82896"/>
                </a:lnTo>
                <a:lnTo>
                  <a:pt x="669601" y="82497"/>
                </a:lnTo>
                <a:lnTo>
                  <a:pt x="669857" y="82090"/>
                </a:lnTo>
                <a:lnTo>
                  <a:pt x="670105" y="81675"/>
                </a:lnTo>
                <a:lnTo>
                  <a:pt x="670346" y="81250"/>
                </a:lnTo>
                <a:lnTo>
                  <a:pt x="670579" y="80818"/>
                </a:lnTo>
                <a:lnTo>
                  <a:pt x="670806" y="80377"/>
                </a:lnTo>
                <a:lnTo>
                  <a:pt x="671024" y="79927"/>
                </a:lnTo>
                <a:lnTo>
                  <a:pt x="671235" y="79469"/>
                </a:lnTo>
                <a:lnTo>
                  <a:pt x="671437" y="79005"/>
                </a:lnTo>
                <a:lnTo>
                  <a:pt x="671630" y="78534"/>
                </a:lnTo>
                <a:lnTo>
                  <a:pt x="671813" y="78057"/>
                </a:lnTo>
                <a:lnTo>
                  <a:pt x="671988" y="77573"/>
                </a:lnTo>
                <a:lnTo>
                  <a:pt x="672154" y="77083"/>
                </a:lnTo>
                <a:lnTo>
                  <a:pt x="672311" y="76586"/>
                </a:lnTo>
                <a:lnTo>
                  <a:pt x="672459" y="76082"/>
                </a:lnTo>
                <a:lnTo>
                  <a:pt x="672598" y="75572"/>
                </a:lnTo>
                <a:lnTo>
                  <a:pt x="672728" y="75055"/>
                </a:lnTo>
                <a:lnTo>
                  <a:pt x="672849" y="74532"/>
                </a:lnTo>
                <a:lnTo>
                  <a:pt x="672961" y="74002"/>
                </a:lnTo>
                <a:lnTo>
                  <a:pt x="673064" y="73466"/>
                </a:lnTo>
                <a:lnTo>
                  <a:pt x="673159" y="72923"/>
                </a:lnTo>
                <a:lnTo>
                  <a:pt x="673244" y="72373"/>
                </a:lnTo>
                <a:lnTo>
                  <a:pt x="673320" y="71817"/>
                </a:lnTo>
                <a:lnTo>
                  <a:pt x="673387" y="71254"/>
                </a:lnTo>
                <a:lnTo>
                  <a:pt x="673446" y="70685"/>
                </a:lnTo>
                <a:lnTo>
                  <a:pt x="673495" y="70109"/>
                </a:lnTo>
                <a:lnTo>
                  <a:pt x="673535" y="69526"/>
                </a:lnTo>
                <a:lnTo>
                  <a:pt x="673567" y="68937"/>
                </a:lnTo>
                <a:lnTo>
                  <a:pt x="673589" y="68341"/>
                </a:lnTo>
                <a:lnTo>
                  <a:pt x="673603" y="67739"/>
                </a:lnTo>
                <a:lnTo>
                  <a:pt x="673607" y="67130"/>
                </a:lnTo>
                <a:lnTo>
                  <a:pt x="673607" y="50032"/>
                </a:lnTo>
                <a:lnTo>
                  <a:pt x="673597" y="49121"/>
                </a:lnTo>
                <a:lnTo>
                  <a:pt x="673567" y="48227"/>
                </a:lnTo>
                <a:lnTo>
                  <a:pt x="673517" y="47348"/>
                </a:lnTo>
                <a:lnTo>
                  <a:pt x="673448" y="46484"/>
                </a:lnTo>
                <a:lnTo>
                  <a:pt x="673358" y="45636"/>
                </a:lnTo>
                <a:lnTo>
                  <a:pt x="673248" y="44804"/>
                </a:lnTo>
                <a:lnTo>
                  <a:pt x="673119" y="43987"/>
                </a:lnTo>
                <a:lnTo>
                  <a:pt x="672969" y="43185"/>
                </a:lnTo>
                <a:lnTo>
                  <a:pt x="672800" y="42399"/>
                </a:lnTo>
                <a:lnTo>
                  <a:pt x="672611" y="41629"/>
                </a:lnTo>
                <a:lnTo>
                  <a:pt x="672402" y="40874"/>
                </a:lnTo>
                <a:lnTo>
                  <a:pt x="672173" y="40135"/>
                </a:lnTo>
                <a:lnTo>
                  <a:pt x="671923" y="39411"/>
                </a:lnTo>
                <a:lnTo>
                  <a:pt x="671654" y="38703"/>
                </a:lnTo>
                <a:lnTo>
                  <a:pt x="671366" y="38010"/>
                </a:lnTo>
                <a:lnTo>
                  <a:pt x="671057" y="37333"/>
                </a:lnTo>
                <a:lnTo>
                  <a:pt x="670728" y="36672"/>
                </a:lnTo>
                <a:lnTo>
                  <a:pt x="670379" y="36026"/>
                </a:lnTo>
                <a:lnTo>
                  <a:pt x="670011" y="35395"/>
                </a:lnTo>
                <a:lnTo>
                  <a:pt x="669622" y="34780"/>
                </a:lnTo>
                <a:lnTo>
                  <a:pt x="669214" y="34181"/>
                </a:lnTo>
                <a:lnTo>
                  <a:pt x="668785" y="33597"/>
                </a:lnTo>
                <a:lnTo>
                  <a:pt x="668337" y="33029"/>
                </a:lnTo>
                <a:lnTo>
                  <a:pt x="667869" y="32476"/>
                </a:lnTo>
                <a:lnTo>
                  <a:pt x="667384" y="31942"/>
                </a:lnTo>
                <a:lnTo>
                  <a:pt x="666886" y="31431"/>
                </a:lnTo>
                <a:lnTo>
                  <a:pt x="666375" y="30943"/>
                </a:lnTo>
                <a:lnTo>
                  <a:pt x="665851" y="30477"/>
                </a:lnTo>
                <a:lnTo>
                  <a:pt x="665314" y="30034"/>
                </a:lnTo>
                <a:lnTo>
                  <a:pt x="664763" y="29614"/>
                </a:lnTo>
                <a:lnTo>
                  <a:pt x="664200" y="29216"/>
                </a:lnTo>
                <a:lnTo>
                  <a:pt x="663623" y="28842"/>
                </a:lnTo>
                <a:lnTo>
                  <a:pt x="663033" y="28490"/>
                </a:lnTo>
                <a:lnTo>
                  <a:pt x="662430" y="28160"/>
                </a:lnTo>
                <a:lnTo>
                  <a:pt x="661814" y="27854"/>
                </a:lnTo>
                <a:lnTo>
                  <a:pt x="661184" y="27570"/>
                </a:lnTo>
                <a:lnTo>
                  <a:pt x="660542" y="27308"/>
                </a:lnTo>
                <a:lnTo>
                  <a:pt x="659886" y="27070"/>
                </a:lnTo>
                <a:lnTo>
                  <a:pt x="659218" y="26854"/>
                </a:lnTo>
                <a:lnTo>
                  <a:pt x="658536" y="26661"/>
                </a:lnTo>
                <a:lnTo>
                  <a:pt x="657841" y="26491"/>
                </a:lnTo>
                <a:lnTo>
                  <a:pt x="657132" y="26343"/>
                </a:lnTo>
                <a:lnTo>
                  <a:pt x="656411" y="26218"/>
                </a:lnTo>
                <a:lnTo>
                  <a:pt x="655677" y="26116"/>
                </a:lnTo>
                <a:lnTo>
                  <a:pt x="654929" y="26036"/>
                </a:lnTo>
                <a:lnTo>
                  <a:pt x="654168" y="25980"/>
                </a:lnTo>
                <a:lnTo>
                  <a:pt x="653394" y="25946"/>
                </a:lnTo>
                <a:lnTo>
                  <a:pt x="652607" y="25934"/>
                </a:lnTo>
                <a:lnTo>
                  <a:pt x="651962" y="25942"/>
                </a:lnTo>
                <a:lnTo>
                  <a:pt x="651329" y="25965"/>
                </a:lnTo>
                <a:lnTo>
                  <a:pt x="650707" y="26003"/>
                </a:lnTo>
                <a:lnTo>
                  <a:pt x="650095" y="26057"/>
                </a:lnTo>
                <a:lnTo>
                  <a:pt x="649495" y="26126"/>
                </a:lnTo>
                <a:lnTo>
                  <a:pt x="648907" y="26210"/>
                </a:lnTo>
                <a:lnTo>
                  <a:pt x="648329" y="26310"/>
                </a:lnTo>
                <a:lnTo>
                  <a:pt x="647762" y="26425"/>
                </a:lnTo>
                <a:lnTo>
                  <a:pt x="647207" y="26555"/>
                </a:lnTo>
                <a:lnTo>
                  <a:pt x="646663" y="26701"/>
                </a:lnTo>
                <a:lnTo>
                  <a:pt x="646129" y="26862"/>
                </a:lnTo>
                <a:lnTo>
                  <a:pt x="645607" y="27039"/>
                </a:lnTo>
                <a:lnTo>
                  <a:pt x="645097" y="27230"/>
                </a:lnTo>
                <a:lnTo>
                  <a:pt x="644597" y="27438"/>
                </a:lnTo>
                <a:lnTo>
                  <a:pt x="644108" y="27660"/>
                </a:lnTo>
                <a:lnTo>
                  <a:pt x="643631" y="27898"/>
                </a:lnTo>
                <a:lnTo>
                  <a:pt x="643165" y="28151"/>
                </a:lnTo>
                <a:lnTo>
                  <a:pt x="642710" y="28419"/>
                </a:lnTo>
                <a:lnTo>
                  <a:pt x="642266" y="28703"/>
                </a:lnTo>
                <a:lnTo>
                  <a:pt x="641833" y="29002"/>
                </a:lnTo>
                <a:lnTo>
                  <a:pt x="641411" y="29317"/>
                </a:lnTo>
                <a:lnTo>
                  <a:pt x="641001" y="29646"/>
                </a:lnTo>
                <a:lnTo>
                  <a:pt x="640602" y="29992"/>
                </a:lnTo>
                <a:lnTo>
                  <a:pt x="640213" y="30352"/>
                </a:lnTo>
                <a:lnTo>
                  <a:pt x="639839" y="30726"/>
                </a:lnTo>
                <a:lnTo>
                  <a:pt x="639480" y="31111"/>
                </a:lnTo>
                <a:lnTo>
                  <a:pt x="639138" y="31508"/>
                </a:lnTo>
                <a:lnTo>
                  <a:pt x="638811" y="31916"/>
                </a:lnTo>
                <a:lnTo>
                  <a:pt x="638500" y="32335"/>
                </a:lnTo>
                <a:lnTo>
                  <a:pt x="638206" y="32765"/>
                </a:lnTo>
                <a:lnTo>
                  <a:pt x="637927" y="33207"/>
                </a:lnTo>
                <a:lnTo>
                  <a:pt x="637664" y="33661"/>
                </a:lnTo>
                <a:lnTo>
                  <a:pt x="637417" y="34125"/>
                </a:lnTo>
                <a:lnTo>
                  <a:pt x="637186" y="34601"/>
                </a:lnTo>
                <a:lnTo>
                  <a:pt x="636971" y="35089"/>
                </a:lnTo>
                <a:lnTo>
                  <a:pt x="636771" y="35588"/>
                </a:lnTo>
                <a:lnTo>
                  <a:pt x="636588" y="36098"/>
                </a:lnTo>
                <a:lnTo>
                  <a:pt x="636421" y="36619"/>
                </a:lnTo>
                <a:lnTo>
                  <a:pt x="636269" y="37152"/>
                </a:lnTo>
                <a:lnTo>
                  <a:pt x="636134" y="37696"/>
                </a:lnTo>
                <a:lnTo>
                  <a:pt x="636014" y="38252"/>
                </a:lnTo>
                <a:lnTo>
                  <a:pt x="635911" y="38819"/>
                </a:lnTo>
                <a:lnTo>
                  <a:pt x="635864" y="39130"/>
                </a:lnTo>
                <a:lnTo>
                  <a:pt x="635624" y="39130"/>
                </a:lnTo>
                <a:lnTo>
                  <a:pt x="635624" y="27081"/>
                </a:lnTo>
                <a:lnTo>
                  <a:pt x="621623" y="27081"/>
                </a:lnTo>
                <a:lnTo>
                  <a:pt x="621623" y="110851"/>
                </a:lnTo>
                <a:close/>
                <a:moveTo>
                  <a:pt x="645823" y="78859"/>
                </a:moveTo>
                <a:lnTo>
                  <a:pt x="645410" y="78808"/>
                </a:lnTo>
                <a:lnTo>
                  <a:pt x="645004" y="78745"/>
                </a:lnTo>
                <a:lnTo>
                  <a:pt x="644606" y="78672"/>
                </a:lnTo>
                <a:lnTo>
                  <a:pt x="644217" y="78586"/>
                </a:lnTo>
                <a:lnTo>
                  <a:pt x="643835" y="78490"/>
                </a:lnTo>
                <a:lnTo>
                  <a:pt x="643461" y="78382"/>
                </a:lnTo>
                <a:lnTo>
                  <a:pt x="643095" y="78263"/>
                </a:lnTo>
                <a:lnTo>
                  <a:pt x="642738" y="78132"/>
                </a:lnTo>
                <a:lnTo>
                  <a:pt x="642388" y="77990"/>
                </a:lnTo>
                <a:lnTo>
                  <a:pt x="642046" y="77837"/>
                </a:lnTo>
                <a:lnTo>
                  <a:pt x="641712" y="77673"/>
                </a:lnTo>
                <a:lnTo>
                  <a:pt x="641386" y="77497"/>
                </a:lnTo>
                <a:lnTo>
                  <a:pt x="641068" y="77309"/>
                </a:lnTo>
                <a:lnTo>
                  <a:pt x="640758" y="77111"/>
                </a:lnTo>
                <a:lnTo>
                  <a:pt x="640456" y="76901"/>
                </a:lnTo>
                <a:lnTo>
                  <a:pt x="640162" y="76679"/>
                </a:lnTo>
                <a:lnTo>
                  <a:pt x="639875" y="76447"/>
                </a:lnTo>
                <a:lnTo>
                  <a:pt x="639597" y="76203"/>
                </a:lnTo>
                <a:lnTo>
                  <a:pt x="639327" y="75947"/>
                </a:lnTo>
                <a:lnTo>
                  <a:pt x="639065" y="75681"/>
                </a:lnTo>
                <a:lnTo>
                  <a:pt x="638812" y="75403"/>
                </a:lnTo>
                <a:lnTo>
                  <a:pt x="638570" y="75117"/>
                </a:lnTo>
                <a:lnTo>
                  <a:pt x="638339" y="74822"/>
                </a:lnTo>
                <a:lnTo>
                  <a:pt x="638118" y="74519"/>
                </a:lnTo>
                <a:lnTo>
                  <a:pt x="637909" y="74206"/>
                </a:lnTo>
                <a:lnTo>
                  <a:pt x="637710" y="73884"/>
                </a:lnTo>
                <a:lnTo>
                  <a:pt x="637521" y="73553"/>
                </a:lnTo>
                <a:lnTo>
                  <a:pt x="637344" y="73213"/>
                </a:lnTo>
                <a:lnTo>
                  <a:pt x="637177" y="72864"/>
                </a:lnTo>
                <a:lnTo>
                  <a:pt x="637021" y="72507"/>
                </a:lnTo>
                <a:lnTo>
                  <a:pt x="636876" y="72140"/>
                </a:lnTo>
                <a:lnTo>
                  <a:pt x="636742" y="71764"/>
                </a:lnTo>
                <a:lnTo>
                  <a:pt x="636618" y="71380"/>
                </a:lnTo>
                <a:lnTo>
                  <a:pt x="636505" y="70986"/>
                </a:lnTo>
                <a:lnTo>
                  <a:pt x="636403" y="70584"/>
                </a:lnTo>
                <a:lnTo>
                  <a:pt x="636311" y="70172"/>
                </a:lnTo>
                <a:lnTo>
                  <a:pt x="636231" y="69752"/>
                </a:lnTo>
                <a:lnTo>
                  <a:pt x="636161" y="69322"/>
                </a:lnTo>
                <a:lnTo>
                  <a:pt x="636102" y="68884"/>
                </a:lnTo>
                <a:lnTo>
                  <a:pt x="636053" y="68437"/>
                </a:lnTo>
                <a:lnTo>
                  <a:pt x="636016" y="67980"/>
                </a:lnTo>
                <a:lnTo>
                  <a:pt x="635989" y="67515"/>
                </a:lnTo>
                <a:lnTo>
                  <a:pt x="635973" y="67041"/>
                </a:lnTo>
                <a:lnTo>
                  <a:pt x="635967" y="66558"/>
                </a:lnTo>
                <a:lnTo>
                  <a:pt x="635967" y="50722"/>
                </a:lnTo>
                <a:lnTo>
                  <a:pt x="635973" y="50238"/>
                </a:lnTo>
                <a:lnTo>
                  <a:pt x="635989" y="49764"/>
                </a:lnTo>
                <a:lnTo>
                  <a:pt x="636016" y="49299"/>
                </a:lnTo>
                <a:lnTo>
                  <a:pt x="636053" y="48842"/>
                </a:lnTo>
                <a:lnTo>
                  <a:pt x="636102" y="48395"/>
                </a:lnTo>
                <a:lnTo>
                  <a:pt x="636161" y="47956"/>
                </a:lnTo>
                <a:lnTo>
                  <a:pt x="636231" y="47527"/>
                </a:lnTo>
                <a:lnTo>
                  <a:pt x="636311" y="47106"/>
                </a:lnTo>
                <a:lnTo>
                  <a:pt x="636403" y="46695"/>
                </a:lnTo>
                <a:lnTo>
                  <a:pt x="636505" y="46292"/>
                </a:lnTo>
                <a:lnTo>
                  <a:pt x="636618" y="45899"/>
                </a:lnTo>
                <a:lnTo>
                  <a:pt x="636742" y="45514"/>
                </a:lnTo>
                <a:lnTo>
                  <a:pt x="636876" y="45138"/>
                </a:lnTo>
                <a:lnTo>
                  <a:pt x="637021" y="44772"/>
                </a:lnTo>
                <a:lnTo>
                  <a:pt x="637177" y="44414"/>
                </a:lnTo>
                <a:lnTo>
                  <a:pt x="637344" y="44065"/>
                </a:lnTo>
                <a:lnTo>
                  <a:pt x="637521" y="43726"/>
                </a:lnTo>
                <a:lnTo>
                  <a:pt x="637710" y="43395"/>
                </a:lnTo>
                <a:lnTo>
                  <a:pt x="637909" y="43073"/>
                </a:lnTo>
                <a:lnTo>
                  <a:pt x="638118" y="42760"/>
                </a:lnTo>
                <a:lnTo>
                  <a:pt x="638339" y="42456"/>
                </a:lnTo>
                <a:lnTo>
                  <a:pt x="638570" y="42162"/>
                </a:lnTo>
                <a:lnTo>
                  <a:pt x="638812" y="41876"/>
                </a:lnTo>
                <a:lnTo>
                  <a:pt x="639065" y="41599"/>
                </a:lnTo>
                <a:lnTo>
                  <a:pt x="639327" y="41332"/>
                </a:lnTo>
                <a:lnTo>
                  <a:pt x="639597" y="41076"/>
                </a:lnTo>
                <a:lnTo>
                  <a:pt x="639875" y="40832"/>
                </a:lnTo>
                <a:lnTo>
                  <a:pt x="640162" y="40599"/>
                </a:lnTo>
                <a:lnTo>
                  <a:pt x="640456" y="40378"/>
                </a:lnTo>
                <a:lnTo>
                  <a:pt x="640758" y="40168"/>
                </a:lnTo>
                <a:lnTo>
                  <a:pt x="641068" y="39969"/>
                </a:lnTo>
                <a:lnTo>
                  <a:pt x="641386" y="39782"/>
                </a:lnTo>
                <a:lnTo>
                  <a:pt x="641712" y="39606"/>
                </a:lnTo>
                <a:lnTo>
                  <a:pt x="642046" y="39441"/>
                </a:lnTo>
                <a:lnTo>
                  <a:pt x="642388" y="39288"/>
                </a:lnTo>
                <a:lnTo>
                  <a:pt x="642738" y="39146"/>
                </a:lnTo>
                <a:lnTo>
                  <a:pt x="643095" y="39015"/>
                </a:lnTo>
                <a:lnTo>
                  <a:pt x="643461" y="38896"/>
                </a:lnTo>
                <a:lnTo>
                  <a:pt x="643835" y="38788"/>
                </a:lnTo>
                <a:lnTo>
                  <a:pt x="644217" y="38691"/>
                </a:lnTo>
                <a:lnTo>
                  <a:pt x="644606" y="38606"/>
                </a:lnTo>
                <a:lnTo>
                  <a:pt x="645004" y="38532"/>
                </a:lnTo>
                <a:lnTo>
                  <a:pt x="645410" y="38470"/>
                </a:lnTo>
                <a:lnTo>
                  <a:pt x="645823" y="38419"/>
                </a:lnTo>
                <a:lnTo>
                  <a:pt x="646245" y="38379"/>
                </a:lnTo>
                <a:lnTo>
                  <a:pt x="646674" y="38351"/>
                </a:lnTo>
                <a:lnTo>
                  <a:pt x="647112" y="38334"/>
                </a:lnTo>
                <a:lnTo>
                  <a:pt x="647557" y="38328"/>
                </a:lnTo>
                <a:lnTo>
                  <a:pt x="648012" y="38333"/>
                </a:lnTo>
                <a:lnTo>
                  <a:pt x="648459" y="38350"/>
                </a:lnTo>
                <a:lnTo>
                  <a:pt x="648897" y="38378"/>
                </a:lnTo>
                <a:lnTo>
                  <a:pt x="649326" y="38417"/>
                </a:lnTo>
                <a:lnTo>
                  <a:pt x="649748" y="38467"/>
                </a:lnTo>
                <a:lnTo>
                  <a:pt x="650161" y="38529"/>
                </a:lnTo>
                <a:lnTo>
                  <a:pt x="650565" y="38601"/>
                </a:lnTo>
                <a:lnTo>
                  <a:pt x="650962" y="38685"/>
                </a:lnTo>
                <a:lnTo>
                  <a:pt x="651350" y="38780"/>
                </a:lnTo>
                <a:lnTo>
                  <a:pt x="651729" y="38886"/>
                </a:lnTo>
                <a:lnTo>
                  <a:pt x="652100" y="39003"/>
                </a:lnTo>
                <a:lnTo>
                  <a:pt x="652463" y="39131"/>
                </a:lnTo>
                <a:lnTo>
                  <a:pt x="652818" y="39271"/>
                </a:lnTo>
                <a:lnTo>
                  <a:pt x="653164" y="39421"/>
                </a:lnTo>
                <a:lnTo>
                  <a:pt x="653501" y="39583"/>
                </a:lnTo>
                <a:lnTo>
                  <a:pt x="653831" y="39756"/>
                </a:lnTo>
                <a:lnTo>
                  <a:pt x="654151" y="39940"/>
                </a:lnTo>
                <a:lnTo>
                  <a:pt x="654464" y="40135"/>
                </a:lnTo>
                <a:lnTo>
                  <a:pt x="654768" y="40342"/>
                </a:lnTo>
                <a:lnTo>
                  <a:pt x="655064" y="40559"/>
                </a:lnTo>
                <a:lnTo>
                  <a:pt x="655351" y="40788"/>
                </a:lnTo>
                <a:lnTo>
                  <a:pt x="655630" y="41028"/>
                </a:lnTo>
                <a:lnTo>
                  <a:pt x="655901" y="41279"/>
                </a:lnTo>
                <a:lnTo>
                  <a:pt x="656163" y="41541"/>
                </a:lnTo>
                <a:lnTo>
                  <a:pt x="656416" y="41814"/>
                </a:lnTo>
                <a:lnTo>
                  <a:pt x="656658" y="42096"/>
                </a:lnTo>
                <a:lnTo>
                  <a:pt x="656890" y="42387"/>
                </a:lnTo>
                <a:lnTo>
                  <a:pt x="657110" y="42689"/>
                </a:lnTo>
                <a:lnTo>
                  <a:pt x="657320" y="42999"/>
                </a:lnTo>
                <a:lnTo>
                  <a:pt x="657519" y="43320"/>
                </a:lnTo>
                <a:lnTo>
                  <a:pt x="657708" y="43650"/>
                </a:lnTo>
                <a:lnTo>
                  <a:pt x="657885" y="43989"/>
                </a:lnTo>
                <a:lnTo>
                  <a:pt x="658052" y="44338"/>
                </a:lnTo>
                <a:lnTo>
                  <a:pt x="658208" y="44697"/>
                </a:lnTo>
                <a:lnTo>
                  <a:pt x="658353" y="45065"/>
                </a:lnTo>
                <a:lnTo>
                  <a:pt x="658488" y="45443"/>
                </a:lnTo>
                <a:lnTo>
                  <a:pt x="658612" y="45830"/>
                </a:lnTo>
                <a:lnTo>
                  <a:pt x="658725" y="46227"/>
                </a:lnTo>
                <a:lnTo>
                  <a:pt x="658827" y="46633"/>
                </a:lnTo>
                <a:lnTo>
                  <a:pt x="658918" y="47049"/>
                </a:lnTo>
                <a:lnTo>
                  <a:pt x="658999" y="47475"/>
                </a:lnTo>
                <a:lnTo>
                  <a:pt x="659069" y="47910"/>
                </a:lnTo>
                <a:lnTo>
                  <a:pt x="659128" y="48355"/>
                </a:lnTo>
                <a:lnTo>
                  <a:pt x="659177" y="48809"/>
                </a:lnTo>
                <a:lnTo>
                  <a:pt x="659214" y="49273"/>
                </a:lnTo>
                <a:lnTo>
                  <a:pt x="659241" y="49746"/>
                </a:lnTo>
                <a:lnTo>
                  <a:pt x="659257" y="50229"/>
                </a:lnTo>
                <a:lnTo>
                  <a:pt x="659263" y="50722"/>
                </a:lnTo>
                <a:lnTo>
                  <a:pt x="659263" y="66558"/>
                </a:lnTo>
                <a:lnTo>
                  <a:pt x="659257" y="67050"/>
                </a:lnTo>
                <a:lnTo>
                  <a:pt x="659241" y="67533"/>
                </a:lnTo>
                <a:lnTo>
                  <a:pt x="659214" y="68006"/>
                </a:lnTo>
                <a:lnTo>
                  <a:pt x="659177" y="68470"/>
                </a:lnTo>
                <a:lnTo>
                  <a:pt x="659128" y="68924"/>
                </a:lnTo>
                <a:lnTo>
                  <a:pt x="659069" y="69369"/>
                </a:lnTo>
                <a:lnTo>
                  <a:pt x="658999" y="69804"/>
                </a:lnTo>
                <a:lnTo>
                  <a:pt x="658918" y="70229"/>
                </a:lnTo>
                <a:lnTo>
                  <a:pt x="658827" y="70645"/>
                </a:lnTo>
                <a:lnTo>
                  <a:pt x="658725" y="71051"/>
                </a:lnTo>
                <a:lnTo>
                  <a:pt x="658612" y="71448"/>
                </a:lnTo>
                <a:lnTo>
                  <a:pt x="658488" y="71835"/>
                </a:lnTo>
                <a:lnTo>
                  <a:pt x="658353" y="72213"/>
                </a:lnTo>
                <a:lnTo>
                  <a:pt x="658208" y="72581"/>
                </a:lnTo>
                <a:lnTo>
                  <a:pt x="658052" y="72940"/>
                </a:lnTo>
                <a:lnTo>
                  <a:pt x="657885" y="73289"/>
                </a:lnTo>
                <a:lnTo>
                  <a:pt x="657708" y="73628"/>
                </a:lnTo>
                <a:lnTo>
                  <a:pt x="657519" y="73958"/>
                </a:lnTo>
                <a:lnTo>
                  <a:pt x="657320" y="74278"/>
                </a:lnTo>
                <a:lnTo>
                  <a:pt x="657110" y="74589"/>
                </a:lnTo>
                <a:lnTo>
                  <a:pt x="656890" y="74890"/>
                </a:lnTo>
                <a:lnTo>
                  <a:pt x="656658" y="75182"/>
                </a:lnTo>
                <a:lnTo>
                  <a:pt x="656416" y="75464"/>
                </a:lnTo>
                <a:lnTo>
                  <a:pt x="656163" y="75737"/>
                </a:lnTo>
                <a:lnTo>
                  <a:pt x="655901" y="75999"/>
                </a:lnTo>
                <a:lnTo>
                  <a:pt x="655630" y="76250"/>
                </a:lnTo>
                <a:lnTo>
                  <a:pt x="655351" y="76490"/>
                </a:lnTo>
                <a:lnTo>
                  <a:pt x="655064" y="76718"/>
                </a:lnTo>
                <a:lnTo>
                  <a:pt x="654768" y="76936"/>
                </a:lnTo>
                <a:lnTo>
                  <a:pt x="654464" y="77142"/>
                </a:lnTo>
                <a:lnTo>
                  <a:pt x="654151" y="77338"/>
                </a:lnTo>
                <a:lnTo>
                  <a:pt x="653831" y="77522"/>
                </a:lnTo>
                <a:lnTo>
                  <a:pt x="653501" y="77695"/>
                </a:lnTo>
                <a:lnTo>
                  <a:pt x="653164" y="77856"/>
                </a:lnTo>
                <a:lnTo>
                  <a:pt x="652818" y="78007"/>
                </a:lnTo>
                <a:lnTo>
                  <a:pt x="652463" y="78146"/>
                </a:lnTo>
                <a:lnTo>
                  <a:pt x="652100" y="78275"/>
                </a:lnTo>
                <a:lnTo>
                  <a:pt x="651729" y="78392"/>
                </a:lnTo>
                <a:lnTo>
                  <a:pt x="651350" y="78498"/>
                </a:lnTo>
                <a:lnTo>
                  <a:pt x="650962" y="78593"/>
                </a:lnTo>
                <a:lnTo>
                  <a:pt x="650565" y="78676"/>
                </a:lnTo>
                <a:lnTo>
                  <a:pt x="650161" y="78749"/>
                </a:lnTo>
                <a:lnTo>
                  <a:pt x="649748" y="78810"/>
                </a:lnTo>
                <a:lnTo>
                  <a:pt x="649326" y="78860"/>
                </a:lnTo>
                <a:lnTo>
                  <a:pt x="648897" y="78899"/>
                </a:lnTo>
                <a:lnTo>
                  <a:pt x="648459" y="78927"/>
                </a:lnTo>
                <a:lnTo>
                  <a:pt x="648012" y="78944"/>
                </a:lnTo>
                <a:lnTo>
                  <a:pt x="647557" y="78950"/>
                </a:lnTo>
                <a:lnTo>
                  <a:pt x="647112" y="78944"/>
                </a:lnTo>
                <a:lnTo>
                  <a:pt x="646674" y="78927"/>
                </a:lnTo>
                <a:lnTo>
                  <a:pt x="646245" y="78899"/>
                </a:lnTo>
                <a:lnTo>
                  <a:pt x="645823" y="78859"/>
                </a:lnTo>
                <a:close/>
                <a:moveTo>
                  <a:pt x="719968" y="59328"/>
                </a:moveTo>
                <a:lnTo>
                  <a:pt x="719891" y="59550"/>
                </a:lnTo>
                <a:lnTo>
                  <a:pt x="719815" y="59775"/>
                </a:lnTo>
                <a:lnTo>
                  <a:pt x="719739" y="60005"/>
                </a:lnTo>
                <a:lnTo>
                  <a:pt x="719662" y="60238"/>
                </a:lnTo>
                <a:lnTo>
                  <a:pt x="719586" y="60475"/>
                </a:lnTo>
                <a:lnTo>
                  <a:pt x="719509" y="60715"/>
                </a:lnTo>
                <a:lnTo>
                  <a:pt x="719433" y="60960"/>
                </a:lnTo>
                <a:lnTo>
                  <a:pt x="719356" y="61208"/>
                </a:lnTo>
                <a:lnTo>
                  <a:pt x="719280" y="61460"/>
                </a:lnTo>
                <a:lnTo>
                  <a:pt x="719203" y="61716"/>
                </a:lnTo>
                <a:lnTo>
                  <a:pt x="719126" y="61976"/>
                </a:lnTo>
                <a:lnTo>
                  <a:pt x="719050" y="62239"/>
                </a:lnTo>
                <a:lnTo>
                  <a:pt x="718973" y="62507"/>
                </a:lnTo>
                <a:lnTo>
                  <a:pt x="718897" y="62778"/>
                </a:lnTo>
                <a:lnTo>
                  <a:pt x="718820" y="63052"/>
                </a:lnTo>
                <a:lnTo>
                  <a:pt x="718744" y="63331"/>
                </a:lnTo>
                <a:lnTo>
                  <a:pt x="718667" y="63613"/>
                </a:lnTo>
                <a:lnTo>
                  <a:pt x="718591" y="63900"/>
                </a:lnTo>
                <a:lnTo>
                  <a:pt x="718514" y="64190"/>
                </a:lnTo>
                <a:lnTo>
                  <a:pt x="718437" y="64483"/>
                </a:lnTo>
                <a:lnTo>
                  <a:pt x="718361" y="64781"/>
                </a:lnTo>
                <a:lnTo>
                  <a:pt x="718284" y="65082"/>
                </a:lnTo>
                <a:lnTo>
                  <a:pt x="718208" y="65387"/>
                </a:lnTo>
                <a:lnTo>
                  <a:pt x="718131" y="65696"/>
                </a:lnTo>
                <a:lnTo>
                  <a:pt x="718055" y="66005"/>
                </a:lnTo>
                <a:lnTo>
                  <a:pt x="717981" y="66309"/>
                </a:lnTo>
                <a:lnTo>
                  <a:pt x="717907" y="66608"/>
                </a:lnTo>
                <a:lnTo>
                  <a:pt x="717835" y="66903"/>
                </a:lnTo>
                <a:lnTo>
                  <a:pt x="717764" y="67193"/>
                </a:lnTo>
                <a:lnTo>
                  <a:pt x="717694" y="67479"/>
                </a:lnTo>
                <a:lnTo>
                  <a:pt x="717625" y="67760"/>
                </a:lnTo>
                <a:lnTo>
                  <a:pt x="717558" y="68036"/>
                </a:lnTo>
                <a:lnTo>
                  <a:pt x="717491" y="68308"/>
                </a:lnTo>
                <a:lnTo>
                  <a:pt x="717426" y="68575"/>
                </a:lnTo>
                <a:lnTo>
                  <a:pt x="717362" y="68838"/>
                </a:lnTo>
                <a:lnTo>
                  <a:pt x="717299" y="69096"/>
                </a:lnTo>
                <a:lnTo>
                  <a:pt x="717238" y="69349"/>
                </a:lnTo>
                <a:lnTo>
                  <a:pt x="717177" y="69598"/>
                </a:lnTo>
                <a:lnTo>
                  <a:pt x="717118" y="69843"/>
                </a:lnTo>
                <a:lnTo>
                  <a:pt x="717060" y="70082"/>
                </a:lnTo>
                <a:lnTo>
                  <a:pt x="717003" y="70317"/>
                </a:lnTo>
                <a:lnTo>
                  <a:pt x="716948" y="70548"/>
                </a:lnTo>
                <a:lnTo>
                  <a:pt x="716893" y="70774"/>
                </a:lnTo>
                <a:lnTo>
                  <a:pt x="716840" y="70995"/>
                </a:lnTo>
                <a:lnTo>
                  <a:pt x="716788" y="71212"/>
                </a:lnTo>
                <a:lnTo>
                  <a:pt x="716737" y="71425"/>
                </a:lnTo>
                <a:lnTo>
                  <a:pt x="716688" y="71632"/>
                </a:lnTo>
                <a:lnTo>
                  <a:pt x="716639" y="71835"/>
                </a:lnTo>
                <a:lnTo>
                  <a:pt x="716600" y="71632"/>
                </a:lnTo>
                <a:lnTo>
                  <a:pt x="716560" y="71425"/>
                </a:lnTo>
                <a:lnTo>
                  <a:pt x="716517" y="71212"/>
                </a:lnTo>
                <a:lnTo>
                  <a:pt x="716474" y="70995"/>
                </a:lnTo>
                <a:lnTo>
                  <a:pt x="716428" y="70774"/>
                </a:lnTo>
                <a:lnTo>
                  <a:pt x="716381" y="70548"/>
                </a:lnTo>
                <a:lnTo>
                  <a:pt x="716333" y="70317"/>
                </a:lnTo>
                <a:lnTo>
                  <a:pt x="716282" y="70082"/>
                </a:lnTo>
                <a:lnTo>
                  <a:pt x="716231" y="69843"/>
                </a:lnTo>
                <a:lnTo>
                  <a:pt x="716177" y="69598"/>
                </a:lnTo>
                <a:lnTo>
                  <a:pt x="716122" y="69349"/>
                </a:lnTo>
                <a:lnTo>
                  <a:pt x="716066" y="69096"/>
                </a:lnTo>
                <a:lnTo>
                  <a:pt x="716008" y="68838"/>
                </a:lnTo>
                <a:lnTo>
                  <a:pt x="715948" y="68575"/>
                </a:lnTo>
                <a:lnTo>
                  <a:pt x="715887" y="68308"/>
                </a:lnTo>
                <a:lnTo>
                  <a:pt x="715824" y="68036"/>
                </a:lnTo>
                <a:lnTo>
                  <a:pt x="715759" y="67760"/>
                </a:lnTo>
                <a:lnTo>
                  <a:pt x="715693" y="67479"/>
                </a:lnTo>
                <a:lnTo>
                  <a:pt x="715625" y="67193"/>
                </a:lnTo>
                <a:lnTo>
                  <a:pt x="715556" y="66903"/>
                </a:lnTo>
                <a:lnTo>
                  <a:pt x="715485" y="66608"/>
                </a:lnTo>
                <a:lnTo>
                  <a:pt x="715413" y="66309"/>
                </a:lnTo>
                <a:lnTo>
                  <a:pt x="715339" y="66005"/>
                </a:lnTo>
                <a:lnTo>
                  <a:pt x="715263" y="65696"/>
                </a:lnTo>
                <a:lnTo>
                  <a:pt x="715186" y="65387"/>
                </a:lnTo>
                <a:lnTo>
                  <a:pt x="715110" y="65082"/>
                </a:lnTo>
                <a:lnTo>
                  <a:pt x="715034" y="64781"/>
                </a:lnTo>
                <a:lnTo>
                  <a:pt x="714957" y="64483"/>
                </a:lnTo>
                <a:lnTo>
                  <a:pt x="714881" y="64190"/>
                </a:lnTo>
                <a:lnTo>
                  <a:pt x="714804" y="63900"/>
                </a:lnTo>
                <a:lnTo>
                  <a:pt x="714728" y="63613"/>
                </a:lnTo>
                <a:lnTo>
                  <a:pt x="714651" y="63331"/>
                </a:lnTo>
                <a:lnTo>
                  <a:pt x="714575" y="63052"/>
                </a:lnTo>
                <a:lnTo>
                  <a:pt x="714498" y="62778"/>
                </a:lnTo>
                <a:lnTo>
                  <a:pt x="714422" y="62507"/>
                </a:lnTo>
                <a:lnTo>
                  <a:pt x="714345" y="62239"/>
                </a:lnTo>
                <a:lnTo>
                  <a:pt x="714268" y="61976"/>
                </a:lnTo>
                <a:lnTo>
                  <a:pt x="714192" y="61716"/>
                </a:lnTo>
                <a:lnTo>
                  <a:pt x="714115" y="61460"/>
                </a:lnTo>
                <a:lnTo>
                  <a:pt x="714039" y="61208"/>
                </a:lnTo>
                <a:lnTo>
                  <a:pt x="713962" y="60960"/>
                </a:lnTo>
                <a:lnTo>
                  <a:pt x="713886" y="60715"/>
                </a:lnTo>
                <a:lnTo>
                  <a:pt x="713809" y="60475"/>
                </a:lnTo>
                <a:lnTo>
                  <a:pt x="713733" y="60238"/>
                </a:lnTo>
                <a:lnTo>
                  <a:pt x="713656" y="60005"/>
                </a:lnTo>
                <a:lnTo>
                  <a:pt x="713579" y="59775"/>
                </a:lnTo>
                <a:lnTo>
                  <a:pt x="713503" y="59550"/>
                </a:lnTo>
                <a:lnTo>
                  <a:pt x="713426" y="59328"/>
                </a:lnTo>
                <a:lnTo>
                  <a:pt x="701722" y="27081"/>
                </a:lnTo>
                <a:lnTo>
                  <a:pt x="686000" y="27081"/>
                </a:lnTo>
                <a:lnTo>
                  <a:pt x="709525" y="86754"/>
                </a:lnTo>
                <a:lnTo>
                  <a:pt x="700689" y="110851"/>
                </a:lnTo>
                <a:lnTo>
                  <a:pt x="715722" y="110851"/>
                </a:lnTo>
                <a:lnTo>
                  <a:pt x="746132" y="27081"/>
                </a:lnTo>
                <a:lnTo>
                  <a:pt x="730984" y="27081"/>
                </a:lnTo>
                <a:lnTo>
                  <a:pt x="719968" y="59328"/>
                </a:lnTo>
                <a:close/>
                <a:moveTo>
                  <a:pt x="579950" y="91264"/>
                </a:moveTo>
                <a:lnTo>
                  <a:pt x="580330" y="91219"/>
                </a:lnTo>
                <a:lnTo>
                  <a:pt x="580703" y="91164"/>
                </a:lnTo>
                <a:lnTo>
                  <a:pt x="581069" y="91099"/>
                </a:lnTo>
                <a:lnTo>
                  <a:pt x="581428" y="91025"/>
                </a:lnTo>
                <a:lnTo>
                  <a:pt x="581780" y="90940"/>
                </a:lnTo>
                <a:lnTo>
                  <a:pt x="582125" y="90845"/>
                </a:lnTo>
                <a:lnTo>
                  <a:pt x="582463" y="90741"/>
                </a:lnTo>
                <a:lnTo>
                  <a:pt x="582794" y="90626"/>
                </a:lnTo>
                <a:lnTo>
                  <a:pt x="583118" y="90502"/>
                </a:lnTo>
                <a:lnTo>
                  <a:pt x="583435" y="90367"/>
                </a:lnTo>
                <a:lnTo>
                  <a:pt x="583745" y="90223"/>
                </a:lnTo>
                <a:lnTo>
                  <a:pt x="584048" y="90069"/>
                </a:lnTo>
                <a:lnTo>
                  <a:pt x="584344" y="89904"/>
                </a:lnTo>
                <a:lnTo>
                  <a:pt x="584633" y="89730"/>
                </a:lnTo>
                <a:lnTo>
                  <a:pt x="584915" y="89546"/>
                </a:lnTo>
                <a:lnTo>
                  <a:pt x="585191" y="89352"/>
                </a:lnTo>
                <a:lnTo>
                  <a:pt x="585459" y="89147"/>
                </a:lnTo>
                <a:lnTo>
                  <a:pt x="585720" y="88933"/>
                </a:lnTo>
                <a:lnTo>
                  <a:pt x="585974" y="88709"/>
                </a:lnTo>
                <a:lnTo>
                  <a:pt x="586222" y="88475"/>
                </a:lnTo>
                <a:lnTo>
                  <a:pt x="586461" y="88233"/>
                </a:lnTo>
                <a:lnTo>
                  <a:pt x="586689" y="87983"/>
                </a:lnTo>
                <a:lnTo>
                  <a:pt x="586908" y="87726"/>
                </a:lnTo>
                <a:lnTo>
                  <a:pt x="587116" y="87462"/>
                </a:lnTo>
                <a:lnTo>
                  <a:pt x="587314" y="87190"/>
                </a:lnTo>
                <a:lnTo>
                  <a:pt x="587502" y="86912"/>
                </a:lnTo>
                <a:lnTo>
                  <a:pt x="587680" y="86626"/>
                </a:lnTo>
                <a:lnTo>
                  <a:pt x="587847" y="86333"/>
                </a:lnTo>
                <a:lnTo>
                  <a:pt x="588005" y="86033"/>
                </a:lnTo>
                <a:lnTo>
                  <a:pt x="588152" y="85726"/>
                </a:lnTo>
                <a:lnTo>
                  <a:pt x="588289" y="85412"/>
                </a:lnTo>
                <a:lnTo>
                  <a:pt x="588416" y="85090"/>
                </a:lnTo>
                <a:lnTo>
                  <a:pt x="588533" y="84762"/>
                </a:lnTo>
                <a:lnTo>
                  <a:pt x="588640" y="84426"/>
                </a:lnTo>
                <a:lnTo>
                  <a:pt x="588736" y="84083"/>
                </a:lnTo>
                <a:lnTo>
                  <a:pt x="588823" y="83733"/>
                </a:lnTo>
                <a:lnTo>
                  <a:pt x="588899" y="83375"/>
                </a:lnTo>
                <a:lnTo>
                  <a:pt x="588965" y="83011"/>
                </a:lnTo>
                <a:lnTo>
                  <a:pt x="589021" y="82639"/>
                </a:lnTo>
                <a:lnTo>
                  <a:pt x="589066" y="82260"/>
                </a:lnTo>
                <a:lnTo>
                  <a:pt x="589102" y="81874"/>
                </a:lnTo>
                <a:lnTo>
                  <a:pt x="589127" y="81481"/>
                </a:lnTo>
                <a:lnTo>
                  <a:pt x="589143" y="81080"/>
                </a:lnTo>
                <a:lnTo>
                  <a:pt x="589148" y="80673"/>
                </a:lnTo>
                <a:lnTo>
                  <a:pt x="589143" y="80265"/>
                </a:lnTo>
                <a:lnTo>
                  <a:pt x="589127" y="79864"/>
                </a:lnTo>
                <a:lnTo>
                  <a:pt x="589102" y="79470"/>
                </a:lnTo>
                <a:lnTo>
                  <a:pt x="589066" y="79083"/>
                </a:lnTo>
                <a:lnTo>
                  <a:pt x="589021" y="78703"/>
                </a:lnTo>
                <a:lnTo>
                  <a:pt x="588965" y="78330"/>
                </a:lnTo>
                <a:lnTo>
                  <a:pt x="588899" y="77964"/>
                </a:lnTo>
                <a:lnTo>
                  <a:pt x="588823" y="77605"/>
                </a:lnTo>
                <a:lnTo>
                  <a:pt x="588736" y="77253"/>
                </a:lnTo>
                <a:lnTo>
                  <a:pt x="588640" y="76908"/>
                </a:lnTo>
                <a:lnTo>
                  <a:pt x="588533" y="76570"/>
                </a:lnTo>
                <a:lnTo>
                  <a:pt x="588416" y="76239"/>
                </a:lnTo>
                <a:lnTo>
                  <a:pt x="588289" y="75915"/>
                </a:lnTo>
                <a:lnTo>
                  <a:pt x="588152" y="75598"/>
                </a:lnTo>
                <a:lnTo>
                  <a:pt x="588005" y="75288"/>
                </a:lnTo>
                <a:lnTo>
                  <a:pt x="587847" y="74985"/>
                </a:lnTo>
                <a:lnTo>
                  <a:pt x="587680" y="74688"/>
                </a:lnTo>
                <a:lnTo>
                  <a:pt x="587502" y="74399"/>
                </a:lnTo>
                <a:lnTo>
                  <a:pt x="587314" y="74117"/>
                </a:lnTo>
                <a:lnTo>
                  <a:pt x="587116" y="73842"/>
                </a:lnTo>
                <a:lnTo>
                  <a:pt x="586908" y="73573"/>
                </a:lnTo>
                <a:lnTo>
                  <a:pt x="586689" y="73312"/>
                </a:lnTo>
                <a:lnTo>
                  <a:pt x="586461" y="73058"/>
                </a:lnTo>
                <a:lnTo>
                  <a:pt x="586222" y="72811"/>
                </a:lnTo>
                <a:lnTo>
                  <a:pt x="585974" y="72572"/>
                </a:lnTo>
                <a:lnTo>
                  <a:pt x="585720" y="72343"/>
                </a:lnTo>
                <a:lnTo>
                  <a:pt x="585459" y="72125"/>
                </a:lnTo>
                <a:lnTo>
                  <a:pt x="585191" y="71917"/>
                </a:lnTo>
                <a:lnTo>
                  <a:pt x="584915" y="71718"/>
                </a:lnTo>
                <a:lnTo>
                  <a:pt x="584633" y="71530"/>
                </a:lnTo>
                <a:lnTo>
                  <a:pt x="584344" y="71353"/>
                </a:lnTo>
                <a:lnTo>
                  <a:pt x="584048" y="71185"/>
                </a:lnTo>
                <a:lnTo>
                  <a:pt x="583745" y="71028"/>
                </a:lnTo>
                <a:lnTo>
                  <a:pt x="583435" y="70880"/>
                </a:lnTo>
                <a:lnTo>
                  <a:pt x="583118" y="70743"/>
                </a:lnTo>
                <a:lnTo>
                  <a:pt x="582794" y="70616"/>
                </a:lnTo>
                <a:lnTo>
                  <a:pt x="582463" y="70499"/>
                </a:lnTo>
                <a:lnTo>
                  <a:pt x="582125" y="70393"/>
                </a:lnTo>
                <a:lnTo>
                  <a:pt x="581780" y="70296"/>
                </a:lnTo>
                <a:lnTo>
                  <a:pt x="581428" y="70210"/>
                </a:lnTo>
                <a:lnTo>
                  <a:pt x="581069" y="70134"/>
                </a:lnTo>
                <a:lnTo>
                  <a:pt x="580703" y="70068"/>
                </a:lnTo>
                <a:lnTo>
                  <a:pt x="580330" y="70012"/>
                </a:lnTo>
                <a:lnTo>
                  <a:pt x="579950" y="69966"/>
                </a:lnTo>
                <a:lnTo>
                  <a:pt x="579564" y="69930"/>
                </a:lnTo>
                <a:lnTo>
                  <a:pt x="579170" y="69905"/>
                </a:lnTo>
                <a:lnTo>
                  <a:pt x="578769" y="69890"/>
                </a:lnTo>
                <a:lnTo>
                  <a:pt x="578361" y="69885"/>
                </a:lnTo>
                <a:lnTo>
                  <a:pt x="577954" y="69890"/>
                </a:lnTo>
                <a:lnTo>
                  <a:pt x="577553" y="69905"/>
                </a:lnTo>
                <a:lnTo>
                  <a:pt x="577159" y="69930"/>
                </a:lnTo>
                <a:lnTo>
                  <a:pt x="576772" y="69966"/>
                </a:lnTo>
                <a:lnTo>
                  <a:pt x="576393" y="70012"/>
                </a:lnTo>
                <a:lnTo>
                  <a:pt x="576020" y="70068"/>
                </a:lnTo>
                <a:lnTo>
                  <a:pt x="575654" y="70134"/>
                </a:lnTo>
                <a:lnTo>
                  <a:pt x="575295" y="70210"/>
                </a:lnTo>
                <a:lnTo>
                  <a:pt x="574943" y="70296"/>
                </a:lnTo>
                <a:lnTo>
                  <a:pt x="574598" y="70393"/>
                </a:lnTo>
                <a:lnTo>
                  <a:pt x="574260" y="70499"/>
                </a:lnTo>
                <a:lnTo>
                  <a:pt x="573929" y="70616"/>
                </a:lnTo>
                <a:lnTo>
                  <a:pt x="573605" y="70743"/>
                </a:lnTo>
                <a:lnTo>
                  <a:pt x="573288" y="70880"/>
                </a:lnTo>
                <a:lnTo>
                  <a:pt x="572977" y="71028"/>
                </a:lnTo>
                <a:lnTo>
                  <a:pt x="572674" y="71185"/>
                </a:lnTo>
                <a:lnTo>
                  <a:pt x="572378" y="71353"/>
                </a:lnTo>
                <a:lnTo>
                  <a:pt x="572089" y="71530"/>
                </a:lnTo>
                <a:lnTo>
                  <a:pt x="571806" y="71718"/>
                </a:lnTo>
                <a:lnTo>
                  <a:pt x="571531" y="71917"/>
                </a:lnTo>
                <a:lnTo>
                  <a:pt x="571263" y="72125"/>
                </a:lnTo>
                <a:lnTo>
                  <a:pt x="571001" y="72343"/>
                </a:lnTo>
                <a:lnTo>
                  <a:pt x="570747" y="72572"/>
                </a:lnTo>
                <a:lnTo>
                  <a:pt x="570499" y="72811"/>
                </a:lnTo>
                <a:lnTo>
                  <a:pt x="570261" y="73058"/>
                </a:lnTo>
                <a:lnTo>
                  <a:pt x="570032" y="73312"/>
                </a:lnTo>
                <a:lnTo>
                  <a:pt x="569814" y="73573"/>
                </a:lnTo>
                <a:lnTo>
                  <a:pt x="569605" y="73842"/>
                </a:lnTo>
                <a:lnTo>
                  <a:pt x="569407" y="74117"/>
                </a:lnTo>
                <a:lnTo>
                  <a:pt x="569219" y="74399"/>
                </a:lnTo>
                <a:lnTo>
                  <a:pt x="569042" y="74688"/>
                </a:lnTo>
                <a:lnTo>
                  <a:pt x="568874" y="74985"/>
                </a:lnTo>
                <a:lnTo>
                  <a:pt x="568716" y="75288"/>
                </a:lnTo>
                <a:lnTo>
                  <a:pt x="568569" y="75598"/>
                </a:lnTo>
                <a:lnTo>
                  <a:pt x="568432" y="75915"/>
                </a:lnTo>
                <a:lnTo>
                  <a:pt x="568305" y="76239"/>
                </a:lnTo>
                <a:lnTo>
                  <a:pt x="568188" y="76570"/>
                </a:lnTo>
                <a:lnTo>
                  <a:pt x="568081" y="76908"/>
                </a:lnTo>
                <a:lnTo>
                  <a:pt x="567985" y="77253"/>
                </a:lnTo>
                <a:lnTo>
                  <a:pt x="567899" y="77605"/>
                </a:lnTo>
                <a:lnTo>
                  <a:pt x="567822" y="77964"/>
                </a:lnTo>
                <a:lnTo>
                  <a:pt x="567756" y="78330"/>
                </a:lnTo>
                <a:lnTo>
                  <a:pt x="567700" y="78703"/>
                </a:lnTo>
                <a:lnTo>
                  <a:pt x="567655" y="79083"/>
                </a:lnTo>
                <a:lnTo>
                  <a:pt x="567619" y="79470"/>
                </a:lnTo>
                <a:lnTo>
                  <a:pt x="567594" y="79864"/>
                </a:lnTo>
                <a:lnTo>
                  <a:pt x="567579" y="80265"/>
                </a:lnTo>
                <a:lnTo>
                  <a:pt x="567573" y="80673"/>
                </a:lnTo>
                <a:lnTo>
                  <a:pt x="567579" y="81080"/>
                </a:lnTo>
                <a:lnTo>
                  <a:pt x="567594" y="81481"/>
                </a:lnTo>
                <a:lnTo>
                  <a:pt x="567619" y="81874"/>
                </a:lnTo>
                <a:lnTo>
                  <a:pt x="567655" y="82260"/>
                </a:lnTo>
                <a:lnTo>
                  <a:pt x="567700" y="82639"/>
                </a:lnTo>
                <a:lnTo>
                  <a:pt x="567756" y="83011"/>
                </a:lnTo>
                <a:lnTo>
                  <a:pt x="567822" y="83375"/>
                </a:lnTo>
                <a:lnTo>
                  <a:pt x="567899" y="83733"/>
                </a:lnTo>
                <a:lnTo>
                  <a:pt x="567985" y="84083"/>
                </a:lnTo>
                <a:lnTo>
                  <a:pt x="568081" y="84426"/>
                </a:lnTo>
                <a:lnTo>
                  <a:pt x="568188" y="84762"/>
                </a:lnTo>
                <a:lnTo>
                  <a:pt x="568305" y="85090"/>
                </a:lnTo>
                <a:lnTo>
                  <a:pt x="568432" y="85412"/>
                </a:lnTo>
                <a:lnTo>
                  <a:pt x="568569" y="85726"/>
                </a:lnTo>
                <a:lnTo>
                  <a:pt x="568716" y="86033"/>
                </a:lnTo>
                <a:lnTo>
                  <a:pt x="568874" y="86333"/>
                </a:lnTo>
                <a:lnTo>
                  <a:pt x="569042" y="86626"/>
                </a:lnTo>
                <a:lnTo>
                  <a:pt x="569219" y="86912"/>
                </a:lnTo>
                <a:lnTo>
                  <a:pt x="569407" y="87190"/>
                </a:lnTo>
                <a:lnTo>
                  <a:pt x="569605" y="87462"/>
                </a:lnTo>
                <a:lnTo>
                  <a:pt x="569814" y="87726"/>
                </a:lnTo>
                <a:lnTo>
                  <a:pt x="570032" y="87983"/>
                </a:lnTo>
                <a:lnTo>
                  <a:pt x="570261" y="88233"/>
                </a:lnTo>
                <a:lnTo>
                  <a:pt x="570499" y="88475"/>
                </a:lnTo>
                <a:lnTo>
                  <a:pt x="570747" y="88709"/>
                </a:lnTo>
                <a:lnTo>
                  <a:pt x="571001" y="88933"/>
                </a:lnTo>
                <a:lnTo>
                  <a:pt x="571263" y="89147"/>
                </a:lnTo>
                <a:lnTo>
                  <a:pt x="571531" y="89352"/>
                </a:lnTo>
                <a:lnTo>
                  <a:pt x="571806" y="89546"/>
                </a:lnTo>
                <a:lnTo>
                  <a:pt x="572089" y="89730"/>
                </a:lnTo>
                <a:lnTo>
                  <a:pt x="572378" y="89904"/>
                </a:lnTo>
                <a:lnTo>
                  <a:pt x="572674" y="90069"/>
                </a:lnTo>
                <a:lnTo>
                  <a:pt x="572977" y="90223"/>
                </a:lnTo>
                <a:lnTo>
                  <a:pt x="573288" y="90367"/>
                </a:lnTo>
                <a:lnTo>
                  <a:pt x="573605" y="90502"/>
                </a:lnTo>
                <a:lnTo>
                  <a:pt x="573929" y="90626"/>
                </a:lnTo>
                <a:lnTo>
                  <a:pt x="574260" y="90741"/>
                </a:lnTo>
                <a:lnTo>
                  <a:pt x="574598" y="90845"/>
                </a:lnTo>
                <a:lnTo>
                  <a:pt x="574943" y="90940"/>
                </a:lnTo>
                <a:lnTo>
                  <a:pt x="575295" y="91025"/>
                </a:lnTo>
                <a:lnTo>
                  <a:pt x="575654" y="91099"/>
                </a:lnTo>
                <a:lnTo>
                  <a:pt x="576020" y="91164"/>
                </a:lnTo>
                <a:lnTo>
                  <a:pt x="576393" y="91219"/>
                </a:lnTo>
                <a:lnTo>
                  <a:pt x="576772" y="91264"/>
                </a:lnTo>
                <a:lnTo>
                  <a:pt x="577159" y="91298"/>
                </a:lnTo>
                <a:lnTo>
                  <a:pt x="577553" y="91323"/>
                </a:lnTo>
                <a:lnTo>
                  <a:pt x="577954" y="91338"/>
                </a:lnTo>
                <a:lnTo>
                  <a:pt x="578361" y="91343"/>
                </a:lnTo>
                <a:lnTo>
                  <a:pt x="578769" y="91338"/>
                </a:lnTo>
                <a:lnTo>
                  <a:pt x="579170" y="91323"/>
                </a:lnTo>
                <a:lnTo>
                  <a:pt x="579564" y="91298"/>
                </a:lnTo>
                <a:lnTo>
                  <a:pt x="579950" y="91264"/>
                </a:lnTo>
                <a:close/>
                <a:moveTo>
                  <a:pt x="413116" y="106033"/>
                </a:moveTo>
                <a:lnTo>
                  <a:pt x="537049" y="106033"/>
                </a:lnTo>
                <a:lnTo>
                  <a:pt x="537049" y="93065"/>
                </a:lnTo>
                <a:lnTo>
                  <a:pt x="413116" y="93065"/>
                </a:lnTo>
                <a:lnTo>
                  <a:pt x="413116" y="1060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csrf.py">
            <a:extLst xmlns:a="http://schemas.openxmlformats.org/drawingml/2006/main">
              <a:ext uri="{FF2B5EF4-FFF2-40B4-BE49-F238E27FC236}">
                <a16:creationId xmlns:a16="http://schemas.microsoft.com/office/drawing/2014/main" id="{F9CE599B-2387-41AF-8543-46EE2A3B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612" y="1830955"/>
            <a:ext cx="469574" cy="104425"/>
          </a:xfrm>
          <a:custGeom xmlns:a="http://schemas.openxmlformats.org/drawingml/2006/main">
            <a:pathLst>
              <a:path w="469574" h="104425">
                <a:moveTo>
                  <a:pt x="260606" y="40622"/>
                </a:moveTo>
                <a:lnTo>
                  <a:pt x="260606" y="27655"/>
                </a:lnTo>
                <a:lnTo>
                  <a:pt x="236393" y="27655"/>
                </a:lnTo>
                <a:lnTo>
                  <a:pt x="236393" y="18359"/>
                </a:lnTo>
                <a:lnTo>
                  <a:pt x="236396" y="18141"/>
                </a:lnTo>
                <a:lnTo>
                  <a:pt x="236405" y="17927"/>
                </a:lnTo>
                <a:lnTo>
                  <a:pt x="236419" y="17717"/>
                </a:lnTo>
                <a:lnTo>
                  <a:pt x="236440" y="17510"/>
                </a:lnTo>
                <a:lnTo>
                  <a:pt x="236466" y="17307"/>
                </a:lnTo>
                <a:lnTo>
                  <a:pt x="236497" y="17108"/>
                </a:lnTo>
                <a:lnTo>
                  <a:pt x="236535" y="16913"/>
                </a:lnTo>
                <a:lnTo>
                  <a:pt x="236578" y="16721"/>
                </a:lnTo>
                <a:lnTo>
                  <a:pt x="236627" y="16534"/>
                </a:lnTo>
                <a:lnTo>
                  <a:pt x="236682" y="16350"/>
                </a:lnTo>
                <a:lnTo>
                  <a:pt x="236743" y="16170"/>
                </a:lnTo>
                <a:lnTo>
                  <a:pt x="236809" y="15993"/>
                </a:lnTo>
                <a:lnTo>
                  <a:pt x="236881" y="15821"/>
                </a:lnTo>
                <a:lnTo>
                  <a:pt x="236959" y="15652"/>
                </a:lnTo>
                <a:lnTo>
                  <a:pt x="237043" y="15487"/>
                </a:lnTo>
                <a:lnTo>
                  <a:pt x="237133" y="15326"/>
                </a:lnTo>
                <a:lnTo>
                  <a:pt x="237228" y="15168"/>
                </a:lnTo>
                <a:lnTo>
                  <a:pt x="237329" y="15015"/>
                </a:lnTo>
                <a:lnTo>
                  <a:pt x="237436" y="14865"/>
                </a:lnTo>
                <a:lnTo>
                  <a:pt x="237548" y="14719"/>
                </a:lnTo>
                <a:lnTo>
                  <a:pt x="237667" y="14577"/>
                </a:lnTo>
                <a:lnTo>
                  <a:pt x="237791" y="14438"/>
                </a:lnTo>
                <a:lnTo>
                  <a:pt x="237921" y="14304"/>
                </a:lnTo>
                <a:lnTo>
                  <a:pt x="238057" y="14173"/>
                </a:lnTo>
                <a:lnTo>
                  <a:pt x="238197" y="14046"/>
                </a:lnTo>
                <a:lnTo>
                  <a:pt x="238342" y="13925"/>
                </a:lnTo>
                <a:lnTo>
                  <a:pt x="238490" y="13809"/>
                </a:lnTo>
                <a:lnTo>
                  <a:pt x="238642" y="13699"/>
                </a:lnTo>
                <a:lnTo>
                  <a:pt x="238797" y="13594"/>
                </a:lnTo>
                <a:lnTo>
                  <a:pt x="238957" y="13495"/>
                </a:lnTo>
                <a:lnTo>
                  <a:pt x="239120" y="13401"/>
                </a:lnTo>
                <a:lnTo>
                  <a:pt x="239287" y="13312"/>
                </a:lnTo>
                <a:lnTo>
                  <a:pt x="239458" y="13228"/>
                </a:lnTo>
                <a:lnTo>
                  <a:pt x="239632" y="13150"/>
                </a:lnTo>
                <a:lnTo>
                  <a:pt x="239811" y="13078"/>
                </a:lnTo>
                <a:lnTo>
                  <a:pt x="239993" y="13010"/>
                </a:lnTo>
                <a:lnTo>
                  <a:pt x="240179" y="12949"/>
                </a:lnTo>
                <a:lnTo>
                  <a:pt x="240369" y="12892"/>
                </a:lnTo>
                <a:lnTo>
                  <a:pt x="240562" y="12841"/>
                </a:lnTo>
                <a:lnTo>
                  <a:pt x="240760" y="12795"/>
                </a:lnTo>
                <a:lnTo>
                  <a:pt x="240961" y="12755"/>
                </a:lnTo>
                <a:lnTo>
                  <a:pt x="241166" y="12720"/>
                </a:lnTo>
                <a:lnTo>
                  <a:pt x="241374" y="12690"/>
                </a:lnTo>
                <a:lnTo>
                  <a:pt x="241587" y="12666"/>
                </a:lnTo>
                <a:lnTo>
                  <a:pt x="241803" y="12647"/>
                </a:lnTo>
                <a:lnTo>
                  <a:pt x="242023" y="12634"/>
                </a:lnTo>
                <a:lnTo>
                  <a:pt x="242247" y="12626"/>
                </a:lnTo>
                <a:lnTo>
                  <a:pt x="242475" y="12623"/>
                </a:lnTo>
                <a:lnTo>
                  <a:pt x="260606" y="12623"/>
                </a:lnTo>
                <a:lnTo>
                  <a:pt x="260606" y="0"/>
                </a:lnTo>
                <a:lnTo>
                  <a:pt x="242131" y="0"/>
                </a:lnTo>
                <a:lnTo>
                  <a:pt x="241382" y="9"/>
                </a:lnTo>
                <a:lnTo>
                  <a:pt x="240645" y="34"/>
                </a:lnTo>
                <a:lnTo>
                  <a:pt x="239920" y="77"/>
                </a:lnTo>
                <a:lnTo>
                  <a:pt x="239208" y="137"/>
                </a:lnTo>
                <a:lnTo>
                  <a:pt x="238508" y="214"/>
                </a:lnTo>
                <a:lnTo>
                  <a:pt x="237820" y="308"/>
                </a:lnTo>
                <a:lnTo>
                  <a:pt x="237145" y="420"/>
                </a:lnTo>
                <a:lnTo>
                  <a:pt x="236482" y="548"/>
                </a:lnTo>
                <a:lnTo>
                  <a:pt x="235832" y="694"/>
                </a:lnTo>
                <a:lnTo>
                  <a:pt x="235193" y="857"/>
                </a:lnTo>
                <a:lnTo>
                  <a:pt x="234568" y="1037"/>
                </a:lnTo>
                <a:lnTo>
                  <a:pt x="233954" y="1234"/>
                </a:lnTo>
                <a:lnTo>
                  <a:pt x="233353" y="1448"/>
                </a:lnTo>
                <a:lnTo>
                  <a:pt x="232764" y="1679"/>
                </a:lnTo>
                <a:lnTo>
                  <a:pt x="232188" y="1927"/>
                </a:lnTo>
                <a:lnTo>
                  <a:pt x="231624" y="2193"/>
                </a:lnTo>
                <a:lnTo>
                  <a:pt x="231072" y="2476"/>
                </a:lnTo>
                <a:lnTo>
                  <a:pt x="230533" y="2776"/>
                </a:lnTo>
                <a:lnTo>
                  <a:pt x="230006" y="3093"/>
                </a:lnTo>
                <a:lnTo>
                  <a:pt x="229491" y="3427"/>
                </a:lnTo>
                <a:lnTo>
                  <a:pt x="228989" y="3778"/>
                </a:lnTo>
                <a:lnTo>
                  <a:pt x="228499" y="4146"/>
                </a:lnTo>
                <a:lnTo>
                  <a:pt x="228021" y="4532"/>
                </a:lnTo>
                <a:lnTo>
                  <a:pt x="227556" y="4934"/>
                </a:lnTo>
                <a:lnTo>
                  <a:pt x="227107" y="5351"/>
                </a:lnTo>
                <a:lnTo>
                  <a:pt x="226676" y="5780"/>
                </a:lnTo>
                <a:lnTo>
                  <a:pt x="226265" y="6220"/>
                </a:lnTo>
                <a:lnTo>
                  <a:pt x="225873" y="6672"/>
                </a:lnTo>
                <a:lnTo>
                  <a:pt x="225500" y="7135"/>
                </a:lnTo>
                <a:lnTo>
                  <a:pt x="225147" y="7609"/>
                </a:lnTo>
                <a:lnTo>
                  <a:pt x="224812" y="8096"/>
                </a:lnTo>
                <a:lnTo>
                  <a:pt x="224497" y="8594"/>
                </a:lnTo>
                <a:lnTo>
                  <a:pt x="224200" y="9103"/>
                </a:lnTo>
                <a:lnTo>
                  <a:pt x="223923" y="9624"/>
                </a:lnTo>
                <a:lnTo>
                  <a:pt x="223665" y="10156"/>
                </a:lnTo>
                <a:lnTo>
                  <a:pt x="223426" y="10700"/>
                </a:lnTo>
                <a:lnTo>
                  <a:pt x="223206" y="11256"/>
                </a:lnTo>
                <a:lnTo>
                  <a:pt x="223005" y="11823"/>
                </a:lnTo>
                <a:lnTo>
                  <a:pt x="222823" y="12402"/>
                </a:lnTo>
                <a:lnTo>
                  <a:pt x="222661" y="12992"/>
                </a:lnTo>
                <a:lnTo>
                  <a:pt x="222517" y="13594"/>
                </a:lnTo>
                <a:lnTo>
                  <a:pt x="222393" y="14207"/>
                </a:lnTo>
                <a:lnTo>
                  <a:pt x="222288" y="14832"/>
                </a:lnTo>
                <a:lnTo>
                  <a:pt x="222202" y="15469"/>
                </a:lnTo>
                <a:lnTo>
                  <a:pt x="222135" y="16117"/>
                </a:lnTo>
                <a:lnTo>
                  <a:pt x="222087" y="16776"/>
                </a:lnTo>
                <a:lnTo>
                  <a:pt x="222059" y="17447"/>
                </a:lnTo>
                <a:lnTo>
                  <a:pt x="222049" y="18130"/>
                </a:lnTo>
                <a:lnTo>
                  <a:pt x="222049" y="27655"/>
                </a:lnTo>
                <a:lnTo>
                  <a:pt x="204721" y="27655"/>
                </a:lnTo>
                <a:lnTo>
                  <a:pt x="204721" y="40622"/>
                </a:lnTo>
                <a:lnTo>
                  <a:pt x="222049" y="40622"/>
                </a:lnTo>
                <a:lnTo>
                  <a:pt x="222049" y="83770"/>
                </a:lnTo>
                <a:lnTo>
                  <a:pt x="236393" y="83770"/>
                </a:lnTo>
                <a:lnTo>
                  <a:pt x="236393" y="40622"/>
                </a:lnTo>
                <a:lnTo>
                  <a:pt x="260606" y="40622"/>
                </a:lnTo>
                <a:close/>
                <a:moveTo>
                  <a:pt x="140458" y="83770"/>
                </a:moveTo>
                <a:lnTo>
                  <a:pt x="154802" y="83770"/>
                </a:lnTo>
                <a:lnTo>
                  <a:pt x="154802" y="44295"/>
                </a:lnTo>
                <a:lnTo>
                  <a:pt x="154807" y="43793"/>
                </a:lnTo>
                <a:lnTo>
                  <a:pt x="154823" y="43301"/>
                </a:lnTo>
                <a:lnTo>
                  <a:pt x="154850" y="42818"/>
                </a:lnTo>
                <a:lnTo>
                  <a:pt x="154887" y="42344"/>
                </a:lnTo>
                <a:lnTo>
                  <a:pt x="154934" y="41880"/>
                </a:lnTo>
                <a:lnTo>
                  <a:pt x="154992" y="41426"/>
                </a:lnTo>
                <a:lnTo>
                  <a:pt x="155061" y="40981"/>
                </a:lnTo>
                <a:lnTo>
                  <a:pt x="155140" y="40546"/>
                </a:lnTo>
                <a:lnTo>
                  <a:pt x="155230" y="40121"/>
                </a:lnTo>
                <a:lnTo>
                  <a:pt x="155330" y="39705"/>
                </a:lnTo>
                <a:lnTo>
                  <a:pt x="155441" y="39298"/>
                </a:lnTo>
                <a:lnTo>
                  <a:pt x="155562" y="38901"/>
                </a:lnTo>
                <a:lnTo>
                  <a:pt x="155694" y="38514"/>
                </a:lnTo>
                <a:lnTo>
                  <a:pt x="155837" y="38136"/>
                </a:lnTo>
                <a:lnTo>
                  <a:pt x="155990" y="37768"/>
                </a:lnTo>
                <a:lnTo>
                  <a:pt x="156154" y="37410"/>
                </a:lnTo>
                <a:lnTo>
                  <a:pt x="156328" y="37061"/>
                </a:lnTo>
                <a:lnTo>
                  <a:pt x="156513" y="36721"/>
                </a:lnTo>
                <a:lnTo>
                  <a:pt x="156708" y="36391"/>
                </a:lnTo>
                <a:lnTo>
                  <a:pt x="156914" y="36071"/>
                </a:lnTo>
                <a:lnTo>
                  <a:pt x="157131" y="35760"/>
                </a:lnTo>
                <a:lnTo>
                  <a:pt x="157358" y="35459"/>
                </a:lnTo>
                <a:lnTo>
                  <a:pt x="157595" y="35167"/>
                </a:lnTo>
                <a:lnTo>
                  <a:pt x="157844" y="34885"/>
                </a:lnTo>
                <a:lnTo>
                  <a:pt x="158102" y="34614"/>
                </a:lnTo>
                <a:lnTo>
                  <a:pt x="158368" y="34354"/>
                </a:lnTo>
                <a:lnTo>
                  <a:pt x="158644" y="34105"/>
                </a:lnTo>
                <a:lnTo>
                  <a:pt x="158929" y="33868"/>
                </a:lnTo>
                <a:lnTo>
                  <a:pt x="159223" y="33643"/>
                </a:lnTo>
                <a:lnTo>
                  <a:pt x="159526" y="33429"/>
                </a:lnTo>
                <a:lnTo>
                  <a:pt x="159837" y="33227"/>
                </a:lnTo>
                <a:lnTo>
                  <a:pt x="160158" y="33036"/>
                </a:lnTo>
                <a:lnTo>
                  <a:pt x="160488" y="32857"/>
                </a:lnTo>
                <a:lnTo>
                  <a:pt x="160826" y="32689"/>
                </a:lnTo>
                <a:lnTo>
                  <a:pt x="161174" y="32533"/>
                </a:lnTo>
                <a:lnTo>
                  <a:pt x="161530" y="32389"/>
                </a:lnTo>
                <a:lnTo>
                  <a:pt x="161896" y="32256"/>
                </a:lnTo>
                <a:lnTo>
                  <a:pt x="162270" y="32135"/>
                </a:lnTo>
                <a:lnTo>
                  <a:pt x="162654" y="32025"/>
                </a:lnTo>
                <a:lnTo>
                  <a:pt x="163046" y="31927"/>
                </a:lnTo>
                <a:lnTo>
                  <a:pt x="163447" y="31840"/>
                </a:lnTo>
                <a:lnTo>
                  <a:pt x="163858" y="31765"/>
                </a:lnTo>
                <a:lnTo>
                  <a:pt x="164277" y="31701"/>
                </a:lnTo>
                <a:lnTo>
                  <a:pt x="164705" y="31649"/>
                </a:lnTo>
                <a:lnTo>
                  <a:pt x="165142" y="31609"/>
                </a:lnTo>
                <a:lnTo>
                  <a:pt x="165588" y="31580"/>
                </a:lnTo>
                <a:lnTo>
                  <a:pt x="166044" y="31563"/>
                </a:lnTo>
                <a:lnTo>
                  <a:pt x="166508" y="31557"/>
                </a:lnTo>
                <a:lnTo>
                  <a:pt x="166963" y="31563"/>
                </a:lnTo>
                <a:lnTo>
                  <a:pt x="167409" y="31580"/>
                </a:lnTo>
                <a:lnTo>
                  <a:pt x="167848" y="31609"/>
                </a:lnTo>
                <a:lnTo>
                  <a:pt x="168278" y="31649"/>
                </a:lnTo>
                <a:lnTo>
                  <a:pt x="168701" y="31701"/>
                </a:lnTo>
                <a:lnTo>
                  <a:pt x="169115" y="31765"/>
                </a:lnTo>
                <a:lnTo>
                  <a:pt x="169521" y="31840"/>
                </a:lnTo>
                <a:lnTo>
                  <a:pt x="169919" y="31927"/>
                </a:lnTo>
                <a:lnTo>
                  <a:pt x="170308" y="32025"/>
                </a:lnTo>
                <a:lnTo>
                  <a:pt x="170690" y="32135"/>
                </a:lnTo>
                <a:lnTo>
                  <a:pt x="171063" y="32256"/>
                </a:lnTo>
                <a:lnTo>
                  <a:pt x="171428" y="32389"/>
                </a:lnTo>
                <a:lnTo>
                  <a:pt x="171785" y="32533"/>
                </a:lnTo>
                <a:lnTo>
                  <a:pt x="172134" y="32689"/>
                </a:lnTo>
                <a:lnTo>
                  <a:pt x="172474" y="32857"/>
                </a:lnTo>
                <a:lnTo>
                  <a:pt x="172807" y="33036"/>
                </a:lnTo>
                <a:lnTo>
                  <a:pt x="173131" y="33227"/>
                </a:lnTo>
                <a:lnTo>
                  <a:pt x="173447" y="33429"/>
                </a:lnTo>
                <a:lnTo>
                  <a:pt x="173755" y="33643"/>
                </a:lnTo>
                <a:lnTo>
                  <a:pt x="174054" y="33868"/>
                </a:lnTo>
                <a:lnTo>
                  <a:pt x="174346" y="34105"/>
                </a:lnTo>
                <a:lnTo>
                  <a:pt x="174629" y="34354"/>
                </a:lnTo>
                <a:lnTo>
                  <a:pt x="174905" y="34614"/>
                </a:lnTo>
                <a:lnTo>
                  <a:pt x="175172" y="34885"/>
                </a:lnTo>
                <a:lnTo>
                  <a:pt x="175429" y="35167"/>
                </a:lnTo>
                <a:lnTo>
                  <a:pt x="175676" y="35459"/>
                </a:lnTo>
                <a:lnTo>
                  <a:pt x="175911" y="35760"/>
                </a:lnTo>
                <a:lnTo>
                  <a:pt x="176136" y="36071"/>
                </a:lnTo>
                <a:lnTo>
                  <a:pt x="176349" y="36391"/>
                </a:lnTo>
                <a:lnTo>
                  <a:pt x="176552" y="36721"/>
                </a:lnTo>
                <a:lnTo>
                  <a:pt x="176744" y="37061"/>
                </a:lnTo>
                <a:lnTo>
                  <a:pt x="176925" y="37410"/>
                </a:lnTo>
                <a:lnTo>
                  <a:pt x="177094" y="37768"/>
                </a:lnTo>
                <a:lnTo>
                  <a:pt x="177253" y="38136"/>
                </a:lnTo>
                <a:lnTo>
                  <a:pt x="177401" y="38514"/>
                </a:lnTo>
                <a:lnTo>
                  <a:pt x="177538" y="38901"/>
                </a:lnTo>
                <a:lnTo>
                  <a:pt x="177664" y="39298"/>
                </a:lnTo>
                <a:lnTo>
                  <a:pt x="177779" y="39705"/>
                </a:lnTo>
                <a:lnTo>
                  <a:pt x="177883" y="40121"/>
                </a:lnTo>
                <a:lnTo>
                  <a:pt x="177976" y="40546"/>
                </a:lnTo>
                <a:lnTo>
                  <a:pt x="178059" y="40981"/>
                </a:lnTo>
                <a:lnTo>
                  <a:pt x="178130" y="41426"/>
                </a:lnTo>
                <a:lnTo>
                  <a:pt x="178190" y="41880"/>
                </a:lnTo>
                <a:lnTo>
                  <a:pt x="178239" y="42344"/>
                </a:lnTo>
                <a:lnTo>
                  <a:pt x="178278" y="42818"/>
                </a:lnTo>
                <a:lnTo>
                  <a:pt x="178305" y="43301"/>
                </a:lnTo>
                <a:lnTo>
                  <a:pt x="178321" y="43793"/>
                </a:lnTo>
                <a:lnTo>
                  <a:pt x="178327" y="44295"/>
                </a:lnTo>
                <a:lnTo>
                  <a:pt x="178327" y="47852"/>
                </a:lnTo>
                <a:lnTo>
                  <a:pt x="193359" y="47852"/>
                </a:lnTo>
                <a:lnTo>
                  <a:pt x="193359" y="43262"/>
                </a:lnTo>
                <a:lnTo>
                  <a:pt x="193349" y="42343"/>
                </a:lnTo>
                <a:lnTo>
                  <a:pt x="193319" y="41441"/>
                </a:lnTo>
                <a:lnTo>
                  <a:pt x="193268" y="40555"/>
                </a:lnTo>
                <a:lnTo>
                  <a:pt x="193197" y="39686"/>
                </a:lnTo>
                <a:lnTo>
                  <a:pt x="193105" y="38833"/>
                </a:lnTo>
                <a:lnTo>
                  <a:pt x="192994" y="37998"/>
                </a:lnTo>
                <a:lnTo>
                  <a:pt x="192862" y="37179"/>
                </a:lnTo>
                <a:lnTo>
                  <a:pt x="192709" y="36377"/>
                </a:lnTo>
                <a:lnTo>
                  <a:pt x="192536" y="35592"/>
                </a:lnTo>
                <a:lnTo>
                  <a:pt x="192343" y="34823"/>
                </a:lnTo>
                <a:lnTo>
                  <a:pt x="192130" y="34071"/>
                </a:lnTo>
                <a:lnTo>
                  <a:pt x="191896" y="33336"/>
                </a:lnTo>
                <a:lnTo>
                  <a:pt x="191642" y="32618"/>
                </a:lnTo>
                <a:lnTo>
                  <a:pt x="191368" y="31916"/>
                </a:lnTo>
                <a:lnTo>
                  <a:pt x="191073" y="31231"/>
                </a:lnTo>
                <a:lnTo>
                  <a:pt x="190759" y="30563"/>
                </a:lnTo>
                <a:lnTo>
                  <a:pt x="190423" y="29912"/>
                </a:lnTo>
                <a:lnTo>
                  <a:pt x="190068" y="29277"/>
                </a:lnTo>
                <a:lnTo>
                  <a:pt x="189692" y="28659"/>
                </a:lnTo>
                <a:lnTo>
                  <a:pt x="189296" y="28058"/>
                </a:lnTo>
                <a:lnTo>
                  <a:pt x="188879" y="27473"/>
                </a:lnTo>
                <a:lnTo>
                  <a:pt x="188442" y="26906"/>
                </a:lnTo>
                <a:lnTo>
                  <a:pt x="187985" y="26355"/>
                </a:lnTo>
                <a:lnTo>
                  <a:pt x="187507" y="25820"/>
                </a:lnTo>
                <a:lnTo>
                  <a:pt x="187012" y="25305"/>
                </a:lnTo>
                <a:lnTo>
                  <a:pt x="186502" y="24812"/>
                </a:lnTo>
                <a:lnTo>
                  <a:pt x="185976" y="24341"/>
                </a:lnTo>
                <a:lnTo>
                  <a:pt x="185436" y="23892"/>
                </a:lnTo>
                <a:lnTo>
                  <a:pt x="184880" y="23464"/>
                </a:lnTo>
                <a:lnTo>
                  <a:pt x="184309" y="23059"/>
                </a:lnTo>
                <a:lnTo>
                  <a:pt x="183723" y="22675"/>
                </a:lnTo>
                <a:lnTo>
                  <a:pt x="183122" y="22314"/>
                </a:lnTo>
                <a:lnTo>
                  <a:pt x="182505" y="21974"/>
                </a:lnTo>
                <a:lnTo>
                  <a:pt x="181874" y="21656"/>
                </a:lnTo>
                <a:lnTo>
                  <a:pt x="181227" y="21360"/>
                </a:lnTo>
                <a:lnTo>
                  <a:pt x="180565" y="21086"/>
                </a:lnTo>
                <a:lnTo>
                  <a:pt x="179888" y="20834"/>
                </a:lnTo>
                <a:lnTo>
                  <a:pt x="179196" y="20604"/>
                </a:lnTo>
                <a:lnTo>
                  <a:pt x="178489" y="20396"/>
                </a:lnTo>
                <a:lnTo>
                  <a:pt x="177766" y="20209"/>
                </a:lnTo>
                <a:lnTo>
                  <a:pt x="177029" y="20045"/>
                </a:lnTo>
                <a:lnTo>
                  <a:pt x="176276" y="19903"/>
                </a:lnTo>
                <a:lnTo>
                  <a:pt x="175508" y="19782"/>
                </a:lnTo>
                <a:lnTo>
                  <a:pt x="174725" y="19683"/>
                </a:lnTo>
                <a:lnTo>
                  <a:pt x="173927" y="19607"/>
                </a:lnTo>
                <a:lnTo>
                  <a:pt x="173114" y="19552"/>
                </a:lnTo>
                <a:lnTo>
                  <a:pt x="172286" y="19519"/>
                </a:lnTo>
                <a:lnTo>
                  <a:pt x="171442" y="19508"/>
                </a:lnTo>
                <a:lnTo>
                  <a:pt x="170704" y="19517"/>
                </a:lnTo>
                <a:lnTo>
                  <a:pt x="169980" y="19544"/>
                </a:lnTo>
                <a:lnTo>
                  <a:pt x="169272" y="19589"/>
                </a:lnTo>
                <a:lnTo>
                  <a:pt x="168579" y="19651"/>
                </a:lnTo>
                <a:lnTo>
                  <a:pt x="167902" y="19732"/>
                </a:lnTo>
                <a:lnTo>
                  <a:pt x="167239" y="19831"/>
                </a:lnTo>
                <a:lnTo>
                  <a:pt x="166591" y="19947"/>
                </a:lnTo>
                <a:lnTo>
                  <a:pt x="165959" y="20082"/>
                </a:lnTo>
                <a:lnTo>
                  <a:pt x="165342" y="20234"/>
                </a:lnTo>
                <a:lnTo>
                  <a:pt x="164740" y="20405"/>
                </a:lnTo>
                <a:lnTo>
                  <a:pt x="164153" y="20593"/>
                </a:lnTo>
                <a:lnTo>
                  <a:pt x="163581" y="20799"/>
                </a:lnTo>
                <a:lnTo>
                  <a:pt x="163024" y="21023"/>
                </a:lnTo>
                <a:lnTo>
                  <a:pt x="162483" y="21265"/>
                </a:lnTo>
                <a:lnTo>
                  <a:pt x="161956" y="21525"/>
                </a:lnTo>
                <a:lnTo>
                  <a:pt x="161445" y="21803"/>
                </a:lnTo>
                <a:lnTo>
                  <a:pt x="160949" y="22099"/>
                </a:lnTo>
                <a:lnTo>
                  <a:pt x="160468" y="22413"/>
                </a:lnTo>
                <a:lnTo>
                  <a:pt x="160002" y="22744"/>
                </a:lnTo>
                <a:lnTo>
                  <a:pt x="159551" y="23094"/>
                </a:lnTo>
                <a:lnTo>
                  <a:pt x="159116" y="23462"/>
                </a:lnTo>
                <a:lnTo>
                  <a:pt x="158695" y="23847"/>
                </a:lnTo>
                <a:lnTo>
                  <a:pt x="158290" y="24250"/>
                </a:lnTo>
                <a:lnTo>
                  <a:pt x="157900" y="24672"/>
                </a:lnTo>
                <a:lnTo>
                  <a:pt x="157525" y="25111"/>
                </a:lnTo>
                <a:lnTo>
                  <a:pt x="157167" y="25567"/>
                </a:lnTo>
                <a:lnTo>
                  <a:pt x="156824" y="26042"/>
                </a:lnTo>
                <a:lnTo>
                  <a:pt x="156497" y="26533"/>
                </a:lnTo>
                <a:lnTo>
                  <a:pt x="156187" y="27042"/>
                </a:lnTo>
                <a:lnTo>
                  <a:pt x="155892" y="27569"/>
                </a:lnTo>
                <a:lnTo>
                  <a:pt x="155613" y="28114"/>
                </a:lnTo>
                <a:lnTo>
                  <a:pt x="155350" y="28675"/>
                </a:lnTo>
                <a:lnTo>
                  <a:pt x="155103" y="29255"/>
                </a:lnTo>
                <a:lnTo>
                  <a:pt x="154872" y="29852"/>
                </a:lnTo>
                <a:lnTo>
                  <a:pt x="154657" y="30466"/>
                </a:lnTo>
                <a:lnTo>
                  <a:pt x="154458" y="31098"/>
                </a:lnTo>
                <a:lnTo>
                  <a:pt x="154274" y="31747"/>
                </a:lnTo>
                <a:lnTo>
                  <a:pt x="154107" y="32414"/>
                </a:lnTo>
                <a:lnTo>
                  <a:pt x="154043" y="32704"/>
                </a:lnTo>
                <a:lnTo>
                  <a:pt x="154000" y="32704"/>
                </a:lnTo>
                <a:lnTo>
                  <a:pt x="154000" y="20655"/>
                </a:lnTo>
                <a:lnTo>
                  <a:pt x="140458" y="20655"/>
                </a:lnTo>
                <a:lnTo>
                  <a:pt x="140458" y="83770"/>
                </a:lnTo>
                <a:close/>
                <a:moveTo>
                  <a:pt x="100833" y="84723"/>
                </a:moveTo>
                <a:lnTo>
                  <a:pt x="101775" y="84661"/>
                </a:lnTo>
                <a:lnTo>
                  <a:pt x="102696" y="84582"/>
                </a:lnTo>
                <a:lnTo>
                  <a:pt x="103597" y="84484"/>
                </a:lnTo>
                <a:lnTo>
                  <a:pt x="104477" y="84369"/>
                </a:lnTo>
                <a:lnTo>
                  <a:pt x="105337" y="84236"/>
                </a:lnTo>
                <a:lnTo>
                  <a:pt x="106176" y="84085"/>
                </a:lnTo>
                <a:lnTo>
                  <a:pt x="106995" y="83917"/>
                </a:lnTo>
                <a:lnTo>
                  <a:pt x="107793" y="83731"/>
                </a:lnTo>
                <a:lnTo>
                  <a:pt x="108571" y="83527"/>
                </a:lnTo>
                <a:lnTo>
                  <a:pt x="109328" y="83305"/>
                </a:lnTo>
                <a:lnTo>
                  <a:pt x="110065" y="83066"/>
                </a:lnTo>
                <a:lnTo>
                  <a:pt x="110781" y="82809"/>
                </a:lnTo>
                <a:lnTo>
                  <a:pt x="111476" y="82534"/>
                </a:lnTo>
                <a:lnTo>
                  <a:pt x="112151" y="82241"/>
                </a:lnTo>
                <a:lnTo>
                  <a:pt x="112806" y="81931"/>
                </a:lnTo>
                <a:lnTo>
                  <a:pt x="113440" y="81603"/>
                </a:lnTo>
                <a:lnTo>
                  <a:pt x="114053" y="81257"/>
                </a:lnTo>
                <a:lnTo>
                  <a:pt x="114646" y="80894"/>
                </a:lnTo>
                <a:lnTo>
                  <a:pt x="115218" y="80513"/>
                </a:lnTo>
                <a:lnTo>
                  <a:pt x="115770" y="80114"/>
                </a:lnTo>
                <a:lnTo>
                  <a:pt x="116302" y="79697"/>
                </a:lnTo>
                <a:lnTo>
                  <a:pt x="116812" y="79265"/>
                </a:lnTo>
                <a:lnTo>
                  <a:pt x="117301" y="78818"/>
                </a:lnTo>
                <a:lnTo>
                  <a:pt x="117767" y="78357"/>
                </a:lnTo>
                <a:lnTo>
                  <a:pt x="118213" y="77882"/>
                </a:lnTo>
                <a:lnTo>
                  <a:pt x="118636" y="77392"/>
                </a:lnTo>
                <a:lnTo>
                  <a:pt x="119038" y="76889"/>
                </a:lnTo>
                <a:lnTo>
                  <a:pt x="119418" y="76371"/>
                </a:lnTo>
                <a:lnTo>
                  <a:pt x="119776" y="75840"/>
                </a:lnTo>
                <a:lnTo>
                  <a:pt x="120113" y="75294"/>
                </a:lnTo>
                <a:lnTo>
                  <a:pt x="120428" y="74734"/>
                </a:lnTo>
                <a:lnTo>
                  <a:pt x="120721" y="74160"/>
                </a:lnTo>
                <a:lnTo>
                  <a:pt x="120992" y="73571"/>
                </a:lnTo>
                <a:lnTo>
                  <a:pt x="121242" y="72969"/>
                </a:lnTo>
                <a:lnTo>
                  <a:pt x="121470" y="72352"/>
                </a:lnTo>
                <a:lnTo>
                  <a:pt x="121677" y="71722"/>
                </a:lnTo>
                <a:lnTo>
                  <a:pt x="121861" y="71077"/>
                </a:lnTo>
                <a:lnTo>
                  <a:pt x="122024" y="70418"/>
                </a:lnTo>
                <a:lnTo>
                  <a:pt x="122165" y="69745"/>
                </a:lnTo>
                <a:lnTo>
                  <a:pt x="122285" y="69058"/>
                </a:lnTo>
                <a:lnTo>
                  <a:pt x="122382" y="68356"/>
                </a:lnTo>
                <a:lnTo>
                  <a:pt x="122458" y="67641"/>
                </a:lnTo>
                <a:lnTo>
                  <a:pt x="122513" y="66911"/>
                </a:lnTo>
                <a:lnTo>
                  <a:pt x="122545" y="66167"/>
                </a:lnTo>
                <a:lnTo>
                  <a:pt x="122556" y="65409"/>
                </a:lnTo>
                <a:lnTo>
                  <a:pt x="122547" y="64699"/>
                </a:lnTo>
                <a:lnTo>
                  <a:pt x="122519" y="64004"/>
                </a:lnTo>
                <a:lnTo>
                  <a:pt x="122473" y="63323"/>
                </a:lnTo>
                <a:lnTo>
                  <a:pt x="122408" y="62657"/>
                </a:lnTo>
                <a:lnTo>
                  <a:pt x="122325" y="62005"/>
                </a:lnTo>
                <a:lnTo>
                  <a:pt x="122223" y="61368"/>
                </a:lnTo>
                <a:lnTo>
                  <a:pt x="122102" y="60745"/>
                </a:lnTo>
                <a:lnTo>
                  <a:pt x="121963" y="60137"/>
                </a:lnTo>
                <a:lnTo>
                  <a:pt x="121806" y="59543"/>
                </a:lnTo>
                <a:lnTo>
                  <a:pt x="121630" y="58964"/>
                </a:lnTo>
                <a:lnTo>
                  <a:pt x="121435" y="58400"/>
                </a:lnTo>
                <a:lnTo>
                  <a:pt x="121222" y="57850"/>
                </a:lnTo>
                <a:lnTo>
                  <a:pt x="120991" y="57315"/>
                </a:lnTo>
                <a:lnTo>
                  <a:pt x="120741" y="56794"/>
                </a:lnTo>
                <a:lnTo>
                  <a:pt x="120472" y="56287"/>
                </a:lnTo>
                <a:lnTo>
                  <a:pt x="120185" y="55796"/>
                </a:lnTo>
                <a:lnTo>
                  <a:pt x="119879" y="55318"/>
                </a:lnTo>
                <a:lnTo>
                  <a:pt x="119555" y="54856"/>
                </a:lnTo>
                <a:lnTo>
                  <a:pt x="119212" y="54408"/>
                </a:lnTo>
                <a:lnTo>
                  <a:pt x="118851" y="53974"/>
                </a:lnTo>
                <a:lnTo>
                  <a:pt x="118471" y="53555"/>
                </a:lnTo>
                <a:lnTo>
                  <a:pt x="118073" y="53150"/>
                </a:lnTo>
                <a:lnTo>
                  <a:pt x="117656" y="52760"/>
                </a:lnTo>
                <a:lnTo>
                  <a:pt x="117221" y="52385"/>
                </a:lnTo>
                <a:lnTo>
                  <a:pt x="116766" y="52022"/>
                </a:lnTo>
                <a:lnTo>
                  <a:pt x="116291" y="51668"/>
                </a:lnTo>
                <a:lnTo>
                  <a:pt x="115795" y="51324"/>
                </a:lnTo>
                <a:lnTo>
                  <a:pt x="115278" y="50990"/>
                </a:lnTo>
                <a:lnTo>
                  <a:pt x="114741" y="50666"/>
                </a:lnTo>
                <a:lnTo>
                  <a:pt x="114184" y="50352"/>
                </a:lnTo>
                <a:lnTo>
                  <a:pt x="113606" y="50047"/>
                </a:lnTo>
                <a:lnTo>
                  <a:pt x="113007" y="49752"/>
                </a:lnTo>
                <a:lnTo>
                  <a:pt x="112388" y="49467"/>
                </a:lnTo>
                <a:lnTo>
                  <a:pt x="111748" y="49191"/>
                </a:lnTo>
                <a:lnTo>
                  <a:pt x="111088" y="48926"/>
                </a:lnTo>
                <a:lnTo>
                  <a:pt x="110408" y="48670"/>
                </a:lnTo>
                <a:lnTo>
                  <a:pt x="109706" y="48424"/>
                </a:lnTo>
                <a:lnTo>
                  <a:pt x="108985" y="48187"/>
                </a:lnTo>
                <a:lnTo>
                  <a:pt x="108243" y="47961"/>
                </a:lnTo>
                <a:lnTo>
                  <a:pt x="107480" y="47744"/>
                </a:lnTo>
                <a:lnTo>
                  <a:pt x="106696" y="47537"/>
                </a:lnTo>
                <a:lnTo>
                  <a:pt x="105893" y="47339"/>
                </a:lnTo>
                <a:lnTo>
                  <a:pt x="105068" y="47152"/>
                </a:lnTo>
                <a:lnTo>
                  <a:pt x="104223" y="46974"/>
                </a:lnTo>
                <a:lnTo>
                  <a:pt x="103358" y="46806"/>
                </a:lnTo>
                <a:lnTo>
                  <a:pt x="102472" y="46647"/>
                </a:lnTo>
                <a:lnTo>
                  <a:pt x="101566" y="46499"/>
                </a:lnTo>
                <a:lnTo>
                  <a:pt x="100639" y="46360"/>
                </a:lnTo>
                <a:lnTo>
                  <a:pt x="92491" y="45213"/>
                </a:lnTo>
                <a:lnTo>
                  <a:pt x="92132" y="45154"/>
                </a:lnTo>
                <a:lnTo>
                  <a:pt x="91781" y="45092"/>
                </a:lnTo>
                <a:lnTo>
                  <a:pt x="91439" y="45027"/>
                </a:lnTo>
                <a:lnTo>
                  <a:pt x="91105" y="44960"/>
                </a:lnTo>
                <a:lnTo>
                  <a:pt x="90779" y="44889"/>
                </a:lnTo>
                <a:lnTo>
                  <a:pt x="90462" y="44815"/>
                </a:lnTo>
                <a:lnTo>
                  <a:pt x="90153" y="44738"/>
                </a:lnTo>
                <a:lnTo>
                  <a:pt x="89852" y="44658"/>
                </a:lnTo>
                <a:lnTo>
                  <a:pt x="89560" y="44576"/>
                </a:lnTo>
                <a:lnTo>
                  <a:pt x="89276" y="44490"/>
                </a:lnTo>
                <a:lnTo>
                  <a:pt x="89000" y="44401"/>
                </a:lnTo>
                <a:lnTo>
                  <a:pt x="88733" y="44309"/>
                </a:lnTo>
                <a:lnTo>
                  <a:pt x="88474" y="44215"/>
                </a:lnTo>
                <a:lnTo>
                  <a:pt x="88224" y="44117"/>
                </a:lnTo>
                <a:lnTo>
                  <a:pt x="87982" y="44016"/>
                </a:lnTo>
                <a:lnTo>
                  <a:pt x="87748" y="43912"/>
                </a:lnTo>
                <a:lnTo>
                  <a:pt x="87523" y="43806"/>
                </a:lnTo>
                <a:lnTo>
                  <a:pt x="87306" y="43696"/>
                </a:lnTo>
                <a:lnTo>
                  <a:pt x="87097" y="43583"/>
                </a:lnTo>
                <a:lnTo>
                  <a:pt x="86897" y="43468"/>
                </a:lnTo>
                <a:lnTo>
                  <a:pt x="86705" y="43349"/>
                </a:lnTo>
                <a:lnTo>
                  <a:pt x="86521" y="43227"/>
                </a:lnTo>
                <a:lnTo>
                  <a:pt x="86346" y="43103"/>
                </a:lnTo>
                <a:lnTo>
                  <a:pt x="86179" y="42975"/>
                </a:lnTo>
                <a:lnTo>
                  <a:pt x="86020" y="42843"/>
                </a:lnTo>
                <a:lnTo>
                  <a:pt x="85867" y="42705"/>
                </a:lnTo>
                <a:lnTo>
                  <a:pt x="85722" y="42562"/>
                </a:lnTo>
                <a:lnTo>
                  <a:pt x="85583" y="42412"/>
                </a:lnTo>
                <a:lnTo>
                  <a:pt x="85451" y="42257"/>
                </a:lnTo>
                <a:lnTo>
                  <a:pt x="85325" y="42096"/>
                </a:lnTo>
                <a:lnTo>
                  <a:pt x="85207" y="41930"/>
                </a:lnTo>
                <a:lnTo>
                  <a:pt x="85095" y="41757"/>
                </a:lnTo>
                <a:lnTo>
                  <a:pt x="84990" y="41579"/>
                </a:lnTo>
                <a:lnTo>
                  <a:pt x="84892" y="41395"/>
                </a:lnTo>
                <a:lnTo>
                  <a:pt x="84801" y="41205"/>
                </a:lnTo>
                <a:lnTo>
                  <a:pt x="84716" y="41010"/>
                </a:lnTo>
                <a:lnTo>
                  <a:pt x="84638" y="40808"/>
                </a:lnTo>
                <a:lnTo>
                  <a:pt x="84567" y="40601"/>
                </a:lnTo>
                <a:lnTo>
                  <a:pt x="84503" y="40388"/>
                </a:lnTo>
                <a:lnTo>
                  <a:pt x="84445" y="40170"/>
                </a:lnTo>
                <a:lnTo>
                  <a:pt x="84394" y="39945"/>
                </a:lnTo>
                <a:lnTo>
                  <a:pt x="84350" y="39715"/>
                </a:lnTo>
                <a:lnTo>
                  <a:pt x="84313" y="39479"/>
                </a:lnTo>
                <a:lnTo>
                  <a:pt x="84282" y="39237"/>
                </a:lnTo>
                <a:lnTo>
                  <a:pt x="84259" y="38990"/>
                </a:lnTo>
                <a:lnTo>
                  <a:pt x="84242" y="38736"/>
                </a:lnTo>
                <a:lnTo>
                  <a:pt x="84232" y="38477"/>
                </a:lnTo>
                <a:lnTo>
                  <a:pt x="84228" y="38212"/>
                </a:lnTo>
                <a:lnTo>
                  <a:pt x="84232" y="37928"/>
                </a:lnTo>
                <a:lnTo>
                  <a:pt x="84244" y="37650"/>
                </a:lnTo>
                <a:lnTo>
                  <a:pt x="84263" y="37378"/>
                </a:lnTo>
                <a:lnTo>
                  <a:pt x="84290" y="37111"/>
                </a:lnTo>
                <a:lnTo>
                  <a:pt x="84325" y="36850"/>
                </a:lnTo>
                <a:lnTo>
                  <a:pt x="84368" y="36595"/>
                </a:lnTo>
                <a:lnTo>
                  <a:pt x="84419" y="36346"/>
                </a:lnTo>
                <a:lnTo>
                  <a:pt x="84477" y="36102"/>
                </a:lnTo>
                <a:lnTo>
                  <a:pt x="84543" y="35865"/>
                </a:lnTo>
                <a:lnTo>
                  <a:pt x="84617" y="35633"/>
                </a:lnTo>
                <a:lnTo>
                  <a:pt x="84698" y="35407"/>
                </a:lnTo>
                <a:lnTo>
                  <a:pt x="84788" y="35186"/>
                </a:lnTo>
                <a:lnTo>
                  <a:pt x="84885" y="34972"/>
                </a:lnTo>
                <a:lnTo>
                  <a:pt x="84990" y="34763"/>
                </a:lnTo>
                <a:lnTo>
                  <a:pt x="85102" y="34560"/>
                </a:lnTo>
                <a:lnTo>
                  <a:pt x="85223" y="34362"/>
                </a:lnTo>
                <a:lnTo>
                  <a:pt x="85351" y="34171"/>
                </a:lnTo>
                <a:lnTo>
                  <a:pt x="85487" y="33985"/>
                </a:lnTo>
                <a:lnTo>
                  <a:pt x="85631" y="33805"/>
                </a:lnTo>
                <a:lnTo>
                  <a:pt x="85782" y="33631"/>
                </a:lnTo>
                <a:lnTo>
                  <a:pt x="85942" y="33463"/>
                </a:lnTo>
                <a:lnTo>
                  <a:pt x="86109" y="33300"/>
                </a:lnTo>
                <a:lnTo>
                  <a:pt x="86283" y="33144"/>
                </a:lnTo>
                <a:lnTo>
                  <a:pt x="86466" y="32993"/>
                </a:lnTo>
                <a:lnTo>
                  <a:pt x="86657" y="32847"/>
                </a:lnTo>
                <a:lnTo>
                  <a:pt x="86858" y="32708"/>
                </a:lnTo>
                <a:lnTo>
                  <a:pt x="87068" y="32576"/>
                </a:lnTo>
                <a:lnTo>
                  <a:pt x="87287" y="32449"/>
                </a:lnTo>
                <a:lnTo>
                  <a:pt x="87515" y="32329"/>
                </a:lnTo>
                <a:lnTo>
                  <a:pt x="87753" y="32214"/>
                </a:lnTo>
                <a:lnTo>
                  <a:pt x="88001" y="32106"/>
                </a:lnTo>
                <a:lnTo>
                  <a:pt x="88258" y="32004"/>
                </a:lnTo>
                <a:lnTo>
                  <a:pt x="88524" y="31908"/>
                </a:lnTo>
                <a:lnTo>
                  <a:pt x="88799" y="31819"/>
                </a:lnTo>
                <a:lnTo>
                  <a:pt x="89084" y="31736"/>
                </a:lnTo>
                <a:lnTo>
                  <a:pt x="89378" y="31658"/>
                </a:lnTo>
                <a:lnTo>
                  <a:pt x="89681" y="31587"/>
                </a:lnTo>
                <a:lnTo>
                  <a:pt x="89994" y="31522"/>
                </a:lnTo>
                <a:lnTo>
                  <a:pt x="90317" y="31464"/>
                </a:lnTo>
                <a:lnTo>
                  <a:pt x="90648" y="31411"/>
                </a:lnTo>
                <a:lnTo>
                  <a:pt x="90989" y="31365"/>
                </a:lnTo>
                <a:lnTo>
                  <a:pt x="91340" y="31325"/>
                </a:lnTo>
                <a:lnTo>
                  <a:pt x="91699" y="31291"/>
                </a:lnTo>
                <a:lnTo>
                  <a:pt x="92068" y="31263"/>
                </a:lnTo>
                <a:lnTo>
                  <a:pt x="92447" y="31241"/>
                </a:lnTo>
                <a:lnTo>
                  <a:pt x="92835" y="31226"/>
                </a:lnTo>
                <a:lnTo>
                  <a:pt x="93232" y="31217"/>
                </a:lnTo>
                <a:lnTo>
                  <a:pt x="93638" y="31214"/>
                </a:lnTo>
                <a:lnTo>
                  <a:pt x="98000" y="31214"/>
                </a:lnTo>
                <a:lnTo>
                  <a:pt x="98332" y="31216"/>
                </a:lnTo>
                <a:lnTo>
                  <a:pt x="98658" y="31225"/>
                </a:lnTo>
                <a:lnTo>
                  <a:pt x="98980" y="31239"/>
                </a:lnTo>
                <a:lnTo>
                  <a:pt x="99295" y="31258"/>
                </a:lnTo>
                <a:lnTo>
                  <a:pt x="99606" y="31283"/>
                </a:lnTo>
                <a:lnTo>
                  <a:pt x="99911" y="31314"/>
                </a:lnTo>
                <a:lnTo>
                  <a:pt x="100210" y="31350"/>
                </a:lnTo>
                <a:lnTo>
                  <a:pt x="100505" y="31392"/>
                </a:lnTo>
                <a:lnTo>
                  <a:pt x="100794" y="31440"/>
                </a:lnTo>
                <a:lnTo>
                  <a:pt x="101077" y="31493"/>
                </a:lnTo>
                <a:lnTo>
                  <a:pt x="101355" y="31551"/>
                </a:lnTo>
                <a:lnTo>
                  <a:pt x="101628" y="31615"/>
                </a:lnTo>
                <a:lnTo>
                  <a:pt x="101895" y="31685"/>
                </a:lnTo>
                <a:lnTo>
                  <a:pt x="102157" y="31761"/>
                </a:lnTo>
                <a:lnTo>
                  <a:pt x="102414" y="31841"/>
                </a:lnTo>
                <a:lnTo>
                  <a:pt x="102665" y="31928"/>
                </a:lnTo>
                <a:lnTo>
                  <a:pt x="102911" y="32020"/>
                </a:lnTo>
                <a:lnTo>
                  <a:pt x="103152" y="32118"/>
                </a:lnTo>
                <a:lnTo>
                  <a:pt x="103387" y="32221"/>
                </a:lnTo>
                <a:lnTo>
                  <a:pt x="103617" y="32330"/>
                </a:lnTo>
                <a:lnTo>
                  <a:pt x="103841" y="32444"/>
                </a:lnTo>
                <a:lnTo>
                  <a:pt x="104060" y="32564"/>
                </a:lnTo>
                <a:lnTo>
                  <a:pt x="104274" y="32690"/>
                </a:lnTo>
                <a:lnTo>
                  <a:pt x="104482" y="32821"/>
                </a:lnTo>
                <a:lnTo>
                  <a:pt x="104684" y="32956"/>
                </a:lnTo>
                <a:lnTo>
                  <a:pt x="104879" y="33095"/>
                </a:lnTo>
                <a:lnTo>
                  <a:pt x="105066" y="33237"/>
                </a:lnTo>
                <a:lnTo>
                  <a:pt x="105246" y="33382"/>
                </a:lnTo>
                <a:lnTo>
                  <a:pt x="105418" y="33530"/>
                </a:lnTo>
                <a:lnTo>
                  <a:pt x="105583" y="33681"/>
                </a:lnTo>
                <a:lnTo>
                  <a:pt x="105741" y="33836"/>
                </a:lnTo>
                <a:lnTo>
                  <a:pt x="105891" y="33993"/>
                </a:lnTo>
                <a:lnTo>
                  <a:pt x="106034" y="34154"/>
                </a:lnTo>
                <a:lnTo>
                  <a:pt x="106170" y="34318"/>
                </a:lnTo>
                <a:lnTo>
                  <a:pt x="106298" y="34486"/>
                </a:lnTo>
                <a:lnTo>
                  <a:pt x="106419" y="34656"/>
                </a:lnTo>
                <a:lnTo>
                  <a:pt x="106532" y="34830"/>
                </a:lnTo>
                <a:lnTo>
                  <a:pt x="106638" y="35006"/>
                </a:lnTo>
                <a:lnTo>
                  <a:pt x="106737" y="35186"/>
                </a:lnTo>
                <a:lnTo>
                  <a:pt x="106829" y="35370"/>
                </a:lnTo>
                <a:lnTo>
                  <a:pt x="106913" y="35556"/>
                </a:lnTo>
                <a:lnTo>
                  <a:pt x="106989" y="35746"/>
                </a:lnTo>
                <a:lnTo>
                  <a:pt x="107058" y="35938"/>
                </a:lnTo>
                <a:lnTo>
                  <a:pt x="107120" y="36134"/>
                </a:lnTo>
                <a:lnTo>
                  <a:pt x="107175" y="36333"/>
                </a:lnTo>
                <a:lnTo>
                  <a:pt x="107222" y="36536"/>
                </a:lnTo>
                <a:lnTo>
                  <a:pt x="107262" y="36741"/>
                </a:lnTo>
                <a:lnTo>
                  <a:pt x="107294" y="36950"/>
                </a:lnTo>
                <a:lnTo>
                  <a:pt x="121639" y="36950"/>
                </a:lnTo>
                <a:lnTo>
                  <a:pt x="121590" y="36296"/>
                </a:lnTo>
                <a:lnTo>
                  <a:pt x="121522" y="35652"/>
                </a:lnTo>
                <a:lnTo>
                  <a:pt x="121432" y="35021"/>
                </a:lnTo>
                <a:lnTo>
                  <a:pt x="121323" y="34400"/>
                </a:lnTo>
                <a:lnTo>
                  <a:pt x="121193" y="33790"/>
                </a:lnTo>
                <a:lnTo>
                  <a:pt x="121043" y="33192"/>
                </a:lnTo>
                <a:lnTo>
                  <a:pt x="120873" y="32604"/>
                </a:lnTo>
                <a:lnTo>
                  <a:pt x="120682" y="32028"/>
                </a:lnTo>
                <a:lnTo>
                  <a:pt x="120471" y="31463"/>
                </a:lnTo>
                <a:lnTo>
                  <a:pt x="120240" y="30909"/>
                </a:lnTo>
                <a:lnTo>
                  <a:pt x="119988" y="30367"/>
                </a:lnTo>
                <a:lnTo>
                  <a:pt x="119716" y="29835"/>
                </a:lnTo>
                <a:lnTo>
                  <a:pt x="119424" y="29315"/>
                </a:lnTo>
                <a:lnTo>
                  <a:pt x="119112" y="28805"/>
                </a:lnTo>
                <a:lnTo>
                  <a:pt x="118779" y="28307"/>
                </a:lnTo>
                <a:lnTo>
                  <a:pt x="118425" y="27820"/>
                </a:lnTo>
                <a:lnTo>
                  <a:pt x="118052" y="27345"/>
                </a:lnTo>
                <a:lnTo>
                  <a:pt x="117658" y="26880"/>
                </a:lnTo>
                <a:lnTo>
                  <a:pt x="117244" y="26427"/>
                </a:lnTo>
                <a:lnTo>
                  <a:pt x="116809" y="25984"/>
                </a:lnTo>
                <a:lnTo>
                  <a:pt x="116354" y="25553"/>
                </a:lnTo>
                <a:lnTo>
                  <a:pt x="115879" y="25133"/>
                </a:lnTo>
                <a:lnTo>
                  <a:pt x="115383" y="24724"/>
                </a:lnTo>
                <a:lnTo>
                  <a:pt x="114867" y="24327"/>
                </a:lnTo>
                <a:lnTo>
                  <a:pt x="114334" y="23943"/>
                </a:lnTo>
                <a:lnTo>
                  <a:pt x="113786" y="23575"/>
                </a:lnTo>
                <a:lnTo>
                  <a:pt x="113223" y="23224"/>
                </a:lnTo>
                <a:lnTo>
                  <a:pt x="112646" y="22889"/>
                </a:lnTo>
                <a:lnTo>
                  <a:pt x="112054" y="22571"/>
                </a:lnTo>
                <a:lnTo>
                  <a:pt x="111447" y="22268"/>
                </a:lnTo>
                <a:lnTo>
                  <a:pt x="110825" y="21982"/>
                </a:lnTo>
                <a:lnTo>
                  <a:pt x="110189" y="21713"/>
                </a:lnTo>
                <a:lnTo>
                  <a:pt x="109537" y="21460"/>
                </a:lnTo>
                <a:lnTo>
                  <a:pt x="108871" y="21223"/>
                </a:lnTo>
                <a:lnTo>
                  <a:pt x="108191" y="21002"/>
                </a:lnTo>
                <a:lnTo>
                  <a:pt x="107495" y="20798"/>
                </a:lnTo>
                <a:lnTo>
                  <a:pt x="106785" y="20610"/>
                </a:lnTo>
                <a:lnTo>
                  <a:pt x="106060" y="20439"/>
                </a:lnTo>
                <a:lnTo>
                  <a:pt x="105320" y="20283"/>
                </a:lnTo>
                <a:lnTo>
                  <a:pt x="104566" y="20145"/>
                </a:lnTo>
                <a:lnTo>
                  <a:pt x="103797" y="20022"/>
                </a:lnTo>
                <a:lnTo>
                  <a:pt x="103013" y="19916"/>
                </a:lnTo>
                <a:lnTo>
                  <a:pt x="102214" y="19826"/>
                </a:lnTo>
                <a:lnTo>
                  <a:pt x="101401" y="19753"/>
                </a:lnTo>
                <a:lnTo>
                  <a:pt x="100573" y="19695"/>
                </a:lnTo>
                <a:lnTo>
                  <a:pt x="99730" y="19655"/>
                </a:lnTo>
                <a:lnTo>
                  <a:pt x="98872" y="19630"/>
                </a:lnTo>
                <a:lnTo>
                  <a:pt x="98000" y="19622"/>
                </a:lnTo>
                <a:lnTo>
                  <a:pt x="93638" y="19622"/>
                </a:lnTo>
                <a:lnTo>
                  <a:pt x="92682" y="19630"/>
                </a:lnTo>
                <a:lnTo>
                  <a:pt x="91746" y="19656"/>
                </a:lnTo>
                <a:lnTo>
                  <a:pt x="90829" y="19698"/>
                </a:lnTo>
                <a:lnTo>
                  <a:pt x="89931" y="19757"/>
                </a:lnTo>
                <a:lnTo>
                  <a:pt x="89053" y="19834"/>
                </a:lnTo>
                <a:lnTo>
                  <a:pt x="88195" y="19927"/>
                </a:lnTo>
                <a:lnTo>
                  <a:pt x="87356" y="20037"/>
                </a:lnTo>
                <a:lnTo>
                  <a:pt x="86536" y="20164"/>
                </a:lnTo>
                <a:lnTo>
                  <a:pt x="85736" y="20308"/>
                </a:lnTo>
                <a:lnTo>
                  <a:pt x="84956" y="20469"/>
                </a:lnTo>
                <a:lnTo>
                  <a:pt x="84195" y="20647"/>
                </a:lnTo>
                <a:lnTo>
                  <a:pt x="83454" y="20841"/>
                </a:lnTo>
                <a:lnTo>
                  <a:pt x="82732" y="21053"/>
                </a:lnTo>
                <a:lnTo>
                  <a:pt x="82030" y="21282"/>
                </a:lnTo>
                <a:lnTo>
                  <a:pt x="81347" y="21527"/>
                </a:lnTo>
                <a:lnTo>
                  <a:pt x="80684" y="21790"/>
                </a:lnTo>
                <a:lnTo>
                  <a:pt x="80040" y="22069"/>
                </a:lnTo>
                <a:lnTo>
                  <a:pt x="79416" y="22366"/>
                </a:lnTo>
                <a:lnTo>
                  <a:pt x="78811" y="22679"/>
                </a:lnTo>
                <a:lnTo>
                  <a:pt x="78226" y="23010"/>
                </a:lnTo>
                <a:lnTo>
                  <a:pt x="77660" y="23357"/>
                </a:lnTo>
                <a:lnTo>
                  <a:pt x="77114" y="23721"/>
                </a:lnTo>
                <a:lnTo>
                  <a:pt x="76588" y="24102"/>
                </a:lnTo>
                <a:lnTo>
                  <a:pt x="76081" y="24500"/>
                </a:lnTo>
                <a:lnTo>
                  <a:pt x="75594" y="24913"/>
                </a:lnTo>
                <a:lnTo>
                  <a:pt x="75128" y="25340"/>
                </a:lnTo>
                <a:lnTo>
                  <a:pt x="74682" y="25781"/>
                </a:lnTo>
                <a:lnTo>
                  <a:pt x="74257" y="26236"/>
                </a:lnTo>
                <a:lnTo>
                  <a:pt x="73853" y="26704"/>
                </a:lnTo>
                <a:lnTo>
                  <a:pt x="73470" y="27186"/>
                </a:lnTo>
                <a:lnTo>
                  <a:pt x="73107" y="27682"/>
                </a:lnTo>
                <a:lnTo>
                  <a:pt x="72766" y="28191"/>
                </a:lnTo>
                <a:lnTo>
                  <a:pt x="72444" y="28714"/>
                </a:lnTo>
                <a:lnTo>
                  <a:pt x="72144" y="29251"/>
                </a:lnTo>
                <a:lnTo>
                  <a:pt x="71864" y="29802"/>
                </a:lnTo>
                <a:lnTo>
                  <a:pt x="71605" y="30366"/>
                </a:lnTo>
                <a:lnTo>
                  <a:pt x="71367" y="30945"/>
                </a:lnTo>
                <a:lnTo>
                  <a:pt x="71149" y="31537"/>
                </a:lnTo>
                <a:lnTo>
                  <a:pt x="70953" y="32142"/>
                </a:lnTo>
                <a:lnTo>
                  <a:pt x="70776" y="32762"/>
                </a:lnTo>
                <a:lnTo>
                  <a:pt x="70621" y="33395"/>
                </a:lnTo>
                <a:lnTo>
                  <a:pt x="70486" y="34042"/>
                </a:lnTo>
                <a:lnTo>
                  <a:pt x="70372" y="34703"/>
                </a:lnTo>
                <a:lnTo>
                  <a:pt x="70279" y="35377"/>
                </a:lnTo>
                <a:lnTo>
                  <a:pt x="70207" y="36065"/>
                </a:lnTo>
                <a:lnTo>
                  <a:pt x="70155" y="36767"/>
                </a:lnTo>
                <a:lnTo>
                  <a:pt x="70124" y="37483"/>
                </a:lnTo>
                <a:lnTo>
                  <a:pt x="70113" y="38212"/>
                </a:lnTo>
                <a:lnTo>
                  <a:pt x="70122" y="38913"/>
                </a:lnTo>
                <a:lnTo>
                  <a:pt x="70148" y="39598"/>
                </a:lnTo>
                <a:lnTo>
                  <a:pt x="70192" y="40269"/>
                </a:lnTo>
                <a:lnTo>
                  <a:pt x="70254" y="40925"/>
                </a:lnTo>
                <a:lnTo>
                  <a:pt x="70333" y="41567"/>
                </a:lnTo>
                <a:lnTo>
                  <a:pt x="70429" y="42193"/>
                </a:lnTo>
                <a:lnTo>
                  <a:pt x="70543" y="42805"/>
                </a:lnTo>
                <a:lnTo>
                  <a:pt x="70674" y="43402"/>
                </a:lnTo>
                <a:lnTo>
                  <a:pt x="70823" y="43985"/>
                </a:lnTo>
                <a:lnTo>
                  <a:pt x="70990" y="44552"/>
                </a:lnTo>
                <a:lnTo>
                  <a:pt x="71174" y="45105"/>
                </a:lnTo>
                <a:lnTo>
                  <a:pt x="71376" y="45643"/>
                </a:lnTo>
                <a:lnTo>
                  <a:pt x="71595" y="46167"/>
                </a:lnTo>
                <a:lnTo>
                  <a:pt x="71832" y="46675"/>
                </a:lnTo>
                <a:lnTo>
                  <a:pt x="72086" y="47169"/>
                </a:lnTo>
                <a:lnTo>
                  <a:pt x="72358" y="47648"/>
                </a:lnTo>
                <a:lnTo>
                  <a:pt x="72647" y="48113"/>
                </a:lnTo>
                <a:lnTo>
                  <a:pt x="72954" y="48562"/>
                </a:lnTo>
                <a:lnTo>
                  <a:pt x="73278" y="48997"/>
                </a:lnTo>
                <a:lnTo>
                  <a:pt x="73620" y="49418"/>
                </a:lnTo>
                <a:lnTo>
                  <a:pt x="73980" y="49823"/>
                </a:lnTo>
                <a:lnTo>
                  <a:pt x="74357" y="50214"/>
                </a:lnTo>
                <a:lnTo>
                  <a:pt x="74751" y="50590"/>
                </a:lnTo>
                <a:lnTo>
                  <a:pt x="75163" y="50951"/>
                </a:lnTo>
                <a:lnTo>
                  <a:pt x="75594" y="51300"/>
                </a:lnTo>
                <a:lnTo>
                  <a:pt x="76045" y="51640"/>
                </a:lnTo>
                <a:lnTo>
                  <a:pt x="76515" y="51969"/>
                </a:lnTo>
                <a:lnTo>
                  <a:pt x="77006" y="52290"/>
                </a:lnTo>
                <a:lnTo>
                  <a:pt x="77516" y="52601"/>
                </a:lnTo>
                <a:lnTo>
                  <a:pt x="78047" y="52902"/>
                </a:lnTo>
                <a:lnTo>
                  <a:pt x="78597" y="53194"/>
                </a:lnTo>
                <a:lnTo>
                  <a:pt x="79167" y="53476"/>
                </a:lnTo>
                <a:lnTo>
                  <a:pt x="79757" y="53748"/>
                </a:lnTo>
                <a:lnTo>
                  <a:pt x="80367" y="54011"/>
                </a:lnTo>
                <a:lnTo>
                  <a:pt x="80997" y="54265"/>
                </a:lnTo>
                <a:lnTo>
                  <a:pt x="81647" y="54509"/>
                </a:lnTo>
                <a:lnTo>
                  <a:pt x="82317" y="54743"/>
                </a:lnTo>
                <a:lnTo>
                  <a:pt x="83007" y="54968"/>
                </a:lnTo>
                <a:lnTo>
                  <a:pt x="83716" y="55183"/>
                </a:lnTo>
                <a:lnTo>
                  <a:pt x="84446" y="55388"/>
                </a:lnTo>
                <a:lnTo>
                  <a:pt x="85195" y="55584"/>
                </a:lnTo>
                <a:lnTo>
                  <a:pt x="85965" y="55771"/>
                </a:lnTo>
                <a:lnTo>
                  <a:pt x="86754" y="55948"/>
                </a:lnTo>
                <a:lnTo>
                  <a:pt x="87563" y="56115"/>
                </a:lnTo>
                <a:lnTo>
                  <a:pt x="88392" y="56273"/>
                </a:lnTo>
                <a:lnTo>
                  <a:pt x="89242" y="56421"/>
                </a:lnTo>
                <a:lnTo>
                  <a:pt x="90111" y="56560"/>
                </a:lnTo>
                <a:lnTo>
                  <a:pt x="90999" y="56689"/>
                </a:lnTo>
                <a:lnTo>
                  <a:pt x="98802" y="57836"/>
                </a:lnTo>
                <a:lnTo>
                  <a:pt x="99209" y="57886"/>
                </a:lnTo>
                <a:lnTo>
                  <a:pt x="99606" y="57941"/>
                </a:lnTo>
                <a:lnTo>
                  <a:pt x="99995" y="58000"/>
                </a:lnTo>
                <a:lnTo>
                  <a:pt x="100375" y="58064"/>
                </a:lnTo>
                <a:lnTo>
                  <a:pt x="100746" y="58132"/>
                </a:lnTo>
                <a:lnTo>
                  <a:pt x="101108" y="58206"/>
                </a:lnTo>
                <a:lnTo>
                  <a:pt x="101461" y="58283"/>
                </a:lnTo>
                <a:lnTo>
                  <a:pt x="101805" y="58365"/>
                </a:lnTo>
                <a:lnTo>
                  <a:pt x="102139" y="58452"/>
                </a:lnTo>
                <a:lnTo>
                  <a:pt x="102465" y="58543"/>
                </a:lnTo>
                <a:lnTo>
                  <a:pt x="102783" y="58639"/>
                </a:lnTo>
                <a:lnTo>
                  <a:pt x="103091" y="58740"/>
                </a:lnTo>
                <a:lnTo>
                  <a:pt x="103390" y="58845"/>
                </a:lnTo>
                <a:lnTo>
                  <a:pt x="103680" y="58955"/>
                </a:lnTo>
                <a:lnTo>
                  <a:pt x="103961" y="59069"/>
                </a:lnTo>
                <a:lnTo>
                  <a:pt x="104233" y="59188"/>
                </a:lnTo>
                <a:lnTo>
                  <a:pt x="104496" y="59311"/>
                </a:lnTo>
                <a:lnTo>
                  <a:pt x="104751" y="59439"/>
                </a:lnTo>
                <a:lnTo>
                  <a:pt x="104996" y="59572"/>
                </a:lnTo>
                <a:lnTo>
                  <a:pt x="105232" y="59709"/>
                </a:lnTo>
                <a:lnTo>
                  <a:pt x="105460" y="59850"/>
                </a:lnTo>
                <a:lnTo>
                  <a:pt x="105678" y="59997"/>
                </a:lnTo>
                <a:lnTo>
                  <a:pt x="105887" y="60148"/>
                </a:lnTo>
                <a:lnTo>
                  <a:pt x="106088" y="60303"/>
                </a:lnTo>
                <a:lnTo>
                  <a:pt x="106280" y="60463"/>
                </a:lnTo>
                <a:lnTo>
                  <a:pt x="106464" y="60629"/>
                </a:lnTo>
                <a:lnTo>
                  <a:pt x="106639" y="60799"/>
                </a:lnTo>
                <a:lnTo>
                  <a:pt x="106807" y="60974"/>
                </a:lnTo>
                <a:lnTo>
                  <a:pt x="106966" y="61154"/>
                </a:lnTo>
                <a:lnTo>
                  <a:pt x="107117" y="61339"/>
                </a:lnTo>
                <a:lnTo>
                  <a:pt x="107260" y="61529"/>
                </a:lnTo>
                <a:lnTo>
                  <a:pt x="107395" y="61725"/>
                </a:lnTo>
                <a:lnTo>
                  <a:pt x="107522" y="61925"/>
                </a:lnTo>
                <a:lnTo>
                  <a:pt x="107640" y="62130"/>
                </a:lnTo>
                <a:lnTo>
                  <a:pt x="107751" y="62340"/>
                </a:lnTo>
                <a:lnTo>
                  <a:pt x="107853" y="62555"/>
                </a:lnTo>
                <a:lnTo>
                  <a:pt x="107947" y="62775"/>
                </a:lnTo>
                <a:lnTo>
                  <a:pt x="108033" y="63000"/>
                </a:lnTo>
                <a:lnTo>
                  <a:pt x="108110" y="63230"/>
                </a:lnTo>
                <a:lnTo>
                  <a:pt x="108180" y="63465"/>
                </a:lnTo>
                <a:lnTo>
                  <a:pt x="108241" y="63705"/>
                </a:lnTo>
                <a:lnTo>
                  <a:pt x="108294" y="63950"/>
                </a:lnTo>
                <a:lnTo>
                  <a:pt x="108339" y="64200"/>
                </a:lnTo>
                <a:lnTo>
                  <a:pt x="108376" y="64455"/>
                </a:lnTo>
                <a:lnTo>
                  <a:pt x="108404" y="64715"/>
                </a:lnTo>
                <a:lnTo>
                  <a:pt x="108425" y="64980"/>
                </a:lnTo>
                <a:lnTo>
                  <a:pt x="108437" y="65250"/>
                </a:lnTo>
                <a:lnTo>
                  <a:pt x="108441" y="65525"/>
                </a:lnTo>
                <a:lnTo>
                  <a:pt x="108437" y="65818"/>
                </a:lnTo>
                <a:lnTo>
                  <a:pt x="108423" y="66107"/>
                </a:lnTo>
                <a:lnTo>
                  <a:pt x="108400" y="66390"/>
                </a:lnTo>
                <a:lnTo>
                  <a:pt x="108368" y="66669"/>
                </a:lnTo>
                <a:lnTo>
                  <a:pt x="108327" y="66942"/>
                </a:lnTo>
                <a:lnTo>
                  <a:pt x="108276" y="67210"/>
                </a:lnTo>
                <a:lnTo>
                  <a:pt x="108217" y="67472"/>
                </a:lnTo>
                <a:lnTo>
                  <a:pt x="108148" y="67730"/>
                </a:lnTo>
                <a:lnTo>
                  <a:pt x="108070" y="67982"/>
                </a:lnTo>
                <a:lnTo>
                  <a:pt x="107983" y="68230"/>
                </a:lnTo>
                <a:lnTo>
                  <a:pt x="107887" y="68472"/>
                </a:lnTo>
                <a:lnTo>
                  <a:pt x="107782" y="68708"/>
                </a:lnTo>
                <a:lnTo>
                  <a:pt x="107667" y="68940"/>
                </a:lnTo>
                <a:lnTo>
                  <a:pt x="107543" y="69167"/>
                </a:lnTo>
                <a:lnTo>
                  <a:pt x="107410" y="69388"/>
                </a:lnTo>
                <a:lnTo>
                  <a:pt x="107268" y="69604"/>
                </a:lnTo>
                <a:lnTo>
                  <a:pt x="107117" y="69815"/>
                </a:lnTo>
                <a:lnTo>
                  <a:pt x="106957" y="70021"/>
                </a:lnTo>
                <a:lnTo>
                  <a:pt x="106787" y="70222"/>
                </a:lnTo>
                <a:lnTo>
                  <a:pt x="106609" y="70417"/>
                </a:lnTo>
                <a:lnTo>
                  <a:pt x="106421" y="70607"/>
                </a:lnTo>
                <a:lnTo>
                  <a:pt x="106224" y="70792"/>
                </a:lnTo>
                <a:lnTo>
                  <a:pt x="106018" y="70972"/>
                </a:lnTo>
                <a:lnTo>
                  <a:pt x="105802" y="71147"/>
                </a:lnTo>
                <a:lnTo>
                  <a:pt x="105578" y="71316"/>
                </a:lnTo>
                <a:lnTo>
                  <a:pt x="105344" y="71477"/>
                </a:lnTo>
                <a:lnTo>
                  <a:pt x="105102" y="71631"/>
                </a:lnTo>
                <a:lnTo>
                  <a:pt x="104850" y="71778"/>
                </a:lnTo>
                <a:lnTo>
                  <a:pt x="104588" y="71918"/>
                </a:lnTo>
                <a:lnTo>
                  <a:pt x="104318" y="72051"/>
                </a:lnTo>
                <a:lnTo>
                  <a:pt x="104039" y="72177"/>
                </a:lnTo>
                <a:lnTo>
                  <a:pt x="103750" y="72295"/>
                </a:lnTo>
                <a:lnTo>
                  <a:pt x="103452" y="72406"/>
                </a:lnTo>
                <a:lnTo>
                  <a:pt x="103145" y="72510"/>
                </a:lnTo>
                <a:lnTo>
                  <a:pt x="102829" y="72607"/>
                </a:lnTo>
                <a:lnTo>
                  <a:pt x="102504" y="72697"/>
                </a:lnTo>
                <a:lnTo>
                  <a:pt x="102169" y="72779"/>
                </a:lnTo>
                <a:lnTo>
                  <a:pt x="101825" y="72855"/>
                </a:lnTo>
                <a:lnTo>
                  <a:pt x="101473" y="72923"/>
                </a:lnTo>
                <a:lnTo>
                  <a:pt x="101111" y="72984"/>
                </a:lnTo>
                <a:lnTo>
                  <a:pt x="100739" y="73038"/>
                </a:lnTo>
                <a:lnTo>
                  <a:pt x="100359" y="73084"/>
                </a:lnTo>
                <a:lnTo>
                  <a:pt x="99969" y="73124"/>
                </a:lnTo>
                <a:lnTo>
                  <a:pt x="99571" y="73156"/>
                </a:lnTo>
                <a:lnTo>
                  <a:pt x="99163" y="73181"/>
                </a:lnTo>
                <a:lnTo>
                  <a:pt x="98746" y="73199"/>
                </a:lnTo>
                <a:lnTo>
                  <a:pt x="98320" y="73210"/>
                </a:lnTo>
                <a:lnTo>
                  <a:pt x="97884" y="73213"/>
                </a:lnTo>
                <a:lnTo>
                  <a:pt x="92836" y="73213"/>
                </a:lnTo>
                <a:lnTo>
                  <a:pt x="92476" y="73210"/>
                </a:lnTo>
                <a:lnTo>
                  <a:pt x="92121" y="73201"/>
                </a:lnTo>
                <a:lnTo>
                  <a:pt x="91772" y="73185"/>
                </a:lnTo>
                <a:lnTo>
                  <a:pt x="91429" y="73162"/>
                </a:lnTo>
                <a:lnTo>
                  <a:pt x="91091" y="73134"/>
                </a:lnTo>
                <a:lnTo>
                  <a:pt x="90759" y="73099"/>
                </a:lnTo>
                <a:lnTo>
                  <a:pt x="90434" y="73057"/>
                </a:lnTo>
                <a:lnTo>
                  <a:pt x="90113" y="73009"/>
                </a:lnTo>
                <a:lnTo>
                  <a:pt x="89799" y="72955"/>
                </a:lnTo>
                <a:lnTo>
                  <a:pt x="89491" y="72895"/>
                </a:lnTo>
                <a:lnTo>
                  <a:pt x="89188" y="72828"/>
                </a:lnTo>
                <a:lnTo>
                  <a:pt x="88891" y="72755"/>
                </a:lnTo>
                <a:lnTo>
                  <a:pt x="88600" y="72675"/>
                </a:lnTo>
                <a:lnTo>
                  <a:pt x="88314" y="72589"/>
                </a:lnTo>
                <a:lnTo>
                  <a:pt x="88034" y="72496"/>
                </a:lnTo>
                <a:lnTo>
                  <a:pt x="87761" y="72398"/>
                </a:lnTo>
                <a:lnTo>
                  <a:pt x="87493" y="72293"/>
                </a:lnTo>
                <a:lnTo>
                  <a:pt x="87230" y="72181"/>
                </a:lnTo>
                <a:lnTo>
                  <a:pt x="86974" y="72063"/>
                </a:lnTo>
                <a:lnTo>
                  <a:pt x="86723" y="71939"/>
                </a:lnTo>
                <a:lnTo>
                  <a:pt x="86478" y="71808"/>
                </a:lnTo>
                <a:lnTo>
                  <a:pt x="86239" y="71671"/>
                </a:lnTo>
                <a:lnTo>
                  <a:pt x="86005" y="71528"/>
                </a:lnTo>
                <a:lnTo>
                  <a:pt x="85778" y="71378"/>
                </a:lnTo>
                <a:lnTo>
                  <a:pt x="85557" y="71223"/>
                </a:lnTo>
                <a:lnTo>
                  <a:pt x="85346" y="71064"/>
                </a:lnTo>
                <a:lnTo>
                  <a:pt x="85142" y="70901"/>
                </a:lnTo>
                <a:lnTo>
                  <a:pt x="84948" y="70734"/>
                </a:lnTo>
                <a:lnTo>
                  <a:pt x="84761" y="70563"/>
                </a:lnTo>
                <a:lnTo>
                  <a:pt x="84584" y="70388"/>
                </a:lnTo>
                <a:lnTo>
                  <a:pt x="84415" y="70209"/>
                </a:lnTo>
                <a:lnTo>
                  <a:pt x="84254" y="70026"/>
                </a:lnTo>
                <a:lnTo>
                  <a:pt x="84102" y="69839"/>
                </a:lnTo>
                <a:lnTo>
                  <a:pt x="83959" y="69648"/>
                </a:lnTo>
                <a:lnTo>
                  <a:pt x="83824" y="69454"/>
                </a:lnTo>
                <a:lnTo>
                  <a:pt x="83698" y="69255"/>
                </a:lnTo>
                <a:lnTo>
                  <a:pt x="83580" y="69052"/>
                </a:lnTo>
                <a:lnTo>
                  <a:pt x="83471" y="68845"/>
                </a:lnTo>
                <a:lnTo>
                  <a:pt x="83371" y="68634"/>
                </a:lnTo>
                <a:lnTo>
                  <a:pt x="83279" y="68419"/>
                </a:lnTo>
                <a:lnTo>
                  <a:pt x="83196" y="68201"/>
                </a:lnTo>
                <a:lnTo>
                  <a:pt x="83121" y="67978"/>
                </a:lnTo>
                <a:lnTo>
                  <a:pt x="83055" y="67751"/>
                </a:lnTo>
                <a:lnTo>
                  <a:pt x="82997" y="67520"/>
                </a:lnTo>
                <a:lnTo>
                  <a:pt x="82948" y="67286"/>
                </a:lnTo>
                <a:lnTo>
                  <a:pt x="82907" y="67047"/>
                </a:lnTo>
                <a:lnTo>
                  <a:pt x="82875" y="66804"/>
                </a:lnTo>
                <a:lnTo>
                  <a:pt x="82852" y="66558"/>
                </a:lnTo>
                <a:lnTo>
                  <a:pt x="68508" y="66558"/>
                </a:lnTo>
                <a:lnTo>
                  <a:pt x="68532" y="67014"/>
                </a:lnTo>
                <a:lnTo>
                  <a:pt x="68565" y="67466"/>
                </a:lnTo>
                <a:lnTo>
                  <a:pt x="68609" y="67912"/>
                </a:lnTo>
                <a:lnTo>
                  <a:pt x="68662" y="68354"/>
                </a:lnTo>
                <a:lnTo>
                  <a:pt x="68725" y="68790"/>
                </a:lnTo>
                <a:lnTo>
                  <a:pt x="68798" y="69222"/>
                </a:lnTo>
                <a:lnTo>
                  <a:pt x="68881" y="69648"/>
                </a:lnTo>
                <a:lnTo>
                  <a:pt x="68973" y="70070"/>
                </a:lnTo>
                <a:lnTo>
                  <a:pt x="69075" y="70487"/>
                </a:lnTo>
                <a:lnTo>
                  <a:pt x="69187" y="70898"/>
                </a:lnTo>
                <a:lnTo>
                  <a:pt x="69308" y="71305"/>
                </a:lnTo>
                <a:lnTo>
                  <a:pt x="69440" y="71707"/>
                </a:lnTo>
                <a:lnTo>
                  <a:pt x="69581" y="72103"/>
                </a:lnTo>
                <a:lnTo>
                  <a:pt x="69732" y="72495"/>
                </a:lnTo>
                <a:lnTo>
                  <a:pt x="69892" y="72882"/>
                </a:lnTo>
                <a:lnTo>
                  <a:pt x="70063" y="73264"/>
                </a:lnTo>
                <a:lnTo>
                  <a:pt x="70243" y="73641"/>
                </a:lnTo>
                <a:lnTo>
                  <a:pt x="70433" y="74012"/>
                </a:lnTo>
                <a:lnTo>
                  <a:pt x="70632" y="74379"/>
                </a:lnTo>
                <a:lnTo>
                  <a:pt x="70842" y="74741"/>
                </a:lnTo>
                <a:lnTo>
                  <a:pt x="71061" y="75098"/>
                </a:lnTo>
                <a:lnTo>
                  <a:pt x="71290" y="75450"/>
                </a:lnTo>
                <a:lnTo>
                  <a:pt x="71528" y="75797"/>
                </a:lnTo>
                <a:lnTo>
                  <a:pt x="71777" y="76139"/>
                </a:lnTo>
                <a:lnTo>
                  <a:pt x="72034" y="76476"/>
                </a:lnTo>
                <a:lnTo>
                  <a:pt x="72300" y="76806"/>
                </a:lnTo>
                <a:lnTo>
                  <a:pt x="72574" y="77130"/>
                </a:lnTo>
                <a:lnTo>
                  <a:pt x="72856" y="77448"/>
                </a:lnTo>
                <a:lnTo>
                  <a:pt x="73146" y="77759"/>
                </a:lnTo>
                <a:lnTo>
                  <a:pt x="73445" y="78065"/>
                </a:lnTo>
                <a:lnTo>
                  <a:pt x="73751" y="78364"/>
                </a:lnTo>
                <a:lnTo>
                  <a:pt x="74066" y="78657"/>
                </a:lnTo>
                <a:lnTo>
                  <a:pt x="74389" y="78944"/>
                </a:lnTo>
                <a:lnTo>
                  <a:pt x="74720" y="79225"/>
                </a:lnTo>
                <a:lnTo>
                  <a:pt x="75059" y="79499"/>
                </a:lnTo>
                <a:lnTo>
                  <a:pt x="75406" y="79768"/>
                </a:lnTo>
                <a:lnTo>
                  <a:pt x="75762" y="80030"/>
                </a:lnTo>
                <a:lnTo>
                  <a:pt x="76125" y="80286"/>
                </a:lnTo>
                <a:lnTo>
                  <a:pt x="76497" y="80536"/>
                </a:lnTo>
                <a:lnTo>
                  <a:pt x="76877" y="80780"/>
                </a:lnTo>
                <a:lnTo>
                  <a:pt x="77265" y="81017"/>
                </a:lnTo>
                <a:lnTo>
                  <a:pt x="77662" y="81249"/>
                </a:lnTo>
                <a:lnTo>
                  <a:pt x="78066" y="81474"/>
                </a:lnTo>
                <a:lnTo>
                  <a:pt x="78479" y="81693"/>
                </a:lnTo>
                <a:lnTo>
                  <a:pt x="78900" y="81906"/>
                </a:lnTo>
                <a:lnTo>
                  <a:pt x="79329" y="82113"/>
                </a:lnTo>
                <a:lnTo>
                  <a:pt x="79766" y="82313"/>
                </a:lnTo>
                <a:lnTo>
                  <a:pt x="80211" y="82508"/>
                </a:lnTo>
                <a:lnTo>
                  <a:pt x="80664" y="82695"/>
                </a:lnTo>
                <a:lnTo>
                  <a:pt x="81123" y="82874"/>
                </a:lnTo>
                <a:lnTo>
                  <a:pt x="81589" y="83046"/>
                </a:lnTo>
                <a:lnTo>
                  <a:pt x="82061" y="83209"/>
                </a:lnTo>
                <a:lnTo>
                  <a:pt x="82539" y="83365"/>
                </a:lnTo>
                <a:lnTo>
                  <a:pt x="83024" y="83512"/>
                </a:lnTo>
                <a:lnTo>
                  <a:pt x="83515" y="83651"/>
                </a:lnTo>
                <a:lnTo>
                  <a:pt x="84012" y="83783"/>
                </a:lnTo>
                <a:lnTo>
                  <a:pt x="84516" y="83907"/>
                </a:lnTo>
                <a:lnTo>
                  <a:pt x="85026" y="84022"/>
                </a:lnTo>
                <a:lnTo>
                  <a:pt x="85542" y="84130"/>
                </a:lnTo>
                <a:lnTo>
                  <a:pt x="86065" y="84229"/>
                </a:lnTo>
                <a:lnTo>
                  <a:pt x="86594" y="84321"/>
                </a:lnTo>
                <a:lnTo>
                  <a:pt x="87130" y="84405"/>
                </a:lnTo>
                <a:lnTo>
                  <a:pt x="87672" y="84480"/>
                </a:lnTo>
                <a:lnTo>
                  <a:pt x="88220" y="84548"/>
                </a:lnTo>
                <a:lnTo>
                  <a:pt x="88775" y="84608"/>
                </a:lnTo>
                <a:lnTo>
                  <a:pt x="89336" y="84660"/>
                </a:lnTo>
                <a:lnTo>
                  <a:pt x="89903" y="84704"/>
                </a:lnTo>
                <a:lnTo>
                  <a:pt x="90477" y="84740"/>
                </a:lnTo>
                <a:lnTo>
                  <a:pt x="91057" y="84767"/>
                </a:lnTo>
                <a:lnTo>
                  <a:pt x="91644" y="84787"/>
                </a:lnTo>
                <a:lnTo>
                  <a:pt x="92237" y="84799"/>
                </a:lnTo>
                <a:lnTo>
                  <a:pt x="92836" y="84803"/>
                </a:lnTo>
                <a:lnTo>
                  <a:pt x="97884" y="84803"/>
                </a:lnTo>
                <a:lnTo>
                  <a:pt x="98888" y="84794"/>
                </a:lnTo>
                <a:lnTo>
                  <a:pt x="99871" y="84768"/>
                </a:lnTo>
                <a:lnTo>
                  <a:pt x="100833" y="84723"/>
                </a:lnTo>
                <a:close/>
                <a:moveTo>
                  <a:pt x="29645" y="84821"/>
                </a:moveTo>
                <a:lnTo>
                  <a:pt x="30581" y="84747"/>
                </a:lnTo>
                <a:lnTo>
                  <a:pt x="31500" y="84651"/>
                </a:lnTo>
                <a:lnTo>
                  <a:pt x="32402" y="84533"/>
                </a:lnTo>
                <a:lnTo>
                  <a:pt x="33288" y="84395"/>
                </a:lnTo>
                <a:lnTo>
                  <a:pt x="34157" y="84235"/>
                </a:lnTo>
                <a:lnTo>
                  <a:pt x="35009" y="84054"/>
                </a:lnTo>
                <a:lnTo>
                  <a:pt x="35845" y="83851"/>
                </a:lnTo>
                <a:lnTo>
                  <a:pt x="36664" y="83627"/>
                </a:lnTo>
                <a:lnTo>
                  <a:pt x="37466" y="83382"/>
                </a:lnTo>
                <a:lnTo>
                  <a:pt x="38251" y="83116"/>
                </a:lnTo>
                <a:lnTo>
                  <a:pt x="39020" y="82828"/>
                </a:lnTo>
                <a:lnTo>
                  <a:pt x="39772" y="82519"/>
                </a:lnTo>
                <a:lnTo>
                  <a:pt x="40507" y="82189"/>
                </a:lnTo>
                <a:lnTo>
                  <a:pt x="41225" y="81837"/>
                </a:lnTo>
                <a:lnTo>
                  <a:pt x="41927" y="81464"/>
                </a:lnTo>
                <a:lnTo>
                  <a:pt x="42612" y="81070"/>
                </a:lnTo>
                <a:lnTo>
                  <a:pt x="43280" y="80654"/>
                </a:lnTo>
                <a:lnTo>
                  <a:pt x="43932" y="80217"/>
                </a:lnTo>
                <a:lnTo>
                  <a:pt x="44566" y="79759"/>
                </a:lnTo>
                <a:lnTo>
                  <a:pt x="45184" y="79279"/>
                </a:lnTo>
                <a:lnTo>
                  <a:pt x="45785" y="78778"/>
                </a:lnTo>
                <a:lnTo>
                  <a:pt x="46367" y="78259"/>
                </a:lnTo>
                <a:lnTo>
                  <a:pt x="46924" y="77724"/>
                </a:lnTo>
                <a:lnTo>
                  <a:pt x="47459" y="77174"/>
                </a:lnTo>
                <a:lnTo>
                  <a:pt x="47969" y="76609"/>
                </a:lnTo>
                <a:lnTo>
                  <a:pt x="48457" y="76028"/>
                </a:lnTo>
                <a:lnTo>
                  <a:pt x="48920" y="75432"/>
                </a:lnTo>
                <a:lnTo>
                  <a:pt x="49360" y="74821"/>
                </a:lnTo>
                <a:lnTo>
                  <a:pt x="49777" y="74194"/>
                </a:lnTo>
                <a:lnTo>
                  <a:pt x="50170" y="73552"/>
                </a:lnTo>
                <a:lnTo>
                  <a:pt x="50540" y="72895"/>
                </a:lnTo>
                <a:lnTo>
                  <a:pt x="50886" y="72223"/>
                </a:lnTo>
                <a:lnTo>
                  <a:pt x="51208" y="71535"/>
                </a:lnTo>
                <a:lnTo>
                  <a:pt x="51507" y="70831"/>
                </a:lnTo>
                <a:lnTo>
                  <a:pt x="51783" y="70113"/>
                </a:lnTo>
                <a:lnTo>
                  <a:pt x="52035" y="69379"/>
                </a:lnTo>
                <a:lnTo>
                  <a:pt x="52263" y="68629"/>
                </a:lnTo>
                <a:lnTo>
                  <a:pt x="52468" y="67864"/>
                </a:lnTo>
                <a:lnTo>
                  <a:pt x="52650" y="67084"/>
                </a:lnTo>
                <a:lnTo>
                  <a:pt x="52808" y="66289"/>
                </a:lnTo>
                <a:lnTo>
                  <a:pt x="52942" y="65478"/>
                </a:lnTo>
                <a:lnTo>
                  <a:pt x="53053" y="64652"/>
                </a:lnTo>
                <a:lnTo>
                  <a:pt x="53141" y="63811"/>
                </a:lnTo>
                <a:lnTo>
                  <a:pt x="53204" y="62954"/>
                </a:lnTo>
                <a:lnTo>
                  <a:pt x="53245" y="62082"/>
                </a:lnTo>
                <a:lnTo>
                  <a:pt x="38900" y="62082"/>
                </a:lnTo>
                <a:lnTo>
                  <a:pt x="38867" y="62489"/>
                </a:lnTo>
                <a:lnTo>
                  <a:pt x="38824" y="62889"/>
                </a:lnTo>
                <a:lnTo>
                  <a:pt x="38771" y="63281"/>
                </a:lnTo>
                <a:lnTo>
                  <a:pt x="38708" y="63665"/>
                </a:lnTo>
                <a:lnTo>
                  <a:pt x="38635" y="64041"/>
                </a:lnTo>
                <a:lnTo>
                  <a:pt x="38553" y="64409"/>
                </a:lnTo>
                <a:lnTo>
                  <a:pt x="38461" y="64770"/>
                </a:lnTo>
                <a:lnTo>
                  <a:pt x="38359" y="65123"/>
                </a:lnTo>
                <a:lnTo>
                  <a:pt x="38247" y="65468"/>
                </a:lnTo>
                <a:lnTo>
                  <a:pt x="38126" y="65806"/>
                </a:lnTo>
                <a:lnTo>
                  <a:pt x="37995" y="66135"/>
                </a:lnTo>
                <a:lnTo>
                  <a:pt x="37854" y="66457"/>
                </a:lnTo>
                <a:lnTo>
                  <a:pt x="37703" y="66771"/>
                </a:lnTo>
                <a:lnTo>
                  <a:pt x="37543" y="67077"/>
                </a:lnTo>
                <a:lnTo>
                  <a:pt x="37372" y="67376"/>
                </a:lnTo>
                <a:lnTo>
                  <a:pt x="37192" y="67667"/>
                </a:lnTo>
                <a:lnTo>
                  <a:pt x="37002" y="67950"/>
                </a:lnTo>
                <a:lnTo>
                  <a:pt x="36803" y="68225"/>
                </a:lnTo>
                <a:lnTo>
                  <a:pt x="36594" y="68492"/>
                </a:lnTo>
                <a:lnTo>
                  <a:pt x="36374" y="68752"/>
                </a:lnTo>
                <a:lnTo>
                  <a:pt x="36146" y="69004"/>
                </a:lnTo>
                <a:lnTo>
                  <a:pt x="35907" y="69248"/>
                </a:lnTo>
                <a:lnTo>
                  <a:pt x="35658" y="69484"/>
                </a:lnTo>
                <a:lnTo>
                  <a:pt x="35400" y="69713"/>
                </a:lnTo>
                <a:lnTo>
                  <a:pt x="35133" y="69933"/>
                </a:lnTo>
                <a:lnTo>
                  <a:pt x="34858" y="70144"/>
                </a:lnTo>
                <a:lnTo>
                  <a:pt x="34575" y="70345"/>
                </a:lnTo>
                <a:lnTo>
                  <a:pt x="34283" y="70537"/>
                </a:lnTo>
                <a:lnTo>
                  <a:pt x="33983" y="70720"/>
                </a:lnTo>
                <a:lnTo>
                  <a:pt x="33675" y="70893"/>
                </a:lnTo>
                <a:lnTo>
                  <a:pt x="33359" y="71057"/>
                </a:lnTo>
                <a:lnTo>
                  <a:pt x="33035" y="71211"/>
                </a:lnTo>
                <a:lnTo>
                  <a:pt x="32703" y="71356"/>
                </a:lnTo>
                <a:lnTo>
                  <a:pt x="32362" y="71492"/>
                </a:lnTo>
                <a:lnTo>
                  <a:pt x="32013" y="71618"/>
                </a:lnTo>
                <a:lnTo>
                  <a:pt x="31657" y="71735"/>
                </a:lnTo>
                <a:lnTo>
                  <a:pt x="31291" y="71843"/>
                </a:lnTo>
                <a:lnTo>
                  <a:pt x="30918" y="71941"/>
                </a:lnTo>
                <a:lnTo>
                  <a:pt x="30537" y="72030"/>
                </a:lnTo>
                <a:lnTo>
                  <a:pt x="30147" y="72110"/>
                </a:lnTo>
                <a:lnTo>
                  <a:pt x="29749" y="72180"/>
                </a:lnTo>
                <a:lnTo>
                  <a:pt x="29343" y="72241"/>
                </a:lnTo>
                <a:lnTo>
                  <a:pt x="28929" y="72293"/>
                </a:lnTo>
                <a:lnTo>
                  <a:pt x="28507" y="72335"/>
                </a:lnTo>
                <a:lnTo>
                  <a:pt x="28077" y="72367"/>
                </a:lnTo>
                <a:lnTo>
                  <a:pt x="27638" y="72391"/>
                </a:lnTo>
                <a:lnTo>
                  <a:pt x="27191" y="72405"/>
                </a:lnTo>
                <a:lnTo>
                  <a:pt x="26736" y="72410"/>
                </a:lnTo>
                <a:lnTo>
                  <a:pt x="26262" y="72404"/>
                </a:lnTo>
                <a:lnTo>
                  <a:pt x="25797" y="72387"/>
                </a:lnTo>
                <a:lnTo>
                  <a:pt x="25340" y="72359"/>
                </a:lnTo>
                <a:lnTo>
                  <a:pt x="24891" y="72320"/>
                </a:lnTo>
                <a:lnTo>
                  <a:pt x="24451" y="72270"/>
                </a:lnTo>
                <a:lnTo>
                  <a:pt x="24019" y="72209"/>
                </a:lnTo>
                <a:lnTo>
                  <a:pt x="23595" y="72136"/>
                </a:lnTo>
                <a:lnTo>
                  <a:pt x="23180" y="72053"/>
                </a:lnTo>
                <a:lnTo>
                  <a:pt x="22773" y="71958"/>
                </a:lnTo>
                <a:lnTo>
                  <a:pt x="22374" y="71852"/>
                </a:lnTo>
                <a:lnTo>
                  <a:pt x="21984" y="71735"/>
                </a:lnTo>
                <a:lnTo>
                  <a:pt x="21602" y="71606"/>
                </a:lnTo>
                <a:lnTo>
                  <a:pt x="21228" y="71467"/>
                </a:lnTo>
                <a:lnTo>
                  <a:pt x="20863" y="71316"/>
                </a:lnTo>
                <a:lnTo>
                  <a:pt x="20506" y="71154"/>
                </a:lnTo>
                <a:lnTo>
                  <a:pt x="20158" y="70982"/>
                </a:lnTo>
                <a:lnTo>
                  <a:pt x="19818" y="70797"/>
                </a:lnTo>
                <a:lnTo>
                  <a:pt x="19486" y="70602"/>
                </a:lnTo>
                <a:lnTo>
                  <a:pt x="19163" y="70396"/>
                </a:lnTo>
                <a:lnTo>
                  <a:pt x="18848" y="70178"/>
                </a:lnTo>
                <a:lnTo>
                  <a:pt x="18541" y="69950"/>
                </a:lnTo>
                <a:lnTo>
                  <a:pt x="18243" y="69710"/>
                </a:lnTo>
                <a:lnTo>
                  <a:pt x="17953" y="69459"/>
                </a:lnTo>
                <a:lnTo>
                  <a:pt x="17671" y="69196"/>
                </a:lnTo>
                <a:lnTo>
                  <a:pt x="17400" y="68924"/>
                </a:lnTo>
                <a:lnTo>
                  <a:pt x="17140" y="68643"/>
                </a:lnTo>
                <a:lnTo>
                  <a:pt x="16891" y="68352"/>
                </a:lnTo>
                <a:lnTo>
                  <a:pt x="16655" y="68052"/>
                </a:lnTo>
                <a:lnTo>
                  <a:pt x="16429" y="67743"/>
                </a:lnTo>
                <a:lnTo>
                  <a:pt x="16216" y="67425"/>
                </a:lnTo>
                <a:lnTo>
                  <a:pt x="16014" y="67098"/>
                </a:lnTo>
                <a:lnTo>
                  <a:pt x="15823" y="66761"/>
                </a:lnTo>
                <a:lnTo>
                  <a:pt x="15644" y="66416"/>
                </a:lnTo>
                <a:lnTo>
                  <a:pt x="15476" y="66061"/>
                </a:lnTo>
                <a:lnTo>
                  <a:pt x="15320" y="65697"/>
                </a:lnTo>
                <a:lnTo>
                  <a:pt x="15176" y="65324"/>
                </a:lnTo>
                <a:lnTo>
                  <a:pt x="15043" y="64941"/>
                </a:lnTo>
                <a:lnTo>
                  <a:pt x="14922" y="64550"/>
                </a:lnTo>
                <a:lnTo>
                  <a:pt x="14812" y="64149"/>
                </a:lnTo>
                <a:lnTo>
                  <a:pt x="14714" y="63740"/>
                </a:lnTo>
                <a:lnTo>
                  <a:pt x="14627" y="63321"/>
                </a:lnTo>
                <a:lnTo>
                  <a:pt x="14552" y="62893"/>
                </a:lnTo>
                <a:lnTo>
                  <a:pt x="14489" y="62455"/>
                </a:lnTo>
                <a:lnTo>
                  <a:pt x="14437" y="62009"/>
                </a:lnTo>
                <a:lnTo>
                  <a:pt x="14396" y="61553"/>
                </a:lnTo>
                <a:lnTo>
                  <a:pt x="14367" y="61088"/>
                </a:lnTo>
                <a:lnTo>
                  <a:pt x="14350" y="60615"/>
                </a:lnTo>
                <a:lnTo>
                  <a:pt x="14344" y="60132"/>
                </a:lnTo>
                <a:lnTo>
                  <a:pt x="14344" y="44180"/>
                </a:lnTo>
                <a:lnTo>
                  <a:pt x="14350" y="43697"/>
                </a:lnTo>
                <a:lnTo>
                  <a:pt x="14367" y="43223"/>
                </a:lnTo>
                <a:lnTo>
                  <a:pt x="14396" y="42759"/>
                </a:lnTo>
                <a:lnTo>
                  <a:pt x="14437" y="42304"/>
                </a:lnTo>
                <a:lnTo>
                  <a:pt x="14489" y="41859"/>
                </a:lnTo>
                <a:lnTo>
                  <a:pt x="14552" y="41422"/>
                </a:lnTo>
                <a:lnTo>
                  <a:pt x="14627" y="40996"/>
                </a:lnTo>
                <a:lnTo>
                  <a:pt x="14714" y="40578"/>
                </a:lnTo>
                <a:lnTo>
                  <a:pt x="14812" y="40170"/>
                </a:lnTo>
                <a:lnTo>
                  <a:pt x="14922" y="39771"/>
                </a:lnTo>
                <a:lnTo>
                  <a:pt x="15043" y="39382"/>
                </a:lnTo>
                <a:lnTo>
                  <a:pt x="15176" y="39002"/>
                </a:lnTo>
                <a:lnTo>
                  <a:pt x="15320" y="38631"/>
                </a:lnTo>
                <a:lnTo>
                  <a:pt x="15476" y="38270"/>
                </a:lnTo>
                <a:lnTo>
                  <a:pt x="15644" y="37918"/>
                </a:lnTo>
                <a:lnTo>
                  <a:pt x="15823" y="37576"/>
                </a:lnTo>
                <a:lnTo>
                  <a:pt x="16014" y="37243"/>
                </a:lnTo>
                <a:lnTo>
                  <a:pt x="16216" y="36919"/>
                </a:lnTo>
                <a:lnTo>
                  <a:pt x="16429" y="36604"/>
                </a:lnTo>
                <a:lnTo>
                  <a:pt x="16655" y="36299"/>
                </a:lnTo>
                <a:lnTo>
                  <a:pt x="16891" y="36004"/>
                </a:lnTo>
                <a:lnTo>
                  <a:pt x="17140" y="35717"/>
                </a:lnTo>
                <a:lnTo>
                  <a:pt x="17400" y="35440"/>
                </a:lnTo>
                <a:lnTo>
                  <a:pt x="17671" y="35173"/>
                </a:lnTo>
                <a:lnTo>
                  <a:pt x="17953" y="34915"/>
                </a:lnTo>
                <a:lnTo>
                  <a:pt x="18243" y="34668"/>
                </a:lnTo>
                <a:lnTo>
                  <a:pt x="18541" y="34433"/>
                </a:lnTo>
                <a:lnTo>
                  <a:pt x="18848" y="34208"/>
                </a:lnTo>
                <a:lnTo>
                  <a:pt x="19163" y="33994"/>
                </a:lnTo>
                <a:lnTo>
                  <a:pt x="19486" y="33791"/>
                </a:lnTo>
                <a:lnTo>
                  <a:pt x="19818" y="33600"/>
                </a:lnTo>
                <a:lnTo>
                  <a:pt x="20158" y="33419"/>
                </a:lnTo>
                <a:lnTo>
                  <a:pt x="20506" y="33249"/>
                </a:lnTo>
                <a:lnTo>
                  <a:pt x="20863" y="33090"/>
                </a:lnTo>
                <a:lnTo>
                  <a:pt x="21228" y="32942"/>
                </a:lnTo>
                <a:lnTo>
                  <a:pt x="21602" y="32805"/>
                </a:lnTo>
                <a:lnTo>
                  <a:pt x="21984" y="32679"/>
                </a:lnTo>
                <a:lnTo>
                  <a:pt x="22374" y="32564"/>
                </a:lnTo>
                <a:lnTo>
                  <a:pt x="22773" y="32459"/>
                </a:lnTo>
                <a:lnTo>
                  <a:pt x="23180" y="32366"/>
                </a:lnTo>
                <a:lnTo>
                  <a:pt x="23595" y="32284"/>
                </a:lnTo>
                <a:lnTo>
                  <a:pt x="24019" y="32213"/>
                </a:lnTo>
                <a:lnTo>
                  <a:pt x="24451" y="32153"/>
                </a:lnTo>
                <a:lnTo>
                  <a:pt x="24891" y="32103"/>
                </a:lnTo>
                <a:lnTo>
                  <a:pt x="25340" y="32065"/>
                </a:lnTo>
                <a:lnTo>
                  <a:pt x="25797" y="32037"/>
                </a:lnTo>
                <a:lnTo>
                  <a:pt x="26262" y="32021"/>
                </a:lnTo>
                <a:lnTo>
                  <a:pt x="26736" y="32016"/>
                </a:lnTo>
                <a:lnTo>
                  <a:pt x="27191" y="32020"/>
                </a:lnTo>
                <a:lnTo>
                  <a:pt x="27638" y="32034"/>
                </a:lnTo>
                <a:lnTo>
                  <a:pt x="28077" y="32058"/>
                </a:lnTo>
                <a:lnTo>
                  <a:pt x="28507" y="32090"/>
                </a:lnTo>
                <a:lnTo>
                  <a:pt x="28929" y="32133"/>
                </a:lnTo>
                <a:lnTo>
                  <a:pt x="29343" y="32184"/>
                </a:lnTo>
                <a:lnTo>
                  <a:pt x="29749" y="32245"/>
                </a:lnTo>
                <a:lnTo>
                  <a:pt x="30147" y="32315"/>
                </a:lnTo>
                <a:lnTo>
                  <a:pt x="30537" y="32395"/>
                </a:lnTo>
                <a:lnTo>
                  <a:pt x="30918" y="32484"/>
                </a:lnTo>
                <a:lnTo>
                  <a:pt x="31291" y="32582"/>
                </a:lnTo>
                <a:lnTo>
                  <a:pt x="31657" y="32690"/>
                </a:lnTo>
                <a:lnTo>
                  <a:pt x="32013" y="32807"/>
                </a:lnTo>
                <a:lnTo>
                  <a:pt x="32362" y="32933"/>
                </a:lnTo>
                <a:lnTo>
                  <a:pt x="32703" y="33069"/>
                </a:lnTo>
                <a:lnTo>
                  <a:pt x="33035" y="33214"/>
                </a:lnTo>
                <a:lnTo>
                  <a:pt x="33359" y="33368"/>
                </a:lnTo>
                <a:lnTo>
                  <a:pt x="33675" y="33532"/>
                </a:lnTo>
                <a:lnTo>
                  <a:pt x="33983" y="33706"/>
                </a:lnTo>
                <a:lnTo>
                  <a:pt x="34283" y="33888"/>
                </a:lnTo>
                <a:lnTo>
                  <a:pt x="34575" y="34080"/>
                </a:lnTo>
                <a:lnTo>
                  <a:pt x="34858" y="34281"/>
                </a:lnTo>
                <a:lnTo>
                  <a:pt x="35133" y="34492"/>
                </a:lnTo>
                <a:lnTo>
                  <a:pt x="35400" y="34712"/>
                </a:lnTo>
                <a:lnTo>
                  <a:pt x="35658" y="34941"/>
                </a:lnTo>
                <a:lnTo>
                  <a:pt x="35907" y="35177"/>
                </a:lnTo>
                <a:lnTo>
                  <a:pt x="36146" y="35421"/>
                </a:lnTo>
                <a:lnTo>
                  <a:pt x="36374" y="35673"/>
                </a:lnTo>
                <a:lnTo>
                  <a:pt x="36594" y="35933"/>
                </a:lnTo>
                <a:lnTo>
                  <a:pt x="36803" y="36200"/>
                </a:lnTo>
                <a:lnTo>
                  <a:pt x="37002" y="36476"/>
                </a:lnTo>
                <a:lnTo>
                  <a:pt x="37192" y="36759"/>
                </a:lnTo>
                <a:lnTo>
                  <a:pt x="37372" y="37049"/>
                </a:lnTo>
                <a:lnTo>
                  <a:pt x="37543" y="37348"/>
                </a:lnTo>
                <a:lnTo>
                  <a:pt x="37703" y="37654"/>
                </a:lnTo>
                <a:lnTo>
                  <a:pt x="37854" y="37969"/>
                </a:lnTo>
                <a:lnTo>
                  <a:pt x="37995" y="38290"/>
                </a:lnTo>
                <a:lnTo>
                  <a:pt x="38126" y="38620"/>
                </a:lnTo>
                <a:lnTo>
                  <a:pt x="38247" y="38958"/>
                </a:lnTo>
                <a:lnTo>
                  <a:pt x="38359" y="39303"/>
                </a:lnTo>
                <a:lnTo>
                  <a:pt x="38461" y="39656"/>
                </a:lnTo>
                <a:lnTo>
                  <a:pt x="38553" y="40017"/>
                </a:lnTo>
                <a:lnTo>
                  <a:pt x="38635" y="40385"/>
                </a:lnTo>
                <a:lnTo>
                  <a:pt x="38708" y="40762"/>
                </a:lnTo>
                <a:lnTo>
                  <a:pt x="38771" y="41146"/>
                </a:lnTo>
                <a:lnTo>
                  <a:pt x="38824" y="41538"/>
                </a:lnTo>
                <a:lnTo>
                  <a:pt x="38867" y="41937"/>
                </a:lnTo>
                <a:lnTo>
                  <a:pt x="38900" y="42345"/>
                </a:lnTo>
                <a:lnTo>
                  <a:pt x="53245" y="42345"/>
                </a:lnTo>
                <a:lnTo>
                  <a:pt x="53204" y="41473"/>
                </a:lnTo>
                <a:lnTo>
                  <a:pt x="53141" y="40616"/>
                </a:lnTo>
                <a:lnTo>
                  <a:pt x="53053" y="39774"/>
                </a:lnTo>
                <a:lnTo>
                  <a:pt x="52942" y="38948"/>
                </a:lnTo>
                <a:lnTo>
                  <a:pt x="52808" y="38137"/>
                </a:lnTo>
                <a:lnTo>
                  <a:pt x="52650" y="37342"/>
                </a:lnTo>
                <a:lnTo>
                  <a:pt x="52468" y="36562"/>
                </a:lnTo>
                <a:lnTo>
                  <a:pt x="52263" y="35797"/>
                </a:lnTo>
                <a:lnTo>
                  <a:pt x="52035" y="35047"/>
                </a:lnTo>
                <a:lnTo>
                  <a:pt x="51783" y="34313"/>
                </a:lnTo>
                <a:lnTo>
                  <a:pt x="51507" y="33594"/>
                </a:lnTo>
                <a:lnTo>
                  <a:pt x="51208" y="32891"/>
                </a:lnTo>
                <a:lnTo>
                  <a:pt x="50886" y="32203"/>
                </a:lnTo>
                <a:lnTo>
                  <a:pt x="50540" y="31530"/>
                </a:lnTo>
                <a:lnTo>
                  <a:pt x="50170" y="30873"/>
                </a:lnTo>
                <a:lnTo>
                  <a:pt x="49777" y="30231"/>
                </a:lnTo>
                <a:lnTo>
                  <a:pt x="49360" y="29604"/>
                </a:lnTo>
                <a:lnTo>
                  <a:pt x="48920" y="28993"/>
                </a:lnTo>
                <a:lnTo>
                  <a:pt x="48457" y="28397"/>
                </a:lnTo>
                <a:lnTo>
                  <a:pt x="47969" y="27816"/>
                </a:lnTo>
                <a:lnTo>
                  <a:pt x="47459" y="27251"/>
                </a:lnTo>
                <a:lnTo>
                  <a:pt x="46924" y="26701"/>
                </a:lnTo>
                <a:lnTo>
                  <a:pt x="46367" y="26166"/>
                </a:lnTo>
                <a:lnTo>
                  <a:pt x="45785" y="25647"/>
                </a:lnTo>
                <a:lnTo>
                  <a:pt x="45184" y="25146"/>
                </a:lnTo>
                <a:lnTo>
                  <a:pt x="44566" y="24667"/>
                </a:lnTo>
                <a:lnTo>
                  <a:pt x="43932" y="24208"/>
                </a:lnTo>
                <a:lnTo>
                  <a:pt x="43280" y="23771"/>
                </a:lnTo>
                <a:lnTo>
                  <a:pt x="42612" y="23356"/>
                </a:lnTo>
                <a:lnTo>
                  <a:pt x="41927" y="22961"/>
                </a:lnTo>
                <a:lnTo>
                  <a:pt x="41225" y="22588"/>
                </a:lnTo>
                <a:lnTo>
                  <a:pt x="40507" y="22236"/>
                </a:lnTo>
                <a:lnTo>
                  <a:pt x="39772" y="21906"/>
                </a:lnTo>
                <a:lnTo>
                  <a:pt x="39020" y="21597"/>
                </a:lnTo>
                <a:lnTo>
                  <a:pt x="38251" y="21309"/>
                </a:lnTo>
                <a:lnTo>
                  <a:pt x="37466" y="21043"/>
                </a:lnTo>
                <a:lnTo>
                  <a:pt x="36664" y="20798"/>
                </a:lnTo>
                <a:lnTo>
                  <a:pt x="35845" y="20574"/>
                </a:lnTo>
                <a:lnTo>
                  <a:pt x="35009" y="20371"/>
                </a:lnTo>
                <a:lnTo>
                  <a:pt x="34157" y="20190"/>
                </a:lnTo>
                <a:lnTo>
                  <a:pt x="33288" y="20030"/>
                </a:lnTo>
                <a:lnTo>
                  <a:pt x="32402" y="19892"/>
                </a:lnTo>
                <a:lnTo>
                  <a:pt x="31500" y="19774"/>
                </a:lnTo>
                <a:lnTo>
                  <a:pt x="30581" y="19679"/>
                </a:lnTo>
                <a:lnTo>
                  <a:pt x="29645" y="19604"/>
                </a:lnTo>
                <a:lnTo>
                  <a:pt x="28692" y="19551"/>
                </a:lnTo>
                <a:lnTo>
                  <a:pt x="27722" y="19519"/>
                </a:lnTo>
                <a:lnTo>
                  <a:pt x="26736" y="19508"/>
                </a:lnTo>
                <a:lnTo>
                  <a:pt x="26070" y="19513"/>
                </a:lnTo>
                <a:lnTo>
                  <a:pt x="25411" y="19529"/>
                </a:lnTo>
                <a:lnTo>
                  <a:pt x="24760" y="19556"/>
                </a:lnTo>
                <a:lnTo>
                  <a:pt x="24115" y="19593"/>
                </a:lnTo>
                <a:lnTo>
                  <a:pt x="23477" y="19640"/>
                </a:lnTo>
                <a:lnTo>
                  <a:pt x="22846" y="19698"/>
                </a:lnTo>
                <a:lnTo>
                  <a:pt x="22222" y="19767"/>
                </a:lnTo>
                <a:lnTo>
                  <a:pt x="21605" y="19846"/>
                </a:lnTo>
                <a:lnTo>
                  <a:pt x="20994" y="19936"/>
                </a:lnTo>
                <a:lnTo>
                  <a:pt x="20391" y="20036"/>
                </a:lnTo>
                <a:lnTo>
                  <a:pt x="19795" y="20147"/>
                </a:lnTo>
                <a:lnTo>
                  <a:pt x="19206" y="20268"/>
                </a:lnTo>
                <a:lnTo>
                  <a:pt x="18624" y="20400"/>
                </a:lnTo>
                <a:lnTo>
                  <a:pt x="18048" y="20543"/>
                </a:lnTo>
                <a:lnTo>
                  <a:pt x="17480" y="20696"/>
                </a:lnTo>
                <a:lnTo>
                  <a:pt x="16919" y="20860"/>
                </a:lnTo>
                <a:lnTo>
                  <a:pt x="16365" y="21034"/>
                </a:lnTo>
                <a:lnTo>
                  <a:pt x="15817" y="21219"/>
                </a:lnTo>
                <a:lnTo>
                  <a:pt x="15277" y="21414"/>
                </a:lnTo>
                <a:lnTo>
                  <a:pt x="14743" y="21620"/>
                </a:lnTo>
                <a:lnTo>
                  <a:pt x="14217" y="21837"/>
                </a:lnTo>
                <a:lnTo>
                  <a:pt x="13697" y="22064"/>
                </a:lnTo>
                <a:lnTo>
                  <a:pt x="13185" y="22301"/>
                </a:lnTo>
                <a:lnTo>
                  <a:pt x="12679" y="22550"/>
                </a:lnTo>
                <a:lnTo>
                  <a:pt x="12182" y="22807"/>
                </a:lnTo>
                <a:lnTo>
                  <a:pt x="11694" y="23073"/>
                </a:lnTo>
                <a:lnTo>
                  <a:pt x="11215" y="23348"/>
                </a:lnTo>
                <a:lnTo>
                  <a:pt x="10746" y="23631"/>
                </a:lnTo>
                <a:lnTo>
                  <a:pt x="10286" y="23923"/>
                </a:lnTo>
                <a:lnTo>
                  <a:pt x="9836" y="24224"/>
                </a:lnTo>
                <a:lnTo>
                  <a:pt x="9395" y="24533"/>
                </a:lnTo>
                <a:lnTo>
                  <a:pt x="8963" y="24850"/>
                </a:lnTo>
                <a:lnTo>
                  <a:pt x="8540" y="25177"/>
                </a:lnTo>
                <a:lnTo>
                  <a:pt x="8127" y="25511"/>
                </a:lnTo>
                <a:lnTo>
                  <a:pt x="7724" y="25855"/>
                </a:lnTo>
                <a:lnTo>
                  <a:pt x="7329" y="26207"/>
                </a:lnTo>
                <a:lnTo>
                  <a:pt x="6944" y="26567"/>
                </a:lnTo>
                <a:lnTo>
                  <a:pt x="6569" y="26936"/>
                </a:lnTo>
                <a:lnTo>
                  <a:pt x="6202" y="27314"/>
                </a:lnTo>
                <a:lnTo>
                  <a:pt x="5845" y="27700"/>
                </a:lnTo>
                <a:lnTo>
                  <a:pt x="5498" y="28095"/>
                </a:lnTo>
                <a:lnTo>
                  <a:pt x="5160" y="28498"/>
                </a:lnTo>
                <a:lnTo>
                  <a:pt x="4831" y="28910"/>
                </a:lnTo>
                <a:lnTo>
                  <a:pt x="4511" y="29330"/>
                </a:lnTo>
                <a:lnTo>
                  <a:pt x="4201" y="29759"/>
                </a:lnTo>
                <a:lnTo>
                  <a:pt x="3900" y="30197"/>
                </a:lnTo>
                <a:lnTo>
                  <a:pt x="3609" y="30643"/>
                </a:lnTo>
                <a:lnTo>
                  <a:pt x="3327" y="31098"/>
                </a:lnTo>
                <a:lnTo>
                  <a:pt x="3055" y="31561"/>
                </a:lnTo>
                <a:lnTo>
                  <a:pt x="2796" y="32031"/>
                </a:lnTo>
                <a:lnTo>
                  <a:pt x="2547" y="32509"/>
                </a:lnTo>
                <a:lnTo>
                  <a:pt x="2310" y="32995"/>
                </a:lnTo>
                <a:lnTo>
                  <a:pt x="2085" y="33488"/>
                </a:lnTo>
                <a:lnTo>
                  <a:pt x="1871" y="33989"/>
                </a:lnTo>
                <a:lnTo>
                  <a:pt x="1669" y="34497"/>
                </a:lnTo>
                <a:lnTo>
                  <a:pt x="1479" y="35013"/>
                </a:lnTo>
                <a:lnTo>
                  <a:pt x="1300" y="35536"/>
                </a:lnTo>
                <a:lnTo>
                  <a:pt x="1132" y="36067"/>
                </a:lnTo>
                <a:lnTo>
                  <a:pt x="976" y="36606"/>
                </a:lnTo>
                <a:lnTo>
                  <a:pt x="832" y="37152"/>
                </a:lnTo>
                <a:lnTo>
                  <a:pt x="699" y="37705"/>
                </a:lnTo>
                <a:lnTo>
                  <a:pt x="578" y="38267"/>
                </a:lnTo>
                <a:lnTo>
                  <a:pt x="468" y="38835"/>
                </a:lnTo>
                <a:lnTo>
                  <a:pt x="370" y="39412"/>
                </a:lnTo>
                <a:lnTo>
                  <a:pt x="283" y="39996"/>
                </a:lnTo>
                <a:lnTo>
                  <a:pt x="208" y="40587"/>
                </a:lnTo>
                <a:lnTo>
                  <a:pt x="144" y="41186"/>
                </a:lnTo>
                <a:lnTo>
                  <a:pt x="92" y="41793"/>
                </a:lnTo>
                <a:lnTo>
                  <a:pt x="52" y="42407"/>
                </a:lnTo>
                <a:lnTo>
                  <a:pt x="23" y="43029"/>
                </a:lnTo>
                <a:lnTo>
                  <a:pt x="6" y="43658"/>
                </a:lnTo>
                <a:lnTo>
                  <a:pt x="0" y="44295"/>
                </a:lnTo>
                <a:lnTo>
                  <a:pt x="0" y="60132"/>
                </a:lnTo>
                <a:lnTo>
                  <a:pt x="6" y="60759"/>
                </a:lnTo>
                <a:lnTo>
                  <a:pt x="23" y="61380"/>
                </a:lnTo>
                <a:lnTo>
                  <a:pt x="52" y="61993"/>
                </a:lnTo>
                <a:lnTo>
                  <a:pt x="92" y="62600"/>
                </a:lnTo>
                <a:lnTo>
                  <a:pt x="144" y="63200"/>
                </a:lnTo>
                <a:lnTo>
                  <a:pt x="208" y="63793"/>
                </a:lnTo>
                <a:lnTo>
                  <a:pt x="283" y="64378"/>
                </a:lnTo>
                <a:lnTo>
                  <a:pt x="370" y="64957"/>
                </a:lnTo>
                <a:lnTo>
                  <a:pt x="468" y="65529"/>
                </a:lnTo>
                <a:lnTo>
                  <a:pt x="578" y="66094"/>
                </a:lnTo>
                <a:lnTo>
                  <a:pt x="699" y="66652"/>
                </a:lnTo>
                <a:lnTo>
                  <a:pt x="832" y="67203"/>
                </a:lnTo>
                <a:lnTo>
                  <a:pt x="976" y="67747"/>
                </a:lnTo>
                <a:lnTo>
                  <a:pt x="1132" y="68284"/>
                </a:lnTo>
                <a:lnTo>
                  <a:pt x="1300" y="68814"/>
                </a:lnTo>
                <a:lnTo>
                  <a:pt x="1479" y="69337"/>
                </a:lnTo>
                <a:lnTo>
                  <a:pt x="1669" y="69853"/>
                </a:lnTo>
                <a:lnTo>
                  <a:pt x="1871" y="70362"/>
                </a:lnTo>
                <a:lnTo>
                  <a:pt x="2085" y="70865"/>
                </a:lnTo>
                <a:lnTo>
                  <a:pt x="2310" y="71360"/>
                </a:lnTo>
                <a:lnTo>
                  <a:pt x="2547" y="71848"/>
                </a:lnTo>
                <a:lnTo>
                  <a:pt x="2796" y="72329"/>
                </a:lnTo>
                <a:lnTo>
                  <a:pt x="3055" y="72804"/>
                </a:lnTo>
                <a:lnTo>
                  <a:pt x="3327" y="73271"/>
                </a:lnTo>
                <a:lnTo>
                  <a:pt x="3609" y="73730"/>
                </a:lnTo>
                <a:lnTo>
                  <a:pt x="3900" y="74181"/>
                </a:lnTo>
                <a:lnTo>
                  <a:pt x="4201" y="74623"/>
                </a:lnTo>
                <a:lnTo>
                  <a:pt x="4511" y="75056"/>
                </a:lnTo>
                <a:lnTo>
                  <a:pt x="4831" y="75480"/>
                </a:lnTo>
                <a:lnTo>
                  <a:pt x="5160" y="75896"/>
                </a:lnTo>
                <a:lnTo>
                  <a:pt x="5498" y="76303"/>
                </a:lnTo>
                <a:lnTo>
                  <a:pt x="5845" y="76701"/>
                </a:lnTo>
                <a:lnTo>
                  <a:pt x="6202" y="77090"/>
                </a:lnTo>
                <a:lnTo>
                  <a:pt x="6569" y="77470"/>
                </a:lnTo>
                <a:lnTo>
                  <a:pt x="6944" y="77842"/>
                </a:lnTo>
                <a:lnTo>
                  <a:pt x="7329" y="78205"/>
                </a:lnTo>
                <a:lnTo>
                  <a:pt x="7724" y="78559"/>
                </a:lnTo>
                <a:lnTo>
                  <a:pt x="8127" y="78905"/>
                </a:lnTo>
                <a:lnTo>
                  <a:pt x="8540" y="79241"/>
                </a:lnTo>
                <a:lnTo>
                  <a:pt x="8963" y="79569"/>
                </a:lnTo>
                <a:lnTo>
                  <a:pt x="9395" y="79888"/>
                </a:lnTo>
                <a:lnTo>
                  <a:pt x="9836" y="80199"/>
                </a:lnTo>
                <a:lnTo>
                  <a:pt x="10286" y="80501"/>
                </a:lnTo>
                <a:lnTo>
                  <a:pt x="10746" y="80793"/>
                </a:lnTo>
                <a:lnTo>
                  <a:pt x="11215" y="81078"/>
                </a:lnTo>
                <a:lnTo>
                  <a:pt x="11694" y="81353"/>
                </a:lnTo>
                <a:lnTo>
                  <a:pt x="12182" y="81619"/>
                </a:lnTo>
                <a:lnTo>
                  <a:pt x="12679" y="81877"/>
                </a:lnTo>
                <a:lnTo>
                  <a:pt x="13185" y="82125"/>
                </a:lnTo>
                <a:lnTo>
                  <a:pt x="13697" y="82363"/>
                </a:lnTo>
                <a:lnTo>
                  <a:pt x="14217" y="82590"/>
                </a:lnTo>
                <a:lnTo>
                  <a:pt x="14743" y="82806"/>
                </a:lnTo>
                <a:lnTo>
                  <a:pt x="15277" y="83012"/>
                </a:lnTo>
                <a:lnTo>
                  <a:pt x="15817" y="83207"/>
                </a:lnTo>
                <a:lnTo>
                  <a:pt x="16365" y="83392"/>
                </a:lnTo>
                <a:lnTo>
                  <a:pt x="16919" y="83566"/>
                </a:lnTo>
                <a:lnTo>
                  <a:pt x="17480" y="83730"/>
                </a:lnTo>
                <a:lnTo>
                  <a:pt x="18048" y="83883"/>
                </a:lnTo>
                <a:lnTo>
                  <a:pt x="18624" y="84025"/>
                </a:lnTo>
                <a:lnTo>
                  <a:pt x="19206" y="84157"/>
                </a:lnTo>
                <a:lnTo>
                  <a:pt x="19795" y="84279"/>
                </a:lnTo>
                <a:lnTo>
                  <a:pt x="20391" y="84389"/>
                </a:lnTo>
                <a:lnTo>
                  <a:pt x="20994" y="84490"/>
                </a:lnTo>
                <a:lnTo>
                  <a:pt x="21605" y="84579"/>
                </a:lnTo>
                <a:lnTo>
                  <a:pt x="22222" y="84658"/>
                </a:lnTo>
                <a:lnTo>
                  <a:pt x="22846" y="84727"/>
                </a:lnTo>
                <a:lnTo>
                  <a:pt x="23477" y="84785"/>
                </a:lnTo>
                <a:lnTo>
                  <a:pt x="24115" y="84833"/>
                </a:lnTo>
                <a:lnTo>
                  <a:pt x="24760" y="84870"/>
                </a:lnTo>
                <a:lnTo>
                  <a:pt x="25411" y="84896"/>
                </a:lnTo>
                <a:lnTo>
                  <a:pt x="26070" y="84912"/>
                </a:lnTo>
                <a:lnTo>
                  <a:pt x="26736" y="84917"/>
                </a:lnTo>
                <a:lnTo>
                  <a:pt x="27722" y="84906"/>
                </a:lnTo>
                <a:lnTo>
                  <a:pt x="28692" y="84874"/>
                </a:lnTo>
                <a:lnTo>
                  <a:pt x="29645" y="84821"/>
                </a:lnTo>
                <a:close/>
                <a:moveTo>
                  <a:pt x="345065" y="20655"/>
                </a:moveTo>
                <a:lnTo>
                  <a:pt x="345065" y="104425"/>
                </a:lnTo>
                <a:lnTo>
                  <a:pt x="359409" y="104425"/>
                </a:lnTo>
                <a:lnTo>
                  <a:pt x="359409" y="86754"/>
                </a:lnTo>
                <a:lnTo>
                  <a:pt x="358951" y="71721"/>
                </a:lnTo>
                <a:lnTo>
                  <a:pt x="359306" y="71721"/>
                </a:lnTo>
                <a:lnTo>
                  <a:pt x="359353" y="72033"/>
                </a:lnTo>
                <a:lnTo>
                  <a:pt x="359457" y="72600"/>
                </a:lnTo>
                <a:lnTo>
                  <a:pt x="359576" y="73155"/>
                </a:lnTo>
                <a:lnTo>
                  <a:pt x="359711" y="73699"/>
                </a:lnTo>
                <a:lnTo>
                  <a:pt x="359863" y="74232"/>
                </a:lnTo>
                <a:lnTo>
                  <a:pt x="360030" y="74754"/>
                </a:lnTo>
                <a:lnTo>
                  <a:pt x="360213" y="75264"/>
                </a:lnTo>
                <a:lnTo>
                  <a:pt x="360413" y="75763"/>
                </a:lnTo>
                <a:lnTo>
                  <a:pt x="360628" y="76250"/>
                </a:lnTo>
                <a:lnTo>
                  <a:pt x="360859" y="76726"/>
                </a:lnTo>
                <a:lnTo>
                  <a:pt x="361106" y="77191"/>
                </a:lnTo>
                <a:lnTo>
                  <a:pt x="361369" y="77644"/>
                </a:lnTo>
                <a:lnTo>
                  <a:pt x="361648" y="78086"/>
                </a:lnTo>
                <a:lnTo>
                  <a:pt x="361942" y="78517"/>
                </a:lnTo>
                <a:lnTo>
                  <a:pt x="362253" y="78936"/>
                </a:lnTo>
                <a:lnTo>
                  <a:pt x="362580" y="79344"/>
                </a:lnTo>
                <a:lnTo>
                  <a:pt x="362922" y="79740"/>
                </a:lnTo>
                <a:lnTo>
                  <a:pt x="363281" y="80125"/>
                </a:lnTo>
                <a:lnTo>
                  <a:pt x="363655" y="80499"/>
                </a:lnTo>
                <a:lnTo>
                  <a:pt x="364044" y="80860"/>
                </a:lnTo>
                <a:lnTo>
                  <a:pt x="364443" y="81205"/>
                </a:lnTo>
                <a:lnTo>
                  <a:pt x="364853" y="81535"/>
                </a:lnTo>
                <a:lnTo>
                  <a:pt x="365275" y="81849"/>
                </a:lnTo>
                <a:lnTo>
                  <a:pt x="365708" y="82148"/>
                </a:lnTo>
                <a:lnTo>
                  <a:pt x="366152" y="82432"/>
                </a:lnTo>
                <a:lnTo>
                  <a:pt x="366607" y="82701"/>
                </a:lnTo>
                <a:lnTo>
                  <a:pt x="367073" y="82954"/>
                </a:lnTo>
                <a:lnTo>
                  <a:pt x="367550" y="83191"/>
                </a:lnTo>
                <a:lnTo>
                  <a:pt x="368039" y="83414"/>
                </a:lnTo>
                <a:lnTo>
                  <a:pt x="368539" y="83621"/>
                </a:lnTo>
                <a:lnTo>
                  <a:pt x="369049" y="83813"/>
                </a:lnTo>
                <a:lnTo>
                  <a:pt x="369571" y="83989"/>
                </a:lnTo>
                <a:lnTo>
                  <a:pt x="370105" y="84150"/>
                </a:lnTo>
                <a:lnTo>
                  <a:pt x="370649" y="84296"/>
                </a:lnTo>
                <a:lnTo>
                  <a:pt x="371204" y="84426"/>
                </a:lnTo>
                <a:lnTo>
                  <a:pt x="371771" y="84541"/>
                </a:lnTo>
                <a:lnTo>
                  <a:pt x="372349" y="84641"/>
                </a:lnTo>
                <a:lnTo>
                  <a:pt x="372937" y="84725"/>
                </a:lnTo>
                <a:lnTo>
                  <a:pt x="373538" y="84794"/>
                </a:lnTo>
                <a:lnTo>
                  <a:pt x="374149" y="84848"/>
                </a:lnTo>
                <a:lnTo>
                  <a:pt x="374771" y="84886"/>
                </a:lnTo>
                <a:lnTo>
                  <a:pt x="375405" y="84909"/>
                </a:lnTo>
                <a:lnTo>
                  <a:pt x="376049" y="84917"/>
                </a:lnTo>
                <a:lnTo>
                  <a:pt x="376582" y="84912"/>
                </a:lnTo>
                <a:lnTo>
                  <a:pt x="377108" y="84896"/>
                </a:lnTo>
                <a:lnTo>
                  <a:pt x="377629" y="84870"/>
                </a:lnTo>
                <a:lnTo>
                  <a:pt x="378143" y="84834"/>
                </a:lnTo>
                <a:lnTo>
                  <a:pt x="378652" y="84788"/>
                </a:lnTo>
                <a:lnTo>
                  <a:pt x="379155" y="84731"/>
                </a:lnTo>
                <a:lnTo>
                  <a:pt x="379651" y="84663"/>
                </a:lnTo>
                <a:lnTo>
                  <a:pt x="380142" y="84586"/>
                </a:lnTo>
                <a:lnTo>
                  <a:pt x="380627" y="84497"/>
                </a:lnTo>
                <a:lnTo>
                  <a:pt x="381106" y="84399"/>
                </a:lnTo>
                <a:lnTo>
                  <a:pt x="381578" y="84290"/>
                </a:lnTo>
                <a:lnTo>
                  <a:pt x="382045" y="84171"/>
                </a:lnTo>
                <a:lnTo>
                  <a:pt x="382506" y="84042"/>
                </a:lnTo>
                <a:lnTo>
                  <a:pt x="382961" y="83902"/>
                </a:lnTo>
                <a:lnTo>
                  <a:pt x="383410" y="83752"/>
                </a:lnTo>
                <a:lnTo>
                  <a:pt x="383852" y="83591"/>
                </a:lnTo>
                <a:lnTo>
                  <a:pt x="384289" y="83420"/>
                </a:lnTo>
                <a:lnTo>
                  <a:pt x="384720" y="83239"/>
                </a:lnTo>
                <a:lnTo>
                  <a:pt x="385145" y="83047"/>
                </a:lnTo>
                <a:lnTo>
                  <a:pt x="385564" y="82845"/>
                </a:lnTo>
                <a:lnTo>
                  <a:pt x="385977" y="82633"/>
                </a:lnTo>
                <a:lnTo>
                  <a:pt x="386384" y="82410"/>
                </a:lnTo>
                <a:lnTo>
                  <a:pt x="386785" y="82177"/>
                </a:lnTo>
                <a:lnTo>
                  <a:pt x="387180" y="81933"/>
                </a:lnTo>
                <a:lnTo>
                  <a:pt x="387569" y="81680"/>
                </a:lnTo>
                <a:lnTo>
                  <a:pt x="387950" y="81419"/>
                </a:lnTo>
                <a:lnTo>
                  <a:pt x="388323" y="81149"/>
                </a:lnTo>
                <a:lnTo>
                  <a:pt x="388690" y="80870"/>
                </a:lnTo>
                <a:lnTo>
                  <a:pt x="389049" y="80583"/>
                </a:lnTo>
                <a:lnTo>
                  <a:pt x="389400" y="80287"/>
                </a:lnTo>
                <a:lnTo>
                  <a:pt x="389744" y="79983"/>
                </a:lnTo>
                <a:lnTo>
                  <a:pt x="390081" y="79670"/>
                </a:lnTo>
                <a:lnTo>
                  <a:pt x="390410" y="79349"/>
                </a:lnTo>
                <a:lnTo>
                  <a:pt x="390732" y="79019"/>
                </a:lnTo>
                <a:lnTo>
                  <a:pt x="391047" y="78680"/>
                </a:lnTo>
                <a:lnTo>
                  <a:pt x="391354" y="78333"/>
                </a:lnTo>
                <a:lnTo>
                  <a:pt x="391654" y="77978"/>
                </a:lnTo>
                <a:lnTo>
                  <a:pt x="391947" y="77613"/>
                </a:lnTo>
                <a:lnTo>
                  <a:pt x="392232" y="77241"/>
                </a:lnTo>
                <a:lnTo>
                  <a:pt x="392510" y="76859"/>
                </a:lnTo>
                <a:lnTo>
                  <a:pt x="392780" y="76469"/>
                </a:lnTo>
                <a:lnTo>
                  <a:pt x="393043" y="76071"/>
                </a:lnTo>
                <a:lnTo>
                  <a:pt x="393299" y="75664"/>
                </a:lnTo>
                <a:lnTo>
                  <a:pt x="393547" y="75248"/>
                </a:lnTo>
                <a:lnTo>
                  <a:pt x="393788" y="74824"/>
                </a:lnTo>
                <a:lnTo>
                  <a:pt x="394021" y="74392"/>
                </a:lnTo>
                <a:lnTo>
                  <a:pt x="394248" y="73950"/>
                </a:lnTo>
                <a:lnTo>
                  <a:pt x="394466" y="73500"/>
                </a:lnTo>
                <a:lnTo>
                  <a:pt x="394677" y="73043"/>
                </a:lnTo>
                <a:lnTo>
                  <a:pt x="394879" y="72579"/>
                </a:lnTo>
                <a:lnTo>
                  <a:pt x="395072" y="72108"/>
                </a:lnTo>
                <a:lnTo>
                  <a:pt x="395255" y="71631"/>
                </a:lnTo>
                <a:lnTo>
                  <a:pt x="395430" y="71147"/>
                </a:lnTo>
                <a:lnTo>
                  <a:pt x="395596" y="70657"/>
                </a:lnTo>
                <a:lnTo>
                  <a:pt x="395753" y="70160"/>
                </a:lnTo>
                <a:lnTo>
                  <a:pt x="395901" y="69656"/>
                </a:lnTo>
                <a:lnTo>
                  <a:pt x="396040" y="69146"/>
                </a:lnTo>
                <a:lnTo>
                  <a:pt x="396170" y="68629"/>
                </a:lnTo>
                <a:lnTo>
                  <a:pt x="396291" y="68106"/>
                </a:lnTo>
                <a:lnTo>
                  <a:pt x="396403" y="67576"/>
                </a:lnTo>
                <a:lnTo>
                  <a:pt x="396506" y="67039"/>
                </a:lnTo>
                <a:lnTo>
                  <a:pt x="396601" y="66496"/>
                </a:lnTo>
                <a:lnTo>
                  <a:pt x="396686" y="65947"/>
                </a:lnTo>
                <a:lnTo>
                  <a:pt x="396762" y="65391"/>
                </a:lnTo>
                <a:lnTo>
                  <a:pt x="396829" y="64828"/>
                </a:lnTo>
                <a:lnTo>
                  <a:pt x="396888" y="64258"/>
                </a:lnTo>
                <a:lnTo>
                  <a:pt x="396937" y="63682"/>
                </a:lnTo>
                <a:lnTo>
                  <a:pt x="396977" y="63100"/>
                </a:lnTo>
                <a:lnTo>
                  <a:pt x="397009" y="62511"/>
                </a:lnTo>
                <a:lnTo>
                  <a:pt x="397031" y="61915"/>
                </a:lnTo>
                <a:lnTo>
                  <a:pt x="397045" y="61313"/>
                </a:lnTo>
                <a:lnTo>
                  <a:pt x="397049" y="60704"/>
                </a:lnTo>
                <a:lnTo>
                  <a:pt x="397049" y="43605"/>
                </a:lnTo>
                <a:lnTo>
                  <a:pt x="397039" y="42695"/>
                </a:lnTo>
                <a:lnTo>
                  <a:pt x="397009" y="41801"/>
                </a:lnTo>
                <a:lnTo>
                  <a:pt x="396959" y="40921"/>
                </a:lnTo>
                <a:lnTo>
                  <a:pt x="396890" y="40058"/>
                </a:lnTo>
                <a:lnTo>
                  <a:pt x="396800" y="39210"/>
                </a:lnTo>
                <a:lnTo>
                  <a:pt x="396690" y="38377"/>
                </a:lnTo>
                <a:lnTo>
                  <a:pt x="396561" y="37560"/>
                </a:lnTo>
                <a:lnTo>
                  <a:pt x="396411" y="36759"/>
                </a:lnTo>
                <a:lnTo>
                  <a:pt x="396242" y="35973"/>
                </a:lnTo>
                <a:lnTo>
                  <a:pt x="396053" y="35203"/>
                </a:lnTo>
                <a:lnTo>
                  <a:pt x="395844" y="34448"/>
                </a:lnTo>
                <a:lnTo>
                  <a:pt x="395615" y="33709"/>
                </a:lnTo>
                <a:lnTo>
                  <a:pt x="395365" y="32985"/>
                </a:lnTo>
                <a:lnTo>
                  <a:pt x="395097" y="32277"/>
                </a:lnTo>
                <a:lnTo>
                  <a:pt x="394808" y="31584"/>
                </a:lnTo>
                <a:lnTo>
                  <a:pt x="394499" y="30907"/>
                </a:lnTo>
                <a:lnTo>
                  <a:pt x="394170" y="30246"/>
                </a:lnTo>
                <a:lnTo>
                  <a:pt x="393821" y="29600"/>
                </a:lnTo>
                <a:lnTo>
                  <a:pt x="393453" y="28969"/>
                </a:lnTo>
                <a:lnTo>
                  <a:pt x="393064" y="28354"/>
                </a:lnTo>
                <a:lnTo>
                  <a:pt x="392656" y="27755"/>
                </a:lnTo>
                <a:lnTo>
                  <a:pt x="392227" y="27171"/>
                </a:lnTo>
                <a:lnTo>
                  <a:pt x="391779" y="26603"/>
                </a:lnTo>
                <a:lnTo>
                  <a:pt x="391311" y="26050"/>
                </a:lnTo>
                <a:lnTo>
                  <a:pt x="390826" y="25516"/>
                </a:lnTo>
                <a:lnTo>
                  <a:pt x="390328" y="25005"/>
                </a:lnTo>
                <a:lnTo>
                  <a:pt x="389817" y="24517"/>
                </a:lnTo>
                <a:lnTo>
                  <a:pt x="389293" y="24051"/>
                </a:lnTo>
                <a:lnTo>
                  <a:pt x="388756" y="23608"/>
                </a:lnTo>
                <a:lnTo>
                  <a:pt x="388205" y="23188"/>
                </a:lnTo>
                <a:lnTo>
                  <a:pt x="387642" y="22790"/>
                </a:lnTo>
                <a:lnTo>
                  <a:pt x="387065" y="22415"/>
                </a:lnTo>
                <a:lnTo>
                  <a:pt x="386475" y="22063"/>
                </a:lnTo>
                <a:lnTo>
                  <a:pt x="385872" y="21734"/>
                </a:lnTo>
                <a:lnTo>
                  <a:pt x="385256" y="21427"/>
                </a:lnTo>
                <a:lnTo>
                  <a:pt x="384626" y="21143"/>
                </a:lnTo>
                <a:lnTo>
                  <a:pt x="383984" y="20882"/>
                </a:lnTo>
                <a:lnTo>
                  <a:pt x="383328" y="20644"/>
                </a:lnTo>
                <a:lnTo>
                  <a:pt x="382660" y="20428"/>
                </a:lnTo>
                <a:lnTo>
                  <a:pt x="381978" y="20235"/>
                </a:lnTo>
                <a:lnTo>
                  <a:pt x="381283" y="20065"/>
                </a:lnTo>
                <a:lnTo>
                  <a:pt x="380574" y="19917"/>
                </a:lnTo>
                <a:lnTo>
                  <a:pt x="379853" y="19792"/>
                </a:lnTo>
                <a:lnTo>
                  <a:pt x="379119" y="19690"/>
                </a:lnTo>
                <a:lnTo>
                  <a:pt x="378371" y="19610"/>
                </a:lnTo>
                <a:lnTo>
                  <a:pt x="377610" y="19553"/>
                </a:lnTo>
                <a:lnTo>
                  <a:pt x="376836" y="19519"/>
                </a:lnTo>
                <a:lnTo>
                  <a:pt x="376049" y="19508"/>
                </a:lnTo>
                <a:lnTo>
                  <a:pt x="375405" y="19516"/>
                </a:lnTo>
                <a:lnTo>
                  <a:pt x="374771" y="19539"/>
                </a:lnTo>
                <a:lnTo>
                  <a:pt x="374149" y="19577"/>
                </a:lnTo>
                <a:lnTo>
                  <a:pt x="373538" y="19631"/>
                </a:lnTo>
                <a:lnTo>
                  <a:pt x="372937" y="19700"/>
                </a:lnTo>
                <a:lnTo>
                  <a:pt x="372349" y="19784"/>
                </a:lnTo>
                <a:lnTo>
                  <a:pt x="371771" y="19884"/>
                </a:lnTo>
                <a:lnTo>
                  <a:pt x="371204" y="19999"/>
                </a:lnTo>
                <a:lnTo>
                  <a:pt x="370649" y="20129"/>
                </a:lnTo>
                <a:lnTo>
                  <a:pt x="370105" y="20275"/>
                </a:lnTo>
                <a:lnTo>
                  <a:pt x="369571" y="20436"/>
                </a:lnTo>
                <a:lnTo>
                  <a:pt x="369049" y="20612"/>
                </a:lnTo>
                <a:lnTo>
                  <a:pt x="368539" y="20804"/>
                </a:lnTo>
                <a:lnTo>
                  <a:pt x="368039" y="21011"/>
                </a:lnTo>
                <a:lnTo>
                  <a:pt x="367550" y="21234"/>
                </a:lnTo>
                <a:lnTo>
                  <a:pt x="367073" y="21471"/>
                </a:lnTo>
                <a:lnTo>
                  <a:pt x="366607" y="21725"/>
                </a:lnTo>
                <a:lnTo>
                  <a:pt x="366152" y="21993"/>
                </a:lnTo>
                <a:lnTo>
                  <a:pt x="365708" y="22277"/>
                </a:lnTo>
                <a:lnTo>
                  <a:pt x="365275" y="22576"/>
                </a:lnTo>
                <a:lnTo>
                  <a:pt x="364853" y="22890"/>
                </a:lnTo>
                <a:lnTo>
                  <a:pt x="364443" y="23220"/>
                </a:lnTo>
                <a:lnTo>
                  <a:pt x="364044" y="23565"/>
                </a:lnTo>
                <a:lnTo>
                  <a:pt x="363655" y="23926"/>
                </a:lnTo>
                <a:lnTo>
                  <a:pt x="363281" y="24300"/>
                </a:lnTo>
                <a:lnTo>
                  <a:pt x="362922" y="24685"/>
                </a:lnTo>
                <a:lnTo>
                  <a:pt x="362580" y="25081"/>
                </a:lnTo>
                <a:lnTo>
                  <a:pt x="362253" y="25489"/>
                </a:lnTo>
                <a:lnTo>
                  <a:pt x="361942" y="25909"/>
                </a:lnTo>
                <a:lnTo>
                  <a:pt x="361648" y="26339"/>
                </a:lnTo>
                <a:lnTo>
                  <a:pt x="361369" y="26781"/>
                </a:lnTo>
                <a:lnTo>
                  <a:pt x="361106" y="27234"/>
                </a:lnTo>
                <a:lnTo>
                  <a:pt x="360859" y="27699"/>
                </a:lnTo>
                <a:lnTo>
                  <a:pt x="360628" y="28175"/>
                </a:lnTo>
                <a:lnTo>
                  <a:pt x="360413" y="28663"/>
                </a:lnTo>
                <a:lnTo>
                  <a:pt x="360213" y="29161"/>
                </a:lnTo>
                <a:lnTo>
                  <a:pt x="360030" y="29671"/>
                </a:lnTo>
                <a:lnTo>
                  <a:pt x="359863" y="30193"/>
                </a:lnTo>
                <a:lnTo>
                  <a:pt x="359711" y="30726"/>
                </a:lnTo>
                <a:lnTo>
                  <a:pt x="359576" y="31270"/>
                </a:lnTo>
                <a:lnTo>
                  <a:pt x="359457" y="31826"/>
                </a:lnTo>
                <a:lnTo>
                  <a:pt x="359353" y="32392"/>
                </a:lnTo>
                <a:lnTo>
                  <a:pt x="359306" y="32704"/>
                </a:lnTo>
                <a:lnTo>
                  <a:pt x="359066" y="32704"/>
                </a:lnTo>
                <a:lnTo>
                  <a:pt x="359066" y="20655"/>
                </a:lnTo>
                <a:lnTo>
                  <a:pt x="345065" y="20655"/>
                </a:lnTo>
                <a:close/>
                <a:moveTo>
                  <a:pt x="369687" y="72472"/>
                </a:moveTo>
                <a:lnTo>
                  <a:pt x="369265" y="72433"/>
                </a:lnTo>
                <a:lnTo>
                  <a:pt x="368852" y="72382"/>
                </a:lnTo>
                <a:lnTo>
                  <a:pt x="368446" y="72319"/>
                </a:lnTo>
                <a:lnTo>
                  <a:pt x="368048" y="72245"/>
                </a:lnTo>
                <a:lnTo>
                  <a:pt x="367659" y="72160"/>
                </a:lnTo>
                <a:lnTo>
                  <a:pt x="367277" y="72064"/>
                </a:lnTo>
                <a:lnTo>
                  <a:pt x="366903" y="71956"/>
                </a:lnTo>
                <a:lnTo>
                  <a:pt x="366537" y="71837"/>
                </a:lnTo>
                <a:lnTo>
                  <a:pt x="366180" y="71706"/>
                </a:lnTo>
                <a:lnTo>
                  <a:pt x="365830" y="71564"/>
                </a:lnTo>
                <a:lnTo>
                  <a:pt x="365488" y="71411"/>
                </a:lnTo>
                <a:lnTo>
                  <a:pt x="365154" y="71246"/>
                </a:lnTo>
                <a:lnTo>
                  <a:pt x="364828" y="71070"/>
                </a:lnTo>
                <a:lnTo>
                  <a:pt x="364510" y="70883"/>
                </a:lnTo>
                <a:lnTo>
                  <a:pt x="364200" y="70685"/>
                </a:lnTo>
                <a:lnTo>
                  <a:pt x="363898" y="70475"/>
                </a:lnTo>
                <a:lnTo>
                  <a:pt x="363604" y="70253"/>
                </a:lnTo>
                <a:lnTo>
                  <a:pt x="363317" y="70020"/>
                </a:lnTo>
                <a:lnTo>
                  <a:pt x="363039" y="69776"/>
                </a:lnTo>
                <a:lnTo>
                  <a:pt x="362769" y="69521"/>
                </a:lnTo>
                <a:lnTo>
                  <a:pt x="362507" y="69254"/>
                </a:lnTo>
                <a:lnTo>
                  <a:pt x="362254" y="68977"/>
                </a:lnTo>
                <a:lnTo>
                  <a:pt x="362012" y="68691"/>
                </a:lnTo>
                <a:lnTo>
                  <a:pt x="361781" y="68396"/>
                </a:lnTo>
                <a:lnTo>
                  <a:pt x="361560" y="68092"/>
                </a:lnTo>
                <a:lnTo>
                  <a:pt x="361351" y="67779"/>
                </a:lnTo>
                <a:lnTo>
                  <a:pt x="361152" y="67458"/>
                </a:lnTo>
                <a:lnTo>
                  <a:pt x="360963" y="67127"/>
                </a:lnTo>
                <a:lnTo>
                  <a:pt x="360786" y="66787"/>
                </a:lnTo>
                <a:lnTo>
                  <a:pt x="360619" y="66438"/>
                </a:lnTo>
                <a:lnTo>
                  <a:pt x="360463" y="66080"/>
                </a:lnTo>
                <a:lnTo>
                  <a:pt x="360318" y="65714"/>
                </a:lnTo>
                <a:lnTo>
                  <a:pt x="360184" y="65338"/>
                </a:lnTo>
                <a:lnTo>
                  <a:pt x="360060" y="64954"/>
                </a:lnTo>
                <a:lnTo>
                  <a:pt x="359947" y="64560"/>
                </a:lnTo>
                <a:lnTo>
                  <a:pt x="359845" y="64157"/>
                </a:lnTo>
                <a:lnTo>
                  <a:pt x="359753" y="63746"/>
                </a:lnTo>
                <a:lnTo>
                  <a:pt x="359673" y="63326"/>
                </a:lnTo>
                <a:lnTo>
                  <a:pt x="359603" y="62896"/>
                </a:lnTo>
                <a:lnTo>
                  <a:pt x="359544" y="62458"/>
                </a:lnTo>
                <a:lnTo>
                  <a:pt x="359495" y="62010"/>
                </a:lnTo>
                <a:lnTo>
                  <a:pt x="359458" y="61554"/>
                </a:lnTo>
                <a:lnTo>
                  <a:pt x="359431" y="61089"/>
                </a:lnTo>
                <a:lnTo>
                  <a:pt x="359415" y="60615"/>
                </a:lnTo>
                <a:lnTo>
                  <a:pt x="359409" y="60132"/>
                </a:lnTo>
                <a:lnTo>
                  <a:pt x="359409" y="44295"/>
                </a:lnTo>
                <a:lnTo>
                  <a:pt x="359415" y="43812"/>
                </a:lnTo>
                <a:lnTo>
                  <a:pt x="359431" y="43338"/>
                </a:lnTo>
                <a:lnTo>
                  <a:pt x="359458" y="42872"/>
                </a:lnTo>
                <a:lnTo>
                  <a:pt x="359495" y="42416"/>
                </a:lnTo>
                <a:lnTo>
                  <a:pt x="359544" y="41969"/>
                </a:lnTo>
                <a:lnTo>
                  <a:pt x="359603" y="41530"/>
                </a:lnTo>
                <a:lnTo>
                  <a:pt x="359673" y="41101"/>
                </a:lnTo>
                <a:lnTo>
                  <a:pt x="359753" y="40680"/>
                </a:lnTo>
                <a:lnTo>
                  <a:pt x="359845" y="40269"/>
                </a:lnTo>
                <a:lnTo>
                  <a:pt x="359947" y="39866"/>
                </a:lnTo>
                <a:lnTo>
                  <a:pt x="360060" y="39472"/>
                </a:lnTo>
                <a:lnTo>
                  <a:pt x="360184" y="39088"/>
                </a:lnTo>
                <a:lnTo>
                  <a:pt x="360318" y="38712"/>
                </a:lnTo>
                <a:lnTo>
                  <a:pt x="360463" y="38346"/>
                </a:lnTo>
                <a:lnTo>
                  <a:pt x="360619" y="37988"/>
                </a:lnTo>
                <a:lnTo>
                  <a:pt x="360786" y="37639"/>
                </a:lnTo>
                <a:lnTo>
                  <a:pt x="360963" y="37299"/>
                </a:lnTo>
                <a:lnTo>
                  <a:pt x="361152" y="36969"/>
                </a:lnTo>
                <a:lnTo>
                  <a:pt x="361351" y="36647"/>
                </a:lnTo>
                <a:lnTo>
                  <a:pt x="361560" y="36334"/>
                </a:lnTo>
                <a:lnTo>
                  <a:pt x="361781" y="36030"/>
                </a:lnTo>
                <a:lnTo>
                  <a:pt x="362012" y="35735"/>
                </a:lnTo>
                <a:lnTo>
                  <a:pt x="362254" y="35449"/>
                </a:lnTo>
                <a:lnTo>
                  <a:pt x="362507" y="35173"/>
                </a:lnTo>
                <a:lnTo>
                  <a:pt x="362769" y="34906"/>
                </a:lnTo>
                <a:lnTo>
                  <a:pt x="363039" y="34650"/>
                </a:lnTo>
                <a:lnTo>
                  <a:pt x="363317" y="34406"/>
                </a:lnTo>
                <a:lnTo>
                  <a:pt x="363604" y="34173"/>
                </a:lnTo>
                <a:lnTo>
                  <a:pt x="363898" y="33952"/>
                </a:lnTo>
                <a:lnTo>
                  <a:pt x="364200" y="33742"/>
                </a:lnTo>
                <a:lnTo>
                  <a:pt x="364510" y="33543"/>
                </a:lnTo>
                <a:lnTo>
                  <a:pt x="364828" y="33355"/>
                </a:lnTo>
                <a:lnTo>
                  <a:pt x="365154" y="33179"/>
                </a:lnTo>
                <a:lnTo>
                  <a:pt x="365488" y="33015"/>
                </a:lnTo>
                <a:lnTo>
                  <a:pt x="365830" y="32861"/>
                </a:lnTo>
                <a:lnTo>
                  <a:pt x="366180" y="32719"/>
                </a:lnTo>
                <a:lnTo>
                  <a:pt x="366537" y="32589"/>
                </a:lnTo>
                <a:lnTo>
                  <a:pt x="366903" y="32470"/>
                </a:lnTo>
                <a:lnTo>
                  <a:pt x="367277" y="32362"/>
                </a:lnTo>
                <a:lnTo>
                  <a:pt x="367659" y="32265"/>
                </a:lnTo>
                <a:lnTo>
                  <a:pt x="368048" y="32180"/>
                </a:lnTo>
                <a:lnTo>
                  <a:pt x="368446" y="32106"/>
                </a:lnTo>
                <a:lnTo>
                  <a:pt x="368852" y="32044"/>
                </a:lnTo>
                <a:lnTo>
                  <a:pt x="369265" y="31993"/>
                </a:lnTo>
                <a:lnTo>
                  <a:pt x="369687" y="31953"/>
                </a:lnTo>
                <a:lnTo>
                  <a:pt x="370116" y="31924"/>
                </a:lnTo>
                <a:lnTo>
                  <a:pt x="370554" y="31907"/>
                </a:lnTo>
                <a:lnTo>
                  <a:pt x="370999" y="31902"/>
                </a:lnTo>
                <a:lnTo>
                  <a:pt x="371454" y="31907"/>
                </a:lnTo>
                <a:lnTo>
                  <a:pt x="371901" y="31924"/>
                </a:lnTo>
                <a:lnTo>
                  <a:pt x="372339" y="31952"/>
                </a:lnTo>
                <a:lnTo>
                  <a:pt x="372768" y="31991"/>
                </a:lnTo>
                <a:lnTo>
                  <a:pt x="373190" y="32041"/>
                </a:lnTo>
                <a:lnTo>
                  <a:pt x="373603" y="32103"/>
                </a:lnTo>
                <a:lnTo>
                  <a:pt x="374008" y="32175"/>
                </a:lnTo>
                <a:lnTo>
                  <a:pt x="374404" y="32259"/>
                </a:lnTo>
                <a:lnTo>
                  <a:pt x="374792" y="32354"/>
                </a:lnTo>
                <a:lnTo>
                  <a:pt x="375171" y="32460"/>
                </a:lnTo>
                <a:lnTo>
                  <a:pt x="375542" y="32577"/>
                </a:lnTo>
                <a:lnTo>
                  <a:pt x="375905" y="32705"/>
                </a:lnTo>
                <a:lnTo>
                  <a:pt x="376260" y="32844"/>
                </a:lnTo>
                <a:lnTo>
                  <a:pt x="376606" y="32995"/>
                </a:lnTo>
                <a:lnTo>
                  <a:pt x="376943" y="33157"/>
                </a:lnTo>
                <a:lnTo>
                  <a:pt x="377273" y="33330"/>
                </a:lnTo>
                <a:lnTo>
                  <a:pt x="377593" y="33514"/>
                </a:lnTo>
                <a:lnTo>
                  <a:pt x="377906" y="33709"/>
                </a:lnTo>
                <a:lnTo>
                  <a:pt x="378210" y="33915"/>
                </a:lnTo>
                <a:lnTo>
                  <a:pt x="378506" y="34133"/>
                </a:lnTo>
                <a:lnTo>
                  <a:pt x="378793" y="34362"/>
                </a:lnTo>
                <a:lnTo>
                  <a:pt x="379072" y="34602"/>
                </a:lnTo>
                <a:lnTo>
                  <a:pt x="379343" y="34853"/>
                </a:lnTo>
                <a:lnTo>
                  <a:pt x="379605" y="35115"/>
                </a:lnTo>
                <a:lnTo>
                  <a:pt x="379858" y="35387"/>
                </a:lnTo>
                <a:lnTo>
                  <a:pt x="380100" y="35669"/>
                </a:lnTo>
                <a:lnTo>
                  <a:pt x="380332" y="35961"/>
                </a:lnTo>
                <a:lnTo>
                  <a:pt x="380552" y="36262"/>
                </a:lnTo>
                <a:lnTo>
                  <a:pt x="380762" y="36573"/>
                </a:lnTo>
                <a:lnTo>
                  <a:pt x="380961" y="36893"/>
                </a:lnTo>
                <a:lnTo>
                  <a:pt x="381150" y="37223"/>
                </a:lnTo>
                <a:lnTo>
                  <a:pt x="381327" y="37563"/>
                </a:lnTo>
                <a:lnTo>
                  <a:pt x="381494" y="37912"/>
                </a:lnTo>
                <a:lnTo>
                  <a:pt x="381650" y="38271"/>
                </a:lnTo>
                <a:lnTo>
                  <a:pt x="381795" y="38639"/>
                </a:lnTo>
                <a:lnTo>
                  <a:pt x="381930" y="39016"/>
                </a:lnTo>
                <a:lnTo>
                  <a:pt x="382054" y="39404"/>
                </a:lnTo>
                <a:lnTo>
                  <a:pt x="382167" y="39801"/>
                </a:lnTo>
                <a:lnTo>
                  <a:pt x="382269" y="40207"/>
                </a:lnTo>
                <a:lnTo>
                  <a:pt x="382360" y="40623"/>
                </a:lnTo>
                <a:lnTo>
                  <a:pt x="382441" y="41049"/>
                </a:lnTo>
                <a:lnTo>
                  <a:pt x="382511" y="41484"/>
                </a:lnTo>
                <a:lnTo>
                  <a:pt x="382570" y="41928"/>
                </a:lnTo>
                <a:lnTo>
                  <a:pt x="382619" y="42383"/>
                </a:lnTo>
                <a:lnTo>
                  <a:pt x="382656" y="42847"/>
                </a:lnTo>
                <a:lnTo>
                  <a:pt x="382683" y="43320"/>
                </a:lnTo>
                <a:lnTo>
                  <a:pt x="382699" y="43803"/>
                </a:lnTo>
                <a:lnTo>
                  <a:pt x="382705" y="44295"/>
                </a:lnTo>
                <a:lnTo>
                  <a:pt x="382705" y="60132"/>
                </a:lnTo>
                <a:lnTo>
                  <a:pt x="382699" y="60624"/>
                </a:lnTo>
                <a:lnTo>
                  <a:pt x="382683" y="61107"/>
                </a:lnTo>
                <a:lnTo>
                  <a:pt x="382656" y="61580"/>
                </a:lnTo>
                <a:lnTo>
                  <a:pt x="382619" y="62044"/>
                </a:lnTo>
                <a:lnTo>
                  <a:pt x="382570" y="62498"/>
                </a:lnTo>
                <a:lnTo>
                  <a:pt x="382511" y="62942"/>
                </a:lnTo>
                <a:lnTo>
                  <a:pt x="382441" y="63377"/>
                </a:lnTo>
                <a:lnTo>
                  <a:pt x="382360" y="63803"/>
                </a:lnTo>
                <a:lnTo>
                  <a:pt x="382269" y="64219"/>
                </a:lnTo>
                <a:lnTo>
                  <a:pt x="382167" y="64625"/>
                </a:lnTo>
                <a:lnTo>
                  <a:pt x="382054" y="65022"/>
                </a:lnTo>
                <a:lnTo>
                  <a:pt x="381930" y="65409"/>
                </a:lnTo>
                <a:lnTo>
                  <a:pt x="381795" y="65787"/>
                </a:lnTo>
                <a:lnTo>
                  <a:pt x="381650" y="66155"/>
                </a:lnTo>
                <a:lnTo>
                  <a:pt x="381494" y="66513"/>
                </a:lnTo>
                <a:lnTo>
                  <a:pt x="381327" y="66862"/>
                </a:lnTo>
                <a:lnTo>
                  <a:pt x="381150" y="67202"/>
                </a:lnTo>
                <a:lnTo>
                  <a:pt x="380961" y="67532"/>
                </a:lnTo>
                <a:lnTo>
                  <a:pt x="380762" y="67852"/>
                </a:lnTo>
                <a:lnTo>
                  <a:pt x="380552" y="68163"/>
                </a:lnTo>
                <a:lnTo>
                  <a:pt x="380332" y="68464"/>
                </a:lnTo>
                <a:lnTo>
                  <a:pt x="380100" y="68756"/>
                </a:lnTo>
                <a:lnTo>
                  <a:pt x="379858" y="69038"/>
                </a:lnTo>
                <a:lnTo>
                  <a:pt x="379605" y="69310"/>
                </a:lnTo>
                <a:lnTo>
                  <a:pt x="379343" y="69572"/>
                </a:lnTo>
                <a:lnTo>
                  <a:pt x="379072" y="69824"/>
                </a:lnTo>
                <a:lnTo>
                  <a:pt x="378793" y="70063"/>
                </a:lnTo>
                <a:lnTo>
                  <a:pt x="378506" y="70292"/>
                </a:lnTo>
                <a:lnTo>
                  <a:pt x="378210" y="70510"/>
                </a:lnTo>
                <a:lnTo>
                  <a:pt x="377906" y="70716"/>
                </a:lnTo>
                <a:lnTo>
                  <a:pt x="377593" y="70911"/>
                </a:lnTo>
                <a:lnTo>
                  <a:pt x="377273" y="71095"/>
                </a:lnTo>
                <a:lnTo>
                  <a:pt x="376943" y="71268"/>
                </a:lnTo>
                <a:lnTo>
                  <a:pt x="376606" y="71430"/>
                </a:lnTo>
                <a:lnTo>
                  <a:pt x="376260" y="71581"/>
                </a:lnTo>
                <a:lnTo>
                  <a:pt x="375905" y="71720"/>
                </a:lnTo>
                <a:lnTo>
                  <a:pt x="375542" y="71848"/>
                </a:lnTo>
                <a:lnTo>
                  <a:pt x="375171" y="71966"/>
                </a:lnTo>
                <a:lnTo>
                  <a:pt x="374792" y="72072"/>
                </a:lnTo>
                <a:lnTo>
                  <a:pt x="374404" y="72166"/>
                </a:lnTo>
                <a:lnTo>
                  <a:pt x="374008" y="72250"/>
                </a:lnTo>
                <a:lnTo>
                  <a:pt x="373603" y="72323"/>
                </a:lnTo>
                <a:lnTo>
                  <a:pt x="373190" y="72384"/>
                </a:lnTo>
                <a:lnTo>
                  <a:pt x="372768" y="72434"/>
                </a:lnTo>
                <a:lnTo>
                  <a:pt x="372339" y="72473"/>
                </a:lnTo>
                <a:lnTo>
                  <a:pt x="371901" y="72501"/>
                </a:lnTo>
                <a:lnTo>
                  <a:pt x="371454" y="72518"/>
                </a:lnTo>
                <a:lnTo>
                  <a:pt x="370999" y="72523"/>
                </a:lnTo>
                <a:lnTo>
                  <a:pt x="370554" y="72518"/>
                </a:lnTo>
                <a:lnTo>
                  <a:pt x="370116" y="72501"/>
                </a:lnTo>
                <a:lnTo>
                  <a:pt x="369687" y="72472"/>
                </a:lnTo>
                <a:close/>
                <a:moveTo>
                  <a:pt x="454426" y="20655"/>
                </a:moveTo>
                <a:lnTo>
                  <a:pt x="443410" y="52902"/>
                </a:lnTo>
                <a:lnTo>
                  <a:pt x="443333" y="53123"/>
                </a:lnTo>
                <a:lnTo>
                  <a:pt x="443257" y="53349"/>
                </a:lnTo>
                <a:lnTo>
                  <a:pt x="443180" y="53578"/>
                </a:lnTo>
                <a:lnTo>
                  <a:pt x="443104" y="53811"/>
                </a:lnTo>
                <a:lnTo>
                  <a:pt x="443028" y="54048"/>
                </a:lnTo>
                <a:lnTo>
                  <a:pt x="442951" y="54289"/>
                </a:lnTo>
                <a:lnTo>
                  <a:pt x="442875" y="54534"/>
                </a:lnTo>
                <a:lnTo>
                  <a:pt x="442798" y="54782"/>
                </a:lnTo>
                <a:lnTo>
                  <a:pt x="442722" y="55034"/>
                </a:lnTo>
                <a:lnTo>
                  <a:pt x="442645" y="55290"/>
                </a:lnTo>
                <a:lnTo>
                  <a:pt x="442568" y="55550"/>
                </a:lnTo>
                <a:lnTo>
                  <a:pt x="442492" y="55813"/>
                </a:lnTo>
                <a:lnTo>
                  <a:pt x="442415" y="56080"/>
                </a:lnTo>
                <a:lnTo>
                  <a:pt x="442339" y="56351"/>
                </a:lnTo>
                <a:lnTo>
                  <a:pt x="442262" y="56626"/>
                </a:lnTo>
                <a:lnTo>
                  <a:pt x="442186" y="56905"/>
                </a:lnTo>
                <a:lnTo>
                  <a:pt x="442109" y="57187"/>
                </a:lnTo>
                <a:lnTo>
                  <a:pt x="442033" y="57473"/>
                </a:lnTo>
                <a:lnTo>
                  <a:pt x="441956" y="57763"/>
                </a:lnTo>
                <a:lnTo>
                  <a:pt x="441879" y="58057"/>
                </a:lnTo>
                <a:lnTo>
                  <a:pt x="441803" y="58355"/>
                </a:lnTo>
                <a:lnTo>
                  <a:pt x="441726" y="58656"/>
                </a:lnTo>
                <a:lnTo>
                  <a:pt x="441650" y="58961"/>
                </a:lnTo>
                <a:lnTo>
                  <a:pt x="441573" y="59270"/>
                </a:lnTo>
                <a:lnTo>
                  <a:pt x="441497" y="59579"/>
                </a:lnTo>
                <a:lnTo>
                  <a:pt x="441423" y="59882"/>
                </a:lnTo>
                <a:lnTo>
                  <a:pt x="441349" y="60182"/>
                </a:lnTo>
                <a:lnTo>
                  <a:pt x="441277" y="60477"/>
                </a:lnTo>
                <a:lnTo>
                  <a:pt x="441206" y="60767"/>
                </a:lnTo>
                <a:lnTo>
                  <a:pt x="441136" y="61052"/>
                </a:lnTo>
                <a:lnTo>
                  <a:pt x="441067" y="61333"/>
                </a:lnTo>
                <a:lnTo>
                  <a:pt x="441000" y="61610"/>
                </a:lnTo>
                <a:lnTo>
                  <a:pt x="440933" y="61882"/>
                </a:lnTo>
                <a:lnTo>
                  <a:pt x="440868" y="62149"/>
                </a:lnTo>
                <a:lnTo>
                  <a:pt x="440804" y="62412"/>
                </a:lnTo>
                <a:lnTo>
                  <a:pt x="440741" y="62670"/>
                </a:lnTo>
                <a:lnTo>
                  <a:pt x="440680" y="62923"/>
                </a:lnTo>
                <a:lnTo>
                  <a:pt x="440619" y="63172"/>
                </a:lnTo>
                <a:lnTo>
                  <a:pt x="440560" y="63416"/>
                </a:lnTo>
                <a:lnTo>
                  <a:pt x="440502" y="63656"/>
                </a:lnTo>
                <a:lnTo>
                  <a:pt x="440445" y="63891"/>
                </a:lnTo>
                <a:lnTo>
                  <a:pt x="440390" y="64122"/>
                </a:lnTo>
                <a:lnTo>
                  <a:pt x="440335" y="64348"/>
                </a:lnTo>
                <a:lnTo>
                  <a:pt x="440282" y="64569"/>
                </a:lnTo>
                <a:lnTo>
                  <a:pt x="440230" y="64786"/>
                </a:lnTo>
                <a:lnTo>
                  <a:pt x="440179" y="64998"/>
                </a:lnTo>
                <a:lnTo>
                  <a:pt x="440130" y="65206"/>
                </a:lnTo>
                <a:lnTo>
                  <a:pt x="440081" y="65409"/>
                </a:lnTo>
                <a:lnTo>
                  <a:pt x="440042" y="65206"/>
                </a:lnTo>
                <a:lnTo>
                  <a:pt x="440002" y="64998"/>
                </a:lnTo>
                <a:lnTo>
                  <a:pt x="439959" y="64786"/>
                </a:lnTo>
                <a:lnTo>
                  <a:pt x="439916" y="64569"/>
                </a:lnTo>
                <a:lnTo>
                  <a:pt x="439870" y="64348"/>
                </a:lnTo>
                <a:lnTo>
                  <a:pt x="439823" y="64122"/>
                </a:lnTo>
                <a:lnTo>
                  <a:pt x="439775" y="63891"/>
                </a:lnTo>
                <a:lnTo>
                  <a:pt x="439724" y="63656"/>
                </a:lnTo>
                <a:lnTo>
                  <a:pt x="439673" y="63416"/>
                </a:lnTo>
                <a:lnTo>
                  <a:pt x="439619" y="63172"/>
                </a:lnTo>
                <a:lnTo>
                  <a:pt x="439564" y="62923"/>
                </a:lnTo>
                <a:lnTo>
                  <a:pt x="439508" y="62670"/>
                </a:lnTo>
                <a:lnTo>
                  <a:pt x="439450" y="62412"/>
                </a:lnTo>
                <a:lnTo>
                  <a:pt x="439390" y="62149"/>
                </a:lnTo>
                <a:lnTo>
                  <a:pt x="439329" y="61882"/>
                </a:lnTo>
                <a:lnTo>
                  <a:pt x="439266" y="61610"/>
                </a:lnTo>
                <a:lnTo>
                  <a:pt x="439201" y="61333"/>
                </a:lnTo>
                <a:lnTo>
                  <a:pt x="439135" y="61052"/>
                </a:lnTo>
                <a:lnTo>
                  <a:pt x="439067" y="60767"/>
                </a:lnTo>
                <a:lnTo>
                  <a:pt x="438998" y="60477"/>
                </a:lnTo>
                <a:lnTo>
                  <a:pt x="438927" y="60182"/>
                </a:lnTo>
                <a:lnTo>
                  <a:pt x="438855" y="59882"/>
                </a:lnTo>
                <a:lnTo>
                  <a:pt x="438781" y="59579"/>
                </a:lnTo>
                <a:lnTo>
                  <a:pt x="438705" y="59270"/>
                </a:lnTo>
                <a:lnTo>
                  <a:pt x="438628" y="58961"/>
                </a:lnTo>
                <a:lnTo>
                  <a:pt x="438552" y="58656"/>
                </a:lnTo>
                <a:lnTo>
                  <a:pt x="438476" y="58355"/>
                </a:lnTo>
                <a:lnTo>
                  <a:pt x="438399" y="58057"/>
                </a:lnTo>
                <a:lnTo>
                  <a:pt x="438323" y="57763"/>
                </a:lnTo>
                <a:lnTo>
                  <a:pt x="438246" y="57473"/>
                </a:lnTo>
                <a:lnTo>
                  <a:pt x="438170" y="57187"/>
                </a:lnTo>
                <a:lnTo>
                  <a:pt x="438093" y="56905"/>
                </a:lnTo>
                <a:lnTo>
                  <a:pt x="438017" y="56626"/>
                </a:lnTo>
                <a:lnTo>
                  <a:pt x="437940" y="56351"/>
                </a:lnTo>
                <a:lnTo>
                  <a:pt x="437863" y="56080"/>
                </a:lnTo>
                <a:lnTo>
                  <a:pt x="437787" y="55813"/>
                </a:lnTo>
                <a:lnTo>
                  <a:pt x="437710" y="55550"/>
                </a:lnTo>
                <a:lnTo>
                  <a:pt x="437634" y="55290"/>
                </a:lnTo>
                <a:lnTo>
                  <a:pt x="437557" y="55034"/>
                </a:lnTo>
                <a:lnTo>
                  <a:pt x="437481" y="54782"/>
                </a:lnTo>
                <a:lnTo>
                  <a:pt x="437404" y="54534"/>
                </a:lnTo>
                <a:lnTo>
                  <a:pt x="437328" y="54289"/>
                </a:lnTo>
                <a:lnTo>
                  <a:pt x="437251" y="54048"/>
                </a:lnTo>
                <a:lnTo>
                  <a:pt x="437174" y="53811"/>
                </a:lnTo>
                <a:lnTo>
                  <a:pt x="437098" y="53578"/>
                </a:lnTo>
                <a:lnTo>
                  <a:pt x="437021" y="53349"/>
                </a:lnTo>
                <a:lnTo>
                  <a:pt x="436945" y="53123"/>
                </a:lnTo>
                <a:lnTo>
                  <a:pt x="436868" y="52902"/>
                </a:lnTo>
                <a:lnTo>
                  <a:pt x="425164" y="20655"/>
                </a:lnTo>
                <a:lnTo>
                  <a:pt x="409442" y="20655"/>
                </a:lnTo>
                <a:lnTo>
                  <a:pt x="432967" y="80328"/>
                </a:lnTo>
                <a:lnTo>
                  <a:pt x="424131" y="104425"/>
                </a:lnTo>
                <a:lnTo>
                  <a:pt x="439164" y="104425"/>
                </a:lnTo>
                <a:lnTo>
                  <a:pt x="469574" y="20655"/>
                </a:lnTo>
                <a:lnTo>
                  <a:pt x="454426" y="20655"/>
                </a:lnTo>
                <a:close/>
                <a:moveTo>
                  <a:pt x="303392" y="84837"/>
                </a:moveTo>
                <a:lnTo>
                  <a:pt x="303772" y="84793"/>
                </a:lnTo>
                <a:lnTo>
                  <a:pt x="304145" y="84738"/>
                </a:lnTo>
                <a:lnTo>
                  <a:pt x="304511" y="84673"/>
                </a:lnTo>
                <a:lnTo>
                  <a:pt x="304870" y="84598"/>
                </a:lnTo>
                <a:lnTo>
                  <a:pt x="305222" y="84514"/>
                </a:lnTo>
                <a:lnTo>
                  <a:pt x="305567" y="84419"/>
                </a:lnTo>
                <a:lnTo>
                  <a:pt x="305905" y="84315"/>
                </a:lnTo>
                <a:lnTo>
                  <a:pt x="306236" y="84200"/>
                </a:lnTo>
                <a:lnTo>
                  <a:pt x="306560" y="84076"/>
                </a:lnTo>
                <a:lnTo>
                  <a:pt x="306877" y="83941"/>
                </a:lnTo>
                <a:lnTo>
                  <a:pt x="307187" y="83797"/>
                </a:lnTo>
                <a:lnTo>
                  <a:pt x="307490" y="83642"/>
                </a:lnTo>
                <a:lnTo>
                  <a:pt x="307786" y="83478"/>
                </a:lnTo>
                <a:lnTo>
                  <a:pt x="308075" y="83304"/>
                </a:lnTo>
                <a:lnTo>
                  <a:pt x="308357" y="83120"/>
                </a:lnTo>
                <a:lnTo>
                  <a:pt x="308633" y="82925"/>
                </a:lnTo>
                <a:lnTo>
                  <a:pt x="308901" y="82721"/>
                </a:lnTo>
                <a:lnTo>
                  <a:pt x="309162" y="82507"/>
                </a:lnTo>
                <a:lnTo>
                  <a:pt x="309416" y="82283"/>
                </a:lnTo>
                <a:lnTo>
                  <a:pt x="309664" y="82049"/>
                </a:lnTo>
                <a:lnTo>
                  <a:pt x="309902" y="81806"/>
                </a:lnTo>
                <a:lnTo>
                  <a:pt x="310131" y="81557"/>
                </a:lnTo>
                <a:lnTo>
                  <a:pt x="310349" y="81300"/>
                </a:lnTo>
                <a:lnTo>
                  <a:pt x="310558" y="81035"/>
                </a:lnTo>
                <a:lnTo>
                  <a:pt x="310756" y="80764"/>
                </a:lnTo>
                <a:lnTo>
                  <a:pt x="310944" y="80486"/>
                </a:lnTo>
                <a:lnTo>
                  <a:pt x="311122" y="80200"/>
                </a:lnTo>
                <a:lnTo>
                  <a:pt x="311289" y="79907"/>
                </a:lnTo>
                <a:lnTo>
                  <a:pt x="311447" y="79607"/>
                </a:lnTo>
                <a:lnTo>
                  <a:pt x="311594" y="79300"/>
                </a:lnTo>
                <a:lnTo>
                  <a:pt x="311731" y="78986"/>
                </a:lnTo>
                <a:lnTo>
                  <a:pt x="311858" y="78664"/>
                </a:lnTo>
                <a:lnTo>
                  <a:pt x="311975" y="78336"/>
                </a:lnTo>
                <a:lnTo>
                  <a:pt x="312082" y="78000"/>
                </a:lnTo>
                <a:lnTo>
                  <a:pt x="312178" y="77657"/>
                </a:lnTo>
                <a:lnTo>
                  <a:pt x="312265" y="77306"/>
                </a:lnTo>
                <a:lnTo>
                  <a:pt x="312341" y="76949"/>
                </a:lnTo>
                <a:lnTo>
                  <a:pt x="312407" y="76584"/>
                </a:lnTo>
                <a:lnTo>
                  <a:pt x="312463" y="76213"/>
                </a:lnTo>
                <a:lnTo>
                  <a:pt x="312508" y="75834"/>
                </a:lnTo>
                <a:lnTo>
                  <a:pt x="312544" y="75448"/>
                </a:lnTo>
                <a:lnTo>
                  <a:pt x="312569" y="75054"/>
                </a:lnTo>
                <a:lnTo>
                  <a:pt x="312585" y="74654"/>
                </a:lnTo>
                <a:lnTo>
                  <a:pt x="312590" y="74246"/>
                </a:lnTo>
                <a:lnTo>
                  <a:pt x="312585" y="73839"/>
                </a:lnTo>
                <a:lnTo>
                  <a:pt x="312569" y="73438"/>
                </a:lnTo>
                <a:lnTo>
                  <a:pt x="312544" y="73044"/>
                </a:lnTo>
                <a:lnTo>
                  <a:pt x="312508" y="72657"/>
                </a:lnTo>
                <a:lnTo>
                  <a:pt x="312463" y="72277"/>
                </a:lnTo>
                <a:lnTo>
                  <a:pt x="312407" y="71904"/>
                </a:lnTo>
                <a:lnTo>
                  <a:pt x="312341" y="71538"/>
                </a:lnTo>
                <a:lnTo>
                  <a:pt x="312265" y="71179"/>
                </a:lnTo>
                <a:lnTo>
                  <a:pt x="312178" y="70827"/>
                </a:lnTo>
                <a:lnTo>
                  <a:pt x="312082" y="70482"/>
                </a:lnTo>
                <a:lnTo>
                  <a:pt x="311975" y="70144"/>
                </a:lnTo>
                <a:lnTo>
                  <a:pt x="311858" y="69813"/>
                </a:lnTo>
                <a:lnTo>
                  <a:pt x="311731" y="69489"/>
                </a:lnTo>
                <a:lnTo>
                  <a:pt x="311594" y="69172"/>
                </a:lnTo>
                <a:lnTo>
                  <a:pt x="311447" y="68862"/>
                </a:lnTo>
                <a:lnTo>
                  <a:pt x="311289" y="68558"/>
                </a:lnTo>
                <a:lnTo>
                  <a:pt x="311122" y="68262"/>
                </a:lnTo>
                <a:lnTo>
                  <a:pt x="310944" y="67973"/>
                </a:lnTo>
                <a:lnTo>
                  <a:pt x="310756" y="67691"/>
                </a:lnTo>
                <a:lnTo>
                  <a:pt x="310558" y="67416"/>
                </a:lnTo>
                <a:lnTo>
                  <a:pt x="310349" y="67147"/>
                </a:lnTo>
                <a:lnTo>
                  <a:pt x="310131" y="66886"/>
                </a:lnTo>
                <a:lnTo>
                  <a:pt x="309902" y="66632"/>
                </a:lnTo>
                <a:lnTo>
                  <a:pt x="309664" y="66384"/>
                </a:lnTo>
                <a:lnTo>
                  <a:pt x="309416" y="66146"/>
                </a:lnTo>
                <a:lnTo>
                  <a:pt x="309162" y="65917"/>
                </a:lnTo>
                <a:lnTo>
                  <a:pt x="308901" y="65699"/>
                </a:lnTo>
                <a:lnTo>
                  <a:pt x="308633" y="65490"/>
                </a:lnTo>
                <a:lnTo>
                  <a:pt x="308357" y="65292"/>
                </a:lnTo>
                <a:lnTo>
                  <a:pt x="308075" y="65104"/>
                </a:lnTo>
                <a:lnTo>
                  <a:pt x="307786" y="64926"/>
                </a:lnTo>
                <a:lnTo>
                  <a:pt x="307490" y="64759"/>
                </a:lnTo>
                <a:lnTo>
                  <a:pt x="307187" y="64601"/>
                </a:lnTo>
                <a:lnTo>
                  <a:pt x="306877" y="64454"/>
                </a:lnTo>
                <a:lnTo>
                  <a:pt x="306560" y="64317"/>
                </a:lnTo>
                <a:lnTo>
                  <a:pt x="306236" y="64190"/>
                </a:lnTo>
                <a:lnTo>
                  <a:pt x="305905" y="64073"/>
                </a:lnTo>
                <a:lnTo>
                  <a:pt x="305567" y="63966"/>
                </a:lnTo>
                <a:lnTo>
                  <a:pt x="305222" y="63870"/>
                </a:lnTo>
                <a:lnTo>
                  <a:pt x="304870" y="63784"/>
                </a:lnTo>
                <a:lnTo>
                  <a:pt x="304511" y="63707"/>
                </a:lnTo>
                <a:lnTo>
                  <a:pt x="304145" y="63641"/>
                </a:lnTo>
                <a:lnTo>
                  <a:pt x="303772" y="63585"/>
                </a:lnTo>
                <a:lnTo>
                  <a:pt x="303392" y="63540"/>
                </a:lnTo>
                <a:lnTo>
                  <a:pt x="303006" y="63504"/>
                </a:lnTo>
                <a:lnTo>
                  <a:pt x="302612" y="63479"/>
                </a:lnTo>
                <a:lnTo>
                  <a:pt x="302211" y="63464"/>
                </a:lnTo>
                <a:lnTo>
                  <a:pt x="301803" y="63458"/>
                </a:lnTo>
                <a:lnTo>
                  <a:pt x="301396" y="63464"/>
                </a:lnTo>
                <a:lnTo>
                  <a:pt x="300995" y="63479"/>
                </a:lnTo>
                <a:lnTo>
                  <a:pt x="300601" y="63504"/>
                </a:lnTo>
                <a:lnTo>
                  <a:pt x="300214" y="63540"/>
                </a:lnTo>
                <a:lnTo>
                  <a:pt x="299835" y="63585"/>
                </a:lnTo>
                <a:lnTo>
                  <a:pt x="299462" y="63641"/>
                </a:lnTo>
                <a:lnTo>
                  <a:pt x="299096" y="63707"/>
                </a:lnTo>
                <a:lnTo>
                  <a:pt x="298737" y="63784"/>
                </a:lnTo>
                <a:lnTo>
                  <a:pt x="298385" y="63870"/>
                </a:lnTo>
                <a:lnTo>
                  <a:pt x="298040" y="63966"/>
                </a:lnTo>
                <a:lnTo>
                  <a:pt x="297702" y="64073"/>
                </a:lnTo>
                <a:lnTo>
                  <a:pt x="297371" y="64190"/>
                </a:lnTo>
                <a:lnTo>
                  <a:pt x="297047" y="64317"/>
                </a:lnTo>
                <a:lnTo>
                  <a:pt x="296729" y="64454"/>
                </a:lnTo>
                <a:lnTo>
                  <a:pt x="296419" y="64601"/>
                </a:lnTo>
                <a:lnTo>
                  <a:pt x="296116" y="64759"/>
                </a:lnTo>
                <a:lnTo>
                  <a:pt x="295820" y="64926"/>
                </a:lnTo>
                <a:lnTo>
                  <a:pt x="295531" y="65104"/>
                </a:lnTo>
                <a:lnTo>
                  <a:pt x="295248" y="65292"/>
                </a:lnTo>
                <a:lnTo>
                  <a:pt x="294973" y="65490"/>
                </a:lnTo>
                <a:lnTo>
                  <a:pt x="294705" y="65699"/>
                </a:lnTo>
                <a:lnTo>
                  <a:pt x="294443" y="65917"/>
                </a:lnTo>
                <a:lnTo>
                  <a:pt x="294189" y="66146"/>
                </a:lnTo>
                <a:lnTo>
                  <a:pt x="293941" y="66384"/>
                </a:lnTo>
                <a:lnTo>
                  <a:pt x="293703" y="66632"/>
                </a:lnTo>
                <a:lnTo>
                  <a:pt x="293474" y="66886"/>
                </a:lnTo>
                <a:lnTo>
                  <a:pt x="293256" y="67147"/>
                </a:lnTo>
                <a:lnTo>
                  <a:pt x="293047" y="67416"/>
                </a:lnTo>
                <a:lnTo>
                  <a:pt x="292849" y="67691"/>
                </a:lnTo>
                <a:lnTo>
                  <a:pt x="292661" y="67973"/>
                </a:lnTo>
                <a:lnTo>
                  <a:pt x="292483" y="68262"/>
                </a:lnTo>
                <a:lnTo>
                  <a:pt x="292316" y="68558"/>
                </a:lnTo>
                <a:lnTo>
                  <a:pt x="292158" y="68862"/>
                </a:lnTo>
                <a:lnTo>
                  <a:pt x="292011" y="69172"/>
                </a:lnTo>
                <a:lnTo>
                  <a:pt x="291874" y="69489"/>
                </a:lnTo>
                <a:lnTo>
                  <a:pt x="291747" y="69813"/>
                </a:lnTo>
                <a:lnTo>
                  <a:pt x="291630" y="70144"/>
                </a:lnTo>
                <a:lnTo>
                  <a:pt x="291523" y="70482"/>
                </a:lnTo>
                <a:lnTo>
                  <a:pt x="291427" y="70827"/>
                </a:lnTo>
                <a:lnTo>
                  <a:pt x="291341" y="71179"/>
                </a:lnTo>
                <a:lnTo>
                  <a:pt x="291264" y="71538"/>
                </a:lnTo>
                <a:lnTo>
                  <a:pt x="291198" y="71904"/>
                </a:lnTo>
                <a:lnTo>
                  <a:pt x="291142" y="72277"/>
                </a:lnTo>
                <a:lnTo>
                  <a:pt x="291097" y="72657"/>
                </a:lnTo>
                <a:lnTo>
                  <a:pt x="291061" y="73044"/>
                </a:lnTo>
                <a:lnTo>
                  <a:pt x="291036" y="73438"/>
                </a:lnTo>
                <a:lnTo>
                  <a:pt x="291020" y="73839"/>
                </a:lnTo>
                <a:lnTo>
                  <a:pt x="291015" y="74246"/>
                </a:lnTo>
                <a:lnTo>
                  <a:pt x="291020" y="74654"/>
                </a:lnTo>
                <a:lnTo>
                  <a:pt x="291036" y="75054"/>
                </a:lnTo>
                <a:lnTo>
                  <a:pt x="291061" y="75448"/>
                </a:lnTo>
                <a:lnTo>
                  <a:pt x="291097" y="75834"/>
                </a:lnTo>
                <a:lnTo>
                  <a:pt x="291142" y="76213"/>
                </a:lnTo>
                <a:lnTo>
                  <a:pt x="291198" y="76584"/>
                </a:lnTo>
                <a:lnTo>
                  <a:pt x="291264" y="76949"/>
                </a:lnTo>
                <a:lnTo>
                  <a:pt x="291341" y="77306"/>
                </a:lnTo>
                <a:lnTo>
                  <a:pt x="291427" y="77657"/>
                </a:lnTo>
                <a:lnTo>
                  <a:pt x="291523" y="78000"/>
                </a:lnTo>
                <a:lnTo>
                  <a:pt x="291630" y="78336"/>
                </a:lnTo>
                <a:lnTo>
                  <a:pt x="291747" y="78664"/>
                </a:lnTo>
                <a:lnTo>
                  <a:pt x="291874" y="78986"/>
                </a:lnTo>
                <a:lnTo>
                  <a:pt x="292011" y="79300"/>
                </a:lnTo>
                <a:lnTo>
                  <a:pt x="292158" y="79607"/>
                </a:lnTo>
                <a:lnTo>
                  <a:pt x="292316" y="79907"/>
                </a:lnTo>
                <a:lnTo>
                  <a:pt x="292483" y="80200"/>
                </a:lnTo>
                <a:lnTo>
                  <a:pt x="292661" y="80486"/>
                </a:lnTo>
                <a:lnTo>
                  <a:pt x="292849" y="80764"/>
                </a:lnTo>
                <a:lnTo>
                  <a:pt x="293047" y="81035"/>
                </a:lnTo>
                <a:lnTo>
                  <a:pt x="293256" y="81300"/>
                </a:lnTo>
                <a:lnTo>
                  <a:pt x="293474" y="81557"/>
                </a:lnTo>
                <a:lnTo>
                  <a:pt x="293703" y="81806"/>
                </a:lnTo>
                <a:lnTo>
                  <a:pt x="293941" y="82049"/>
                </a:lnTo>
                <a:lnTo>
                  <a:pt x="294189" y="82283"/>
                </a:lnTo>
                <a:lnTo>
                  <a:pt x="294443" y="82507"/>
                </a:lnTo>
                <a:lnTo>
                  <a:pt x="294705" y="82721"/>
                </a:lnTo>
                <a:lnTo>
                  <a:pt x="294973" y="82925"/>
                </a:lnTo>
                <a:lnTo>
                  <a:pt x="295248" y="83120"/>
                </a:lnTo>
                <a:lnTo>
                  <a:pt x="295531" y="83304"/>
                </a:lnTo>
                <a:lnTo>
                  <a:pt x="295820" y="83478"/>
                </a:lnTo>
                <a:lnTo>
                  <a:pt x="296116" y="83642"/>
                </a:lnTo>
                <a:lnTo>
                  <a:pt x="296419" y="83797"/>
                </a:lnTo>
                <a:lnTo>
                  <a:pt x="296729" y="83941"/>
                </a:lnTo>
                <a:lnTo>
                  <a:pt x="297047" y="84076"/>
                </a:lnTo>
                <a:lnTo>
                  <a:pt x="297371" y="84200"/>
                </a:lnTo>
                <a:lnTo>
                  <a:pt x="297702" y="84315"/>
                </a:lnTo>
                <a:lnTo>
                  <a:pt x="298040" y="84419"/>
                </a:lnTo>
                <a:lnTo>
                  <a:pt x="298385" y="84514"/>
                </a:lnTo>
                <a:lnTo>
                  <a:pt x="298737" y="84598"/>
                </a:lnTo>
                <a:lnTo>
                  <a:pt x="299096" y="84673"/>
                </a:lnTo>
                <a:lnTo>
                  <a:pt x="299462" y="84738"/>
                </a:lnTo>
                <a:lnTo>
                  <a:pt x="299835" y="84793"/>
                </a:lnTo>
                <a:lnTo>
                  <a:pt x="300214" y="84837"/>
                </a:lnTo>
                <a:lnTo>
                  <a:pt x="300601" y="84872"/>
                </a:lnTo>
                <a:lnTo>
                  <a:pt x="300995" y="84897"/>
                </a:lnTo>
                <a:lnTo>
                  <a:pt x="301396" y="84912"/>
                </a:lnTo>
                <a:lnTo>
                  <a:pt x="301803" y="84917"/>
                </a:lnTo>
                <a:lnTo>
                  <a:pt x="302211" y="84912"/>
                </a:lnTo>
                <a:lnTo>
                  <a:pt x="302612" y="84897"/>
                </a:lnTo>
                <a:lnTo>
                  <a:pt x="303006" y="84872"/>
                </a:lnTo>
                <a:lnTo>
                  <a:pt x="303392" y="848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static.py">
            <a:extLst xmlns:a="http://schemas.openxmlformats.org/drawingml/2006/main">
              <a:ext uri="{FF2B5EF4-FFF2-40B4-BE49-F238E27FC236}">
                <a16:creationId xmlns:a16="http://schemas.microsoft.com/office/drawing/2014/main" id="{8B7EE2B1-C322-4CEC-8813-A807AE52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267" y="1962234"/>
            <a:ext cx="607624" cy="110851"/>
          </a:xfrm>
          <a:custGeom xmlns:a="http://schemas.openxmlformats.org/drawingml/2006/main">
            <a:pathLst>
              <a:path w="607624" h="110851">
                <a:moveTo>
                  <a:pt x="305276" y="16489"/>
                </a:moveTo>
                <a:lnTo>
                  <a:pt x="305617" y="16462"/>
                </a:lnTo>
                <a:lnTo>
                  <a:pt x="305952" y="16427"/>
                </a:lnTo>
                <a:lnTo>
                  <a:pt x="306280" y="16384"/>
                </a:lnTo>
                <a:lnTo>
                  <a:pt x="306602" y="16334"/>
                </a:lnTo>
                <a:lnTo>
                  <a:pt x="306917" y="16276"/>
                </a:lnTo>
                <a:lnTo>
                  <a:pt x="307227" y="16210"/>
                </a:lnTo>
                <a:lnTo>
                  <a:pt x="307529" y="16136"/>
                </a:lnTo>
                <a:lnTo>
                  <a:pt x="307826" y="16054"/>
                </a:lnTo>
                <a:lnTo>
                  <a:pt x="308116" y="15965"/>
                </a:lnTo>
                <a:lnTo>
                  <a:pt x="308399" y="15868"/>
                </a:lnTo>
                <a:lnTo>
                  <a:pt x="308677" y="15763"/>
                </a:lnTo>
                <a:lnTo>
                  <a:pt x="308948" y="15650"/>
                </a:lnTo>
                <a:lnTo>
                  <a:pt x="309212" y="15530"/>
                </a:lnTo>
                <a:lnTo>
                  <a:pt x="309471" y="15402"/>
                </a:lnTo>
                <a:lnTo>
                  <a:pt x="309722" y="15266"/>
                </a:lnTo>
                <a:lnTo>
                  <a:pt x="309968" y="15122"/>
                </a:lnTo>
                <a:lnTo>
                  <a:pt x="310207" y="14970"/>
                </a:lnTo>
                <a:lnTo>
                  <a:pt x="310440" y="14811"/>
                </a:lnTo>
                <a:lnTo>
                  <a:pt x="310666" y="14644"/>
                </a:lnTo>
                <a:lnTo>
                  <a:pt x="310886" y="14469"/>
                </a:lnTo>
                <a:lnTo>
                  <a:pt x="311100" y="14287"/>
                </a:lnTo>
                <a:lnTo>
                  <a:pt x="311306" y="14097"/>
                </a:lnTo>
                <a:lnTo>
                  <a:pt x="311503" y="13903"/>
                </a:lnTo>
                <a:lnTo>
                  <a:pt x="311691" y="13703"/>
                </a:lnTo>
                <a:lnTo>
                  <a:pt x="311871" y="13498"/>
                </a:lnTo>
                <a:lnTo>
                  <a:pt x="312042" y="13287"/>
                </a:lnTo>
                <a:lnTo>
                  <a:pt x="312204" y="13071"/>
                </a:lnTo>
                <a:lnTo>
                  <a:pt x="312358" y="12849"/>
                </a:lnTo>
                <a:lnTo>
                  <a:pt x="312502" y="12622"/>
                </a:lnTo>
                <a:lnTo>
                  <a:pt x="312638" y="12390"/>
                </a:lnTo>
                <a:lnTo>
                  <a:pt x="312765" y="12153"/>
                </a:lnTo>
                <a:lnTo>
                  <a:pt x="312884" y="11910"/>
                </a:lnTo>
                <a:lnTo>
                  <a:pt x="312993" y="11661"/>
                </a:lnTo>
                <a:lnTo>
                  <a:pt x="313094" y="11408"/>
                </a:lnTo>
                <a:lnTo>
                  <a:pt x="313186" y="11148"/>
                </a:lnTo>
                <a:lnTo>
                  <a:pt x="313269" y="10884"/>
                </a:lnTo>
                <a:lnTo>
                  <a:pt x="313344" y="10614"/>
                </a:lnTo>
                <a:lnTo>
                  <a:pt x="313410" y="10339"/>
                </a:lnTo>
                <a:lnTo>
                  <a:pt x="313467" y="10058"/>
                </a:lnTo>
                <a:lnTo>
                  <a:pt x="313515" y="9772"/>
                </a:lnTo>
                <a:lnTo>
                  <a:pt x="313554" y="9481"/>
                </a:lnTo>
                <a:lnTo>
                  <a:pt x="313585" y="9184"/>
                </a:lnTo>
                <a:lnTo>
                  <a:pt x="313607" y="8882"/>
                </a:lnTo>
                <a:lnTo>
                  <a:pt x="313620" y="8574"/>
                </a:lnTo>
                <a:lnTo>
                  <a:pt x="313624" y="8261"/>
                </a:lnTo>
                <a:lnTo>
                  <a:pt x="313620" y="7948"/>
                </a:lnTo>
                <a:lnTo>
                  <a:pt x="313607" y="7641"/>
                </a:lnTo>
                <a:lnTo>
                  <a:pt x="313585" y="7339"/>
                </a:lnTo>
                <a:lnTo>
                  <a:pt x="313554" y="7042"/>
                </a:lnTo>
                <a:lnTo>
                  <a:pt x="313515" y="6751"/>
                </a:lnTo>
                <a:lnTo>
                  <a:pt x="313467" y="6465"/>
                </a:lnTo>
                <a:lnTo>
                  <a:pt x="313410" y="6185"/>
                </a:lnTo>
                <a:lnTo>
                  <a:pt x="313344" y="5909"/>
                </a:lnTo>
                <a:lnTo>
                  <a:pt x="313269" y="5640"/>
                </a:lnTo>
                <a:lnTo>
                  <a:pt x="313186" y="5375"/>
                </a:lnTo>
                <a:lnTo>
                  <a:pt x="313094" y="5116"/>
                </a:lnTo>
                <a:lnTo>
                  <a:pt x="312993" y="4863"/>
                </a:lnTo>
                <a:lnTo>
                  <a:pt x="312884" y="4614"/>
                </a:lnTo>
                <a:lnTo>
                  <a:pt x="312765" y="4371"/>
                </a:lnTo>
                <a:lnTo>
                  <a:pt x="312638" y="4134"/>
                </a:lnTo>
                <a:lnTo>
                  <a:pt x="312502" y="3902"/>
                </a:lnTo>
                <a:lnTo>
                  <a:pt x="312358" y="3675"/>
                </a:lnTo>
                <a:lnTo>
                  <a:pt x="312204" y="3453"/>
                </a:lnTo>
                <a:lnTo>
                  <a:pt x="312042" y="3237"/>
                </a:lnTo>
                <a:lnTo>
                  <a:pt x="311871" y="3027"/>
                </a:lnTo>
                <a:lnTo>
                  <a:pt x="311691" y="2821"/>
                </a:lnTo>
                <a:lnTo>
                  <a:pt x="311503" y="2622"/>
                </a:lnTo>
                <a:lnTo>
                  <a:pt x="311306" y="2427"/>
                </a:lnTo>
                <a:lnTo>
                  <a:pt x="311100" y="2238"/>
                </a:lnTo>
                <a:lnTo>
                  <a:pt x="310886" y="2055"/>
                </a:lnTo>
                <a:lnTo>
                  <a:pt x="310666" y="1880"/>
                </a:lnTo>
                <a:lnTo>
                  <a:pt x="310440" y="1713"/>
                </a:lnTo>
                <a:lnTo>
                  <a:pt x="310207" y="1554"/>
                </a:lnTo>
                <a:lnTo>
                  <a:pt x="309968" y="1403"/>
                </a:lnTo>
                <a:lnTo>
                  <a:pt x="309722" y="1259"/>
                </a:lnTo>
                <a:lnTo>
                  <a:pt x="309471" y="1123"/>
                </a:lnTo>
                <a:lnTo>
                  <a:pt x="309212" y="995"/>
                </a:lnTo>
                <a:lnTo>
                  <a:pt x="308948" y="874"/>
                </a:lnTo>
                <a:lnTo>
                  <a:pt x="308677" y="761"/>
                </a:lnTo>
                <a:lnTo>
                  <a:pt x="308399" y="657"/>
                </a:lnTo>
                <a:lnTo>
                  <a:pt x="308116" y="559"/>
                </a:lnTo>
                <a:lnTo>
                  <a:pt x="307826" y="470"/>
                </a:lnTo>
                <a:lnTo>
                  <a:pt x="307529" y="389"/>
                </a:lnTo>
                <a:lnTo>
                  <a:pt x="307227" y="315"/>
                </a:lnTo>
                <a:lnTo>
                  <a:pt x="306917" y="249"/>
                </a:lnTo>
                <a:lnTo>
                  <a:pt x="306602" y="190"/>
                </a:lnTo>
                <a:lnTo>
                  <a:pt x="306280" y="140"/>
                </a:lnTo>
                <a:lnTo>
                  <a:pt x="305952" y="97"/>
                </a:lnTo>
                <a:lnTo>
                  <a:pt x="305617" y="62"/>
                </a:lnTo>
                <a:lnTo>
                  <a:pt x="305276" y="35"/>
                </a:lnTo>
                <a:lnTo>
                  <a:pt x="304928" y="16"/>
                </a:lnTo>
                <a:lnTo>
                  <a:pt x="304575" y="4"/>
                </a:lnTo>
                <a:lnTo>
                  <a:pt x="304215" y="0"/>
                </a:lnTo>
                <a:lnTo>
                  <a:pt x="303854" y="4"/>
                </a:lnTo>
                <a:lnTo>
                  <a:pt x="303500" y="16"/>
                </a:lnTo>
                <a:lnTo>
                  <a:pt x="303153" y="35"/>
                </a:lnTo>
                <a:lnTo>
                  <a:pt x="302812" y="62"/>
                </a:lnTo>
                <a:lnTo>
                  <a:pt x="302477" y="97"/>
                </a:lnTo>
                <a:lnTo>
                  <a:pt x="302148" y="140"/>
                </a:lnTo>
                <a:lnTo>
                  <a:pt x="301826" y="190"/>
                </a:lnTo>
                <a:lnTo>
                  <a:pt x="301511" y="249"/>
                </a:lnTo>
                <a:lnTo>
                  <a:pt x="301202" y="315"/>
                </a:lnTo>
                <a:lnTo>
                  <a:pt x="300899" y="389"/>
                </a:lnTo>
                <a:lnTo>
                  <a:pt x="300602" y="470"/>
                </a:lnTo>
                <a:lnTo>
                  <a:pt x="300312" y="559"/>
                </a:lnTo>
                <a:lnTo>
                  <a:pt x="300028" y="657"/>
                </a:lnTo>
                <a:lnTo>
                  <a:pt x="299751" y="761"/>
                </a:lnTo>
                <a:lnTo>
                  <a:pt x="299480" y="874"/>
                </a:lnTo>
                <a:lnTo>
                  <a:pt x="299215" y="995"/>
                </a:lnTo>
                <a:lnTo>
                  <a:pt x="298957" y="1123"/>
                </a:lnTo>
                <a:lnTo>
                  <a:pt x="298705" y="1259"/>
                </a:lnTo>
                <a:lnTo>
                  <a:pt x="298460" y="1403"/>
                </a:lnTo>
                <a:lnTo>
                  <a:pt x="298220" y="1554"/>
                </a:lnTo>
                <a:lnTo>
                  <a:pt x="297988" y="1713"/>
                </a:lnTo>
                <a:lnTo>
                  <a:pt x="297761" y="1880"/>
                </a:lnTo>
                <a:lnTo>
                  <a:pt x="297541" y="2055"/>
                </a:lnTo>
                <a:lnTo>
                  <a:pt x="297328" y="2238"/>
                </a:lnTo>
                <a:lnTo>
                  <a:pt x="297122" y="2427"/>
                </a:lnTo>
                <a:lnTo>
                  <a:pt x="296925" y="2622"/>
                </a:lnTo>
                <a:lnTo>
                  <a:pt x="296736" y="2821"/>
                </a:lnTo>
                <a:lnTo>
                  <a:pt x="296557" y="3027"/>
                </a:lnTo>
                <a:lnTo>
                  <a:pt x="296386" y="3237"/>
                </a:lnTo>
                <a:lnTo>
                  <a:pt x="296224" y="3453"/>
                </a:lnTo>
                <a:lnTo>
                  <a:pt x="296071" y="3675"/>
                </a:lnTo>
                <a:lnTo>
                  <a:pt x="295926" y="3902"/>
                </a:lnTo>
                <a:lnTo>
                  <a:pt x="295790" y="4134"/>
                </a:lnTo>
                <a:lnTo>
                  <a:pt x="295663" y="4371"/>
                </a:lnTo>
                <a:lnTo>
                  <a:pt x="295545" y="4614"/>
                </a:lnTo>
                <a:lnTo>
                  <a:pt x="295435" y="4863"/>
                </a:lnTo>
                <a:lnTo>
                  <a:pt x="295335" y="5116"/>
                </a:lnTo>
                <a:lnTo>
                  <a:pt x="295243" y="5375"/>
                </a:lnTo>
                <a:lnTo>
                  <a:pt x="295159" y="5640"/>
                </a:lnTo>
                <a:lnTo>
                  <a:pt x="295085" y="5909"/>
                </a:lnTo>
                <a:lnTo>
                  <a:pt x="295019" y="6185"/>
                </a:lnTo>
                <a:lnTo>
                  <a:pt x="294962" y="6465"/>
                </a:lnTo>
                <a:lnTo>
                  <a:pt x="294914" y="6751"/>
                </a:lnTo>
                <a:lnTo>
                  <a:pt x="294875" y="7042"/>
                </a:lnTo>
                <a:lnTo>
                  <a:pt x="294844" y="7339"/>
                </a:lnTo>
                <a:lnTo>
                  <a:pt x="294822" y="7641"/>
                </a:lnTo>
                <a:lnTo>
                  <a:pt x="294809" y="7948"/>
                </a:lnTo>
                <a:lnTo>
                  <a:pt x="294805" y="8261"/>
                </a:lnTo>
                <a:lnTo>
                  <a:pt x="294809" y="8574"/>
                </a:lnTo>
                <a:lnTo>
                  <a:pt x="294822" y="8882"/>
                </a:lnTo>
                <a:lnTo>
                  <a:pt x="294844" y="9184"/>
                </a:lnTo>
                <a:lnTo>
                  <a:pt x="294875" y="9481"/>
                </a:lnTo>
                <a:lnTo>
                  <a:pt x="294914" y="9772"/>
                </a:lnTo>
                <a:lnTo>
                  <a:pt x="294962" y="10058"/>
                </a:lnTo>
                <a:lnTo>
                  <a:pt x="295019" y="10339"/>
                </a:lnTo>
                <a:lnTo>
                  <a:pt x="295085" y="10614"/>
                </a:lnTo>
                <a:lnTo>
                  <a:pt x="295159" y="10884"/>
                </a:lnTo>
                <a:lnTo>
                  <a:pt x="295243" y="11148"/>
                </a:lnTo>
                <a:lnTo>
                  <a:pt x="295335" y="11408"/>
                </a:lnTo>
                <a:lnTo>
                  <a:pt x="295435" y="11661"/>
                </a:lnTo>
                <a:lnTo>
                  <a:pt x="295545" y="11910"/>
                </a:lnTo>
                <a:lnTo>
                  <a:pt x="295663" y="12153"/>
                </a:lnTo>
                <a:lnTo>
                  <a:pt x="295790" y="12390"/>
                </a:lnTo>
                <a:lnTo>
                  <a:pt x="295926" y="12622"/>
                </a:lnTo>
                <a:lnTo>
                  <a:pt x="296071" y="12849"/>
                </a:lnTo>
                <a:lnTo>
                  <a:pt x="296224" y="13071"/>
                </a:lnTo>
                <a:lnTo>
                  <a:pt x="296386" y="13287"/>
                </a:lnTo>
                <a:lnTo>
                  <a:pt x="296557" y="13498"/>
                </a:lnTo>
                <a:lnTo>
                  <a:pt x="296736" y="13703"/>
                </a:lnTo>
                <a:lnTo>
                  <a:pt x="296925" y="13903"/>
                </a:lnTo>
                <a:lnTo>
                  <a:pt x="297122" y="14097"/>
                </a:lnTo>
                <a:lnTo>
                  <a:pt x="297328" y="14287"/>
                </a:lnTo>
                <a:lnTo>
                  <a:pt x="297541" y="14469"/>
                </a:lnTo>
                <a:lnTo>
                  <a:pt x="297761" y="14644"/>
                </a:lnTo>
                <a:lnTo>
                  <a:pt x="297988" y="14811"/>
                </a:lnTo>
                <a:lnTo>
                  <a:pt x="298220" y="14970"/>
                </a:lnTo>
                <a:lnTo>
                  <a:pt x="298460" y="15122"/>
                </a:lnTo>
                <a:lnTo>
                  <a:pt x="298705" y="15266"/>
                </a:lnTo>
                <a:lnTo>
                  <a:pt x="298957" y="15402"/>
                </a:lnTo>
                <a:lnTo>
                  <a:pt x="299215" y="15530"/>
                </a:lnTo>
                <a:lnTo>
                  <a:pt x="299480" y="15650"/>
                </a:lnTo>
                <a:lnTo>
                  <a:pt x="299751" y="15763"/>
                </a:lnTo>
                <a:lnTo>
                  <a:pt x="300028" y="15868"/>
                </a:lnTo>
                <a:lnTo>
                  <a:pt x="300312" y="15965"/>
                </a:lnTo>
                <a:lnTo>
                  <a:pt x="300602" y="16054"/>
                </a:lnTo>
                <a:lnTo>
                  <a:pt x="300899" y="16136"/>
                </a:lnTo>
                <a:lnTo>
                  <a:pt x="301202" y="16210"/>
                </a:lnTo>
                <a:lnTo>
                  <a:pt x="301511" y="16276"/>
                </a:lnTo>
                <a:lnTo>
                  <a:pt x="301826" y="16334"/>
                </a:lnTo>
                <a:lnTo>
                  <a:pt x="302148" y="16384"/>
                </a:lnTo>
                <a:lnTo>
                  <a:pt x="302477" y="16427"/>
                </a:lnTo>
                <a:lnTo>
                  <a:pt x="302812" y="16462"/>
                </a:lnTo>
                <a:lnTo>
                  <a:pt x="303153" y="16489"/>
                </a:lnTo>
                <a:lnTo>
                  <a:pt x="303500" y="16509"/>
                </a:lnTo>
                <a:lnTo>
                  <a:pt x="303854" y="16520"/>
                </a:lnTo>
                <a:lnTo>
                  <a:pt x="304215" y="16524"/>
                </a:lnTo>
                <a:lnTo>
                  <a:pt x="304575" y="16520"/>
                </a:lnTo>
                <a:lnTo>
                  <a:pt x="304928" y="16509"/>
                </a:lnTo>
                <a:lnTo>
                  <a:pt x="305276" y="16489"/>
                </a:lnTo>
                <a:close/>
                <a:moveTo>
                  <a:pt x="103031" y="77218"/>
                </a:moveTo>
                <a:lnTo>
                  <a:pt x="102574" y="77187"/>
                </a:lnTo>
                <a:lnTo>
                  <a:pt x="102137" y="77135"/>
                </a:lnTo>
                <a:lnTo>
                  <a:pt x="101720" y="77063"/>
                </a:lnTo>
                <a:lnTo>
                  <a:pt x="101324" y="76969"/>
                </a:lnTo>
                <a:lnTo>
                  <a:pt x="100948" y="76856"/>
                </a:lnTo>
                <a:lnTo>
                  <a:pt x="100592" y="76721"/>
                </a:lnTo>
                <a:lnTo>
                  <a:pt x="100257" y="76566"/>
                </a:lnTo>
                <a:lnTo>
                  <a:pt x="99942" y="76389"/>
                </a:lnTo>
                <a:lnTo>
                  <a:pt x="99647" y="76193"/>
                </a:lnTo>
                <a:lnTo>
                  <a:pt x="99372" y="75975"/>
                </a:lnTo>
                <a:lnTo>
                  <a:pt x="99118" y="75737"/>
                </a:lnTo>
                <a:lnTo>
                  <a:pt x="98885" y="75478"/>
                </a:lnTo>
                <a:lnTo>
                  <a:pt x="98671" y="75198"/>
                </a:lnTo>
                <a:lnTo>
                  <a:pt x="98478" y="74898"/>
                </a:lnTo>
                <a:lnTo>
                  <a:pt x="98305" y="74577"/>
                </a:lnTo>
                <a:lnTo>
                  <a:pt x="98153" y="74235"/>
                </a:lnTo>
                <a:lnTo>
                  <a:pt x="98021" y="73873"/>
                </a:lnTo>
                <a:lnTo>
                  <a:pt x="97909" y="73489"/>
                </a:lnTo>
                <a:lnTo>
                  <a:pt x="97818" y="73086"/>
                </a:lnTo>
                <a:lnTo>
                  <a:pt x="97746" y="72661"/>
                </a:lnTo>
                <a:lnTo>
                  <a:pt x="97696" y="72216"/>
                </a:lnTo>
                <a:lnTo>
                  <a:pt x="97665" y="71749"/>
                </a:lnTo>
                <a:lnTo>
                  <a:pt x="97655" y="71263"/>
                </a:lnTo>
                <a:lnTo>
                  <a:pt x="97655" y="40049"/>
                </a:lnTo>
                <a:lnTo>
                  <a:pt x="121870" y="40049"/>
                </a:lnTo>
                <a:lnTo>
                  <a:pt x="121870" y="27081"/>
                </a:lnTo>
                <a:lnTo>
                  <a:pt x="97655" y="27081"/>
                </a:lnTo>
                <a:lnTo>
                  <a:pt x="97655" y="9294"/>
                </a:lnTo>
                <a:lnTo>
                  <a:pt x="83197" y="9294"/>
                </a:lnTo>
                <a:lnTo>
                  <a:pt x="83197" y="27081"/>
                </a:lnTo>
                <a:lnTo>
                  <a:pt x="66098" y="27081"/>
                </a:lnTo>
                <a:lnTo>
                  <a:pt x="66098" y="40049"/>
                </a:lnTo>
                <a:lnTo>
                  <a:pt x="83197" y="40049"/>
                </a:lnTo>
                <a:lnTo>
                  <a:pt x="83197" y="71263"/>
                </a:lnTo>
                <a:lnTo>
                  <a:pt x="83206" y="71992"/>
                </a:lnTo>
                <a:lnTo>
                  <a:pt x="83232" y="72709"/>
                </a:lnTo>
                <a:lnTo>
                  <a:pt x="83277" y="73412"/>
                </a:lnTo>
                <a:lnTo>
                  <a:pt x="83339" y="74103"/>
                </a:lnTo>
                <a:lnTo>
                  <a:pt x="83419" y="74780"/>
                </a:lnTo>
                <a:lnTo>
                  <a:pt x="83516" y="75444"/>
                </a:lnTo>
                <a:lnTo>
                  <a:pt x="83631" y="76095"/>
                </a:lnTo>
                <a:lnTo>
                  <a:pt x="83764" y="76732"/>
                </a:lnTo>
                <a:lnTo>
                  <a:pt x="83915" y="77357"/>
                </a:lnTo>
                <a:lnTo>
                  <a:pt x="84083" y="77968"/>
                </a:lnTo>
                <a:lnTo>
                  <a:pt x="84270" y="78567"/>
                </a:lnTo>
                <a:lnTo>
                  <a:pt x="84473" y="79152"/>
                </a:lnTo>
                <a:lnTo>
                  <a:pt x="84695" y="79724"/>
                </a:lnTo>
                <a:lnTo>
                  <a:pt x="84934" y="80283"/>
                </a:lnTo>
                <a:lnTo>
                  <a:pt x="85191" y="80828"/>
                </a:lnTo>
                <a:lnTo>
                  <a:pt x="85466" y="81361"/>
                </a:lnTo>
                <a:lnTo>
                  <a:pt x="85759" y="81880"/>
                </a:lnTo>
                <a:lnTo>
                  <a:pt x="86069" y="82387"/>
                </a:lnTo>
                <a:lnTo>
                  <a:pt x="86397" y="82880"/>
                </a:lnTo>
                <a:lnTo>
                  <a:pt x="86743" y="83360"/>
                </a:lnTo>
                <a:lnTo>
                  <a:pt x="87106" y="83827"/>
                </a:lnTo>
                <a:lnTo>
                  <a:pt x="87487" y="84280"/>
                </a:lnTo>
                <a:lnTo>
                  <a:pt x="87886" y="84721"/>
                </a:lnTo>
                <a:lnTo>
                  <a:pt x="88303" y="85148"/>
                </a:lnTo>
                <a:lnTo>
                  <a:pt x="88735" y="85560"/>
                </a:lnTo>
                <a:lnTo>
                  <a:pt x="89182" y="85955"/>
                </a:lnTo>
                <a:lnTo>
                  <a:pt x="89642" y="86331"/>
                </a:lnTo>
                <a:lnTo>
                  <a:pt x="90115" y="86691"/>
                </a:lnTo>
                <a:lnTo>
                  <a:pt x="90603" y="87033"/>
                </a:lnTo>
                <a:lnTo>
                  <a:pt x="91104" y="87357"/>
                </a:lnTo>
                <a:lnTo>
                  <a:pt x="91619" y="87664"/>
                </a:lnTo>
                <a:lnTo>
                  <a:pt x="92148" y="87953"/>
                </a:lnTo>
                <a:lnTo>
                  <a:pt x="92690" y="88224"/>
                </a:lnTo>
                <a:lnTo>
                  <a:pt x="93246" y="88479"/>
                </a:lnTo>
                <a:lnTo>
                  <a:pt x="93816" y="88715"/>
                </a:lnTo>
                <a:lnTo>
                  <a:pt x="94400" y="88934"/>
                </a:lnTo>
                <a:lnTo>
                  <a:pt x="94997" y="89136"/>
                </a:lnTo>
                <a:lnTo>
                  <a:pt x="95608" y="89320"/>
                </a:lnTo>
                <a:lnTo>
                  <a:pt x="96233" y="89486"/>
                </a:lnTo>
                <a:lnTo>
                  <a:pt x="96872" y="89635"/>
                </a:lnTo>
                <a:lnTo>
                  <a:pt x="97524" y="89767"/>
                </a:lnTo>
                <a:lnTo>
                  <a:pt x="98190" y="89881"/>
                </a:lnTo>
                <a:lnTo>
                  <a:pt x="98870" y="89977"/>
                </a:lnTo>
                <a:lnTo>
                  <a:pt x="99564" y="90056"/>
                </a:lnTo>
                <a:lnTo>
                  <a:pt x="100271" y="90118"/>
                </a:lnTo>
                <a:lnTo>
                  <a:pt x="100992" y="90161"/>
                </a:lnTo>
                <a:lnTo>
                  <a:pt x="101727" y="90188"/>
                </a:lnTo>
                <a:lnTo>
                  <a:pt x="102476" y="90196"/>
                </a:lnTo>
                <a:lnTo>
                  <a:pt x="120721" y="90196"/>
                </a:lnTo>
                <a:lnTo>
                  <a:pt x="120721" y="77228"/>
                </a:lnTo>
                <a:lnTo>
                  <a:pt x="103509" y="77228"/>
                </a:lnTo>
                <a:lnTo>
                  <a:pt x="103031" y="77218"/>
                </a:lnTo>
                <a:close/>
                <a:moveTo>
                  <a:pt x="240736" y="77218"/>
                </a:moveTo>
                <a:lnTo>
                  <a:pt x="240279" y="77187"/>
                </a:lnTo>
                <a:lnTo>
                  <a:pt x="239842" y="77135"/>
                </a:lnTo>
                <a:lnTo>
                  <a:pt x="239425" y="77063"/>
                </a:lnTo>
                <a:lnTo>
                  <a:pt x="239029" y="76969"/>
                </a:lnTo>
                <a:lnTo>
                  <a:pt x="238653" y="76856"/>
                </a:lnTo>
                <a:lnTo>
                  <a:pt x="238297" y="76721"/>
                </a:lnTo>
                <a:lnTo>
                  <a:pt x="237962" y="76566"/>
                </a:lnTo>
                <a:lnTo>
                  <a:pt x="237647" y="76389"/>
                </a:lnTo>
                <a:lnTo>
                  <a:pt x="237352" y="76193"/>
                </a:lnTo>
                <a:lnTo>
                  <a:pt x="237078" y="75975"/>
                </a:lnTo>
                <a:lnTo>
                  <a:pt x="236824" y="75737"/>
                </a:lnTo>
                <a:lnTo>
                  <a:pt x="236590" y="75478"/>
                </a:lnTo>
                <a:lnTo>
                  <a:pt x="236376" y="75198"/>
                </a:lnTo>
                <a:lnTo>
                  <a:pt x="236183" y="74898"/>
                </a:lnTo>
                <a:lnTo>
                  <a:pt x="236011" y="74577"/>
                </a:lnTo>
                <a:lnTo>
                  <a:pt x="235858" y="74235"/>
                </a:lnTo>
                <a:lnTo>
                  <a:pt x="235726" y="73873"/>
                </a:lnTo>
                <a:lnTo>
                  <a:pt x="235614" y="73489"/>
                </a:lnTo>
                <a:lnTo>
                  <a:pt x="235523" y="73086"/>
                </a:lnTo>
                <a:lnTo>
                  <a:pt x="235452" y="72661"/>
                </a:lnTo>
                <a:lnTo>
                  <a:pt x="235401" y="72216"/>
                </a:lnTo>
                <a:lnTo>
                  <a:pt x="235370" y="71749"/>
                </a:lnTo>
                <a:lnTo>
                  <a:pt x="235360" y="71263"/>
                </a:lnTo>
                <a:lnTo>
                  <a:pt x="235360" y="40049"/>
                </a:lnTo>
                <a:lnTo>
                  <a:pt x="259575" y="40049"/>
                </a:lnTo>
                <a:lnTo>
                  <a:pt x="259575" y="27081"/>
                </a:lnTo>
                <a:lnTo>
                  <a:pt x="235360" y="27081"/>
                </a:lnTo>
                <a:lnTo>
                  <a:pt x="235360" y="9294"/>
                </a:lnTo>
                <a:lnTo>
                  <a:pt x="220902" y="9294"/>
                </a:lnTo>
                <a:lnTo>
                  <a:pt x="220902" y="27081"/>
                </a:lnTo>
                <a:lnTo>
                  <a:pt x="203803" y="27081"/>
                </a:lnTo>
                <a:lnTo>
                  <a:pt x="203803" y="40049"/>
                </a:lnTo>
                <a:lnTo>
                  <a:pt x="220902" y="40049"/>
                </a:lnTo>
                <a:lnTo>
                  <a:pt x="220902" y="71263"/>
                </a:lnTo>
                <a:lnTo>
                  <a:pt x="220911" y="71992"/>
                </a:lnTo>
                <a:lnTo>
                  <a:pt x="220938" y="72709"/>
                </a:lnTo>
                <a:lnTo>
                  <a:pt x="220982" y="73412"/>
                </a:lnTo>
                <a:lnTo>
                  <a:pt x="221044" y="74103"/>
                </a:lnTo>
                <a:lnTo>
                  <a:pt x="221124" y="74780"/>
                </a:lnTo>
                <a:lnTo>
                  <a:pt x="221221" y="75444"/>
                </a:lnTo>
                <a:lnTo>
                  <a:pt x="221336" y="76095"/>
                </a:lnTo>
                <a:lnTo>
                  <a:pt x="221469" y="76732"/>
                </a:lnTo>
                <a:lnTo>
                  <a:pt x="221620" y="77357"/>
                </a:lnTo>
                <a:lnTo>
                  <a:pt x="221789" y="77968"/>
                </a:lnTo>
                <a:lnTo>
                  <a:pt x="221975" y="78567"/>
                </a:lnTo>
                <a:lnTo>
                  <a:pt x="222179" y="79152"/>
                </a:lnTo>
                <a:lnTo>
                  <a:pt x="222400" y="79724"/>
                </a:lnTo>
                <a:lnTo>
                  <a:pt x="222640" y="80283"/>
                </a:lnTo>
                <a:lnTo>
                  <a:pt x="222897" y="80828"/>
                </a:lnTo>
                <a:lnTo>
                  <a:pt x="223171" y="81361"/>
                </a:lnTo>
                <a:lnTo>
                  <a:pt x="223464" y="81880"/>
                </a:lnTo>
                <a:lnTo>
                  <a:pt x="223774" y="82387"/>
                </a:lnTo>
                <a:lnTo>
                  <a:pt x="224102" y="82880"/>
                </a:lnTo>
                <a:lnTo>
                  <a:pt x="224448" y="83360"/>
                </a:lnTo>
                <a:lnTo>
                  <a:pt x="224811" y="83827"/>
                </a:lnTo>
                <a:lnTo>
                  <a:pt x="225193" y="84280"/>
                </a:lnTo>
                <a:lnTo>
                  <a:pt x="225591" y="84721"/>
                </a:lnTo>
                <a:lnTo>
                  <a:pt x="226008" y="85148"/>
                </a:lnTo>
                <a:lnTo>
                  <a:pt x="226441" y="85560"/>
                </a:lnTo>
                <a:lnTo>
                  <a:pt x="226887" y="85955"/>
                </a:lnTo>
                <a:lnTo>
                  <a:pt x="227347" y="86331"/>
                </a:lnTo>
                <a:lnTo>
                  <a:pt x="227821" y="86691"/>
                </a:lnTo>
                <a:lnTo>
                  <a:pt x="228308" y="87033"/>
                </a:lnTo>
                <a:lnTo>
                  <a:pt x="228809" y="87357"/>
                </a:lnTo>
                <a:lnTo>
                  <a:pt x="229324" y="87664"/>
                </a:lnTo>
                <a:lnTo>
                  <a:pt x="229853" y="87953"/>
                </a:lnTo>
                <a:lnTo>
                  <a:pt x="230395" y="88224"/>
                </a:lnTo>
                <a:lnTo>
                  <a:pt x="230952" y="88479"/>
                </a:lnTo>
                <a:lnTo>
                  <a:pt x="231521" y="88715"/>
                </a:lnTo>
                <a:lnTo>
                  <a:pt x="232105" y="88934"/>
                </a:lnTo>
                <a:lnTo>
                  <a:pt x="232702" y="89136"/>
                </a:lnTo>
                <a:lnTo>
                  <a:pt x="233314" y="89320"/>
                </a:lnTo>
                <a:lnTo>
                  <a:pt x="233939" y="89486"/>
                </a:lnTo>
                <a:lnTo>
                  <a:pt x="234577" y="89635"/>
                </a:lnTo>
                <a:lnTo>
                  <a:pt x="235229" y="89767"/>
                </a:lnTo>
                <a:lnTo>
                  <a:pt x="235896" y="89881"/>
                </a:lnTo>
                <a:lnTo>
                  <a:pt x="236575" y="89977"/>
                </a:lnTo>
                <a:lnTo>
                  <a:pt x="237269" y="90056"/>
                </a:lnTo>
                <a:lnTo>
                  <a:pt x="237976" y="90118"/>
                </a:lnTo>
                <a:lnTo>
                  <a:pt x="238697" y="90161"/>
                </a:lnTo>
                <a:lnTo>
                  <a:pt x="239432" y="90188"/>
                </a:lnTo>
                <a:lnTo>
                  <a:pt x="240181" y="90196"/>
                </a:lnTo>
                <a:lnTo>
                  <a:pt x="258426" y="90196"/>
                </a:lnTo>
                <a:lnTo>
                  <a:pt x="258426" y="77228"/>
                </a:lnTo>
                <a:lnTo>
                  <a:pt x="241214" y="77228"/>
                </a:lnTo>
                <a:lnTo>
                  <a:pt x="240736" y="77218"/>
                </a:lnTo>
                <a:close/>
                <a:moveTo>
                  <a:pt x="312246" y="77115"/>
                </a:moveTo>
                <a:lnTo>
                  <a:pt x="312246" y="27081"/>
                </a:lnTo>
                <a:lnTo>
                  <a:pt x="279312" y="27081"/>
                </a:lnTo>
                <a:lnTo>
                  <a:pt x="279312" y="40049"/>
                </a:lnTo>
                <a:lnTo>
                  <a:pt x="298476" y="40049"/>
                </a:lnTo>
                <a:lnTo>
                  <a:pt x="298476" y="77115"/>
                </a:lnTo>
                <a:lnTo>
                  <a:pt x="276443" y="77115"/>
                </a:lnTo>
                <a:lnTo>
                  <a:pt x="276443" y="90196"/>
                </a:lnTo>
                <a:lnTo>
                  <a:pt x="331754" y="90196"/>
                </a:lnTo>
                <a:lnTo>
                  <a:pt x="331754" y="77115"/>
                </a:lnTo>
                <a:lnTo>
                  <a:pt x="312246" y="77115"/>
                </a:lnTo>
                <a:close/>
                <a:moveTo>
                  <a:pt x="32325" y="91150"/>
                </a:moveTo>
                <a:lnTo>
                  <a:pt x="33267" y="91088"/>
                </a:lnTo>
                <a:lnTo>
                  <a:pt x="34189" y="91008"/>
                </a:lnTo>
                <a:lnTo>
                  <a:pt x="35089" y="90910"/>
                </a:lnTo>
                <a:lnTo>
                  <a:pt x="35970" y="90795"/>
                </a:lnTo>
                <a:lnTo>
                  <a:pt x="36829" y="90662"/>
                </a:lnTo>
                <a:lnTo>
                  <a:pt x="37669" y="90511"/>
                </a:lnTo>
                <a:lnTo>
                  <a:pt x="38487" y="90343"/>
                </a:lnTo>
                <a:lnTo>
                  <a:pt x="39286" y="90157"/>
                </a:lnTo>
                <a:lnTo>
                  <a:pt x="40063" y="89953"/>
                </a:lnTo>
                <a:lnTo>
                  <a:pt x="40820" y="89731"/>
                </a:lnTo>
                <a:lnTo>
                  <a:pt x="41557" y="89492"/>
                </a:lnTo>
                <a:lnTo>
                  <a:pt x="42273" y="89235"/>
                </a:lnTo>
                <a:lnTo>
                  <a:pt x="42968" y="88960"/>
                </a:lnTo>
                <a:lnTo>
                  <a:pt x="43643" y="88668"/>
                </a:lnTo>
                <a:lnTo>
                  <a:pt x="44298" y="88357"/>
                </a:lnTo>
                <a:lnTo>
                  <a:pt x="44932" y="88029"/>
                </a:lnTo>
                <a:lnTo>
                  <a:pt x="45545" y="87684"/>
                </a:lnTo>
                <a:lnTo>
                  <a:pt x="46138" y="87320"/>
                </a:lnTo>
                <a:lnTo>
                  <a:pt x="46711" y="86939"/>
                </a:lnTo>
                <a:lnTo>
                  <a:pt x="47263" y="86540"/>
                </a:lnTo>
                <a:lnTo>
                  <a:pt x="47794" y="86124"/>
                </a:lnTo>
                <a:lnTo>
                  <a:pt x="48304" y="85691"/>
                </a:lnTo>
                <a:lnTo>
                  <a:pt x="48793" y="85244"/>
                </a:lnTo>
                <a:lnTo>
                  <a:pt x="49260" y="84783"/>
                </a:lnTo>
                <a:lnTo>
                  <a:pt x="49705" y="84308"/>
                </a:lnTo>
                <a:lnTo>
                  <a:pt x="50129" y="83819"/>
                </a:lnTo>
                <a:lnTo>
                  <a:pt x="50530" y="83315"/>
                </a:lnTo>
                <a:lnTo>
                  <a:pt x="50910" y="82798"/>
                </a:lnTo>
                <a:lnTo>
                  <a:pt x="51269" y="82266"/>
                </a:lnTo>
                <a:lnTo>
                  <a:pt x="51605" y="81720"/>
                </a:lnTo>
                <a:lnTo>
                  <a:pt x="51920" y="81160"/>
                </a:lnTo>
                <a:lnTo>
                  <a:pt x="52213" y="80586"/>
                </a:lnTo>
                <a:lnTo>
                  <a:pt x="52485" y="79998"/>
                </a:lnTo>
                <a:lnTo>
                  <a:pt x="52735" y="79395"/>
                </a:lnTo>
                <a:lnTo>
                  <a:pt x="52963" y="78779"/>
                </a:lnTo>
                <a:lnTo>
                  <a:pt x="53169" y="78148"/>
                </a:lnTo>
                <a:lnTo>
                  <a:pt x="53354" y="77503"/>
                </a:lnTo>
                <a:lnTo>
                  <a:pt x="53516" y="76844"/>
                </a:lnTo>
                <a:lnTo>
                  <a:pt x="53658" y="76171"/>
                </a:lnTo>
                <a:lnTo>
                  <a:pt x="53777" y="75484"/>
                </a:lnTo>
                <a:lnTo>
                  <a:pt x="53875" y="74782"/>
                </a:lnTo>
                <a:lnTo>
                  <a:pt x="53951" y="74067"/>
                </a:lnTo>
                <a:lnTo>
                  <a:pt x="54005" y="73337"/>
                </a:lnTo>
                <a:lnTo>
                  <a:pt x="54038" y="72593"/>
                </a:lnTo>
                <a:lnTo>
                  <a:pt x="54048" y="71835"/>
                </a:lnTo>
                <a:lnTo>
                  <a:pt x="54039" y="71125"/>
                </a:lnTo>
                <a:lnTo>
                  <a:pt x="54011" y="70430"/>
                </a:lnTo>
                <a:lnTo>
                  <a:pt x="53965" y="69749"/>
                </a:lnTo>
                <a:lnTo>
                  <a:pt x="53900" y="69083"/>
                </a:lnTo>
                <a:lnTo>
                  <a:pt x="53817" y="68431"/>
                </a:lnTo>
                <a:lnTo>
                  <a:pt x="53715" y="67794"/>
                </a:lnTo>
                <a:lnTo>
                  <a:pt x="53595" y="67171"/>
                </a:lnTo>
                <a:lnTo>
                  <a:pt x="53456" y="66563"/>
                </a:lnTo>
                <a:lnTo>
                  <a:pt x="53298" y="65970"/>
                </a:lnTo>
                <a:lnTo>
                  <a:pt x="53122" y="65391"/>
                </a:lnTo>
                <a:lnTo>
                  <a:pt x="52928" y="64826"/>
                </a:lnTo>
                <a:lnTo>
                  <a:pt x="52715" y="64276"/>
                </a:lnTo>
                <a:lnTo>
                  <a:pt x="52483" y="63741"/>
                </a:lnTo>
                <a:lnTo>
                  <a:pt x="52233" y="63220"/>
                </a:lnTo>
                <a:lnTo>
                  <a:pt x="51964" y="62714"/>
                </a:lnTo>
                <a:lnTo>
                  <a:pt x="51677" y="62222"/>
                </a:lnTo>
                <a:lnTo>
                  <a:pt x="51372" y="61745"/>
                </a:lnTo>
                <a:lnTo>
                  <a:pt x="51047" y="61282"/>
                </a:lnTo>
                <a:lnTo>
                  <a:pt x="50705" y="60834"/>
                </a:lnTo>
                <a:lnTo>
                  <a:pt x="50343" y="60400"/>
                </a:lnTo>
                <a:lnTo>
                  <a:pt x="49964" y="59981"/>
                </a:lnTo>
                <a:lnTo>
                  <a:pt x="49565" y="59577"/>
                </a:lnTo>
                <a:lnTo>
                  <a:pt x="49149" y="59187"/>
                </a:lnTo>
                <a:lnTo>
                  <a:pt x="48713" y="58811"/>
                </a:lnTo>
                <a:lnTo>
                  <a:pt x="48258" y="58448"/>
                </a:lnTo>
                <a:lnTo>
                  <a:pt x="47783" y="58094"/>
                </a:lnTo>
                <a:lnTo>
                  <a:pt x="47287" y="57751"/>
                </a:lnTo>
                <a:lnTo>
                  <a:pt x="46771" y="57417"/>
                </a:lnTo>
                <a:lnTo>
                  <a:pt x="46234" y="57092"/>
                </a:lnTo>
                <a:lnTo>
                  <a:pt x="45676" y="56778"/>
                </a:lnTo>
                <a:lnTo>
                  <a:pt x="45098" y="56473"/>
                </a:lnTo>
                <a:lnTo>
                  <a:pt x="44499" y="56178"/>
                </a:lnTo>
                <a:lnTo>
                  <a:pt x="43880" y="55893"/>
                </a:lnTo>
                <a:lnTo>
                  <a:pt x="43241" y="55618"/>
                </a:lnTo>
                <a:lnTo>
                  <a:pt x="42581" y="55352"/>
                </a:lnTo>
                <a:lnTo>
                  <a:pt x="41900" y="55096"/>
                </a:lnTo>
                <a:lnTo>
                  <a:pt x="41199" y="54850"/>
                </a:lnTo>
                <a:lnTo>
                  <a:pt x="40477" y="54613"/>
                </a:lnTo>
                <a:lnTo>
                  <a:pt x="39735" y="54387"/>
                </a:lnTo>
                <a:lnTo>
                  <a:pt x="38972" y="54170"/>
                </a:lnTo>
                <a:lnTo>
                  <a:pt x="38189" y="53963"/>
                </a:lnTo>
                <a:lnTo>
                  <a:pt x="37385" y="53765"/>
                </a:lnTo>
                <a:lnTo>
                  <a:pt x="36561" y="53578"/>
                </a:lnTo>
                <a:lnTo>
                  <a:pt x="35716" y="53400"/>
                </a:lnTo>
                <a:lnTo>
                  <a:pt x="34850" y="53232"/>
                </a:lnTo>
                <a:lnTo>
                  <a:pt x="33964" y="53073"/>
                </a:lnTo>
                <a:lnTo>
                  <a:pt x="33058" y="52925"/>
                </a:lnTo>
                <a:lnTo>
                  <a:pt x="32131" y="52786"/>
                </a:lnTo>
                <a:lnTo>
                  <a:pt x="23984" y="51639"/>
                </a:lnTo>
                <a:lnTo>
                  <a:pt x="23624" y="51580"/>
                </a:lnTo>
                <a:lnTo>
                  <a:pt x="23274" y="51518"/>
                </a:lnTo>
                <a:lnTo>
                  <a:pt x="22931" y="51454"/>
                </a:lnTo>
                <a:lnTo>
                  <a:pt x="22597" y="51386"/>
                </a:lnTo>
                <a:lnTo>
                  <a:pt x="22271" y="51315"/>
                </a:lnTo>
                <a:lnTo>
                  <a:pt x="21954" y="51241"/>
                </a:lnTo>
                <a:lnTo>
                  <a:pt x="21645" y="51164"/>
                </a:lnTo>
                <a:lnTo>
                  <a:pt x="21344" y="51085"/>
                </a:lnTo>
                <a:lnTo>
                  <a:pt x="21052" y="51002"/>
                </a:lnTo>
                <a:lnTo>
                  <a:pt x="20768" y="50916"/>
                </a:lnTo>
                <a:lnTo>
                  <a:pt x="20493" y="50827"/>
                </a:lnTo>
                <a:lnTo>
                  <a:pt x="20226" y="50736"/>
                </a:lnTo>
                <a:lnTo>
                  <a:pt x="19967" y="50641"/>
                </a:lnTo>
                <a:lnTo>
                  <a:pt x="19716" y="50543"/>
                </a:lnTo>
                <a:lnTo>
                  <a:pt x="19474" y="50442"/>
                </a:lnTo>
                <a:lnTo>
                  <a:pt x="19240" y="50339"/>
                </a:lnTo>
                <a:lnTo>
                  <a:pt x="19015" y="50232"/>
                </a:lnTo>
                <a:lnTo>
                  <a:pt x="18798" y="50122"/>
                </a:lnTo>
                <a:lnTo>
                  <a:pt x="18589" y="50010"/>
                </a:lnTo>
                <a:lnTo>
                  <a:pt x="18389" y="49894"/>
                </a:lnTo>
                <a:lnTo>
                  <a:pt x="18197" y="49775"/>
                </a:lnTo>
                <a:lnTo>
                  <a:pt x="18013" y="49654"/>
                </a:lnTo>
                <a:lnTo>
                  <a:pt x="17838" y="49529"/>
                </a:lnTo>
                <a:lnTo>
                  <a:pt x="17671" y="49401"/>
                </a:lnTo>
                <a:lnTo>
                  <a:pt x="17512" y="49269"/>
                </a:lnTo>
                <a:lnTo>
                  <a:pt x="17360" y="49131"/>
                </a:lnTo>
                <a:lnTo>
                  <a:pt x="17214" y="48988"/>
                </a:lnTo>
                <a:lnTo>
                  <a:pt x="17075" y="48839"/>
                </a:lnTo>
                <a:lnTo>
                  <a:pt x="16943" y="48683"/>
                </a:lnTo>
                <a:lnTo>
                  <a:pt x="16818" y="48523"/>
                </a:lnTo>
                <a:lnTo>
                  <a:pt x="16699" y="48356"/>
                </a:lnTo>
                <a:lnTo>
                  <a:pt x="16588" y="48183"/>
                </a:lnTo>
                <a:lnTo>
                  <a:pt x="16483" y="48005"/>
                </a:lnTo>
                <a:lnTo>
                  <a:pt x="16384" y="47821"/>
                </a:lnTo>
                <a:lnTo>
                  <a:pt x="16293" y="47631"/>
                </a:lnTo>
                <a:lnTo>
                  <a:pt x="16208" y="47436"/>
                </a:lnTo>
                <a:lnTo>
                  <a:pt x="16130" y="47234"/>
                </a:lnTo>
                <a:lnTo>
                  <a:pt x="16059" y="47027"/>
                </a:lnTo>
                <a:lnTo>
                  <a:pt x="15995" y="46814"/>
                </a:lnTo>
                <a:lnTo>
                  <a:pt x="15937" y="46596"/>
                </a:lnTo>
                <a:lnTo>
                  <a:pt x="15887" y="46371"/>
                </a:lnTo>
                <a:lnTo>
                  <a:pt x="15843" y="46141"/>
                </a:lnTo>
                <a:lnTo>
                  <a:pt x="15805" y="45905"/>
                </a:lnTo>
                <a:lnTo>
                  <a:pt x="15775" y="45663"/>
                </a:lnTo>
                <a:lnTo>
                  <a:pt x="15751" y="45416"/>
                </a:lnTo>
                <a:lnTo>
                  <a:pt x="15734" y="45163"/>
                </a:lnTo>
                <a:lnTo>
                  <a:pt x="15724" y="44903"/>
                </a:lnTo>
                <a:lnTo>
                  <a:pt x="15721" y="44639"/>
                </a:lnTo>
                <a:lnTo>
                  <a:pt x="15724" y="44355"/>
                </a:lnTo>
                <a:lnTo>
                  <a:pt x="15736" y="44076"/>
                </a:lnTo>
                <a:lnTo>
                  <a:pt x="15756" y="43804"/>
                </a:lnTo>
                <a:lnTo>
                  <a:pt x="15783" y="43537"/>
                </a:lnTo>
                <a:lnTo>
                  <a:pt x="15818" y="43276"/>
                </a:lnTo>
                <a:lnTo>
                  <a:pt x="15860" y="43021"/>
                </a:lnTo>
                <a:lnTo>
                  <a:pt x="15911" y="42772"/>
                </a:lnTo>
                <a:lnTo>
                  <a:pt x="15969" y="42529"/>
                </a:lnTo>
                <a:lnTo>
                  <a:pt x="16035" y="42291"/>
                </a:lnTo>
                <a:lnTo>
                  <a:pt x="16109" y="42059"/>
                </a:lnTo>
                <a:lnTo>
                  <a:pt x="16191" y="41833"/>
                </a:lnTo>
                <a:lnTo>
                  <a:pt x="16280" y="41612"/>
                </a:lnTo>
                <a:lnTo>
                  <a:pt x="16377" y="41398"/>
                </a:lnTo>
                <a:lnTo>
                  <a:pt x="16482" y="41189"/>
                </a:lnTo>
                <a:lnTo>
                  <a:pt x="16595" y="40986"/>
                </a:lnTo>
                <a:lnTo>
                  <a:pt x="16715" y="40789"/>
                </a:lnTo>
                <a:lnTo>
                  <a:pt x="16843" y="40597"/>
                </a:lnTo>
                <a:lnTo>
                  <a:pt x="16979" y="40412"/>
                </a:lnTo>
                <a:lnTo>
                  <a:pt x="17123" y="40232"/>
                </a:lnTo>
                <a:lnTo>
                  <a:pt x="17275" y="40057"/>
                </a:lnTo>
                <a:lnTo>
                  <a:pt x="17434" y="39889"/>
                </a:lnTo>
                <a:lnTo>
                  <a:pt x="17601" y="39727"/>
                </a:lnTo>
                <a:lnTo>
                  <a:pt x="17776" y="39570"/>
                </a:lnTo>
                <a:lnTo>
                  <a:pt x="17958" y="39419"/>
                </a:lnTo>
                <a:lnTo>
                  <a:pt x="18150" y="39274"/>
                </a:lnTo>
                <a:lnTo>
                  <a:pt x="18350" y="39135"/>
                </a:lnTo>
                <a:lnTo>
                  <a:pt x="18560" y="39002"/>
                </a:lnTo>
                <a:lnTo>
                  <a:pt x="18779" y="38875"/>
                </a:lnTo>
                <a:lnTo>
                  <a:pt x="19008" y="38755"/>
                </a:lnTo>
                <a:lnTo>
                  <a:pt x="19246" y="38640"/>
                </a:lnTo>
                <a:lnTo>
                  <a:pt x="19493" y="38532"/>
                </a:lnTo>
                <a:lnTo>
                  <a:pt x="19750" y="38430"/>
                </a:lnTo>
                <a:lnTo>
                  <a:pt x="20016" y="38335"/>
                </a:lnTo>
                <a:lnTo>
                  <a:pt x="20291" y="38245"/>
                </a:lnTo>
                <a:lnTo>
                  <a:pt x="20576" y="38162"/>
                </a:lnTo>
                <a:lnTo>
                  <a:pt x="20870" y="38085"/>
                </a:lnTo>
                <a:lnTo>
                  <a:pt x="21174" y="38013"/>
                </a:lnTo>
                <a:lnTo>
                  <a:pt x="21487" y="37949"/>
                </a:lnTo>
                <a:lnTo>
                  <a:pt x="21809" y="37890"/>
                </a:lnTo>
                <a:lnTo>
                  <a:pt x="22141" y="37837"/>
                </a:lnTo>
                <a:lnTo>
                  <a:pt x="22482" y="37791"/>
                </a:lnTo>
                <a:lnTo>
                  <a:pt x="22832" y="37751"/>
                </a:lnTo>
                <a:lnTo>
                  <a:pt x="23192" y="37717"/>
                </a:lnTo>
                <a:lnTo>
                  <a:pt x="23561" y="37689"/>
                </a:lnTo>
                <a:lnTo>
                  <a:pt x="23939" y="37668"/>
                </a:lnTo>
                <a:lnTo>
                  <a:pt x="24327" y="37652"/>
                </a:lnTo>
                <a:lnTo>
                  <a:pt x="24724" y="37643"/>
                </a:lnTo>
                <a:lnTo>
                  <a:pt x="25131" y="37640"/>
                </a:lnTo>
                <a:lnTo>
                  <a:pt x="29492" y="37640"/>
                </a:lnTo>
                <a:lnTo>
                  <a:pt x="29824" y="37643"/>
                </a:lnTo>
                <a:lnTo>
                  <a:pt x="30151" y="37651"/>
                </a:lnTo>
                <a:lnTo>
                  <a:pt x="30472" y="37665"/>
                </a:lnTo>
                <a:lnTo>
                  <a:pt x="30788" y="37684"/>
                </a:lnTo>
                <a:lnTo>
                  <a:pt x="31098" y="37710"/>
                </a:lnTo>
                <a:lnTo>
                  <a:pt x="31403" y="37740"/>
                </a:lnTo>
                <a:lnTo>
                  <a:pt x="31703" y="37777"/>
                </a:lnTo>
                <a:lnTo>
                  <a:pt x="31997" y="37818"/>
                </a:lnTo>
                <a:lnTo>
                  <a:pt x="32286" y="37866"/>
                </a:lnTo>
                <a:lnTo>
                  <a:pt x="32569" y="37919"/>
                </a:lnTo>
                <a:lnTo>
                  <a:pt x="32848" y="37977"/>
                </a:lnTo>
                <a:lnTo>
                  <a:pt x="33120" y="38042"/>
                </a:lnTo>
                <a:lnTo>
                  <a:pt x="33388" y="38111"/>
                </a:lnTo>
                <a:lnTo>
                  <a:pt x="33650" y="38187"/>
                </a:lnTo>
                <a:lnTo>
                  <a:pt x="33906" y="38268"/>
                </a:lnTo>
                <a:lnTo>
                  <a:pt x="34158" y="38354"/>
                </a:lnTo>
                <a:lnTo>
                  <a:pt x="34404" y="38446"/>
                </a:lnTo>
                <a:lnTo>
                  <a:pt x="34644" y="38544"/>
                </a:lnTo>
                <a:lnTo>
                  <a:pt x="34879" y="38647"/>
                </a:lnTo>
                <a:lnTo>
                  <a:pt x="35109" y="38756"/>
                </a:lnTo>
                <a:lnTo>
                  <a:pt x="35334" y="38870"/>
                </a:lnTo>
                <a:lnTo>
                  <a:pt x="35553" y="38990"/>
                </a:lnTo>
                <a:lnTo>
                  <a:pt x="35766" y="39116"/>
                </a:lnTo>
                <a:lnTo>
                  <a:pt x="35975" y="39247"/>
                </a:lnTo>
                <a:lnTo>
                  <a:pt x="36176" y="39383"/>
                </a:lnTo>
                <a:lnTo>
                  <a:pt x="36371" y="39521"/>
                </a:lnTo>
                <a:lnTo>
                  <a:pt x="36558" y="39663"/>
                </a:lnTo>
                <a:lnTo>
                  <a:pt x="36738" y="39808"/>
                </a:lnTo>
                <a:lnTo>
                  <a:pt x="36910" y="39956"/>
                </a:lnTo>
                <a:lnTo>
                  <a:pt x="37075" y="40107"/>
                </a:lnTo>
                <a:lnTo>
                  <a:pt x="37233" y="40262"/>
                </a:lnTo>
                <a:lnTo>
                  <a:pt x="37384" y="40420"/>
                </a:lnTo>
                <a:lnTo>
                  <a:pt x="37526" y="40580"/>
                </a:lnTo>
                <a:lnTo>
                  <a:pt x="37662" y="40745"/>
                </a:lnTo>
                <a:lnTo>
                  <a:pt x="37790" y="40912"/>
                </a:lnTo>
                <a:lnTo>
                  <a:pt x="37911" y="41082"/>
                </a:lnTo>
                <a:lnTo>
                  <a:pt x="38025" y="41256"/>
                </a:lnTo>
                <a:lnTo>
                  <a:pt x="38131" y="41433"/>
                </a:lnTo>
                <a:lnTo>
                  <a:pt x="38230" y="41613"/>
                </a:lnTo>
                <a:lnTo>
                  <a:pt x="38321" y="41796"/>
                </a:lnTo>
                <a:lnTo>
                  <a:pt x="38405" y="41982"/>
                </a:lnTo>
                <a:lnTo>
                  <a:pt x="38482" y="42172"/>
                </a:lnTo>
                <a:lnTo>
                  <a:pt x="38551" y="42365"/>
                </a:lnTo>
                <a:lnTo>
                  <a:pt x="38613" y="42560"/>
                </a:lnTo>
                <a:lnTo>
                  <a:pt x="38667" y="42760"/>
                </a:lnTo>
                <a:lnTo>
                  <a:pt x="38714" y="42962"/>
                </a:lnTo>
                <a:lnTo>
                  <a:pt x="38754" y="43167"/>
                </a:lnTo>
                <a:lnTo>
                  <a:pt x="38787" y="43376"/>
                </a:lnTo>
                <a:lnTo>
                  <a:pt x="53131" y="43376"/>
                </a:lnTo>
                <a:lnTo>
                  <a:pt x="53083" y="42722"/>
                </a:lnTo>
                <a:lnTo>
                  <a:pt x="53014" y="42079"/>
                </a:lnTo>
                <a:lnTo>
                  <a:pt x="52925" y="41447"/>
                </a:lnTo>
                <a:lnTo>
                  <a:pt x="52815" y="40826"/>
                </a:lnTo>
                <a:lnTo>
                  <a:pt x="52686" y="40216"/>
                </a:lnTo>
                <a:lnTo>
                  <a:pt x="52536" y="39618"/>
                </a:lnTo>
                <a:lnTo>
                  <a:pt x="52365" y="39031"/>
                </a:lnTo>
                <a:lnTo>
                  <a:pt x="52175" y="38454"/>
                </a:lnTo>
                <a:lnTo>
                  <a:pt x="51964" y="37889"/>
                </a:lnTo>
                <a:lnTo>
                  <a:pt x="51732" y="37336"/>
                </a:lnTo>
                <a:lnTo>
                  <a:pt x="51481" y="36793"/>
                </a:lnTo>
                <a:lnTo>
                  <a:pt x="51209" y="36261"/>
                </a:lnTo>
                <a:lnTo>
                  <a:pt x="50916" y="35741"/>
                </a:lnTo>
                <a:lnTo>
                  <a:pt x="50604" y="35232"/>
                </a:lnTo>
                <a:lnTo>
                  <a:pt x="50271" y="34734"/>
                </a:lnTo>
                <a:lnTo>
                  <a:pt x="49918" y="34247"/>
                </a:lnTo>
                <a:lnTo>
                  <a:pt x="49544" y="33771"/>
                </a:lnTo>
                <a:lnTo>
                  <a:pt x="49150" y="33306"/>
                </a:lnTo>
                <a:lnTo>
                  <a:pt x="48736" y="32853"/>
                </a:lnTo>
                <a:lnTo>
                  <a:pt x="48301" y="32411"/>
                </a:lnTo>
                <a:lnTo>
                  <a:pt x="47846" y="31979"/>
                </a:lnTo>
                <a:lnTo>
                  <a:pt x="47371" y="31560"/>
                </a:lnTo>
                <a:lnTo>
                  <a:pt x="46876" y="31151"/>
                </a:lnTo>
                <a:lnTo>
                  <a:pt x="46360" y="30753"/>
                </a:lnTo>
                <a:lnTo>
                  <a:pt x="45827" y="30369"/>
                </a:lnTo>
                <a:lnTo>
                  <a:pt x="45279" y="30002"/>
                </a:lnTo>
                <a:lnTo>
                  <a:pt x="44716" y="29650"/>
                </a:lnTo>
                <a:lnTo>
                  <a:pt x="44138" y="29315"/>
                </a:lnTo>
                <a:lnTo>
                  <a:pt x="43546" y="28997"/>
                </a:lnTo>
                <a:lnTo>
                  <a:pt x="42939" y="28695"/>
                </a:lnTo>
                <a:lnTo>
                  <a:pt x="42317" y="28409"/>
                </a:lnTo>
                <a:lnTo>
                  <a:pt x="41681" y="28139"/>
                </a:lnTo>
                <a:lnTo>
                  <a:pt x="41030" y="27886"/>
                </a:lnTo>
                <a:lnTo>
                  <a:pt x="40364" y="27649"/>
                </a:lnTo>
                <a:lnTo>
                  <a:pt x="39683" y="27429"/>
                </a:lnTo>
                <a:lnTo>
                  <a:pt x="38988" y="27224"/>
                </a:lnTo>
                <a:lnTo>
                  <a:pt x="38277" y="27036"/>
                </a:lnTo>
                <a:lnTo>
                  <a:pt x="37552" y="26865"/>
                </a:lnTo>
                <a:lnTo>
                  <a:pt x="36813" y="26710"/>
                </a:lnTo>
                <a:lnTo>
                  <a:pt x="36058" y="26571"/>
                </a:lnTo>
                <a:lnTo>
                  <a:pt x="35289" y="26448"/>
                </a:lnTo>
                <a:lnTo>
                  <a:pt x="34505" y="26342"/>
                </a:lnTo>
                <a:lnTo>
                  <a:pt x="33707" y="26252"/>
                </a:lnTo>
                <a:lnTo>
                  <a:pt x="32893" y="26179"/>
                </a:lnTo>
                <a:lnTo>
                  <a:pt x="32065" y="26122"/>
                </a:lnTo>
                <a:lnTo>
                  <a:pt x="31222" y="26081"/>
                </a:lnTo>
                <a:lnTo>
                  <a:pt x="30365" y="26056"/>
                </a:lnTo>
                <a:lnTo>
                  <a:pt x="29492" y="26048"/>
                </a:lnTo>
                <a:lnTo>
                  <a:pt x="25131" y="26048"/>
                </a:lnTo>
                <a:lnTo>
                  <a:pt x="24174" y="26057"/>
                </a:lnTo>
                <a:lnTo>
                  <a:pt x="23238" y="26082"/>
                </a:lnTo>
                <a:lnTo>
                  <a:pt x="22321" y="26124"/>
                </a:lnTo>
                <a:lnTo>
                  <a:pt x="21423" y="26184"/>
                </a:lnTo>
                <a:lnTo>
                  <a:pt x="20545" y="26260"/>
                </a:lnTo>
                <a:lnTo>
                  <a:pt x="19687" y="26353"/>
                </a:lnTo>
                <a:lnTo>
                  <a:pt x="18848" y="26463"/>
                </a:lnTo>
                <a:lnTo>
                  <a:pt x="18029" y="26590"/>
                </a:lnTo>
                <a:lnTo>
                  <a:pt x="17229" y="26734"/>
                </a:lnTo>
                <a:lnTo>
                  <a:pt x="16448" y="26895"/>
                </a:lnTo>
                <a:lnTo>
                  <a:pt x="15688" y="27073"/>
                </a:lnTo>
                <a:lnTo>
                  <a:pt x="14946" y="27268"/>
                </a:lnTo>
                <a:lnTo>
                  <a:pt x="14224" y="27479"/>
                </a:lnTo>
                <a:lnTo>
                  <a:pt x="13522" y="27708"/>
                </a:lnTo>
                <a:lnTo>
                  <a:pt x="12839" y="27954"/>
                </a:lnTo>
                <a:lnTo>
                  <a:pt x="12176" y="28216"/>
                </a:lnTo>
                <a:lnTo>
                  <a:pt x="11532" y="28496"/>
                </a:lnTo>
                <a:lnTo>
                  <a:pt x="10908" y="28792"/>
                </a:lnTo>
                <a:lnTo>
                  <a:pt x="10304" y="29105"/>
                </a:lnTo>
                <a:lnTo>
                  <a:pt x="9718" y="29436"/>
                </a:lnTo>
                <a:lnTo>
                  <a:pt x="9153" y="29783"/>
                </a:lnTo>
                <a:lnTo>
                  <a:pt x="8607" y="30147"/>
                </a:lnTo>
                <a:lnTo>
                  <a:pt x="8080" y="30528"/>
                </a:lnTo>
                <a:lnTo>
                  <a:pt x="7573" y="30926"/>
                </a:lnTo>
                <a:lnTo>
                  <a:pt x="7086" y="31340"/>
                </a:lnTo>
                <a:lnTo>
                  <a:pt x="6620" y="31767"/>
                </a:lnTo>
                <a:lnTo>
                  <a:pt x="6175" y="32207"/>
                </a:lnTo>
                <a:lnTo>
                  <a:pt x="5750" y="32662"/>
                </a:lnTo>
                <a:lnTo>
                  <a:pt x="5346" y="33130"/>
                </a:lnTo>
                <a:lnTo>
                  <a:pt x="4962" y="33612"/>
                </a:lnTo>
                <a:lnTo>
                  <a:pt x="4600" y="34108"/>
                </a:lnTo>
                <a:lnTo>
                  <a:pt x="4258" y="34617"/>
                </a:lnTo>
                <a:lnTo>
                  <a:pt x="3937" y="35141"/>
                </a:lnTo>
                <a:lnTo>
                  <a:pt x="3636" y="35678"/>
                </a:lnTo>
                <a:lnTo>
                  <a:pt x="3357" y="36228"/>
                </a:lnTo>
                <a:lnTo>
                  <a:pt x="3098" y="36793"/>
                </a:lnTo>
                <a:lnTo>
                  <a:pt x="2859" y="37371"/>
                </a:lnTo>
                <a:lnTo>
                  <a:pt x="2642" y="37963"/>
                </a:lnTo>
                <a:lnTo>
                  <a:pt x="2445" y="38569"/>
                </a:lnTo>
                <a:lnTo>
                  <a:pt x="2269" y="39188"/>
                </a:lnTo>
                <a:lnTo>
                  <a:pt x="2113" y="39821"/>
                </a:lnTo>
                <a:lnTo>
                  <a:pt x="1979" y="40468"/>
                </a:lnTo>
                <a:lnTo>
                  <a:pt x="1865" y="41129"/>
                </a:lnTo>
                <a:lnTo>
                  <a:pt x="1771" y="41803"/>
                </a:lnTo>
                <a:lnTo>
                  <a:pt x="1699" y="42492"/>
                </a:lnTo>
                <a:lnTo>
                  <a:pt x="1647" y="43193"/>
                </a:lnTo>
                <a:lnTo>
                  <a:pt x="1616" y="43909"/>
                </a:lnTo>
                <a:lnTo>
                  <a:pt x="1606" y="44639"/>
                </a:lnTo>
                <a:lnTo>
                  <a:pt x="1614" y="45339"/>
                </a:lnTo>
                <a:lnTo>
                  <a:pt x="1641" y="46024"/>
                </a:lnTo>
                <a:lnTo>
                  <a:pt x="1685" y="46695"/>
                </a:lnTo>
                <a:lnTo>
                  <a:pt x="1746" y="47351"/>
                </a:lnTo>
                <a:lnTo>
                  <a:pt x="1825" y="47993"/>
                </a:lnTo>
                <a:lnTo>
                  <a:pt x="1921" y="48619"/>
                </a:lnTo>
                <a:lnTo>
                  <a:pt x="2035" y="49231"/>
                </a:lnTo>
                <a:lnTo>
                  <a:pt x="2167" y="49828"/>
                </a:lnTo>
                <a:lnTo>
                  <a:pt x="2316" y="50411"/>
                </a:lnTo>
                <a:lnTo>
                  <a:pt x="2482" y="50978"/>
                </a:lnTo>
                <a:lnTo>
                  <a:pt x="2667" y="51531"/>
                </a:lnTo>
                <a:lnTo>
                  <a:pt x="2868" y="52069"/>
                </a:lnTo>
                <a:lnTo>
                  <a:pt x="3087" y="52593"/>
                </a:lnTo>
                <a:lnTo>
                  <a:pt x="3324" y="53101"/>
                </a:lnTo>
                <a:lnTo>
                  <a:pt x="3578" y="53595"/>
                </a:lnTo>
                <a:lnTo>
                  <a:pt x="3850" y="54075"/>
                </a:lnTo>
                <a:lnTo>
                  <a:pt x="4139" y="54539"/>
                </a:lnTo>
                <a:lnTo>
                  <a:pt x="4446" y="54989"/>
                </a:lnTo>
                <a:lnTo>
                  <a:pt x="4771" y="55424"/>
                </a:lnTo>
                <a:lnTo>
                  <a:pt x="5113" y="55844"/>
                </a:lnTo>
                <a:lnTo>
                  <a:pt x="5472" y="56249"/>
                </a:lnTo>
                <a:lnTo>
                  <a:pt x="5849" y="56640"/>
                </a:lnTo>
                <a:lnTo>
                  <a:pt x="6244" y="57016"/>
                </a:lnTo>
                <a:lnTo>
                  <a:pt x="6656" y="57377"/>
                </a:lnTo>
                <a:lnTo>
                  <a:pt x="7086" y="57726"/>
                </a:lnTo>
                <a:lnTo>
                  <a:pt x="7537" y="58066"/>
                </a:lnTo>
                <a:lnTo>
                  <a:pt x="8008" y="58396"/>
                </a:lnTo>
                <a:lnTo>
                  <a:pt x="8498" y="58716"/>
                </a:lnTo>
                <a:lnTo>
                  <a:pt x="9009" y="59027"/>
                </a:lnTo>
                <a:lnTo>
                  <a:pt x="9539" y="59328"/>
                </a:lnTo>
                <a:lnTo>
                  <a:pt x="10089" y="59620"/>
                </a:lnTo>
                <a:lnTo>
                  <a:pt x="10660" y="59902"/>
                </a:lnTo>
                <a:lnTo>
                  <a:pt x="11250" y="60174"/>
                </a:lnTo>
                <a:lnTo>
                  <a:pt x="11860" y="60437"/>
                </a:lnTo>
                <a:lnTo>
                  <a:pt x="12490" y="60691"/>
                </a:lnTo>
                <a:lnTo>
                  <a:pt x="13140" y="60935"/>
                </a:lnTo>
                <a:lnTo>
                  <a:pt x="13809" y="61169"/>
                </a:lnTo>
                <a:lnTo>
                  <a:pt x="14499" y="61394"/>
                </a:lnTo>
                <a:lnTo>
                  <a:pt x="15209" y="61609"/>
                </a:lnTo>
                <a:lnTo>
                  <a:pt x="15938" y="61815"/>
                </a:lnTo>
                <a:lnTo>
                  <a:pt x="16688" y="62011"/>
                </a:lnTo>
                <a:lnTo>
                  <a:pt x="17457" y="62197"/>
                </a:lnTo>
                <a:lnTo>
                  <a:pt x="18246" y="62374"/>
                </a:lnTo>
                <a:lnTo>
                  <a:pt x="19056" y="62541"/>
                </a:lnTo>
                <a:lnTo>
                  <a:pt x="19885" y="62699"/>
                </a:lnTo>
                <a:lnTo>
                  <a:pt x="20734" y="62847"/>
                </a:lnTo>
                <a:lnTo>
                  <a:pt x="21603" y="62986"/>
                </a:lnTo>
                <a:lnTo>
                  <a:pt x="22492" y="63115"/>
                </a:lnTo>
                <a:lnTo>
                  <a:pt x="30294" y="64262"/>
                </a:lnTo>
                <a:lnTo>
                  <a:pt x="30701" y="64312"/>
                </a:lnTo>
                <a:lnTo>
                  <a:pt x="31099" y="64367"/>
                </a:lnTo>
                <a:lnTo>
                  <a:pt x="31487" y="64426"/>
                </a:lnTo>
                <a:lnTo>
                  <a:pt x="31867" y="64490"/>
                </a:lnTo>
                <a:lnTo>
                  <a:pt x="32238" y="64559"/>
                </a:lnTo>
                <a:lnTo>
                  <a:pt x="32600" y="64632"/>
                </a:lnTo>
                <a:lnTo>
                  <a:pt x="32953" y="64709"/>
                </a:lnTo>
                <a:lnTo>
                  <a:pt x="33297" y="64792"/>
                </a:lnTo>
                <a:lnTo>
                  <a:pt x="33632" y="64878"/>
                </a:lnTo>
                <a:lnTo>
                  <a:pt x="33958" y="64970"/>
                </a:lnTo>
                <a:lnTo>
                  <a:pt x="34275" y="65066"/>
                </a:lnTo>
                <a:lnTo>
                  <a:pt x="34583" y="65166"/>
                </a:lnTo>
                <a:lnTo>
                  <a:pt x="34882" y="65271"/>
                </a:lnTo>
                <a:lnTo>
                  <a:pt x="35172" y="65381"/>
                </a:lnTo>
                <a:lnTo>
                  <a:pt x="35453" y="65495"/>
                </a:lnTo>
                <a:lnTo>
                  <a:pt x="35726" y="65614"/>
                </a:lnTo>
                <a:lnTo>
                  <a:pt x="35989" y="65737"/>
                </a:lnTo>
                <a:lnTo>
                  <a:pt x="36243" y="65865"/>
                </a:lnTo>
                <a:lnTo>
                  <a:pt x="36488" y="65998"/>
                </a:lnTo>
                <a:lnTo>
                  <a:pt x="36725" y="66135"/>
                </a:lnTo>
                <a:lnTo>
                  <a:pt x="36952" y="66277"/>
                </a:lnTo>
                <a:lnTo>
                  <a:pt x="37170" y="66423"/>
                </a:lnTo>
                <a:lnTo>
                  <a:pt x="37380" y="66574"/>
                </a:lnTo>
                <a:lnTo>
                  <a:pt x="37580" y="66729"/>
                </a:lnTo>
                <a:lnTo>
                  <a:pt x="37772" y="66890"/>
                </a:lnTo>
                <a:lnTo>
                  <a:pt x="37956" y="67055"/>
                </a:lnTo>
                <a:lnTo>
                  <a:pt x="38132" y="67225"/>
                </a:lnTo>
                <a:lnTo>
                  <a:pt x="38299" y="67400"/>
                </a:lnTo>
                <a:lnTo>
                  <a:pt x="38459" y="67580"/>
                </a:lnTo>
                <a:lnTo>
                  <a:pt x="38610" y="67765"/>
                </a:lnTo>
                <a:lnTo>
                  <a:pt x="38753" y="67956"/>
                </a:lnTo>
                <a:lnTo>
                  <a:pt x="38888" y="68151"/>
                </a:lnTo>
                <a:lnTo>
                  <a:pt x="39014" y="68351"/>
                </a:lnTo>
                <a:lnTo>
                  <a:pt x="39133" y="68556"/>
                </a:lnTo>
                <a:lnTo>
                  <a:pt x="39243" y="68766"/>
                </a:lnTo>
                <a:lnTo>
                  <a:pt x="39345" y="68981"/>
                </a:lnTo>
                <a:lnTo>
                  <a:pt x="39439" y="69201"/>
                </a:lnTo>
                <a:lnTo>
                  <a:pt x="39525" y="69426"/>
                </a:lnTo>
                <a:lnTo>
                  <a:pt x="39603" y="69656"/>
                </a:lnTo>
                <a:lnTo>
                  <a:pt x="39672" y="69891"/>
                </a:lnTo>
                <a:lnTo>
                  <a:pt x="39733" y="70131"/>
                </a:lnTo>
                <a:lnTo>
                  <a:pt x="39787" y="70376"/>
                </a:lnTo>
                <a:lnTo>
                  <a:pt x="39831" y="70626"/>
                </a:lnTo>
                <a:lnTo>
                  <a:pt x="39868" y="70881"/>
                </a:lnTo>
                <a:lnTo>
                  <a:pt x="39897" y="71141"/>
                </a:lnTo>
                <a:lnTo>
                  <a:pt x="39917" y="71406"/>
                </a:lnTo>
                <a:lnTo>
                  <a:pt x="39930" y="71676"/>
                </a:lnTo>
                <a:lnTo>
                  <a:pt x="39934" y="71951"/>
                </a:lnTo>
                <a:lnTo>
                  <a:pt x="39929" y="72245"/>
                </a:lnTo>
                <a:lnTo>
                  <a:pt x="39915" y="72533"/>
                </a:lnTo>
                <a:lnTo>
                  <a:pt x="39892" y="72817"/>
                </a:lnTo>
                <a:lnTo>
                  <a:pt x="39860" y="73095"/>
                </a:lnTo>
                <a:lnTo>
                  <a:pt x="39819" y="73368"/>
                </a:lnTo>
                <a:lnTo>
                  <a:pt x="39769" y="73636"/>
                </a:lnTo>
                <a:lnTo>
                  <a:pt x="39709" y="73899"/>
                </a:lnTo>
                <a:lnTo>
                  <a:pt x="39640" y="74156"/>
                </a:lnTo>
                <a:lnTo>
                  <a:pt x="39563" y="74409"/>
                </a:lnTo>
                <a:lnTo>
                  <a:pt x="39475" y="74656"/>
                </a:lnTo>
                <a:lnTo>
                  <a:pt x="39379" y="74898"/>
                </a:lnTo>
                <a:lnTo>
                  <a:pt x="39274" y="75135"/>
                </a:lnTo>
                <a:lnTo>
                  <a:pt x="39159" y="75366"/>
                </a:lnTo>
                <a:lnTo>
                  <a:pt x="39036" y="75593"/>
                </a:lnTo>
                <a:lnTo>
                  <a:pt x="38903" y="75814"/>
                </a:lnTo>
                <a:lnTo>
                  <a:pt x="38761" y="76030"/>
                </a:lnTo>
                <a:lnTo>
                  <a:pt x="38610" y="76241"/>
                </a:lnTo>
                <a:lnTo>
                  <a:pt x="38449" y="76447"/>
                </a:lnTo>
                <a:lnTo>
                  <a:pt x="38280" y="76648"/>
                </a:lnTo>
                <a:lnTo>
                  <a:pt x="38101" y="76843"/>
                </a:lnTo>
                <a:lnTo>
                  <a:pt x="37913" y="77034"/>
                </a:lnTo>
                <a:lnTo>
                  <a:pt x="37716" y="77219"/>
                </a:lnTo>
                <a:lnTo>
                  <a:pt x="37510" y="77399"/>
                </a:lnTo>
                <a:lnTo>
                  <a:pt x="37295" y="77573"/>
                </a:lnTo>
                <a:lnTo>
                  <a:pt x="37070" y="77742"/>
                </a:lnTo>
                <a:lnTo>
                  <a:pt x="36837" y="77903"/>
                </a:lnTo>
                <a:lnTo>
                  <a:pt x="36594" y="78058"/>
                </a:lnTo>
                <a:lnTo>
                  <a:pt x="36342" y="78205"/>
                </a:lnTo>
                <a:lnTo>
                  <a:pt x="36081" y="78345"/>
                </a:lnTo>
                <a:lnTo>
                  <a:pt x="35810" y="78477"/>
                </a:lnTo>
                <a:lnTo>
                  <a:pt x="35531" y="78603"/>
                </a:lnTo>
                <a:lnTo>
                  <a:pt x="35242" y="78721"/>
                </a:lnTo>
                <a:lnTo>
                  <a:pt x="34944" y="78832"/>
                </a:lnTo>
                <a:lnTo>
                  <a:pt x="34637" y="78936"/>
                </a:lnTo>
                <a:lnTo>
                  <a:pt x="34321" y="79033"/>
                </a:lnTo>
                <a:lnTo>
                  <a:pt x="33996" y="79123"/>
                </a:lnTo>
                <a:lnTo>
                  <a:pt x="33661" y="79205"/>
                </a:lnTo>
                <a:lnTo>
                  <a:pt x="33318" y="79281"/>
                </a:lnTo>
                <a:lnTo>
                  <a:pt x="32965" y="79349"/>
                </a:lnTo>
                <a:lnTo>
                  <a:pt x="32603" y="79410"/>
                </a:lnTo>
                <a:lnTo>
                  <a:pt x="32232" y="79464"/>
                </a:lnTo>
                <a:lnTo>
                  <a:pt x="31851" y="79510"/>
                </a:lnTo>
                <a:lnTo>
                  <a:pt x="31462" y="79550"/>
                </a:lnTo>
                <a:lnTo>
                  <a:pt x="31063" y="79582"/>
                </a:lnTo>
                <a:lnTo>
                  <a:pt x="30655" y="79607"/>
                </a:lnTo>
                <a:lnTo>
                  <a:pt x="30238" y="79625"/>
                </a:lnTo>
                <a:lnTo>
                  <a:pt x="29812" y="79636"/>
                </a:lnTo>
                <a:lnTo>
                  <a:pt x="29377" y="79640"/>
                </a:lnTo>
                <a:lnTo>
                  <a:pt x="24329" y="79640"/>
                </a:lnTo>
                <a:lnTo>
                  <a:pt x="23968" y="79636"/>
                </a:lnTo>
                <a:lnTo>
                  <a:pt x="23613" y="79627"/>
                </a:lnTo>
                <a:lnTo>
                  <a:pt x="23264" y="79611"/>
                </a:lnTo>
                <a:lnTo>
                  <a:pt x="22921" y="79589"/>
                </a:lnTo>
                <a:lnTo>
                  <a:pt x="22583" y="79560"/>
                </a:lnTo>
                <a:lnTo>
                  <a:pt x="22252" y="79525"/>
                </a:lnTo>
                <a:lnTo>
                  <a:pt x="21926" y="79483"/>
                </a:lnTo>
                <a:lnTo>
                  <a:pt x="21606" y="79436"/>
                </a:lnTo>
                <a:lnTo>
                  <a:pt x="21291" y="79381"/>
                </a:lnTo>
                <a:lnTo>
                  <a:pt x="20983" y="79321"/>
                </a:lnTo>
                <a:lnTo>
                  <a:pt x="20680" y="79254"/>
                </a:lnTo>
                <a:lnTo>
                  <a:pt x="20383" y="79181"/>
                </a:lnTo>
                <a:lnTo>
                  <a:pt x="20092" y="79101"/>
                </a:lnTo>
                <a:lnTo>
                  <a:pt x="19806" y="79015"/>
                </a:lnTo>
                <a:lnTo>
                  <a:pt x="19527" y="78923"/>
                </a:lnTo>
                <a:lnTo>
                  <a:pt x="19253" y="78824"/>
                </a:lnTo>
                <a:lnTo>
                  <a:pt x="18985" y="78719"/>
                </a:lnTo>
                <a:lnTo>
                  <a:pt x="18723" y="78607"/>
                </a:lnTo>
                <a:lnTo>
                  <a:pt x="18466" y="78489"/>
                </a:lnTo>
                <a:lnTo>
                  <a:pt x="18215" y="78365"/>
                </a:lnTo>
                <a:lnTo>
                  <a:pt x="17970" y="78235"/>
                </a:lnTo>
                <a:lnTo>
                  <a:pt x="17731" y="78098"/>
                </a:lnTo>
                <a:lnTo>
                  <a:pt x="17498" y="77954"/>
                </a:lnTo>
                <a:lnTo>
                  <a:pt x="17270" y="77804"/>
                </a:lnTo>
                <a:lnTo>
                  <a:pt x="17050" y="77649"/>
                </a:lnTo>
                <a:lnTo>
                  <a:pt x="16838" y="77490"/>
                </a:lnTo>
                <a:lnTo>
                  <a:pt x="16635" y="77327"/>
                </a:lnTo>
                <a:lnTo>
                  <a:pt x="16440" y="77160"/>
                </a:lnTo>
                <a:lnTo>
                  <a:pt x="16254" y="76989"/>
                </a:lnTo>
                <a:lnTo>
                  <a:pt x="16076" y="76814"/>
                </a:lnTo>
                <a:lnTo>
                  <a:pt x="15907" y="76635"/>
                </a:lnTo>
                <a:lnTo>
                  <a:pt x="15747" y="76453"/>
                </a:lnTo>
                <a:lnTo>
                  <a:pt x="15595" y="76266"/>
                </a:lnTo>
                <a:lnTo>
                  <a:pt x="15451" y="76075"/>
                </a:lnTo>
                <a:lnTo>
                  <a:pt x="15317" y="75880"/>
                </a:lnTo>
                <a:lnTo>
                  <a:pt x="15190" y="75681"/>
                </a:lnTo>
                <a:lnTo>
                  <a:pt x="15073" y="75478"/>
                </a:lnTo>
                <a:lnTo>
                  <a:pt x="14964" y="75271"/>
                </a:lnTo>
                <a:lnTo>
                  <a:pt x="14863" y="75060"/>
                </a:lnTo>
                <a:lnTo>
                  <a:pt x="14771" y="74846"/>
                </a:lnTo>
                <a:lnTo>
                  <a:pt x="14688" y="74627"/>
                </a:lnTo>
                <a:lnTo>
                  <a:pt x="14613" y="74404"/>
                </a:lnTo>
                <a:lnTo>
                  <a:pt x="14547" y="74177"/>
                </a:lnTo>
                <a:lnTo>
                  <a:pt x="14489" y="73947"/>
                </a:lnTo>
                <a:lnTo>
                  <a:pt x="14440" y="73712"/>
                </a:lnTo>
                <a:lnTo>
                  <a:pt x="14400" y="73473"/>
                </a:lnTo>
                <a:lnTo>
                  <a:pt x="14368" y="73231"/>
                </a:lnTo>
                <a:lnTo>
                  <a:pt x="14344" y="72984"/>
                </a:lnTo>
                <a:lnTo>
                  <a:pt x="0" y="72984"/>
                </a:lnTo>
                <a:lnTo>
                  <a:pt x="24" y="73440"/>
                </a:lnTo>
                <a:lnTo>
                  <a:pt x="58" y="73892"/>
                </a:lnTo>
                <a:lnTo>
                  <a:pt x="101" y="74338"/>
                </a:lnTo>
                <a:lnTo>
                  <a:pt x="155" y="74780"/>
                </a:lnTo>
                <a:lnTo>
                  <a:pt x="218" y="75216"/>
                </a:lnTo>
                <a:lnTo>
                  <a:pt x="290" y="75648"/>
                </a:lnTo>
                <a:lnTo>
                  <a:pt x="373" y="76074"/>
                </a:lnTo>
                <a:lnTo>
                  <a:pt x="465" y="76496"/>
                </a:lnTo>
                <a:lnTo>
                  <a:pt x="567" y="76913"/>
                </a:lnTo>
                <a:lnTo>
                  <a:pt x="679" y="77324"/>
                </a:lnTo>
                <a:lnTo>
                  <a:pt x="801" y="77731"/>
                </a:lnTo>
                <a:lnTo>
                  <a:pt x="932" y="78133"/>
                </a:lnTo>
                <a:lnTo>
                  <a:pt x="1073" y="78530"/>
                </a:lnTo>
                <a:lnTo>
                  <a:pt x="1224" y="78921"/>
                </a:lnTo>
                <a:lnTo>
                  <a:pt x="1385" y="79308"/>
                </a:lnTo>
                <a:lnTo>
                  <a:pt x="1555" y="79690"/>
                </a:lnTo>
                <a:lnTo>
                  <a:pt x="1735" y="80067"/>
                </a:lnTo>
                <a:lnTo>
                  <a:pt x="1925" y="80439"/>
                </a:lnTo>
                <a:lnTo>
                  <a:pt x="2125" y="80806"/>
                </a:lnTo>
                <a:lnTo>
                  <a:pt x="2334" y="81167"/>
                </a:lnTo>
                <a:lnTo>
                  <a:pt x="2553" y="81524"/>
                </a:lnTo>
                <a:lnTo>
                  <a:pt x="2782" y="81876"/>
                </a:lnTo>
                <a:lnTo>
                  <a:pt x="3021" y="82223"/>
                </a:lnTo>
                <a:lnTo>
                  <a:pt x="3269" y="82565"/>
                </a:lnTo>
                <a:lnTo>
                  <a:pt x="3527" y="82902"/>
                </a:lnTo>
                <a:lnTo>
                  <a:pt x="3792" y="83232"/>
                </a:lnTo>
                <a:lnTo>
                  <a:pt x="4066" y="83556"/>
                </a:lnTo>
                <a:lnTo>
                  <a:pt x="4348" y="83874"/>
                </a:lnTo>
                <a:lnTo>
                  <a:pt x="4639" y="84185"/>
                </a:lnTo>
                <a:lnTo>
                  <a:pt x="4937" y="84491"/>
                </a:lnTo>
                <a:lnTo>
                  <a:pt x="5243" y="84790"/>
                </a:lnTo>
                <a:lnTo>
                  <a:pt x="5558" y="85083"/>
                </a:lnTo>
                <a:lnTo>
                  <a:pt x="5881" y="85370"/>
                </a:lnTo>
                <a:lnTo>
                  <a:pt x="6212" y="85651"/>
                </a:lnTo>
                <a:lnTo>
                  <a:pt x="6551" y="85926"/>
                </a:lnTo>
                <a:lnTo>
                  <a:pt x="6899" y="86194"/>
                </a:lnTo>
                <a:lnTo>
                  <a:pt x="7254" y="86456"/>
                </a:lnTo>
                <a:lnTo>
                  <a:pt x="7618" y="86712"/>
                </a:lnTo>
                <a:lnTo>
                  <a:pt x="7990" y="86962"/>
                </a:lnTo>
                <a:lnTo>
                  <a:pt x="8370" y="87206"/>
                </a:lnTo>
                <a:lnTo>
                  <a:pt x="8758" y="87444"/>
                </a:lnTo>
                <a:lnTo>
                  <a:pt x="9154" y="87675"/>
                </a:lnTo>
                <a:lnTo>
                  <a:pt x="9559" y="87900"/>
                </a:lnTo>
                <a:lnTo>
                  <a:pt x="9971" y="88119"/>
                </a:lnTo>
                <a:lnTo>
                  <a:pt x="10392" y="88332"/>
                </a:lnTo>
                <a:lnTo>
                  <a:pt x="10821" y="88539"/>
                </a:lnTo>
                <a:lnTo>
                  <a:pt x="11258" y="88740"/>
                </a:lnTo>
                <a:lnTo>
                  <a:pt x="11704" y="88934"/>
                </a:lnTo>
                <a:lnTo>
                  <a:pt x="12157" y="89121"/>
                </a:lnTo>
                <a:lnTo>
                  <a:pt x="12616" y="89301"/>
                </a:lnTo>
                <a:lnTo>
                  <a:pt x="13081" y="89472"/>
                </a:lnTo>
                <a:lnTo>
                  <a:pt x="13553" y="89635"/>
                </a:lnTo>
                <a:lnTo>
                  <a:pt x="14031" y="89791"/>
                </a:lnTo>
                <a:lnTo>
                  <a:pt x="14516" y="89938"/>
                </a:lnTo>
                <a:lnTo>
                  <a:pt x="15007" y="90078"/>
                </a:lnTo>
                <a:lnTo>
                  <a:pt x="15504" y="90209"/>
                </a:lnTo>
                <a:lnTo>
                  <a:pt x="16008" y="90333"/>
                </a:lnTo>
                <a:lnTo>
                  <a:pt x="16518" y="90448"/>
                </a:lnTo>
                <a:lnTo>
                  <a:pt x="17035" y="90556"/>
                </a:lnTo>
                <a:lnTo>
                  <a:pt x="17557" y="90656"/>
                </a:lnTo>
                <a:lnTo>
                  <a:pt x="18087" y="90747"/>
                </a:lnTo>
                <a:lnTo>
                  <a:pt x="18622" y="90831"/>
                </a:lnTo>
                <a:lnTo>
                  <a:pt x="19164" y="90907"/>
                </a:lnTo>
                <a:lnTo>
                  <a:pt x="19713" y="90974"/>
                </a:lnTo>
                <a:lnTo>
                  <a:pt x="20267" y="91034"/>
                </a:lnTo>
                <a:lnTo>
                  <a:pt x="20828" y="91086"/>
                </a:lnTo>
                <a:lnTo>
                  <a:pt x="21396" y="91130"/>
                </a:lnTo>
                <a:lnTo>
                  <a:pt x="21970" y="91166"/>
                </a:lnTo>
                <a:lnTo>
                  <a:pt x="22550" y="91194"/>
                </a:lnTo>
                <a:lnTo>
                  <a:pt x="23136" y="91214"/>
                </a:lnTo>
                <a:lnTo>
                  <a:pt x="23729" y="91226"/>
                </a:lnTo>
                <a:lnTo>
                  <a:pt x="24329" y="91229"/>
                </a:lnTo>
                <a:lnTo>
                  <a:pt x="29377" y="91229"/>
                </a:lnTo>
                <a:lnTo>
                  <a:pt x="30380" y="91221"/>
                </a:lnTo>
                <a:lnTo>
                  <a:pt x="31363" y="91194"/>
                </a:lnTo>
                <a:lnTo>
                  <a:pt x="32325" y="91150"/>
                </a:lnTo>
                <a:close/>
                <a:moveTo>
                  <a:pt x="190262" y="47393"/>
                </a:moveTo>
                <a:lnTo>
                  <a:pt x="190250" y="46578"/>
                </a:lnTo>
                <a:lnTo>
                  <a:pt x="190215" y="45776"/>
                </a:lnTo>
                <a:lnTo>
                  <a:pt x="190157" y="44989"/>
                </a:lnTo>
                <a:lnTo>
                  <a:pt x="190075" y="44217"/>
                </a:lnTo>
                <a:lnTo>
                  <a:pt x="189970" y="43458"/>
                </a:lnTo>
                <a:lnTo>
                  <a:pt x="189842" y="42713"/>
                </a:lnTo>
                <a:lnTo>
                  <a:pt x="189691" y="41983"/>
                </a:lnTo>
                <a:lnTo>
                  <a:pt x="189516" y="41266"/>
                </a:lnTo>
                <a:lnTo>
                  <a:pt x="189318" y="40564"/>
                </a:lnTo>
                <a:lnTo>
                  <a:pt x="189096" y="39876"/>
                </a:lnTo>
                <a:lnTo>
                  <a:pt x="188852" y="39203"/>
                </a:lnTo>
                <a:lnTo>
                  <a:pt x="188583" y="38543"/>
                </a:lnTo>
                <a:lnTo>
                  <a:pt x="188292" y="37897"/>
                </a:lnTo>
                <a:lnTo>
                  <a:pt x="187977" y="37266"/>
                </a:lnTo>
                <a:lnTo>
                  <a:pt x="187639" y="36649"/>
                </a:lnTo>
                <a:lnTo>
                  <a:pt x="187278" y="36046"/>
                </a:lnTo>
                <a:lnTo>
                  <a:pt x="186893" y="35457"/>
                </a:lnTo>
                <a:lnTo>
                  <a:pt x="186486" y="34882"/>
                </a:lnTo>
                <a:lnTo>
                  <a:pt x="186054" y="34321"/>
                </a:lnTo>
                <a:lnTo>
                  <a:pt x="185600" y="33775"/>
                </a:lnTo>
                <a:lnTo>
                  <a:pt x="185122" y="33242"/>
                </a:lnTo>
                <a:lnTo>
                  <a:pt x="184621" y="32724"/>
                </a:lnTo>
                <a:lnTo>
                  <a:pt x="184096" y="32220"/>
                </a:lnTo>
                <a:lnTo>
                  <a:pt x="183548" y="31730"/>
                </a:lnTo>
                <a:lnTo>
                  <a:pt x="182981" y="31257"/>
                </a:lnTo>
                <a:lnTo>
                  <a:pt x="182396" y="30804"/>
                </a:lnTo>
                <a:lnTo>
                  <a:pt x="181794" y="30372"/>
                </a:lnTo>
                <a:lnTo>
                  <a:pt x="181176" y="29959"/>
                </a:lnTo>
                <a:lnTo>
                  <a:pt x="180540" y="29567"/>
                </a:lnTo>
                <a:lnTo>
                  <a:pt x="179888" y="29194"/>
                </a:lnTo>
                <a:lnTo>
                  <a:pt x="179218" y="28842"/>
                </a:lnTo>
                <a:lnTo>
                  <a:pt x="178532" y="28510"/>
                </a:lnTo>
                <a:lnTo>
                  <a:pt x="177829" y="28198"/>
                </a:lnTo>
                <a:lnTo>
                  <a:pt x="177109" y="27906"/>
                </a:lnTo>
                <a:lnTo>
                  <a:pt x="176371" y="27635"/>
                </a:lnTo>
                <a:lnTo>
                  <a:pt x="175617" y="27383"/>
                </a:lnTo>
                <a:lnTo>
                  <a:pt x="174846" y="27152"/>
                </a:lnTo>
                <a:lnTo>
                  <a:pt x="174058" y="26940"/>
                </a:lnTo>
                <a:lnTo>
                  <a:pt x="173253" y="26749"/>
                </a:lnTo>
                <a:lnTo>
                  <a:pt x="172431" y="26578"/>
                </a:lnTo>
                <a:lnTo>
                  <a:pt x="171593" y="26427"/>
                </a:lnTo>
                <a:lnTo>
                  <a:pt x="170737" y="26296"/>
                </a:lnTo>
                <a:lnTo>
                  <a:pt x="169864" y="26186"/>
                </a:lnTo>
                <a:lnTo>
                  <a:pt x="168975" y="26095"/>
                </a:lnTo>
                <a:lnTo>
                  <a:pt x="168068" y="26025"/>
                </a:lnTo>
                <a:lnTo>
                  <a:pt x="167145" y="25974"/>
                </a:lnTo>
                <a:lnTo>
                  <a:pt x="166204" y="25944"/>
                </a:lnTo>
                <a:lnTo>
                  <a:pt x="165247" y="25934"/>
                </a:lnTo>
                <a:lnTo>
                  <a:pt x="164345" y="25943"/>
                </a:lnTo>
                <a:lnTo>
                  <a:pt x="163457" y="25971"/>
                </a:lnTo>
                <a:lnTo>
                  <a:pt x="162582" y="26017"/>
                </a:lnTo>
                <a:lnTo>
                  <a:pt x="161721" y="26081"/>
                </a:lnTo>
                <a:lnTo>
                  <a:pt x="160874" y="26163"/>
                </a:lnTo>
                <a:lnTo>
                  <a:pt x="160040" y="26264"/>
                </a:lnTo>
                <a:lnTo>
                  <a:pt x="159219" y="26383"/>
                </a:lnTo>
                <a:lnTo>
                  <a:pt x="158412" y="26521"/>
                </a:lnTo>
                <a:lnTo>
                  <a:pt x="157619" y="26677"/>
                </a:lnTo>
                <a:lnTo>
                  <a:pt x="156839" y="26851"/>
                </a:lnTo>
                <a:lnTo>
                  <a:pt x="156073" y="27043"/>
                </a:lnTo>
                <a:lnTo>
                  <a:pt x="155320" y="27254"/>
                </a:lnTo>
                <a:lnTo>
                  <a:pt x="154581" y="27483"/>
                </a:lnTo>
                <a:lnTo>
                  <a:pt x="153856" y="27731"/>
                </a:lnTo>
                <a:lnTo>
                  <a:pt x="153144" y="27996"/>
                </a:lnTo>
                <a:lnTo>
                  <a:pt x="152445" y="28281"/>
                </a:lnTo>
                <a:lnTo>
                  <a:pt x="151760" y="28583"/>
                </a:lnTo>
                <a:lnTo>
                  <a:pt x="151089" y="28904"/>
                </a:lnTo>
                <a:lnTo>
                  <a:pt x="150431" y="29243"/>
                </a:lnTo>
                <a:lnTo>
                  <a:pt x="149786" y="29600"/>
                </a:lnTo>
                <a:lnTo>
                  <a:pt x="149156" y="29976"/>
                </a:lnTo>
                <a:lnTo>
                  <a:pt x="148538" y="30370"/>
                </a:lnTo>
                <a:lnTo>
                  <a:pt x="147935" y="30783"/>
                </a:lnTo>
                <a:lnTo>
                  <a:pt x="147345" y="31214"/>
                </a:lnTo>
                <a:lnTo>
                  <a:pt x="146772" y="31660"/>
                </a:lnTo>
                <a:lnTo>
                  <a:pt x="146219" y="32119"/>
                </a:lnTo>
                <a:lnTo>
                  <a:pt x="145688" y="32590"/>
                </a:lnTo>
                <a:lnTo>
                  <a:pt x="145177" y="33075"/>
                </a:lnTo>
                <a:lnTo>
                  <a:pt x="144687" y="33572"/>
                </a:lnTo>
                <a:lnTo>
                  <a:pt x="144217" y="34082"/>
                </a:lnTo>
                <a:lnTo>
                  <a:pt x="143769" y="34605"/>
                </a:lnTo>
                <a:lnTo>
                  <a:pt x="143341" y="35140"/>
                </a:lnTo>
                <a:lnTo>
                  <a:pt x="142933" y="35688"/>
                </a:lnTo>
                <a:lnTo>
                  <a:pt x="142547" y="36249"/>
                </a:lnTo>
                <a:lnTo>
                  <a:pt x="142181" y="36823"/>
                </a:lnTo>
                <a:lnTo>
                  <a:pt x="141836" y="37410"/>
                </a:lnTo>
                <a:lnTo>
                  <a:pt x="141511" y="38009"/>
                </a:lnTo>
                <a:lnTo>
                  <a:pt x="141208" y="38621"/>
                </a:lnTo>
                <a:lnTo>
                  <a:pt x="140925" y="39245"/>
                </a:lnTo>
                <a:lnTo>
                  <a:pt x="140663" y="39883"/>
                </a:lnTo>
                <a:lnTo>
                  <a:pt x="140421" y="40533"/>
                </a:lnTo>
                <a:lnTo>
                  <a:pt x="140200" y="41196"/>
                </a:lnTo>
                <a:lnTo>
                  <a:pt x="140000" y="41872"/>
                </a:lnTo>
                <a:lnTo>
                  <a:pt x="139821" y="42561"/>
                </a:lnTo>
                <a:lnTo>
                  <a:pt x="139662" y="43262"/>
                </a:lnTo>
                <a:lnTo>
                  <a:pt x="139525" y="43976"/>
                </a:lnTo>
                <a:lnTo>
                  <a:pt x="139407" y="44703"/>
                </a:lnTo>
                <a:lnTo>
                  <a:pt x="139311" y="45442"/>
                </a:lnTo>
                <a:lnTo>
                  <a:pt x="153312" y="45442"/>
                </a:lnTo>
                <a:lnTo>
                  <a:pt x="153364" y="45148"/>
                </a:lnTo>
                <a:lnTo>
                  <a:pt x="153425" y="44860"/>
                </a:lnTo>
                <a:lnTo>
                  <a:pt x="153495" y="44576"/>
                </a:lnTo>
                <a:lnTo>
                  <a:pt x="153573" y="44298"/>
                </a:lnTo>
                <a:lnTo>
                  <a:pt x="153660" y="44025"/>
                </a:lnTo>
                <a:lnTo>
                  <a:pt x="153756" y="43757"/>
                </a:lnTo>
                <a:lnTo>
                  <a:pt x="153861" y="43494"/>
                </a:lnTo>
                <a:lnTo>
                  <a:pt x="153974" y="43236"/>
                </a:lnTo>
                <a:lnTo>
                  <a:pt x="154096" y="42984"/>
                </a:lnTo>
                <a:lnTo>
                  <a:pt x="154227" y="42737"/>
                </a:lnTo>
                <a:lnTo>
                  <a:pt x="154367" y="42494"/>
                </a:lnTo>
                <a:lnTo>
                  <a:pt x="154516" y="42258"/>
                </a:lnTo>
                <a:lnTo>
                  <a:pt x="154673" y="42026"/>
                </a:lnTo>
                <a:lnTo>
                  <a:pt x="154839" y="41799"/>
                </a:lnTo>
                <a:lnTo>
                  <a:pt x="155014" y="41578"/>
                </a:lnTo>
                <a:lnTo>
                  <a:pt x="155198" y="41362"/>
                </a:lnTo>
                <a:lnTo>
                  <a:pt x="155390" y="41151"/>
                </a:lnTo>
                <a:lnTo>
                  <a:pt x="155591" y="40945"/>
                </a:lnTo>
                <a:lnTo>
                  <a:pt x="155801" y="40745"/>
                </a:lnTo>
                <a:lnTo>
                  <a:pt x="156020" y="40549"/>
                </a:lnTo>
                <a:lnTo>
                  <a:pt x="156247" y="40359"/>
                </a:lnTo>
                <a:lnTo>
                  <a:pt x="156483" y="40174"/>
                </a:lnTo>
                <a:lnTo>
                  <a:pt x="156728" y="39994"/>
                </a:lnTo>
                <a:lnTo>
                  <a:pt x="156982" y="39820"/>
                </a:lnTo>
                <a:lnTo>
                  <a:pt x="157243" y="39651"/>
                </a:lnTo>
                <a:lnTo>
                  <a:pt x="157510" y="39490"/>
                </a:lnTo>
                <a:lnTo>
                  <a:pt x="157782" y="39336"/>
                </a:lnTo>
                <a:lnTo>
                  <a:pt x="158060" y="39188"/>
                </a:lnTo>
                <a:lnTo>
                  <a:pt x="158343" y="39049"/>
                </a:lnTo>
                <a:lnTo>
                  <a:pt x="158632" y="38916"/>
                </a:lnTo>
                <a:lnTo>
                  <a:pt x="158927" y="38790"/>
                </a:lnTo>
                <a:lnTo>
                  <a:pt x="159227" y="38672"/>
                </a:lnTo>
                <a:lnTo>
                  <a:pt x="159532" y="38561"/>
                </a:lnTo>
                <a:lnTo>
                  <a:pt x="159844" y="38457"/>
                </a:lnTo>
                <a:lnTo>
                  <a:pt x="160160" y="38360"/>
                </a:lnTo>
                <a:lnTo>
                  <a:pt x="160483" y="38270"/>
                </a:lnTo>
                <a:lnTo>
                  <a:pt x="160811" y="38188"/>
                </a:lnTo>
                <a:lnTo>
                  <a:pt x="161144" y="38112"/>
                </a:lnTo>
                <a:lnTo>
                  <a:pt x="161483" y="38044"/>
                </a:lnTo>
                <a:lnTo>
                  <a:pt x="161828" y="37983"/>
                </a:lnTo>
                <a:lnTo>
                  <a:pt x="162178" y="37929"/>
                </a:lnTo>
                <a:lnTo>
                  <a:pt x="162534" y="37883"/>
                </a:lnTo>
                <a:lnTo>
                  <a:pt x="162896" y="37843"/>
                </a:lnTo>
                <a:lnTo>
                  <a:pt x="163263" y="37811"/>
                </a:lnTo>
                <a:lnTo>
                  <a:pt x="163635" y="37786"/>
                </a:lnTo>
                <a:lnTo>
                  <a:pt x="164013" y="37768"/>
                </a:lnTo>
                <a:lnTo>
                  <a:pt x="164397" y="37757"/>
                </a:lnTo>
                <a:lnTo>
                  <a:pt x="164786" y="37754"/>
                </a:lnTo>
                <a:lnTo>
                  <a:pt x="165213" y="37758"/>
                </a:lnTo>
                <a:lnTo>
                  <a:pt x="165632" y="37772"/>
                </a:lnTo>
                <a:lnTo>
                  <a:pt x="166044" y="37794"/>
                </a:lnTo>
                <a:lnTo>
                  <a:pt x="166448" y="37825"/>
                </a:lnTo>
                <a:lnTo>
                  <a:pt x="166844" y="37866"/>
                </a:lnTo>
                <a:lnTo>
                  <a:pt x="167233" y="37915"/>
                </a:lnTo>
                <a:lnTo>
                  <a:pt x="167614" y="37973"/>
                </a:lnTo>
                <a:lnTo>
                  <a:pt x="167987" y="38041"/>
                </a:lnTo>
                <a:lnTo>
                  <a:pt x="168353" y="38117"/>
                </a:lnTo>
                <a:lnTo>
                  <a:pt x="168712" y="38202"/>
                </a:lnTo>
                <a:lnTo>
                  <a:pt x="169063" y="38296"/>
                </a:lnTo>
                <a:lnTo>
                  <a:pt x="169406" y="38399"/>
                </a:lnTo>
                <a:lnTo>
                  <a:pt x="169742" y="38511"/>
                </a:lnTo>
                <a:lnTo>
                  <a:pt x="170070" y="38632"/>
                </a:lnTo>
                <a:lnTo>
                  <a:pt x="170390" y="38762"/>
                </a:lnTo>
                <a:lnTo>
                  <a:pt x="170703" y="38901"/>
                </a:lnTo>
                <a:lnTo>
                  <a:pt x="171009" y="39049"/>
                </a:lnTo>
                <a:lnTo>
                  <a:pt x="171306" y="39206"/>
                </a:lnTo>
                <a:lnTo>
                  <a:pt x="171597" y="39372"/>
                </a:lnTo>
                <a:lnTo>
                  <a:pt x="171879" y="39547"/>
                </a:lnTo>
                <a:lnTo>
                  <a:pt x="172154" y="39731"/>
                </a:lnTo>
                <a:lnTo>
                  <a:pt x="172422" y="39924"/>
                </a:lnTo>
                <a:lnTo>
                  <a:pt x="172682" y="40126"/>
                </a:lnTo>
                <a:lnTo>
                  <a:pt x="172934" y="40336"/>
                </a:lnTo>
                <a:lnTo>
                  <a:pt x="173177" y="40555"/>
                </a:lnTo>
                <a:lnTo>
                  <a:pt x="173410" y="40780"/>
                </a:lnTo>
                <a:lnTo>
                  <a:pt x="173633" y="41013"/>
                </a:lnTo>
                <a:lnTo>
                  <a:pt x="173846" y="41252"/>
                </a:lnTo>
                <a:lnTo>
                  <a:pt x="174048" y="41499"/>
                </a:lnTo>
                <a:lnTo>
                  <a:pt x="174239" y="41752"/>
                </a:lnTo>
                <a:lnTo>
                  <a:pt x="174421" y="42013"/>
                </a:lnTo>
                <a:lnTo>
                  <a:pt x="174591" y="42280"/>
                </a:lnTo>
                <a:lnTo>
                  <a:pt x="174752" y="42555"/>
                </a:lnTo>
                <a:lnTo>
                  <a:pt x="174902" y="42836"/>
                </a:lnTo>
                <a:lnTo>
                  <a:pt x="175042" y="43125"/>
                </a:lnTo>
                <a:lnTo>
                  <a:pt x="175172" y="43420"/>
                </a:lnTo>
                <a:lnTo>
                  <a:pt x="175291" y="43722"/>
                </a:lnTo>
                <a:lnTo>
                  <a:pt x="175400" y="44031"/>
                </a:lnTo>
                <a:lnTo>
                  <a:pt x="175498" y="44348"/>
                </a:lnTo>
                <a:lnTo>
                  <a:pt x="175586" y="44671"/>
                </a:lnTo>
                <a:lnTo>
                  <a:pt x="175664" y="45001"/>
                </a:lnTo>
                <a:lnTo>
                  <a:pt x="175731" y="45339"/>
                </a:lnTo>
                <a:lnTo>
                  <a:pt x="175788" y="45683"/>
                </a:lnTo>
                <a:lnTo>
                  <a:pt x="175835" y="46034"/>
                </a:lnTo>
                <a:lnTo>
                  <a:pt x="175871" y="46392"/>
                </a:lnTo>
                <a:lnTo>
                  <a:pt x="175897" y="46757"/>
                </a:lnTo>
                <a:lnTo>
                  <a:pt x="175912" y="47129"/>
                </a:lnTo>
                <a:lnTo>
                  <a:pt x="175918" y="47508"/>
                </a:lnTo>
                <a:lnTo>
                  <a:pt x="175918" y="52902"/>
                </a:lnTo>
                <a:lnTo>
                  <a:pt x="160197" y="52902"/>
                </a:lnTo>
                <a:lnTo>
                  <a:pt x="159259" y="52910"/>
                </a:lnTo>
                <a:lnTo>
                  <a:pt x="158339" y="52937"/>
                </a:lnTo>
                <a:lnTo>
                  <a:pt x="157438" y="52980"/>
                </a:lnTo>
                <a:lnTo>
                  <a:pt x="156554" y="53042"/>
                </a:lnTo>
                <a:lnTo>
                  <a:pt x="155688" y="53121"/>
                </a:lnTo>
                <a:lnTo>
                  <a:pt x="154839" y="53217"/>
                </a:lnTo>
                <a:lnTo>
                  <a:pt x="154009" y="53331"/>
                </a:lnTo>
                <a:lnTo>
                  <a:pt x="153197" y="53463"/>
                </a:lnTo>
                <a:lnTo>
                  <a:pt x="152403" y="53612"/>
                </a:lnTo>
                <a:lnTo>
                  <a:pt x="151626" y="53778"/>
                </a:lnTo>
                <a:lnTo>
                  <a:pt x="150868" y="53962"/>
                </a:lnTo>
                <a:lnTo>
                  <a:pt x="150127" y="54164"/>
                </a:lnTo>
                <a:lnTo>
                  <a:pt x="149405" y="54383"/>
                </a:lnTo>
                <a:lnTo>
                  <a:pt x="148700" y="54620"/>
                </a:lnTo>
                <a:lnTo>
                  <a:pt x="148013" y="54874"/>
                </a:lnTo>
                <a:lnTo>
                  <a:pt x="147345" y="55146"/>
                </a:lnTo>
                <a:lnTo>
                  <a:pt x="146694" y="55435"/>
                </a:lnTo>
                <a:lnTo>
                  <a:pt x="146061" y="55742"/>
                </a:lnTo>
                <a:lnTo>
                  <a:pt x="145446" y="56067"/>
                </a:lnTo>
                <a:lnTo>
                  <a:pt x="144849" y="56408"/>
                </a:lnTo>
                <a:lnTo>
                  <a:pt x="144269" y="56768"/>
                </a:lnTo>
                <a:lnTo>
                  <a:pt x="143708" y="57145"/>
                </a:lnTo>
                <a:lnTo>
                  <a:pt x="143165" y="57539"/>
                </a:lnTo>
                <a:lnTo>
                  <a:pt x="142640" y="57952"/>
                </a:lnTo>
                <a:lnTo>
                  <a:pt x="142134" y="58380"/>
                </a:lnTo>
                <a:lnTo>
                  <a:pt x="141650" y="58822"/>
                </a:lnTo>
                <a:lnTo>
                  <a:pt x="141187" y="59280"/>
                </a:lnTo>
                <a:lnTo>
                  <a:pt x="140746" y="59752"/>
                </a:lnTo>
                <a:lnTo>
                  <a:pt x="140327" y="60239"/>
                </a:lnTo>
                <a:lnTo>
                  <a:pt x="139928" y="60741"/>
                </a:lnTo>
                <a:lnTo>
                  <a:pt x="139552" y="61257"/>
                </a:lnTo>
                <a:lnTo>
                  <a:pt x="139197" y="61789"/>
                </a:lnTo>
                <a:lnTo>
                  <a:pt x="138863" y="62335"/>
                </a:lnTo>
                <a:lnTo>
                  <a:pt x="138551" y="62895"/>
                </a:lnTo>
                <a:lnTo>
                  <a:pt x="138261" y="63471"/>
                </a:lnTo>
                <a:lnTo>
                  <a:pt x="137992" y="64061"/>
                </a:lnTo>
                <a:lnTo>
                  <a:pt x="137744" y="64666"/>
                </a:lnTo>
                <a:lnTo>
                  <a:pt x="137519" y="65286"/>
                </a:lnTo>
                <a:lnTo>
                  <a:pt x="137314" y="65920"/>
                </a:lnTo>
                <a:lnTo>
                  <a:pt x="137131" y="66570"/>
                </a:lnTo>
                <a:lnTo>
                  <a:pt x="136970" y="67234"/>
                </a:lnTo>
                <a:lnTo>
                  <a:pt x="136830" y="67912"/>
                </a:lnTo>
                <a:lnTo>
                  <a:pt x="136712" y="68606"/>
                </a:lnTo>
                <a:lnTo>
                  <a:pt x="136615" y="69314"/>
                </a:lnTo>
                <a:lnTo>
                  <a:pt x="136540" y="70037"/>
                </a:lnTo>
                <a:lnTo>
                  <a:pt x="136486" y="70774"/>
                </a:lnTo>
                <a:lnTo>
                  <a:pt x="136453" y="71527"/>
                </a:lnTo>
                <a:lnTo>
                  <a:pt x="136443" y="72294"/>
                </a:lnTo>
                <a:lnTo>
                  <a:pt x="136452" y="73015"/>
                </a:lnTo>
                <a:lnTo>
                  <a:pt x="136482" y="73723"/>
                </a:lnTo>
                <a:lnTo>
                  <a:pt x="136531" y="74419"/>
                </a:lnTo>
                <a:lnTo>
                  <a:pt x="136599" y="75102"/>
                </a:lnTo>
                <a:lnTo>
                  <a:pt x="136687" y="75774"/>
                </a:lnTo>
                <a:lnTo>
                  <a:pt x="136794" y="76433"/>
                </a:lnTo>
                <a:lnTo>
                  <a:pt x="136921" y="77079"/>
                </a:lnTo>
                <a:lnTo>
                  <a:pt x="137067" y="77713"/>
                </a:lnTo>
                <a:lnTo>
                  <a:pt x="137233" y="78335"/>
                </a:lnTo>
                <a:lnTo>
                  <a:pt x="137419" y="78944"/>
                </a:lnTo>
                <a:lnTo>
                  <a:pt x="137624" y="79542"/>
                </a:lnTo>
                <a:lnTo>
                  <a:pt x="137848" y="80126"/>
                </a:lnTo>
                <a:lnTo>
                  <a:pt x="138092" y="80699"/>
                </a:lnTo>
                <a:lnTo>
                  <a:pt x="138356" y="81259"/>
                </a:lnTo>
                <a:lnTo>
                  <a:pt x="138639" y="81806"/>
                </a:lnTo>
                <a:lnTo>
                  <a:pt x="138942" y="82342"/>
                </a:lnTo>
                <a:lnTo>
                  <a:pt x="139264" y="82865"/>
                </a:lnTo>
                <a:lnTo>
                  <a:pt x="139605" y="83375"/>
                </a:lnTo>
                <a:lnTo>
                  <a:pt x="139967" y="83874"/>
                </a:lnTo>
                <a:lnTo>
                  <a:pt x="140347" y="84359"/>
                </a:lnTo>
                <a:lnTo>
                  <a:pt x="140747" y="84833"/>
                </a:lnTo>
                <a:lnTo>
                  <a:pt x="141167" y="85294"/>
                </a:lnTo>
                <a:lnTo>
                  <a:pt x="141606" y="85743"/>
                </a:lnTo>
                <a:lnTo>
                  <a:pt x="142065" y="86180"/>
                </a:lnTo>
                <a:lnTo>
                  <a:pt x="142541" y="86601"/>
                </a:lnTo>
                <a:lnTo>
                  <a:pt x="143031" y="87004"/>
                </a:lnTo>
                <a:lnTo>
                  <a:pt x="143536" y="87390"/>
                </a:lnTo>
                <a:lnTo>
                  <a:pt x="144055" y="87757"/>
                </a:lnTo>
                <a:lnTo>
                  <a:pt x="144588" y="88107"/>
                </a:lnTo>
                <a:lnTo>
                  <a:pt x="145135" y="88439"/>
                </a:lnTo>
                <a:lnTo>
                  <a:pt x="145697" y="88752"/>
                </a:lnTo>
                <a:lnTo>
                  <a:pt x="146273" y="89048"/>
                </a:lnTo>
                <a:lnTo>
                  <a:pt x="146864" y="89326"/>
                </a:lnTo>
                <a:lnTo>
                  <a:pt x="147469" y="89586"/>
                </a:lnTo>
                <a:lnTo>
                  <a:pt x="148088" y="89828"/>
                </a:lnTo>
                <a:lnTo>
                  <a:pt x="148722" y="90052"/>
                </a:lnTo>
                <a:lnTo>
                  <a:pt x="149370" y="90259"/>
                </a:lnTo>
                <a:lnTo>
                  <a:pt x="150032" y="90447"/>
                </a:lnTo>
                <a:lnTo>
                  <a:pt x="150708" y="90617"/>
                </a:lnTo>
                <a:lnTo>
                  <a:pt x="151399" y="90770"/>
                </a:lnTo>
                <a:lnTo>
                  <a:pt x="152105" y="90904"/>
                </a:lnTo>
                <a:lnTo>
                  <a:pt x="152824" y="91021"/>
                </a:lnTo>
                <a:lnTo>
                  <a:pt x="153558" y="91119"/>
                </a:lnTo>
                <a:lnTo>
                  <a:pt x="154306" y="91200"/>
                </a:lnTo>
                <a:lnTo>
                  <a:pt x="155069" y="91263"/>
                </a:lnTo>
                <a:lnTo>
                  <a:pt x="155846" y="91307"/>
                </a:lnTo>
                <a:lnTo>
                  <a:pt x="156637" y="91334"/>
                </a:lnTo>
                <a:lnTo>
                  <a:pt x="157443" y="91343"/>
                </a:lnTo>
                <a:lnTo>
                  <a:pt x="158154" y="91336"/>
                </a:lnTo>
                <a:lnTo>
                  <a:pt x="158853" y="91315"/>
                </a:lnTo>
                <a:lnTo>
                  <a:pt x="159540" y="91279"/>
                </a:lnTo>
                <a:lnTo>
                  <a:pt x="160216" y="91229"/>
                </a:lnTo>
                <a:lnTo>
                  <a:pt x="160879" y="91164"/>
                </a:lnTo>
                <a:lnTo>
                  <a:pt x="161531" y="91085"/>
                </a:lnTo>
                <a:lnTo>
                  <a:pt x="162170" y="90992"/>
                </a:lnTo>
                <a:lnTo>
                  <a:pt x="162798" y="90884"/>
                </a:lnTo>
                <a:lnTo>
                  <a:pt x="163413" y="90762"/>
                </a:lnTo>
                <a:lnTo>
                  <a:pt x="164017" y="90626"/>
                </a:lnTo>
                <a:lnTo>
                  <a:pt x="164608" y="90476"/>
                </a:lnTo>
                <a:lnTo>
                  <a:pt x="165188" y="90311"/>
                </a:lnTo>
                <a:lnTo>
                  <a:pt x="165756" y="90131"/>
                </a:lnTo>
                <a:lnTo>
                  <a:pt x="166312" y="89938"/>
                </a:lnTo>
                <a:lnTo>
                  <a:pt x="166856" y="89730"/>
                </a:lnTo>
                <a:lnTo>
                  <a:pt x="167388" y="89507"/>
                </a:lnTo>
                <a:lnTo>
                  <a:pt x="167908" y="89271"/>
                </a:lnTo>
                <a:lnTo>
                  <a:pt x="168416" y="89020"/>
                </a:lnTo>
                <a:lnTo>
                  <a:pt x="168912" y="88754"/>
                </a:lnTo>
                <a:lnTo>
                  <a:pt x="169396" y="88475"/>
                </a:lnTo>
                <a:lnTo>
                  <a:pt x="169868" y="88181"/>
                </a:lnTo>
                <a:lnTo>
                  <a:pt x="170328" y="87872"/>
                </a:lnTo>
                <a:lnTo>
                  <a:pt x="170776" y="87550"/>
                </a:lnTo>
                <a:lnTo>
                  <a:pt x="171213" y="87213"/>
                </a:lnTo>
                <a:lnTo>
                  <a:pt x="171634" y="86863"/>
                </a:lnTo>
                <a:lnTo>
                  <a:pt x="172038" y="86504"/>
                </a:lnTo>
                <a:lnTo>
                  <a:pt x="172423" y="86135"/>
                </a:lnTo>
                <a:lnTo>
                  <a:pt x="172791" y="85756"/>
                </a:lnTo>
                <a:lnTo>
                  <a:pt x="173141" y="85367"/>
                </a:lnTo>
                <a:lnTo>
                  <a:pt x="173472" y="84968"/>
                </a:lnTo>
                <a:lnTo>
                  <a:pt x="173786" y="84559"/>
                </a:lnTo>
                <a:lnTo>
                  <a:pt x="174082" y="84140"/>
                </a:lnTo>
                <a:lnTo>
                  <a:pt x="174360" y="83711"/>
                </a:lnTo>
                <a:lnTo>
                  <a:pt x="174620" y="83272"/>
                </a:lnTo>
                <a:lnTo>
                  <a:pt x="174862" y="82823"/>
                </a:lnTo>
                <a:lnTo>
                  <a:pt x="175087" y="82365"/>
                </a:lnTo>
                <a:lnTo>
                  <a:pt x="175293" y="81896"/>
                </a:lnTo>
                <a:lnTo>
                  <a:pt x="175481" y="81417"/>
                </a:lnTo>
                <a:lnTo>
                  <a:pt x="175652" y="80928"/>
                </a:lnTo>
                <a:lnTo>
                  <a:pt x="175804" y="80430"/>
                </a:lnTo>
                <a:lnTo>
                  <a:pt x="175939" y="79921"/>
                </a:lnTo>
                <a:lnTo>
                  <a:pt x="176055" y="79402"/>
                </a:lnTo>
                <a:lnTo>
                  <a:pt x="176097" y="79181"/>
                </a:lnTo>
                <a:lnTo>
                  <a:pt x="176378" y="79181"/>
                </a:lnTo>
                <a:lnTo>
                  <a:pt x="176378" y="90196"/>
                </a:lnTo>
                <a:lnTo>
                  <a:pt x="190262" y="90196"/>
                </a:lnTo>
                <a:lnTo>
                  <a:pt x="190262" y="47393"/>
                </a:lnTo>
                <a:close/>
                <a:moveTo>
                  <a:pt x="160450" y="80485"/>
                </a:moveTo>
                <a:lnTo>
                  <a:pt x="160045" y="80445"/>
                </a:lnTo>
                <a:lnTo>
                  <a:pt x="159648" y="80396"/>
                </a:lnTo>
                <a:lnTo>
                  <a:pt x="159258" y="80338"/>
                </a:lnTo>
                <a:lnTo>
                  <a:pt x="158877" y="80270"/>
                </a:lnTo>
                <a:lnTo>
                  <a:pt x="158503" y="80194"/>
                </a:lnTo>
                <a:lnTo>
                  <a:pt x="158137" y="80109"/>
                </a:lnTo>
                <a:lnTo>
                  <a:pt x="157778" y="80015"/>
                </a:lnTo>
                <a:lnTo>
                  <a:pt x="157428" y="79912"/>
                </a:lnTo>
                <a:lnTo>
                  <a:pt x="157085" y="79800"/>
                </a:lnTo>
                <a:lnTo>
                  <a:pt x="156750" y="79679"/>
                </a:lnTo>
                <a:lnTo>
                  <a:pt x="156423" y="79549"/>
                </a:lnTo>
                <a:lnTo>
                  <a:pt x="156103" y="79410"/>
                </a:lnTo>
                <a:lnTo>
                  <a:pt x="155791" y="79262"/>
                </a:lnTo>
                <a:lnTo>
                  <a:pt x="155487" y="79105"/>
                </a:lnTo>
                <a:lnTo>
                  <a:pt x="155191" y="78939"/>
                </a:lnTo>
                <a:lnTo>
                  <a:pt x="154903" y="78765"/>
                </a:lnTo>
                <a:lnTo>
                  <a:pt x="154622" y="78581"/>
                </a:lnTo>
                <a:lnTo>
                  <a:pt x="154349" y="78388"/>
                </a:lnTo>
                <a:lnTo>
                  <a:pt x="154084" y="78187"/>
                </a:lnTo>
                <a:lnTo>
                  <a:pt x="153827" y="77976"/>
                </a:lnTo>
                <a:lnTo>
                  <a:pt x="153579" y="77758"/>
                </a:lnTo>
                <a:lnTo>
                  <a:pt x="153341" y="77532"/>
                </a:lnTo>
                <a:lnTo>
                  <a:pt x="153114" y="77301"/>
                </a:lnTo>
                <a:lnTo>
                  <a:pt x="152898" y="77063"/>
                </a:lnTo>
                <a:lnTo>
                  <a:pt x="152692" y="76818"/>
                </a:lnTo>
                <a:lnTo>
                  <a:pt x="152497" y="76566"/>
                </a:lnTo>
                <a:lnTo>
                  <a:pt x="152312" y="76308"/>
                </a:lnTo>
                <a:lnTo>
                  <a:pt x="152138" y="76044"/>
                </a:lnTo>
                <a:lnTo>
                  <a:pt x="151974" y="75773"/>
                </a:lnTo>
                <a:lnTo>
                  <a:pt x="151821" y="75495"/>
                </a:lnTo>
                <a:lnTo>
                  <a:pt x="151679" y="75211"/>
                </a:lnTo>
                <a:lnTo>
                  <a:pt x="151547" y="74920"/>
                </a:lnTo>
                <a:lnTo>
                  <a:pt x="151426" y="74623"/>
                </a:lnTo>
                <a:lnTo>
                  <a:pt x="151315" y="74319"/>
                </a:lnTo>
                <a:lnTo>
                  <a:pt x="151214" y="74008"/>
                </a:lnTo>
                <a:lnTo>
                  <a:pt x="151125" y="73691"/>
                </a:lnTo>
                <a:lnTo>
                  <a:pt x="151046" y="73367"/>
                </a:lnTo>
                <a:lnTo>
                  <a:pt x="150977" y="73037"/>
                </a:lnTo>
                <a:lnTo>
                  <a:pt x="150919" y="72700"/>
                </a:lnTo>
                <a:lnTo>
                  <a:pt x="150871" y="72357"/>
                </a:lnTo>
                <a:lnTo>
                  <a:pt x="150835" y="72007"/>
                </a:lnTo>
                <a:lnTo>
                  <a:pt x="150808" y="71651"/>
                </a:lnTo>
                <a:lnTo>
                  <a:pt x="150792" y="71287"/>
                </a:lnTo>
                <a:lnTo>
                  <a:pt x="150787" y="70918"/>
                </a:lnTo>
                <a:lnTo>
                  <a:pt x="150792" y="70576"/>
                </a:lnTo>
                <a:lnTo>
                  <a:pt x="150805" y="70240"/>
                </a:lnTo>
                <a:lnTo>
                  <a:pt x="150828" y="69910"/>
                </a:lnTo>
                <a:lnTo>
                  <a:pt x="150860" y="69585"/>
                </a:lnTo>
                <a:lnTo>
                  <a:pt x="150902" y="69266"/>
                </a:lnTo>
                <a:lnTo>
                  <a:pt x="150952" y="68953"/>
                </a:lnTo>
                <a:lnTo>
                  <a:pt x="151012" y="68645"/>
                </a:lnTo>
                <a:lnTo>
                  <a:pt x="151080" y="68342"/>
                </a:lnTo>
                <a:lnTo>
                  <a:pt x="151158" y="68046"/>
                </a:lnTo>
                <a:lnTo>
                  <a:pt x="151245" y="67754"/>
                </a:lnTo>
                <a:lnTo>
                  <a:pt x="151341" y="67469"/>
                </a:lnTo>
                <a:lnTo>
                  <a:pt x="151447" y="67189"/>
                </a:lnTo>
                <a:lnTo>
                  <a:pt x="151561" y="66914"/>
                </a:lnTo>
                <a:lnTo>
                  <a:pt x="151685" y="66645"/>
                </a:lnTo>
                <a:lnTo>
                  <a:pt x="151818" y="66382"/>
                </a:lnTo>
                <a:lnTo>
                  <a:pt x="151960" y="66124"/>
                </a:lnTo>
                <a:lnTo>
                  <a:pt x="152111" y="65872"/>
                </a:lnTo>
                <a:lnTo>
                  <a:pt x="152271" y="65625"/>
                </a:lnTo>
                <a:lnTo>
                  <a:pt x="152441" y="65384"/>
                </a:lnTo>
                <a:lnTo>
                  <a:pt x="152620" y="65148"/>
                </a:lnTo>
                <a:lnTo>
                  <a:pt x="152807" y="64918"/>
                </a:lnTo>
                <a:lnTo>
                  <a:pt x="153004" y="64694"/>
                </a:lnTo>
                <a:lnTo>
                  <a:pt x="153210" y="64475"/>
                </a:lnTo>
                <a:lnTo>
                  <a:pt x="153426" y="64262"/>
                </a:lnTo>
                <a:lnTo>
                  <a:pt x="153649" y="64056"/>
                </a:lnTo>
                <a:lnTo>
                  <a:pt x="153878" y="63859"/>
                </a:lnTo>
                <a:lnTo>
                  <a:pt x="154113" y="63670"/>
                </a:lnTo>
                <a:lnTo>
                  <a:pt x="154354" y="63491"/>
                </a:lnTo>
                <a:lnTo>
                  <a:pt x="154601" y="63320"/>
                </a:lnTo>
                <a:lnTo>
                  <a:pt x="154854" y="63157"/>
                </a:lnTo>
                <a:lnTo>
                  <a:pt x="155112" y="63004"/>
                </a:lnTo>
                <a:lnTo>
                  <a:pt x="155377" y="62859"/>
                </a:lnTo>
                <a:lnTo>
                  <a:pt x="155648" y="62724"/>
                </a:lnTo>
                <a:lnTo>
                  <a:pt x="155925" y="62596"/>
                </a:lnTo>
                <a:lnTo>
                  <a:pt x="156207" y="62478"/>
                </a:lnTo>
                <a:lnTo>
                  <a:pt x="156496" y="62368"/>
                </a:lnTo>
                <a:lnTo>
                  <a:pt x="156791" y="62268"/>
                </a:lnTo>
                <a:lnTo>
                  <a:pt x="157092" y="62176"/>
                </a:lnTo>
                <a:lnTo>
                  <a:pt x="157398" y="62092"/>
                </a:lnTo>
                <a:lnTo>
                  <a:pt x="157711" y="62018"/>
                </a:lnTo>
                <a:lnTo>
                  <a:pt x="158029" y="61952"/>
                </a:lnTo>
                <a:lnTo>
                  <a:pt x="158354" y="61895"/>
                </a:lnTo>
                <a:lnTo>
                  <a:pt x="158684" y="61847"/>
                </a:lnTo>
                <a:lnTo>
                  <a:pt x="159021" y="61807"/>
                </a:lnTo>
                <a:lnTo>
                  <a:pt x="159363" y="61777"/>
                </a:lnTo>
                <a:lnTo>
                  <a:pt x="159712" y="61755"/>
                </a:lnTo>
                <a:lnTo>
                  <a:pt x="160066" y="61742"/>
                </a:lnTo>
                <a:lnTo>
                  <a:pt x="160426" y="61737"/>
                </a:lnTo>
                <a:lnTo>
                  <a:pt x="175918" y="61737"/>
                </a:lnTo>
                <a:lnTo>
                  <a:pt x="175918" y="69426"/>
                </a:lnTo>
                <a:lnTo>
                  <a:pt x="175911" y="69834"/>
                </a:lnTo>
                <a:lnTo>
                  <a:pt x="175891" y="70236"/>
                </a:lnTo>
                <a:lnTo>
                  <a:pt x="175857" y="70631"/>
                </a:lnTo>
                <a:lnTo>
                  <a:pt x="175811" y="71020"/>
                </a:lnTo>
                <a:lnTo>
                  <a:pt x="175751" y="71402"/>
                </a:lnTo>
                <a:lnTo>
                  <a:pt x="175677" y="71778"/>
                </a:lnTo>
                <a:lnTo>
                  <a:pt x="175590" y="72148"/>
                </a:lnTo>
                <a:lnTo>
                  <a:pt x="175490" y="72512"/>
                </a:lnTo>
                <a:lnTo>
                  <a:pt x="175377" y="72869"/>
                </a:lnTo>
                <a:lnTo>
                  <a:pt x="175250" y="73219"/>
                </a:lnTo>
                <a:lnTo>
                  <a:pt x="175110" y="73564"/>
                </a:lnTo>
                <a:lnTo>
                  <a:pt x="174956" y="73901"/>
                </a:lnTo>
                <a:lnTo>
                  <a:pt x="174789" y="74233"/>
                </a:lnTo>
                <a:lnTo>
                  <a:pt x="174609" y="74558"/>
                </a:lnTo>
                <a:lnTo>
                  <a:pt x="174416" y="74877"/>
                </a:lnTo>
                <a:lnTo>
                  <a:pt x="174209" y="75189"/>
                </a:lnTo>
                <a:lnTo>
                  <a:pt x="173988" y="75496"/>
                </a:lnTo>
                <a:lnTo>
                  <a:pt x="173755" y="75795"/>
                </a:lnTo>
                <a:lnTo>
                  <a:pt x="173508" y="76089"/>
                </a:lnTo>
                <a:lnTo>
                  <a:pt x="173247" y="76375"/>
                </a:lnTo>
                <a:lnTo>
                  <a:pt x="172974" y="76656"/>
                </a:lnTo>
                <a:lnTo>
                  <a:pt x="172686" y="76930"/>
                </a:lnTo>
                <a:lnTo>
                  <a:pt x="172386" y="77198"/>
                </a:lnTo>
                <a:lnTo>
                  <a:pt x="172072" y="77460"/>
                </a:lnTo>
                <a:lnTo>
                  <a:pt x="171748" y="77712"/>
                </a:lnTo>
                <a:lnTo>
                  <a:pt x="171416" y="77954"/>
                </a:lnTo>
                <a:lnTo>
                  <a:pt x="171076" y="78186"/>
                </a:lnTo>
                <a:lnTo>
                  <a:pt x="170729" y="78406"/>
                </a:lnTo>
                <a:lnTo>
                  <a:pt x="170374" y="78616"/>
                </a:lnTo>
                <a:lnTo>
                  <a:pt x="170011" y="78815"/>
                </a:lnTo>
                <a:lnTo>
                  <a:pt x="169640" y="79003"/>
                </a:lnTo>
                <a:lnTo>
                  <a:pt x="169261" y="79180"/>
                </a:lnTo>
                <a:lnTo>
                  <a:pt x="168875" y="79347"/>
                </a:lnTo>
                <a:lnTo>
                  <a:pt x="168481" y="79503"/>
                </a:lnTo>
                <a:lnTo>
                  <a:pt x="168079" y="79648"/>
                </a:lnTo>
                <a:lnTo>
                  <a:pt x="167669" y="79783"/>
                </a:lnTo>
                <a:lnTo>
                  <a:pt x="167252" y="79906"/>
                </a:lnTo>
                <a:lnTo>
                  <a:pt x="166827" y="80019"/>
                </a:lnTo>
                <a:lnTo>
                  <a:pt x="166394" y="80121"/>
                </a:lnTo>
                <a:lnTo>
                  <a:pt x="165953" y="80213"/>
                </a:lnTo>
                <a:lnTo>
                  <a:pt x="165505" y="80294"/>
                </a:lnTo>
                <a:lnTo>
                  <a:pt x="165048" y="80363"/>
                </a:lnTo>
                <a:lnTo>
                  <a:pt x="164584" y="80423"/>
                </a:lnTo>
                <a:lnTo>
                  <a:pt x="164113" y="80471"/>
                </a:lnTo>
                <a:lnTo>
                  <a:pt x="163633" y="80509"/>
                </a:lnTo>
                <a:lnTo>
                  <a:pt x="163146" y="80536"/>
                </a:lnTo>
                <a:lnTo>
                  <a:pt x="162650" y="80552"/>
                </a:lnTo>
                <a:lnTo>
                  <a:pt x="162148" y="80557"/>
                </a:lnTo>
                <a:lnTo>
                  <a:pt x="161712" y="80553"/>
                </a:lnTo>
                <a:lnTo>
                  <a:pt x="161283" y="80539"/>
                </a:lnTo>
                <a:lnTo>
                  <a:pt x="160863" y="80517"/>
                </a:lnTo>
                <a:lnTo>
                  <a:pt x="160450" y="80485"/>
                </a:lnTo>
                <a:close/>
                <a:moveTo>
                  <a:pt x="375189" y="91173"/>
                </a:moveTo>
                <a:lnTo>
                  <a:pt x="376108" y="91077"/>
                </a:lnTo>
                <a:lnTo>
                  <a:pt x="377010" y="90960"/>
                </a:lnTo>
                <a:lnTo>
                  <a:pt x="377896" y="90821"/>
                </a:lnTo>
                <a:lnTo>
                  <a:pt x="378765" y="90661"/>
                </a:lnTo>
                <a:lnTo>
                  <a:pt x="379617" y="90480"/>
                </a:lnTo>
                <a:lnTo>
                  <a:pt x="380453" y="90277"/>
                </a:lnTo>
                <a:lnTo>
                  <a:pt x="381272" y="90054"/>
                </a:lnTo>
                <a:lnTo>
                  <a:pt x="382074" y="89809"/>
                </a:lnTo>
                <a:lnTo>
                  <a:pt x="382859" y="89542"/>
                </a:lnTo>
                <a:lnTo>
                  <a:pt x="383628" y="89254"/>
                </a:lnTo>
                <a:lnTo>
                  <a:pt x="384380" y="88945"/>
                </a:lnTo>
                <a:lnTo>
                  <a:pt x="385115" y="88615"/>
                </a:lnTo>
                <a:lnTo>
                  <a:pt x="385833" y="88263"/>
                </a:lnTo>
                <a:lnTo>
                  <a:pt x="386535" y="87890"/>
                </a:lnTo>
                <a:lnTo>
                  <a:pt x="387220" y="87496"/>
                </a:lnTo>
                <a:lnTo>
                  <a:pt x="387888" y="87080"/>
                </a:lnTo>
                <a:lnTo>
                  <a:pt x="388540" y="86643"/>
                </a:lnTo>
                <a:lnTo>
                  <a:pt x="389174" y="86185"/>
                </a:lnTo>
                <a:lnTo>
                  <a:pt x="389792" y="85705"/>
                </a:lnTo>
                <a:lnTo>
                  <a:pt x="390393" y="85204"/>
                </a:lnTo>
                <a:lnTo>
                  <a:pt x="390975" y="84685"/>
                </a:lnTo>
                <a:lnTo>
                  <a:pt x="391532" y="84150"/>
                </a:lnTo>
                <a:lnTo>
                  <a:pt x="392067" y="83600"/>
                </a:lnTo>
                <a:lnTo>
                  <a:pt x="392577" y="83035"/>
                </a:lnTo>
                <a:lnTo>
                  <a:pt x="393065" y="82455"/>
                </a:lnTo>
                <a:lnTo>
                  <a:pt x="393528" y="81859"/>
                </a:lnTo>
                <a:lnTo>
                  <a:pt x="393968" y="81247"/>
                </a:lnTo>
                <a:lnTo>
                  <a:pt x="394385" y="80621"/>
                </a:lnTo>
                <a:lnTo>
                  <a:pt x="394778" y="79979"/>
                </a:lnTo>
                <a:lnTo>
                  <a:pt x="395148" y="79321"/>
                </a:lnTo>
                <a:lnTo>
                  <a:pt x="395494" y="78649"/>
                </a:lnTo>
                <a:lnTo>
                  <a:pt x="395816" y="77961"/>
                </a:lnTo>
                <a:lnTo>
                  <a:pt x="396115" y="77257"/>
                </a:lnTo>
                <a:lnTo>
                  <a:pt x="396391" y="76539"/>
                </a:lnTo>
                <a:lnTo>
                  <a:pt x="396643" y="75805"/>
                </a:lnTo>
                <a:lnTo>
                  <a:pt x="396871" y="75055"/>
                </a:lnTo>
                <a:lnTo>
                  <a:pt x="397076" y="74291"/>
                </a:lnTo>
                <a:lnTo>
                  <a:pt x="397258" y="73511"/>
                </a:lnTo>
                <a:lnTo>
                  <a:pt x="397416" y="72715"/>
                </a:lnTo>
                <a:lnTo>
                  <a:pt x="397550" y="71905"/>
                </a:lnTo>
                <a:lnTo>
                  <a:pt x="397661" y="71079"/>
                </a:lnTo>
                <a:lnTo>
                  <a:pt x="397749" y="70237"/>
                </a:lnTo>
                <a:lnTo>
                  <a:pt x="397812" y="69380"/>
                </a:lnTo>
                <a:lnTo>
                  <a:pt x="397853" y="68508"/>
                </a:lnTo>
                <a:lnTo>
                  <a:pt x="383508" y="68508"/>
                </a:lnTo>
                <a:lnTo>
                  <a:pt x="383475" y="68916"/>
                </a:lnTo>
                <a:lnTo>
                  <a:pt x="383432" y="69315"/>
                </a:lnTo>
                <a:lnTo>
                  <a:pt x="383379" y="69707"/>
                </a:lnTo>
                <a:lnTo>
                  <a:pt x="383316" y="70091"/>
                </a:lnTo>
                <a:lnTo>
                  <a:pt x="383243" y="70467"/>
                </a:lnTo>
                <a:lnTo>
                  <a:pt x="383161" y="70836"/>
                </a:lnTo>
                <a:lnTo>
                  <a:pt x="383069" y="71196"/>
                </a:lnTo>
                <a:lnTo>
                  <a:pt x="382967" y="71549"/>
                </a:lnTo>
                <a:lnTo>
                  <a:pt x="382855" y="71894"/>
                </a:lnTo>
                <a:lnTo>
                  <a:pt x="382734" y="72232"/>
                </a:lnTo>
                <a:lnTo>
                  <a:pt x="382603" y="72561"/>
                </a:lnTo>
                <a:lnTo>
                  <a:pt x="382462" y="72883"/>
                </a:lnTo>
                <a:lnTo>
                  <a:pt x="382311" y="73197"/>
                </a:lnTo>
                <a:lnTo>
                  <a:pt x="382151" y="73504"/>
                </a:lnTo>
                <a:lnTo>
                  <a:pt x="381980" y="73802"/>
                </a:lnTo>
                <a:lnTo>
                  <a:pt x="381800" y="74093"/>
                </a:lnTo>
                <a:lnTo>
                  <a:pt x="381610" y="74376"/>
                </a:lnTo>
                <a:lnTo>
                  <a:pt x="381411" y="74651"/>
                </a:lnTo>
                <a:lnTo>
                  <a:pt x="381202" y="74919"/>
                </a:lnTo>
                <a:lnTo>
                  <a:pt x="380982" y="75178"/>
                </a:lnTo>
                <a:lnTo>
                  <a:pt x="380753" y="75430"/>
                </a:lnTo>
                <a:lnTo>
                  <a:pt x="380515" y="75674"/>
                </a:lnTo>
                <a:lnTo>
                  <a:pt x="380266" y="75911"/>
                </a:lnTo>
                <a:lnTo>
                  <a:pt x="380008" y="76139"/>
                </a:lnTo>
                <a:lnTo>
                  <a:pt x="379741" y="76359"/>
                </a:lnTo>
                <a:lnTo>
                  <a:pt x="379466" y="76570"/>
                </a:lnTo>
                <a:lnTo>
                  <a:pt x="379183" y="76771"/>
                </a:lnTo>
                <a:lnTo>
                  <a:pt x="378891" y="76963"/>
                </a:lnTo>
                <a:lnTo>
                  <a:pt x="378591" y="77146"/>
                </a:lnTo>
                <a:lnTo>
                  <a:pt x="378283" y="77319"/>
                </a:lnTo>
                <a:lnTo>
                  <a:pt x="377967" y="77483"/>
                </a:lnTo>
                <a:lnTo>
                  <a:pt x="377643" y="77637"/>
                </a:lnTo>
                <a:lnTo>
                  <a:pt x="377311" y="77782"/>
                </a:lnTo>
                <a:lnTo>
                  <a:pt x="376970" y="77918"/>
                </a:lnTo>
                <a:lnTo>
                  <a:pt x="376621" y="78045"/>
                </a:lnTo>
                <a:lnTo>
                  <a:pt x="376265" y="78162"/>
                </a:lnTo>
                <a:lnTo>
                  <a:pt x="375899" y="78269"/>
                </a:lnTo>
                <a:lnTo>
                  <a:pt x="375526" y="78368"/>
                </a:lnTo>
                <a:lnTo>
                  <a:pt x="375145" y="78457"/>
                </a:lnTo>
                <a:lnTo>
                  <a:pt x="374755" y="78536"/>
                </a:lnTo>
                <a:lnTo>
                  <a:pt x="374357" y="78606"/>
                </a:lnTo>
                <a:lnTo>
                  <a:pt x="373951" y="78667"/>
                </a:lnTo>
                <a:lnTo>
                  <a:pt x="373537" y="78719"/>
                </a:lnTo>
                <a:lnTo>
                  <a:pt x="373115" y="78761"/>
                </a:lnTo>
                <a:lnTo>
                  <a:pt x="372685" y="78794"/>
                </a:lnTo>
                <a:lnTo>
                  <a:pt x="372246" y="78817"/>
                </a:lnTo>
                <a:lnTo>
                  <a:pt x="371799" y="78831"/>
                </a:lnTo>
                <a:lnTo>
                  <a:pt x="371344" y="78836"/>
                </a:lnTo>
                <a:lnTo>
                  <a:pt x="370870" y="78830"/>
                </a:lnTo>
                <a:lnTo>
                  <a:pt x="370405" y="78814"/>
                </a:lnTo>
                <a:lnTo>
                  <a:pt x="369948" y="78786"/>
                </a:lnTo>
                <a:lnTo>
                  <a:pt x="369499" y="78747"/>
                </a:lnTo>
                <a:lnTo>
                  <a:pt x="369059" y="78696"/>
                </a:lnTo>
                <a:lnTo>
                  <a:pt x="368627" y="78635"/>
                </a:lnTo>
                <a:lnTo>
                  <a:pt x="368203" y="78562"/>
                </a:lnTo>
                <a:lnTo>
                  <a:pt x="367787" y="78479"/>
                </a:lnTo>
                <a:lnTo>
                  <a:pt x="367381" y="78384"/>
                </a:lnTo>
                <a:lnTo>
                  <a:pt x="366982" y="78278"/>
                </a:lnTo>
                <a:lnTo>
                  <a:pt x="366592" y="78161"/>
                </a:lnTo>
                <a:lnTo>
                  <a:pt x="366210" y="78033"/>
                </a:lnTo>
                <a:lnTo>
                  <a:pt x="365836" y="77893"/>
                </a:lnTo>
                <a:lnTo>
                  <a:pt x="365471" y="77742"/>
                </a:lnTo>
                <a:lnTo>
                  <a:pt x="365114" y="77581"/>
                </a:lnTo>
                <a:lnTo>
                  <a:pt x="364766" y="77408"/>
                </a:lnTo>
                <a:lnTo>
                  <a:pt x="364426" y="77224"/>
                </a:lnTo>
                <a:lnTo>
                  <a:pt x="364094" y="77028"/>
                </a:lnTo>
                <a:lnTo>
                  <a:pt x="363771" y="76822"/>
                </a:lnTo>
                <a:lnTo>
                  <a:pt x="363456" y="76605"/>
                </a:lnTo>
                <a:lnTo>
                  <a:pt x="363149" y="76376"/>
                </a:lnTo>
                <a:lnTo>
                  <a:pt x="362851" y="76136"/>
                </a:lnTo>
                <a:lnTo>
                  <a:pt x="362561" y="75885"/>
                </a:lnTo>
                <a:lnTo>
                  <a:pt x="362279" y="75623"/>
                </a:lnTo>
                <a:lnTo>
                  <a:pt x="362008" y="75350"/>
                </a:lnTo>
                <a:lnTo>
                  <a:pt x="361748" y="75069"/>
                </a:lnTo>
                <a:lnTo>
                  <a:pt x="361499" y="74778"/>
                </a:lnTo>
                <a:lnTo>
                  <a:pt x="361263" y="74478"/>
                </a:lnTo>
                <a:lnTo>
                  <a:pt x="361037" y="74169"/>
                </a:lnTo>
                <a:lnTo>
                  <a:pt x="360824" y="73851"/>
                </a:lnTo>
                <a:lnTo>
                  <a:pt x="360622" y="73524"/>
                </a:lnTo>
                <a:lnTo>
                  <a:pt x="360431" y="73187"/>
                </a:lnTo>
                <a:lnTo>
                  <a:pt x="360252" y="72842"/>
                </a:lnTo>
                <a:lnTo>
                  <a:pt x="360084" y="72487"/>
                </a:lnTo>
                <a:lnTo>
                  <a:pt x="359928" y="72123"/>
                </a:lnTo>
                <a:lnTo>
                  <a:pt x="359784" y="71750"/>
                </a:lnTo>
                <a:lnTo>
                  <a:pt x="359651" y="71368"/>
                </a:lnTo>
                <a:lnTo>
                  <a:pt x="359530" y="70976"/>
                </a:lnTo>
                <a:lnTo>
                  <a:pt x="359420" y="70576"/>
                </a:lnTo>
                <a:lnTo>
                  <a:pt x="359322" y="70166"/>
                </a:lnTo>
                <a:lnTo>
                  <a:pt x="359235" y="69747"/>
                </a:lnTo>
                <a:lnTo>
                  <a:pt x="359160" y="69319"/>
                </a:lnTo>
                <a:lnTo>
                  <a:pt x="359097" y="68881"/>
                </a:lnTo>
                <a:lnTo>
                  <a:pt x="359045" y="68435"/>
                </a:lnTo>
                <a:lnTo>
                  <a:pt x="359004" y="67979"/>
                </a:lnTo>
                <a:lnTo>
                  <a:pt x="358975" y="67515"/>
                </a:lnTo>
                <a:lnTo>
                  <a:pt x="358958" y="67041"/>
                </a:lnTo>
                <a:lnTo>
                  <a:pt x="358952" y="66558"/>
                </a:lnTo>
                <a:lnTo>
                  <a:pt x="358952" y="50606"/>
                </a:lnTo>
                <a:lnTo>
                  <a:pt x="358958" y="50123"/>
                </a:lnTo>
                <a:lnTo>
                  <a:pt x="358975" y="49649"/>
                </a:lnTo>
                <a:lnTo>
                  <a:pt x="359004" y="49185"/>
                </a:lnTo>
                <a:lnTo>
                  <a:pt x="359045" y="48730"/>
                </a:lnTo>
                <a:lnTo>
                  <a:pt x="359097" y="48285"/>
                </a:lnTo>
                <a:lnTo>
                  <a:pt x="359160" y="47849"/>
                </a:lnTo>
                <a:lnTo>
                  <a:pt x="359235" y="47422"/>
                </a:lnTo>
                <a:lnTo>
                  <a:pt x="359322" y="47004"/>
                </a:lnTo>
                <a:lnTo>
                  <a:pt x="359420" y="46596"/>
                </a:lnTo>
                <a:lnTo>
                  <a:pt x="359530" y="46198"/>
                </a:lnTo>
                <a:lnTo>
                  <a:pt x="359651" y="45808"/>
                </a:lnTo>
                <a:lnTo>
                  <a:pt x="359784" y="45428"/>
                </a:lnTo>
                <a:lnTo>
                  <a:pt x="359928" y="45058"/>
                </a:lnTo>
                <a:lnTo>
                  <a:pt x="360084" y="44696"/>
                </a:lnTo>
                <a:lnTo>
                  <a:pt x="360252" y="44344"/>
                </a:lnTo>
                <a:lnTo>
                  <a:pt x="360431" y="44002"/>
                </a:lnTo>
                <a:lnTo>
                  <a:pt x="360622" y="43669"/>
                </a:lnTo>
                <a:lnTo>
                  <a:pt x="360824" y="43345"/>
                </a:lnTo>
                <a:lnTo>
                  <a:pt x="361037" y="43031"/>
                </a:lnTo>
                <a:lnTo>
                  <a:pt x="361263" y="42725"/>
                </a:lnTo>
                <a:lnTo>
                  <a:pt x="361499" y="42430"/>
                </a:lnTo>
                <a:lnTo>
                  <a:pt x="361748" y="42143"/>
                </a:lnTo>
                <a:lnTo>
                  <a:pt x="362008" y="41866"/>
                </a:lnTo>
                <a:lnTo>
                  <a:pt x="362279" y="41599"/>
                </a:lnTo>
                <a:lnTo>
                  <a:pt x="362561" y="41341"/>
                </a:lnTo>
                <a:lnTo>
                  <a:pt x="362851" y="41095"/>
                </a:lnTo>
                <a:lnTo>
                  <a:pt x="363149" y="40859"/>
                </a:lnTo>
                <a:lnTo>
                  <a:pt x="363456" y="40634"/>
                </a:lnTo>
                <a:lnTo>
                  <a:pt x="363771" y="40420"/>
                </a:lnTo>
                <a:lnTo>
                  <a:pt x="364094" y="40218"/>
                </a:lnTo>
                <a:lnTo>
                  <a:pt x="364426" y="40026"/>
                </a:lnTo>
                <a:lnTo>
                  <a:pt x="364766" y="39845"/>
                </a:lnTo>
                <a:lnTo>
                  <a:pt x="365114" y="39675"/>
                </a:lnTo>
                <a:lnTo>
                  <a:pt x="365471" y="39516"/>
                </a:lnTo>
                <a:lnTo>
                  <a:pt x="365836" y="39368"/>
                </a:lnTo>
                <a:lnTo>
                  <a:pt x="366210" y="39231"/>
                </a:lnTo>
                <a:lnTo>
                  <a:pt x="366592" y="39105"/>
                </a:lnTo>
                <a:lnTo>
                  <a:pt x="366982" y="38990"/>
                </a:lnTo>
                <a:lnTo>
                  <a:pt x="367381" y="38886"/>
                </a:lnTo>
                <a:lnTo>
                  <a:pt x="367787" y="38793"/>
                </a:lnTo>
                <a:lnTo>
                  <a:pt x="368203" y="38710"/>
                </a:lnTo>
                <a:lnTo>
                  <a:pt x="368627" y="38639"/>
                </a:lnTo>
                <a:lnTo>
                  <a:pt x="369059" y="38579"/>
                </a:lnTo>
                <a:lnTo>
                  <a:pt x="369499" y="38529"/>
                </a:lnTo>
                <a:lnTo>
                  <a:pt x="369948" y="38491"/>
                </a:lnTo>
                <a:lnTo>
                  <a:pt x="370405" y="38464"/>
                </a:lnTo>
                <a:lnTo>
                  <a:pt x="370870" y="38447"/>
                </a:lnTo>
                <a:lnTo>
                  <a:pt x="371344" y="38442"/>
                </a:lnTo>
                <a:lnTo>
                  <a:pt x="371799" y="38446"/>
                </a:lnTo>
                <a:lnTo>
                  <a:pt x="372246" y="38460"/>
                </a:lnTo>
                <a:lnTo>
                  <a:pt x="372685" y="38484"/>
                </a:lnTo>
                <a:lnTo>
                  <a:pt x="373115" y="38517"/>
                </a:lnTo>
                <a:lnTo>
                  <a:pt x="373537" y="38559"/>
                </a:lnTo>
                <a:lnTo>
                  <a:pt x="373951" y="38610"/>
                </a:lnTo>
                <a:lnTo>
                  <a:pt x="374357" y="38671"/>
                </a:lnTo>
                <a:lnTo>
                  <a:pt x="374755" y="38741"/>
                </a:lnTo>
                <a:lnTo>
                  <a:pt x="375145" y="38821"/>
                </a:lnTo>
                <a:lnTo>
                  <a:pt x="375526" y="38910"/>
                </a:lnTo>
                <a:lnTo>
                  <a:pt x="375899" y="39008"/>
                </a:lnTo>
                <a:lnTo>
                  <a:pt x="376265" y="39116"/>
                </a:lnTo>
                <a:lnTo>
                  <a:pt x="376621" y="39233"/>
                </a:lnTo>
                <a:lnTo>
                  <a:pt x="376970" y="39359"/>
                </a:lnTo>
                <a:lnTo>
                  <a:pt x="377311" y="39495"/>
                </a:lnTo>
                <a:lnTo>
                  <a:pt x="377643" y="39640"/>
                </a:lnTo>
                <a:lnTo>
                  <a:pt x="377967" y="39795"/>
                </a:lnTo>
                <a:lnTo>
                  <a:pt x="378283" y="39959"/>
                </a:lnTo>
                <a:lnTo>
                  <a:pt x="378591" y="40132"/>
                </a:lnTo>
                <a:lnTo>
                  <a:pt x="378891" y="40314"/>
                </a:lnTo>
                <a:lnTo>
                  <a:pt x="379183" y="40506"/>
                </a:lnTo>
                <a:lnTo>
                  <a:pt x="379466" y="40708"/>
                </a:lnTo>
                <a:lnTo>
                  <a:pt x="379741" y="40918"/>
                </a:lnTo>
                <a:lnTo>
                  <a:pt x="380008" y="41138"/>
                </a:lnTo>
                <a:lnTo>
                  <a:pt x="380266" y="41367"/>
                </a:lnTo>
                <a:lnTo>
                  <a:pt x="380515" y="41603"/>
                </a:lnTo>
                <a:lnTo>
                  <a:pt x="380753" y="41847"/>
                </a:lnTo>
                <a:lnTo>
                  <a:pt x="380982" y="42099"/>
                </a:lnTo>
                <a:lnTo>
                  <a:pt x="381202" y="42359"/>
                </a:lnTo>
                <a:lnTo>
                  <a:pt x="381411" y="42627"/>
                </a:lnTo>
                <a:lnTo>
                  <a:pt x="381610" y="42902"/>
                </a:lnTo>
                <a:lnTo>
                  <a:pt x="381800" y="43185"/>
                </a:lnTo>
                <a:lnTo>
                  <a:pt x="381980" y="43476"/>
                </a:lnTo>
                <a:lnTo>
                  <a:pt x="382151" y="43774"/>
                </a:lnTo>
                <a:lnTo>
                  <a:pt x="382311" y="44081"/>
                </a:lnTo>
                <a:lnTo>
                  <a:pt x="382462" y="44395"/>
                </a:lnTo>
                <a:lnTo>
                  <a:pt x="382603" y="44717"/>
                </a:lnTo>
                <a:lnTo>
                  <a:pt x="382734" y="45046"/>
                </a:lnTo>
                <a:lnTo>
                  <a:pt x="382855" y="45384"/>
                </a:lnTo>
                <a:lnTo>
                  <a:pt x="382967" y="45729"/>
                </a:lnTo>
                <a:lnTo>
                  <a:pt x="383069" y="46082"/>
                </a:lnTo>
                <a:lnTo>
                  <a:pt x="383161" y="46443"/>
                </a:lnTo>
                <a:lnTo>
                  <a:pt x="383243" y="46811"/>
                </a:lnTo>
                <a:lnTo>
                  <a:pt x="383316" y="47188"/>
                </a:lnTo>
                <a:lnTo>
                  <a:pt x="383379" y="47572"/>
                </a:lnTo>
                <a:lnTo>
                  <a:pt x="383432" y="47964"/>
                </a:lnTo>
                <a:lnTo>
                  <a:pt x="383475" y="48363"/>
                </a:lnTo>
                <a:lnTo>
                  <a:pt x="383508" y="48771"/>
                </a:lnTo>
                <a:lnTo>
                  <a:pt x="397853" y="48771"/>
                </a:lnTo>
                <a:lnTo>
                  <a:pt x="397812" y="47899"/>
                </a:lnTo>
                <a:lnTo>
                  <a:pt x="397749" y="47042"/>
                </a:lnTo>
                <a:lnTo>
                  <a:pt x="397661" y="46200"/>
                </a:lnTo>
                <a:lnTo>
                  <a:pt x="397550" y="45374"/>
                </a:lnTo>
                <a:lnTo>
                  <a:pt x="397416" y="44563"/>
                </a:lnTo>
                <a:lnTo>
                  <a:pt x="397258" y="43768"/>
                </a:lnTo>
                <a:lnTo>
                  <a:pt x="397076" y="42988"/>
                </a:lnTo>
                <a:lnTo>
                  <a:pt x="396871" y="42223"/>
                </a:lnTo>
                <a:lnTo>
                  <a:pt x="396643" y="41473"/>
                </a:lnTo>
                <a:lnTo>
                  <a:pt x="396391" y="40739"/>
                </a:lnTo>
                <a:lnTo>
                  <a:pt x="396115" y="40021"/>
                </a:lnTo>
                <a:lnTo>
                  <a:pt x="395816" y="39317"/>
                </a:lnTo>
                <a:lnTo>
                  <a:pt x="395494" y="38629"/>
                </a:lnTo>
                <a:lnTo>
                  <a:pt x="395148" y="37956"/>
                </a:lnTo>
                <a:lnTo>
                  <a:pt x="394778" y="37299"/>
                </a:lnTo>
                <a:lnTo>
                  <a:pt x="394385" y="36657"/>
                </a:lnTo>
                <a:lnTo>
                  <a:pt x="393968" y="36030"/>
                </a:lnTo>
                <a:lnTo>
                  <a:pt x="393528" y="35419"/>
                </a:lnTo>
                <a:lnTo>
                  <a:pt x="393065" y="34823"/>
                </a:lnTo>
                <a:lnTo>
                  <a:pt x="392577" y="34242"/>
                </a:lnTo>
                <a:lnTo>
                  <a:pt x="392067" y="33677"/>
                </a:lnTo>
                <a:lnTo>
                  <a:pt x="391532" y="33127"/>
                </a:lnTo>
                <a:lnTo>
                  <a:pt x="390975" y="32593"/>
                </a:lnTo>
                <a:lnTo>
                  <a:pt x="390393" y="32073"/>
                </a:lnTo>
                <a:lnTo>
                  <a:pt x="389792" y="31572"/>
                </a:lnTo>
                <a:lnTo>
                  <a:pt x="389174" y="31093"/>
                </a:lnTo>
                <a:lnTo>
                  <a:pt x="388540" y="30634"/>
                </a:lnTo>
                <a:lnTo>
                  <a:pt x="387888" y="30197"/>
                </a:lnTo>
                <a:lnTo>
                  <a:pt x="387220" y="29782"/>
                </a:lnTo>
                <a:lnTo>
                  <a:pt x="386535" y="29387"/>
                </a:lnTo>
                <a:lnTo>
                  <a:pt x="385833" y="29014"/>
                </a:lnTo>
                <a:lnTo>
                  <a:pt x="385115" y="28663"/>
                </a:lnTo>
                <a:lnTo>
                  <a:pt x="384380" y="28332"/>
                </a:lnTo>
                <a:lnTo>
                  <a:pt x="383628" y="28023"/>
                </a:lnTo>
                <a:lnTo>
                  <a:pt x="382859" y="27735"/>
                </a:lnTo>
                <a:lnTo>
                  <a:pt x="382074" y="27469"/>
                </a:lnTo>
                <a:lnTo>
                  <a:pt x="381272" y="27224"/>
                </a:lnTo>
                <a:lnTo>
                  <a:pt x="380453" y="27000"/>
                </a:lnTo>
                <a:lnTo>
                  <a:pt x="379617" y="26798"/>
                </a:lnTo>
                <a:lnTo>
                  <a:pt x="378765" y="26616"/>
                </a:lnTo>
                <a:lnTo>
                  <a:pt x="377896" y="26456"/>
                </a:lnTo>
                <a:lnTo>
                  <a:pt x="377010" y="26318"/>
                </a:lnTo>
                <a:lnTo>
                  <a:pt x="376108" y="26201"/>
                </a:lnTo>
                <a:lnTo>
                  <a:pt x="375189" y="26105"/>
                </a:lnTo>
                <a:lnTo>
                  <a:pt x="374253" y="26030"/>
                </a:lnTo>
                <a:lnTo>
                  <a:pt x="373300" y="25977"/>
                </a:lnTo>
                <a:lnTo>
                  <a:pt x="372330" y="25945"/>
                </a:lnTo>
                <a:lnTo>
                  <a:pt x="371344" y="25934"/>
                </a:lnTo>
                <a:lnTo>
                  <a:pt x="370678" y="25940"/>
                </a:lnTo>
                <a:lnTo>
                  <a:pt x="370019" y="25955"/>
                </a:lnTo>
                <a:lnTo>
                  <a:pt x="369368" y="25982"/>
                </a:lnTo>
                <a:lnTo>
                  <a:pt x="368723" y="26019"/>
                </a:lnTo>
                <a:lnTo>
                  <a:pt x="368085" y="26066"/>
                </a:lnTo>
                <a:lnTo>
                  <a:pt x="367454" y="26124"/>
                </a:lnTo>
                <a:lnTo>
                  <a:pt x="366830" y="26193"/>
                </a:lnTo>
                <a:lnTo>
                  <a:pt x="366213" y="26272"/>
                </a:lnTo>
                <a:lnTo>
                  <a:pt x="365602" y="26362"/>
                </a:lnTo>
                <a:lnTo>
                  <a:pt x="364999" y="26462"/>
                </a:lnTo>
                <a:lnTo>
                  <a:pt x="364403" y="26573"/>
                </a:lnTo>
                <a:lnTo>
                  <a:pt x="363814" y="26695"/>
                </a:lnTo>
                <a:lnTo>
                  <a:pt x="363232" y="26827"/>
                </a:lnTo>
                <a:lnTo>
                  <a:pt x="362656" y="26969"/>
                </a:lnTo>
                <a:lnTo>
                  <a:pt x="362088" y="27122"/>
                </a:lnTo>
                <a:lnTo>
                  <a:pt x="361527" y="27286"/>
                </a:lnTo>
                <a:lnTo>
                  <a:pt x="360972" y="27460"/>
                </a:lnTo>
                <a:lnTo>
                  <a:pt x="360425" y="27645"/>
                </a:lnTo>
                <a:lnTo>
                  <a:pt x="359885" y="27840"/>
                </a:lnTo>
                <a:lnTo>
                  <a:pt x="359351" y="28046"/>
                </a:lnTo>
                <a:lnTo>
                  <a:pt x="358825" y="28263"/>
                </a:lnTo>
                <a:lnTo>
                  <a:pt x="358305" y="28490"/>
                </a:lnTo>
                <a:lnTo>
                  <a:pt x="357793" y="28728"/>
                </a:lnTo>
                <a:lnTo>
                  <a:pt x="357287" y="28976"/>
                </a:lnTo>
                <a:lnTo>
                  <a:pt x="356790" y="29233"/>
                </a:lnTo>
                <a:lnTo>
                  <a:pt x="356302" y="29500"/>
                </a:lnTo>
                <a:lnTo>
                  <a:pt x="355823" y="29774"/>
                </a:lnTo>
                <a:lnTo>
                  <a:pt x="355354" y="30058"/>
                </a:lnTo>
                <a:lnTo>
                  <a:pt x="354894" y="30349"/>
                </a:lnTo>
                <a:lnTo>
                  <a:pt x="354444" y="30650"/>
                </a:lnTo>
                <a:lnTo>
                  <a:pt x="354003" y="30959"/>
                </a:lnTo>
                <a:lnTo>
                  <a:pt x="353571" y="31277"/>
                </a:lnTo>
                <a:lnTo>
                  <a:pt x="353148" y="31603"/>
                </a:lnTo>
                <a:lnTo>
                  <a:pt x="352735" y="31938"/>
                </a:lnTo>
                <a:lnTo>
                  <a:pt x="352332" y="32281"/>
                </a:lnTo>
                <a:lnTo>
                  <a:pt x="351937" y="32633"/>
                </a:lnTo>
                <a:lnTo>
                  <a:pt x="351552" y="32993"/>
                </a:lnTo>
                <a:lnTo>
                  <a:pt x="351177" y="33362"/>
                </a:lnTo>
                <a:lnTo>
                  <a:pt x="350810" y="33740"/>
                </a:lnTo>
                <a:lnTo>
                  <a:pt x="350453" y="34126"/>
                </a:lnTo>
                <a:lnTo>
                  <a:pt x="350106" y="34521"/>
                </a:lnTo>
                <a:lnTo>
                  <a:pt x="349768" y="34924"/>
                </a:lnTo>
                <a:lnTo>
                  <a:pt x="349439" y="35336"/>
                </a:lnTo>
                <a:lnTo>
                  <a:pt x="349119" y="35757"/>
                </a:lnTo>
                <a:lnTo>
                  <a:pt x="348809" y="36186"/>
                </a:lnTo>
                <a:lnTo>
                  <a:pt x="348508" y="36623"/>
                </a:lnTo>
                <a:lnTo>
                  <a:pt x="348217" y="37069"/>
                </a:lnTo>
                <a:lnTo>
                  <a:pt x="347935" y="37524"/>
                </a:lnTo>
                <a:lnTo>
                  <a:pt x="347663" y="37987"/>
                </a:lnTo>
                <a:lnTo>
                  <a:pt x="347404" y="38457"/>
                </a:lnTo>
                <a:lnTo>
                  <a:pt x="347155" y="38935"/>
                </a:lnTo>
                <a:lnTo>
                  <a:pt x="346918" y="39421"/>
                </a:lnTo>
                <a:lnTo>
                  <a:pt x="346693" y="39914"/>
                </a:lnTo>
                <a:lnTo>
                  <a:pt x="346479" y="40415"/>
                </a:lnTo>
                <a:lnTo>
                  <a:pt x="346277" y="40923"/>
                </a:lnTo>
                <a:lnTo>
                  <a:pt x="346087" y="41439"/>
                </a:lnTo>
                <a:lnTo>
                  <a:pt x="345908" y="41962"/>
                </a:lnTo>
                <a:lnTo>
                  <a:pt x="345740" y="42493"/>
                </a:lnTo>
                <a:lnTo>
                  <a:pt x="345584" y="43032"/>
                </a:lnTo>
                <a:lnTo>
                  <a:pt x="345440" y="43578"/>
                </a:lnTo>
                <a:lnTo>
                  <a:pt x="345307" y="44132"/>
                </a:lnTo>
                <a:lnTo>
                  <a:pt x="345186" y="44693"/>
                </a:lnTo>
                <a:lnTo>
                  <a:pt x="345076" y="45262"/>
                </a:lnTo>
                <a:lnTo>
                  <a:pt x="344978" y="45838"/>
                </a:lnTo>
                <a:lnTo>
                  <a:pt x="344891" y="46422"/>
                </a:lnTo>
                <a:lnTo>
                  <a:pt x="344816" y="47013"/>
                </a:lnTo>
                <a:lnTo>
                  <a:pt x="344752" y="47613"/>
                </a:lnTo>
                <a:lnTo>
                  <a:pt x="344700" y="48219"/>
                </a:lnTo>
                <a:lnTo>
                  <a:pt x="344660" y="48833"/>
                </a:lnTo>
                <a:lnTo>
                  <a:pt x="344631" y="49455"/>
                </a:lnTo>
                <a:lnTo>
                  <a:pt x="344614" y="50085"/>
                </a:lnTo>
                <a:lnTo>
                  <a:pt x="344608" y="50722"/>
                </a:lnTo>
                <a:lnTo>
                  <a:pt x="344608" y="66558"/>
                </a:lnTo>
                <a:lnTo>
                  <a:pt x="344614" y="67185"/>
                </a:lnTo>
                <a:lnTo>
                  <a:pt x="344631" y="67806"/>
                </a:lnTo>
                <a:lnTo>
                  <a:pt x="344660" y="68420"/>
                </a:lnTo>
                <a:lnTo>
                  <a:pt x="344700" y="69026"/>
                </a:lnTo>
                <a:lnTo>
                  <a:pt x="344752" y="69626"/>
                </a:lnTo>
                <a:lnTo>
                  <a:pt x="344816" y="70219"/>
                </a:lnTo>
                <a:lnTo>
                  <a:pt x="344891" y="70805"/>
                </a:lnTo>
                <a:lnTo>
                  <a:pt x="344978" y="71384"/>
                </a:lnTo>
                <a:lnTo>
                  <a:pt x="345076" y="71955"/>
                </a:lnTo>
                <a:lnTo>
                  <a:pt x="345186" y="72520"/>
                </a:lnTo>
                <a:lnTo>
                  <a:pt x="345307" y="73078"/>
                </a:lnTo>
                <a:lnTo>
                  <a:pt x="345440" y="73629"/>
                </a:lnTo>
                <a:lnTo>
                  <a:pt x="345584" y="74173"/>
                </a:lnTo>
                <a:lnTo>
                  <a:pt x="345740" y="74710"/>
                </a:lnTo>
                <a:lnTo>
                  <a:pt x="345908" y="75240"/>
                </a:lnTo>
                <a:lnTo>
                  <a:pt x="346087" y="75763"/>
                </a:lnTo>
                <a:lnTo>
                  <a:pt x="346277" y="76280"/>
                </a:lnTo>
                <a:lnTo>
                  <a:pt x="346479" y="76789"/>
                </a:lnTo>
                <a:lnTo>
                  <a:pt x="346693" y="77291"/>
                </a:lnTo>
                <a:lnTo>
                  <a:pt x="346918" y="77786"/>
                </a:lnTo>
                <a:lnTo>
                  <a:pt x="347155" y="78274"/>
                </a:lnTo>
                <a:lnTo>
                  <a:pt x="347404" y="78756"/>
                </a:lnTo>
                <a:lnTo>
                  <a:pt x="347663" y="79230"/>
                </a:lnTo>
                <a:lnTo>
                  <a:pt x="347935" y="79697"/>
                </a:lnTo>
                <a:lnTo>
                  <a:pt x="348217" y="80157"/>
                </a:lnTo>
                <a:lnTo>
                  <a:pt x="348508" y="80607"/>
                </a:lnTo>
                <a:lnTo>
                  <a:pt x="348809" y="81049"/>
                </a:lnTo>
                <a:lnTo>
                  <a:pt x="349119" y="81482"/>
                </a:lnTo>
                <a:lnTo>
                  <a:pt x="349439" y="81906"/>
                </a:lnTo>
                <a:lnTo>
                  <a:pt x="349768" y="82322"/>
                </a:lnTo>
                <a:lnTo>
                  <a:pt x="350106" y="82729"/>
                </a:lnTo>
                <a:lnTo>
                  <a:pt x="350453" y="83127"/>
                </a:lnTo>
                <a:lnTo>
                  <a:pt x="350810" y="83516"/>
                </a:lnTo>
                <a:lnTo>
                  <a:pt x="351177" y="83897"/>
                </a:lnTo>
                <a:lnTo>
                  <a:pt x="351552" y="84268"/>
                </a:lnTo>
                <a:lnTo>
                  <a:pt x="351937" y="84631"/>
                </a:lnTo>
                <a:lnTo>
                  <a:pt x="352332" y="84985"/>
                </a:lnTo>
                <a:lnTo>
                  <a:pt x="352735" y="85331"/>
                </a:lnTo>
                <a:lnTo>
                  <a:pt x="353148" y="85668"/>
                </a:lnTo>
                <a:lnTo>
                  <a:pt x="353571" y="85996"/>
                </a:lnTo>
                <a:lnTo>
                  <a:pt x="354003" y="86315"/>
                </a:lnTo>
                <a:lnTo>
                  <a:pt x="354444" y="86625"/>
                </a:lnTo>
                <a:lnTo>
                  <a:pt x="354894" y="86927"/>
                </a:lnTo>
                <a:lnTo>
                  <a:pt x="355354" y="87220"/>
                </a:lnTo>
                <a:lnTo>
                  <a:pt x="355823" y="87504"/>
                </a:lnTo>
                <a:lnTo>
                  <a:pt x="356302" y="87779"/>
                </a:lnTo>
                <a:lnTo>
                  <a:pt x="356790" y="88046"/>
                </a:lnTo>
                <a:lnTo>
                  <a:pt x="357287" y="88304"/>
                </a:lnTo>
                <a:lnTo>
                  <a:pt x="357793" y="88552"/>
                </a:lnTo>
                <a:lnTo>
                  <a:pt x="358305" y="88789"/>
                </a:lnTo>
                <a:lnTo>
                  <a:pt x="358825" y="89016"/>
                </a:lnTo>
                <a:lnTo>
                  <a:pt x="359351" y="89232"/>
                </a:lnTo>
                <a:lnTo>
                  <a:pt x="359885" y="89438"/>
                </a:lnTo>
                <a:lnTo>
                  <a:pt x="360425" y="89633"/>
                </a:lnTo>
                <a:lnTo>
                  <a:pt x="360972" y="89818"/>
                </a:lnTo>
                <a:lnTo>
                  <a:pt x="361527" y="89992"/>
                </a:lnTo>
                <a:lnTo>
                  <a:pt x="362088" y="90156"/>
                </a:lnTo>
                <a:lnTo>
                  <a:pt x="362656" y="90309"/>
                </a:lnTo>
                <a:lnTo>
                  <a:pt x="363232" y="90451"/>
                </a:lnTo>
                <a:lnTo>
                  <a:pt x="363814" y="90583"/>
                </a:lnTo>
                <a:lnTo>
                  <a:pt x="364403" y="90705"/>
                </a:lnTo>
                <a:lnTo>
                  <a:pt x="364999" y="90816"/>
                </a:lnTo>
                <a:lnTo>
                  <a:pt x="365602" y="90916"/>
                </a:lnTo>
                <a:lnTo>
                  <a:pt x="366213" y="91006"/>
                </a:lnTo>
                <a:lnTo>
                  <a:pt x="366830" y="91085"/>
                </a:lnTo>
                <a:lnTo>
                  <a:pt x="367454" y="91153"/>
                </a:lnTo>
                <a:lnTo>
                  <a:pt x="368085" y="91211"/>
                </a:lnTo>
                <a:lnTo>
                  <a:pt x="368723" y="91259"/>
                </a:lnTo>
                <a:lnTo>
                  <a:pt x="369368" y="91296"/>
                </a:lnTo>
                <a:lnTo>
                  <a:pt x="370019" y="91322"/>
                </a:lnTo>
                <a:lnTo>
                  <a:pt x="370678" y="91338"/>
                </a:lnTo>
                <a:lnTo>
                  <a:pt x="371344" y="91343"/>
                </a:lnTo>
                <a:lnTo>
                  <a:pt x="372330" y="91333"/>
                </a:lnTo>
                <a:lnTo>
                  <a:pt x="373300" y="91301"/>
                </a:lnTo>
                <a:lnTo>
                  <a:pt x="374253" y="91247"/>
                </a:lnTo>
                <a:lnTo>
                  <a:pt x="375189" y="91173"/>
                </a:lnTo>
                <a:close/>
                <a:moveTo>
                  <a:pt x="483115" y="110851"/>
                </a:moveTo>
                <a:lnTo>
                  <a:pt x="497459" y="110851"/>
                </a:lnTo>
                <a:lnTo>
                  <a:pt x="497459" y="93180"/>
                </a:lnTo>
                <a:lnTo>
                  <a:pt x="497001" y="78148"/>
                </a:lnTo>
                <a:lnTo>
                  <a:pt x="497356" y="78148"/>
                </a:lnTo>
                <a:lnTo>
                  <a:pt x="497403" y="78459"/>
                </a:lnTo>
                <a:lnTo>
                  <a:pt x="497507" y="79026"/>
                </a:lnTo>
                <a:lnTo>
                  <a:pt x="497626" y="79581"/>
                </a:lnTo>
                <a:lnTo>
                  <a:pt x="497762" y="80126"/>
                </a:lnTo>
                <a:lnTo>
                  <a:pt x="497913" y="80658"/>
                </a:lnTo>
                <a:lnTo>
                  <a:pt x="498080" y="81180"/>
                </a:lnTo>
                <a:lnTo>
                  <a:pt x="498264" y="81690"/>
                </a:lnTo>
                <a:lnTo>
                  <a:pt x="498463" y="82189"/>
                </a:lnTo>
                <a:lnTo>
                  <a:pt x="498678" y="82676"/>
                </a:lnTo>
                <a:lnTo>
                  <a:pt x="498909" y="83152"/>
                </a:lnTo>
                <a:lnTo>
                  <a:pt x="499156" y="83617"/>
                </a:lnTo>
                <a:lnTo>
                  <a:pt x="499419" y="84070"/>
                </a:lnTo>
                <a:lnTo>
                  <a:pt x="499698" y="84512"/>
                </a:lnTo>
                <a:lnTo>
                  <a:pt x="499993" y="84943"/>
                </a:lnTo>
                <a:lnTo>
                  <a:pt x="500303" y="85362"/>
                </a:lnTo>
                <a:lnTo>
                  <a:pt x="500630" y="85770"/>
                </a:lnTo>
                <a:lnTo>
                  <a:pt x="500973" y="86166"/>
                </a:lnTo>
                <a:lnTo>
                  <a:pt x="501331" y="86552"/>
                </a:lnTo>
                <a:lnTo>
                  <a:pt x="501706" y="86926"/>
                </a:lnTo>
                <a:lnTo>
                  <a:pt x="502094" y="87286"/>
                </a:lnTo>
                <a:lnTo>
                  <a:pt x="502493" y="87631"/>
                </a:lnTo>
                <a:lnTo>
                  <a:pt x="502904" y="87961"/>
                </a:lnTo>
                <a:lnTo>
                  <a:pt x="503325" y="88275"/>
                </a:lnTo>
                <a:lnTo>
                  <a:pt x="503758" y="88575"/>
                </a:lnTo>
                <a:lnTo>
                  <a:pt x="504202" y="88858"/>
                </a:lnTo>
                <a:lnTo>
                  <a:pt x="504657" y="89127"/>
                </a:lnTo>
                <a:lnTo>
                  <a:pt x="505123" y="89380"/>
                </a:lnTo>
                <a:lnTo>
                  <a:pt x="505601" y="89618"/>
                </a:lnTo>
                <a:lnTo>
                  <a:pt x="506089" y="89840"/>
                </a:lnTo>
                <a:lnTo>
                  <a:pt x="506589" y="90047"/>
                </a:lnTo>
                <a:lnTo>
                  <a:pt x="507100" y="90239"/>
                </a:lnTo>
                <a:lnTo>
                  <a:pt x="507622" y="90415"/>
                </a:lnTo>
                <a:lnTo>
                  <a:pt x="508155" y="90576"/>
                </a:lnTo>
                <a:lnTo>
                  <a:pt x="508699" y="90722"/>
                </a:lnTo>
                <a:lnTo>
                  <a:pt x="509254" y="90852"/>
                </a:lnTo>
                <a:lnTo>
                  <a:pt x="509821" y="90967"/>
                </a:lnTo>
                <a:lnTo>
                  <a:pt x="510399" y="91067"/>
                </a:lnTo>
                <a:lnTo>
                  <a:pt x="510988" y="91152"/>
                </a:lnTo>
                <a:lnTo>
                  <a:pt x="511588" y="91221"/>
                </a:lnTo>
                <a:lnTo>
                  <a:pt x="512199" y="91274"/>
                </a:lnTo>
                <a:lnTo>
                  <a:pt x="512821" y="91313"/>
                </a:lnTo>
                <a:lnTo>
                  <a:pt x="513455" y="91336"/>
                </a:lnTo>
                <a:lnTo>
                  <a:pt x="514099" y="91343"/>
                </a:lnTo>
                <a:lnTo>
                  <a:pt x="514632" y="91338"/>
                </a:lnTo>
                <a:lnTo>
                  <a:pt x="515158" y="91323"/>
                </a:lnTo>
                <a:lnTo>
                  <a:pt x="515679" y="91297"/>
                </a:lnTo>
                <a:lnTo>
                  <a:pt x="516194" y="91260"/>
                </a:lnTo>
                <a:lnTo>
                  <a:pt x="516702" y="91214"/>
                </a:lnTo>
                <a:lnTo>
                  <a:pt x="517205" y="91157"/>
                </a:lnTo>
                <a:lnTo>
                  <a:pt x="517702" y="91089"/>
                </a:lnTo>
                <a:lnTo>
                  <a:pt x="518192" y="91012"/>
                </a:lnTo>
                <a:lnTo>
                  <a:pt x="518677" y="90924"/>
                </a:lnTo>
                <a:lnTo>
                  <a:pt x="519156" y="90825"/>
                </a:lnTo>
                <a:lnTo>
                  <a:pt x="519628" y="90717"/>
                </a:lnTo>
                <a:lnTo>
                  <a:pt x="520095" y="90597"/>
                </a:lnTo>
                <a:lnTo>
                  <a:pt x="520556" y="90468"/>
                </a:lnTo>
                <a:lnTo>
                  <a:pt x="521011" y="90328"/>
                </a:lnTo>
                <a:lnTo>
                  <a:pt x="521460" y="90178"/>
                </a:lnTo>
                <a:lnTo>
                  <a:pt x="521903" y="90017"/>
                </a:lnTo>
                <a:lnTo>
                  <a:pt x="522340" y="89846"/>
                </a:lnTo>
                <a:lnTo>
                  <a:pt x="522770" y="89665"/>
                </a:lnTo>
                <a:lnTo>
                  <a:pt x="523195" y="89473"/>
                </a:lnTo>
                <a:lnTo>
                  <a:pt x="523614" y="89271"/>
                </a:lnTo>
                <a:lnTo>
                  <a:pt x="524027" y="89059"/>
                </a:lnTo>
                <a:lnTo>
                  <a:pt x="524434" y="88836"/>
                </a:lnTo>
                <a:lnTo>
                  <a:pt x="524835" y="88603"/>
                </a:lnTo>
                <a:lnTo>
                  <a:pt x="525230" y="88360"/>
                </a:lnTo>
                <a:lnTo>
                  <a:pt x="525619" y="88107"/>
                </a:lnTo>
                <a:lnTo>
                  <a:pt x="526000" y="87845"/>
                </a:lnTo>
                <a:lnTo>
                  <a:pt x="526374" y="87575"/>
                </a:lnTo>
                <a:lnTo>
                  <a:pt x="526740" y="87297"/>
                </a:lnTo>
                <a:lnTo>
                  <a:pt x="527099" y="87009"/>
                </a:lnTo>
                <a:lnTo>
                  <a:pt x="527450" y="86714"/>
                </a:lnTo>
                <a:lnTo>
                  <a:pt x="527794" y="86409"/>
                </a:lnTo>
                <a:lnTo>
                  <a:pt x="528131" y="86096"/>
                </a:lnTo>
                <a:lnTo>
                  <a:pt x="528461" y="85775"/>
                </a:lnTo>
                <a:lnTo>
                  <a:pt x="528783" y="85445"/>
                </a:lnTo>
                <a:lnTo>
                  <a:pt x="529097" y="85107"/>
                </a:lnTo>
                <a:lnTo>
                  <a:pt x="529404" y="84759"/>
                </a:lnTo>
                <a:lnTo>
                  <a:pt x="529704" y="84404"/>
                </a:lnTo>
                <a:lnTo>
                  <a:pt x="529997" y="84040"/>
                </a:lnTo>
                <a:lnTo>
                  <a:pt x="530282" y="83667"/>
                </a:lnTo>
                <a:lnTo>
                  <a:pt x="530560" y="83286"/>
                </a:lnTo>
                <a:lnTo>
                  <a:pt x="530830" y="82896"/>
                </a:lnTo>
                <a:lnTo>
                  <a:pt x="531093" y="82497"/>
                </a:lnTo>
                <a:lnTo>
                  <a:pt x="531349" y="82090"/>
                </a:lnTo>
                <a:lnTo>
                  <a:pt x="531597" y="81675"/>
                </a:lnTo>
                <a:lnTo>
                  <a:pt x="531838" y="81250"/>
                </a:lnTo>
                <a:lnTo>
                  <a:pt x="532072" y="80818"/>
                </a:lnTo>
                <a:lnTo>
                  <a:pt x="532298" y="80377"/>
                </a:lnTo>
                <a:lnTo>
                  <a:pt x="532516" y="79927"/>
                </a:lnTo>
                <a:lnTo>
                  <a:pt x="532727" y="79469"/>
                </a:lnTo>
                <a:lnTo>
                  <a:pt x="532929" y="79005"/>
                </a:lnTo>
                <a:lnTo>
                  <a:pt x="533122" y="78534"/>
                </a:lnTo>
                <a:lnTo>
                  <a:pt x="533306" y="78057"/>
                </a:lnTo>
                <a:lnTo>
                  <a:pt x="533481" y="77573"/>
                </a:lnTo>
                <a:lnTo>
                  <a:pt x="533646" y="77083"/>
                </a:lnTo>
                <a:lnTo>
                  <a:pt x="533803" y="76586"/>
                </a:lnTo>
                <a:lnTo>
                  <a:pt x="533951" y="76082"/>
                </a:lnTo>
                <a:lnTo>
                  <a:pt x="534090" y="75572"/>
                </a:lnTo>
                <a:lnTo>
                  <a:pt x="534220" y="75055"/>
                </a:lnTo>
                <a:lnTo>
                  <a:pt x="534341" y="74532"/>
                </a:lnTo>
                <a:lnTo>
                  <a:pt x="534454" y="74002"/>
                </a:lnTo>
                <a:lnTo>
                  <a:pt x="534557" y="73466"/>
                </a:lnTo>
                <a:lnTo>
                  <a:pt x="534651" y="72923"/>
                </a:lnTo>
                <a:lnTo>
                  <a:pt x="534736" y="72373"/>
                </a:lnTo>
                <a:lnTo>
                  <a:pt x="534812" y="71817"/>
                </a:lnTo>
                <a:lnTo>
                  <a:pt x="534879" y="71254"/>
                </a:lnTo>
                <a:lnTo>
                  <a:pt x="534938" y="70685"/>
                </a:lnTo>
                <a:lnTo>
                  <a:pt x="534987" y="70109"/>
                </a:lnTo>
                <a:lnTo>
                  <a:pt x="535027" y="69526"/>
                </a:lnTo>
                <a:lnTo>
                  <a:pt x="535059" y="68937"/>
                </a:lnTo>
                <a:lnTo>
                  <a:pt x="535081" y="68341"/>
                </a:lnTo>
                <a:lnTo>
                  <a:pt x="535095" y="67739"/>
                </a:lnTo>
                <a:lnTo>
                  <a:pt x="535099" y="67130"/>
                </a:lnTo>
                <a:lnTo>
                  <a:pt x="535099" y="50032"/>
                </a:lnTo>
                <a:lnTo>
                  <a:pt x="535089" y="49121"/>
                </a:lnTo>
                <a:lnTo>
                  <a:pt x="535059" y="48227"/>
                </a:lnTo>
                <a:lnTo>
                  <a:pt x="535010" y="47348"/>
                </a:lnTo>
                <a:lnTo>
                  <a:pt x="534940" y="46484"/>
                </a:lnTo>
                <a:lnTo>
                  <a:pt x="534850" y="45636"/>
                </a:lnTo>
                <a:lnTo>
                  <a:pt x="534741" y="44804"/>
                </a:lnTo>
                <a:lnTo>
                  <a:pt x="534611" y="43987"/>
                </a:lnTo>
                <a:lnTo>
                  <a:pt x="534462" y="43185"/>
                </a:lnTo>
                <a:lnTo>
                  <a:pt x="534292" y="42399"/>
                </a:lnTo>
                <a:lnTo>
                  <a:pt x="534103" y="41629"/>
                </a:lnTo>
                <a:lnTo>
                  <a:pt x="533894" y="40874"/>
                </a:lnTo>
                <a:lnTo>
                  <a:pt x="533665" y="40135"/>
                </a:lnTo>
                <a:lnTo>
                  <a:pt x="533416" y="39411"/>
                </a:lnTo>
                <a:lnTo>
                  <a:pt x="533147" y="38703"/>
                </a:lnTo>
                <a:lnTo>
                  <a:pt x="532858" y="38010"/>
                </a:lnTo>
                <a:lnTo>
                  <a:pt x="532549" y="37333"/>
                </a:lnTo>
                <a:lnTo>
                  <a:pt x="532220" y="36672"/>
                </a:lnTo>
                <a:lnTo>
                  <a:pt x="531872" y="36026"/>
                </a:lnTo>
                <a:lnTo>
                  <a:pt x="531503" y="35395"/>
                </a:lnTo>
                <a:lnTo>
                  <a:pt x="531114" y="34780"/>
                </a:lnTo>
                <a:lnTo>
                  <a:pt x="530706" y="34181"/>
                </a:lnTo>
                <a:lnTo>
                  <a:pt x="530278" y="33597"/>
                </a:lnTo>
                <a:lnTo>
                  <a:pt x="529829" y="33029"/>
                </a:lnTo>
                <a:lnTo>
                  <a:pt x="529361" y="32476"/>
                </a:lnTo>
                <a:lnTo>
                  <a:pt x="528876" y="31942"/>
                </a:lnTo>
                <a:lnTo>
                  <a:pt x="528379" y="31431"/>
                </a:lnTo>
                <a:lnTo>
                  <a:pt x="527867" y="30943"/>
                </a:lnTo>
                <a:lnTo>
                  <a:pt x="527343" y="30477"/>
                </a:lnTo>
                <a:lnTo>
                  <a:pt x="526806" y="30034"/>
                </a:lnTo>
                <a:lnTo>
                  <a:pt x="526255" y="29614"/>
                </a:lnTo>
                <a:lnTo>
                  <a:pt x="525692" y="29216"/>
                </a:lnTo>
                <a:lnTo>
                  <a:pt x="525115" y="28842"/>
                </a:lnTo>
                <a:lnTo>
                  <a:pt x="524525" y="28490"/>
                </a:lnTo>
                <a:lnTo>
                  <a:pt x="523922" y="28160"/>
                </a:lnTo>
                <a:lnTo>
                  <a:pt x="523306" y="27854"/>
                </a:lnTo>
                <a:lnTo>
                  <a:pt x="522677" y="27570"/>
                </a:lnTo>
                <a:lnTo>
                  <a:pt x="522034" y="27308"/>
                </a:lnTo>
                <a:lnTo>
                  <a:pt x="521379" y="27070"/>
                </a:lnTo>
                <a:lnTo>
                  <a:pt x="520710" y="26854"/>
                </a:lnTo>
                <a:lnTo>
                  <a:pt x="520028" y="26661"/>
                </a:lnTo>
                <a:lnTo>
                  <a:pt x="519333" y="26491"/>
                </a:lnTo>
                <a:lnTo>
                  <a:pt x="518625" y="26343"/>
                </a:lnTo>
                <a:lnTo>
                  <a:pt x="517903" y="26218"/>
                </a:lnTo>
                <a:lnTo>
                  <a:pt x="517169" y="26116"/>
                </a:lnTo>
                <a:lnTo>
                  <a:pt x="516421" y="26036"/>
                </a:lnTo>
                <a:lnTo>
                  <a:pt x="515660" y="25980"/>
                </a:lnTo>
                <a:lnTo>
                  <a:pt x="514886" y="25946"/>
                </a:lnTo>
                <a:lnTo>
                  <a:pt x="514099" y="25934"/>
                </a:lnTo>
                <a:lnTo>
                  <a:pt x="513455" y="25942"/>
                </a:lnTo>
                <a:lnTo>
                  <a:pt x="512821" y="25965"/>
                </a:lnTo>
                <a:lnTo>
                  <a:pt x="512199" y="26003"/>
                </a:lnTo>
                <a:lnTo>
                  <a:pt x="511588" y="26057"/>
                </a:lnTo>
                <a:lnTo>
                  <a:pt x="510988" y="26126"/>
                </a:lnTo>
                <a:lnTo>
                  <a:pt x="510399" y="26210"/>
                </a:lnTo>
                <a:lnTo>
                  <a:pt x="509821" y="26310"/>
                </a:lnTo>
                <a:lnTo>
                  <a:pt x="509254" y="26425"/>
                </a:lnTo>
                <a:lnTo>
                  <a:pt x="508699" y="26555"/>
                </a:lnTo>
                <a:lnTo>
                  <a:pt x="508155" y="26701"/>
                </a:lnTo>
                <a:lnTo>
                  <a:pt x="507622" y="26862"/>
                </a:lnTo>
                <a:lnTo>
                  <a:pt x="507100" y="27039"/>
                </a:lnTo>
                <a:lnTo>
                  <a:pt x="506589" y="27230"/>
                </a:lnTo>
                <a:lnTo>
                  <a:pt x="506089" y="27438"/>
                </a:lnTo>
                <a:lnTo>
                  <a:pt x="505601" y="27660"/>
                </a:lnTo>
                <a:lnTo>
                  <a:pt x="505123" y="27898"/>
                </a:lnTo>
                <a:lnTo>
                  <a:pt x="504657" y="28151"/>
                </a:lnTo>
                <a:lnTo>
                  <a:pt x="504202" y="28419"/>
                </a:lnTo>
                <a:lnTo>
                  <a:pt x="503758" y="28703"/>
                </a:lnTo>
                <a:lnTo>
                  <a:pt x="503325" y="29002"/>
                </a:lnTo>
                <a:lnTo>
                  <a:pt x="502904" y="29317"/>
                </a:lnTo>
                <a:lnTo>
                  <a:pt x="502493" y="29646"/>
                </a:lnTo>
                <a:lnTo>
                  <a:pt x="502094" y="29992"/>
                </a:lnTo>
                <a:lnTo>
                  <a:pt x="501706" y="30352"/>
                </a:lnTo>
                <a:lnTo>
                  <a:pt x="501331" y="30726"/>
                </a:lnTo>
                <a:lnTo>
                  <a:pt x="500973" y="31111"/>
                </a:lnTo>
                <a:lnTo>
                  <a:pt x="500630" y="31508"/>
                </a:lnTo>
                <a:lnTo>
                  <a:pt x="500303" y="31916"/>
                </a:lnTo>
                <a:lnTo>
                  <a:pt x="499993" y="32335"/>
                </a:lnTo>
                <a:lnTo>
                  <a:pt x="499698" y="32765"/>
                </a:lnTo>
                <a:lnTo>
                  <a:pt x="499419" y="33207"/>
                </a:lnTo>
                <a:lnTo>
                  <a:pt x="499156" y="33661"/>
                </a:lnTo>
                <a:lnTo>
                  <a:pt x="498909" y="34125"/>
                </a:lnTo>
                <a:lnTo>
                  <a:pt x="498678" y="34601"/>
                </a:lnTo>
                <a:lnTo>
                  <a:pt x="498463" y="35089"/>
                </a:lnTo>
                <a:lnTo>
                  <a:pt x="498264" y="35588"/>
                </a:lnTo>
                <a:lnTo>
                  <a:pt x="498080" y="36098"/>
                </a:lnTo>
                <a:lnTo>
                  <a:pt x="497913" y="36619"/>
                </a:lnTo>
                <a:lnTo>
                  <a:pt x="497762" y="37152"/>
                </a:lnTo>
                <a:lnTo>
                  <a:pt x="497626" y="37696"/>
                </a:lnTo>
                <a:lnTo>
                  <a:pt x="497507" y="38252"/>
                </a:lnTo>
                <a:lnTo>
                  <a:pt x="497403" y="38819"/>
                </a:lnTo>
                <a:lnTo>
                  <a:pt x="497356" y="39130"/>
                </a:lnTo>
                <a:lnTo>
                  <a:pt x="497116" y="39130"/>
                </a:lnTo>
                <a:lnTo>
                  <a:pt x="497116" y="27081"/>
                </a:lnTo>
                <a:lnTo>
                  <a:pt x="483115" y="27081"/>
                </a:lnTo>
                <a:lnTo>
                  <a:pt x="483115" y="110851"/>
                </a:lnTo>
                <a:close/>
                <a:moveTo>
                  <a:pt x="507315" y="78859"/>
                </a:moveTo>
                <a:lnTo>
                  <a:pt x="506902" y="78808"/>
                </a:lnTo>
                <a:lnTo>
                  <a:pt x="506496" y="78745"/>
                </a:lnTo>
                <a:lnTo>
                  <a:pt x="506099" y="78672"/>
                </a:lnTo>
                <a:lnTo>
                  <a:pt x="505709" y="78586"/>
                </a:lnTo>
                <a:lnTo>
                  <a:pt x="505327" y="78490"/>
                </a:lnTo>
                <a:lnTo>
                  <a:pt x="504953" y="78382"/>
                </a:lnTo>
                <a:lnTo>
                  <a:pt x="504588" y="78263"/>
                </a:lnTo>
                <a:lnTo>
                  <a:pt x="504230" y="78132"/>
                </a:lnTo>
                <a:lnTo>
                  <a:pt x="503880" y="77990"/>
                </a:lnTo>
                <a:lnTo>
                  <a:pt x="503538" y="77837"/>
                </a:lnTo>
                <a:lnTo>
                  <a:pt x="503204" y="77673"/>
                </a:lnTo>
                <a:lnTo>
                  <a:pt x="502878" y="77497"/>
                </a:lnTo>
                <a:lnTo>
                  <a:pt x="502560" y="77309"/>
                </a:lnTo>
                <a:lnTo>
                  <a:pt x="502250" y="77111"/>
                </a:lnTo>
                <a:lnTo>
                  <a:pt x="501948" y="76901"/>
                </a:lnTo>
                <a:lnTo>
                  <a:pt x="501654" y="76679"/>
                </a:lnTo>
                <a:lnTo>
                  <a:pt x="501368" y="76447"/>
                </a:lnTo>
                <a:lnTo>
                  <a:pt x="501089" y="76203"/>
                </a:lnTo>
                <a:lnTo>
                  <a:pt x="500819" y="75947"/>
                </a:lnTo>
                <a:lnTo>
                  <a:pt x="500557" y="75681"/>
                </a:lnTo>
                <a:lnTo>
                  <a:pt x="500304" y="75403"/>
                </a:lnTo>
                <a:lnTo>
                  <a:pt x="500062" y="75117"/>
                </a:lnTo>
                <a:lnTo>
                  <a:pt x="499831" y="74822"/>
                </a:lnTo>
                <a:lnTo>
                  <a:pt x="499611" y="74519"/>
                </a:lnTo>
                <a:lnTo>
                  <a:pt x="499401" y="74206"/>
                </a:lnTo>
                <a:lnTo>
                  <a:pt x="499202" y="73884"/>
                </a:lnTo>
                <a:lnTo>
                  <a:pt x="499014" y="73553"/>
                </a:lnTo>
                <a:lnTo>
                  <a:pt x="498836" y="73213"/>
                </a:lnTo>
                <a:lnTo>
                  <a:pt x="498669" y="72864"/>
                </a:lnTo>
                <a:lnTo>
                  <a:pt x="498513" y="72507"/>
                </a:lnTo>
                <a:lnTo>
                  <a:pt x="498368" y="72140"/>
                </a:lnTo>
                <a:lnTo>
                  <a:pt x="498234" y="71764"/>
                </a:lnTo>
                <a:lnTo>
                  <a:pt x="498110" y="71380"/>
                </a:lnTo>
                <a:lnTo>
                  <a:pt x="497997" y="70986"/>
                </a:lnTo>
                <a:lnTo>
                  <a:pt x="497895" y="70584"/>
                </a:lnTo>
                <a:lnTo>
                  <a:pt x="497804" y="70172"/>
                </a:lnTo>
                <a:lnTo>
                  <a:pt x="497723" y="69752"/>
                </a:lnTo>
                <a:lnTo>
                  <a:pt x="497653" y="69322"/>
                </a:lnTo>
                <a:lnTo>
                  <a:pt x="497594" y="68884"/>
                </a:lnTo>
                <a:lnTo>
                  <a:pt x="497545" y="68437"/>
                </a:lnTo>
                <a:lnTo>
                  <a:pt x="497508" y="67980"/>
                </a:lnTo>
                <a:lnTo>
                  <a:pt x="497481" y="67515"/>
                </a:lnTo>
                <a:lnTo>
                  <a:pt x="497465" y="67041"/>
                </a:lnTo>
                <a:lnTo>
                  <a:pt x="497459" y="66558"/>
                </a:lnTo>
                <a:lnTo>
                  <a:pt x="497459" y="50722"/>
                </a:lnTo>
                <a:lnTo>
                  <a:pt x="497465" y="50238"/>
                </a:lnTo>
                <a:lnTo>
                  <a:pt x="497481" y="49764"/>
                </a:lnTo>
                <a:lnTo>
                  <a:pt x="497508" y="49299"/>
                </a:lnTo>
                <a:lnTo>
                  <a:pt x="497545" y="48842"/>
                </a:lnTo>
                <a:lnTo>
                  <a:pt x="497594" y="48395"/>
                </a:lnTo>
                <a:lnTo>
                  <a:pt x="497653" y="47956"/>
                </a:lnTo>
                <a:lnTo>
                  <a:pt x="497723" y="47527"/>
                </a:lnTo>
                <a:lnTo>
                  <a:pt x="497804" y="47106"/>
                </a:lnTo>
                <a:lnTo>
                  <a:pt x="497895" y="46695"/>
                </a:lnTo>
                <a:lnTo>
                  <a:pt x="497997" y="46292"/>
                </a:lnTo>
                <a:lnTo>
                  <a:pt x="498110" y="45899"/>
                </a:lnTo>
                <a:lnTo>
                  <a:pt x="498234" y="45514"/>
                </a:lnTo>
                <a:lnTo>
                  <a:pt x="498368" y="45138"/>
                </a:lnTo>
                <a:lnTo>
                  <a:pt x="498513" y="44772"/>
                </a:lnTo>
                <a:lnTo>
                  <a:pt x="498669" y="44414"/>
                </a:lnTo>
                <a:lnTo>
                  <a:pt x="498836" y="44065"/>
                </a:lnTo>
                <a:lnTo>
                  <a:pt x="499014" y="43726"/>
                </a:lnTo>
                <a:lnTo>
                  <a:pt x="499202" y="43395"/>
                </a:lnTo>
                <a:lnTo>
                  <a:pt x="499401" y="43073"/>
                </a:lnTo>
                <a:lnTo>
                  <a:pt x="499611" y="42760"/>
                </a:lnTo>
                <a:lnTo>
                  <a:pt x="499831" y="42456"/>
                </a:lnTo>
                <a:lnTo>
                  <a:pt x="500062" y="42162"/>
                </a:lnTo>
                <a:lnTo>
                  <a:pt x="500304" y="41876"/>
                </a:lnTo>
                <a:lnTo>
                  <a:pt x="500557" y="41599"/>
                </a:lnTo>
                <a:lnTo>
                  <a:pt x="500819" y="41332"/>
                </a:lnTo>
                <a:lnTo>
                  <a:pt x="501089" y="41076"/>
                </a:lnTo>
                <a:lnTo>
                  <a:pt x="501368" y="40832"/>
                </a:lnTo>
                <a:lnTo>
                  <a:pt x="501654" y="40599"/>
                </a:lnTo>
                <a:lnTo>
                  <a:pt x="501948" y="40378"/>
                </a:lnTo>
                <a:lnTo>
                  <a:pt x="502250" y="40168"/>
                </a:lnTo>
                <a:lnTo>
                  <a:pt x="502560" y="39969"/>
                </a:lnTo>
                <a:lnTo>
                  <a:pt x="502878" y="39782"/>
                </a:lnTo>
                <a:lnTo>
                  <a:pt x="503204" y="39606"/>
                </a:lnTo>
                <a:lnTo>
                  <a:pt x="503538" y="39441"/>
                </a:lnTo>
                <a:lnTo>
                  <a:pt x="503880" y="39288"/>
                </a:lnTo>
                <a:lnTo>
                  <a:pt x="504230" y="39146"/>
                </a:lnTo>
                <a:lnTo>
                  <a:pt x="504588" y="39015"/>
                </a:lnTo>
                <a:lnTo>
                  <a:pt x="504953" y="38896"/>
                </a:lnTo>
                <a:lnTo>
                  <a:pt x="505327" y="38788"/>
                </a:lnTo>
                <a:lnTo>
                  <a:pt x="505709" y="38691"/>
                </a:lnTo>
                <a:lnTo>
                  <a:pt x="506099" y="38606"/>
                </a:lnTo>
                <a:lnTo>
                  <a:pt x="506496" y="38532"/>
                </a:lnTo>
                <a:lnTo>
                  <a:pt x="506902" y="38470"/>
                </a:lnTo>
                <a:lnTo>
                  <a:pt x="507315" y="38419"/>
                </a:lnTo>
                <a:lnTo>
                  <a:pt x="507737" y="38379"/>
                </a:lnTo>
                <a:lnTo>
                  <a:pt x="508166" y="38351"/>
                </a:lnTo>
                <a:lnTo>
                  <a:pt x="508604" y="38334"/>
                </a:lnTo>
                <a:lnTo>
                  <a:pt x="509049" y="38328"/>
                </a:lnTo>
                <a:lnTo>
                  <a:pt x="509504" y="38333"/>
                </a:lnTo>
                <a:lnTo>
                  <a:pt x="509951" y="38350"/>
                </a:lnTo>
                <a:lnTo>
                  <a:pt x="510389" y="38378"/>
                </a:lnTo>
                <a:lnTo>
                  <a:pt x="510819" y="38417"/>
                </a:lnTo>
                <a:lnTo>
                  <a:pt x="511240" y="38467"/>
                </a:lnTo>
                <a:lnTo>
                  <a:pt x="511653" y="38529"/>
                </a:lnTo>
                <a:lnTo>
                  <a:pt x="512058" y="38601"/>
                </a:lnTo>
                <a:lnTo>
                  <a:pt x="512454" y="38685"/>
                </a:lnTo>
                <a:lnTo>
                  <a:pt x="512842" y="38780"/>
                </a:lnTo>
                <a:lnTo>
                  <a:pt x="513221" y="38886"/>
                </a:lnTo>
                <a:lnTo>
                  <a:pt x="513593" y="39003"/>
                </a:lnTo>
                <a:lnTo>
                  <a:pt x="513955" y="39131"/>
                </a:lnTo>
                <a:lnTo>
                  <a:pt x="514310" y="39271"/>
                </a:lnTo>
                <a:lnTo>
                  <a:pt x="514656" y="39421"/>
                </a:lnTo>
                <a:lnTo>
                  <a:pt x="514993" y="39583"/>
                </a:lnTo>
                <a:lnTo>
                  <a:pt x="515323" y="39756"/>
                </a:lnTo>
                <a:lnTo>
                  <a:pt x="515644" y="39940"/>
                </a:lnTo>
                <a:lnTo>
                  <a:pt x="515956" y="40135"/>
                </a:lnTo>
                <a:lnTo>
                  <a:pt x="516260" y="40342"/>
                </a:lnTo>
                <a:lnTo>
                  <a:pt x="516556" y="40559"/>
                </a:lnTo>
                <a:lnTo>
                  <a:pt x="516844" y="40788"/>
                </a:lnTo>
                <a:lnTo>
                  <a:pt x="517123" y="41028"/>
                </a:lnTo>
                <a:lnTo>
                  <a:pt x="517393" y="41279"/>
                </a:lnTo>
                <a:lnTo>
                  <a:pt x="517656" y="41541"/>
                </a:lnTo>
                <a:lnTo>
                  <a:pt x="517909" y="41814"/>
                </a:lnTo>
                <a:lnTo>
                  <a:pt x="518151" y="42096"/>
                </a:lnTo>
                <a:lnTo>
                  <a:pt x="518382" y="42387"/>
                </a:lnTo>
                <a:lnTo>
                  <a:pt x="518603" y="42689"/>
                </a:lnTo>
                <a:lnTo>
                  <a:pt x="518812" y="42999"/>
                </a:lnTo>
                <a:lnTo>
                  <a:pt x="519012" y="43320"/>
                </a:lnTo>
                <a:lnTo>
                  <a:pt x="519200" y="43650"/>
                </a:lnTo>
                <a:lnTo>
                  <a:pt x="519377" y="43989"/>
                </a:lnTo>
                <a:lnTo>
                  <a:pt x="519544" y="44338"/>
                </a:lnTo>
                <a:lnTo>
                  <a:pt x="519700" y="44697"/>
                </a:lnTo>
                <a:lnTo>
                  <a:pt x="519846" y="45065"/>
                </a:lnTo>
                <a:lnTo>
                  <a:pt x="519980" y="45443"/>
                </a:lnTo>
                <a:lnTo>
                  <a:pt x="520104" y="45830"/>
                </a:lnTo>
                <a:lnTo>
                  <a:pt x="520217" y="46227"/>
                </a:lnTo>
                <a:lnTo>
                  <a:pt x="520319" y="46633"/>
                </a:lnTo>
                <a:lnTo>
                  <a:pt x="520411" y="47049"/>
                </a:lnTo>
                <a:lnTo>
                  <a:pt x="520491" y="47475"/>
                </a:lnTo>
                <a:lnTo>
                  <a:pt x="520561" y="47910"/>
                </a:lnTo>
                <a:lnTo>
                  <a:pt x="520620" y="48355"/>
                </a:lnTo>
                <a:lnTo>
                  <a:pt x="520669" y="48809"/>
                </a:lnTo>
                <a:lnTo>
                  <a:pt x="520706" y="49273"/>
                </a:lnTo>
                <a:lnTo>
                  <a:pt x="520733" y="49746"/>
                </a:lnTo>
                <a:lnTo>
                  <a:pt x="520750" y="50229"/>
                </a:lnTo>
                <a:lnTo>
                  <a:pt x="520755" y="50722"/>
                </a:lnTo>
                <a:lnTo>
                  <a:pt x="520755" y="66558"/>
                </a:lnTo>
                <a:lnTo>
                  <a:pt x="520750" y="67050"/>
                </a:lnTo>
                <a:lnTo>
                  <a:pt x="520733" y="67533"/>
                </a:lnTo>
                <a:lnTo>
                  <a:pt x="520706" y="68006"/>
                </a:lnTo>
                <a:lnTo>
                  <a:pt x="520669" y="68470"/>
                </a:lnTo>
                <a:lnTo>
                  <a:pt x="520620" y="68924"/>
                </a:lnTo>
                <a:lnTo>
                  <a:pt x="520561" y="69369"/>
                </a:lnTo>
                <a:lnTo>
                  <a:pt x="520491" y="69804"/>
                </a:lnTo>
                <a:lnTo>
                  <a:pt x="520411" y="70229"/>
                </a:lnTo>
                <a:lnTo>
                  <a:pt x="520319" y="70645"/>
                </a:lnTo>
                <a:lnTo>
                  <a:pt x="520217" y="71051"/>
                </a:lnTo>
                <a:lnTo>
                  <a:pt x="520104" y="71448"/>
                </a:lnTo>
                <a:lnTo>
                  <a:pt x="519980" y="71835"/>
                </a:lnTo>
                <a:lnTo>
                  <a:pt x="519846" y="72213"/>
                </a:lnTo>
                <a:lnTo>
                  <a:pt x="519700" y="72581"/>
                </a:lnTo>
                <a:lnTo>
                  <a:pt x="519544" y="72940"/>
                </a:lnTo>
                <a:lnTo>
                  <a:pt x="519377" y="73289"/>
                </a:lnTo>
                <a:lnTo>
                  <a:pt x="519200" y="73628"/>
                </a:lnTo>
                <a:lnTo>
                  <a:pt x="519012" y="73958"/>
                </a:lnTo>
                <a:lnTo>
                  <a:pt x="518812" y="74278"/>
                </a:lnTo>
                <a:lnTo>
                  <a:pt x="518603" y="74589"/>
                </a:lnTo>
                <a:lnTo>
                  <a:pt x="518382" y="74890"/>
                </a:lnTo>
                <a:lnTo>
                  <a:pt x="518151" y="75182"/>
                </a:lnTo>
                <a:lnTo>
                  <a:pt x="517909" y="75464"/>
                </a:lnTo>
                <a:lnTo>
                  <a:pt x="517656" y="75737"/>
                </a:lnTo>
                <a:lnTo>
                  <a:pt x="517393" y="75999"/>
                </a:lnTo>
                <a:lnTo>
                  <a:pt x="517123" y="76250"/>
                </a:lnTo>
                <a:lnTo>
                  <a:pt x="516844" y="76490"/>
                </a:lnTo>
                <a:lnTo>
                  <a:pt x="516556" y="76718"/>
                </a:lnTo>
                <a:lnTo>
                  <a:pt x="516260" y="76936"/>
                </a:lnTo>
                <a:lnTo>
                  <a:pt x="515956" y="77142"/>
                </a:lnTo>
                <a:lnTo>
                  <a:pt x="515644" y="77338"/>
                </a:lnTo>
                <a:lnTo>
                  <a:pt x="515323" y="77522"/>
                </a:lnTo>
                <a:lnTo>
                  <a:pt x="514993" y="77695"/>
                </a:lnTo>
                <a:lnTo>
                  <a:pt x="514656" y="77856"/>
                </a:lnTo>
                <a:lnTo>
                  <a:pt x="514310" y="78007"/>
                </a:lnTo>
                <a:lnTo>
                  <a:pt x="513955" y="78146"/>
                </a:lnTo>
                <a:lnTo>
                  <a:pt x="513593" y="78275"/>
                </a:lnTo>
                <a:lnTo>
                  <a:pt x="513221" y="78392"/>
                </a:lnTo>
                <a:lnTo>
                  <a:pt x="512842" y="78498"/>
                </a:lnTo>
                <a:lnTo>
                  <a:pt x="512454" y="78593"/>
                </a:lnTo>
                <a:lnTo>
                  <a:pt x="512058" y="78676"/>
                </a:lnTo>
                <a:lnTo>
                  <a:pt x="511653" y="78749"/>
                </a:lnTo>
                <a:lnTo>
                  <a:pt x="511240" y="78810"/>
                </a:lnTo>
                <a:lnTo>
                  <a:pt x="510819" y="78860"/>
                </a:lnTo>
                <a:lnTo>
                  <a:pt x="510389" y="78899"/>
                </a:lnTo>
                <a:lnTo>
                  <a:pt x="509951" y="78927"/>
                </a:lnTo>
                <a:lnTo>
                  <a:pt x="509504" y="78944"/>
                </a:lnTo>
                <a:lnTo>
                  <a:pt x="509049" y="78950"/>
                </a:lnTo>
                <a:lnTo>
                  <a:pt x="508604" y="78944"/>
                </a:lnTo>
                <a:lnTo>
                  <a:pt x="508166" y="78927"/>
                </a:lnTo>
                <a:lnTo>
                  <a:pt x="507737" y="78899"/>
                </a:lnTo>
                <a:lnTo>
                  <a:pt x="507315" y="78859"/>
                </a:lnTo>
                <a:close/>
                <a:moveTo>
                  <a:pt x="581460" y="59328"/>
                </a:moveTo>
                <a:lnTo>
                  <a:pt x="581384" y="59550"/>
                </a:lnTo>
                <a:lnTo>
                  <a:pt x="581307" y="59775"/>
                </a:lnTo>
                <a:lnTo>
                  <a:pt x="581231" y="60005"/>
                </a:lnTo>
                <a:lnTo>
                  <a:pt x="581154" y="60238"/>
                </a:lnTo>
                <a:lnTo>
                  <a:pt x="581078" y="60475"/>
                </a:lnTo>
                <a:lnTo>
                  <a:pt x="581001" y="60715"/>
                </a:lnTo>
                <a:lnTo>
                  <a:pt x="580925" y="60960"/>
                </a:lnTo>
                <a:lnTo>
                  <a:pt x="580848" y="61208"/>
                </a:lnTo>
                <a:lnTo>
                  <a:pt x="580772" y="61460"/>
                </a:lnTo>
                <a:lnTo>
                  <a:pt x="580695" y="61716"/>
                </a:lnTo>
                <a:lnTo>
                  <a:pt x="580619" y="61976"/>
                </a:lnTo>
                <a:lnTo>
                  <a:pt x="580542" y="62239"/>
                </a:lnTo>
                <a:lnTo>
                  <a:pt x="580466" y="62507"/>
                </a:lnTo>
                <a:lnTo>
                  <a:pt x="580389" y="62778"/>
                </a:lnTo>
                <a:lnTo>
                  <a:pt x="580312" y="63052"/>
                </a:lnTo>
                <a:lnTo>
                  <a:pt x="580236" y="63331"/>
                </a:lnTo>
                <a:lnTo>
                  <a:pt x="580159" y="63613"/>
                </a:lnTo>
                <a:lnTo>
                  <a:pt x="580083" y="63900"/>
                </a:lnTo>
                <a:lnTo>
                  <a:pt x="580006" y="64190"/>
                </a:lnTo>
                <a:lnTo>
                  <a:pt x="579930" y="64483"/>
                </a:lnTo>
                <a:lnTo>
                  <a:pt x="579853" y="64781"/>
                </a:lnTo>
                <a:lnTo>
                  <a:pt x="579776" y="65082"/>
                </a:lnTo>
                <a:lnTo>
                  <a:pt x="579700" y="65387"/>
                </a:lnTo>
                <a:lnTo>
                  <a:pt x="579623" y="65696"/>
                </a:lnTo>
                <a:lnTo>
                  <a:pt x="579547" y="66005"/>
                </a:lnTo>
                <a:lnTo>
                  <a:pt x="579473" y="66309"/>
                </a:lnTo>
                <a:lnTo>
                  <a:pt x="579399" y="66608"/>
                </a:lnTo>
                <a:lnTo>
                  <a:pt x="579327" y="66903"/>
                </a:lnTo>
                <a:lnTo>
                  <a:pt x="579256" y="67193"/>
                </a:lnTo>
                <a:lnTo>
                  <a:pt x="579186" y="67479"/>
                </a:lnTo>
                <a:lnTo>
                  <a:pt x="579117" y="67760"/>
                </a:lnTo>
                <a:lnTo>
                  <a:pt x="579050" y="68036"/>
                </a:lnTo>
                <a:lnTo>
                  <a:pt x="578983" y="68308"/>
                </a:lnTo>
                <a:lnTo>
                  <a:pt x="578918" y="68575"/>
                </a:lnTo>
                <a:lnTo>
                  <a:pt x="578854" y="68838"/>
                </a:lnTo>
                <a:lnTo>
                  <a:pt x="578792" y="69096"/>
                </a:lnTo>
                <a:lnTo>
                  <a:pt x="578730" y="69349"/>
                </a:lnTo>
                <a:lnTo>
                  <a:pt x="578670" y="69598"/>
                </a:lnTo>
                <a:lnTo>
                  <a:pt x="578610" y="69843"/>
                </a:lnTo>
                <a:lnTo>
                  <a:pt x="578552" y="70082"/>
                </a:lnTo>
                <a:lnTo>
                  <a:pt x="578496" y="70317"/>
                </a:lnTo>
                <a:lnTo>
                  <a:pt x="578440" y="70548"/>
                </a:lnTo>
                <a:lnTo>
                  <a:pt x="578386" y="70774"/>
                </a:lnTo>
                <a:lnTo>
                  <a:pt x="578332" y="70995"/>
                </a:lnTo>
                <a:lnTo>
                  <a:pt x="578280" y="71212"/>
                </a:lnTo>
                <a:lnTo>
                  <a:pt x="578229" y="71425"/>
                </a:lnTo>
                <a:lnTo>
                  <a:pt x="578180" y="71632"/>
                </a:lnTo>
                <a:lnTo>
                  <a:pt x="578131" y="71835"/>
                </a:lnTo>
                <a:lnTo>
                  <a:pt x="578092" y="71632"/>
                </a:lnTo>
                <a:lnTo>
                  <a:pt x="578052" y="71425"/>
                </a:lnTo>
                <a:lnTo>
                  <a:pt x="578010" y="71212"/>
                </a:lnTo>
                <a:lnTo>
                  <a:pt x="577966" y="70995"/>
                </a:lnTo>
                <a:lnTo>
                  <a:pt x="577920" y="70774"/>
                </a:lnTo>
                <a:lnTo>
                  <a:pt x="577873" y="70548"/>
                </a:lnTo>
                <a:lnTo>
                  <a:pt x="577825" y="70317"/>
                </a:lnTo>
                <a:lnTo>
                  <a:pt x="577775" y="70082"/>
                </a:lnTo>
                <a:lnTo>
                  <a:pt x="577723" y="69843"/>
                </a:lnTo>
                <a:lnTo>
                  <a:pt x="577669" y="69598"/>
                </a:lnTo>
                <a:lnTo>
                  <a:pt x="577614" y="69349"/>
                </a:lnTo>
                <a:lnTo>
                  <a:pt x="577558" y="69096"/>
                </a:lnTo>
                <a:lnTo>
                  <a:pt x="577500" y="68838"/>
                </a:lnTo>
                <a:lnTo>
                  <a:pt x="577440" y="68575"/>
                </a:lnTo>
                <a:lnTo>
                  <a:pt x="577379" y="68308"/>
                </a:lnTo>
                <a:lnTo>
                  <a:pt x="577316" y="68036"/>
                </a:lnTo>
                <a:lnTo>
                  <a:pt x="577251" y="67760"/>
                </a:lnTo>
                <a:lnTo>
                  <a:pt x="577185" y="67479"/>
                </a:lnTo>
                <a:lnTo>
                  <a:pt x="577117" y="67193"/>
                </a:lnTo>
                <a:lnTo>
                  <a:pt x="577048" y="66903"/>
                </a:lnTo>
                <a:lnTo>
                  <a:pt x="576977" y="66608"/>
                </a:lnTo>
                <a:lnTo>
                  <a:pt x="576905" y="66309"/>
                </a:lnTo>
                <a:lnTo>
                  <a:pt x="576831" y="66005"/>
                </a:lnTo>
                <a:lnTo>
                  <a:pt x="576755" y="65696"/>
                </a:lnTo>
                <a:lnTo>
                  <a:pt x="576679" y="65387"/>
                </a:lnTo>
                <a:lnTo>
                  <a:pt x="576602" y="65082"/>
                </a:lnTo>
                <a:lnTo>
                  <a:pt x="576526" y="64781"/>
                </a:lnTo>
                <a:lnTo>
                  <a:pt x="576449" y="64483"/>
                </a:lnTo>
                <a:lnTo>
                  <a:pt x="576373" y="64190"/>
                </a:lnTo>
                <a:lnTo>
                  <a:pt x="576296" y="63900"/>
                </a:lnTo>
                <a:lnTo>
                  <a:pt x="576220" y="63613"/>
                </a:lnTo>
                <a:lnTo>
                  <a:pt x="576143" y="63331"/>
                </a:lnTo>
                <a:lnTo>
                  <a:pt x="576067" y="63052"/>
                </a:lnTo>
                <a:lnTo>
                  <a:pt x="575990" y="62778"/>
                </a:lnTo>
                <a:lnTo>
                  <a:pt x="575914" y="62507"/>
                </a:lnTo>
                <a:lnTo>
                  <a:pt x="575837" y="62239"/>
                </a:lnTo>
                <a:lnTo>
                  <a:pt x="575761" y="61976"/>
                </a:lnTo>
                <a:lnTo>
                  <a:pt x="575684" y="61716"/>
                </a:lnTo>
                <a:lnTo>
                  <a:pt x="575607" y="61460"/>
                </a:lnTo>
                <a:lnTo>
                  <a:pt x="575531" y="61208"/>
                </a:lnTo>
                <a:lnTo>
                  <a:pt x="575454" y="60960"/>
                </a:lnTo>
                <a:lnTo>
                  <a:pt x="575378" y="60715"/>
                </a:lnTo>
                <a:lnTo>
                  <a:pt x="575301" y="60475"/>
                </a:lnTo>
                <a:lnTo>
                  <a:pt x="575225" y="60238"/>
                </a:lnTo>
                <a:lnTo>
                  <a:pt x="575148" y="60005"/>
                </a:lnTo>
                <a:lnTo>
                  <a:pt x="575071" y="59775"/>
                </a:lnTo>
                <a:lnTo>
                  <a:pt x="574995" y="59550"/>
                </a:lnTo>
                <a:lnTo>
                  <a:pt x="574918" y="59328"/>
                </a:lnTo>
                <a:lnTo>
                  <a:pt x="563215" y="27081"/>
                </a:lnTo>
                <a:lnTo>
                  <a:pt x="547492" y="27081"/>
                </a:lnTo>
                <a:lnTo>
                  <a:pt x="571017" y="86754"/>
                </a:lnTo>
                <a:lnTo>
                  <a:pt x="562181" y="110851"/>
                </a:lnTo>
                <a:lnTo>
                  <a:pt x="577214" y="110851"/>
                </a:lnTo>
                <a:lnTo>
                  <a:pt x="607624" y="27081"/>
                </a:lnTo>
                <a:lnTo>
                  <a:pt x="592476" y="27081"/>
                </a:lnTo>
                <a:lnTo>
                  <a:pt x="581460" y="59328"/>
                </a:lnTo>
                <a:close/>
                <a:moveTo>
                  <a:pt x="441443" y="91264"/>
                </a:moveTo>
                <a:lnTo>
                  <a:pt x="441822" y="91219"/>
                </a:lnTo>
                <a:lnTo>
                  <a:pt x="442195" y="91164"/>
                </a:lnTo>
                <a:lnTo>
                  <a:pt x="442561" y="91099"/>
                </a:lnTo>
                <a:lnTo>
                  <a:pt x="442920" y="91025"/>
                </a:lnTo>
                <a:lnTo>
                  <a:pt x="443272" y="90940"/>
                </a:lnTo>
                <a:lnTo>
                  <a:pt x="443617" y="90845"/>
                </a:lnTo>
                <a:lnTo>
                  <a:pt x="443955" y="90741"/>
                </a:lnTo>
                <a:lnTo>
                  <a:pt x="444286" y="90626"/>
                </a:lnTo>
                <a:lnTo>
                  <a:pt x="444610" y="90502"/>
                </a:lnTo>
                <a:lnTo>
                  <a:pt x="444927" y="90367"/>
                </a:lnTo>
                <a:lnTo>
                  <a:pt x="445237" y="90223"/>
                </a:lnTo>
                <a:lnTo>
                  <a:pt x="445540" y="90069"/>
                </a:lnTo>
                <a:lnTo>
                  <a:pt x="445836" y="89904"/>
                </a:lnTo>
                <a:lnTo>
                  <a:pt x="446125" y="89730"/>
                </a:lnTo>
                <a:lnTo>
                  <a:pt x="446408" y="89546"/>
                </a:lnTo>
                <a:lnTo>
                  <a:pt x="446683" y="89352"/>
                </a:lnTo>
                <a:lnTo>
                  <a:pt x="446951" y="89147"/>
                </a:lnTo>
                <a:lnTo>
                  <a:pt x="447212" y="88933"/>
                </a:lnTo>
                <a:lnTo>
                  <a:pt x="447467" y="88709"/>
                </a:lnTo>
                <a:lnTo>
                  <a:pt x="447714" y="88475"/>
                </a:lnTo>
                <a:lnTo>
                  <a:pt x="447953" y="88233"/>
                </a:lnTo>
                <a:lnTo>
                  <a:pt x="448181" y="87983"/>
                </a:lnTo>
                <a:lnTo>
                  <a:pt x="448400" y="87726"/>
                </a:lnTo>
                <a:lnTo>
                  <a:pt x="448608" y="87462"/>
                </a:lnTo>
                <a:lnTo>
                  <a:pt x="448806" y="87190"/>
                </a:lnTo>
                <a:lnTo>
                  <a:pt x="448994" y="86912"/>
                </a:lnTo>
                <a:lnTo>
                  <a:pt x="449172" y="86626"/>
                </a:lnTo>
                <a:lnTo>
                  <a:pt x="449339" y="86333"/>
                </a:lnTo>
                <a:lnTo>
                  <a:pt x="449497" y="86033"/>
                </a:lnTo>
                <a:lnTo>
                  <a:pt x="449644" y="85726"/>
                </a:lnTo>
                <a:lnTo>
                  <a:pt x="449781" y="85412"/>
                </a:lnTo>
                <a:lnTo>
                  <a:pt x="449908" y="85090"/>
                </a:lnTo>
                <a:lnTo>
                  <a:pt x="450025" y="84762"/>
                </a:lnTo>
                <a:lnTo>
                  <a:pt x="450132" y="84426"/>
                </a:lnTo>
                <a:lnTo>
                  <a:pt x="450228" y="84083"/>
                </a:lnTo>
                <a:lnTo>
                  <a:pt x="450315" y="83733"/>
                </a:lnTo>
                <a:lnTo>
                  <a:pt x="450391" y="83375"/>
                </a:lnTo>
                <a:lnTo>
                  <a:pt x="450457" y="83011"/>
                </a:lnTo>
                <a:lnTo>
                  <a:pt x="450513" y="82639"/>
                </a:lnTo>
                <a:lnTo>
                  <a:pt x="450559" y="82260"/>
                </a:lnTo>
                <a:lnTo>
                  <a:pt x="450594" y="81874"/>
                </a:lnTo>
                <a:lnTo>
                  <a:pt x="450620" y="81481"/>
                </a:lnTo>
                <a:lnTo>
                  <a:pt x="450635" y="81080"/>
                </a:lnTo>
                <a:lnTo>
                  <a:pt x="450640" y="80673"/>
                </a:lnTo>
                <a:lnTo>
                  <a:pt x="450635" y="80265"/>
                </a:lnTo>
                <a:lnTo>
                  <a:pt x="450620" y="79864"/>
                </a:lnTo>
                <a:lnTo>
                  <a:pt x="450594" y="79470"/>
                </a:lnTo>
                <a:lnTo>
                  <a:pt x="450559" y="79083"/>
                </a:lnTo>
                <a:lnTo>
                  <a:pt x="450513" y="78703"/>
                </a:lnTo>
                <a:lnTo>
                  <a:pt x="450457" y="78330"/>
                </a:lnTo>
                <a:lnTo>
                  <a:pt x="450391" y="77964"/>
                </a:lnTo>
                <a:lnTo>
                  <a:pt x="450315" y="77605"/>
                </a:lnTo>
                <a:lnTo>
                  <a:pt x="450228" y="77253"/>
                </a:lnTo>
                <a:lnTo>
                  <a:pt x="450132" y="76908"/>
                </a:lnTo>
                <a:lnTo>
                  <a:pt x="450025" y="76570"/>
                </a:lnTo>
                <a:lnTo>
                  <a:pt x="449908" y="76239"/>
                </a:lnTo>
                <a:lnTo>
                  <a:pt x="449781" y="75915"/>
                </a:lnTo>
                <a:lnTo>
                  <a:pt x="449644" y="75598"/>
                </a:lnTo>
                <a:lnTo>
                  <a:pt x="449497" y="75288"/>
                </a:lnTo>
                <a:lnTo>
                  <a:pt x="449339" y="74985"/>
                </a:lnTo>
                <a:lnTo>
                  <a:pt x="449172" y="74688"/>
                </a:lnTo>
                <a:lnTo>
                  <a:pt x="448994" y="74399"/>
                </a:lnTo>
                <a:lnTo>
                  <a:pt x="448806" y="74117"/>
                </a:lnTo>
                <a:lnTo>
                  <a:pt x="448608" y="73842"/>
                </a:lnTo>
                <a:lnTo>
                  <a:pt x="448400" y="73573"/>
                </a:lnTo>
                <a:lnTo>
                  <a:pt x="448181" y="73312"/>
                </a:lnTo>
                <a:lnTo>
                  <a:pt x="447953" y="73058"/>
                </a:lnTo>
                <a:lnTo>
                  <a:pt x="447714" y="72811"/>
                </a:lnTo>
                <a:lnTo>
                  <a:pt x="447467" y="72572"/>
                </a:lnTo>
                <a:lnTo>
                  <a:pt x="447212" y="72343"/>
                </a:lnTo>
                <a:lnTo>
                  <a:pt x="446951" y="72125"/>
                </a:lnTo>
                <a:lnTo>
                  <a:pt x="446683" y="71917"/>
                </a:lnTo>
                <a:lnTo>
                  <a:pt x="446408" y="71718"/>
                </a:lnTo>
                <a:lnTo>
                  <a:pt x="446125" y="71530"/>
                </a:lnTo>
                <a:lnTo>
                  <a:pt x="445836" y="71353"/>
                </a:lnTo>
                <a:lnTo>
                  <a:pt x="445540" y="71185"/>
                </a:lnTo>
                <a:lnTo>
                  <a:pt x="445237" y="71028"/>
                </a:lnTo>
                <a:lnTo>
                  <a:pt x="444927" y="70880"/>
                </a:lnTo>
                <a:lnTo>
                  <a:pt x="444610" y="70743"/>
                </a:lnTo>
                <a:lnTo>
                  <a:pt x="444286" y="70616"/>
                </a:lnTo>
                <a:lnTo>
                  <a:pt x="443955" y="70499"/>
                </a:lnTo>
                <a:lnTo>
                  <a:pt x="443617" y="70393"/>
                </a:lnTo>
                <a:lnTo>
                  <a:pt x="443272" y="70296"/>
                </a:lnTo>
                <a:lnTo>
                  <a:pt x="442920" y="70210"/>
                </a:lnTo>
                <a:lnTo>
                  <a:pt x="442561" y="70134"/>
                </a:lnTo>
                <a:lnTo>
                  <a:pt x="442195" y="70068"/>
                </a:lnTo>
                <a:lnTo>
                  <a:pt x="441822" y="70012"/>
                </a:lnTo>
                <a:lnTo>
                  <a:pt x="441443" y="69966"/>
                </a:lnTo>
                <a:lnTo>
                  <a:pt x="441056" y="69930"/>
                </a:lnTo>
                <a:lnTo>
                  <a:pt x="440662" y="69905"/>
                </a:lnTo>
                <a:lnTo>
                  <a:pt x="440261" y="69890"/>
                </a:lnTo>
                <a:lnTo>
                  <a:pt x="439854" y="69885"/>
                </a:lnTo>
                <a:lnTo>
                  <a:pt x="439446" y="69890"/>
                </a:lnTo>
                <a:lnTo>
                  <a:pt x="439045" y="69905"/>
                </a:lnTo>
                <a:lnTo>
                  <a:pt x="438651" y="69930"/>
                </a:lnTo>
                <a:lnTo>
                  <a:pt x="438265" y="69966"/>
                </a:lnTo>
                <a:lnTo>
                  <a:pt x="437885" y="70012"/>
                </a:lnTo>
                <a:lnTo>
                  <a:pt x="437512" y="70068"/>
                </a:lnTo>
                <a:lnTo>
                  <a:pt x="437146" y="70134"/>
                </a:lnTo>
                <a:lnTo>
                  <a:pt x="436787" y="70210"/>
                </a:lnTo>
                <a:lnTo>
                  <a:pt x="436435" y="70296"/>
                </a:lnTo>
                <a:lnTo>
                  <a:pt x="436090" y="70393"/>
                </a:lnTo>
                <a:lnTo>
                  <a:pt x="435752" y="70499"/>
                </a:lnTo>
                <a:lnTo>
                  <a:pt x="435421" y="70616"/>
                </a:lnTo>
                <a:lnTo>
                  <a:pt x="435097" y="70743"/>
                </a:lnTo>
                <a:lnTo>
                  <a:pt x="434780" y="70880"/>
                </a:lnTo>
                <a:lnTo>
                  <a:pt x="434470" y="71028"/>
                </a:lnTo>
                <a:lnTo>
                  <a:pt x="434166" y="71185"/>
                </a:lnTo>
                <a:lnTo>
                  <a:pt x="433870" y="71353"/>
                </a:lnTo>
                <a:lnTo>
                  <a:pt x="433581" y="71530"/>
                </a:lnTo>
                <a:lnTo>
                  <a:pt x="433299" y="71718"/>
                </a:lnTo>
                <a:lnTo>
                  <a:pt x="433023" y="71917"/>
                </a:lnTo>
                <a:lnTo>
                  <a:pt x="432755" y="72125"/>
                </a:lnTo>
                <a:lnTo>
                  <a:pt x="432493" y="72343"/>
                </a:lnTo>
                <a:lnTo>
                  <a:pt x="432239" y="72572"/>
                </a:lnTo>
                <a:lnTo>
                  <a:pt x="431992" y="72811"/>
                </a:lnTo>
                <a:lnTo>
                  <a:pt x="431753" y="73058"/>
                </a:lnTo>
                <a:lnTo>
                  <a:pt x="431524" y="73312"/>
                </a:lnTo>
                <a:lnTo>
                  <a:pt x="431306" y="73573"/>
                </a:lnTo>
                <a:lnTo>
                  <a:pt x="431098" y="73842"/>
                </a:lnTo>
                <a:lnTo>
                  <a:pt x="430899" y="74117"/>
                </a:lnTo>
                <a:lnTo>
                  <a:pt x="430711" y="74399"/>
                </a:lnTo>
                <a:lnTo>
                  <a:pt x="430534" y="74688"/>
                </a:lnTo>
                <a:lnTo>
                  <a:pt x="430366" y="74985"/>
                </a:lnTo>
                <a:lnTo>
                  <a:pt x="430209" y="75288"/>
                </a:lnTo>
                <a:lnTo>
                  <a:pt x="430061" y="75598"/>
                </a:lnTo>
                <a:lnTo>
                  <a:pt x="429924" y="75915"/>
                </a:lnTo>
                <a:lnTo>
                  <a:pt x="429797" y="76239"/>
                </a:lnTo>
                <a:lnTo>
                  <a:pt x="429680" y="76570"/>
                </a:lnTo>
                <a:lnTo>
                  <a:pt x="429574" y="76908"/>
                </a:lnTo>
                <a:lnTo>
                  <a:pt x="429477" y="77253"/>
                </a:lnTo>
                <a:lnTo>
                  <a:pt x="429391" y="77605"/>
                </a:lnTo>
                <a:lnTo>
                  <a:pt x="429315" y="77964"/>
                </a:lnTo>
                <a:lnTo>
                  <a:pt x="429248" y="78330"/>
                </a:lnTo>
                <a:lnTo>
                  <a:pt x="429193" y="78703"/>
                </a:lnTo>
                <a:lnTo>
                  <a:pt x="429147" y="79083"/>
                </a:lnTo>
                <a:lnTo>
                  <a:pt x="429111" y="79470"/>
                </a:lnTo>
                <a:lnTo>
                  <a:pt x="429086" y="79864"/>
                </a:lnTo>
                <a:lnTo>
                  <a:pt x="429071" y="80265"/>
                </a:lnTo>
                <a:lnTo>
                  <a:pt x="429066" y="80673"/>
                </a:lnTo>
                <a:lnTo>
                  <a:pt x="429071" y="81080"/>
                </a:lnTo>
                <a:lnTo>
                  <a:pt x="429086" y="81481"/>
                </a:lnTo>
                <a:lnTo>
                  <a:pt x="429111" y="81874"/>
                </a:lnTo>
                <a:lnTo>
                  <a:pt x="429147" y="82260"/>
                </a:lnTo>
                <a:lnTo>
                  <a:pt x="429193" y="82639"/>
                </a:lnTo>
                <a:lnTo>
                  <a:pt x="429248" y="83011"/>
                </a:lnTo>
                <a:lnTo>
                  <a:pt x="429315" y="83375"/>
                </a:lnTo>
                <a:lnTo>
                  <a:pt x="429391" y="83733"/>
                </a:lnTo>
                <a:lnTo>
                  <a:pt x="429477" y="84083"/>
                </a:lnTo>
                <a:lnTo>
                  <a:pt x="429574" y="84426"/>
                </a:lnTo>
                <a:lnTo>
                  <a:pt x="429680" y="84762"/>
                </a:lnTo>
                <a:lnTo>
                  <a:pt x="429797" y="85090"/>
                </a:lnTo>
                <a:lnTo>
                  <a:pt x="429924" y="85412"/>
                </a:lnTo>
                <a:lnTo>
                  <a:pt x="430061" y="85726"/>
                </a:lnTo>
                <a:lnTo>
                  <a:pt x="430209" y="86033"/>
                </a:lnTo>
                <a:lnTo>
                  <a:pt x="430366" y="86333"/>
                </a:lnTo>
                <a:lnTo>
                  <a:pt x="430534" y="86626"/>
                </a:lnTo>
                <a:lnTo>
                  <a:pt x="430711" y="86912"/>
                </a:lnTo>
                <a:lnTo>
                  <a:pt x="430899" y="87190"/>
                </a:lnTo>
                <a:lnTo>
                  <a:pt x="431098" y="87462"/>
                </a:lnTo>
                <a:lnTo>
                  <a:pt x="431306" y="87726"/>
                </a:lnTo>
                <a:lnTo>
                  <a:pt x="431524" y="87983"/>
                </a:lnTo>
                <a:lnTo>
                  <a:pt x="431753" y="88233"/>
                </a:lnTo>
                <a:lnTo>
                  <a:pt x="431992" y="88475"/>
                </a:lnTo>
                <a:lnTo>
                  <a:pt x="432239" y="88709"/>
                </a:lnTo>
                <a:lnTo>
                  <a:pt x="432493" y="88933"/>
                </a:lnTo>
                <a:lnTo>
                  <a:pt x="432755" y="89147"/>
                </a:lnTo>
                <a:lnTo>
                  <a:pt x="433023" y="89352"/>
                </a:lnTo>
                <a:lnTo>
                  <a:pt x="433299" y="89546"/>
                </a:lnTo>
                <a:lnTo>
                  <a:pt x="433581" y="89730"/>
                </a:lnTo>
                <a:lnTo>
                  <a:pt x="433870" y="89904"/>
                </a:lnTo>
                <a:lnTo>
                  <a:pt x="434166" y="90069"/>
                </a:lnTo>
                <a:lnTo>
                  <a:pt x="434470" y="90223"/>
                </a:lnTo>
                <a:lnTo>
                  <a:pt x="434780" y="90367"/>
                </a:lnTo>
                <a:lnTo>
                  <a:pt x="435097" y="90502"/>
                </a:lnTo>
                <a:lnTo>
                  <a:pt x="435421" y="90626"/>
                </a:lnTo>
                <a:lnTo>
                  <a:pt x="435752" y="90741"/>
                </a:lnTo>
                <a:lnTo>
                  <a:pt x="436090" y="90845"/>
                </a:lnTo>
                <a:lnTo>
                  <a:pt x="436435" y="90940"/>
                </a:lnTo>
                <a:lnTo>
                  <a:pt x="436787" y="91025"/>
                </a:lnTo>
                <a:lnTo>
                  <a:pt x="437146" y="91099"/>
                </a:lnTo>
                <a:lnTo>
                  <a:pt x="437512" y="91164"/>
                </a:lnTo>
                <a:lnTo>
                  <a:pt x="437885" y="91219"/>
                </a:lnTo>
                <a:lnTo>
                  <a:pt x="438265" y="91264"/>
                </a:lnTo>
                <a:lnTo>
                  <a:pt x="438651" y="91298"/>
                </a:lnTo>
                <a:lnTo>
                  <a:pt x="439045" y="91323"/>
                </a:lnTo>
                <a:lnTo>
                  <a:pt x="439446" y="91338"/>
                </a:lnTo>
                <a:lnTo>
                  <a:pt x="439854" y="91343"/>
                </a:lnTo>
                <a:lnTo>
                  <a:pt x="440261" y="91338"/>
                </a:lnTo>
                <a:lnTo>
                  <a:pt x="440662" y="91323"/>
                </a:lnTo>
                <a:lnTo>
                  <a:pt x="441056" y="91298"/>
                </a:lnTo>
                <a:lnTo>
                  <a:pt x="441443" y="912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generic/">
            <a:extLst xmlns:a="http://schemas.openxmlformats.org/drawingml/2006/main">
              <a:ext uri="{FF2B5EF4-FFF2-40B4-BE49-F238E27FC236}">
                <a16:creationId xmlns:a16="http://schemas.microsoft.com/office/drawing/2014/main" id="{E33F0D14-2E93-4C9A-AA7B-6F9C3741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974" y="2094889"/>
            <a:ext cx="535672" cy="115901"/>
          </a:xfrm>
          <a:custGeom xmlns:a="http://schemas.openxmlformats.org/drawingml/2006/main">
            <a:pathLst>
              <a:path w="535672" h="115901">
                <a:moveTo>
                  <a:pt x="138278" y="95246"/>
                </a:moveTo>
                <a:lnTo>
                  <a:pt x="152622" y="95246"/>
                </a:lnTo>
                <a:lnTo>
                  <a:pt x="152622" y="55771"/>
                </a:lnTo>
                <a:lnTo>
                  <a:pt x="152627" y="55279"/>
                </a:lnTo>
                <a:lnTo>
                  <a:pt x="152643" y="54796"/>
                </a:lnTo>
                <a:lnTo>
                  <a:pt x="152670" y="54323"/>
                </a:lnTo>
                <a:lnTo>
                  <a:pt x="152707" y="53859"/>
                </a:lnTo>
                <a:lnTo>
                  <a:pt x="152754" y="53405"/>
                </a:lnTo>
                <a:lnTo>
                  <a:pt x="152812" y="52960"/>
                </a:lnTo>
                <a:lnTo>
                  <a:pt x="152881" y="52525"/>
                </a:lnTo>
                <a:lnTo>
                  <a:pt x="152960" y="52099"/>
                </a:lnTo>
                <a:lnTo>
                  <a:pt x="153050" y="51683"/>
                </a:lnTo>
                <a:lnTo>
                  <a:pt x="153150" y="51277"/>
                </a:lnTo>
                <a:lnTo>
                  <a:pt x="153261" y="50880"/>
                </a:lnTo>
                <a:lnTo>
                  <a:pt x="153382" y="50493"/>
                </a:lnTo>
                <a:lnTo>
                  <a:pt x="153514" y="50115"/>
                </a:lnTo>
                <a:lnTo>
                  <a:pt x="153657" y="49747"/>
                </a:lnTo>
                <a:lnTo>
                  <a:pt x="153810" y="49388"/>
                </a:lnTo>
                <a:lnTo>
                  <a:pt x="153974" y="49039"/>
                </a:lnTo>
                <a:lnTo>
                  <a:pt x="154148" y="48700"/>
                </a:lnTo>
                <a:lnTo>
                  <a:pt x="154333" y="48370"/>
                </a:lnTo>
                <a:lnTo>
                  <a:pt x="154528" y="48049"/>
                </a:lnTo>
                <a:lnTo>
                  <a:pt x="154734" y="47738"/>
                </a:lnTo>
                <a:lnTo>
                  <a:pt x="154951" y="47437"/>
                </a:lnTo>
                <a:lnTo>
                  <a:pt x="155178" y="47146"/>
                </a:lnTo>
                <a:lnTo>
                  <a:pt x="155415" y="46863"/>
                </a:lnTo>
                <a:lnTo>
                  <a:pt x="155664" y="46591"/>
                </a:lnTo>
                <a:lnTo>
                  <a:pt x="155921" y="46329"/>
                </a:lnTo>
                <a:lnTo>
                  <a:pt x="156186" y="46078"/>
                </a:lnTo>
                <a:lnTo>
                  <a:pt x="156459" y="45838"/>
                </a:lnTo>
                <a:lnTo>
                  <a:pt x="156740" y="45609"/>
                </a:lnTo>
                <a:lnTo>
                  <a:pt x="157028" y="45392"/>
                </a:lnTo>
                <a:lnTo>
                  <a:pt x="157324" y="45185"/>
                </a:lnTo>
                <a:lnTo>
                  <a:pt x="157628" y="44990"/>
                </a:lnTo>
                <a:lnTo>
                  <a:pt x="157940" y="44806"/>
                </a:lnTo>
                <a:lnTo>
                  <a:pt x="158259" y="44633"/>
                </a:lnTo>
                <a:lnTo>
                  <a:pt x="158586" y="44471"/>
                </a:lnTo>
                <a:lnTo>
                  <a:pt x="158921" y="44321"/>
                </a:lnTo>
                <a:lnTo>
                  <a:pt x="159264" y="44181"/>
                </a:lnTo>
                <a:lnTo>
                  <a:pt x="159615" y="44053"/>
                </a:lnTo>
                <a:lnTo>
                  <a:pt x="159973" y="43936"/>
                </a:lnTo>
                <a:lnTo>
                  <a:pt x="160339" y="43830"/>
                </a:lnTo>
                <a:lnTo>
                  <a:pt x="160713" y="43735"/>
                </a:lnTo>
                <a:lnTo>
                  <a:pt x="161094" y="43651"/>
                </a:lnTo>
                <a:lnTo>
                  <a:pt x="161484" y="43579"/>
                </a:lnTo>
                <a:lnTo>
                  <a:pt x="161881" y="43517"/>
                </a:lnTo>
                <a:lnTo>
                  <a:pt x="162286" y="43467"/>
                </a:lnTo>
                <a:lnTo>
                  <a:pt x="162698" y="43428"/>
                </a:lnTo>
                <a:lnTo>
                  <a:pt x="163119" y="43400"/>
                </a:lnTo>
                <a:lnTo>
                  <a:pt x="163547" y="43383"/>
                </a:lnTo>
                <a:lnTo>
                  <a:pt x="163983" y="43378"/>
                </a:lnTo>
                <a:lnTo>
                  <a:pt x="164428" y="43383"/>
                </a:lnTo>
                <a:lnTo>
                  <a:pt x="164865" y="43399"/>
                </a:lnTo>
                <a:lnTo>
                  <a:pt x="165294" y="43426"/>
                </a:lnTo>
                <a:lnTo>
                  <a:pt x="165714" y="43464"/>
                </a:lnTo>
                <a:lnTo>
                  <a:pt x="166126" y="43512"/>
                </a:lnTo>
                <a:lnTo>
                  <a:pt x="166529" y="43572"/>
                </a:lnTo>
                <a:lnTo>
                  <a:pt x="166924" y="43641"/>
                </a:lnTo>
                <a:lnTo>
                  <a:pt x="167311" y="43722"/>
                </a:lnTo>
                <a:lnTo>
                  <a:pt x="167689" y="43814"/>
                </a:lnTo>
                <a:lnTo>
                  <a:pt x="168059" y="43916"/>
                </a:lnTo>
                <a:lnTo>
                  <a:pt x="168421" y="44029"/>
                </a:lnTo>
                <a:lnTo>
                  <a:pt x="168774" y="44153"/>
                </a:lnTo>
                <a:lnTo>
                  <a:pt x="169119" y="44287"/>
                </a:lnTo>
                <a:lnTo>
                  <a:pt x="169456" y="44432"/>
                </a:lnTo>
                <a:lnTo>
                  <a:pt x="169784" y="44588"/>
                </a:lnTo>
                <a:lnTo>
                  <a:pt x="170103" y="44755"/>
                </a:lnTo>
                <a:lnTo>
                  <a:pt x="170415" y="44933"/>
                </a:lnTo>
                <a:lnTo>
                  <a:pt x="170718" y="45121"/>
                </a:lnTo>
                <a:lnTo>
                  <a:pt x="171012" y="45320"/>
                </a:lnTo>
                <a:lnTo>
                  <a:pt x="171298" y="45530"/>
                </a:lnTo>
                <a:lnTo>
                  <a:pt x="171576" y="45751"/>
                </a:lnTo>
                <a:lnTo>
                  <a:pt x="171846" y="45982"/>
                </a:lnTo>
                <a:lnTo>
                  <a:pt x="172107" y="46224"/>
                </a:lnTo>
                <a:lnTo>
                  <a:pt x="172359" y="46477"/>
                </a:lnTo>
                <a:lnTo>
                  <a:pt x="172603" y="46740"/>
                </a:lnTo>
                <a:lnTo>
                  <a:pt x="172836" y="47012"/>
                </a:lnTo>
                <a:lnTo>
                  <a:pt x="173059" y="47293"/>
                </a:lnTo>
                <a:lnTo>
                  <a:pt x="173271" y="47583"/>
                </a:lnTo>
                <a:lnTo>
                  <a:pt x="173473" y="47882"/>
                </a:lnTo>
                <a:lnTo>
                  <a:pt x="173665" y="48191"/>
                </a:lnTo>
                <a:lnTo>
                  <a:pt x="173846" y="48508"/>
                </a:lnTo>
                <a:lnTo>
                  <a:pt x="174017" y="48835"/>
                </a:lnTo>
                <a:lnTo>
                  <a:pt x="174178" y="49171"/>
                </a:lnTo>
                <a:lnTo>
                  <a:pt x="174328" y="49517"/>
                </a:lnTo>
                <a:lnTo>
                  <a:pt x="174468" y="49871"/>
                </a:lnTo>
                <a:lnTo>
                  <a:pt x="174597" y="50234"/>
                </a:lnTo>
                <a:lnTo>
                  <a:pt x="174716" y="50607"/>
                </a:lnTo>
                <a:lnTo>
                  <a:pt x="174825" y="50989"/>
                </a:lnTo>
                <a:lnTo>
                  <a:pt x="174924" y="51380"/>
                </a:lnTo>
                <a:lnTo>
                  <a:pt x="175012" y="51780"/>
                </a:lnTo>
                <a:lnTo>
                  <a:pt x="175089" y="52189"/>
                </a:lnTo>
                <a:lnTo>
                  <a:pt x="175157" y="52608"/>
                </a:lnTo>
                <a:lnTo>
                  <a:pt x="175214" y="53035"/>
                </a:lnTo>
                <a:lnTo>
                  <a:pt x="175260" y="53472"/>
                </a:lnTo>
                <a:lnTo>
                  <a:pt x="175297" y="53918"/>
                </a:lnTo>
                <a:lnTo>
                  <a:pt x="175322" y="54373"/>
                </a:lnTo>
                <a:lnTo>
                  <a:pt x="175338" y="54838"/>
                </a:lnTo>
                <a:lnTo>
                  <a:pt x="175343" y="55311"/>
                </a:lnTo>
                <a:lnTo>
                  <a:pt x="175343" y="95246"/>
                </a:lnTo>
                <a:lnTo>
                  <a:pt x="189688" y="95246"/>
                </a:lnTo>
                <a:lnTo>
                  <a:pt x="189688" y="53821"/>
                </a:lnTo>
                <a:lnTo>
                  <a:pt x="189678" y="52958"/>
                </a:lnTo>
                <a:lnTo>
                  <a:pt x="189649" y="52110"/>
                </a:lnTo>
                <a:lnTo>
                  <a:pt x="189601" y="51276"/>
                </a:lnTo>
                <a:lnTo>
                  <a:pt x="189533" y="50458"/>
                </a:lnTo>
                <a:lnTo>
                  <a:pt x="189446" y="49654"/>
                </a:lnTo>
                <a:lnTo>
                  <a:pt x="189340" y="48865"/>
                </a:lnTo>
                <a:lnTo>
                  <a:pt x="189214" y="48090"/>
                </a:lnTo>
                <a:lnTo>
                  <a:pt x="189069" y="47331"/>
                </a:lnTo>
                <a:lnTo>
                  <a:pt x="188905" y="46586"/>
                </a:lnTo>
                <a:lnTo>
                  <a:pt x="188721" y="45856"/>
                </a:lnTo>
                <a:lnTo>
                  <a:pt x="188518" y="45140"/>
                </a:lnTo>
                <a:lnTo>
                  <a:pt x="188296" y="44439"/>
                </a:lnTo>
                <a:lnTo>
                  <a:pt x="188054" y="43753"/>
                </a:lnTo>
                <a:lnTo>
                  <a:pt x="187793" y="43082"/>
                </a:lnTo>
                <a:lnTo>
                  <a:pt x="187513" y="42426"/>
                </a:lnTo>
                <a:lnTo>
                  <a:pt x="187214" y="41784"/>
                </a:lnTo>
                <a:lnTo>
                  <a:pt x="186895" y="41157"/>
                </a:lnTo>
                <a:lnTo>
                  <a:pt x="186556" y="40545"/>
                </a:lnTo>
                <a:lnTo>
                  <a:pt x="186199" y="39947"/>
                </a:lnTo>
                <a:lnTo>
                  <a:pt x="185822" y="39365"/>
                </a:lnTo>
                <a:lnTo>
                  <a:pt x="185426" y="38797"/>
                </a:lnTo>
                <a:lnTo>
                  <a:pt x="185010" y="38243"/>
                </a:lnTo>
                <a:lnTo>
                  <a:pt x="184575" y="37705"/>
                </a:lnTo>
                <a:lnTo>
                  <a:pt x="184121" y="37181"/>
                </a:lnTo>
                <a:lnTo>
                  <a:pt x="183651" y="36675"/>
                </a:lnTo>
                <a:lnTo>
                  <a:pt x="183168" y="36191"/>
                </a:lnTo>
                <a:lnTo>
                  <a:pt x="182672" y="35729"/>
                </a:lnTo>
                <a:lnTo>
                  <a:pt x="182163" y="35288"/>
                </a:lnTo>
                <a:lnTo>
                  <a:pt x="181641" y="34868"/>
                </a:lnTo>
                <a:lnTo>
                  <a:pt x="181106" y="34470"/>
                </a:lnTo>
                <a:lnTo>
                  <a:pt x="180558" y="34093"/>
                </a:lnTo>
                <a:lnTo>
                  <a:pt x="179997" y="33738"/>
                </a:lnTo>
                <a:lnTo>
                  <a:pt x="179423" y="33405"/>
                </a:lnTo>
                <a:lnTo>
                  <a:pt x="178836" y="33093"/>
                </a:lnTo>
                <a:lnTo>
                  <a:pt x="178237" y="32802"/>
                </a:lnTo>
                <a:lnTo>
                  <a:pt x="177624" y="32533"/>
                </a:lnTo>
                <a:lnTo>
                  <a:pt x="176998" y="32286"/>
                </a:lnTo>
                <a:lnTo>
                  <a:pt x="176360" y="32060"/>
                </a:lnTo>
                <a:lnTo>
                  <a:pt x="175708" y="31856"/>
                </a:lnTo>
                <a:lnTo>
                  <a:pt x="175044" y="31673"/>
                </a:lnTo>
                <a:lnTo>
                  <a:pt x="174366" y="31511"/>
                </a:lnTo>
                <a:lnTo>
                  <a:pt x="173676" y="31371"/>
                </a:lnTo>
                <a:lnTo>
                  <a:pt x="172973" y="31253"/>
                </a:lnTo>
                <a:lnTo>
                  <a:pt x="172256" y="31156"/>
                </a:lnTo>
                <a:lnTo>
                  <a:pt x="171527" y="31081"/>
                </a:lnTo>
                <a:lnTo>
                  <a:pt x="170785" y="31027"/>
                </a:lnTo>
                <a:lnTo>
                  <a:pt x="170030" y="30995"/>
                </a:lnTo>
                <a:lnTo>
                  <a:pt x="169262" y="30984"/>
                </a:lnTo>
                <a:lnTo>
                  <a:pt x="168608" y="30992"/>
                </a:lnTo>
                <a:lnTo>
                  <a:pt x="167966" y="31014"/>
                </a:lnTo>
                <a:lnTo>
                  <a:pt x="167335" y="31052"/>
                </a:lnTo>
                <a:lnTo>
                  <a:pt x="166717" y="31105"/>
                </a:lnTo>
                <a:lnTo>
                  <a:pt x="166110" y="31173"/>
                </a:lnTo>
                <a:lnTo>
                  <a:pt x="165514" y="31257"/>
                </a:lnTo>
                <a:lnTo>
                  <a:pt x="164931" y="31355"/>
                </a:lnTo>
                <a:lnTo>
                  <a:pt x="164359" y="31469"/>
                </a:lnTo>
                <a:lnTo>
                  <a:pt x="163799" y="31598"/>
                </a:lnTo>
                <a:lnTo>
                  <a:pt x="163251" y="31741"/>
                </a:lnTo>
                <a:lnTo>
                  <a:pt x="162715" y="31900"/>
                </a:lnTo>
                <a:lnTo>
                  <a:pt x="162190" y="32075"/>
                </a:lnTo>
                <a:lnTo>
                  <a:pt x="161677" y="32264"/>
                </a:lnTo>
                <a:lnTo>
                  <a:pt x="161176" y="32468"/>
                </a:lnTo>
                <a:lnTo>
                  <a:pt x="160687" y="32688"/>
                </a:lnTo>
                <a:lnTo>
                  <a:pt x="160209" y="32923"/>
                </a:lnTo>
                <a:lnTo>
                  <a:pt x="159743" y="33173"/>
                </a:lnTo>
                <a:lnTo>
                  <a:pt x="159289" y="33438"/>
                </a:lnTo>
                <a:lnTo>
                  <a:pt x="158846" y="33718"/>
                </a:lnTo>
                <a:lnTo>
                  <a:pt x="158416" y="34013"/>
                </a:lnTo>
                <a:lnTo>
                  <a:pt x="157997" y="34324"/>
                </a:lnTo>
                <a:lnTo>
                  <a:pt x="157590" y="34649"/>
                </a:lnTo>
                <a:lnTo>
                  <a:pt x="157194" y="34990"/>
                </a:lnTo>
                <a:lnTo>
                  <a:pt x="156811" y="35346"/>
                </a:lnTo>
                <a:lnTo>
                  <a:pt x="156441" y="35715"/>
                </a:lnTo>
                <a:lnTo>
                  <a:pt x="156087" y="36097"/>
                </a:lnTo>
                <a:lnTo>
                  <a:pt x="155748" y="36490"/>
                </a:lnTo>
                <a:lnTo>
                  <a:pt x="155426" y="36895"/>
                </a:lnTo>
                <a:lnTo>
                  <a:pt x="155119" y="37312"/>
                </a:lnTo>
                <a:lnTo>
                  <a:pt x="154828" y="37741"/>
                </a:lnTo>
                <a:lnTo>
                  <a:pt x="154553" y="38182"/>
                </a:lnTo>
                <a:lnTo>
                  <a:pt x="154293" y="38635"/>
                </a:lnTo>
                <a:lnTo>
                  <a:pt x="154049" y="39100"/>
                </a:lnTo>
                <a:lnTo>
                  <a:pt x="153821" y="39577"/>
                </a:lnTo>
                <a:lnTo>
                  <a:pt x="153608" y="40066"/>
                </a:lnTo>
                <a:lnTo>
                  <a:pt x="153412" y="40567"/>
                </a:lnTo>
                <a:lnTo>
                  <a:pt x="153231" y="41079"/>
                </a:lnTo>
                <a:lnTo>
                  <a:pt x="153066" y="41604"/>
                </a:lnTo>
                <a:lnTo>
                  <a:pt x="152916" y="42141"/>
                </a:lnTo>
                <a:lnTo>
                  <a:pt x="152782" y="42689"/>
                </a:lnTo>
                <a:lnTo>
                  <a:pt x="152664" y="43250"/>
                </a:lnTo>
                <a:lnTo>
                  <a:pt x="152562" y="43822"/>
                </a:lnTo>
                <a:lnTo>
                  <a:pt x="152509" y="44180"/>
                </a:lnTo>
                <a:lnTo>
                  <a:pt x="152279" y="44180"/>
                </a:lnTo>
                <a:lnTo>
                  <a:pt x="152279" y="32131"/>
                </a:lnTo>
                <a:lnTo>
                  <a:pt x="138278" y="32131"/>
                </a:lnTo>
                <a:lnTo>
                  <a:pt x="138278" y="95246"/>
                </a:lnTo>
                <a:close/>
                <a:moveTo>
                  <a:pt x="98412" y="96258"/>
                </a:moveTo>
                <a:lnTo>
                  <a:pt x="99206" y="96182"/>
                </a:lnTo>
                <a:lnTo>
                  <a:pt x="99990" y="96088"/>
                </a:lnTo>
                <a:lnTo>
                  <a:pt x="100763" y="95978"/>
                </a:lnTo>
                <a:lnTo>
                  <a:pt x="101525" y="95851"/>
                </a:lnTo>
                <a:lnTo>
                  <a:pt x="102277" y="95707"/>
                </a:lnTo>
                <a:lnTo>
                  <a:pt x="103018" y="95547"/>
                </a:lnTo>
                <a:lnTo>
                  <a:pt x="103749" y="95369"/>
                </a:lnTo>
                <a:lnTo>
                  <a:pt x="104469" y="95174"/>
                </a:lnTo>
                <a:lnTo>
                  <a:pt x="105179" y="94962"/>
                </a:lnTo>
                <a:lnTo>
                  <a:pt x="105878" y="94734"/>
                </a:lnTo>
                <a:lnTo>
                  <a:pt x="106566" y="94488"/>
                </a:lnTo>
                <a:lnTo>
                  <a:pt x="107244" y="94226"/>
                </a:lnTo>
                <a:lnTo>
                  <a:pt x="107911" y="93946"/>
                </a:lnTo>
                <a:lnTo>
                  <a:pt x="108568" y="93650"/>
                </a:lnTo>
                <a:lnTo>
                  <a:pt x="109214" y="93337"/>
                </a:lnTo>
                <a:lnTo>
                  <a:pt x="109850" y="93007"/>
                </a:lnTo>
                <a:lnTo>
                  <a:pt x="110475" y="92660"/>
                </a:lnTo>
                <a:lnTo>
                  <a:pt x="111089" y="92296"/>
                </a:lnTo>
                <a:lnTo>
                  <a:pt x="111693" y="91915"/>
                </a:lnTo>
                <a:lnTo>
                  <a:pt x="112286" y="91517"/>
                </a:lnTo>
                <a:lnTo>
                  <a:pt x="112865" y="91105"/>
                </a:lnTo>
                <a:lnTo>
                  <a:pt x="113425" y="90681"/>
                </a:lnTo>
                <a:lnTo>
                  <a:pt x="113965" y="90246"/>
                </a:lnTo>
                <a:lnTo>
                  <a:pt x="114487" y="89800"/>
                </a:lnTo>
                <a:lnTo>
                  <a:pt x="114990" y="89343"/>
                </a:lnTo>
                <a:lnTo>
                  <a:pt x="115474" y="88874"/>
                </a:lnTo>
                <a:lnTo>
                  <a:pt x="115939" y="88394"/>
                </a:lnTo>
                <a:lnTo>
                  <a:pt x="116385" y="87902"/>
                </a:lnTo>
                <a:lnTo>
                  <a:pt x="116813" y="87399"/>
                </a:lnTo>
                <a:lnTo>
                  <a:pt x="117221" y="86885"/>
                </a:lnTo>
                <a:lnTo>
                  <a:pt x="117610" y="86359"/>
                </a:lnTo>
                <a:lnTo>
                  <a:pt x="117981" y="85822"/>
                </a:lnTo>
                <a:lnTo>
                  <a:pt x="118332" y="85274"/>
                </a:lnTo>
                <a:lnTo>
                  <a:pt x="118665" y="84714"/>
                </a:lnTo>
                <a:lnTo>
                  <a:pt x="118979" y="84143"/>
                </a:lnTo>
                <a:lnTo>
                  <a:pt x="119273" y="83561"/>
                </a:lnTo>
                <a:lnTo>
                  <a:pt x="119549" y="82967"/>
                </a:lnTo>
                <a:lnTo>
                  <a:pt x="119806" y="82362"/>
                </a:lnTo>
                <a:lnTo>
                  <a:pt x="120044" y="81745"/>
                </a:lnTo>
                <a:lnTo>
                  <a:pt x="120263" y="81118"/>
                </a:lnTo>
                <a:lnTo>
                  <a:pt x="120463" y="80478"/>
                </a:lnTo>
                <a:lnTo>
                  <a:pt x="120645" y="79828"/>
                </a:lnTo>
                <a:lnTo>
                  <a:pt x="120807" y="79166"/>
                </a:lnTo>
                <a:lnTo>
                  <a:pt x="120950" y="78493"/>
                </a:lnTo>
                <a:lnTo>
                  <a:pt x="106836" y="78493"/>
                </a:lnTo>
                <a:lnTo>
                  <a:pt x="106765" y="78758"/>
                </a:lnTo>
                <a:lnTo>
                  <a:pt x="106686" y="79017"/>
                </a:lnTo>
                <a:lnTo>
                  <a:pt x="106601" y="79272"/>
                </a:lnTo>
                <a:lnTo>
                  <a:pt x="106507" y="79521"/>
                </a:lnTo>
                <a:lnTo>
                  <a:pt x="106406" y="79764"/>
                </a:lnTo>
                <a:lnTo>
                  <a:pt x="106297" y="80002"/>
                </a:lnTo>
                <a:lnTo>
                  <a:pt x="106181" y="80235"/>
                </a:lnTo>
                <a:lnTo>
                  <a:pt x="106058" y="80463"/>
                </a:lnTo>
                <a:lnTo>
                  <a:pt x="105926" y="80685"/>
                </a:lnTo>
                <a:lnTo>
                  <a:pt x="105787" y="80901"/>
                </a:lnTo>
                <a:lnTo>
                  <a:pt x="105641" y="81112"/>
                </a:lnTo>
                <a:lnTo>
                  <a:pt x="105487" y="81318"/>
                </a:lnTo>
                <a:lnTo>
                  <a:pt x="105325" y="81519"/>
                </a:lnTo>
                <a:lnTo>
                  <a:pt x="105156" y="81714"/>
                </a:lnTo>
                <a:lnTo>
                  <a:pt x="104979" y="81904"/>
                </a:lnTo>
                <a:lnTo>
                  <a:pt x="104795" y="82088"/>
                </a:lnTo>
                <a:lnTo>
                  <a:pt x="104603" y="82267"/>
                </a:lnTo>
                <a:lnTo>
                  <a:pt x="104404" y="82441"/>
                </a:lnTo>
                <a:lnTo>
                  <a:pt x="104197" y="82609"/>
                </a:lnTo>
                <a:lnTo>
                  <a:pt x="103982" y="82772"/>
                </a:lnTo>
                <a:lnTo>
                  <a:pt x="103760" y="82929"/>
                </a:lnTo>
                <a:lnTo>
                  <a:pt x="103530" y="83081"/>
                </a:lnTo>
                <a:lnTo>
                  <a:pt x="103293" y="83228"/>
                </a:lnTo>
                <a:lnTo>
                  <a:pt x="103048" y="83369"/>
                </a:lnTo>
                <a:lnTo>
                  <a:pt x="102796" y="83505"/>
                </a:lnTo>
                <a:lnTo>
                  <a:pt x="102538" y="83635"/>
                </a:lnTo>
                <a:lnTo>
                  <a:pt x="102274" y="83759"/>
                </a:lnTo>
                <a:lnTo>
                  <a:pt x="102003" y="83877"/>
                </a:lnTo>
                <a:lnTo>
                  <a:pt x="101725" y="83990"/>
                </a:lnTo>
                <a:lnTo>
                  <a:pt x="101442" y="84097"/>
                </a:lnTo>
                <a:lnTo>
                  <a:pt x="101152" y="84198"/>
                </a:lnTo>
                <a:lnTo>
                  <a:pt x="100855" y="84293"/>
                </a:lnTo>
                <a:lnTo>
                  <a:pt x="100552" y="84383"/>
                </a:lnTo>
                <a:lnTo>
                  <a:pt x="100243" y="84467"/>
                </a:lnTo>
                <a:lnTo>
                  <a:pt x="99928" y="84545"/>
                </a:lnTo>
                <a:lnTo>
                  <a:pt x="99606" y="84617"/>
                </a:lnTo>
                <a:lnTo>
                  <a:pt x="99277" y="84683"/>
                </a:lnTo>
                <a:lnTo>
                  <a:pt x="98943" y="84744"/>
                </a:lnTo>
                <a:lnTo>
                  <a:pt x="98602" y="84799"/>
                </a:lnTo>
                <a:lnTo>
                  <a:pt x="98254" y="84848"/>
                </a:lnTo>
                <a:lnTo>
                  <a:pt x="97900" y="84891"/>
                </a:lnTo>
                <a:lnTo>
                  <a:pt x="97540" y="84929"/>
                </a:lnTo>
                <a:lnTo>
                  <a:pt x="97174" y="84960"/>
                </a:lnTo>
                <a:lnTo>
                  <a:pt x="96801" y="84986"/>
                </a:lnTo>
                <a:lnTo>
                  <a:pt x="96422" y="85007"/>
                </a:lnTo>
                <a:lnTo>
                  <a:pt x="96036" y="85021"/>
                </a:lnTo>
                <a:lnTo>
                  <a:pt x="95644" y="85030"/>
                </a:lnTo>
                <a:lnTo>
                  <a:pt x="95246" y="85033"/>
                </a:lnTo>
                <a:lnTo>
                  <a:pt x="94725" y="85027"/>
                </a:lnTo>
                <a:lnTo>
                  <a:pt x="94215" y="85009"/>
                </a:lnTo>
                <a:lnTo>
                  <a:pt x="93716" y="84980"/>
                </a:lnTo>
                <a:lnTo>
                  <a:pt x="93228" y="84939"/>
                </a:lnTo>
                <a:lnTo>
                  <a:pt x="92750" y="84886"/>
                </a:lnTo>
                <a:lnTo>
                  <a:pt x="92283" y="84821"/>
                </a:lnTo>
                <a:lnTo>
                  <a:pt x="91827" y="84745"/>
                </a:lnTo>
                <a:lnTo>
                  <a:pt x="91382" y="84657"/>
                </a:lnTo>
                <a:lnTo>
                  <a:pt x="90947" y="84557"/>
                </a:lnTo>
                <a:lnTo>
                  <a:pt x="90523" y="84445"/>
                </a:lnTo>
                <a:lnTo>
                  <a:pt x="90110" y="84322"/>
                </a:lnTo>
                <a:lnTo>
                  <a:pt x="89708" y="84186"/>
                </a:lnTo>
                <a:lnTo>
                  <a:pt x="89317" y="84040"/>
                </a:lnTo>
                <a:lnTo>
                  <a:pt x="88936" y="83881"/>
                </a:lnTo>
                <a:lnTo>
                  <a:pt x="88566" y="83711"/>
                </a:lnTo>
                <a:lnTo>
                  <a:pt x="88207" y="83528"/>
                </a:lnTo>
                <a:lnTo>
                  <a:pt x="87858" y="83334"/>
                </a:lnTo>
                <a:lnTo>
                  <a:pt x="87520" y="83129"/>
                </a:lnTo>
                <a:lnTo>
                  <a:pt x="87193" y="82911"/>
                </a:lnTo>
                <a:lnTo>
                  <a:pt x="86877" y="82682"/>
                </a:lnTo>
                <a:lnTo>
                  <a:pt x="86572" y="82441"/>
                </a:lnTo>
                <a:lnTo>
                  <a:pt x="86277" y="82189"/>
                </a:lnTo>
                <a:lnTo>
                  <a:pt x="85993" y="81924"/>
                </a:lnTo>
                <a:lnTo>
                  <a:pt x="85720" y="81648"/>
                </a:lnTo>
                <a:lnTo>
                  <a:pt x="85458" y="81360"/>
                </a:lnTo>
                <a:lnTo>
                  <a:pt x="85207" y="81061"/>
                </a:lnTo>
                <a:lnTo>
                  <a:pt x="84967" y="80751"/>
                </a:lnTo>
                <a:lnTo>
                  <a:pt x="84738" y="80429"/>
                </a:lnTo>
                <a:lnTo>
                  <a:pt x="84521" y="80096"/>
                </a:lnTo>
                <a:lnTo>
                  <a:pt x="84314" y="79751"/>
                </a:lnTo>
                <a:lnTo>
                  <a:pt x="84119" y="79395"/>
                </a:lnTo>
                <a:lnTo>
                  <a:pt x="83935" y="79028"/>
                </a:lnTo>
                <a:lnTo>
                  <a:pt x="83762" y="78649"/>
                </a:lnTo>
                <a:lnTo>
                  <a:pt x="83600" y="78259"/>
                </a:lnTo>
                <a:lnTo>
                  <a:pt x="83450" y="77858"/>
                </a:lnTo>
                <a:lnTo>
                  <a:pt x="83310" y="77446"/>
                </a:lnTo>
                <a:lnTo>
                  <a:pt x="83182" y="77021"/>
                </a:lnTo>
                <a:lnTo>
                  <a:pt x="83065" y="76586"/>
                </a:lnTo>
                <a:lnTo>
                  <a:pt x="82959" y="76139"/>
                </a:lnTo>
                <a:lnTo>
                  <a:pt x="82864" y="75681"/>
                </a:lnTo>
                <a:lnTo>
                  <a:pt x="82780" y="75212"/>
                </a:lnTo>
                <a:lnTo>
                  <a:pt x="82708" y="74731"/>
                </a:lnTo>
                <a:lnTo>
                  <a:pt x="82646" y="74239"/>
                </a:lnTo>
                <a:lnTo>
                  <a:pt x="82596" y="73735"/>
                </a:lnTo>
                <a:lnTo>
                  <a:pt x="82557" y="73220"/>
                </a:lnTo>
                <a:lnTo>
                  <a:pt x="82529" y="72694"/>
                </a:lnTo>
                <a:lnTo>
                  <a:pt x="82513" y="72157"/>
                </a:lnTo>
                <a:lnTo>
                  <a:pt x="82507" y="71608"/>
                </a:lnTo>
                <a:lnTo>
                  <a:pt x="82507" y="67132"/>
                </a:lnTo>
                <a:lnTo>
                  <a:pt x="121409" y="67132"/>
                </a:lnTo>
                <a:lnTo>
                  <a:pt x="121409" y="55771"/>
                </a:lnTo>
                <a:lnTo>
                  <a:pt x="121404" y="55153"/>
                </a:lnTo>
                <a:lnTo>
                  <a:pt x="121387" y="54541"/>
                </a:lnTo>
                <a:lnTo>
                  <a:pt x="121358" y="53936"/>
                </a:lnTo>
                <a:lnTo>
                  <a:pt x="121318" y="53338"/>
                </a:lnTo>
                <a:lnTo>
                  <a:pt x="121267" y="52746"/>
                </a:lnTo>
                <a:lnTo>
                  <a:pt x="121205" y="52160"/>
                </a:lnTo>
                <a:lnTo>
                  <a:pt x="121131" y="51581"/>
                </a:lnTo>
                <a:lnTo>
                  <a:pt x="121046" y="51009"/>
                </a:lnTo>
                <a:lnTo>
                  <a:pt x="120949" y="50443"/>
                </a:lnTo>
                <a:lnTo>
                  <a:pt x="120841" y="49884"/>
                </a:lnTo>
                <a:lnTo>
                  <a:pt x="120722" y="49332"/>
                </a:lnTo>
                <a:lnTo>
                  <a:pt x="120592" y="48786"/>
                </a:lnTo>
                <a:lnTo>
                  <a:pt x="120450" y="48246"/>
                </a:lnTo>
                <a:lnTo>
                  <a:pt x="120296" y="47714"/>
                </a:lnTo>
                <a:lnTo>
                  <a:pt x="120132" y="47187"/>
                </a:lnTo>
                <a:lnTo>
                  <a:pt x="119956" y="46668"/>
                </a:lnTo>
                <a:lnTo>
                  <a:pt x="119768" y="46155"/>
                </a:lnTo>
                <a:lnTo>
                  <a:pt x="119569" y="45648"/>
                </a:lnTo>
                <a:lnTo>
                  <a:pt x="119359" y="45148"/>
                </a:lnTo>
                <a:lnTo>
                  <a:pt x="119138" y="44655"/>
                </a:lnTo>
                <a:lnTo>
                  <a:pt x="118905" y="44168"/>
                </a:lnTo>
                <a:lnTo>
                  <a:pt x="118661" y="43688"/>
                </a:lnTo>
                <a:lnTo>
                  <a:pt x="118405" y="43214"/>
                </a:lnTo>
                <a:lnTo>
                  <a:pt x="118138" y="42747"/>
                </a:lnTo>
                <a:lnTo>
                  <a:pt x="117861" y="42288"/>
                </a:lnTo>
                <a:lnTo>
                  <a:pt x="117575" y="41837"/>
                </a:lnTo>
                <a:lnTo>
                  <a:pt x="117280" y="41394"/>
                </a:lnTo>
                <a:lnTo>
                  <a:pt x="116975" y="40961"/>
                </a:lnTo>
                <a:lnTo>
                  <a:pt x="116662" y="40535"/>
                </a:lnTo>
                <a:lnTo>
                  <a:pt x="116339" y="40119"/>
                </a:lnTo>
                <a:lnTo>
                  <a:pt x="116007" y="39710"/>
                </a:lnTo>
                <a:lnTo>
                  <a:pt x="115665" y="39311"/>
                </a:lnTo>
                <a:lnTo>
                  <a:pt x="115315" y="38920"/>
                </a:lnTo>
                <a:lnTo>
                  <a:pt x="114955" y="38537"/>
                </a:lnTo>
                <a:lnTo>
                  <a:pt x="114587" y="38164"/>
                </a:lnTo>
                <a:lnTo>
                  <a:pt x="114209" y="37798"/>
                </a:lnTo>
                <a:lnTo>
                  <a:pt x="113822" y="37442"/>
                </a:lnTo>
                <a:lnTo>
                  <a:pt x="113425" y="37093"/>
                </a:lnTo>
                <a:lnTo>
                  <a:pt x="113020" y="36754"/>
                </a:lnTo>
                <a:lnTo>
                  <a:pt x="112605" y="36423"/>
                </a:lnTo>
                <a:lnTo>
                  <a:pt x="112181" y="36100"/>
                </a:lnTo>
                <a:lnTo>
                  <a:pt x="111748" y="35787"/>
                </a:lnTo>
                <a:lnTo>
                  <a:pt x="111306" y="35481"/>
                </a:lnTo>
                <a:lnTo>
                  <a:pt x="110855" y="35185"/>
                </a:lnTo>
                <a:lnTo>
                  <a:pt x="110394" y="34896"/>
                </a:lnTo>
                <a:lnTo>
                  <a:pt x="109925" y="34617"/>
                </a:lnTo>
                <a:lnTo>
                  <a:pt x="109446" y="34346"/>
                </a:lnTo>
                <a:lnTo>
                  <a:pt x="108958" y="34083"/>
                </a:lnTo>
                <a:lnTo>
                  <a:pt x="108462" y="33831"/>
                </a:lnTo>
                <a:lnTo>
                  <a:pt x="107959" y="33588"/>
                </a:lnTo>
                <a:lnTo>
                  <a:pt x="107449" y="33357"/>
                </a:lnTo>
                <a:lnTo>
                  <a:pt x="106932" y="33136"/>
                </a:lnTo>
                <a:lnTo>
                  <a:pt x="106408" y="32927"/>
                </a:lnTo>
                <a:lnTo>
                  <a:pt x="105877" y="32728"/>
                </a:lnTo>
                <a:lnTo>
                  <a:pt x="105340" y="32539"/>
                </a:lnTo>
                <a:lnTo>
                  <a:pt x="104795" y="32362"/>
                </a:lnTo>
                <a:lnTo>
                  <a:pt x="104243" y="32195"/>
                </a:lnTo>
                <a:lnTo>
                  <a:pt x="103684" y="32039"/>
                </a:lnTo>
                <a:lnTo>
                  <a:pt x="103119" y="31894"/>
                </a:lnTo>
                <a:lnTo>
                  <a:pt x="102546" y="31759"/>
                </a:lnTo>
                <a:lnTo>
                  <a:pt x="101966" y="31635"/>
                </a:lnTo>
                <a:lnTo>
                  <a:pt x="101380" y="31522"/>
                </a:lnTo>
                <a:lnTo>
                  <a:pt x="100786" y="31420"/>
                </a:lnTo>
                <a:lnTo>
                  <a:pt x="100186" y="31329"/>
                </a:lnTo>
                <a:lnTo>
                  <a:pt x="99578" y="31248"/>
                </a:lnTo>
                <a:lnTo>
                  <a:pt x="98964" y="31178"/>
                </a:lnTo>
                <a:lnTo>
                  <a:pt x="98342" y="31119"/>
                </a:lnTo>
                <a:lnTo>
                  <a:pt x="97714" y="31070"/>
                </a:lnTo>
                <a:lnTo>
                  <a:pt x="97078" y="31033"/>
                </a:lnTo>
                <a:lnTo>
                  <a:pt x="96436" y="31006"/>
                </a:lnTo>
                <a:lnTo>
                  <a:pt x="95786" y="30990"/>
                </a:lnTo>
                <a:lnTo>
                  <a:pt x="95130" y="30984"/>
                </a:lnTo>
                <a:lnTo>
                  <a:pt x="94464" y="30990"/>
                </a:lnTo>
                <a:lnTo>
                  <a:pt x="93806" y="31006"/>
                </a:lnTo>
                <a:lnTo>
                  <a:pt x="93154" y="31033"/>
                </a:lnTo>
                <a:lnTo>
                  <a:pt x="92510" y="31070"/>
                </a:lnTo>
                <a:lnTo>
                  <a:pt x="91873" y="31119"/>
                </a:lnTo>
                <a:lnTo>
                  <a:pt x="91243" y="31178"/>
                </a:lnTo>
                <a:lnTo>
                  <a:pt x="90620" y="31248"/>
                </a:lnTo>
                <a:lnTo>
                  <a:pt x="90005" y="31329"/>
                </a:lnTo>
                <a:lnTo>
                  <a:pt x="89396" y="31420"/>
                </a:lnTo>
                <a:lnTo>
                  <a:pt x="88795" y="31522"/>
                </a:lnTo>
                <a:lnTo>
                  <a:pt x="88201" y="31635"/>
                </a:lnTo>
                <a:lnTo>
                  <a:pt x="87614" y="31759"/>
                </a:lnTo>
                <a:lnTo>
                  <a:pt x="87035" y="31894"/>
                </a:lnTo>
                <a:lnTo>
                  <a:pt x="86462" y="32039"/>
                </a:lnTo>
                <a:lnTo>
                  <a:pt x="85897" y="32195"/>
                </a:lnTo>
                <a:lnTo>
                  <a:pt x="85338" y="32362"/>
                </a:lnTo>
                <a:lnTo>
                  <a:pt x="84787" y="32539"/>
                </a:lnTo>
                <a:lnTo>
                  <a:pt x="84243" y="32728"/>
                </a:lnTo>
                <a:lnTo>
                  <a:pt x="83707" y="32927"/>
                </a:lnTo>
                <a:lnTo>
                  <a:pt x="83177" y="33136"/>
                </a:lnTo>
                <a:lnTo>
                  <a:pt x="82655" y="33357"/>
                </a:lnTo>
                <a:lnTo>
                  <a:pt x="82140" y="33588"/>
                </a:lnTo>
                <a:lnTo>
                  <a:pt x="81632" y="33831"/>
                </a:lnTo>
                <a:lnTo>
                  <a:pt x="81131" y="34083"/>
                </a:lnTo>
                <a:lnTo>
                  <a:pt x="80638" y="34346"/>
                </a:lnTo>
                <a:lnTo>
                  <a:pt x="80155" y="34617"/>
                </a:lnTo>
                <a:lnTo>
                  <a:pt x="79681" y="34896"/>
                </a:lnTo>
                <a:lnTo>
                  <a:pt x="79216" y="35185"/>
                </a:lnTo>
                <a:lnTo>
                  <a:pt x="78761" y="35481"/>
                </a:lnTo>
                <a:lnTo>
                  <a:pt x="78316" y="35787"/>
                </a:lnTo>
                <a:lnTo>
                  <a:pt x="77879" y="36100"/>
                </a:lnTo>
                <a:lnTo>
                  <a:pt x="77452" y="36423"/>
                </a:lnTo>
                <a:lnTo>
                  <a:pt x="77034" y="36754"/>
                </a:lnTo>
                <a:lnTo>
                  <a:pt x="76626" y="37093"/>
                </a:lnTo>
                <a:lnTo>
                  <a:pt x="76227" y="37442"/>
                </a:lnTo>
                <a:lnTo>
                  <a:pt x="75837" y="37798"/>
                </a:lnTo>
                <a:lnTo>
                  <a:pt x="75457" y="38164"/>
                </a:lnTo>
                <a:lnTo>
                  <a:pt x="75086" y="38537"/>
                </a:lnTo>
                <a:lnTo>
                  <a:pt x="74725" y="38920"/>
                </a:lnTo>
                <a:lnTo>
                  <a:pt x="74373" y="39311"/>
                </a:lnTo>
                <a:lnTo>
                  <a:pt x="74030" y="39710"/>
                </a:lnTo>
                <a:lnTo>
                  <a:pt x="73696" y="40119"/>
                </a:lnTo>
                <a:lnTo>
                  <a:pt x="73372" y="40535"/>
                </a:lnTo>
                <a:lnTo>
                  <a:pt x="73058" y="40961"/>
                </a:lnTo>
                <a:lnTo>
                  <a:pt x="72752" y="41394"/>
                </a:lnTo>
                <a:lnTo>
                  <a:pt x="72456" y="41837"/>
                </a:lnTo>
                <a:lnTo>
                  <a:pt x="72170" y="42288"/>
                </a:lnTo>
                <a:lnTo>
                  <a:pt x="71892" y="42747"/>
                </a:lnTo>
                <a:lnTo>
                  <a:pt x="71626" y="43214"/>
                </a:lnTo>
                <a:lnTo>
                  <a:pt x="71370" y="43688"/>
                </a:lnTo>
                <a:lnTo>
                  <a:pt x="71126" y="44168"/>
                </a:lnTo>
                <a:lnTo>
                  <a:pt x="70893" y="44655"/>
                </a:lnTo>
                <a:lnTo>
                  <a:pt x="70672" y="45148"/>
                </a:lnTo>
                <a:lnTo>
                  <a:pt x="70462" y="45648"/>
                </a:lnTo>
                <a:lnTo>
                  <a:pt x="70263" y="46155"/>
                </a:lnTo>
                <a:lnTo>
                  <a:pt x="70076" y="46668"/>
                </a:lnTo>
                <a:lnTo>
                  <a:pt x="69900" y="47187"/>
                </a:lnTo>
                <a:lnTo>
                  <a:pt x="69736" y="47714"/>
                </a:lnTo>
                <a:lnTo>
                  <a:pt x="69582" y="48246"/>
                </a:lnTo>
                <a:lnTo>
                  <a:pt x="69441" y="48786"/>
                </a:lnTo>
                <a:lnTo>
                  <a:pt x="69310" y="49332"/>
                </a:lnTo>
                <a:lnTo>
                  <a:pt x="69191" y="49884"/>
                </a:lnTo>
                <a:lnTo>
                  <a:pt x="69083" y="50443"/>
                </a:lnTo>
                <a:lnTo>
                  <a:pt x="68986" y="51009"/>
                </a:lnTo>
                <a:lnTo>
                  <a:pt x="68901" y="51581"/>
                </a:lnTo>
                <a:lnTo>
                  <a:pt x="68828" y="52160"/>
                </a:lnTo>
                <a:lnTo>
                  <a:pt x="68765" y="52746"/>
                </a:lnTo>
                <a:lnTo>
                  <a:pt x="68714" y="53338"/>
                </a:lnTo>
                <a:lnTo>
                  <a:pt x="68674" y="53936"/>
                </a:lnTo>
                <a:lnTo>
                  <a:pt x="68646" y="54541"/>
                </a:lnTo>
                <a:lnTo>
                  <a:pt x="68629" y="55153"/>
                </a:lnTo>
                <a:lnTo>
                  <a:pt x="68623" y="55771"/>
                </a:lnTo>
                <a:lnTo>
                  <a:pt x="68623" y="71608"/>
                </a:lnTo>
                <a:lnTo>
                  <a:pt x="68629" y="72226"/>
                </a:lnTo>
                <a:lnTo>
                  <a:pt x="68646" y="72837"/>
                </a:lnTo>
                <a:lnTo>
                  <a:pt x="68674" y="73442"/>
                </a:lnTo>
                <a:lnTo>
                  <a:pt x="68714" y="74041"/>
                </a:lnTo>
                <a:lnTo>
                  <a:pt x="68765" y="74633"/>
                </a:lnTo>
                <a:lnTo>
                  <a:pt x="68828" y="75218"/>
                </a:lnTo>
                <a:lnTo>
                  <a:pt x="68901" y="75797"/>
                </a:lnTo>
                <a:lnTo>
                  <a:pt x="68986" y="76369"/>
                </a:lnTo>
                <a:lnTo>
                  <a:pt x="69083" y="76935"/>
                </a:lnTo>
                <a:lnTo>
                  <a:pt x="69191" y="77494"/>
                </a:lnTo>
                <a:lnTo>
                  <a:pt x="69310" y="78046"/>
                </a:lnTo>
                <a:lnTo>
                  <a:pt x="69441" y="78592"/>
                </a:lnTo>
                <a:lnTo>
                  <a:pt x="69582" y="79132"/>
                </a:lnTo>
                <a:lnTo>
                  <a:pt x="69736" y="79665"/>
                </a:lnTo>
                <a:lnTo>
                  <a:pt x="69900" y="80191"/>
                </a:lnTo>
                <a:lnTo>
                  <a:pt x="70076" y="80711"/>
                </a:lnTo>
                <a:lnTo>
                  <a:pt x="70263" y="81224"/>
                </a:lnTo>
                <a:lnTo>
                  <a:pt x="70462" y="81730"/>
                </a:lnTo>
                <a:lnTo>
                  <a:pt x="70672" y="82230"/>
                </a:lnTo>
                <a:lnTo>
                  <a:pt x="70893" y="82724"/>
                </a:lnTo>
                <a:lnTo>
                  <a:pt x="71126" y="83211"/>
                </a:lnTo>
                <a:lnTo>
                  <a:pt x="71370" y="83691"/>
                </a:lnTo>
                <a:lnTo>
                  <a:pt x="71626" y="84165"/>
                </a:lnTo>
                <a:lnTo>
                  <a:pt x="71892" y="84632"/>
                </a:lnTo>
                <a:lnTo>
                  <a:pt x="72170" y="85091"/>
                </a:lnTo>
                <a:lnTo>
                  <a:pt x="72456" y="85542"/>
                </a:lnTo>
                <a:lnTo>
                  <a:pt x="72752" y="85984"/>
                </a:lnTo>
                <a:lnTo>
                  <a:pt x="73058" y="86418"/>
                </a:lnTo>
                <a:lnTo>
                  <a:pt x="73372" y="86843"/>
                </a:lnTo>
                <a:lnTo>
                  <a:pt x="73696" y="87260"/>
                </a:lnTo>
                <a:lnTo>
                  <a:pt x="74030" y="87668"/>
                </a:lnTo>
                <a:lnTo>
                  <a:pt x="74373" y="88068"/>
                </a:lnTo>
                <a:lnTo>
                  <a:pt x="74725" y="88459"/>
                </a:lnTo>
                <a:lnTo>
                  <a:pt x="75086" y="88841"/>
                </a:lnTo>
                <a:lnTo>
                  <a:pt x="75457" y="89215"/>
                </a:lnTo>
                <a:lnTo>
                  <a:pt x="75837" y="89580"/>
                </a:lnTo>
                <a:lnTo>
                  <a:pt x="76227" y="89937"/>
                </a:lnTo>
                <a:lnTo>
                  <a:pt x="76626" y="90285"/>
                </a:lnTo>
                <a:lnTo>
                  <a:pt x="77034" y="90625"/>
                </a:lnTo>
                <a:lnTo>
                  <a:pt x="77452" y="90956"/>
                </a:lnTo>
                <a:lnTo>
                  <a:pt x="77879" y="91278"/>
                </a:lnTo>
                <a:lnTo>
                  <a:pt x="78316" y="91592"/>
                </a:lnTo>
                <a:lnTo>
                  <a:pt x="78761" y="91897"/>
                </a:lnTo>
                <a:lnTo>
                  <a:pt x="79216" y="92194"/>
                </a:lnTo>
                <a:lnTo>
                  <a:pt x="79681" y="92482"/>
                </a:lnTo>
                <a:lnTo>
                  <a:pt x="80155" y="92762"/>
                </a:lnTo>
                <a:lnTo>
                  <a:pt x="80638" y="93033"/>
                </a:lnTo>
                <a:lnTo>
                  <a:pt x="81131" y="93296"/>
                </a:lnTo>
                <a:lnTo>
                  <a:pt x="81632" y="93548"/>
                </a:lnTo>
                <a:lnTo>
                  <a:pt x="82140" y="93790"/>
                </a:lnTo>
                <a:lnTo>
                  <a:pt x="82655" y="94022"/>
                </a:lnTo>
                <a:lnTo>
                  <a:pt x="83177" y="94242"/>
                </a:lnTo>
                <a:lnTo>
                  <a:pt x="83707" y="94452"/>
                </a:lnTo>
                <a:lnTo>
                  <a:pt x="84243" y="94651"/>
                </a:lnTo>
                <a:lnTo>
                  <a:pt x="84787" y="94839"/>
                </a:lnTo>
                <a:lnTo>
                  <a:pt x="85338" y="95017"/>
                </a:lnTo>
                <a:lnTo>
                  <a:pt x="85897" y="95183"/>
                </a:lnTo>
                <a:lnTo>
                  <a:pt x="86462" y="95339"/>
                </a:lnTo>
                <a:lnTo>
                  <a:pt x="87035" y="95484"/>
                </a:lnTo>
                <a:lnTo>
                  <a:pt x="87614" y="95619"/>
                </a:lnTo>
                <a:lnTo>
                  <a:pt x="88201" y="95743"/>
                </a:lnTo>
                <a:lnTo>
                  <a:pt x="88795" y="95855"/>
                </a:lnTo>
                <a:lnTo>
                  <a:pt x="89396" y="95958"/>
                </a:lnTo>
                <a:lnTo>
                  <a:pt x="90005" y="96049"/>
                </a:lnTo>
                <a:lnTo>
                  <a:pt x="90620" y="96130"/>
                </a:lnTo>
                <a:lnTo>
                  <a:pt x="91243" y="96200"/>
                </a:lnTo>
                <a:lnTo>
                  <a:pt x="91873" y="96259"/>
                </a:lnTo>
                <a:lnTo>
                  <a:pt x="92510" y="96307"/>
                </a:lnTo>
                <a:lnTo>
                  <a:pt x="93154" y="96345"/>
                </a:lnTo>
                <a:lnTo>
                  <a:pt x="93806" y="96372"/>
                </a:lnTo>
                <a:lnTo>
                  <a:pt x="94464" y="96388"/>
                </a:lnTo>
                <a:lnTo>
                  <a:pt x="95130" y="96393"/>
                </a:lnTo>
                <a:lnTo>
                  <a:pt x="95966" y="96385"/>
                </a:lnTo>
                <a:lnTo>
                  <a:pt x="96792" y="96359"/>
                </a:lnTo>
                <a:lnTo>
                  <a:pt x="97607" y="96317"/>
                </a:lnTo>
                <a:lnTo>
                  <a:pt x="98412" y="96258"/>
                </a:lnTo>
                <a:close/>
                <a:moveTo>
                  <a:pt x="82513" y="55232"/>
                </a:moveTo>
                <a:lnTo>
                  <a:pt x="82529" y="54702"/>
                </a:lnTo>
                <a:lnTo>
                  <a:pt x="82557" y="54183"/>
                </a:lnTo>
                <a:lnTo>
                  <a:pt x="82596" y="53674"/>
                </a:lnTo>
                <a:lnTo>
                  <a:pt x="82646" y="53175"/>
                </a:lnTo>
                <a:lnTo>
                  <a:pt x="82708" y="52687"/>
                </a:lnTo>
                <a:lnTo>
                  <a:pt x="82780" y="52209"/>
                </a:lnTo>
                <a:lnTo>
                  <a:pt x="82864" y="51742"/>
                </a:lnTo>
                <a:lnTo>
                  <a:pt x="82959" y="51285"/>
                </a:lnTo>
                <a:lnTo>
                  <a:pt x="83065" y="50838"/>
                </a:lnTo>
                <a:lnTo>
                  <a:pt x="83182" y="50402"/>
                </a:lnTo>
                <a:lnTo>
                  <a:pt x="83310" y="49976"/>
                </a:lnTo>
                <a:lnTo>
                  <a:pt x="83450" y="49561"/>
                </a:lnTo>
                <a:lnTo>
                  <a:pt x="83600" y="49155"/>
                </a:lnTo>
                <a:lnTo>
                  <a:pt x="83762" y="48760"/>
                </a:lnTo>
                <a:lnTo>
                  <a:pt x="83935" y="48376"/>
                </a:lnTo>
                <a:lnTo>
                  <a:pt x="84119" y="48002"/>
                </a:lnTo>
                <a:lnTo>
                  <a:pt x="84314" y="47638"/>
                </a:lnTo>
                <a:lnTo>
                  <a:pt x="84521" y="47285"/>
                </a:lnTo>
                <a:lnTo>
                  <a:pt x="84738" y="46942"/>
                </a:lnTo>
                <a:lnTo>
                  <a:pt x="84967" y="46609"/>
                </a:lnTo>
                <a:lnTo>
                  <a:pt x="85207" y="46287"/>
                </a:lnTo>
                <a:lnTo>
                  <a:pt x="85458" y="45975"/>
                </a:lnTo>
                <a:lnTo>
                  <a:pt x="85720" y="45673"/>
                </a:lnTo>
                <a:lnTo>
                  <a:pt x="85993" y="45383"/>
                </a:lnTo>
                <a:lnTo>
                  <a:pt x="86276" y="45105"/>
                </a:lnTo>
                <a:lnTo>
                  <a:pt x="86570" y="44839"/>
                </a:lnTo>
                <a:lnTo>
                  <a:pt x="86874" y="44586"/>
                </a:lnTo>
                <a:lnTo>
                  <a:pt x="87188" y="44345"/>
                </a:lnTo>
                <a:lnTo>
                  <a:pt x="87513" y="44117"/>
                </a:lnTo>
                <a:lnTo>
                  <a:pt x="87848" y="43901"/>
                </a:lnTo>
                <a:lnTo>
                  <a:pt x="88194" y="43697"/>
                </a:lnTo>
                <a:lnTo>
                  <a:pt x="88550" y="43505"/>
                </a:lnTo>
                <a:lnTo>
                  <a:pt x="88916" y="43326"/>
                </a:lnTo>
                <a:lnTo>
                  <a:pt x="89292" y="43159"/>
                </a:lnTo>
                <a:lnTo>
                  <a:pt x="89679" y="43005"/>
                </a:lnTo>
                <a:lnTo>
                  <a:pt x="90076" y="42863"/>
                </a:lnTo>
                <a:lnTo>
                  <a:pt x="90484" y="42733"/>
                </a:lnTo>
                <a:lnTo>
                  <a:pt x="90902" y="42616"/>
                </a:lnTo>
                <a:lnTo>
                  <a:pt x="91330" y="42511"/>
                </a:lnTo>
                <a:lnTo>
                  <a:pt x="91769" y="42418"/>
                </a:lnTo>
                <a:lnTo>
                  <a:pt x="92218" y="42338"/>
                </a:lnTo>
                <a:lnTo>
                  <a:pt x="92678" y="42270"/>
                </a:lnTo>
                <a:lnTo>
                  <a:pt x="93147" y="42214"/>
                </a:lnTo>
                <a:lnTo>
                  <a:pt x="93627" y="42171"/>
                </a:lnTo>
                <a:lnTo>
                  <a:pt x="94118" y="42140"/>
                </a:lnTo>
                <a:lnTo>
                  <a:pt x="94619" y="42122"/>
                </a:lnTo>
                <a:lnTo>
                  <a:pt x="95130" y="42115"/>
                </a:lnTo>
                <a:lnTo>
                  <a:pt x="95641" y="42121"/>
                </a:lnTo>
                <a:lnTo>
                  <a:pt x="96141" y="42140"/>
                </a:lnTo>
                <a:lnTo>
                  <a:pt x="96631" y="42170"/>
                </a:lnTo>
                <a:lnTo>
                  <a:pt x="97110" y="42213"/>
                </a:lnTo>
                <a:lnTo>
                  <a:pt x="97578" y="42267"/>
                </a:lnTo>
                <a:lnTo>
                  <a:pt x="98035" y="42334"/>
                </a:lnTo>
                <a:lnTo>
                  <a:pt x="98481" y="42413"/>
                </a:lnTo>
                <a:lnTo>
                  <a:pt x="98917" y="42504"/>
                </a:lnTo>
                <a:lnTo>
                  <a:pt x="99342" y="42608"/>
                </a:lnTo>
                <a:lnTo>
                  <a:pt x="99756" y="42723"/>
                </a:lnTo>
                <a:lnTo>
                  <a:pt x="100159" y="42851"/>
                </a:lnTo>
                <a:lnTo>
                  <a:pt x="100552" y="42990"/>
                </a:lnTo>
                <a:lnTo>
                  <a:pt x="100934" y="43142"/>
                </a:lnTo>
                <a:lnTo>
                  <a:pt x="101305" y="43306"/>
                </a:lnTo>
                <a:lnTo>
                  <a:pt x="101665" y="43483"/>
                </a:lnTo>
                <a:lnTo>
                  <a:pt x="102015" y="43671"/>
                </a:lnTo>
                <a:lnTo>
                  <a:pt x="102354" y="43872"/>
                </a:lnTo>
                <a:lnTo>
                  <a:pt x="102682" y="44084"/>
                </a:lnTo>
                <a:lnTo>
                  <a:pt x="102999" y="44309"/>
                </a:lnTo>
                <a:lnTo>
                  <a:pt x="103306" y="44546"/>
                </a:lnTo>
                <a:lnTo>
                  <a:pt x="103602" y="44795"/>
                </a:lnTo>
                <a:lnTo>
                  <a:pt x="103887" y="45057"/>
                </a:lnTo>
                <a:lnTo>
                  <a:pt x="104161" y="45330"/>
                </a:lnTo>
                <a:lnTo>
                  <a:pt x="104424" y="45616"/>
                </a:lnTo>
                <a:lnTo>
                  <a:pt x="104677" y="45913"/>
                </a:lnTo>
                <a:lnTo>
                  <a:pt x="104919" y="46220"/>
                </a:lnTo>
                <a:lnTo>
                  <a:pt x="105151" y="46538"/>
                </a:lnTo>
                <a:lnTo>
                  <a:pt x="105371" y="46867"/>
                </a:lnTo>
                <a:lnTo>
                  <a:pt x="105581" y="47206"/>
                </a:lnTo>
                <a:lnTo>
                  <a:pt x="105780" y="47556"/>
                </a:lnTo>
                <a:lnTo>
                  <a:pt x="105969" y="47916"/>
                </a:lnTo>
                <a:lnTo>
                  <a:pt x="106146" y="48287"/>
                </a:lnTo>
                <a:lnTo>
                  <a:pt x="106313" y="48668"/>
                </a:lnTo>
                <a:lnTo>
                  <a:pt x="106469" y="49060"/>
                </a:lnTo>
                <a:lnTo>
                  <a:pt x="106614" y="49463"/>
                </a:lnTo>
                <a:lnTo>
                  <a:pt x="106749" y="49876"/>
                </a:lnTo>
                <a:lnTo>
                  <a:pt x="106873" y="50299"/>
                </a:lnTo>
                <a:lnTo>
                  <a:pt x="106986" y="50734"/>
                </a:lnTo>
                <a:lnTo>
                  <a:pt x="107088" y="51178"/>
                </a:lnTo>
                <a:lnTo>
                  <a:pt x="107179" y="51634"/>
                </a:lnTo>
                <a:lnTo>
                  <a:pt x="107260" y="52099"/>
                </a:lnTo>
                <a:lnTo>
                  <a:pt x="107330" y="52576"/>
                </a:lnTo>
                <a:lnTo>
                  <a:pt x="107389" y="53063"/>
                </a:lnTo>
                <a:lnTo>
                  <a:pt x="107438" y="53560"/>
                </a:lnTo>
                <a:lnTo>
                  <a:pt x="107475" y="54068"/>
                </a:lnTo>
                <a:lnTo>
                  <a:pt x="107502" y="54587"/>
                </a:lnTo>
                <a:lnTo>
                  <a:pt x="107518" y="55116"/>
                </a:lnTo>
                <a:lnTo>
                  <a:pt x="107524" y="55656"/>
                </a:lnTo>
                <a:lnTo>
                  <a:pt x="107524" y="57961"/>
                </a:lnTo>
                <a:lnTo>
                  <a:pt x="82507" y="58181"/>
                </a:lnTo>
                <a:lnTo>
                  <a:pt x="82507" y="55771"/>
                </a:lnTo>
                <a:lnTo>
                  <a:pt x="82513" y="55232"/>
                </a:lnTo>
                <a:close/>
                <a:moveTo>
                  <a:pt x="236117" y="96258"/>
                </a:moveTo>
                <a:lnTo>
                  <a:pt x="236911" y="96182"/>
                </a:lnTo>
                <a:lnTo>
                  <a:pt x="237695" y="96088"/>
                </a:lnTo>
                <a:lnTo>
                  <a:pt x="238468" y="95978"/>
                </a:lnTo>
                <a:lnTo>
                  <a:pt x="239230" y="95851"/>
                </a:lnTo>
                <a:lnTo>
                  <a:pt x="239982" y="95707"/>
                </a:lnTo>
                <a:lnTo>
                  <a:pt x="240723" y="95547"/>
                </a:lnTo>
                <a:lnTo>
                  <a:pt x="241454" y="95369"/>
                </a:lnTo>
                <a:lnTo>
                  <a:pt x="242174" y="95174"/>
                </a:lnTo>
                <a:lnTo>
                  <a:pt x="242884" y="94962"/>
                </a:lnTo>
                <a:lnTo>
                  <a:pt x="243583" y="94734"/>
                </a:lnTo>
                <a:lnTo>
                  <a:pt x="244271" y="94488"/>
                </a:lnTo>
                <a:lnTo>
                  <a:pt x="244949" y="94226"/>
                </a:lnTo>
                <a:lnTo>
                  <a:pt x="245616" y="93946"/>
                </a:lnTo>
                <a:lnTo>
                  <a:pt x="246273" y="93650"/>
                </a:lnTo>
                <a:lnTo>
                  <a:pt x="246919" y="93337"/>
                </a:lnTo>
                <a:lnTo>
                  <a:pt x="247555" y="93007"/>
                </a:lnTo>
                <a:lnTo>
                  <a:pt x="248180" y="92660"/>
                </a:lnTo>
                <a:lnTo>
                  <a:pt x="248794" y="92296"/>
                </a:lnTo>
                <a:lnTo>
                  <a:pt x="249398" y="91915"/>
                </a:lnTo>
                <a:lnTo>
                  <a:pt x="249992" y="91517"/>
                </a:lnTo>
                <a:lnTo>
                  <a:pt x="250570" y="91105"/>
                </a:lnTo>
                <a:lnTo>
                  <a:pt x="251130" y="90681"/>
                </a:lnTo>
                <a:lnTo>
                  <a:pt x="251671" y="90246"/>
                </a:lnTo>
                <a:lnTo>
                  <a:pt x="252192" y="89800"/>
                </a:lnTo>
                <a:lnTo>
                  <a:pt x="252695" y="89343"/>
                </a:lnTo>
                <a:lnTo>
                  <a:pt x="253179" y="88874"/>
                </a:lnTo>
                <a:lnTo>
                  <a:pt x="253644" y="88394"/>
                </a:lnTo>
                <a:lnTo>
                  <a:pt x="254091" y="87902"/>
                </a:lnTo>
                <a:lnTo>
                  <a:pt x="254518" y="87399"/>
                </a:lnTo>
                <a:lnTo>
                  <a:pt x="254926" y="86885"/>
                </a:lnTo>
                <a:lnTo>
                  <a:pt x="255315" y="86359"/>
                </a:lnTo>
                <a:lnTo>
                  <a:pt x="255686" y="85822"/>
                </a:lnTo>
                <a:lnTo>
                  <a:pt x="256037" y="85274"/>
                </a:lnTo>
                <a:lnTo>
                  <a:pt x="256370" y="84714"/>
                </a:lnTo>
                <a:lnTo>
                  <a:pt x="256684" y="84143"/>
                </a:lnTo>
                <a:lnTo>
                  <a:pt x="256979" y="83561"/>
                </a:lnTo>
                <a:lnTo>
                  <a:pt x="257254" y="82967"/>
                </a:lnTo>
                <a:lnTo>
                  <a:pt x="257511" y="82362"/>
                </a:lnTo>
                <a:lnTo>
                  <a:pt x="257749" y="81745"/>
                </a:lnTo>
                <a:lnTo>
                  <a:pt x="257968" y="81118"/>
                </a:lnTo>
                <a:lnTo>
                  <a:pt x="258169" y="80478"/>
                </a:lnTo>
                <a:lnTo>
                  <a:pt x="258350" y="79828"/>
                </a:lnTo>
                <a:lnTo>
                  <a:pt x="258512" y="79166"/>
                </a:lnTo>
                <a:lnTo>
                  <a:pt x="258656" y="78493"/>
                </a:lnTo>
                <a:lnTo>
                  <a:pt x="244541" y="78493"/>
                </a:lnTo>
                <a:lnTo>
                  <a:pt x="244470" y="78758"/>
                </a:lnTo>
                <a:lnTo>
                  <a:pt x="244392" y="79017"/>
                </a:lnTo>
                <a:lnTo>
                  <a:pt x="244306" y="79272"/>
                </a:lnTo>
                <a:lnTo>
                  <a:pt x="244212" y="79521"/>
                </a:lnTo>
                <a:lnTo>
                  <a:pt x="244111" y="79764"/>
                </a:lnTo>
                <a:lnTo>
                  <a:pt x="244003" y="80002"/>
                </a:lnTo>
                <a:lnTo>
                  <a:pt x="243886" y="80235"/>
                </a:lnTo>
                <a:lnTo>
                  <a:pt x="243763" y="80463"/>
                </a:lnTo>
                <a:lnTo>
                  <a:pt x="243631" y="80685"/>
                </a:lnTo>
                <a:lnTo>
                  <a:pt x="243492" y="80901"/>
                </a:lnTo>
                <a:lnTo>
                  <a:pt x="243346" y="81112"/>
                </a:lnTo>
                <a:lnTo>
                  <a:pt x="243192" y="81318"/>
                </a:lnTo>
                <a:lnTo>
                  <a:pt x="243030" y="81519"/>
                </a:lnTo>
                <a:lnTo>
                  <a:pt x="242861" y="81714"/>
                </a:lnTo>
                <a:lnTo>
                  <a:pt x="242685" y="81904"/>
                </a:lnTo>
                <a:lnTo>
                  <a:pt x="242500" y="82088"/>
                </a:lnTo>
                <a:lnTo>
                  <a:pt x="242308" y="82267"/>
                </a:lnTo>
                <a:lnTo>
                  <a:pt x="242109" y="82441"/>
                </a:lnTo>
                <a:lnTo>
                  <a:pt x="241902" y="82609"/>
                </a:lnTo>
                <a:lnTo>
                  <a:pt x="241687" y="82772"/>
                </a:lnTo>
                <a:lnTo>
                  <a:pt x="241465" y="82929"/>
                </a:lnTo>
                <a:lnTo>
                  <a:pt x="241235" y="83081"/>
                </a:lnTo>
                <a:lnTo>
                  <a:pt x="240998" y="83228"/>
                </a:lnTo>
                <a:lnTo>
                  <a:pt x="240753" y="83369"/>
                </a:lnTo>
                <a:lnTo>
                  <a:pt x="240501" y="83505"/>
                </a:lnTo>
                <a:lnTo>
                  <a:pt x="240243" y="83635"/>
                </a:lnTo>
                <a:lnTo>
                  <a:pt x="239979" y="83759"/>
                </a:lnTo>
                <a:lnTo>
                  <a:pt x="239708" y="83877"/>
                </a:lnTo>
                <a:lnTo>
                  <a:pt x="239430" y="83990"/>
                </a:lnTo>
                <a:lnTo>
                  <a:pt x="239147" y="84097"/>
                </a:lnTo>
                <a:lnTo>
                  <a:pt x="238857" y="84198"/>
                </a:lnTo>
                <a:lnTo>
                  <a:pt x="238560" y="84293"/>
                </a:lnTo>
                <a:lnTo>
                  <a:pt x="238257" y="84383"/>
                </a:lnTo>
                <a:lnTo>
                  <a:pt x="237948" y="84467"/>
                </a:lnTo>
                <a:lnTo>
                  <a:pt x="237633" y="84545"/>
                </a:lnTo>
                <a:lnTo>
                  <a:pt x="237311" y="84617"/>
                </a:lnTo>
                <a:lnTo>
                  <a:pt x="236982" y="84683"/>
                </a:lnTo>
                <a:lnTo>
                  <a:pt x="236648" y="84744"/>
                </a:lnTo>
                <a:lnTo>
                  <a:pt x="236307" y="84799"/>
                </a:lnTo>
                <a:lnTo>
                  <a:pt x="235959" y="84848"/>
                </a:lnTo>
                <a:lnTo>
                  <a:pt x="235606" y="84891"/>
                </a:lnTo>
                <a:lnTo>
                  <a:pt x="235245" y="84929"/>
                </a:lnTo>
                <a:lnTo>
                  <a:pt x="234879" y="84960"/>
                </a:lnTo>
                <a:lnTo>
                  <a:pt x="234506" y="84986"/>
                </a:lnTo>
                <a:lnTo>
                  <a:pt x="234127" y="85007"/>
                </a:lnTo>
                <a:lnTo>
                  <a:pt x="233741" y="85021"/>
                </a:lnTo>
                <a:lnTo>
                  <a:pt x="233349" y="85030"/>
                </a:lnTo>
                <a:lnTo>
                  <a:pt x="232951" y="85033"/>
                </a:lnTo>
                <a:lnTo>
                  <a:pt x="232430" y="85027"/>
                </a:lnTo>
                <a:lnTo>
                  <a:pt x="231920" y="85009"/>
                </a:lnTo>
                <a:lnTo>
                  <a:pt x="231421" y="84980"/>
                </a:lnTo>
                <a:lnTo>
                  <a:pt x="230933" y="84939"/>
                </a:lnTo>
                <a:lnTo>
                  <a:pt x="230455" y="84886"/>
                </a:lnTo>
                <a:lnTo>
                  <a:pt x="229988" y="84821"/>
                </a:lnTo>
                <a:lnTo>
                  <a:pt x="229532" y="84745"/>
                </a:lnTo>
                <a:lnTo>
                  <a:pt x="229087" y="84657"/>
                </a:lnTo>
                <a:lnTo>
                  <a:pt x="228652" y="84557"/>
                </a:lnTo>
                <a:lnTo>
                  <a:pt x="228229" y="84445"/>
                </a:lnTo>
                <a:lnTo>
                  <a:pt x="227815" y="84322"/>
                </a:lnTo>
                <a:lnTo>
                  <a:pt x="227413" y="84186"/>
                </a:lnTo>
                <a:lnTo>
                  <a:pt x="227022" y="84040"/>
                </a:lnTo>
                <a:lnTo>
                  <a:pt x="226641" y="83881"/>
                </a:lnTo>
                <a:lnTo>
                  <a:pt x="226271" y="83711"/>
                </a:lnTo>
                <a:lnTo>
                  <a:pt x="225912" y="83528"/>
                </a:lnTo>
                <a:lnTo>
                  <a:pt x="225563" y="83334"/>
                </a:lnTo>
                <a:lnTo>
                  <a:pt x="225226" y="83129"/>
                </a:lnTo>
                <a:lnTo>
                  <a:pt x="224899" y="82911"/>
                </a:lnTo>
                <a:lnTo>
                  <a:pt x="224582" y="82682"/>
                </a:lnTo>
                <a:lnTo>
                  <a:pt x="224277" y="82441"/>
                </a:lnTo>
                <a:lnTo>
                  <a:pt x="223982" y="82189"/>
                </a:lnTo>
                <a:lnTo>
                  <a:pt x="223698" y="81924"/>
                </a:lnTo>
                <a:lnTo>
                  <a:pt x="223425" y="81648"/>
                </a:lnTo>
                <a:lnTo>
                  <a:pt x="223163" y="81360"/>
                </a:lnTo>
                <a:lnTo>
                  <a:pt x="222912" y="81061"/>
                </a:lnTo>
                <a:lnTo>
                  <a:pt x="222672" y="80751"/>
                </a:lnTo>
                <a:lnTo>
                  <a:pt x="222443" y="80429"/>
                </a:lnTo>
                <a:lnTo>
                  <a:pt x="222226" y="80096"/>
                </a:lnTo>
                <a:lnTo>
                  <a:pt x="222020" y="79751"/>
                </a:lnTo>
                <a:lnTo>
                  <a:pt x="221824" y="79395"/>
                </a:lnTo>
                <a:lnTo>
                  <a:pt x="221640" y="79028"/>
                </a:lnTo>
                <a:lnTo>
                  <a:pt x="221467" y="78649"/>
                </a:lnTo>
                <a:lnTo>
                  <a:pt x="221306" y="78259"/>
                </a:lnTo>
                <a:lnTo>
                  <a:pt x="221155" y="77858"/>
                </a:lnTo>
                <a:lnTo>
                  <a:pt x="221015" y="77446"/>
                </a:lnTo>
                <a:lnTo>
                  <a:pt x="220887" y="77021"/>
                </a:lnTo>
                <a:lnTo>
                  <a:pt x="220770" y="76586"/>
                </a:lnTo>
                <a:lnTo>
                  <a:pt x="220664" y="76139"/>
                </a:lnTo>
                <a:lnTo>
                  <a:pt x="220569" y="75681"/>
                </a:lnTo>
                <a:lnTo>
                  <a:pt x="220485" y="75212"/>
                </a:lnTo>
                <a:lnTo>
                  <a:pt x="220413" y="74731"/>
                </a:lnTo>
                <a:lnTo>
                  <a:pt x="220352" y="74239"/>
                </a:lnTo>
                <a:lnTo>
                  <a:pt x="220301" y="73735"/>
                </a:lnTo>
                <a:lnTo>
                  <a:pt x="220262" y="73220"/>
                </a:lnTo>
                <a:lnTo>
                  <a:pt x="220234" y="72694"/>
                </a:lnTo>
                <a:lnTo>
                  <a:pt x="220218" y="72157"/>
                </a:lnTo>
                <a:lnTo>
                  <a:pt x="220212" y="71608"/>
                </a:lnTo>
                <a:lnTo>
                  <a:pt x="220212" y="67132"/>
                </a:lnTo>
                <a:lnTo>
                  <a:pt x="259114" y="67132"/>
                </a:lnTo>
                <a:lnTo>
                  <a:pt x="259114" y="55771"/>
                </a:lnTo>
                <a:lnTo>
                  <a:pt x="259109" y="55153"/>
                </a:lnTo>
                <a:lnTo>
                  <a:pt x="259092" y="54541"/>
                </a:lnTo>
                <a:lnTo>
                  <a:pt x="259063" y="53936"/>
                </a:lnTo>
                <a:lnTo>
                  <a:pt x="259024" y="53338"/>
                </a:lnTo>
                <a:lnTo>
                  <a:pt x="258972" y="52746"/>
                </a:lnTo>
                <a:lnTo>
                  <a:pt x="258910" y="52160"/>
                </a:lnTo>
                <a:lnTo>
                  <a:pt x="258836" y="51581"/>
                </a:lnTo>
                <a:lnTo>
                  <a:pt x="258751" y="51009"/>
                </a:lnTo>
                <a:lnTo>
                  <a:pt x="258654" y="50443"/>
                </a:lnTo>
                <a:lnTo>
                  <a:pt x="258547" y="49884"/>
                </a:lnTo>
                <a:lnTo>
                  <a:pt x="258427" y="49332"/>
                </a:lnTo>
                <a:lnTo>
                  <a:pt x="258297" y="48786"/>
                </a:lnTo>
                <a:lnTo>
                  <a:pt x="258155" y="48246"/>
                </a:lnTo>
                <a:lnTo>
                  <a:pt x="258001" y="47714"/>
                </a:lnTo>
                <a:lnTo>
                  <a:pt x="257837" y="47187"/>
                </a:lnTo>
                <a:lnTo>
                  <a:pt x="257661" y="46668"/>
                </a:lnTo>
                <a:lnTo>
                  <a:pt x="257473" y="46155"/>
                </a:lnTo>
                <a:lnTo>
                  <a:pt x="257275" y="45648"/>
                </a:lnTo>
                <a:lnTo>
                  <a:pt x="257064" y="45148"/>
                </a:lnTo>
                <a:lnTo>
                  <a:pt x="256843" y="44655"/>
                </a:lnTo>
                <a:lnTo>
                  <a:pt x="256610" y="44168"/>
                </a:lnTo>
                <a:lnTo>
                  <a:pt x="256366" y="43688"/>
                </a:lnTo>
                <a:lnTo>
                  <a:pt x="256110" y="43214"/>
                </a:lnTo>
                <a:lnTo>
                  <a:pt x="255844" y="42747"/>
                </a:lnTo>
                <a:lnTo>
                  <a:pt x="255566" y="42288"/>
                </a:lnTo>
                <a:lnTo>
                  <a:pt x="255280" y="41837"/>
                </a:lnTo>
                <a:lnTo>
                  <a:pt x="254985" y="41394"/>
                </a:lnTo>
                <a:lnTo>
                  <a:pt x="254680" y="40961"/>
                </a:lnTo>
                <a:lnTo>
                  <a:pt x="254367" y="40535"/>
                </a:lnTo>
                <a:lnTo>
                  <a:pt x="254044" y="40119"/>
                </a:lnTo>
                <a:lnTo>
                  <a:pt x="253712" y="39710"/>
                </a:lnTo>
                <a:lnTo>
                  <a:pt x="253370" y="39311"/>
                </a:lnTo>
                <a:lnTo>
                  <a:pt x="253020" y="38920"/>
                </a:lnTo>
                <a:lnTo>
                  <a:pt x="252660" y="38537"/>
                </a:lnTo>
                <a:lnTo>
                  <a:pt x="252292" y="38164"/>
                </a:lnTo>
                <a:lnTo>
                  <a:pt x="251914" y="37798"/>
                </a:lnTo>
                <a:lnTo>
                  <a:pt x="251527" y="37442"/>
                </a:lnTo>
                <a:lnTo>
                  <a:pt x="251130" y="37093"/>
                </a:lnTo>
                <a:lnTo>
                  <a:pt x="250725" y="36754"/>
                </a:lnTo>
                <a:lnTo>
                  <a:pt x="250310" y="36423"/>
                </a:lnTo>
                <a:lnTo>
                  <a:pt x="249886" y="36100"/>
                </a:lnTo>
                <a:lnTo>
                  <a:pt x="249454" y="35787"/>
                </a:lnTo>
                <a:lnTo>
                  <a:pt x="249011" y="35481"/>
                </a:lnTo>
                <a:lnTo>
                  <a:pt x="248560" y="35185"/>
                </a:lnTo>
                <a:lnTo>
                  <a:pt x="248100" y="34896"/>
                </a:lnTo>
                <a:lnTo>
                  <a:pt x="247630" y="34617"/>
                </a:lnTo>
                <a:lnTo>
                  <a:pt x="247151" y="34346"/>
                </a:lnTo>
                <a:lnTo>
                  <a:pt x="246663" y="34083"/>
                </a:lnTo>
                <a:lnTo>
                  <a:pt x="246167" y="33831"/>
                </a:lnTo>
                <a:lnTo>
                  <a:pt x="245664" y="33588"/>
                </a:lnTo>
                <a:lnTo>
                  <a:pt x="245154" y="33357"/>
                </a:lnTo>
                <a:lnTo>
                  <a:pt x="244637" y="33136"/>
                </a:lnTo>
                <a:lnTo>
                  <a:pt x="244113" y="32927"/>
                </a:lnTo>
                <a:lnTo>
                  <a:pt x="243583" y="32728"/>
                </a:lnTo>
                <a:lnTo>
                  <a:pt x="243045" y="32539"/>
                </a:lnTo>
                <a:lnTo>
                  <a:pt x="242500" y="32362"/>
                </a:lnTo>
                <a:lnTo>
                  <a:pt x="241948" y="32195"/>
                </a:lnTo>
                <a:lnTo>
                  <a:pt x="241390" y="32039"/>
                </a:lnTo>
                <a:lnTo>
                  <a:pt x="240824" y="31894"/>
                </a:lnTo>
                <a:lnTo>
                  <a:pt x="240251" y="31759"/>
                </a:lnTo>
                <a:lnTo>
                  <a:pt x="239672" y="31635"/>
                </a:lnTo>
                <a:lnTo>
                  <a:pt x="239085" y="31522"/>
                </a:lnTo>
                <a:lnTo>
                  <a:pt x="238491" y="31420"/>
                </a:lnTo>
                <a:lnTo>
                  <a:pt x="237891" y="31329"/>
                </a:lnTo>
                <a:lnTo>
                  <a:pt x="237283" y="31248"/>
                </a:lnTo>
                <a:lnTo>
                  <a:pt x="236669" y="31178"/>
                </a:lnTo>
                <a:lnTo>
                  <a:pt x="236047" y="31119"/>
                </a:lnTo>
                <a:lnTo>
                  <a:pt x="235419" y="31070"/>
                </a:lnTo>
                <a:lnTo>
                  <a:pt x="234783" y="31033"/>
                </a:lnTo>
                <a:lnTo>
                  <a:pt x="234141" y="31006"/>
                </a:lnTo>
                <a:lnTo>
                  <a:pt x="233492" y="30990"/>
                </a:lnTo>
                <a:lnTo>
                  <a:pt x="232835" y="30984"/>
                </a:lnTo>
                <a:lnTo>
                  <a:pt x="232169" y="30990"/>
                </a:lnTo>
                <a:lnTo>
                  <a:pt x="231511" y="31006"/>
                </a:lnTo>
                <a:lnTo>
                  <a:pt x="230859" y="31033"/>
                </a:lnTo>
                <a:lnTo>
                  <a:pt x="230215" y="31070"/>
                </a:lnTo>
                <a:lnTo>
                  <a:pt x="229578" y="31119"/>
                </a:lnTo>
                <a:lnTo>
                  <a:pt x="228948" y="31178"/>
                </a:lnTo>
                <a:lnTo>
                  <a:pt x="228326" y="31248"/>
                </a:lnTo>
                <a:lnTo>
                  <a:pt x="227710" y="31329"/>
                </a:lnTo>
                <a:lnTo>
                  <a:pt x="227102" y="31420"/>
                </a:lnTo>
                <a:lnTo>
                  <a:pt x="226500" y="31522"/>
                </a:lnTo>
                <a:lnTo>
                  <a:pt x="225906" y="31635"/>
                </a:lnTo>
                <a:lnTo>
                  <a:pt x="225319" y="31759"/>
                </a:lnTo>
                <a:lnTo>
                  <a:pt x="224740" y="31894"/>
                </a:lnTo>
                <a:lnTo>
                  <a:pt x="224167" y="32039"/>
                </a:lnTo>
                <a:lnTo>
                  <a:pt x="223602" y="32195"/>
                </a:lnTo>
                <a:lnTo>
                  <a:pt x="223044" y="32362"/>
                </a:lnTo>
                <a:lnTo>
                  <a:pt x="222492" y="32539"/>
                </a:lnTo>
                <a:lnTo>
                  <a:pt x="221949" y="32728"/>
                </a:lnTo>
                <a:lnTo>
                  <a:pt x="221412" y="32927"/>
                </a:lnTo>
                <a:lnTo>
                  <a:pt x="220882" y="33136"/>
                </a:lnTo>
                <a:lnTo>
                  <a:pt x="220360" y="33357"/>
                </a:lnTo>
                <a:lnTo>
                  <a:pt x="219845" y="33588"/>
                </a:lnTo>
                <a:lnTo>
                  <a:pt x="219337" y="33831"/>
                </a:lnTo>
                <a:lnTo>
                  <a:pt x="218836" y="34083"/>
                </a:lnTo>
                <a:lnTo>
                  <a:pt x="218343" y="34346"/>
                </a:lnTo>
                <a:lnTo>
                  <a:pt x="217860" y="34617"/>
                </a:lnTo>
                <a:lnTo>
                  <a:pt x="217386" y="34896"/>
                </a:lnTo>
                <a:lnTo>
                  <a:pt x="216922" y="35185"/>
                </a:lnTo>
                <a:lnTo>
                  <a:pt x="216466" y="35481"/>
                </a:lnTo>
                <a:lnTo>
                  <a:pt x="216021" y="35787"/>
                </a:lnTo>
                <a:lnTo>
                  <a:pt x="215584" y="36100"/>
                </a:lnTo>
                <a:lnTo>
                  <a:pt x="215157" y="36423"/>
                </a:lnTo>
                <a:lnTo>
                  <a:pt x="214739" y="36754"/>
                </a:lnTo>
                <a:lnTo>
                  <a:pt x="214331" y="37093"/>
                </a:lnTo>
                <a:lnTo>
                  <a:pt x="213932" y="37442"/>
                </a:lnTo>
                <a:lnTo>
                  <a:pt x="213543" y="37798"/>
                </a:lnTo>
                <a:lnTo>
                  <a:pt x="213162" y="38164"/>
                </a:lnTo>
                <a:lnTo>
                  <a:pt x="212791" y="38537"/>
                </a:lnTo>
                <a:lnTo>
                  <a:pt x="212430" y="38920"/>
                </a:lnTo>
                <a:lnTo>
                  <a:pt x="212078" y="39311"/>
                </a:lnTo>
                <a:lnTo>
                  <a:pt x="211735" y="39710"/>
                </a:lnTo>
                <a:lnTo>
                  <a:pt x="211401" y="40119"/>
                </a:lnTo>
                <a:lnTo>
                  <a:pt x="211077" y="40535"/>
                </a:lnTo>
                <a:lnTo>
                  <a:pt x="210763" y="40961"/>
                </a:lnTo>
                <a:lnTo>
                  <a:pt x="210457" y="41394"/>
                </a:lnTo>
                <a:lnTo>
                  <a:pt x="210161" y="41837"/>
                </a:lnTo>
                <a:lnTo>
                  <a:pt x="209875" y="42288"/>
                </a:lnTo>
                <a:lnTo>
                  <a:pt x="209598" y="42747"/>
                </a:lnTo>
                <a:lnTo>
                  <a:pt x="209331" y="43214"/>
                </a:lnTo>
                <a:lnTo>
                  <a:pt x="209075" y="43688"/>
                </a:lnTo>
                <a:lnTo>
                  <a:pt x="208831" y="44168"/>
                </a:lnTo>
                <a:lnTo>
                  <a:pt x="208599" y="44655"/>
                </a:lnTo>
                <a:lnTo>
                  <a:pt x="208377" y="45148"/>
                </a:lnTo>
                <a:lnTo>
                  <a:pt x="208167" y="45648"/>
                </a:lnTo>
                <a:lnTo>
                  <a:pt x="207969" y="46155"/>
                </a:lnTo>
                <a:lnTo>
                  <a:pt x="207781" y="46668"/>
                </a:lnTo>
                <a:lnTo>
                  <a:pt x="207605" y="47187"/>
                </a:lnTo>
                <a:lnTo>
                  <a:pt x="207441" y="47714"/>
                </a:lnTo>
                <a:lnTo>
                  <a:pt x="207288" y="48246"/>
                </a:lnTo>
                <a:lnTo>
                  <a:pt x="207146" y="48786"/>
                </a:lnTo>
                <a:lnTo>
                  <a:pt x="207015" y="49332"/>
                </a:lnTo>
                <a:lnTo>
                  <a:pt x="206896" y="49884"/>
                </a:lnTo>
                <a:lnTo>
                  <a:pt x="206788" y="50443"/>
                </a:lnTo>
                <a:lnTo>
                  <a:pt x="206692" y="51009"/>
                </a:lnTo>
                <a:lnTo>
                  <a:pt x="206606" y="51581"/>
                </a:lnTo>
                <a:lnTo>
                  <a:pt x="206533" y="52160"/>
                </a:lnTo>
                <a:lnTo>
                  <a:pt x="206470" y="52746"/>
                </a:lnTo>
                <a:lnTo>
                  <a:pt x="206419" y="53338"/>
                </a:lnTo>
                <a:lnTo>
                  <a:pt x="206379" y="53936"/>
                </a:lnTo>
                <a:lnTo>
                  <a:pt x="206351" y="54541"/>
                </a:lnTo>
                <a:lnTo>
                  <a:pt x="206334" y="55153"/>
                </a:lnTo>
                <a:lnTo>
                  <a:pt x="206328" y="55771"/>
                </a:lnTo>
                <a:lnTo>
                  <a:pt x="206328" y="71608"/>
                </a:lnTo>
                <a:lnTo>
                  <a:pt x="206334" y="72226"/>
                </a:lnTo>
                <a:lnTo>
                  <a:pt x="206351" y="72837"/>
                </a:lnTo>
                <a:lnTo>
                  <a:pt x="206379" y="73442"/>
                </a:lnTo>
                <a:lnTo>
                  <a:pt x="206419" y="74041"/>
                </a:lnTo>
                <a:lnTo>
                  <a:pt x="206470" y="74633"/>
                </a:lnTo>
                <a:lnTo>
                  <a:pt x="206533" y="75218"/>
                </a:lnTo>
                <a:lnTo>
                  <a:pt x="206606" y="75797"/>
                </a:lnTo>
                <a:lnTo>
                  <a:pt x="206692" y="76369"/>
                </a:lnTo>
                <a:lnTo>
                  <a:pt x="206788" y="76935"/>
                </a:lnTo>
                <a:lnTo>
                  <a:pt x="206896" y="77494"/>
                </a:lnTo>
                <a:lnTo>
                  <a:pt x="207015" y="78046"/>
                </a:lnTo>
                <a:lnTo>
                  <a:pt x="207146" y="78592"/>
                </a:lnTo>
                <a:lnTo>
                  <a:pt x="207288" y="79132"/>
                </a:lnTo>
                <a:lnTo>
                  <a:pt x="207441" y="79665"/>
                </a:lnTo>
                <a:lnTo>
                  <a:pt x="207605" y="80191"/>
                </a:lnTo>
                <a:lnTo>
                  <a:pt x="207781" y="80711"/>
                </a:lnTo>
                <a:lnTo>
                  <a:pt x="207969" y="81224"/>
                </a:lnTo>
                <a:lnTo>
                  <a:pt x="208167" y="81730"/>
                </a:lnTo>
                <a:lnTo>
                  <a:pt x="208377" y="82230"/>
                </a:lnTo>
                <a:lnTo>
                  <a:pt x="208599" y="82724"/>
                </a:lnTo>
                <a:lnTo>
                  <a:pt x="208831" y="83211"/>
                </a:lnTo>
                <a:lnTo>
                  <a:pt x="209075" y="83691"/>
                </a:lnTo>
                <a:lnTo>
                  <a:pt x="209331" y="84165"/>
                </a:lnTo>
                <a:lnTo>
                  <a:pt x="209598" y="84632"/>
                </a:lnTo>
                <a:lnTo>
                  <a:pt x="209875" y="85091"/>
                </a:lnTo>
                <a:lnTo>
                  <a:pt x="210161" y="85542"/>
                </a:lnTo>
                <a:lnTo>
                  <a:pt x="210457" y="85984"/>
                </a:lnTo>
                <a:lnTo>
                  <a:pt x="210763" y="86418"/>
                </a:lnTo>
                <a:lnTo>
                  <a:pt x="211077" y="86843"/>
                </a:lnTo>
                <a:lnTo>
                  <a:pt x="211401" y="87260"/>
                </a:lnTo>
                <a:lnTo>
                  <a:pt x="211735" y="87668"/>
                </a:lnTo>
                <a:lnTo>
                  <a:pt x="212078" y="88068"/>
                </a:lnTo>
                <a:lnTo>
                  <a:pt x="212430" y="88459"/>
                </a:lnTo>
                <a:lnTo>
                  <a:pt x="212791" y="88841"/>
                </a:lnTo>
                <a:lnTo>
                  <a:pt x="213162" y="89215"/>
                </a:lnTo>
                <a:lnTo>
                  <a:pt x="213543" y="89580"/>
                </a:lnTo>
                <a:lnTo>
                  <a:pt x="213932" y="89937"/>
                </a:lnTo>
                <a:lnTo>
                  <a:pt x="214331" y="90285"/>
                </a:lnTo>
                <a:lnTo>
                  <a:pt x="214739" y="90625"/>
                </a:lnTo>
                <a:lnTo>
                  <a:pt x="215157" y="90956"/>
                </a:lnTo>
                <a:lnTo>
                  <a:pt x="215584" y="91278"/>
                </a:lnTo>
                <a:lnTo>
                  <a:pt x="216021" y="91592"/>
                </a:lnTo>
                <a:lnTo>
                  <a:pt x="216466" y="91897"/>
                </a:lnTo>
                <a:lnTo>
                  <a:pt x="216922" y="92194"/>
                </a:lnTo>
                <a:lnTo>
                  <a:pt x="217386" y="92482"/>
                </a:lnTo>
                <a:lnTo>
                  <a:pt x="217860" y="92762"/>
                </a:lnTo>
                <a:lnTo>
                  <a:pt x="218343" y="93033"/>
                </a:lnTo>
                <a:lnTo>
                  <a:pt x="218836" y="93296"/>
                </a:lnTo>
                <a:lnTo>
                  <a:pt x="219337" y="93548"/>
                </a:lnTo>
                <a:lnTo>
                  <a:pt x="219845" y="93790"/>
                </a:lnTo>
                <a:lnTo>
                  <a:pt x="220360" y="94022"/>
                </a:lnTo>
                <a:lnTo>
                  <a:pt x="220882" y="94242"/>
                </a:lnTo>
                <a:lnTo>
                  <a:pt x="221412" y="94452"/>
                </a:lnTo>
                <a:lnTo>
                  <a:pt x="221949" y="94651"/>
                </a:lnTo>
                <a:lnTo>
                  <a:pt x="222492" y="94839"/>
                </a:lnTo>
                <a:lnTo>
                  <a:pt x="223044" y="95017"/>
                </a:lnTo>
                <a:lnTo>
                  <a:pt x="223602" y="95183"/>
                </a:lnTo>
                <a:lnTo>
                  <a:pt x="224167" y="95339"/>
                </a:lnTo>
                <a:lnTo>
                  <a:pt x="224740" y="95484"/>
                </a:lnTo>
                <a:lnTo>
                  <a:pt x="225319" y="95619"/>
                </a:lnTo>
                <a:lnTo>
                  <a:pt x="225906" y="95743"/>
                </a:lnTo>
                <a:lnTo>
                  <a:pt x="226500" y="95855"/>
                </a:lnTo>
                <a:lnTo>
                  <a:pt x="227102" y="95958"/>
                </a:lnTo>
                <a:lnTo>
                  <a:pt x="227710" y="96049"/>
                </a:lnTo>
                <a:lnTo>
                  <a:pt x="228326" y="96130"/>
                </a:lnTo>
                <a:lnTo>
                  <a:pt x="228948" y="96200"/>
                </a:lnTo>
                <a:lnTo>
                  <a:pt x="229578" y="96259"/>
                </a:lnTo>
                <a:lnTo>
                  <a:pt x="230215" y="96307"/>
                </a:lnTo>
                <a:lnTo>
                  <a:pt x="230859" y="96345"/>
                </a:lnTo>
                <a:lnTo>
                  <a:pt x="231511" y="96372"/>
                </a:lnTo>
                <a:lnTo>
                  <a:pt x="232169" y="96388"/>
                </a:lnTo>
                <a:lnTo>
                  <a:pt x="232835" y="96393"/>
                </a:lnTo>
                <a:lnTo>
                  <a:pt x="233672" y="96385"/>
                </a:lnTo>
                <a:lnTo>
                  <a:pt x="234497" y="96359"/>
                </a:lnTo>
                <a:lnTo>
                  <a:pt x="235313" y="96317"/>
                </a:lnTo>
                <a:lnTo>
                  <a:pt x="236117" y="96258"/>
                </a:lnTo>
                <a:close/>
                <a:moveTo>
                  <a:pt x="220212" y="55771"/>
                </a:moveTo>
                <a:lnTo>
                  <a:pt x="220218" y="55232"/>
                </a:lnTo>
                <a:lnTo>
                  <a:pt x="220234" y="54702"/>
                </a:lnTo>
                <a:lnTo>
                  <a:pt x="220262" y="54183"/>
                </a:lnTo>
                <a:lnTo>
                  <a:pt x="220301" y="53674"/>
                </a:lnTo>
                <a:lnTo>
                  <a:pt x="220352" y="53175"/>
                </a:lnTo>
                <a:lnTo>
                  <a:pt x="220413" y="52687"/>
                </a:lnTo>
                <a:lnTo>
                  <a:pt x="220485" y="52209"/>
                </a:lnTo>
                <a:lnTo>
                  <a:pt x="220569" y="51742"/>
                </a:lnTo>
                <a:lnTo>
                  <a:pt x="220664" y="51285"/>
                </a:lnTo>
                <a:lnTo>
                  <a:pt x="220770" y="50838"/>
                </a:lnTo>
                <a:lnTo>
                  <a:pt x="220887" y="50402"/>
                </a:lnTo>
                <a:lnTo>
                  <a:pt x="221015" y="49976"/>
                </a:lnTo>
                <a:lnTo>
                  <a:pt x="221155" y="49561"/>
                </a:lnTo>
                <a:lnTo>
                  <a:pt x="221306" y="49155"/>
                </a:lnTo>
                <a:lnTo>
                  <a:pt x="221467" y="48760"/>
                </a:lnTo>
                <a:lnTo>
                  <a:pt x="221640" y="48376"/>
                </a:lnTo>
                <a:lnTo>
                  <a:pt x="221824" y="48002"/>
                </a:lnTo>
                <a:lnTo>
                  <a:pt x="222020" y="47638"/>
                </a:lnTo>
                <a:lnTo>
                  <a:pt x="222226" y="47285"/>
                </a:lnTo>
                <a:lnTo>
                  <a:pt x="222443" y="46942"/>
                </a:lnTo>
                <a:lnTo>
                  <a:pt x="222672" y="46609"/>
                </a:lnTo>
                <a:lnTo>
                  <a:pt x="222912" y="46287"/>
                </a:lnTo>
                <a:lnTo>
                  <a:pt x="223163" y="45975"/>
                </a:lnTo>
                <a:lnTo>
                  <a:pt x="223425" y="45673"/>
                </a:lnTo>
                <a:lnTo>
                  <a:pt x="223698" y="45383"/>
                </a:lnTo>
                <a:lnTo>
                  <a:pt x="223981" y="45105"/>
                </a:lnTo>
                <a:lnTo>
                  <a:pt x="224275" y="44839"/>
                </a:lnTo>
                <a:lnTo>
                  <a:pt x="224579" y="44586"/>
                </a:lnTo>
                <a:lnTo>
                  <a:pt x="224894" y="44345"/>
                </a:lnTo>
                <a:lnTo>
                  <a:pt x="225218" y="44117"/>
                </a:lnTo>
                <a:lnTo>
                  <a:pt x="225553" y="43901"/>
                </a:lnTo>
                <a:lnTo>
                  <a:pt x="225899" y="43697"/>
                </a:lnTo>
                <a:lnTo>
                  <a:pt x="226255" y="43505"/>
                </a:lnTo>
                <a:lnTo>
                  <a:pt x="226621" y="43326"/>
                </a:lnTo>
                <a:lnTo>
                  <a:pt x="226997" y="43159"/>
                </a:lnTo>
                <a:lnTo>
                  <a:pt x="227384" y="43005"/>
                </a:lnTo>
                <a:lnTo>
                  <a:pt x="227782" y="42863"/>
                </a:lnTo>
                <a:lnTo>
                  <a:pt x="228189" y="42733"/>
                </a:lnTo>
                <a:lnTo>
                  <a:pt x="228607" y="42616"/>
                </a:lnTo>
                <a:lnTo>
                  <a:pt x="229036" y="42511"/>
                </a:lnTo>
                <a:lnTo>
                  <a:pt x="229474" y="42418"/>
                </a:lnTo>
                <a:lnTo>
                  <a:pt x="229923" y="42338"/>
                </a:lnTo>
                <a:lnTo>
                  <a:pt x="230383" y="42270"/>
                </a:lnTo>
                <a:lnTo>
                  <a:pt x="230852" y="42214"/>
                </a:lnTo>
                <a:lnTo>
                  <a:pt x="231333" y="42171"/>
                </a:lnTo>
                <a:lnTo>
                  <a:pt x="231823" y="42140"/>
                </a:lnTo>
                <a:lnTo>
                  <a:pt x="232324" y="42122"/>
                </a:lnTo>
                <a:lnTo>
                  <a:pt x="232835" y="42115"/>
                </a:lnTo>
                <a:lnTo>
                  <a:pt x="233346" y="42121"/>
                </a:lnTo>
                <a:lnTo>
                  <a:pt x="233846" y="42140"/>
                </a:lnTo>
                <a:lnTo>
                  <a:pt x="234336" y="42170"/>
                </a:lnTo>
                <a:lnTo>
                  <a:pt x="234815" y="42213"/>
                </a:lnTo>
                <a:lnTo>
                  <a:pt x="235283" y="42267"/>
                </a:lnTo>
                <a:lnTo>
                  <a:pt x="235740" y="42334"/>
                </a:lnTo>
                <a:lnTo>
                  <a:pt x="236186" y="42413"/>
                </a:lnTo>
                <a:lnTo>
                  <a:pt x="236622" y="42504"/>
                </a:lnTo>
                <a:lnTo>
                  <a:pt x="237047" y="42608"/>
                </a:lnTo>
                <a:lnTo>
                  <a:pt x="237461" y="42723"/>
                </a:lnTo>
                <a:lnTo>
                  <a:pt x="237865" y="42851"/>
                </a:lnTo>
                <a:lnTo>
                  <a:pt x="238257" y="42990"/>
                </a:lnTo>
                <a:lnTo>
                  <a:pt x="238639" y="43142"/>
                </a:lnTo>
                <a:lnTo>
                  <a:pt x="239010" y="43306"/>
                </a:lnTo>
                <a:lnTo>
                  <a:pt x="239371" y="43483"/>
                </a:lnTo>
                <a:lnTo>
                  <a:pt x="239720" y="43671"/>
                </a:lnTo>
                <a:lnTo>
                  <a:pt x="240059" y="43872"/>
                </a:lnTo>
                <a:lnTo>
                  <a:pt x="240387" y="44084"/>
                </a:lnTo>
                <a:lnTo>
                  <a:pt x="240704" y="44309"/>
                </a:lnTo>
                <a:lnTo>
                  <a:pt x="241011" y="44546"/>
                </a:lnTo>
                <a:lnTo>
                  <a:pt x="241307" y="44795"/>
                </a:lnTo>
                <a:lnTo>
                  <a:pt x="241592" y="45057"/>
                </a:lnTo>
                <a:lnTo>
                  <a:pt x="241866" y="45330"/>
                </a:lnTo>
                <a:lnTo>
                  <a:pt x="242130" y="45616"/>
                </a:lnTo>
                <a:lnTo>
                  <a:pt x="242382" y="45913"/>
                </a:lnTo>
                <a:lnTo>
                  <a:pt x="242625" y="46220"/>
                </a:lnTo>
                <a:lnTo>
                  <a:pt x="242856" y="46538"/>
                </a:lnTo>
                <a:lnTo>
                  <a:pt x="243077" y="46867"/>
                </a:lnTo>
                <a:lnTo>
                  <a:pt x="243286" y="47206"/>
                </a:lnTo>
                <a:lnTo>
                  <a:pt x="243486" y="47556"/>
                </a:lnTo>
                <a:lnTo>
                  <a:pt x="243674" y="47916"/>
                </a:lnTo>
                <a:lnTo>
                  <a:pt x="243851" y="48287"/>
                </a:lnTo>
                <a:lnTo>
                  <a:pt x="244018" y="48668"/>
                </a:lnTo>
                <a:lnTo>
                  <a:pt x="244174" y="49060"/>
                </a:lnTo>
                <a:lnTo>
                  <a:pt x="244320" y="49463"/>
                </a:lnTo>
                <a:lnTo>
                  <a:pt x="244454" y="49876"/>
                </a:lnTo>
                <a:lnTo>
                  <a:pt x="244578" y="50299"/>
                </a:lnTo>
                <a:lnTo>
                  <a:pt x="244691" y="50734"/>
                </a:lnTo>
                <a:lnTo>
                  <a:pt x="244793" y="51178"/>
                </a:lnTo>
                <a:lnTo>
                  <a:pt x="244884" y="51634"/>
                </a:lnTo>
                <a:lnTo>
                  <a:pt x="244965" y="52099"/>
                </a:lnTo>
                <a:lnTo>
                  <a:pt x="245035" y="52576"/>
                </a:lnTo>
                <a:lnTo>
                  <a:pt x="245094" y="53063"/>
                </a:lnTo>
                <a:lnTo>
                  <a:pt x="245143" y="53560"/>
                </a:lnTo>
                <a:lnTo>
                  <a:pt x="245180" y="54068"/>
                </a:lnTo>
                <a:lnTo>
                  <a:pt x="245207" y="54587"/>
                </a:lnTo>
                <a:lnTo>
                  <a:pt x="245223" y="55116"/>
                </a:lnTo>
                <a:lnTo>
                  <a:pt x="245229" y="55656"/>
                </a:lnTo>
                <a:lnTo>
                  <a:pt x="245229" y="57961"/>
                </a:lnTo>
                <a:lnTo>
                  <a:pt x="220212" y="58181"/>
                </a:lnTo>
                <a:lnTo>
                  <a:pt x="220212" y="55771"/>
                </a:lnTo>
                <a:close/>
                <a:moveTo>
                  <a:pt x="37520" y="95261"/>
                </a:moveTo>
                <a:lnTo>
                  <a:pt x="37507" y="95614"/>
                </a:lnTo>
                <a:lnTo>
                  <a:pt x="37487" y="95960"/>
                </a:lnTo>
                <a:lnTo>
                  <a:pt x="37457" y="96299"/>
                </a:lnTo>
                <a:lnTo>
                  <a:pt x="37420" y="96632"/>
                </a:lnTo>
                <a:lnTo>
                  <a:pt x="37373" y="96957"/>
                </a:lnTo>
                <a:lnTo>
                  <a:pt x="37319" y="97275"/>
                </a:lnTo>
                <a:lnTo>
                  <a:pt x="37256" y="97586"/>
                </a:lnTo>
                <a:lnTo>
                  <a:pt x="37185" y="97890"/>
                </a:lnTo>
                <a:lnTo>
                  <a:pt x="37106" y="98187"/>
                </a:lnTo>
                <a:lnTo>
                  <a:pt x="37018" y="98477"/>
                </a:lnTo>
                <a:lnTo>
                  <a:pt x="36921" y="98761"/>
                </a:lnTo>
                <a:lnTo>
                  <a:pt x="36817" y="99037"/>
                </a:lnTo>
                <a:lnTo>
                  <a:pt x="36704" y="99306"/>
                </a:lnTo>
                <a:lnTo>
                  <a:pt x="36582" y="99568"/>
                </a:lnTo>
                <a:lnTo>
                  <a:pt x="36453" y="99824"/>
                </a:lnTo>
                <a:lnTo>
                  <a:pt x="36314" y="100072"/>
                </a:lnTo>
                <a:lnTo>
                  <a:pt x="36168" y="100313"/>
                </a:lnTo>
                <a:lnTo>
                  <a:pt x="36013" y="100548"/>
                </a:lnTo>
                <a:lnTo>
                  <a:pt x="35850" y="100775"/>
                </a:lnTo>
                <a:lnTo>
                  <a:pt x="35678" y="100995"/>
                </a:lnTo>
                <a:lnTo>
                  <a:pt x="35498" y="101209"/>
                </a:lnTo>
                <a:lnTo>
                  <a:pt x="35310" y="101415"/>
                </a:lnTo>
                <a:lnTo>
                  <a:pt x="35113" y="101615"/>
                </a:lnTo>
                <a:lnTo>
                  <a:pt x="34908" y="101807"/>
                </a:lnTo>
                <a:lnTo>
                  <a:pt x="34695" y="101991"/>
                </a:lnTo>
                <a:lnTo>
                  <a:pt x="34473" y="102166"/>
                </a:lnTo>
                <a:lnTo>
                  <a:pt x="34243" y="102334"/>
                </a:lnTo>
                <a:lnTo>
                  <a:pt x="34005" y="102493"/>
                </a:lnTo>
                <a:lnTo>
                  <a:pt x="33758" y="102644"/>
                </a:lnTo>
                <a:lnTo>
                  <a:pt x="33503" y="102787"/>
                </a:lnTo>
                <a:lnTo>
                  <a:pt x="33239" y="102922"/>
                </a:lnTo>
                <a:lnTo>
                  <a:pt x="32967" y="103049"/>
                </a:lnTo>
                <a:lnTo>
                  <a:pt x="32687" y="103167"/>
                </a:lnTo>
                <a:lnTo>
                  <a:pt x="32398" y="103278"/>
                </a:lnTo>
                <a:lnTo>
                  <a:pt x="32101" y="103380"/>
                </a:lnTo>
                <a:lnTo>
                  <a:pt x="31796" y="103474"/>
                </a:lnTo>
                <a:lnTo>
                  <a:pt x="31482" y="103560"/>
                </a:lnTo>
                <a:lnTo>
                  <a:pt x="31160" y="103637"/>
                </a:lnTo>
                <a:lnTo>
                  <a:pt x="30830" y="103707"/>
                </a:lnTo>
                <a:lnTo>
                  <a:pt x="30491" y="103768"/>
                </a:lnTo>
                <a:lnTo>
                  <a:pt x="30144" y="103821"/>
                </a:lnTo>
                <a:lnTo>
                  <a:pt x="29788" y="103866"/>
                </a:lnTo>
                <a:lnTo>
                  <a:pt x="29424" y="103903"/>
                </a:lnTo>
                <a:lnTo>
                  <a:pt x="29052" y="103931"/>
                </a:lnTo>
                <a:lnTo>
                  <a:pt x="28671" y="103952"/>
                </a:lnTo>
                <a:lnTo>
                  <a:pt x="28282" y="103964"/>
                </a:lnTo>
                <a:lnTo>
                  <a:pt x="27885" y="103968"/>
                </a:lnTo>
                <a:lnTo>
                  <a:pt x="9179" y="103968"/>
                </a:lnTo>
                <a:lnTo>
                  <a:pt x="9179" y="115901"/>
                </a:lnTo>
                <a:lnTo>
                  <a:pt x="28114" y="115901"/>
                </a:lnTo>
                <a:lnTo>
                  <a:pt x="29024" y="115892"/>
                </a:lnTo>
                <a:lnTo>
                  <a:pt x="29918" y="115863"/>
                </a:lnTo>
                <a:lnTo>
                  <a:pt x="30795" y="115814"/>
                </a:lnTo>
                <a:lnTo>
                  <a:pt x="31655" y="115747"/>
                </a:lnTo>
                <a:lnTo>
                  <a:pt x="32500" y="115660"/>
                </a:lnTo>
                <a:lnTo>
                  <a:pt x="33328" y="115553"/>
                </a:lnTo>
                <a:lnTo>
                  <a:pt x="34140" y="115428"/>
                </a:lnTo>
                <a:lnTo>
                  <a:pt x="34935" y="115283"/>
                </a:lnTo>
                <a:lnTo>
                  <a:pt x="35714" y="115118"/>
                </a:lnTo>
                <a:lnTo>
                  <a:pt x="36477" y="114935"/>
                </a:lnTo>
                <a:lnTo>
                  <a:pt x="37224" y="114732"/>
                </a:lnTo>
                <a:lnTo>
                  <a:pt x="37954" y="114510"/>
                </a:lnTo>
                <a:lnTo>
                  <a:pt x="38667" y="114268"/>
                </a:lnTo>
                <a:lnTo>
                  <a:pt x="39365" y="114007"/>
                </a:lnTo>
                <a:lnTo>
                  <a:pt x="40046" y="113727"/>
                </a:lnTo>
                <a:lnTo>
                  <a:pt x="40711" y="113427"/>
                </a:lnTo>
                <a:lnTo>
                  <a:pt x="41359" y="113108"/>
                </a:lnTo>
                <a:lnTo>
                  <a:pt x="41991" y="112770"/>
                </a:lnTo>
                <a:lnTo>
                  <a:pt x="42607" y="112413"/>
                </a:lnTo>
                <a:lnTo>
                  <a:pt x="43206" y="112036"/>
                </a:lnTo>
                <a:lnTo>
                  <a:pt x="43789" y="111639"/>
                </a:lnTo>
                <a:lnTo>
                  <a:pt x="44356" y="111224"/>
                </a:lnTo>
                <a:lnTo>
                  <a:pt x="44906" y="110789"/>
                </a:lnTo>
                <a:lnTo>
                  <a:pt x="45441" y="110335"/>
                </a:lnTo>
                <a:lnTo>
                  <a:pt x="45956" y="109864"/>
                </a:lnTo>
                <a:lnTo>
                  <a:pt x="46449" y="109380"/>
                </a:lnTo>
                <a:lnTo>
                  <a:pt x="46920" y="108882"/>
                </a:lnTo>
                <a:lnTo>
                  <a:pt x="47369" y="108370"/>
                </a:lnTo>
                <a:lnTo>
                  <a:pt x="47797" y="107844"/>
                </a:lnTo>
                <a:lnTo>
                  <a:pt x="48202" y="107305"/>
                </a:lnTo>
                <a:lnTo>
                  <a:pt x="48586" y="106752"/>
                </a:lnTo>
                <a:lnTo>
                  <a:pt x="48947" y="106185"/>
                </a:lnTo>
                <a:lnTo>
                  <a:pt x="49287" y="105605"/>
                </a:lnTo>
                <a:lnTo>
                  <a:pt x="49605" y="105010"/>
                </a:lnTo>
                <a:lnTo>
                  <a:pt x="49901" y="104402"/>
                </a:lnTo>
                <a:lnTo>
                  <a:pt x="50175" y="103780"/>
                </a:lnTo>
                <a:lnTo>
                  <a:pt x="50427" y="103145"/>
                </a:lnTo>
                <a:lnTo>
                  <a:pt x="50657" y="102495"/>
                </a:lnTo>
                <a:lnTo>
                  <a:pt x="50865" y="101832"/>
                </a:lnTo>
                <a:lnTo>
                  <a:pt x="51052" y="101156"/>
                </a:lnTo>
                <a:lnTo>
                  <a:pt x="51216" y="100465"/>
                </a:lnTo>
                <a:lnTo>
                  <a:pt x="51358" y="99761"/>
                </a:lnTo>
                <a:lnTo>
                  <a:pt x="51479" y="99043"/>
                </a:lnTo>
                <a:lnTo>
                  <a:pt x="51578" y="98311"/>
                </a:lnTo>
                <a:lnTo>
                  <a:pt x="51654" y="97565"/>
                </a:lnTo>
                <a:lnTo>
                  <a:pt x="51709" y="96806"/>
                </a:lnTo>
                <a:lnTo>
                  <a:pt x="51742" y="96033"/>
                </a:lnTo>
                <a:lnTo>
                  <a:pt x="51753" y="95246"/>
                </a:lnTo>
                <a:lnTo>
                  <a:pt x="51753" y="32131"/>
                </a:lnTo>
                <a:lnTo>
                  <a:pt x="37409" y="32131"/>
                </a:lnTo>
                <a:lnTo>
                  <a:pt x="37754" y="44180"/>
                </a:lnTo>
                <a:lnTo>
                  <a:pt x="37550" y="44180"/>
                </a:lnTo>
                <a:lnTo>
                  <a:pt x="37470" y="43646"/>
                </a:lnTo>
                <a:lnTo>
                  <a:pt x="37368" y="43082"/>
                </a:lnTo>
                <a:lnTo>
                  <a:pt x="37250" y="42530"/>
                </a:lnTo>
                <a:lnTo>
                  <a:pt x="37116" y="41989"/>
                </a:lnTo>
                <a:lnTo>
                  <a:pt x="36967" y="41460"/>
                </a:lnTo>
                <a:lnTo>
                  <a:pt x="36801" y="40943"/>
                </a:lnTo>
                <a:lnTo>
                  <a:pt x="36620" y="40437"/>
                </a:lnTo>
                <a:lnTo>
                  <a:pt x="36423" y="39943"/>
                </a:lnTo>
                <a:lnTo>
                  <a:pt x="36211" y="39461"/>
                </a:lnTo>
                <a:lnTo>
                  <a:pt x="35983" y="38991"/>
                </a:lnTo>
                <a:lnTo>
                  <a:pt x="35739" y="38533"/>
                </a:lnTo>
                <a:lnTo>
                  <a:pt x="35479" y="38086"/>
                </a:lnTo>
                <a:lnTo>
                  <a:pt x="35204" y="37651"/>
                </a:lnTo>
                <a:lnTo>
                  <a:pt x="34912" y="37228"/>
                </a:lnTo>
                <a:lnTo>
                  <a:pt x="34605" y="36816"/>
                </a:lnTo>
                <a:lnTo>
                  <a:pt x="34283" y="36417"/>
                </a:lnTo>
                <a:lnTo>
                  <a:pt x="33944" y="36029"/>
                </a:lnTo>
                <a:lnTo>
                  <a:pt x="33590" y="35653"/>
                </a:lnTo>
                <a:lnTo>
                  <a:pt x="33220" y="35288"/>
                </a:lnTo>
                <a:lnTo>
                  <a:pt x="32837" y="34937"/>
                </a:lnTo>
                <a:lnTo>
                  <a:pt x="32443" y="34601"/>
                </a:lnTo>
                <a:lnTo>
                  <a:pt x="32038" y="34279"/>
                </a:lnTo>
                <a:lnTo>
                  <a:pt x="31622" y="33973"/>
                </a:lnTo>
                <a:lnTo>
                  <a:pt x="31195" y="33682"/>
                </a:lnTo>
                <a:lnTo>
                  <a:pt x="30757" y="33405"/>
                </a:lnTo>
                <a:lnTo>
                  <a:pt x="30308" y="33144"/>
                </a:lnTo>
                <a:lnTo>
                  <a:pt x="29848" y="32897"/>
                </a:lnTo>
                <a:lnTo>
                  <a:pt x="29378" y="32665"/>
                </a:lnTo>
                <a:lnTo>
                  <a:pt x="28896" y="32449"/>
                </a:lnTo>
                <a:lnTo>
                  <a:pt x="28403" y="32247"/>
                </a:lnTo>
                <a:lnTo>
                  <a:pt x="27899" y="32060"/>
                </a:lnTo>
                <a:lnTo>
                  <a:pt x="27385" y="31888"/>
                </a:lnTo>
                <a:lnTo>
                  <a:pt x="26859" y="31731"/>
                </a:lnTo>
                <a:lnTo>
                  <a:pt x="26322" y="31589"/>
                </a:lnTo>
                <a:lnTo>
                  <a:pt x="25775" y="31462"/>
                </a:lnTo>
                <a:lnTo>
                  <a:pt x="25216" y="31350"/>
                </a:lnTo>
                <a:lnTo>
                  <a:pt x="24647" y="31253"/>
                </a:lnTo>
                <a:lnTo>
                  <a:pt x="24066" y="31171"/>
                </a:lnTo>
                <a:lnTo>
                  <a:pt x="23475" y="31104"/>
                </a:lnTo>
                <a:lnTo>
                  <a:pt x="22873" y="31051"/>
                </a:lnTo>
                <a:lnTo>
                  <a:pt x="22259" y="31014"/>
                </a:lnTo>
                <a:lnTo>
                  <a:pt x="21635" y="30992"/>
                </a:lnTo>
                <a:lnTo>
                  <a:pt x="21000" y="30984"/>
                </a:lnTo>
                <a:lnTo>
                  <a:pt x="20203" y="30996"/>
                </a:lnTo>
                <a:lnTo>
                  <a:pt x="19421" y="31030"/>
                </a:lnTo>
                <a:lnTo>
                  <a:pt x="18652" y="31086"/>
                </a:lnTo>
                <a:lnTo>
                  <a:pt x="17897" y="31166"/>
                </a:lnTo>
                <a:lnTo>
                  <a:pt x="17155" y="31268"/>
                </a:lnTo>
                <a:lnTo>
                  <a:pt x="16428" y="31393"/>
                </a:lnTo>
                <a:lnTo>
                  <a:pt x="15714" y="31541"/>
                </a:lnTo>
                <a:lnTo>
                  <a:pt x="15014" y="31711"/>
                </a:lnTo>
                <a:lnTo>
                  <a:pt x="14327" y="31904"/>
                </a:lnTo>
                <a:lnTo>
                  <a:pt x="13654" y="32120"/>
                </a:lnTo>
                <a:lnTo>
                  <a:pt x="12996" y="32358"/>
                </a:lnTo>
                <a:lnTo>
                  <a:pt x="12350" y="32620"/>
                </a:lnTo>
                <a:lnTo>
                  <a:pt x="11719" y="32904"/>
                </a:lnTo>
                <a:lnTo>
                  <a:pt x="11101" y="33210"/>
                </a:lnTo>
                <a:lnTo>
                  <a:pt x="10497" y="33540"/>
                </a:lnTo>
                <a:lnTo>
                  <a:pt x="9907" y="33892"/>
                </a:lnTo>
                <a:lnTo>
                  <a:pt x="9331" y="34266"/>
                </a:lnTo>
                <a:lnTo>
                  <a:pt x="8768" y="34664"/>
                </a:lnTo>
                <a:lnTo>
                  <a:pt x="8219" y="35084"/>
                </a:lnTo>
                <a:lnTo>
                  <a:pt x="7684" y="35527"/>
                </a:lnTo>
                <a:lnTo>
                  <a:pt x="7162" y="35993"/>
                </a:lnTo>
                <a:lnTo>
                  <a:pt x="6654" y="36481"/>
                </a:lnTo>
                <a:lnTo>
                  <a:pt x="6161" y="36992"/>
                </a:lnTo>
                <a:lnTo>
                  <a:pt x="5680" y="37526"/>
                </a:lnTo>
                <a:lnTo>
                  <a:pt x="5217" y="38079"/>
                </a:lnTo>
                <a:lnTo>
                  <a:pt x="4773" y="38647"/>
                </a:lnTo>
                <a:lnTo>
                  <a:pt x="4349" y="39231"/>
                </a:lnTo>
                <a:lnTo>
                  <a:pt x="3945" y="39830"/>
                </a:lnTo>
                <a:lnTo>
                  <a:pt x="3560" y="40445"/>
                </a:lnTo>
                <a:lnTo>
                  <a:pt x="3195" y="41076"/>
                </a:lnTo>
                <a:lnTo>
                  <a:pt x="2850" y="41722"/>
                </a:lnTo>
                <a:lnTo>
                  <a:pt x="2525" y="42383"/>
                </a:lnTo>
                <a:lnTo>
                  <a:pt x="2219" y="43060"/>
                </a:lnTo>
                <a:lnTo>
                  <a:pt x="1933" y="43753"/>
                </a:lnTo>
                <a:lnTo>
                  <a:pt x="1667" y="44461"/>
                </a:lnTo>
                <a:lnTo>
                  <a:pt x="1420" y="45185"/>
                </a:lnTo>
                <a:lnTo>
                  <a:pt x="1193" y="45924"/>
                </a:lnTo>
                <a:lnTo>
                  <a:pt x="986" y="46679"/>
                </a:lnTo>
                <a:lnTo>
                  <a:pt x="799" y="47449"/>
                </a:lnTo>
                <a:lnTo>
                  <a:pt x="631" y="48235"/>
                </a:lnTo>
                <a:lnTo>
                  <a:pt x="483" y="49037"/>
                </a:lnTo>
                <a:lnTo>
                  <a:pt x="355" y="49854"/>
                </a:lnTo>
                <a:lnTo>
                  <a:pt x="247" y="50686"/>
                </a:lnTo>
                <a:lnTo>
                  <a:pt x="158" y="51534"/>
                </a:lnTo>
                <a:lnTo>
                  <a:pt x="89" y="52398"/>
                </a:lnTo>
                <a:lnTo>
                  <a:pt x="39" y="53277"/>
                </a:lnTo>
                <a:lnTo>
                  <a:pt x="10" y="54171"/>
                </a:lnTo>
                <a:lnTo>
                  <a:pt x="0" y="55082"/>
                </a:lnTo>
                <a:lnTo>
                  <a:pt x="0" y="67361"/>
                </a:lnTo>
                <a:lnTo>
                  <a:pt x="10" y="68281"/>
                </a:lnTo>
                <a:lnTo>
                  <a:pt x="39" y="69185"/>
                </a:lnTo>
                <a:lnTo>
                  <a:pt x="89" y="70073"/>
                </a:lnTo>
                <a:lnTo>
                  <a:pt x="158" y="70944"/>
                </a:lnTo>
                <a:lnTo>
                  <a:pt x="247" y="71800"/>
                </a:lnTo>
                <a:lnTo>
                  <a:pt x="355" y="72640"/>
                </a:lnTo>
                <a:lnTo>
                  <a:pt x="483" y="73464"/>
                </a:lnTo>
                <a:lnTo>
                  <a:pt x="631" y="74272"/>
                </a:lnTo>
                <a:lnTo>
                  <a:pt x="799" y="75064"/>
                </a:lnTo>
                <a:lnTo>
                  <a:pt x="986" y="75841"/>
                </a:lnTo>
                <a:lnTo>
                  <a:pt x="1193" y="76601"/>
                </a:lnTo>
                <a:lnTo>
                  <a:pt x="1420" y="77345"/>
                </a:lnTo>
                <a:lnTo>
                  <a:pt x="1667" y="78074"/>
                </a:lnTo>
                <a:lnTo>
                  <a:pt x="1933" y="78786"/>
                </a:lnTo>
                <a:lnTo>
                  <a:pt x="2219" y="79483"/>
                </a:lnTo>
                <a:lnTo>
                  <a:pt x="2525" y="80163"/>
                </a:lnTo>
                <a:lnTo>
                  <a:pt x="2850" y="80828"/>
                </a:lnTo>
                <a:lnTo>
                  <a:pt x="3195" y="81477"/>
                </a:lnTo>
                <a:lnTo>
                  <a:pt x="3560" y="82109"/>
                </a:lnTo>
                <a:lnTo>
                  <a:pt x="3945" y="82726"/>
                </a:lnTo>
                <a:lnTo>
                  <a:pt x="4349" y="83327"/>
                </a:lnTo>
                <a:lnTo>
                  <a:pt x="4773" y="83912"/>
                </a:lnTo>
                <a:lnTo>
                  <a:pt x="5217" y="84481"/>
                </a:lnTo>
                <a:lnTo>
                  <a:pt x="5680" y="85034"/>
                </a:lnTo>
                <a:lnTo>
                  <a:pt x="6161" y="85568"/>
                </a:lnTo>
                <a:lnTo>
                  <a:pt x="6654" y="86079"/>
                </a:lnTo>
                <a:lnTo>
                  <a:pt x="7162" y="86567"/>
                </a:lnTo>
                <a:lnTo>
                  <a:pt x="7684" y="87033"/>
                </a:lnTo>
                <a:lnTo>
                  <a:pt x="8219" y="87476"/>
                </a:lnTo>
                <a:lnTo>
                  <a:pt x="8768" y="87896"/>
                </a:lnTo>
                <a:lnTo>
                  <a:pt x="9331" y="88293"/>
                </a:lnTo>
                <a:lnTo>
                  <a:pt x="9907" y="88668"/>
                </a:lnTo>
                <a:lnTo>
                  <a:pt x="10497" y="89020"/>
                </a:lnTo>
                <a:lnTo>
                  <a:pt x="11101" y="89349"/>
                </a:lnTo>
                <a:lnTo>
                  <a:pt x="11719" y="89656"/>
                </a:lnTo>
                <a:lnTo>
                  <a:pt x="12350" y="89939"/>
                </a:lnTo>
                <a:lnTo>
                  <a:pt x="12996" y="90201"/>
                </a:lnTo>
                <a:lnTo>
                  <a:pt x="13654" y="90439"/>
                </a:lnTo>
                <a:lnTo>
                  <a:pt x="14327" y="90655"/>
                </a:lnTo>
                <a:lnTo>
                  <a:pt x="15014" y="90848"/>
                </a:lnTo>
                <a:lnTo>
                  <a:pt x="15714" y="91018"/>
                </a:lnTo>
                <a:lnTo>
                  <a:pt x="16428" y="91166"/>
                </a:lnTo>
                <a:lnTo>
                  <a:pt x="17155" y="91291"/>
                </a:lnTo>
                <a:lnTo>
                  <a:pt x="17897" y="91393"/>
                </a:lnTo>
                <a:lnTo>
                  <a:pt x="18652" y="91472"/>
                </a:lnTo>
                <a:lnTo>
                  <a:pt x="19421" y="91529"/>
                </a:lnTo>
                <a:lnTo>
                  <a:pt x="20203" y="91563"/>
                </a:lnTo>
                <a:lnTo>
                  <a:pt x="21000" y="91574"/>
                </a:lnTo>
                <a:lnTo>
                  <a:pt x="21635" y="91567"/>
                </a:lnTo>
                <a:lnTo>
                  <a:pt x="22259" y="91545"/>
                </a:lnTo>
                <a:lnTo>
                  <a:pt x="22873" y="91507"/>
                </a:lnTo>
                <a:lnTo>
                  <a:pt x="23475" y="91455"/>
                </a:lnTo>
                <a:lnTo>
                  <a:pt x="24066" y="91388"/>
                </a:lnTo>
                <a:lnTo>
                  <a:pt x="24647" y="91306"/>
                </a:lnTo>
                <a:lnTo>
                  <a:pt x="25216" y="91208"/>
                </a:lnTo>
                <a:lnTo>
                  <a:pt x="25775" y="91096"/>
                </a:lnTo>
                <a:lnTo>
                  <a:pt x="26322" y="90969"/>
                </a:lnTo>
                <a:lnTo>
                  <a:pt x="26859" y="90828"/>
                </a:lnTo>
                <a:lnTo>
                  <a:pt x="27385" y="90671"/>
                </a:lnTo>
                <a:lnTo>
                  <a:pt x="27899" y="90499"/>
                </a:lnTo>
                <a:lnTo>
                  <a:pt x="28403" y="90312"/>
                </a:lnTo>
                <a:lnTo>
                  <a:pt x="28896" y="90110"/>
                </a:lnTo>
                <a:lnTo>
                  <a:pt x="29378" y="89894"/>
                </a:lnTo>
                <a:lnTo>
                  <a:pt x="29848" y="89662"/>
                </a:lnTo>
                <a:lnTo>
                  <a:pt x="30308" y="89416"/>
                </a:lnTo>
                <a:lnTo>
                  <a:pt x="30757" y="89154"/>
                </a:lnTo>
                <a:lnTo>
                  <a:pt x="31195" y="88878"/>
                </a:lnTo>
                <a:lnTo>
                  <a:pt x="31622" y="88587"/>
                </a:lnTo>
                <a:lnTo>
                  <a:pt x="32038" y="88281"/>
                </a:lnTo>
                <a:lnTo>
                  <a:pt x="32443" y="87959"/>
                </a:lnTo>
                <a:lnTo>
                  <a:pt x="32837" y="87623"/>
                </a:lnTo>
                <a:lnTo>
                  <a:pt x="33220" y="87272"/>
                </a:lnTo>
                <a:lnTo>
                  <a:pt x="33590" y="86908"/>
                </a:lnTo>
                <a:lnTo>
                  <a:pt x="33944" y="86531"/>
                </a:lnTo>
                <a:lnTo>
                  <a:pt x="34283" y="86143"/>
                </a:lnTo>
                <a:lnTo>
                  <a:pt x="34605" y="85744"/>
                </a:lnTo>
                <a:lnTo>
                  <a:pt x="34912" y="85332"/>
                </a:lnTo>
                <a:lnTo>
                  <a:pt x="35204" y="84909"/>
                </a:lnTo>
                <a:lnTo>
                  <a:pt x="35479" y="84474"/>
                </a:lnTo>
                <a:lnTo>
                  <a:pt x="35739" y="84027"/>
                </a:lnTo>
                <a:lnTo>
                  <a:pt x="35983" y="83568"/>
                </a:lnTo>
                <a:lnTo>
                  <a:pt x="36211" y="83098"/>
                </a:lnTo>
                <a:lnTo>
                  <a:pt x="36423" y="82616"/>
                </a:lnTo>
                <a:lnTo>
                  <a:pt x="36620" y="82122"/>
                </a:lnTo>
                <a:lnTo>
                  <a:pt x="36801" y="81616"/>
                </a:lnTo>
                <a:lnTo>
                  <a:pt x="36967" y="81099"/>
                </a:lnTo>
                <a:lnTo>
                  <a:pt x="37116" y="80570"/>
                </a:lnTo>
                <a:lnTo>
                  <a:pt x="37250" y="80029"/>
                </a:lnTo>
                <a:lnTo>
                  <a:pt x="37368" y="79477"/>
                </a:lnTo>
                <a:lnTo>
                  <a:pt x="37470" y="78912"/>
                </a:lnTo>
                <a:lnTo>
                  <a:pt x="37551" y="78377"/>
                </a:lnTo>
                <a:lnTo>
                  <a:pt x="37754" y="78377"/>
                </a:lnTo>
                <a:lnTo>
                  <a:pt x="37524" y="90196"/>
                </a:lnTo>
                <a:lnTo>
                  <a:pt x="37524" y="94901"/>
                </a:lnTo>
                <a:lnTo>
                  <a:pt x="37520" y="95261"/>
                </a:lnTo>
                <a:close/>
                <a:moveTo>
                  <a:pt x="24053" y="79092"/>
                </a:moveTo>
                <a:lnTo>
                  <a:pt x="23633" y="79041"/>
                </a:lnTo>
                <a:lnTo>
                  <a:pt x="23222" y="78980"/>
                </a:lnTo>
                <a:lnTo>
                  <a:pt x="22820" y="78907"/>
                </a:lnTo>
                <a:lnTo>
                  <a:pt x="22427" y="78824"/>
                </a:lnTo>
                <a:lnTo>
                  <a:pt x="22042" y="78729"/>
                </a:lnTo>
                <a:lnTo>
                  <a:pt x="21666" y="78623"/>
                </a:lnTo>
                <a:lnTo>
                  <a:pt x="21299" y="78506"/>
                </a:lnTo>
                <a:lnTo>
                  <a:pt x="20941" y="78377"/>
                </a:lnTo>
                <a:lnTo>
                  <a:pt x="20592" y="78238"/>
                </a:lnTo>
                <a:lnTo>
                  <a:pt x="20251" y="78087"/>
                </a:lnTo>
                <a:lnTo>
                  <a:pt x="19919" y="77926"/>
                </a:lnTo>
                <a:lnTo>
                  <a:pt x="19596" y="77753"/>
                </a:lnTo>
                <a:lnTo>
                  <a:pt x="19282" y="77569"/>
                </a:lnTo>
                <a:lnTo>
                  <a:pt x="18976" y="77373"/>
                </a:lnTo>
                <a:lnTo>
                  <a:pt x="18679" y="77167"/>
                </a:lnTo>
                <a:lnTo>
                  <a:pt x="18391" y="76949"/>
                </a:lnTo>
                <a:lnTo>
                  <a:pt x="18112" y="76721"/>
                </a:lnTo>
                <a:lnTo>
                  <a:pt x="17841" y="76481"/>
                </a:lnTo>
                <a:lnTo>
                  <a:pt x="17579" y="76230"/>
                </a:lnTo>
                <a:lnTo>
                  <a:pt x="17326" y="75968"/>
                </a:lnTo>
                <a:lnTo>
                  <a:pt x="17083" y="75695"/>
                </a:lnTo>
                <a:lnTo>
                  <a:pt x="16850" y="75413"/>
                </a:lnTo>
                <a:lnTo>
                  <a:pt x="16627" y="75121"/>
                </a:lnTo>
                <a:lnTo>
                  <a:pt x="16415" y="74820"/>
                </a:lnTo>
                <a:lnTo>
                  <a:pt x="16213" y="74509"/>
                </a:lnTo>
                <a:lnTo>
                  <a:pt x="16022" y="74189"/>
                </a:lnTo>
                <a:lnTo>
                  <a:pt x="15840" y="73859"/>
                </a:lnTo>
                <a:lnTo>
                  <a:pt x="15670" y="73520"/>
                </a:lnTo>
                <a:lnTo>
                  <a:pt x="15509" y="73171"/>
                </a:lnTo>
                <a:lnTo>
                  <a:pt x="15359" y="72812"/>
                </a:lnTo>
                <a:lnTo>
                  <a:pt x="15219" y="72444"/>
                </a:lnTo>
                <a:lnTo>
                  <a:pt x="15090" y="72066"/>
                </a:lnTo>
                <a:lnTo>
                  <a:pt x="14971" y="71679"/>
                </a:lnTo>
                <a:lnTo>
                  <a:pt x="14862" y="71282"/>
                </a:lnTo>
                <a:lnTo>
                  <a:pt x="14764" y="70875"/>
                </a:lnTo>
                <a:lnTo>
                  <a:pt x="14676" y="70459"/>
                </a:lnTo>
                <a:lnTo>
                  <a:pt x="14598" y="70034"/>
                </a:lnTo>
                <a:lnTo>
                  <a:pt x="14531" y="69599"/>
                </a:lnTo>
                <a:lnTo>
                  <a:pt x="14474" y="69154"/>
                </a:lnTo>
                <a:lnTo>
                  <a:pt x="14427" y="68700"/>
                </a:lnTo>
                <a:lnTo>
                  <a:pt x="14391" y="68236"/>
                </a:lnTo>
                <a:lnTo>
                  <a:pt x="14365" y="67763"/>
                </a:lnTo>
                <a:lnTo>
                  <a:pt x="14349" y="67280"/>
                </a:lnTo>
                <a:lnTo>
                  <a:pt x="14344" y="66787"/>
                </a:lnTo>
                <a:lnTo>
                  <a:pt x="14344" y="55771"/>
                </a:lnTo>
                <a:lnTo>
                  <a:pt x="14349" y="55279"/>
                </a:lnTo>
                <a:lnTo>
                  <a:pt x="14365" y="54796"/>
                </a:lnTo>
                <a:lnTo>
                  <a:pt x="14391" y="54323"/>
                </a:lnTo>
                <a:lnTo>
                  <a:pt x="14427" y="53859"/>
                </a:lnTo>
                <a:lnTo>
                  <a:pt x="14474" y="53405"/>
                </a:lnTo>
                <a:lnTo>
                  <a:pt x="14531" y="52960"/>
                </a:lnTo>
                <a:lnTo>
                  <a:pt x="14598" y="52525"/>
                </a:lnTo>
                <a:lnTo>
                  <a:pt x="14676" y="52099"/>
                </a:lnTo>
                <a:lnTo>
                  <a:pt x="14764" y="51683"/>
                </a:lnTo>
                <a:lnTo>
                  <a:pt x="14862" y="51277"/>
                </a:lnTo>
                <a:lnTo>
                  <a:pt x="14971" y="50880"/>
                </a:lnTo>
                <a:lnTo>
                  <a:pt x="15090" y="50493"/>
                </a:lnTo>
                <a:lnTo>
                  <a:pt x="15219" y="50115"/>
                </a:lnTo>
                <a:lnTo>
                  <a:pt x="15359" y="49747"/>
                </a:lnTo>
                <a:lnTo>
                  <a:pt x="15509" y="49388"/>
                </a:lnTo>
                <a:lnTo>
                  <a:pt x="15670" y="49039"/>
                </a:lnTo>
                <a:lnTo>
                  <a:pt x="15840" y="48700"/>
                </a:lnTo>
                <a:lnTo>
                  <a:pt x="16022" y="48370"/>
                </a:lnTo>
                <a:lnTo>
                  <a:pt x="16213" y="48049"/>
                </a:lnTo>
                <a:lnTo>
                  <a:pt x="16415" y="47738"/>
                </a:lnTo>
                <a:lnTo>
                  <a:pt x="16627" y="47437"/>
                </a:lnTo>
                <a:lnTo>
                  <a:pt x="16850" y="47146"/>
                </a:lnTo>
                <a:lnTo>
                  <a:pt x="17083" y="46863"/>
                </a:lnTo>
                <a:lnTo>
                  <a:pt x="17326" y="46591"/>
                </a:lnTo>
                <a:lnTo>
                  <a:pt x="17579" y="46329"/>
                </a:lnTo>
                <a:lnTo>
                  <a:pt x="17841" y="46078"/>
                </a:lnTo>
                <a:lnTo>
                  <a:pt x="18112" y="45838"/>
                </a:lnTo>
                <a:lnTo>
                  <a:pt x="18391" y="45609"/>
                </a:lnTo>
                <a:lnTo>
                  <a:pt x="18679" y="45392"/>
                </a:lnTo>
                <a:lnTo>
                  <a:pt x="18976" y="45185"/>
                </a:lnTo>
                <a:lnTo>
                  <a:pt x="19282" y="44990"/>
                </a:lnTo>
                <a:lnTo>
                  <a:pt x="19596" y="44806"/>
                </a:lnTo>
                <a:lnTo>
                  <a:pt x="19919" y="44633"/>
                </a:lnTo>
                <a:lnTo>
                  <a:pt x="20251" y="44471"/>
                </a:lnTo>
                <a:lnTo>
                  <a:pt x="20592" y="44321"/>
                </a:lnTo>
                <a:lnTo>
                  <a:pt x="20941" y="44181"/>
                </a:lnTo>
                <a:lnTo>
                  <a:pt x="21299" y="44053"/>
                </a:lnTo>
                <a:lnTo>
                  <a:pt x="21666" y="43936"/>
                </a:lnTo>
                <a:lnTo>
                  <a:pt x="22042" y="43830"/>
                </a:lnTo>
                <a:lnTo>
                  <a:pt x="22427" y="43735"/>
                </a:lnTo>
                <a:lnTo>
                  <a:pt x="22820" y="43651"/>
                </a:lnTo>
                <a:lnTo>
                  <a:pt x="23222" y="43579"/>
                </a:lnTo>
                <a:lnTo>
                  <a:pt x="23633" y="43517"/>
                </a:lnTo>
                <a:lnTo>
                  <a:pt x="24053" y="43467"/>
                </a:lnTo>
                <a:lnTo>
                  <a:pt x="24481" y="43428"/>
                </a:lnTo>
                <a:lnTo>
                  <a:pt x="24918" y="43400"/>
                </a:lnTo>
                <a:lnTo>
                  <a:pt x="25364" y="43383"/>
                </a:lnTo>
                <a:lnTo>
                  <a:pt x="25819" y="43378"/>
                </a:lnTo>
                <a:lnTo>
                  <a:pt x="26273" y="43384"/>
                </a:lnTo>
                <a:lnTo>
                  <a:pt x="26720" y="43401"/>
                </a:lnTo>
                <a:lnTo>
                  <a:pt x="27157" y="43429"/>
                </a:lnTo>
                <a:lnTo>
                  <a:pt x="27586" y="43469"/>
                </a:lnTo>
                <a:lnTo>
                  <a:pt x="28007" y="43520"/>
                </a:lnTo>
                <a:lnTo>
                  <a:pt x="28419" y="43582"/>
                </a:lnTo>
                <a:lnTo>
                  <a:pt x="28822" y="43656"/>
                </a:lnTo>
                <a:lnTo>
                  <a:pt x="29217" y="43741"/>
                </a:lnTo>
                <a:lnTo>
                  <a:pt x="29603" y="43838"/>
                </a:lnTo>
                <a:lnTo>
                  <a:pt x="29981" y="43946"/>
                </a:lnTo>
                <a:lnTo>
                  <a:pt x="30350" y="44065"/>
                </a:lnTo>
                <a:lnTo>
                  <a:pt x="30710" y="44196"/>
                </a:lnTo>
                <a:lnTo>
                  <a:pt x="31062" y="44338"/>
                </a:lnTo>
                <a:lnTo>
                  <a:pt x="31405" y="44491"/>
                </a:lnTo>
                <a:lnTo>
                  <a:pt x="31740" y="44656"/>
                </a:lnTo>
                <a:lnTo>
                  <a:pt x="32066" y="44832"/>
                </a:lnTo>
                <a:lnTo>
                  <a:pt x="32384" y="45019"/>
                </a:lnTo>
                <a:lnTo>
                  <a:pt x="32693" y="45218"/>
                </a:lnTo>
                <a:lnTo>
                  <a:pt x="32993" y="45428"/>
                </a:lnTo>
                <a:lnTo>
                  <a:pt x="33285" y="45649"/>
                </a:lnTo>
                <a:lnTo>
                  <a:pt x="33569" y="45882"/>
                </a:lnTo>
                <a:lnTo>
                  <a:pt x="33843" y="46126"/>
                </a:lnTo>
                <a:lnTo>
                  <a:pt x="34110" y="46382"/>
                </a:lnTo>
                <a:lnTo>
                  <a:pt x="34367" y="46649"/>
                </a:lnTo>
                <a:lnTo>
                  <a:pt x="34615" y="46926"/>
                </a:lnTo>
                <a:lnTo>
                  <a:pt x="34853" y="47212"/>
                </a:lnTo>
                <a:lnTo>
                  <a:pt x="35080" y="47506"/>
                </a:lnTo>
                <a:lnTo>
                  <a:pt x="35296" y="47810"/>
                </a:lnTo>
                <a:lnTo>
                  <a:pt x="35502" y="48123"/>
                </a:lnTo>
                <a:lnTo>
                  <a:pt x="35698" y="48445"/>
                </a:lnTo>
                <a:lnTo>
                  <a:pt x="35883" y="48776"/>
                </a:lnTo>
                <a:lnTo>
                  <a:pt x="36057" y="49115"/>
                </a:lnTo>
                <a:lnTo>
                  <a:pt x="36221" y="49464"/>
                </a:lnTo>
                <a:lnTo>
                  <a:pt x="36374" y="49822"/>
                </a:lnTo>
                <a:lnTo>
                  <a:pt x="36516" y="50188"/>
                </a:lnTo>
                <a:lnTo>
                  <a:pt x="36648" y="50564"/>
                </a:lnTo>
                <a:lnTo>
                  <a:pt x="36770" y="50949"/>
                </a:lnTo>
                <a:lnTo>
                  <a:pt x="36881" y="51342"/>
                </a:lnTo>
                <a:lnTo>
                  <a:pt x="36981" y="51745"/>
                </a:lnTo>
                <a:lnTo>
                  <a:pt x="37071" y="52156"/>
                </a:lnTo>
                <a:lnTo>
                  <a:pt x="37150" y="52577"/>
                </a:lnTo>
                <a:lnTo>
                  <a:pt x="37219" y="53006"/>
                </a:lnTo>
                <a:lnTo>
                  <a:pt x="37277" y="53445"/>
                </a:lnTo>
                <a:lnTo>
                  <a:pt x="37324" y="53892"/>
                </a:lnTo>
                <a:lnTo>
                  <a:pt x="37361" y="54348"/>
                </a:lnTo>
                <a:lnTo>
                  <a:pt x="37388" y="54814"/>
                </a:lnTo>
                <a:lnTo>
                  <a:pt x="37403" y="55288"/>
                </a:lnTo>
                <a:lnTo>
                  <a:pt x="37409" y="55771"/>
                </a:lnTo>
                <a:lnTo>
                  <a:pt x="37409" y="66787"/>
                </a:lnTo>
                <a:lnTo>
                  <a:pt x="37403" y="67270"/>
                </a:lnTo>
                <a:lnTo>
                  <a:pt x="37388" y="67745"/>
                </a:lnTo>
                <a:lnTo>
                  <a:pt x="37361" y="68210"/>
                </a:lnTo>
                <a:lnTo>
                  <a:pt x="37324" y="68666"/>
                </a:lnTo>
                <a:lnTo>
                  <a:pt x="37277" y="69113"/>
                </a:lnTo>
                <a:lnTo>
                  <a:pt x="37219" y="69552"/>
                </a:lnTo>
                <a:lnTo>
                  <a:pt x="37150" y="69981"/>
                </a:lnTo>
                <a:lnTo>
                  <a:pt x="37071" y="70402"/>
                </a:lnTo>
                <a:lnTo>
                  <a:pt x="36981" y="70813"/>
                </a:lnTo>
                <a:lnTo>
                  <a:pt x="36881" y="71216"/>
                </a:lnTo>
                <a:lnTo>
                  <a:pt x="36770" y="71609"/>
                </a:lnTo>
                <a:lnTo>
                  <a:pt x="36648" y="71994"/>
                </a:lnTo>
                <a:lnTo>
                  <a:pt x="36516" y="72369"/>
                </a:lnTo>
                <a:lnTo>
                  <a:pt x="36374" y="72736"/>
                </a:lnTo>
                <a:lnTo>
                  <a:pt x="36221" y="73094"/>
                </a:lnTo>
                <a:lnTo>
                  <a:pt x="36057" y="73443"/>
                </a:lnTo>
                <a:lnTo>
                  <a:pt x="35883" y="73782"/>
                </a:lnTo>
                <a:lnTo>
                  <a:pt x="35698" y="74113"/>
                </a:lnTo>
                <a:lnTo>
                  <a:pt x="35502" y="74435"/>
                </a:lnTo>
                <a:lnTo>
                  <a:pt x="35296" y="74748"/>
                </a:lnTo>
                <a:lnTo>
                  <a:pt x="35080" y="75052"/>
                </a:lnTo>
                <a:lnTo>
                  <a:pt x="34853" y="75347"/>
                </a:lnTo>
                <a:lnTo>
                  <a:pt x="34615" y="75633"/>
                </a:lnTo>
                <a:lnTo>
                  <a:pt x="34367" y="75910"/>
                </a:lnTo>
                <a:lnTo>
                  <a:pt x="34110" y="76177"/>
                </a:lnTo>
                <a:lnTo>
                  <a:pt x="33843" y="76432"/>
                </a:lnTo>
                <a:lnTo>
                  <a:pt x="33569" y="76676"/>
                </a:lnTo>
                <a:lnTo>
                  <a:pt x="33285" y="76909"/>
                </a:lnTo>
                <a:lnTo>
                  <a:pt x="32993" y="77131"/>
                </a:lnTo>
                <a:lnTo>
                  <a:pt x="32693" y="77341"/>
                </a:lnTo>
                <a:lnTo>
                  <a:pt x="32384" y="77540"/>
                </a:lnTo>
                <a:lnTo>
                  <a:pt x="32066" y="77727"/>
                </a:lnTo>
                <a:lnTo>
                  <a:pt x="31740" y="77903"/>
                </a:lnTo>
                <a:lnTo>
                  <a:pt x="31405" y="78068"/>
                </a:lnTo>
                <a:lnTo>
                  <a:pt x="31062" y="78221"/>
                </a:lnTo>
                <a:lnTo>
                  <a:pt x="30710" y="78363"/>
                </a:lnTo>
                <a:lnTo>
                  <a:pt x="30350" y="78494"/>
                </a:lnTo>
                <a:lnTo>
                  <a:pt x="29981" y="78613"/>
                </a:lnTo>
                <a:lnTo>
                  <a:pt x="29603" y="78721"/>
                </a:lnTo>
                <a:lnTo>
                  <a:pt x="29217" y="78817"/>
                </a:lnTo>
                <a:lnTo>
                  <a:pt x="28822" y="78903"/>
                </a:lnTo>
                <a:lnTo>
                  <a:pt x="28419" y="78976"/>
                </a:lnTo>
                <a:lnTo>
                  <a:pt x="28007" y="79039"/>
                </a:lnTo>
                <a:lnTo>
                  <a:pt x="27586" y="79090"/>
                </a:lnTo>
                <a:lnTo>
                  <a:pt x="27157" y="79130"/>
                </a:lnTo>
                <a:lnTo>
                  <a:pt x="26720" y="79158"/>
                </a:lnTo>
                <a:lnTo>
                  <a:pt x="26273" y="79175"/>
                </a:lnTo>
                <a:lnTo>
                  <a:pt x="25819" y="79181"/>
                </a:lnTo>
                <a:lnTo>
                  <a:pt x="25364" y="79175"/>
                </a:lnTo>
                <a:lnTo>
                  <a:pt x="24918" y="79158"/>
                </a:lnTo>
                <a:lnTo>
                  <a:pt x="24481" y="79131"/>
                </a:lnTo>
                <a:lnTo>
                  <a:pt x="24053" y="79092"/>
                </a:lnTo>
                <a:close/>
                <a:moveTo>
                  <a:pt x="373895" y="21512"/>
                </a:moveTo>
                <a:lnTo>
                  <a:pt x="374230" y="21477"/>
                </a:lnTo>
                <a:lnTo>
                  <a:pt x="374558" y="21434"/>
                </a:lnTo>
                <a:lnTo>
                  <a:pt x="374880" y="21384"/>
                </a:lnTo>
                <a:lnTo>
                  <a:pt x="375196" y="21326"/>
                </a:lnTo>
                <a:lnTo>
                  <a:pt x="375505" y="21260"/>
                </a:lnTo>
                <a:lnTo>
                  <a:pt x="375808" y="21186"/>
                </a:lnTo>
                <a:lnTo>
                  <a:pt x="376104" y="21104"/>
                </a:lnTo>
                <a:lnTo>
                  <a:pt x="376394" y="21015"/>
                </a:lnTo>
                <a:lnTo>
                  <a:pt x="376678" y="20918"/>
                </a:lnTo>
                <a:lnTo>
                  <a:pt x="376955" y="20813"/>
                </a:lnTo>
                <a:lnTo>
                  <a:pt x="377226" y="20700"/>
                </a:lnTo>
                <a:lnTo>
                  <a:pt x="377491" y="20580"/>
                </a:lnTo>
                <a:lnTo>
                  <a:pt x="377749" y="20451"/>
                </a:lnTo>
                <a:lnTo>
                  <a:pt x="378001" y="20315"/>
                </a:lnTo>
                <a:lnTo>
                  <a:pt x="378246" y="20172"/>
                </a:lnTo>
                <a:lnTo>
                  <a:pt x="378485" y="20020"/>
                </a:lnTo>
                <a:lnTo>
                  <a:pt x="378718" y="19861"/>
                </a:lnTo>
                <a:lnTo>
                  <a:pt x="378944" y="19694"/>
                </a:lnTo>
                <a:lnTo>
                  <a:pt x="379164" y="19519"/>
                </a:lnTo>
                <a:lnTo>
                  <a:pt x="379378" y="19336"/>
                </a:lnTo>
                <a:lnTo>
                  <a:pt x="379584" y="19147"/>
                </a:lnTo>
                <a:lnTo>
                  <a:pt x="379781" y="18953"/>
                </a:lnTo>
                <a:lnTo>
                  <a:pt x="379970" y="18753"/>
                </a:lnTo>
                <a:lnTo>
                  <a:pt x="380149" y="18547"/>
                </a:lnTo>
                <a:lnTo>
                  <a:pt x="380320" y="18337"/>
                </a:lnTo>
                <a:lnTo>
                  <a:pt x="380482" y="18121"/>
                </a:lnTo>
                <a:lnTo>
                  <a:pt x="380636" y="17899"/>
                </a:lnTo>
                <a:lnTo>
                  <a:pt x="380781" y="17672"/>
                </a:lnTo>
                <a:lnTo>
                  <a:pt x="380916" y="17440"/>
                </a:lnTo>
                <a:lnTo>
                  <a:pt x="381044" y="17203"/>
                </a:lnTo>
                <a:lnTo>
                  <a:pt x="381162" y="16960"/>
                </a:lnTo>
                <a:lnTo>
                  <a:pt x="381272" y="16711"/>
                </a:lnTo>
                <a:lnTo>
                  <a:pt x="381372" y="16457"/>
                </a:lnTo>
                <a:lnTo>
                  <a:pt x="381464" y="16198"/>
                </a:lnTo>
                <a:lnTo>
                  <a:pt x="381548" y="15934"/>
                </a:lnTo>
                <a:lnTo>
                  <a:pt x="381622" y="15664"/>
                </a:lnTo>
                <a:lnTo>
                  <a:pt x="381688" y="15389"/>
                </a:lnTo>
                <a:lnTo>
                  <a:pt x="381745" y="15108"/>
                </a:lnTo>
                <a:lnTo>
                  <a:pt x="381793" y="14822"/>
                </a:lnTo>
                <a:lnTo>
                  <a:pt x="381833" y="14531"/>
                </a:lnTo>
                <a:lnTo>
                  <a:pt x="381863" y="14234"/>
                </a:lnTo>
                <a:lnTo>
                  <a:pt x="381885" y="13932"/>
                </a:lnTo>
                <a:lnTo>
                  <a:pt x="381898" y="13624"/>
                </a:lnTo>
                <a:lnTo>
                  <a:pt x="381903" y="13311"/>
                </a:lnTo>
                <a:lnTo>
                  <a:pt x="381898" y="12998"/>
                </a:lnTo>
                <a:lnTo>
                  <a:pt x="381885" y="12691"/>
                </a:lnTo>
                <a:lnTo>
                  <a:pt x="381863" y="12389"/>
                </a:lnTo>
                <a:lnTo>
                  <a:pt x="381833" y="12092"/>
                </a:lnTo>
                <a:lnTo>
                  <a:pt x="381793" y="11801"/>
                </a:lnTo>
                <a:lnTo>
                  <a:pt x="381745" y="11515"/>
                </a:lnTo>
                <a:lnTo>
                  <a:pt x="381688" y="11235"/>
                </a:lnTo>
                <a:lnTo>
                  <a:pt x="381622" y="10959"/>
                </a:lnTo>
                <a:lnTo>
                  <a:pt x="381548" y="10690"/>
                </a:lnTo>
                <a:lnTo>
                  <a:pt x="381464" y="10425"/>
                </a:lnTo>
                <a:lnTo>
                  <a:pt x="381372" y="10166"/>
                </a:lnTo>
                <a:lnTo>
                  <a:pt x="381272" y="9912"/>
                </a:lnTo>
                <a:lnTo>
                  <a:pt x="381162" y="9664"/>
                </a:lnTo>
                <a:lnTo>
                  <a:pt x="381044" y="9421"/>
                </a:lnTo>
                <a:lnTo>
                  <a:pt x="380916" y="9184"/>
                </a:lnTo>
                <a:lnTo>
                  <a:pt x="380781" y="8952"/>
                </a:lnTo>
                <a:lnTo>
                  <a:pt x="380636" y="8725"/>
                </a:lnTo>
                <a:lnTo>
                  <a:pt x="380482" y="8503"/>
                </a:lnTo>
                <a:lnTo>
                  <a:pt x="380320" y="8287"/>
                </a:lnTo>
                <a:lnTo>
                  <a:pt x="380149" y="8077"/>
                </a:lnTo>
                <a:lnTo>
                  <a:pt x="379970" y="7871"/>
                </a:lnTo>
                <a:lnTo>
                  <a:pt x="379781" y="7671"/>
                </a:lnTo>
                <a:lnTo>
                  <a:pt x="379584" y="7477"/>
                </a:lnTo>
                <a:lnTo>
                  <a:pt x="379378" y="7288"/>
                </a:lnTo>
                <a:lnTo>
                  <a:pt x="379164" y="7105"/>
                </a:lnTo>
                <a:lnTo>
                  <a:pt x="378944" y="6930"/>
                </a:lnTo>
                <a:lnTo>
                  <a:pt x="378718" y="6763"/>
                </a:lnTo>
                <a:lnTo>
                  <a:pt x="378485" y="6604"/>
                </a:lnTo>
                <a:lnTo>
                  <a:pt x="378246" y="6452"/>
                </a:lnTo>
                <a:lnTo>
                  <a:pt x="378001" y="6309"/>
                </a:lnTo>
                <a:lnTo>
                  <a:pt x="377749" y="6173"/>
                </a:lnTo>
                <a:lnTo>
                  <a:pt x="377491" y="6044"/>
                </a:lnTo>
                <a:lnTo>
                  <a:pt x="377226" y="5924"/>
                </a:lnTo>
                <a:lnTo>
                  <a:pt x="376955" y="5811"/>
                </a:lnTo>
                <a:lnTo>
                  <a:pt x="376678" y="5706"/>
                </a:lnTo>
                <a:lnTo>
                  <a:pt x="376394" y="5609"/>
                </a:lnTo>
                <a:lnTo>
                  <a:pt x="376104" y="5520"/>
                </a:lnTo>
                <a:lnTo>
                  <a:pt x="375808" y="5438"/>
                </a:lnTo>
                <a:lnTo>
                  <a:pt x="375505" y="5365"/>
                </a:lnTo>
                <a:lnTo>
                  <a:pt x="375196" y="5299"/>
                </a:lnTo>
                <a:lnTo>
                  <a:pt x="374880" y="5240"/>
                </a:lnTo>
                <a:lnTo>
                  <a:pt x="374558" y="5190"/>
                </a:lnTo>
                <a:lnTo>
                  <a:pt x="374230" y="5147"/>
                </a:lnTo>
                <a:lnTo>
                  <a:pt x="373895" y="5112"/>
                </a:lnTo>
                <a:lnTo>
                  <a:pt x="373554" y="5085"/>
                </a:lnTo>
                <a:lnTo>
                  <a:pt x="373207" y="5065"/>
                </a:lnTo>
                <a:lnTo>
                  <a:pt x="372853" y="5054"/>
                </a:lnTo>
                <a:lnTo>
                  <a:pt x="372493" y="5050"/>
                </a:lnTo>
                <a:lnTo>
                  <a:pt x="372133" y="5054"/>
                </a:lnTo>
                <a:lnTo>
                  <a:pt x="371779" y="5065"/>
                </a:lnTo>
                <a:lnTo>
                  <a:pt x="371431" y="5085"/>
                </a:lnTo>
                <a:lnTo>
                  <a:pt x="371090" y="5112"/>
                </a:lnTo>
                <a:lnTo>
                  <a:pt x="370755" y="5147"/>
                </a:lnTo>
                <a:lnTo>
                  <a:pt x="370427" y="5190"/>
                </a:lnTo>
                <a:lnTo>
                  <a:pt x="370105" y="5240"/>
                </a:lnTo>
                <a:lnTo>
                  <a:pt x="369789" y="5299"/>
                </a:lnTo>
                <a:lnTo>
                  <a:pt x="369480" y="5365"/>
                </a:lnTo>
                <a:lnTo>
                  <a:pt x="369177" y="5438"/>
                </a:lnTo>
                <a:lnTo>
                  <a:pt x="368880" y="5520"/>
                </a:lnTo>
                <a:lnTo>
                  <a:pt x="368590" y="5609"/>
                </a:lnTo>
                <a:lnTo>
                  <a:pt x="368307" y="5706"/>
                </a:lnTo>
                <a:lnTo>
                  <a:pt x="368029" y="5811"/>
                </a:lnTo>
                <a:lnTo>
                  <a:pt x="367758" y="5924"/>
                </a:lnTo>
                <a:lnTo>
                  <a:pt x="367494" y="6044"/>
                </a:lnTo>
                <a:lnTo>
                  <a:pt x="367235" y="6173"/>
                </a:lnTo>
                <a:lnTo>
                  <a:pt x="366983" y="6309"/>
                </a:lnTo>
                <a:lnTo>
                  <a:pt x="366738" y="6452"/>
                </a:lnTo>
                <a:lnTo>
                  <a:pt x="366499" y="6604"/>
                </a:lnTo>
                <a:lnTo>
                  <a:pt x="366266" y="6763"/>
                </a:lnTo>
                <a:lnTo>
                  <a:pt x="366040" y="6930"/>
                </a:lnTo>
                <a:lnTo>
                  <a:pt x="365820" y="7105"/>
                </a:lnTo>
                <a:lnTo>
                  <a:pt x="365606" y="7288"/>
                </a:lnTo>
                <a:lnTo>
                  <a:pt x="365400" y="7477"/>
                </a:lnTo>
                <a:lnTo>
                  <a:pt x="365203" y="7671"/>
                </a:lnTo>
                <a:lnTo>
                  <a:pt x="365015" y="7871"/>
                </a:lnTo>
                <a:lnTo>
                  <a:pt x="364835" y="8077"/>
                </a:lnTo>
                <a:lnTo>
                  <a:pt x="364664" y="8287"/>
                </a:lnTo>
                <a:lnTo>
                  <a:pt x="364502" y="8503"/>
                </a:lnTo>
                <a:lnTo>
                  <a:pt x="364349" y="8725"/>
                </a:lnTo>
                <a:lnTo>
                  <a:pt x="364204" y="8952"/>
                </a:lnTo>
                <a:lnTo>
                  <a:pt x="364069" y="9184"/>
                </a:lnTo>
                <a:lnTo>
                  <a:pt x="363941" y="9421"/>
                </a:lnTo>
                <a:lnTo>
                  <a:pt x="363823" y="9664"/>
                </a:lnTo>
                <a:lnTo>
                  <a:pt x="363714" y="9912"/>
                </a:lnTo>
                <a:lnTo>
                  <a:pt x="363613" y="10166"/>
                </a:lnTo>
                <a:lnTo>
                  <a:pt x="363521" y="10425"/>
                </a:lnTo>
                <a:lnTo>
                  <a:pt x="363438" y="10690"/>
                </a:lnTo>
                <a:lnTo>
                  <a:pt x="363363" y="10959"/>
                </a:lnTo>
                <a:lnTo>
                  <a:pt x="363298" y="11235"/>
                </a:lnTo>
                <a:lnTo>
                  <a:pt x="363241" y="11515"/>
                </a:lnTo>
                <a:lnTo>
                  <a:pt x="363192" y="11801"/>
                </a:lnTo>
                <a:lnTo>
                  <a:pt x="363153" y="12092"/>
                </a:lnTo>
                <a:lnTo>
                  <a:pt x="363122" y="12389"/>
                </a:lnTo>
                <a:lnTo>
                  <a:pt x="363100" y="12691"/>
                </a:lnTo>
                <a:lnTo>
                  <a:pt x="363087" y="12998"/>
                </a:lnTo>
                <a:lnTo>
                  <a:pt x="363083" y="13311"/>
                </a:lnTo>
                <a:lnTo>
                  <a:pt x="363087" y="13624"/>
                </a:lnTo>
                <a:lnTo>
                  <a:pt x="363100" y="13932"/>
                </a:lnTo>
                <a:lnTo>
                  <a:pt x="363122" y="14234"/>
                </a:lnTo>
                <a:lnTo>
                  <a:pt x="363153" y="14531"/>
                </a:lnTo>
                <a:lnTo>
                  <a:pt x="363192" y="14822"/>
                </a:lnTo>
                <a:lnTo>
                  <a:pt x="363241" y="15108"/>
                </a:lnTo>
                <a:lnTo>
                  <a:pt x="363298" y="15389"/>
                </a:lnTo>
                <a:lnTo>
                  <a:pt x="363363" y="15664"/>
                </a:lnTo>
                <a:lnTo>
                  <a:pt x="363438" y="15934"/>
                </a:lnTo>
                <a:lnTo>
                  <a:pt x="363521" y="16198"/>
                </a:lnTo>
                <a:lnTo>
                  <a:pt x="363613" y="16457"/>
                </a:lnTo>
                <a:lnTo>
                  <a:pt x="363714" y="16711"/>
                </a:lnTo>
                <a:lnTo>
                  <a:pt x="363823" y="16960"/>
                </a:lnTo>
                <a:lnTo>
                  <a:pt x="363941" y="17203"/>
                </a:lnTo>
                <a:lnTo>
                  <a:pt x="364069" y="17440"/>
                </a:lnTo>
                <a:lnTo>
                  <a:pt x="364204" y="17672"/>
                </a:lnTo>
                <a:lnTo>
                  <a:pt x="364349" y="17899"/>
                </a:lnTo>
                <a:lnTo>
                  <a:pt x="364502" y="18121"/>
                </a:lnTo>
                <a:lnTo>
                  <a:pt x="364664" y="18337"/>
                </a:lnTo>
                <a:lnTo>
                  <a:pt x="364835" y="18547"/>
                </a:lnTo>
                <a:lnTo>
                  <a:pt x="365015" y="18753"/>
                </a:lnTo>
                <a:lnTo>
                  <a:pt x="365203" y="18953"/>
                </a:lnTo>
                <a:lnTo>
                  <a:pt x="365400" y="19147"/>
                </a:lnTo>
                <a:lnTo>
                  <a:pt x="365606" y="19336"/>
                </a:lnTo>
                <a:lnTo>
                  <a:pt x="365820" y="19519"/>
                </a:lnTo>
                <a:lnTo>
                  <a:pt x="366040" y="19694"/>
                </a:lnTo>
                <a:lnTo>
                  <a:pt x="366266" y="19861"/>
                </a:lnTo>
                <a:lnTo>
                  <a:pt x="366499" y="20020"/>
                </a:lnTo>
                <a:lnTo>
                  <a:pt x="366738" y="20172"/>
                </a:lnTo>
                <a:lnTo>
                  <a:pt x="366983" y="20315"/>
                </a:lnTo>
                <a:lnTo>
                  <a:pt x="367235" y="20451"/>
                </a:lnTo>
                <a:lnTo>
                  <a:pt x="367494" y="20580"/>
                </a:lnTo>
                <a:lnTo>
                  <a:pt x="367758" y="20700"/>
                </a:lnTo>
                <a:lnTo>
                  <a:pt x="368029" y="20813"/>
                </a:lnTo>
                <a:lnTo>
                  <a:pt x="368307" y="20918"/>
                </a:lnTo>
                <a:lnTo>
                  <a:pt x="368590" y="21015"/>
                </a:lnTo>
                <a:lnTo>
                  <a:pt x="368880" y="21104"/>
                </a:lnTo>
                <a:lnTo>
                  <a:pt x="369177" y="21186"/>
                </a:lnTo>
                <a:lnTo>
                  <a:pt x="369480" y="21260"/>
                </a:lnTo>
                <a:lnTo>
                  <a:pt x="369789" y="21326"/>
                </a:lnTo>
                <a:lnTo>
                  <a:pt x="370105" y="21384"/>
                </a:lnTo>
                <a:lnTo>
                  <a:pt x="370427" y="21434"/>
                </a:lnTo>
                <a:lnTo>
                  <a:pt x="370755" y="21477"/>
                </a:lnTo>
                <a:lnTo>
                  <a:pt x="371090" y="21512"/>
                </a:lnTo>
                <a:lnTo>
                  <a:pt x="371431" y="21539"/>
                </a:lnTo>
                <a:lnTo>
                  <a:pt x="371779" y="21559"/>
                </a:lnTo>
                <a:lnTo>
                  <a:pt x="372133" y="21570"/>
                </a:lnTo>
                <a:lnTo>
                  <a:pt x="372493" y="21574"/>
                </a:lnTo>
                <a:lnTo>
                  <a:pt x="372853" y="21570"/>
                </a:lnTo>
                <a:lnTo>
                  <a:pt x="373207" y="21559"/>
                </a:lnTo>
                <a:lnTo>
                  <a:pt x="373554" y="21539"/>
                </a:lnTo>
                <a:lnTo>
                  <a:pt x="373895" y="21512"/>
                </a:lnTo>
                <a:close/>
                <a:moveTo>
                  <a:pt x="480590" y="107869"/>
                </a:moveTo>
                <a:lnTo>
                  <a:pt x="495509" y="107869"/>
                </a:lnTo>
                <a:lnTo>
                  <a:pt x="535672" y="0"/>
                </a:lnTo>
                <a:lnTo>
                  <a:pt x="520755" y="0"/>
                </a:lnTo>
                <a:lnTo>
                  <a:pt x="480590" y="107869"/>
                </a:lnTo>
                <a:close/>
                <a:moveTo>
                  <a:pt x="277934" y="95246"/>
                </a:moveTo>
                <a:lnTo>
                  <a:pt x="292278" y="95246"/>
                </a:lnTo>
                <a:lnTo>
                  <a:pt x="292278" y="55771"/>
                </a:lnTo>
                <a:lnTo>
                  <a:pt x="292283" y="55269"/>
                </a:lnTo>
                <a:lnTo>
                  <a:pt x="292299" y="54777"/>
                </a:lnTo>
                <a:lnTo>
                  <a:pt x="292325" y="54294"/>
                </a:lnTo>
                <a:lnTo>
                  <a:pt x="292362" y="53820"/>
                </a:lnTo>
                <a:lnTo>
                  <a:pt x="292410" y="53357"/>
                </a:lnTo>
                <a:lnTo>
                  <a:pt x="292468" y="52902"/>
                </a:lnTo>
                <a:lnTo>
                  <a:pt x="292537" y="52458"/>
                </a:lnTo>
                <a:lnTo>
                  <a:pt x="292616" y="52022"/>
                </a:lnTo>
                <a:lnTo>
                  <a:pt x="292706" y="51597"/>
                </a:lnTo>
                <a:lnTo>
                  <a:pt x="292806" y="51181"/>
                </a:lnTo>
                <a:lnTo>
                  <a:pt x="292917" y="50774"/>
                </a:lnTo>
                <a:lnTo>
                  <a:pt x="293038" y="50377"/>
                </a:lnTo>
                <a:lnTo>
                  <a:pt x="293170" y="49990"/>
                </a:lnTo>
                <a:lnTo>
                  <a:pt x="293313" y="49612"/>
                </a:lnTo>
                <a:lnTo>
                  <a:pt x="293466" y="49244"/>
                </a:lnTo>
                <a:lnTo>
                  <a:pt x="293630" y="48886"/>
                </a:lnTo>
                <a:lnTo>
                  <a:pt x="293804" y="48537"/>
                </a:lnTo>
                <a:lnTo>
                  <a:pt x="293989" y="48197"/>
                </a:lnTo>
                <a:lnTo>
                  <a:pt x="294184" y="47867"/>
                </a:lnTo>
                <a:lnTo>
                  <a:pt x="294390" y="47547"/>
                </a:lnTo>
                <a:lnTo>
                  <a:pt x="294607" y="47236"/>
                </a:lnTo>
                <a:lnTo>
                  <a:pt x="294834" y="46935"/>
                </a:lnTo>
                <a:lnTo>
                  <a:pt x="295071" y="46644"/>
                </a:lnTo>
                <a:lnTo>
                  <a:pt x="295319" y="46362"/>
                </a:lnTo>
                <a:lnTo>
                  <a:pt x="295577" y="46090"/>
                </a:lnTo>
                <a:lnTo>
                  <a:pt x="295844" y="45830"/>
                </a:lnTo>
                <a:lnTo>
                  <a:pt x="296120" y="45581"/>
                </a:lnTo>
                <a:lnTo>
                  <a:pt x="296405" y="45344"/>
                </a:lnTo>
                <a:lnTo>
                  <a:pt x="296699" y="45119"/>
                </a:lnTo>
                <a:lnTo>
                  <a:pt x="297001" y="44905"/>
                </a:lnTo>
                <a:lnTo>
                  <a:pt x="297313" y="44703"/>
                </a:lnTo>
                <a:lnTo>
                  <a:pt x="297634" y="44512"/>
                </a:lnTo>
                <a:lnTo>
                  <a:pt x="297964" y="44333"/>
                </a:lnTo>
                <a:lnTo>
                  <a:pt x="298302" y="44166"/>
                </a:lnTo>
                <a:lnTo>
                  <a:pt x="298650" y="44010"/>
                </a:lnTo>
                <a:lnTo>
                  <a:pt x="299006" y="43865"/>
                </a:lnTo>
                <a:lnTo>
                  <a:pt x="299372" y="43732"/>
                </a:lnTo>
                <a:lnTo>
                  <a:pt x="299746" y="43611"/>
                </a:lnTo>
                <a:lnTo>
                  <a:pt x="300130" y="43501"/>
                </a:lnTo>
                <a:lnTo>
                  <a:pt x="300522" y="43403"/>
                </a:lnTo>
                <a:lnTo>
                  <a:pt x="300923" y="43316"/>
                </a:lnTo>
                <a:lnTo>
                  <a:pt x="301334" y="43241"/>
                </a:lnTo>
                <a:lnTo>
                  <a:pt x="301753" y="43177"/>
                </a:lnTo>
                <a:lnTo>
                  <a:pt x="302181" y="43125"/>
                </a:lnTo>
                <a:lnTo>
                  <a:pt x="302618" y="43085"/>
                </a:lnTo>
                <a:lnTo>
                  <a:pt x="303064" y="43056"/>
                </a:lnTo>
                <a:lnTo>
                  <a:pt x="303519" y="43039"/>
                </a:lnTo>
                <a:lnTo>
                  <a:pt x="303983" y="43033"/>
                </a:lnTo>
                <a:lnTo>
                  <a:pt x="304438" y="43039"/>
                </a:lnTo>
                <a:lnTo>
                  <a:pt x="304885" y="43056"/>
                </a:lnTo>
                <a:lnTo>
                  <a:pt x="305324" y="43085"/>
                </a:lnTo>
                <a:lnTo>
                  <a:pt x="305754" y="43125"/>
                </a:lnTo>
                <a:lnTo>
                  <a:pt x="306177" y="43177"/>
                </a:lnTo>
                <a:lnTo>
                  <a:pt x="306591" y="43241"/>
                </a:lnTo>
                <a:lnTo>
                  <a:pt x="306997" y="43316"/>
                </a:lnTo>
                <a:lnTo>
                  <a:pt x="307394" y="43403"/>
                </a:lnTo>
                <a:lnTo>
                  <a:pt x="307784" y="43501"/>
                </a:lnTo>
                <a:lnTo>
                  <a:pt x="308165" y="43611"/>
                </a:lnTo>
                <a:lnTo>
                  <a:pt x="308539" y="43732"/>
                </a:lnTo>
                <a:lnTo>
                  <a:pt x="308904" y="43865"/>
                </a:lnTo>
                <a:lnTo>
                  <a:pt x="309261" y="44010"/>
                </a:lnTo>
                <a:lnTo>
                  <a:pt x="309609" y="44166"/>
                </a:lnTo>
                <a:lnTo>
                  <a:pt x="309950" y="44333"/>
                </a:lnTo>
                <a:lnTo>
                  <a:pt x="310282" y="44512"/>
                </a:lnTo>
                <a:lnTo>
                  <a:pt x="310607" y="44703"/>
                </a:lnTo>
                <a:lnTo>
                  <a:pt x="310923" y="44905"/>
                </a:lnTo>
                <a:lnTo>
                  <a:pt x="311231" y="45119"/>
                </a:lnTo>
                <a:lnTo>
                  <a:pt x="311530" y="45344"/>
                </a:lnTo>
                <a:lnTo>
                  <a:pt x="311822" y="45581"/>
                </a:lnTo>
                <a:lnTo>
                  <a:pt x="312105" y="45830"/>
                </a:lnTo>
                <a:lnTo>
                  <a:pt x="312380" y="46090"/>
                </a:lnTo>
                <a:lnTo>
                  <a:pt x="312647" y="46362"/>
                </a:lnTo>
                <a:lnTo>
                  <a:pt x="312905" y="46644"/>
                </a:lnTo>
                <a:lnTo>
                  <a:pt x="313151" y="46935"/>
                </a:lnTo>
                <a:lnTo>
                  <a:pt x="313387" y="47236"/>
                </a:lnTo>
                <a:lnTo>
                  <a:pt x="313612" y="47547"/>
                </a:lnTo>
                <a:lnTo>
                  <a:pt x="313825" y="47867"/>
                </a:lnTo>
                <a:lnTo>
                  <a:pt x="314028" y="48197"/>
                </a:lnTo>
                <a:lnTo>
                  <a:pt x="314220" y="48537"/>
                </a:lnTo>
                <a:lnTo>
                  <a:pt x="314400" y="48886"/>
                </a:lnTo>
                <a:lnTo>
                  <a:pt x="314570" y="49244"/>
                </a:lnTo>
                <a:lnTo>
                  <a:pt x="314729" y="49612"/>
                </a:lnTo>
                <a:lnTo>
                  <a:pt x="314877" y="49990"/>
                </a:lnTo>
                <a:lnTo>
                  <a:pt x="315014" y="50377"/>
                </a:lnTo>
                <a:lnTo>
                  <a:pt x="315140" y="50774"/>
                </a:lnTo>
                <a:lnTo>
                  <a:pt x="315255" y="51181"/>
                </a:lnTo>
                <a:lnTo>
                  <a:pt x="315359" y="51597"/>
                </a:lnTo>
                <a:lnTo>
                  <a:pt x="315452" y="52022"/>
                </a:lnTo>
                <a:lnTo>
                  <a:pt x="315534" y="52458"/>
                </a:lnTo>
                <a:lnTo>
                  <a:pt x="315606" y="52902"/>
                </a:lnTo>
                <a:lnTo>
                  <a:pt x="315666" y="53357"/>
                </a:lnTo>
                <a:lnTo>
                  <a:pt x="315715" y="53820"/>
                </a:lnTo>
                <a:lnTo>
                  <a:pt x="315753" y="54294"/>
                </a:lnTo>
                <a:lnTo>
                  <a:pt x="315781" y="54777"/>
                </a:lnTo>
                <a:lnTo>
                  <a:pt x="315797" y="55269"/>
                </a:lnTo>
                <a:lnTo>
                  <a:pt x="315803" y="55771"/>
                </a:lnTo>
                <a:lnTo>
                  <a:pt x="315803" y="59328"/>
                </a:lnTo>
                <a:lnTo>
                  <a:pt x="330835" y="59328"/>
                </a:lnTo>
                <a:lnTo>
                  <a:pt x="330835" y="54738"/>
                </a:lnTo>
                <a:lnTo>
                  <a:pt x="330825" y="53819"/>
                </a:lnTo>
                <a:lnTo>
                  <a:pt x="330795" y="52917"/>
                </a:lnTo>
                <a:lnTo>
                  <a:pt x="330744" y="52031"/>
                </a:lnTo>
                <a:lnTo>
                  <a:pt x="330673" y="51162"/>
                </a:lnTo>
                <a:lnTo>
                  <a:pt x="330581" y="50310"/>
                </a:lnTo>
                <a:lnTo>
                  <a:pt x="330469" y="49474"/>
                </a:lnTo>
                <a:lnTo>
                  <a:pt x="330337" y="48655"/>
                </a:lnTo>
                <a:lnTo>
                  <a:pt x="330185" y="47853"/>
                </a:lnTo>
                <a:lnTo>
                  <a:pt x="330012" y="47068"/>
                </a:lnTo>
                <a:lnTo>
                  <a:pt x="329819" y="46299"/>
                </a:lnTo>
                <a:lnTo>
                  <a:pt x="329606" y="45547"/>
                </a:lnTo>
                <a:lnTo>
                  <a:pt x="329372" y="44812"/>
                </a:lnTo>
                <a:lnTo>
                  <a:pt x="329118" y="44094"/>
                </a:lnTo>
                <a:lnTo>
                  <a:pt x="328844" y="43392"/>
                </a:lnTo>
                <a:lnTo>
                  <a:pt x="328549" y="42707"/>
                </a:lnTo>
                <a:lnTo>
                  <a:pt x="328234" y="42039"/>
                </a:lnTo>
                <a:lnTo>
                  <a:pt x="327899" y="41388"/>
                </a:lnTo>
                <a:lnTo>
                  <a:pt x="327544" y="40753"/>
                </a:lnTo>
                <a:lnTo>
                  <a:pt x="327168" y="40135"/>
                </a:lnTo>
                <a:lnTo>
                  <a:pt x="326771" y="39534"/>
                </a:lnTo>
                <a:lnTo>
                  <a:pt x="326355" y="38950"/>
                </a:lnTo>
                <a:lnTo>
                  <a:pt x="325918" y="38382"/>
                </a:lnTo>
                <a:lnTo>
                  <a:pt x="325461" y="37831"/>
                </a:lnTo>
                <a:lnTo>
                  <a:pt x="324983" y="37297"/>
                </a:lnTo>
                <a:lnTo>
                  <a:pt x="324488" y="36781"/>
                </a:lnTo>
                <a:lnTo>
                  <a:pt x="323978" y="36288"/>
                </a:lnTo>
                <a:lnTo>
                  <a:pt x="323452" y="35817"/>
                </a:lnTo>
                <a:lnTo>
                  <a:pt x="322912" y="35368"/>
                </a:lnTo>
                <a:lnTo>
                  <a:pt x="322356" y="34940"/>
                </a:lnTo>
                <a:lnTo>
                  <a:pt x="321785" y="34535"/>
                </a:lnTo>
                <a:lnTo>
                  <a:pt x="321199" y="34151"/>
                </a:lnTo>
                <a:lnTo>
                  <a:pt x="320597" y="33790"/>
                </a:lnTo>
                <a:lnTo>
                  <a:pt x="319981" y="33450"/>
                </a:lnTo>
                <a:lnTo>
                  <a:pt x="319350" y="33132"/>
                </a:lnTo>
                <a:lnTo>
                  <a:pt x="318703" y="32836"/>
                </a:lnTo>
                <a:lnTo>
                  <a:pt x="318041" y="32562"/>
                </a:lnTo>
                <a:lnTo>
                  <a:pt x="317364" y="32310"/>
                </a:lnTo>
                <a:lnTo>
                  <a:pt x="316672" y="32080"/>
                </a:lnTo>
                <a:lnTo>
                  <a:pt x="315965" y="31872"/>
                </a:lnTo>
                <a:lnTo>
                  <a:pt x="315242" y="31686"/>
                </a:lnTo>
                <a:lnTo>
                  <a:pt x="314505" y="31521"/>
                </a:lnTo>
                <a:lnTo>
                  <a:pt x="313752" y="31379"/>
                </a:lnTo>
                <a:lnTo>
                  <a:pt x="312984" y="31258"/>
                </a:lnTo>
                <a:lnTo>
                  <a:pt x="312201" y="31160"/>
                </a:lnTo>
                <a:lnTo>
                  <a:pt x="311403" y="31083"/>
                </a:lnTo>
                <a:lnTo>
                  <a:pt x="310590" y="31028"/>
                </a:lnTo>
                <a:lnTo>
                  <a:pt x="309761" y="30995"/>
                </a:lnTo>
                <a:lnTo>
                  <a:pt x="308918" y="30984"/>
                </a:lnTo>
                <a:lnTo>
                  <a:pt x="308179" y="30993"/>
                </a:lnTo>
                <a:lnTo>
                  <a:pt x="307456" y="31020"/>
                </a:lnTo>
                <a:lnTo>
                  <a:pt x="306748" y="31065"/>
                </a:lnTo>
                <a:lnTo>
                  <a:pt x="306055" y="31128"/>
                </a:lnTo>
                <a:lnTo>
                  <a:pt x="305377" y="31208"/>
                </a:lnTo>
                <a:lnTo>
                  <a:pt x="304715" y="31307"/>
                </a:lnTo>
                <a:lnTo>
                  <a:pt x="304067" y="31423"/>
                </a:lnTo>
                <a:lnTo>
                  <a:pt x="303435" y="31558"/>
                </a:lnTo>
                <a:lnTo>
                  <a:pt x="302818" y="31710"/>
                </a:lnTo>
                <a:lnTo>
                  <a:pt x="302215" y="31881"/>
                </a:lnTo>
                <a:lnTo>
                  <a:pt x="301628" y="32069"/>
                </a:lnTo>
                <a:lnTo>
                  <a:pt x="301057" y="32275"/>
                </a:lnTo>
                <a:lnTo>
                  <a:pt x="300500" y="32499"/>
                </a:lnTo>
                <a:lnTo>
                  <a:pt x="299958" y="32741"/>
                </a:lnTo>
                <a:lnTo>
                  <a:pt x="299432" y="33001"/>
                </a:lnTo>
                <a:lnTo>
                  <a:pt x="298921" y="33279"/>
                </a:lnTo>
                <a:lnTo>
                  <a:pt x="298425" y="33575"/>
                </a:lnTo>
                <a:lnTo>
                  <a:pt x="297944" y="33889"/>
                </a:lnTo>
                <a:lnTo>
                  <a:pt x="297478" y="34220"/>
                </a:lnTo>
                <a:lnTo>
                  <a:pt x="297027" y="34570"/>
                </a:lnTo>
                <a:lnTo>
                  <a:pt x="296591" y="34938"/>
                </a:lnTo>
                <a:lnTo>
                  <a:pt x="296171" y="35323"/>
                </a:lnTo>
                <a:lnTo>
                  <a:pt x="295766" y="35727"/>
                </a:lnTo>
                <a:lnTo>
                  <a:pt x="295375" y="36148"/>
                </a:lnTo>
                <a:lnTo>
                  <a:pt x="295001" y="36587"/>
                </a:lnTo>
                <a:lnTo>
                  <a:pt x="294642" y="37044"/>
                </a:lnTo>
                <a:lnTo>
                  <a:pt x="294300" y="37518"/>
                </a:lnTo>
                <a:lnTo>
                  <a:pt x="293973" y="38009"/>
                </a:lnTo>
                <a:lnTo>
                  <a:pt x="293662" y="38519"/>
                </a:lnTo>
                <a:lnTo>
                  <a:pt x="293368" y="39045"/>
                </a:lnTo>
                <a:lnTo>
                  <a:pt x="293089" y="39590"/>
                </a:lnTo>
                <a:lnTo>
                  <a:pt x="292826" y="40151"/>
                </a:lnTo>
                <a:lnTo>
                  <a:pt x="292579" y="40731"/>
                </a:lnTo>
                <a:lnTo>
                  <a:pt x="292348" y="41328"/>
                </a:lnTo>
                <a:lnTo>
                  <a:pt x="292133" y="41942"/>
                </a:lnTo>
                <a:lnTo>
                  <a:pt x="291933" y="42574"/>
                </a:lnTo>
                <a:lnTo>
                  <a:pt x="291750" y="43224"/>
                </a:lnTo>
                <a:lnTo>
                  <a:pt x="291583" y="43891"/>
                </a:lnTo>
                <a:lnTo>
                  <a:pt x="291519" y="44180"/>
                </a:lnTo>
                <a:lnTo>
                  <a:pt x="291476" y="44180"/>
                </a:lnTo>
                <a:lnTo>
                  <a:pt x="291476" y="32131"/>
                </a:lnTo>
                <a:lnTo>
                  <a:pt x="277934" y="32131"/>
                </a:lnTo>
                <a:lnTo>
                  <a:pt x="277934" y="95246"/>
                </a:lnTo>
                <a:close/>
                <a:moveTo>
                  <a:pt x="380525" y="32131"/>
                </a:moveTo>
                <a:lnTo>
                  <a:pt x="347590" y="32131"/>
                </a:lnTo>
                <a:lnTo>
                  <a:pt x="347590" y="45099"/>
                </a:lnTo>
                <a:lnTo>
                  <a:pt x="366755" y="45099"/>
                </a:lnTo>
                <a:lnTo>
                  <a:pt x="366755" y="82165"/>
                </a:lnTo>
                <a:lnTo>
                  <a:pt x="344722" y="82165"/>
                </a:lnTo>
                <a:lnTo>
                  <a:pt x="344722" y="95246"/>
                </a:lnTo>
                <a:lnTo>
                  <a:pt x="400033" y="95246"/>
                </a:lnTo>
                <a:lnTo>
                  <a:pt x="400033" y="82165"/>
                </a:lnTo>
                <a:lnTo>
                  <a:pt x="380525" y="82165"/>
                </a:lnTo>
                <a:lnTo>
                  <a:pt x="380525" y="32131"/>
                </a:lnTo>
                <a:close/>
                <a:moveTo>
                  <a:pt x="443467" y="96223"/>
                </a:moveTo>
                <a:lnTo>
                  <a:pt x="444386" y="96127"/>
                </a:lnTo>
                <a:lnTo>
                  <a:pt x="445289" y="96010"/>
                </a:lnTo>
                <a:lnTo>
                  <a:pt x="446174" y="95871"/>
                </a:lnTo>
                <a:lnTo>
                  <a:pt x="447043" y="95711"/>
                </a:lnTo>
                <a:lnTo>
                  <a:pt x="447896" y="95530"/>
                </a:lnTo>
                <a:lnTo>
                  <a:pt x="448731" y="95327"/>
                </a:lnTo>
                <a:lnTo>
                  <a:pt x="449550" y="95104"/>
                </a:lnTo>
                <a:lnTo>
                  <a:pt x="450352" y="94858"/>
                </a:lnTo>
                <a:lnTo>
                  <a:pt x="451138" y="94592"/>
                </a:lnTo>
                <a:lnTo>
                  <a:pt x="451906" y="94304"/>
                </a:lnTo>
                <a:lnTo>
                  <a:pt x="452658" y="93995"/>
                </a:lnTo>
                <a:lnTo>
                  <a:pt x="453393" y="93665"/>
                </a:lnTo>
                <a:lnTo>
                  <a:pt x="454112" y="93313"/>
                </a:lnTo>
                <a:lnTo>
                  <a:pt x="454813" y="92940"/>
                </a:lnTo>
                <a:lnTo>
                  <a:pt x="455498" y="92546"/>
                </a:lnTo>
                <a:lnTo>
                  <a:pt x="456166" y="92130"/>
                </a:lnTo>
                <a:lnTo>
                  <a:pt x="456818" y="91693"/>
                </a:lnTo>
                <a:lnTo>
                  <a:pt x="457453" y="91235"/>
                </a:lnTo>
                <a:lnTo>
                  <a:pt x="458070" y="90755"/>
                </a:lnTo>
                <a:lnTo>
                  <a:pt x="458672" y="90254"/>
                </a:lnTo>
                <a:lnTo>
                  <a:pt x="459253" y="89735"/>
                </a:lnTo>
                <a:lnTo>
                  <a:pt x="459811" y="89200"/>
                </a:lnTo>
                <a:lnTo>
                  <a:pt x="460345" y="88650"/>
                </a:lnTo>
                <a:lnTo>
                  <a:pt x="460856" y="88085"/>
                </a:lnTo>
                <a:lnTo>
                  <a:pt x="461343" y="87504"/>
                </a:lnTo>
                <a:lnTo>
                  <a:pt x="461806" y="86909"/>
                </a:lnTo>
                <a:lnTo>
                  <a:pt x="462247" y="86297"/>
                </a:lnTo>
                <a:lnTo>
                  <a:pt x="462663" y="85671"/>
                </a:lnTo>
                <a:lnTo>
                  <a:pt x="463056" y="85029"/>
                </a:lnTo>
                <a:lnTo>
                  <a:pt x="463426" y="84371"/>
                </a:lnTo>
                <a:lnTo>
                  <a:pt x="463772" y="83699"/>
                </a:lnTo>
                <a:lnTo>
                  <a:pt x="464095" y="83011"/>
                </a:lnTo>
                <a:lnTo>
                  <a:pt x="464394" y="82307"/>
                </a:lnTo>
                <a:lnTo>
                  <a:pt x="464669" y="81589"/>
                </a:lnTo>
                <a:lnTo>
                  <a:pt x="464921" y="80855"/>
                </a:lnTo>
                <a:lnTo>
                  <a:pt x="465150" y="80105"/>
                </a:lnTo>
                <a:lnTo>
                  <a:pt x="465355" y="79341"/>
                </a:lnTo>
                <a:lnTo>
                  <a:pt x="465536" y="78561"/>
                </a:lnTo>
                <a:lnTo>
                  <a:pt x="465694" y="77765"/>
                </a:lnTo>
                <a:lnTo>
                  <a:pt x="465828" y="76955"/>
                </a:lnTo>
                <a:lnTo>
                  <a:pt x="465939" y="76128"/>
                </a:lnTo>
                <a:lnTo>
                  <a:pt x="466027" y="75287"/>
                </a:lnTo>
                <a:lnTo>
                  <a:pt x="466091" y="74430"/>
                </a:lnTo>
                <a:lnTo>
                  <a:pt x="466131" y="73558"/>
                </a:lnTo>
                <a:lnTo>
                  <a:pt x="451787" y="73558"/>
                </a:lnTo>
                <a:lnTo>
                  <a:pt x="451753" y="73966"/>
                </a:lnTo>
                <a:lnTo>
                  <a:pt x="451710" y="74365"/>
                </a:lnTo>
                <a:lnTo>
                  <a:pt x="451657" y="74757"/>
                </a:lnTo>
                <a:lnTo>
                  <a:pt x="451594" y="75141"/>
                </a:lnTo>
                <a:lnTo>
                  <a:pt x="451522" y="75517"/>
                </a:lnTo>
                <a:lnTo>
                  <a:pt x="451439" y="75886"/>
                </a:lnTo>
                <a:lnTo>
                  <a:pt x="451347" y="76246"/>
                </a:lnTo>
                <a:lnTo>
                  <a:pt x="451245" y="76599"/>
                </a:lnTo>
                <a:lnTo>
                  <a:pt x="451134" y="76944"/>
                </a:lnTo>
                <a:lnTo>
                  <a:pt x="451012" y="77282"/>
                </a:lnTo>
                <a:lnTo>
                  <a:pt x="450881" y="77611"/>
                </a:lnTo>
                <a:lnTo>
                  <a:pt x="450740" y="77933"/>
                </a:lnTo>
                <a:lnTo>
                  <a:pt x="450589" y="78247"/>
                </a:lnTo>
                <a:lnTo>
                  <a:pt x="450429" y="78554"/>
                </a:lnTo>
                <a:lnTo>
                  <a:pt x="450259" y="78852"/>
                </a:lnTo>
                <a:lnTo>
                  <a:pt x="450079" y="79143"/>
                </a:lnTo>
                <a:lnTo>
                  <a:pt x="449889" y="79426"/>
                </a:lnTo>
                <a:lnTo>
                  <a:pt x="449689" y="79701"/>
                </a:lnTo>
                <a:lnTo>
                  <a:pt x="449480" y="79968"/>
                </a:lnTo>
                <a:lnTo>
                  <a:pt x="449261" y="80228"/>
                </a:lnTo>
                <a:lnTo>
                  <a:pt x="449032" y="80480"/>
                </a:lnTo>
                <a:lnTo>
                  <a:pt x="448793" y="80724"/>
                </a:lnTo>
                <a:lnTo>
                  <a:pt x="448545" y="80961"/>
                </a:lnTo>
                <a:lnTo>
                  <a:pt x="448286" y="81189"/>
                </a:lnTo>
                <a:lnTo>
                  <a:pt x="448019" y="81409"/>
                </a:lnTo>
                <a:lnTo>
                  <a:pt x="447744" y="81620"/>
                </a:lnTo>
                <a:lnTo>
                  <a:pt x="447461" y="81821"/>
                </a:lnTo>
                <a:lnTo>
                  <a:pt x="447169" y="82013"/>
                </a:lnTo>
                <a:lnTo>
                  <a:pt x="446870" y="82196"/>
                </a:lnTo>
                <a:lnTo>
                  <a:pt x="446562" y="82369"/>
                </a:lnTo>
                <a:lnTo>
                  <a:pt x="446246" y="82533"/>
                </a:lnTo>
                <a:lnTo>
                  <a:pt x="445921" y="82687"/>
                </a:lnTo>
                <a:lnTo>
                  <a:pt x="445589" y="82832"/>
                </a:lnTo>
                <a:lnTo>
                  <a:pt x="445248" y="82968"/>
                </a:lnTo>
                <a:lnTo>
                  <a:pt x="444900" y="83095"/>
                </a:lnTo>
                <a:lnTo>
                  <a:pt x="444543" y="83212"/>
                </a:lnTo>
                <a:lnTo>
                  <a:pt x="444178" y="83319"/>
                </a:lnTo>
                <a:lnTo>
                  <a:pt x="443804" y="83418"/>
                </a:lnTo>
                <a:lnTo>
                  <a:pt x="443423" y="83507"/>
                </a:lnTo>
                <a:lnTo>
                  <a:pt x="443033" y="83586"/>
                </a:lnTo>
                <a:lnTo>
                  <a:pt x="442636" y="83656"/>
                </a:lnTo>
                <a:lnTo>
                  <a:pt x="442230" y="83717"/>
                </a:lnTo>
                <a:lnTo>
                  <a:pt x="441816" y="83769"/>
                </a:lnTo>
                <a:lnTo>
                  <a:pt x="441393" y="83811"/>
                </a:lnTo>
                <a:lnTo>
                  <a:pt x="440963" y="83844"/>
                </a:lnTo>
                <a:lnTo>
                  <a:pt x="440524" y="83867"/>
                </a:lnTo>
                <a:lnTo>
                  <a:pt x="440077" y="83881"/>
                </a:lnTo>
                <a:lnTo>
                  <a:pt x="439622" y="83886"/>
                </a:lnTo>
                <a:lnTo>
                  <a:pt x="439149" y="83880"/>
                </a:lnTo>
                <a:lnTo>
                  <a:pt x="438683" y="83863"/>
                </a:lnTo>
                <a:lnTo>
                  <a:pt x="438226" y="83836"/>
                </a:lnTo>
                <a:lnTo>
                  <a:pt x="437777" y="83796"/>
                </a:lnTo>
                <a:lnTo>
                  <a:pt x="437337" y="83746"/>
                </a:lnTo>
                <a:lnTo>
                  <a:pt x="436905" y="83685"/>
                </a:lnTo>
                <a:lnTo>
                  <a:pt x="436481" y="83612"/>
                </a:lnTo>
                <a:lnTo>
                  <a:pt x="436066" y="83529"/>
                </a:lnTo>
                <a:lnTo>
                  <a:pt x="435659" y="83434"/>
                </a:lnTo>
                <a:lnTo>
                  <a:pt x="435260" y="83328"/>
                </a:lnTo>
                <a:lnTo>
                  <a:pt x="434870" y="83211"/>
                </a:lnTo>
                <a:lnTo>
                  <a:pt x="434488" y="83082"/>
                </a:lnTo>
                <a:lnTo>
                  <a:pt x="434115" y="82943"/>
                </a:lnTo>
                <a:lnTo>
                  <a:pt x="433749" y="82792"/>
                </a:lnTo>
                <a:lnTo>
                  <a:pt x="433393" y="82631"/>
                </a:lnTo>
                <a:lnTo>
                  <a:pt x="433044" y="82458"/>
                </a:lnTo>
                <a:lnTo>
                  <a:pt x="432704" y="82274"/>
                </a:lnTo>
                <a:lnTo>
                  <a:pt x="432372" y="82078"/>
                </a:lnTo>
                <a:lnTo>
                  <a:pt x="432049" y="81872"/>
                </a:lnTo>
                <a:lnTo>
                  <a:pt x="431734" y="81654"/>
                </a:lnTo>
                <a:lnTo>
                  <a:pt x="431427" y="81426"/>
                </a:lnTo>
                <a:lnTo>
                  <a:pt x="431129" y="81186"/>
                </a:lnTo>
                <a:lnTo>
                  <a:pt x="430839" y="80935"/>
                </a:lnTo>
                <a:lnTo>
                  <a:pt x="430557" y="80673"/>
                </a:lnTo>
                <a:lnTo>
                  <a:pt x="430286" y="80400"/>
                </a:lnTo>
                <a:lnTo>
                  <a:pt x="430026" y="80119"/>
                </a:lnTo>
                <a:lnTo>
                  <a:pt x="429778" y="79828"/>
                </a:lnTo>
                <a:lnTo>
                  <a:pt x="429541" y="79528"/>
                </a:lnTo>
                <a:lnTo>
                  <a:pt x="429316" y="79219"/>
                </a:lnTo>
                <a:lnTo>
                  <a:pt x="429102" y="78901"/>
                </a:lnTo>
                <a:lnTo>
                  <a:pt x="428900" y="78574"/>
                </a:lnTo>
                <a:lnTo>
                  <a:pt x="428709" y="78237"/>
                </a:lnTo>
                <a:lnTo>
                  <a:pt x="428530" y="77892"/>
                </a:lnTo>
                <a:lnTo>
                  <a:pt x="428363" y="77537"/>
                </a:lnTo>
                <a:lnTo>
                  <a:pt x="428207" y="77173"/>
                </a:lnTo>
                <a:lnTo>
                  <a:pt x="428062" y="76800"/>
                </a:lnTo>
                <a:lnTo>
                  <a:pt x="427929" y="76418"/>
                </a:lnTo>
                <a:lnTo>
                  <a:pt x="427808" y="76026"/>
                </a:lnTo>
                <a:lnTo>
                  <a:pt x="427698" y="75625"/>
                </a:lnTo>
                <a:lnTo>
                  <a:pt x="427600" y="75216"/>
                </a:lnTo>
                <a:lnTo>
                  <a:pt x="427514" y="74797"/>
                </a:lnTo>
                <a:lnTo>
                  <a:pt x="427438" y="74369"/>
                </a:lnTo>
                <a:lnTo>
                  <a:pt x="427375" y="73931"/>
                </a:lnTo>
                <a:lnTo>
                  <a:pt x="427323" y="73485"/>
                </a:lnTo>
                <a:lnTo>
                  <a:pt x="427283" y="73029"/>
                </a:lnTo>
                <a:lnTo>
                  <a:pt x="427254" y="72565"/>
                </a:lnTo>
                <a:lnTo>
                  <a:pt x="427236" y="72091"/>
                </a:lnTo>
                <a:lnTo>
                  <a:pt x="427231" y="71608"/>
                </a:lnTo>
                <a:lnTo>
                  <a:pt x="427231" y="55656"/>
                </a:lnTo>
                <a:lnTo>
                  <a:pt x="427236" y="55173"/>
                </a:lnTo>
                <a:lnTo>
                  <a:pt x="427254" y="54699"/>
                </a:lnTo>
                <a:lnTo>
                  <a:pt x="427283" y="54235"/>
                </a:lnTo>
                <a:lnTo>
                  <a:pt x="427323" y="53780"/>
                </a:lnTo>
                <a:lnTo>
                  <a:pt x="427375" y="53335"/>
                </a:lnTo>
                <a:lnTo>
                  <a:pt x="427438" y="52899"/>
                </a:lnTo>
                <a:lnTo>
                  <a:pt x="427514" y="52472"/>
                </a:lnTo>
                <a:lnTo>
                  <a:pt x="427600" y="52054"/>
                </a:lnTo>
                <a:lnTo>
                  <a:pt x="427698" y="51646"/>
                </a:lnTo>
                <a:lnTo>
                  <a:pt x="427808" y="51248"/>
                </a:lnTo>
                <a:lnTo>
                  <a:pt x="427929" y="50858"/>
                </a:lnTo>
                <a:lnTo>
                  <a:pt x="428062" y="50478"/>
                </a:lnTo>
                <a:lnTo>
                  <a:pt x="428207" y="50108"/>
                </a:lnTo>
                <a:lnTo>
                  <a:pt x="428363" y="49746"/>
                </a:lnTo>
                <a:lnTo>
                  <a:pt x="428530" y="49394"/>
                </a:lnTo>
                <a:lnTo>
                  <a:pt x="428709" y="49052"/>
                </a:lnTo>
                <a:lnTo>
                  <a:pt x="428900" y="48719"/>
                </a:lnTo>
                <a:lnTo>
                  <a:pt x="429102" y="48395"/>
                </a:lnTo>
                <a:lnTo>
                  <a:pt x="429316" y="48080"/>
                </a:lnTo>
                <a:lnTo>
                  <a:pt x="429541" y="47775"/>
                </a:lnTo>
                <a:lnTo>
                  <a:pt x="429778" y="47480"/>
                </a:lnTo>
                <a:lnTo>
                  <a:pt x="430026" y="47193"/>
                </a:lnTo>
                <a:lnTo>
                  <a:pt x="430286" y="46916"/>
                </a:lnTo>
                <a:lnTo>
                  <a:pt x="430557" y="46649"/>
                </a:lnTo>
                <a:lnTo>
                  <a:pt x="430839" y="46391"/>
                </a:lnTo>
                <a:lnTo>
                  <a:pt x="431129" y="46144"/>
                </a:lnTo>
                <a:lnTo>
                  <a:pt x="431427" y="45909"/>
                </a:lnTo>
                <a:lnTo>
                  <a:pt x="431734" y="45684"/>
                </a:lnTo>
                <a:lnTo>
                  <a:pt x="432049" y="45470"/>
                </a:lnTo>
                <a:lnTo>
                  <a:pt x="432372" y="45267"/>
                </a:lnTo>
                <a:lnTo>
                  <a:pt x="432704" y="45076"/>
                </a:lnTo>
                <a:lnTo>
                  <a:pt x="433044" y="44895"/>
                </a:lnTo>
                <a:lnTo>
                  <a:pt x="433393" y="44725"/>
                </a:lnTo>
                <a:lnTo>
                  <a:pt x="433749" y="44566"/>
                </a:lnTo>
                <a:lnTo>
                  <a:pt x="434115" y="44418"/>
                </a:lnTo>
                <a:lnTo>
                  <a:pt x="434488" y="44281"/>
                </a:lnTo>
                <a:lnTo>
                  <a:pt x="434870" y="44155"/>
                </a:lnTo>
                <a:lnTo>
                  <a:pt x="435260" y="44040"/>
                </a:lnTo>
                <a:lnTo>
                  <a:pt x="435659" y="43936"/>
                </a:lnTo>
                <a:lnTo>
                  <a:pt x="436066" y="43842"/>
                </a:lnTo>
                <a:lnTo>
                  <a:pt x="436481" y="43760"/>
                </a:lnTo>
                <a:lnTo>
                  <a:pt x="436905" y="43689"/>
                </a:lnTo>
                <a:lnTo>
                  <a:pt x="437337" y="43629"/>
                </a:lnTo>
                <a:lnTo>
                  <a:pt x="437777" y="43579"/>
                </a:lnTo>
                <a:lnTo>
                  <a:pt x="438226" y="43541"/>
                </a:lnTo>
                <a:lnTo>
                  <a:pt x="438683" y="43514"/>
                </a:lnTo>
                <a:lnTo>
                  <a:pt x="439149" y="43497"/>
                </a:lnTo>
                <a:lnTo>
                  <a:pt x="439622" y="43492"/>
                </a:lnTo>
                <a:lnTo>
                  <a:pt x="440077" y="43496"/>
                </a:lnTo>
                <a:lnTo>
                  <a:pt x="440524" y="43510"/>
                </a:lnTo>
                <a:lnTo>
                  <a:pt x="440963" y="43534"/>
                </a:lnTo>
                <a:lnTo>
                  <a:pt x="441393" y="43567"/>
                </a:lnTo>
                <a:lnTo>
                  <a:pt x="441816" y="43609"/>
                </a:lnTo>
                <a:lnTo>
                  <a:pt x="442230" y="43660"/>
                </a:lnTo>
                <a:lnTo>
                  <a:pt x="442636" y="43721"/>
                </a:lnTo>
                <a:lnTo>
                  <a:pt x="443033" y="43791"/>
                </a:lnTo>
                <a:lnTo>
                  <a:pt x="443423" y="43871"/>
                </a:lnTo>
                <a:lnTo>
                  <a:pt x="443804" y="43960"/>
                </a:lnTo>
                <a:lnTo>
                  <a:pt x="444178" y="44058"/>
                </a:lnTo>
                <a:lnTo>
                  <a:pt x="444543" y="44166"/>
                </a:lnTo>
                <a:lnTo>
                  <a:pt x="444900" y="44283"/>
                </a:lnTo>
                <a:lnTo>
                  <a:pt x="445248" y="44409"/>
                </a:lnTo>
                <a:lnTo>
                  <a:pt x="445589" y="44545"/>
                </a:lnTo>
                <a:lnTo>
                  <a:pt x="445921" y="44690"/>
                </a:lnTo>
                <a:lnTo>
                  <a:pt x="446246" y="44845"/>
                </a:lnTo>
                <a:lnTo>
                  <a:pt x="446562" y="45008"/>
                </a:lnTo>
                <a:lnTo>
                  <a:pt x="446870" y="45182"/>
                </a:lnTo>
                <a:lnTo>
                  <a:pt x="447169" y="45364"/>
                </a:lnTo>
                <a:lnTo>
                  <a:pt x="447461" y="45556"/>
                </a:lnTo>
                <a:lnTo>
                  <a:pt x="447744" y="45758"/>
                </a:lnTo>
                <a:lnTo>
                  <a:pt x="448019" y="45968"/>
                </a:lnTo>
                <a:lnTo>
                  <a:pt x="448286" y="46188"/>
                </a:lnTo>
                <a:lnTo>
                  <a:pt x="448545" y="46417"/>
                </a:lnTo>
                <a:lnTo>
                  <a:pt x="448793" y="46653"/>
                </a:lnTo>
                <a:lnTo>
                  <a:pt x="449032" y="46897"/>
                </a:lnTo>
                <a:lnTo>
                  <a:pt x="449261" y="47149"/>
                </a:lnTo>
                <a:lnTo>
                  <a:pt x="449480" y="47409"/>
                </a:lnTo>
                <a:lnTo>
                  <a:pt x="449689" y="47676"/>
                </a:lnTo>
                <a:lnTo>
                  <a:pt x="449889" y="47952"/>
                </a:lnTo>
                <a:lnTo>
                  <a:pt x="450079" y="48235"/>
                </a:lnTo>
                <a:lnTo>
                  <a:pt x="450259" y="48526"/>
                </a:lnTo>
                <a:lnTo>
                  <a:pt x="450429" y="48824"/>
                </a:lnTo>
                <a:lnTo>
                  <a:pt x="450589" y="49131"/>
                </a:lnTo>
                <a:lnTo>
                  <a:pt x="450740" y="49445"/>
                </a:lnTo>
                <a:lnTo>
                  <a:pt x="450881" y="49767"/>
                </a:lnTo>
                <a:lnTo>
                  <a:pt x="451012" y="50096"/>
                </a:lnTo>
                <a:lnTo>
                  <a:pt x="451134" y="50434"/>
                </a:lnTo>
                <a:lnTo>
                  <a:pt x="451245" y="50779"/>
                </a:lnTo>
                <a:lnTo>
                  <a:pt x="451347" y="51132"/>
                </a:lnTo>
                <a:lnTo>
                  <a:pt x="451439" y="51493"/>
                </a:lnTo>
                <a:lnTo>
                  <a:pt x="451522" y="51861"/>
                </a:lnTo>
                <a:lnTo>
                  <a:pt x="451594" y="52238"/>
                </a:lnTo>
                <a:lnTo>
                  <a:pt x="451657" y="52622"/>
                </a:lnTo>
                <a:lnTo>
                  <a:pt x="451710" y="53014"/>
                </a:lnTo>
                <a:lnTo>
                  <a:pt x="451753" y="53413"/>
                </a:lnTo>
                <a:lnTo>
                  <a:pt x="451787" y="53821"/>
                </a:lnTo>
                <a:lnTo>
                  <a:pt x="466131" y="53821"/>
                </a:lnTo>
                <a:lnTo>
                  <a:pt x="466091" y="52949"/>
                </a:lnTo>
                <a:lnTo>
                  <a:pt x="466027" y="52092"/>
                </a:lnTo>
                <a:lnTo>
                  <a:pt x="465939" y="51250"/>
                </a:lnTo>
                <a:lnTo>
                  <a:pt x="465828" y="50424"/>
                </a:lnTo>
                <a:lnTo>
                  <a:pt x="465694" y="49613"/>
                </a:lnTo>
                <a:lnTo>
                  <a:pt x="465536" y="48818"/>
                </a:lnTo>
                <a:lnTo>
                  <a:pt x="465355" y="48038"/>
                </a:lnTo>
                <a:lnTo>
                  <a:pt x="465150" y="47273"/>
                </a:lnTo>
                <a:lnTo>
                  <a:pt x="464921" y="46523"/>
                </a:lnTo>
                <a:lnTo>
                  <a:pt x="464669" y="45789"/>
                </a:lnTo>
                <a:lnTo>
                  <a:pt x="464394" y="45071"/>
                </a:lnTo>
                <a:lnTo>
                  <a:pt x="464095" y="44367"/>
                </a:lnTo>
                <a:lnTo>
                  <a:pt x="463772" y="43679"/>
                </a:lnTo>
                <a:lnTo>
                  <a:pt x="463426" y="43006"/>
                </a:lnTo>
                <a:lnTo>
                  <a:pt x="463056" y="42349"/>
                </a:lnTo>
                <a:lnTo>
                  <a:pt x="462663" y="41707"/>
                </a:lnTo>
                <a:lnTo>
                  <a:pt x="462247" y="41080"/>
                </a:lnTo>
                <a:lnTo>
                  <a:pt x="461806" y="40469"/>
                </a:lnTo>
                <a:lnTo>
                  <a:pt x="461343" y="39873"/>
                </a:lnTo>
                <a:lnTo>
                  <a:pt x="460856" y="39292"/>
                </a:lnTo>
                <a:lnTo>
                  <a:pt x="460345" y="38727"/>
                </a:lnTo>
                <a:lnTo>
                  <a:pt x="459811" y="38177"/>
                </a:lnTo>
                <a:lnTo>
                  <a:pt x="459253" y="37642"/>
                </a:lnTo>
                <a:lnTo>
                  <a:pt x="458672" y="37123"/>
                </a:lnTo>
                <a:lnTo>
                  <a:pt x="458070" y="36622"/>
                </a:lnTo>
                <a:lnTo>
                  <a:pt x="457453" y="36143"/>
                </a:lnTo>
                <a:lnTo>
                  <a:pt x="456818" y="35684"/>
                </a:lnTo>
                <a:lnTo>
                  <a:pt x="456166" y="35247"/>
                </a:lnTo>
                <a:lnTo>
                  <a:pt x="455498" y="34832"/>
                </a:lnTo>
                <a:lnTo>
                  <a:pt x="454813" y="34437"/>
                </a:lnTo>
                <a:lnTo>
                  <a:pt x="454112" y="34064"/>
                </a:lnTo>
                <a:lnTo>
                  <a:pt x="453393" y="33713"/>
                </a:lnTo>
                <a:lnTo>
                  <a:pt x="452658" y="33382"/>
                </a:lnTo>
                <a:lnTo>
                  <a:pt x="451906" y="33073"/>
                </a:lnTo>
                <a:lnTo>
                  <a:pt x="451138" y="32785"/>
                </a:lnTo>
                <a:lnTo>
                  <a:pt x="450352" y="32519"/>
                </a:lnTo>
                <a:lnTo>
                  <a:pt x="449550" y="32274"/>
                </a:lnTo>
                <a:lnTo>
                  <a:pt x="448731" y="32050"/>
                </a:lnTo>
                <a:lnTo>
                  <a:pt x="447896" y="31847"/>
                </a:lnTo>
                <a:lnTo>
                  <a:pt x="447043" y="31666"/>
                </a:lnTo>
                <a:lnTo>
                  <a:pt x="446174" y="31506"/>
                </a:lnTo>
                <a:lnTo>
                  <a:pt x="445289" y="31368"/>
                </a:lnTo>
                <a:lnTo>
                  <a:pt x="444386" y="31251"/>
                </a:lnTo>
                <a:lnTo>
                  <a:pt x="443467" y="31155"/>
                </a:lnTo>
                <a:lnTo>
                  <a:pt x="442531" y="31080"/>
                </a:lnTo>
                <a:lnTo>
                  <a:pt x="441578" y="31027"/>
                </a:lnTo>
                <a:lnTo>
                  <a:pt x="440609" y="30995"/>
                </a:lnTo>
                <a:lnTo>
                  <a:pt x="439622" y="30984"/>
                </a:lnTo>
                <a:lnTo>
                  <a:pt x="438957" y="30989"/>
                </a:lnTo>
                <a:lnTo>
                  <a:pt x="438298" y="31005"/>
                </a:lnTo>
                <a:lnTo>
                  <a:pt x="437646" y="31032"/>
                </a:lnTo>
                <a:lnTo>
                  <a:pt x="437001" y="31069"/>
                </a:lnTo>
                <a:lnTo>
                  <a:pt x="436363" y="31116"/>
                </a:lnTo>
                <a:lnTo>
                  <a:pt x="435732" y="31174"/>
                </a:lnTo>
                <a:lnTo>
                  <a:pt x="435108" y="31243"/>
                </a:lnTo>
                <a:lnTo>
                  <a:pt x="434491" y="31322"/>
                </a:lnTo>
                <a:lnTo>
                  <a:pt x="433881" y="31412"/>
                </a:lnTo>
                <a:lnTo>
                  <a:pt x="433278" y="31512"/>
                </a:lnTo>
                <a:lnTo>
                  <a:pt x="432681" y="31623"/>
                </a:lnTo>
                <a:lnTo>
                  <a:pt x="432092" y="31745"/>
                </a:lnTo>
                <a:lnTo>
                  <a:pt x="431510" y="31877"/>
                </a:lnTo>
                <a:lnTo>
                  <a:pt x="430935" y="32019"/>
                </a:lnTo>
                <a:lnTo>
                  <a:pt x="430366" y="32172"/>
                </a:lnTo>
                <a:lnTo>
                  <a:pt x="429805" y="32336"/>
                </a:lnTo>
                <a:lnTo>
                  <a:pt x="429251" y="32510"/>
                </a:lnTo>
                <a:lnTo>
                  <a:pt x="428703" y="32695"/>
                </a:lnTo>
                <a:lnTo>
                  <a:pt x="428163" y="32890"/>
                </a:lnTo>
                <a:lnTo>
                  <a:pt x="427629" y="33096"/>
                </a:lnTo>
                <a:lnTo>
                  <a:pt x="427103" y="33313"/>
                </a:lnTo>
                <a:lnTo>
                  <a:pt x="426583" y="33540"/>
                </a:lnTo>
                <a:lnTo>
                  <a:pt x="426071" y="33777"/>
                </a:lnTo>
                <a:lnTo>
                  <a:pt x="425565" y="34026"/>
                </a:lnTo>
                <a:lnTo>
                  <a:pt x="425068" y="34283"/>
                </a:lnTo>
                <a:lnTo>
                  <a:pt x="424580" y="34549"/>
                </a:lnTo>
                <a:lnTo>
                  <a:pt x="424102" y="34824"/>
                </a:lnTo>
                <a:lnTo>
                  <a:pt x="423632" y="35108"/>
                </a:lnTo>
                <a:lnTo>
                  <a:pt x="423173" y="35399"/>
                </a:lnTo>
                <a:lnTo>
                  <a:pt x="422722" y="35700"/>
                </a:lnTo>
                <a:lnTo>
                  <a:pt x="422281" y="36009"/>
                </a:lnTo>
                <a:lnTo>
                  <a:pt x="421849" y="36326"/>
                </a:lnTo>
                <a:lnTo>
                  <a:pt x="421427" y="36653"/>
                </a:lnTo>
                <a:lnTo>
                  <a:pt x="421014" y="36987"/>
                </a:lnTo>
                <a:lnTo>
                  <a:pt x="420610" y="37331"/>
                </a:lnTo>
                <a:lnTo>
                  <a:pt x="420216" y="37683"/>
                </a:lnTo>
                <a:lnTo>
                  <a:pt x="419831" y="38043"/>
                </a:lnTo>
                <a:lnTo>
                  <a:pt x="419455" y="38412"/>
                </a:lnTo>
                <a:lnTo>
                  <a:pt x="419089" y="38790"/>
                </a:lnTo>
                <a:lnTo>
                  <a:pt x="418732" y="39176"/>
                </a:lnTo>
                <a:lnTo>
                  <a:pt x="418384" y="39571"/>
                </a:lnTo>
                <a:lnTo>
                  <a:pt x="418046" y="39974"/>
                </a:lnTo>
                <a:lnTo>
                  <a:pt x="417717" y="40386"/>
                </a:lnTo>
                <a:lnTo>
                  <a:pt x="417398" y="40806"/>
                </a:lnTo>
                <a:lnTo>
                  <a:pt x="417087" y="41236"/>
                </a:lnTo>
                <a:lnTo>
                  <a:pt x="416787" y="41673"/>
                </a:lnTo>
                <a:lnTo>
                  <a:pt x="416495" y="42119"/>
                </a:lnTo>
                <a:lnTo>
                  <a:pt x="416213" y="42574"/>
                </a:lnTo>
                <a:lnTo>
                  <a:pt x="415942" y="43037"/>
                </a:lnTo>
                <a:lnTo>
                  <a:pt x="415682" y="43507"/>
                </a:lnTo>
                <a:lnTo>
                  <a:pt x="415433" y="43985"/>
                </a:lnTo>
                <a:lnTo>
                  <a:pt x="415197" y="44471"/>
                </a:lnTo>
                <a:lnTo>
                  <a:pt x="414971" y="44964"/>
                </a:lnTo>
                <a:lnTo>
                  <a:pt x="414758" y="45465"/>
                </a:lnTo>
                <a:lnTo>
                  <a:pt x="414555" y="45973"/>
                </a:lnTo>
                <a:lnTo>
                  <a:pt x="414365" y="46489"/>
                </a:lnTo>
                <a:lnTo>
                  <a:pt x="414186" y="47012"/>
                </a:lnTo>
                <a:lnTo>
                  <a:pt x="414018" y="47543"/>
                </a:lnTo>
                <a:lnTo>
                  <a:pt x="413862" y="48082"/>
                </a:lnTo>
                <a:lnTo>
                  <a:pt x="413718" y="48628"/>
                </a:lnTo>
                <a:lnTo>
                  <a:pt x="413585" y="49181"/>
                </a:lnTo>
                <a:lnTo>
                  <a:pt x="413464" y="49743"/>
                </a:lnTo>
                <a:lnTo>
                  <a:pt x="413354" y="50312"/>
                </a:lnTo>
                <a:lnTo>
                  <a:pt x="413256" y="50888"/>
                </a:lnTo>
                <a:lnTo>
                  <a:pt x="413169" y="51472"/>
                </a:lnTo>
                <a:lnTo>
                  <a:pt x="413094" y="52063"/>
                </a:lnTo>
                <a:lnTo>
                  <a:pt x="413031" y="52662"/>
                </a:lnTo>
                <a:lnTo>
                  <a:pt x="412979" y="53269"/>
                </a:lnTo>
                <a:lnTo>
                  <a:pt x="412938" y="53883"/>
                </a:lnTo>
                <a:lnTo>
                  <a:pt x="412909" y="54505"/>
                </a:lnTo>
                <a:lnTo>
                  <a:pt x="412892" y="55135"/>
                </a:lnTo>
                <a:lnTo>
                  <a:pt x="412886" y="55771"/>
                </a:lnTo>
                <a:lnTo>
                  <a:pt x="412886" y="71608"/>
                </a:lnTo>
                <a:lnTo>
                  <a:pt x="412892" y="72235"/>
                </a:lnTo>
                <a:lnTo>
                  <a:pt x="412909" y="72856"/>
                </a:lnTo>
                <a:lnTo>
                  <a:pt x="412938" y="73470"/>
                </a:lnTo>
                <a:lnTo>
                  <a:pt x="412979" y="74076"/>
                </a:lnTo>
                <a:lnTo>
                  <a:pt x="413031" y="74676"/>
                </a:lnTo>
                <a:lnTo>
                  <a:pt x="413094" y="75269"/>
                </a:lnTo>
                <a:lnTo>
                  <a:pt x="413169" y="75855"/>
                </a:lnTo>
                <a:lnTo>
                  <a:pt x="413256" y="76433"/>
                </a:lnTo>
                <a:lnTo>
                  <a:pt x="413354" y="77005"/>
                </a:lnTo>
                <a:lnTo>
                  <a:pt x="413464" y="77570"/>
                </a:lnTo>
                <a:lnTo>
                  <a:pt x="413585" y="78128"/>
                </a:lnTo>
                <a:lnTo>
                  <a:pt x="413718" y="78679"/>
                </a:lnTo>
                <a:lnTo>
                  <a:pt x="413862" y="79223"/>
                </a:lnTo>
                <a:lnTo>
                  <a:pt x="414018" y="79760"/>
                </a:lnTo>
                <a:lnTo>
                  <a:pt x="414186" y="80290"/>
                </a:lnTo>
                <a:lnTo>
                  <a:pt x="414365" y="80813"/>
                </a:lnTo>
                <a:lnTo>
                  <a:pt x="414555" y="81329"/>
                </a:lnTo>
                <a:lnTo>
                  <a:pt x="414758" y="81839"/>
                </a:lnTo>
                <a:lnTo>
                  <a:pt x="414971" y="82341"/>
                </a:lnTo>
                <a:lnTo>
                  <a:pt x="415197" y="82836"/>
                </a:lnTo>
                <a:lnTo>
                  <a:pt x="415433" y="83324"/>
                </a:lnTo>
                <a:lnTo>
                  <a:pt x="415682" y="83806"/>
                </a:lnTo>
                <a:lnTo>
                  <a:pt x="415942" y="84280"/>
                </a:lnTo>
                <a:lnTo>
                  <a:pt x="416213" y="84747"/>
                </a:lnTo>
                <a:lnTo>
                  <a:pt x="416495" y="85207"/>
                </a:lnTo>
                <a:lnTo>
                  <a:pt x="416787" y="85657"/>
                </a:lnTo>
                <a:lnTo>
                  <a:pt x="417087" y="86099"/>
                </a:lnTo>
                <a:lnTo>
                  <a:pt x="417398" y="86532"/>
                </a:lnTo>
                <a:lnTo>
                  <a:pt x="417717" y="86956"/>
                </a:lnTo>
                <a:lnTo>
                  <a:pt x="418046" y="87372"/>
                </a:lnTo>
                <a:lnTo>
                  <a:pt x="418384" y="87779"/>
                </a:lnTo>
                <a:lnTo>
                  <a:pt x="418732" y="88177"/>
                </a:lnTo>
                <a:lnTo>
                  <a:pt x="419089" y="88566"/>
                </a:lnTo>
                <a:lnTo>
                  <a:pt x="419455" y="88946"/>
                </a:lnTo>
                <a:lnTo>
                  <a:pt x="419831" y="89318"/>
                </a:lnTo>
                <a:lnTo>
                  <a:pt x="420216" y="89681"/>
                </a:lnTo>
                <a:lnTo>
                  <a:pt x="420610" y="90035"/>
                </a:lnTo>
                <a:lnTo>
                  <a:pt x="421014" y="90381"/>
                </a:lnTo>
                <a:lnTo>
                  <a:pt x="421427" y="90718"/>
                </a:lnTo>
                <a:lnTo>
                  <a:pt x="421849" y="91045"/>
                </a:lnTo>
                <a:lnTo>
                  <a:pt x="422281" y="91365"/>
                </a:lnTo>
                <a:lnTo>
                  <a:pt x="422722" y="91675"/>
                </a:lnTo>
                <a:lnTo>
                  <a:pt x="423173" y="91977"/>
                </a:lnTo>
                <a:lnTo>
                  <a:pt x="423632" y="92270"/>
                </a:lnTo>
                <a:lnTo>
                  <a:pt x="424102" y="92554"/>
                </a:lnTo>
                <a:lnTo>
                  <a:pt x="424580" y="92829"/>
                </a:lnTo>
                <a:lnTo>
                  <a:pt x="425068" y="93096"/>
                </a:lnTo>
                <a:lnTo>
                  <a:pt x="425565" y="93353"/>
                </a:lnTo>
                <a:lnTo>
                  <a:pt x="426071" y="93602"/>
                </a:lnTo>
                <a:lnTo>
                  <a:pt x="426583" y="93839"/>
                </a:lnTo>
                <a:lnTo>
                  <a:pt x="427103" y="94066"/>
                </a:lnTo>
                <a:lnTo>
                  <a:pt x="427629" y="94282"/>
                </a:lnTo>
                <a:lnTo>
                  <a:pt x="428163" y="94488"/>
                </a:lnTo>
                <a:lnTo>
                  <a:pt x="428703" y="94683"/>
                </a:lnTo>
                <a:lnTo>
                  <a:pt x="429251" y="94868"/>
                </a:lnTo>
                <a:lnTo>
                  <a:pt x="429805" y="95042"/>
                </a:lnTo>
                <a:lnTo>
                  <a:pt x="430366" y="95206"/>
                </a:lnTo>
                <a:lnTo>
                  <a:pt x="430935" y="95359"/>
                </a:lnTo>
                <a:lnTo>
                  <a:pt x="431510" y="95501"/>
                </a:lnTo>
                <a:lnTo>
                  <a:pt x="432092" y="95633"/>
                </a:lnTo>
                <a:lnTo>
                  <a:pt x="432681" y="95755"/>
                </a:lnTo>
                <a:lnTo>
                  <a:pt x="433278" y="95865"/>
                </a:lnTo>
                <a:lnTo>
                  <a:pt x="433881" y="95966"/>
                </a:lnTo>
                <a:lnTo>
                  <a:pt x="434491" y="96055"/>
                </a:lnTo>
                <a:lnTo>
                  <a:pt x="435108" y="96135"/>
                </a:lnTo>
                <a:lnTo>
                  <a:pt x="435732" y="96203"/>
                </a:lnTo>
                <a:lnTo>
                  <a:pt x="436363" y="96261"/>
                </a:lnTo>
                <a:lnTo>
                  <a:pt x="437001" y="96309"/>
                </a:lnTo>
                <a:lnTo>
                  <a:pt x="437646" y="96346"/>
                </a:lnTo>
                <a:lnTo>
                  <a:pt x="438298" y="96372"/>
                </a:lnTo>
                <a:lnTo>
                  <a:pt x="438957" y="96388"/>
                </a:lnTo>
                <a:lnTo>
                  <a:pt x="439622" y="96393"/>
                </a:lnTo>
                <a:lnTo>
                  <a:pt x="440609" y="96383"/>
                </a:lnTo>
                <a:lnTo>
                  <a:pt x="441578" y="96351"/>
                </a:lnTo>
                <a:lnTo>
                  <a:pt x="442531" y="96297"/>
                </a:lnTo>
                <a:lnTo>
                  <a:pt x="443467" y="96223"/>
                </a:lnTo>
                <a:close/>
              </a:path>
            </a:pathLst>
          </a:custGeom>
          <a:solidFill xmlns:a="http://schemas.openxmlformats.org/drawingml/2006/main">
            <a:srgbClr val="0550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detail.py">
            <a:extLst xmlns:a="http://schemas.openxmlformats.org/drawingml/2006/main">
              <a:ext uri="{FF2B5EF4-FFF2-40B4-BE49-F238E27FC236}">
                <a16:creationId xmlns:a16="http://schemas.microsoft.com/office/drawing/2014/main" id="{7CB0E967-6DD8-46BC-80B0-54B66221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022" y="2237644"/>
            <a:ext cx="607279" cy="110851"/>
          </a:xfrm>
          <a:custGeom xmlns:a="http://schemas.openxmlformats.org/drawingml/2006/main">
            <a:pathLst>
              <a:path w="607279" h="110851">
                <a:moveTo>
                  <a:pt x="37337" y="37152"/>
                </a:moveTo>
                <a:lnTo>
                  <a:pt x="37186" y="36619"/>
                </a:lnTo>
                <a:lnTo>
                  <a:pt x="37018" y="36098"/>
                </a:lnTo>
                <a:lnTo>
                  <a:pt x="36835" y="35588"/>
                </a:lnTo>
                <a:lnTo>
                  <a:pt x="36636" y="35089"/>
                </a:lnTo>
                <a:lnTo>
                  <a:pt x="36421" y="34601"/>
                </a:lnTo>
                <a:lnTo>
                  <a:pt x="36190" y="34125"/>
                </a:lnTo>
                <a:lnTo>
                  <a:pt x="35942" y="33661"/>
                </a:lnTo>
                <a:lnTo>
                  <a:pt x="35679" y="33207"/>
                </a:lnTo>
                <a:lnTo>
                  <a:pt x="35400" y="32765"/>
                </a:lnTo>
                <a:lnTo>
                  <a:pt x="35106" y="32335"/>
                </a:lnTo>
                <a:lnTo>
                  <a:pt x="34795" y="31916"/>
                </a:lnTo>
                <a:lnTo>
                  <a:pt x="34468" y="31508"/>
                </a:lnTo>
                <a:lnTo>
                  <a:pt x="34125" y="31111"/>
                </a:lnTo>
                <a:lnTo>
                  <a:pt x="33766" y="30726"/>
                </a:lnTo>
                <a:lnTo>
                  <a:pt x="33392" y="30352"/>
                </a:lnTo>
                <a:lnTo>
                  <a:pt x="33004" y="29992"/>
                </a:lnTo>
                <a:lnTo>
                  <a:pt x="32605" y="29646"/>
                </a:lnTo>
                <a:lnTo>
                  <a:pt x="32194" y="29317"/>
                </a:lnTo>
                <a:lnTo>
                  <a:pt x="31773" y="29002"/>
                </a:lnTo>
                <a:lnTo>
                  <a:pt x="31340" y="28703"/>
                </a:lnTo>
                <a:lnTo>
                  <a:pt x="30896" y="28419"/>
                </a:lnTo>
                <a:lnTo>
                  <a:pt x="30441" y="28151"/>
                </a:lnTo>
                <a:lnTo>
                  <a:pt x="29975" y="27898"/>
                </a:lnTo>
                <a:lnTo>
                  <a:pt x="29498" y="27660"/>
                </a:lnTo>
                <a:lnTo>
                  <a:pt x="29009" y="27438"/>
                </a:lnTo>
                <a:lnTo>
                  <a:pt x="28510" y="27230"/>
                </a:lnTo>
                <a:lnTo>
                  <a:pt x="27999" y="27039"/>
                </a:lnTo>
                <a:lnTo>
                  <a:pt x="27477" y="26862"/>
                </a:lnTo>
                <a:lnTo>
                  <a:pt x="26944" y="26701"/>
                </a:lnTo>
                <a:lnTo>
                  <a:pt x="26400" y="26555"/>
                </a:lnTo>
                <a:lnTo>
                  <a:pt x="25845" y="26425"/>
                </a:lnTo>
                <a:lnTo>
                  <a:pt x="25278" y="26310"/>
                </a:lnTo>
                <a:lnTo>
                  <a:pt x="24700" y="26210"/>
                </a:lnTo>
                <a:lnTo>
                  <a:pt x="24111" y="26126"/>
                </a:lnTo>
                <a:lnTo>
                  <a:pt x="23511" y="26057"/>
                </a:lnTo>
                <a:lnTo>
                  <a:pt x="22900" y="26003"/>
                </a:lnTo>
                <a:lnTo>
                  <a:pt x="22278" y="25965"/>
                </a:lnTo>
                <a:lnTo>
                  <a:pt x="21645" y="25942"/>
                </a:lnTo>
                <a:lnTo>
                  <a:pt x="21000" y="25934"/>
                </a:lnTo>
                <a:lnTo>
                  <a:pt x="20213" y="25946"/>
                </a:lnTo>
                <a:lnTo>
                  <a:pt x="19439" y="25980"/>
                </a:lnTo>
                <a:lnTo>
                  <a:pt x="18678" y="26036"/>
                </a:lnTo>
                <a:lnTo>
                  <a:pt x="17930" y="26116"/>
                </a:lnTo>
                <a:lnTo>
                  <a:pt x="17195" y="26218"/>
                </a:lnTo>
                <a:lnTo>
                  <a:pt x="16474" y="26343"/>
                </a:lnTo>
                <a:lnTo>
                  <a:pt x="15766" y="26491"/>
                </a:lnTo>
                <a:lnTo>
                  <a:pt x="15070" y="26661"/>
                </a:lnTo>
                <a:lnTo>
                  <a:pt x="14388" y="26854"/>
                </a:lnTo>
                <a:lnTo>
                  <a:pt x="13720" y="27070"/>
                </a:lnTo>
                <a:lnTo>
                  <a:pt x="13064" y="27308"/>
                </a:lnTo>
                <a:lnTo>
                  <a:pt x="12421" y="27570"/>
                </a:lnTo>
                <a:lnTo>
                  <a:pt x="11792" y="27854"/>
                </a:lnTo>
                <a:lnTo>
                  <a:pt x="11176" y="28160"/>
                </a:lnTo>
                <a:lnTo>
                  <a:pt x="10572" y="28490"/>
                </a:lnTo>
                <a:lnTo>
                  <a:pt x="9983" y="28842"/>
                </a:lnTo>
                <a:lnTo>
                  <a:pt x="9406" y="29216"/>
                </a:lnTo>
                <a:lnTo>
                  <a:pt x="8842" y="29614"/>
                </a:lnTo>
                <a:lnTo>
                  <a:pt x="8292" y="30034"/>
                </a:lnTo>
                <a:lnTo>
                  <a:pt x="7754" y="30477"/>
                </a:lnTo>
                <a:lnTo>
                  <a:pt x="7230" y="30943"/>
                </a:lnTo>
                <a:lnTo>
                  <a:pt x="6719" y="31431"/>
                </a:lnTo>
                <a:lnTo>
                  <a:pt x="6221" y="31942"/>
                </a:lnTo>
                <a:lnTo>
                  <a:pt x="5736" y="32476"/>
                </a:lnTo>
                <a:lnTo>
                  <a:pt x="5268" y="33029"/>
                </a:lnTo>
                <a:lnTo>
                  <a:pt x="4820" y="33598"/>
                </a:lnTo>
                <a:lnTo>
                  <a:pt x="4392" y="34183"/>
                </a:lnTo>
                <a:lnTo>
                  <a:pt x="3984" y="34784"/>
                </a:lnTo>
                <a:lnTo>
                  <a:pt x="3595" y="35400"/>
                </a:lnTo>
                <a:lnTo>
                  <a:pt x="3227" y="36033"/>
                </a:lnTo>
                <a:lnTo>
                  <a:pt x="2878" y="36682"/>
                </a:lnTo>
                <a:lnTo>
                  <a:pt x="2549" y="37346"/>
                </a:lnTo>
                <a:lnTo>
                  <a:pt x="2241" y="38027"/>
                </a:lnTo>
                <a:lnTo>
                  <a:pt x="1952" y="38723"/>
                </a:lnTo>
                <a:lnTo>
                  <a:pt x="1683" y="39436"/>
                </a:lnTo>
                <a:lnTo>
                  <a:pt x="1434" y="40164"/>
                </a:lnTo>
                <a:lnTo>
                  <a:pt x="1205" y="40908"/>
                </a:lnTo>
                <a:lnTo>
                  <a:pt x="996" y="41668"/>
                </a:lnTo>
                <a:lnTo>
                  <a:pt x="807" y="42444"/>
                </a:lnTo>
                <a:lnTo>
                  <a:pt x="637" y="43237"/>
                </a:lnTo>
                <a:lnTo>
                  <a:pt x="488" y="44045"/>
                </a:lnTo>
                <a:lnTo>
                  <a:pt x="359" y="44869"/>
                </a:lnTo>
                <a:lnTo>
                  <a:pt x="249" y="45709"/>
                </a:lnTo>
                <a:lnTo>
                  <a:pt x="159" y="46564"/>
                </a:lnTo>
                <a:lnTo>
                  <a:pt x="90" y="47436"/>
                </a:lnTo>
                <a:lnTo>
                  <a:pt x="40" y="48324"/>
                </a:lnTo>
                <a:lnTo>
                  <a:pt x="10" y="49228"/>
                </a:lnTo>
                <a:lnTo>
                  <a:pt x="0" y="50147"/>
                </a:lnTo>
                <a:lnTo>
                  <a:pt x="0" y="67246"/>
                </a:lnTo>
                <a:lnTo>
                  <a:pt x="10" y="68156"/>
                </a:lnTo>
                <a:lnTo>
                  <a:pt x="40" y="69051"/>
                </a:lnTo>
                <a:lnTo>
                  <a:pt x="91" y="69930"/>
                </a:lnTo>
                <a:lnTo>
                  <a:pt x="161" y="70793"/>
                </a:lnTo>
                <a:lnTo>
                  <a:pt x="251" y="71642"/>
                </a:lnTo>
                <a:lnTo>
                  <a:pt x="362" y="72474"/>
                </a:lnTo>
                <a:lnTo>
                  <a:pt x="493" y="73291"/>
                </a:lnTo>
                <a:lnTo>
                  <a:pt x="644" y="74093"/>
                </a:lnTo>
                <a:lnTo>
                  <a:pt x="815" y="74878"/>
                </a:lnTo>
                <a:lnTo>
                  <a:pt x="1006" y="75649"/>
                </a:lnTo>
                <a:lnTo>
                  <a:pt x="1217" y="76404"/>
                </a:lnTo>
                <a:lnTo>
                  <a:pt x="1449" y="77143"/>
                </a:lnTo>
                <a:lnTo>
                  <a:pt x="1700" y="77867"/>
                </a:lnTo>
                <a:lnTo>
                  <a:pt x="1972" y="78575"/>
                </a:lnTo>
                <a:lnTo>
                  <a:pt x="2263" y="79268"/>
                </a:lnTo>
                <a:lnTo>
                  <a:pt x="2575" y="79945"/>
                </a:lnTo>
                <a:lnTo>
                  <a:pt x="2907" y="80607"/>
                </a:lnTo>
                <a:lnTo>
                  <a:pt x="3259" y="81253"/>
                </a:lnTo>
                <a:lnTo>
                  <a:pt x="3631" y="81883"/>
                </a:lnTo>
                <a:lnTo>
                  <a:pt x="4024" y="82498"/>
                </a:lnTo>
                <a:lnTo>
                  <a:pt x="4436" y="83098"/>
                </a:lnTo>
                <a:lnTo>
                  <a:pt x="4869" y="83682"/>
                </a:lnTo>
                <a:lnTo>
                  <a:pt x="5321" y="84250"/>
                </a:lnTo>
                <a:lnTo>
                  <a:pt x="5794" y="84803"/>
                </a:lnTo>
                <a:lnTo>
                  <a:pt x="6283" y="85337"/>
                </a:lnTo>
                <a:lnTo>
                  <a:pt x="6785" y="85848"/>
                </a:lnTo>
                <a:lnTo>
                  <a:pt x="7300" y="86336"/>
                </a:lnTo>
                <a:lnTo>
                  <a:pt x="7826" y="86802"/>
                </a:lnTo>
                <a:lnTo>
                  <a:pt x="8366" y="87244"/>
                </a:lnTo>
                <a:lnTo>
                  <a:pt x="8918" y="87665"/>
                </a:lnTo>
                <a:lnTo>
                  <a:pt x="9482" y="88062"/>
                </a:lnTo>
                <a:lnTo>
                  <a:pt x="10060" y="88437"/>
                </a:lnTo>
                <a:lnTo>
                  <a:pt x="10649" y="88789"/>
                </a:lnTo>
                <a:lnTo>
                  <a:pt x="11251" y="89118"/>
                </a:lnTo>
                <a:lnTo>
                  <a:pt x="11866" y="89424"/>
                </a:lnTo>
                <a:lnTo>
                  <a:pt x="12493" y="89708"/>
                </a:lnTo>
                <a:lnTo>
                  <a:pt x="13133" y="89969"/>
                </a:lnTo>
                <a:lnTo>
                  <a:pt x="13786" y="90208"/>
                </a:lnTo>
                <a:lnTo>
                  <a:pt x="14451" y="90424"/>
                </a:lnTo>
                <a:lnTo>
                  <a:pt x="15128" y="90617"/>
                </a:lnTo>
                <a:lnTo>
                  <a:pt x="15818" y="90787"/>
                </a:lnTo>
                <a:lnTo>
                  <a:pt x="16521" y="90935"/>
                </a:lnTo>
                <a:lnTo>
                  <a:pt x="17236" y="91059"/>
                </a:lnTo>
                <a:lnTo>
                  <a:pt x="17964" y="91162"/>
                </a:lnTo>
                <a:lnTo>
                  <a:pt x="18704" y="91241"/>
                </a:lnTo>
                <a:lnTo>
                  <a:pt x="19457" y="91298"/>
                </a:lnTo>
                <a:lnTo>
                  <a:pt x="20222" y="91332"/>
                </a:lnTo>
                <a:lnTo>
                  <a:pt x="21000" y="91343"/>
                </a:lnTo>
                <a:lnTo>
                  <a:pt x="21645" y="91336"/>
                </a:lnTo>
                <a:lnTo>
                  <a:pt x="22278" y="91313"/>
                </a:lnTo>
                <a:lnTo>
                  <a:pt x="22900" y="91274"/>
                </a:lnTo>
                <a:lnTo>
                  <a:pt x="23511" y="91221"/>
                </a:lnTo>
                <a:lnTo>
                  <a:pt x="24111" y="91152"/>
                </a:lnTo>
                <a:lnTo>
                  <a:pt x="24700" y="91067"/>
                </a:lnTo>
                <a:lnTo>
                  <a:pt x="25278" y="90967"/>
                </a:lnTo>
                <a:lnTo>
                  <a:pt x="25845" y="90852"/>
                </a:lnTo>
                <a:lnTo>
                  <a:pt x="26400" y="90722"/>
                </a:lnTo>
                <a:lnTo>
                  <a:pt x="26944" y="90576"/>
                </a:lnTo>
                <a:lnTo>
                  <a:pt x="27477" y="90415"/>
                </a:lnTo>
                <a:lnTo>
                  <a:pt x="27999" y="90239"/>
                </a:lnTo>
                <a:lnTo>
                  <a:pt x="28510" y="90047"/>
                </a:lnTo>
                <a:lnTo>
                  <a:pt x="29009" y="89840"/>
                </a:lnTo>
                <a:lnTo>
                  <a:pt x="29498" y="89618"/>
                </a:lnTo>
                <a:lnTo>
                  <a:pt x="29975" y="89380"/>
                </a:lnTo>
                <a:lnTo>
                  <a:pt x="30441" y="89127"/>
                </a:lnTo>
                <a:lnTo>
                  <a:pt x="30896" y="88858"/>
                </a:lnTo>
                <a:lnTo>
                  <a:pt x="31340" y="88575"/>
                </a:lnTo>
                <a:lnTo>
                  <a:pt x="31773" y="88275"/>
                </a:lnTo>
                <a:lnTo>
                  <a:pt x="32194" y="87961"/>
                </a:lnTo>
                <a:lnTo>
                  <a:pt x="32605" y="87631"/>
                </a:lnTo>
                <a:lnTo>
                  <a:pt x="33004" y="87286"/>
                </a:lnTo>
                <a:lnTo>
                  <a:pt x="33392" y="86926"/>
                </a:lnTo>
                <a:lnTo>
                  <a:pt x="33766" y="86552"/>
                </a:lnTo>
                <a:lnTo>
                  <a:pt x="34125" y="86166"/>
                </a:lnTo>
                <a:lnTo>
                  <a:pt x="34468" y="85770"/>
                </a:lnTo>
                <a:lnTo>
                  <a:pt x="34795" y="85362"/>
                </a:lnTo>
                <a:lnTo>
                  <a:pt x="35106" y="84943"/>
                </a:lnTo>
                <a:lnTo>
                  <a:pt x="35400" y="84512"/>
                </a:lnTo>
                <a:lnTo>
                  <a:pt x="35679" y="84070"/>
                </a:lnTo>
                <a:lnTo>
                  <a:pt x="35942" y="83617"/>
                </a:lnTo>
                <a:lnTo>
                  <a:pt x="36190" y="83152"/>
                </a:lnTo>
                <a:lnTo>
                  <a:pt x="36421" y="82676"/>
                </a:lnTo>
                <a:lnTo>
                  <a:pt x="36636" y="82189"/>
                </a:lnTo>
                <a:lnTo>
                  <a:pt x="36835" y="81690"/>
                </a:lnTo>
                <a:lnTo>
                  <a:pt x="37018" y="81180"/>
                </a:lnTo>
                <a:lnTo>
                  <a:pt x="37186" y="80658"/>
                </a:lnTo>
                <a:lnTo>
                  <a:pt x="37337" y="80126"/>
                </a:lnTo>
                <a:lnTo>
                  <a:pt x="37473" y="79581"/>
                </a:lnTo>
                <a:lnTo>
                  <a:pt x="37592" y="79026"/>
                </a:lnTo>
                <a:lnTo>
                  <a:pt x="37696" y="78459"/>
                </a:lnTo>
                <a:lnTo>
                  <a:pt x="37743" y="78148"/>
                </a:lnTo>
                <a:lnTo>
                  <a:pt x="37983" y="78148"/>
                </a:lnTo>
                <a:lnTo>
                  <a:pt x="37983" y="90196"/>
                </a:lnTo>
                <a:lnTo>
                  <a:pt x="51982" y="90196"/>
                </a:lnTo>
                <a:lnTo>
                  <a:pt x="51982" y="6426"/>
                </a:lnTo>
                <a:lnTo>
                  <a:pt x="37638" y="6426"/>
                </a:lnTo>
                <a:lnTo>
                  <a:pt x="37638" y="24097"/>
                </a:lnTo>
                <a:lnTo>
                  <a:pt x="38097" y="39130"/>
                </a:lnTo>
                <a:lnTo>
                  <a:pt x="37743" y="39130"/>
                </a:lnTo>
                <a:lnTo>
                  <a:pt x="37696" y="38819"/>
                </a:lnTo>
                <a:lnTo>
                  <a:pt x="37592" y="38252"/>
                </a:lnTo>
                <a:lnTo>
                  <a:pt x="37473" y="37696"/>
                </a:lnTo>
                <a:lnTo>
                  <a:pt x="37337" y="37152"/>
                </a:lnTo>
                <a:close/>
                <a:moveTo>
                  <a:pt x="24279" y="78860"/>
                </a:moveTo>
                <a:lnTo>
                  <a:pt x="23857" y="78810"/>
                </a:lnTo>
                <a:lnTo>
                  <a:pt x="23444" y="78749"/>
                </a:lnTo>
                <a:lnTo>
                  <a:pt x="23040" y="78676"/>
                </a:lnTo>
                <a:lnTo>
                  <a:pt x="22644" y="78593"/>
                </a:lnTo>
                <a:lnTo>
                  <a:pt x="22256" y="78498"/>
                </a:lnTo>
                <a:lnTo>
                  <a:pt x="21876" y="78392"/>
                </a:lnTo>
                <a:lnTo>
                  <a:pt x="21505" y="78275"/>
                </a:lnTo>
                <a:lnTo>
                  <a:pt x="21142" y="78146"/>
                </a:lnTo>
                <a:lnTo>
                  <a:pt x="20788" y="78007"/>
                </a:lnTo>
                <a:lnTo>
                  <a:pt x="20442" y="77856"/>
                </a:lnTo>
                <a:lnTo>
                  <a:pt x="20104" y="77695"/>
                </a:lnTo>
                <a:lnTo>
                  <a:pt x="19775" y="77522"/>
                </a:lnTo>
                <a:lnTo>
                  <a:pt x="19454" y="77338"/>
                </a:lnTo>
                <a:lnTo>
                  <a:pt x="19141" y="77142"/>
                </a:lnTo>
                <a:lnTo>
                  <a:pt x="18837" y="76936"/>
                </a:lnTo>
                <a:lnTo>
                  <a:pt x="18541" y="76718"/>
                </a:lnTo>
                <a:lnTo>
                  <a:pt x="18254" y="76490"/>
                </a:lnTo>
                <a:lnTo>
                  <a:pt x="17975" y="76250"/>
                </a:lnTo>
                <a:lnTo>
                  <a:pt x="17704" y="75999"/>
                </a:lnTo>
                <a:lnTo>
                  <a:pt x="17442" y="75737"/>
                </a:lnTo>
                <a:lnTo>
                  <a:pt x="17189" y="75464"/>
                </a:lnTo>
                <a:lnTo>
                  <a:pt x="16947" y="75182"/>
                </a:lnTo>
                <a:lnTo>
                  <a:pt x="16716" y="74890"/>
                </a:lnTo>
                <a:lnTo>
                  <a:pt x="16495" y="74589"/>
                </a:lnTo>
                <a:lnTo>
                  <a:pt x="16286" y="74278"/>
                </a:lnTo>
                <a:lnTo>
                  <a:pt x="16087" y="73958"/>
                </a:lnTo>
                <a:lnTo>
                  <a:pt x="15898" y="73628"/>
                </a:lnTo>
                <a:lnTo>
                  <a:pt x="15721" y="73289"/>
                </a:lnTo>
                <a:lnTo>
                  <a:pt x="15554" y="72940"/>
                </a:lnTo>
                <a:lnTo>
                  <a:pt x="15398" y="72581"/>
                </a:lnTo>
                <a:lnTo>
                  <a:pt x="15253" y="72213"/>
                </a:lnTo>
                <a:lnTo>
                  <a:pt x="15119" y="71835"/>
                </a:lnTo>
                <a:lnTo>
                  <a:pt x="14995" y="71448"/>
                </a:lnTo>
                <a:lnTo>
                  <a:pt x="14882" y="71051"/>
                </a:lnTo>
                <a:lnTo>
                  <a:pt x="14780" y="70645"/>
                </a:lnTo>
                <a:lnTo>
                  <a:pt x="14688" y="70229"/>
                </a:lnTo>
                <a:lnTo>
                  <a:pt x="14608" y="69804"/>
                </a:lnTo>
                <a:lnTo>
                  <a:pt x="14538" y="69369"/>
                </a:lnTo>
                <a:lnTo>
                  <a:pt x="14479" y="68924"/>
                </a:lnTo>
                <a:lnTo>
                  <a:pt x="14430" y="68470"/>
                </a:lnTo>
                <a:lnTo>
                  <a:pt x="14393" y="68006"/>
                </a:lnTo>
                <a:lnTo>
                  <a:pt x="14366" y="67533"/>
                </a:lnTo>
                <a:lnTo>
                  <a:pt x="14350" y="67050"/>
                </a:lnTo>
                <a:lnTo>
                  <a:pt x="14344" y="66558"/>
                </a:lnTo>
                <a:lnTo>
                  <a:pt x="14344" y="50722"/>
                </a:lnTo>
                <a:lnTo>
                  <a:pt x="14350" y="50229"/>
                </a:lnTo>
                <a:lnTo>
                  <a:pt x="14366" y="49746"/>
                </a:lnTo>
                <a:lnTo>
                  <a:pt x="14393" y="49273"/>
                </a:lnTo>
                <a:lnTo>
                  <a:pt x="14430" y="48809"/>
                </a:lnTo>
                <a:lnTo>
                  <a:pt x="14479" y="48355"/>
                </a:lnTo>
                <a:lnTo>
                  <a:pt x="14538" y="47910"/>
                </a:lnTo>
                <a:lnTo>
                  <a:pt x="14608" y="47475"/>
                </a:lnTo>
                <a:lnTo>
                  <a:pt x="14688" y="47049"/>
                </a:lnTo>
                <a:lnTo>
                  <a:pt x="14780" y="46633"/>
                </a:lnTo>
                <a:lnTo>
                  <a:pt x="14882" y="46227"/>
                </a:lnTo>
                <a:lnTo>
                  <a:pt x="14995" y="45830"/>
                </a:lnTo>
                <a:lnTo>
                  <a:pt x="15119" y="45443"/>
                </a:lnTo>
                <a:lnTo>
                  <a:pt x="15253" y="45065"/>
                </a:lnTo>
                <a:lnTo>
                  <a:pt x="15398" y="44697"/>
                </a:lnTo>
                <a:lnTo>
                  <a:pt x="15554" y="44338"/>
                </a:lnTo>
                <a:lnTo>
                  <a:pt x="15721" y="43989"/>
                </a:lnTo>
                <a:lnTo>
                  <a:pt x="15898" y="43650"/>
                </a:lnTo>
                <a:lnTo>
                  <a:pt x="16087" y="43320"/>
                </a:lnTo>
                <a:lnTo>
                  <a:pt x="16286" y="42999"/>
                </a:lnTo>
                <a:lnTo>
                  <a:pt x="16495" y="42689"/>
                </a:lnTo>
                <a:lnTo>
                  <a:pt x="16716" y="42387"/>
                </a:lnTo>
                <a:lnTo>
                  <a:pt x="16947" y="42096"/>
                </a:lnTo>
                <a:lnTo>
                  <a:pt x="17189" y="41814"/>
                </a:lnTo>
                <a:lnTo>
                  <a:pt x="17442" y="41541"/>
                </a:lnTo>
                <a:lnTo>
                  <a:pt x="17704" y="41279"/>
                </a:lnTo>
                <a:lnTo>
                  <a:pt x="17975" y="41028"/>
                </a:lnTo>
                <a:lnTo>
                  <a:pt x="18254" y="40788"/>
                </a:lnTo>
                <a:lnTo>
                  <a:pt x="18541" y="40559"/>
                </a:lnTo>
                <a:lnTo>
                  <a:pt x="18837" y="40342"/>
                </a:lnTo>
                <a:lnTo>
                  <a:pt x="19141" y="40135"/>
                </a:lnTo>
                <a:lnTo>
                  <a:pt x="19454" y="39940"/>
                </a:lnTo>
                <a:lnTo>
                  <a:pt x="19775" y="39756"/>
                </a:lnTo>
                <a:lnTo>
                  <a:pt x="20104" y="39583"/>
                </a:lnTo>
                <a:lnTo>
                  <a:pt x="20442" y="39421"/>
                </a:lnTo>
                <a:lnTo>
                  <a:pt x="20788" y="39271"/>
                </a:lnTo>
                <a:lnTo>
                  <a:pt x="21142" y="39131"/>
                </a:lnTo>
                <a:lnTo>
                  <a:pt x="21505" y="39003"/>
                </a:lnTo>
                <a:lnTo>
                  <a:pt x="21876" y="38886"/>
                </a:lnTo>
                <a:lnTo>
                  <a:pt x="22256" y="38780"/>
                </a:lnTo>
                <a:lnTo>
                  <a:pt x="22644" y="38685"/>
                </a:lnTo>
                <a:lnTo>
                  <a:pt x="23040" y="38601"/>
                </a:lnTo>
                <a:lnTo>
                  <a:pt x="23444" y="38529"/>
                </a:lnTo>
                <a:lnTo>
                  <a:pt x="23857" y="38467"/>
                </a:lnTo>
                <a:lnTo>
                  <a:pt x="24279" y="38417"/>
                </a:lnTo>
                <a:lnTo>
                  <a:pt x="24709" y="38378"/>
                </a:lnTo>
                <a:lnTo>
                  <a:pt x="25147" y="38350"/>
                </a:lnTo>
                <a:lnTo>
                  <a:pt x="25593" y="38333"/>
                </a:lnTo>
                <a:lnTo>
                  <a:pt x="26048" y="38328"/>
                </a:lnTo>
                <a:lnTo>
                  <a:pt x="26503" y="38334"/>
                </a:lnTo>
                <a:lnTo>
                  <a:pt x="26949" y="38351"/>
                </a:lnTo>
                <a:lnTo>
                  <a:pt x="27387" y="38379"/>
                </a:lnTo>
                <a:lnTo>
                  <a:pt x="27816" y="38419"/>
                </a:lnTo>
                <a:lnTo>
                  <a:pt x="28236" y="38470"/>
                </a:lnTo>
                <a:lnTo>
                  <a:pt x="28648" y="38532"/>
                </a:lnTo>
                <a:lnTo>
                  <a:pt x="29051" y="38606"/>
                </a:lnTo>
                <a:lnTo>
                  <a:pt x="29446" y="38691"/>
                </a:lnTo>
                <a:lnTo>
                  <a:pt x="29832" y="38788"/>
                </a:lnTo>
                <a:lnTo>
                  <a:pt x="30210" y="38896"/>
                </a:lnTo>
                <a:lnTo>
                  <a:pt x="30579" y="39015"/>
                </a:lnTo>
                <a:lnTo>
                  <a:pt x="30940" y="39146"/>
                </a:lnTo>
                <a:lnTo>
                  <a:pt x="31291" y="39288"/>
                </a:lnTo>
                <a:lnTo>
                  <a:pt x="31635" y="39441"/>
                </a:lnTo>
                <a:lnTo>
                  <a:pt x="31969" y="39606"/>
                </a:lnTo>
                <a:lnTo>
                  <a:pt x="32296" y="39782"/>
                </a:lnTo>
                <a:lnTo>
                  <a:pt x="32613" y="39969"/>
                </a:lnTo>
                <a:lnTo>
                  <a:pt x="32922" y="40168"/>
                </a:lnTo>
                <a:lnTo>
                  <a:pt x="33223" y="40378"/>
                </a:lnTo>
                <a:lnTo>
                  <a:pt x="33515" y="40599"/>
                </a:lnTo>
                <a:lnTo>
                  <a:pt x="33798" y="40832"/>
                </a:lnTo>
                <a:lnTo>
                  <a:pt x="34073" y="41076"/>
                </a:lnTo>
                <a:lnTo>
                  <a:pt x="34339" y="41332"/>
                </a:lnTo>
                <a:lnTo>
                  <a:pt x="34597" y="41599"/>
                </a:lnTo>
                <a:lnTo>
                  <a:pt x="34845" y="41876"/>
                </a:lnTo>
                <a:lnTo>
                  <a:pt x="35082" y="42162"/>
                </a:lnTo>
                <a:lnTo>
                  <a:pt x="35309" y="42456"/>
                </a:lnTo>
                <a:lnTo>
                  <a:pt x="35526" y="42760"/>
                </a:lnTo>
                <a:lnTo>
                  <a:pt x="35732" y="43073"/>
                </a:lnTo>
                <a:lnTo>
                  <a:pt x="35927" y="43395"/>
                </a:lnTo>
                <a:lnTo>
                  <a:pt x="36112" y="43726"/>
                </a:lnTo>
                <a:lnTo>
                  <a:pt x="36286" y="44065"/>
                </a:lnTo>
                <a:lnTo>
                  <a:pt x="36450" y="44414"/>
                </a:lnTo>
                <a:lnTo>
                  <a:pt x="36603" y="44772"/>
                </a:lnTo>
                <a:lnTo>
                  <a:pt x="36746" y="45138"/>
                </a:lnTo>
                <a:lnTo>
                  <a:pt x="36878" y="45514"/>
                </a:lnTo>
                <a:lnTo>
                  <a:pt x="36999" y="45899"/>
                </a:lnTo>
                <a:lnTo>
                  <a:pt x="37110" y="46292"/>
                </a:lnTo>
                <a:lnTo>
                  <a:pt x="37210" y="46695"/>
                </a:lnTo>
                <a:lnTo>
                  <a:pt x="37300" y="47106"/>
                </a:lnTo>
                <a:lnTo>
                  <a:pt x="37379" y="47527"/>
                </a:lnTo>
                <a:lnTo>
                  <a:pt x="37448" y="47956"/>
                </a:lnTo>
                <a:lnTo>
                  <a:pt x="37506" y="48395"/>
                </a:lnTo>
                <a:lnTo>
                  <a:pt x="37554" y="48842"/>
                </a:lnTo>
                <a:lnTo>
                  <a:pt x="37590" y="49299"/>
                </a:lnTo>
                <a:lnTo>
                  <a:pt x="37617" y="49764"/>
                </a:lnTo>
                <a:lnTo>
                  <a:pt x="37633" y="50238"/>
                </a:lnTo>
                <a:lnTo>
                  <a:pt x="37638" y="50722"/>
                </a:lnTo>
                <a:lnTo>
                  <a:pt x="37638" y="66558"/>
                </a:lnTo>
                <a:lnTo>
                  <a:pt x="37633" y="67041"/>
                </a:lnTo>
                <a:lnTo>
                  <a:pt x="37617" y="67515"/>
                </a:lnTo>
                <a:lnTo>
                  <a:pt x="37590" y="67980"/>
                </a:lnTo>
                <a:lnTo>
                  <a:pt x="37554" y="68437"/>
                </a:lnTo>
                <a:lnTo>
                  <a:pt x="37506" y="68884"/>
                </a:lnTo>
                <a:lnTo>
                  <a:pt x="37448" y="69322"/>
                </a:lnTo>
                <a:lnTo>
                  <a:pt x="37379" y="69752"/>
                </a:lnTo>
                <a:lnTo>
                  <a:pt x="37300" y="70172"/>
                </a:lnTo>
                <a:lnTo>
                  <a:pt x="37210" y="70584"/>
                </a:lnTo>
                <a:lnTo>
                  <a:pt x="37110" y="70986"/>
                </a:lnTo>
                <a:lnTo>
                  <a:pt x="36999" y="71380"/>
                </a:lnTo>
                <a:lnTo>
                  <a:pt x="36878" y="71764"/>
                </a:lnTo>
                <a:lnTo>
                  <a:pt x="36746" y="72140"/>
                </a:lnTo>
                <a:lnTo>
                  <a:pt x="36603" y="72507"/>
                </a:lnTo>
                <a:lnTo>
                  <a:pt x="36450" y="72864"/>
                </a:lnTo>
                <a:lnTo>
                  <a:pt x="36286" y="73213"/>
                </a:lnTo>
                <a:lnTo>
                  <a:pt x="36112" y="73553"/>
                </a:lnTo>
                <a:lnTo>
                  <a:pt x="35927" y="73884"/>
                </a:lnTo>
                <a:lnTo>
                  <a:pt x="35732" y="74206"/>
                </a:lnTo>
                <a:lnTo>
                  <a:pt x="35526" y="74519"/>
                </a:lnTo>
                <a:lnTo>
                  <a:pt x="35309" y="74822"/>
                </a:lnTo>
                <a:lnTo>
                  <a:pt x="35082" y="75117"/>
                </a:lnTo>
                <a:lnTo>
                  <a:pt x="34845" y="75403"/>
                </a:lnTo>
                <a:lnTo>
                  <a:pt x="34597" y="75681"/>
                </a:lnTo>
                <a:lnTo>
                  <a:pt x="34339" y="75947"/>
                </a:lnTo>
                <a:lnTo>
                  <a:pt x="34073" y="76203"/>
                </a:lnTo>
                <a:lnTo>
                  <a:pt x="33798" y="76447"/>
                </a:lnTo>
                <a:lnTo>
                  <a:pt x="33515" y="76679"/>
                </a:lnTo>
                <a:lnTo>
                  <a:pt x="33223" y="76901"/>
                </a:lnTo>
                <a:lnTo>
                  <a:pt x="32922" y="77111"/>
                </a:lnTo>
                <a:lnTo>
                  <a:pt x="32613" y="77309"/>
                </a:lnTo>
                <a:lnTo>
                  <a:pt x="32296" y="77497"/>
                </a:lnTo>
                <a:lnTo>
                  <a:pt x="31969" y="77673"/>
                </a:lnTo>
                <a:lnTo>
                  <a:pt x="31635" y="77837"/>
                </a:lnTo>
                <a:lnTo>
                  <a:pt x="31291" y="77990"/>
                </a:lnTo>
                <a:lnTo>
                  <a:pt x="30940" y="78132"/>
                </a:lnTo>
                <a:lnTo>
                  <a:pt x="30579" y="78263"/>
                </a:lnTo>
                <a:lnTo>
                  <a:pt x="30210" y="78382"/>
                </a:lnTo>
                <a:lnTo>
                  <a:pt x="29832" y="78490"/>
                </a:lnTo>
                <a:lnTo>
                  <a:pt x="29446" y="78586"/>
                </a:lnTo>
                <a:lnTo>
                  <a:pt x="29051" y="78672"/>
                </a:lnTo>
                <a:lnTo>
                  <a:pt x="28648" y="78745"/>
                </a:lnTo>
                <a:lnTo>
                  <a:pt x="28236" y="78808"/>
                </a:lnTo>
                <a:lnTo>
                  <a:pt x="27816" y="78859"/>
                </a:lnTo>
                <a:lnTo>
                  <a:pt x="27387" y="78899"/>
                </a:lnTo>
                <a:lnTo>
                  <a:pt x="26949" y="78927"/>
                </a:lnTo>
                <a:lnTo>
                  <a:pt x="26503" y="78944"/>
                </a:lnTo>
                <a:lnTo>
                  <a:pt x="26048" y="78950"/>
                </a:lnTo>
                <a:lnTo>
                  <a:pt x="25593" y="78944"/>
                </a:lnTo>
                <a:lnTo>
                  <a:pt x="25147" y="78927"/>
                </a:lnTo>
                <a:lnTo>
                  <a:pt x="24709" y="78899"/>
                </a:lnTo>
                <a:lnTo>
                  <a:pt x="24279" y="78860"/>
                </a:lnTo>
                <a:close/>
                <a:moveTo>
                  <a:pt x="171539" y="77218"/>
                </a:moveTo>
                <a:lnTo>
                  <a:pt x="171081" y="77187"/>
                </a:lnTo>
                <a:lnTo>
                  <a:pt x="170644" y="77135"/>
                </a:lnTo>
                <a:lnTo>
                  <a:pt x="170228" y="77063"/>
                </a:lnTo>
                <a:lnTo>
                  <a:pt x="169831" y="76969"/>
                </a:lnTo>
                <a:lnTo>
                  <a:pt x="169455" y="76856"/>
                </a:lnTo>
                <a:lnTo>
                  <a:pt x="169100" y="76721"/>
                </a:lnTo>
                <a:lnTo>
                  <a:pt x="168764" y="76566"/>
                </a:lnTo>
                <a:lnTo>
                  <a:pt x="168449" y="76389"/>
                </a:lnTo>
                <a:lnTo>
                  <a:pt x="168155" y="76193"/>
                </a:lnTo>
                <a:lnTo>
                  <a:pt x="167880" y="75975"/>
                </a:lnTo>
                <a:lnTo>
                  <a:pt x="167626" y="75737"/>
                </a:lnTo>
                <a:lnTo>
                  <a:pt x="167392" y="75478"/>
                </a:lnTo>
                <a:lnTo>
                  <a:pt x="167179" y="75198"/>
                </a:lnTo>
                <a:lnTo>
                  <a:pt x="166986" y="74898"/>
                </a:lnTo>
                <a:lnTo>
                  <a:pt x="166813" y="74577"/>
                </a:lnTo>
                <a:lnTo>
                  <a:pt x="166661" y="74235"/>
                </a:lnTo>
                <a:lnTo>
                  <a:pt x="166529" y="73873"/>
                </a:lnTo>
                <a:lnTo>
                  <a:pt x="166417" y="73489"/>
                </a:lnTo>
                <a:lnTo>
                  <a:pt x="166325" y="73086"/>
                </a:lnTo>
                <a:lnTo>
                  <a:pt x="166254" y="72661"/>
                </a:lnTo>
                <a:lnTo>
                  <a:pt x="166203" y="72216"/>
                </a:lnTo>
                <a:lnTo>
                  <a:pt x="166173" y="71749"/>
                </a:lnTo>
                <a:lnTo>
                  <a:pt x="166163" y="71263"/>
                </a:lnTo>
                <a:lnTo>
                  <a:pt x="166163" y="40049"/>
                </a:lnTo>
                <a:lnTo>
                  <a:pt x="190377" y="40049"/>
                </a:lnTo>
                <a:lnTo>
                  <a:pt x="190377" y="27081"/>
                </a:lnTo>
                <a:lnTo>
                  <a:pt x="166163" y="27081"/>
                </a:lnTo>
                <a:lnTo>
                  <a:pt x="166163" y="9294"/>
                </a:lnTo>
                <a:lnTo>
                  <a:pt x="151705" y="9294"/>
                </a:lnTo>
                <a:lnTo>
                  <a:pt x="151705" y="27081"/>
                </a:lnTo>
                <a:lnTo>
                  <a:pt x="134606" y="27081"/>
                </a:lnTo>
                <a:lnTo>
                  <a:pt x="134606" y="40049"/>
                </a:lnTo>
                <a:lnTo>
                  <a:pt x="151705" y="40049"/>
                </a:lnTo>
                <a:lnTo>
                  <a:pt x="151705" y="71263"/>
                </a:lnTo>
                <a:lnTo>
                  <a:pt x="151713" y="71992"/>
                </a:lnTo>
                <a:lnTo>
                  <a:pt x="151740" y="72709"/>
                </a:lnTo>
                <a:lnTo>
                  <a:pt x="151784" y="73412"/>
                </a:lnTo>
                <a:lnTo>
                  <a:pt x="151846" y="74103"/>
                </a:lnTo>
                <a:lnTo>
                  <a:pt x="151926" y="74780"/>
                </a:lnTo>
                <a:lnTo>
                  <a:pt x="152024" y="75444"/>
                </a:lnTo>
                <a:lnTo>
                  <a:pt x="152139" y="76095"/>
                </a:lnTo>
                <a:lnTo>
                  <a:pt x="152272" y="76732"/>
                </a:lnTo>
                <a:lnTo>
                  <a:pt x="152423" y="77357"/>
                </a:lnTo>
                <a:lnTo>
                  <a:pt x="152591" y="77968"/>
                </a:lnTo>
                <a:lnTo>
                  <a:pt x="152777" y="78567"/>
                </a:lnTo>
                <a:lnTo>
                  <a:pt x="152981" y="79152"/>
                </a:lnTo>
                <a:lnTo>
                  <a:pt x="153203" y="79724"/>
                </a:lnTo>
                <a:lnTo>
                  <a:pt x="153442" y="80283"/>
                </a:lnTo>
                <a:lnTo>
                  <a:pt x="153699" y="80828"/>
                </a:lnTo>
                <a:lnTo>
                  <a:pt x="153974" y="81361"/>
                </a:lnTo>
                <a:lnTo>
                  <a:pt x="154266" y="81880"/>
                </a:lnTo>
                <a:lnTo>
                  <a:pt x="154577" y="82387"/>
                </a:lnTo>
                <a:lnTo>
                  <a:pt x="154905" y="82880"/>
                </a:lnTo>
                <a:lnTo>
                  <a:pt x="155250" y="83360"/>
                </a:lnTo>
                <a:lnTo>
                  <a:pt x="155614" y="83827"/>
                </a:lnTo>
                <a:lnTo>
                  <a:pt x="155995" y="84280"/>
                </a:lnTo>
                <a:lnTo>
                  <a:pt x="156394" y="84721"/>
                </a:lnTo>
                <a:lnTo>
                  <a:pt x="156811" y="85148"/>
                </a:lnTo>
                <a:lnTo>
                  <a:pt x="157243" y="85560"/>
                </a:lnTo>
                <a:lnTo>
                  <a:pt x="157689" y="85955"/>
                </a:lnTo>
                <a:lnTo>
                  <a:pt x="158149" y="86331"/>
                </a:lnTo>
                <a:lnTo>
                  <a:pt x="158623" y="86691"/>
                </a:lnTo>
                <a:lnTo>
                  <a:pt x="159111" y="87033"/>
                </a:lnTo>
                <a:lnTo>
                  <a:pt x="159612" y="87357"/>
                </a:lnTo>
                <a:lnTo>
                  <a:pt x="160127" y="87664"/>
                </a:lnTo>
                <a:lnTo>
                  <a:pt x="160655" y="87953"/>
                </a:lnTo>
                <a:lnTo>
                  <a:pt x="161198" y="88224"/>
                </a:lnTo>
                <a:lnTo>
                  <a:pt x="161754" y="88479"/>
                </a:lnTo>
                <a:lnTo>
                  <a:pt x="162324" y="88715"/>
                </a:lnTo>
                <a:lnTo>
                  <a:pt x="162908" y="88934"/>
                </a:lnTo>
                <a:lnTo>
                  <a:pt x="163505" y="89136"/>
                </a:lnTo>
                <a:lnTo>
                  <a:pt x="164116" y="89320"/>
                </a:lnTo>
                <a:lnTo>
                  <a:pt x="164741" y="89486"/>
                </a:lnTo>
                <a:lnTo>
                  <a:pt x="165380" y="89635"/>
                </a:lnTo>
                <a:lnTo>
                  <a:pt x="166032" y="89767"/>
                </a:lnTo>
                <a:lnTo>
                  <a:pt x="166698" y="89881"/>
                </a:lnTo>
                <a:lnTo>
                  <a:pt x="167378" y="89977"/>
                </a:lnTo>
                <a:lnTo>
                  <a:pt x="168071" y="90056"/>
                </a:lnTo>
                <a:lnTo>
                  <a:pt x="168779" y="90118"/>
                </a:lnTo>
                <a:lnTo>
                  <a:pt x="169500" y="90161"/>
                </a:lnTo>
                <a:lnTo>
                  <a:pt x="170235" y="90188"/>
                </a:lnTo>
                <a:lnTo>
                  <a:pt x="170983" y="90196"/>
                </a:lnTo>
                <a:lnTo>
                  <a:pt x="189229" y="90196"/>
                </a:lnTo>
                <a:lnTo>
                  <a:pt x="189229" y="77228"/>
                </a:lnTo>
                <a:lnTo>
                  <a:pt x="172016" y="77228"/>
                </a:lnTo>
                <a:lnTo>
                  <a:pt x="171539" y="77218"/>
                </a:lnTo>
                <a:close/>
                <a:moveTo>
                  <a:pt x="98642" y="91208"/>
                </a:moveTo>
                <a:lnTo>
                  <a:pt x="99436" y="91132"/>
                </a:lnTo>
                <a:lnTo>
                  <a:pt x="100219" y="91039"/>
                </a:lnTo>
                <a:lnTo>
                  <a:pt x="100992" y="90928"/>
                </a:lnTo>
                <a:lnTo>
                  <a:pt x="101755" y="90801"/>
                </a:lnTo>
                <a:lnTo>
                  <a:pt x="102506" y="90658"/>
                </a:lnTo>
                <a:lnTo>
                  <a:pt x="103248" y="90497"/>
                </a:lnTo>
                <a:lnTo>
                  <a:pt x="103978" y="90319"/>
                </a:lnTo>
                <a:lnTo>
                  <a:pt x="104698" y="90124"/>
                </a:lnTo>
                <a:lnTo>
                  <a:pt x="105408" y="89913"/>
                </a:lnTo>
                <a:lnTo>
                  <a:pt x="106107" y="89684"/>
                </a:lnTo>
                <a:lnTo>
                  <a:pt x="106795" y="89438"/>
                </a:lnTo>
                <a:lnTo>
                  <a:pt x="107473" y="89176"/>
                </a:lnTo>
                <a:lnTo>
                  <a:pt x="108141" y="88897"/>
                </a:lnTo>
                <a:lnTo>
                  <a:pt x="108797" y="88600"/>
                </a:lnTo>
                <a:lnTo>
                  <a:pt x="109444" y="88287"/>
                </a:lnTo>
                <a:lnTo>
                  <a:pt x="110079" y="87957"/>
                </a:lnTo>
                <a:lnTo>
                  <a:pt x="110704" y="87610"/>
                </a:lnTo>
                <a:lnTo>
                  <a:pt x="111319" y="87246"/>
                </a:lnTo>
                <a:lnTo>
                  <a:pt x="111923" y="86865"/>
                </a:lnTo>
                <a:lnTo>
                  <a:pt x="112516" y="86467"/>
                </a:lnTo>
                <a:lnTo>
                  <a:pt x="113094" y="86055"/>
                </a:lnTo>
                <a:lnTo>
                  <a:pt x="113654" y="85631"/>
                </a:lnTo>
                <a:lnTo>
                  <a:pt x="114195" y="85196"/>
                </a:lnTo>
                <a:lnTo>
                  <a:pt x="114717" y="84750"/>
                </a:lnTo>
                <a:lnTo>
                  <a:pt x="115220" y="84293"/>
                </a:lnTo>
                <a:lnTo>
                  <a:pt x="115704" y="83824"/>
                </a:lnTo>
                <a:lnTo>
                  <a:pt x="116169" y="83344"/>
                </a:lnTo>
                <a:lnTo>
                  <a:pt x="116615" y="82852"/>
                </a:lnTo>
                <a:lnTo>
                  <a:pt x="117042" y="82349"/>
                </a:lnTo>
                <a:lnTo>
                  <a:pt x="117450" y="81835"/>
                </a:lnTo>
                <a:lnTo>
                  <a:pt x="117840" y="81309"/>
                </a:lnTo>
                <a:lnTo>
                  <a:pt x="118210" y="80772"/>
                </a:lnTo>
                <a:lnTo>
                  <a:pt x="118562" y="80224"/>
                </a:lnTo>
                <a:lnTo>
                  <a:pt x="118894" y="79664"/>
                </a:lnTo>
                <a:lnTo>
                  <a:pt x="119208" y="79093"/>
                </a:lnTo>
                <a:lnTo>
                  <a:pt x="119503" y="78511"/>
                </a:lnTo>
                <a:lnTo>
                  <a:pt x="119779" y="77917"/>
                </a:lnTo>
                <a:lnTo>
                  <a:pt x="120036" y="77312"/>
                </a:lnTo>
                <a:lnTo>
                  <a:pt x="120274" y="76696"/>
                </a:lnTo>
                <a:lnTo>
                  <a:pt x="120493" y="76068"/>
                </a:lnTo>
                <a:lnTo>
                  <a:pt x="120693" y="75428"/>
                </a:lnTo>
                <a:lnTo>
                  <a:pt x="120874" y="74778"/>
                </a:lnTo>
                <a:lnTo>
                  <a:pt x="121036" y="74116"/>
                </a:lnTo>
                <a:lnTo>
                  <a:pt x="121180" y="73443"/>
                </a:lnTo>
                <a:lnTo>
                  <a:pt x="107065" y="73443"/>
                </a:lnTo>
                <a:lnTo>
                  <a:pt x="106994" y="73708"/>
                </a:lnTo>
                <a:lnTo>
                  <a:pt x="106916" y="73967"/>
                </a:lnTo>
                <a:lnTo>
                  <a:pt x="106830" y="74222"/>
                </a:lnTo>
                <a:lnTo>
                  <a:pt x="106737" y="74471"/>
                </a:lnTo>
                <a:lnTo>
                  <a:pt x="106635" y="74714"/>
                </a:lnTo>
                <a:lnTo>
                  <a:pt x="106527" y="74952"/>
                </a:lnTo>
                <a:lnTo>
                  <a:pt x="106411" y="75185"/>
                </a:lnTo>
                <a:lnTo>
                  <a:pt x="106287" y="75413"/>
                </a:lnTo>
                <a:lnTo>
                  <a:pt x="106156" y="75635"/>
                </a:lnTo>
                <a:lnTo>
                  <a:pt x="106017" y="75851"/>
                </a:lnTo>
                <a:lnTo>
                  <a:pt x="105870" y="76063"/>
                </a:lnTo>
                <a:lnTo>
                  <a:pt x="105716" y="76268"/>
                </a:lnTo>
                <a:lnTo>
                  <a:pt x="105555" y="76469"/>
                </a:lnTo>
                <a:lnTo>
                  <a:pt x="105385" y="76664"/>
                </a:lnTo>
                <a:lnTo>
                  <a:pt x="105209" y="76854"/>
                </a:lnTo>
                <a:lnTo>
                  <a:pt x="105024" y="77038"/>
                </a:lnTo>
                <a:lnTo>
                  <a:pt x="104833" y="77217"/>
                </a:lnTo>
                <a:lnTo>
                  <a:pt x="104633" y="77391"/>
                </a:lnTo>
                <a:lnTo>
                  <a:pt x="104426" y="77559"/>
                </a:lnTo>
                <a:lnTo>
                  <a:pt x="104212" y="77722"/>
                </a:lnTo>
                <a:lnTo>
                  <a:pt x="103989" y="77879"/>
                </a:lnTo>
                <a:lnTo>
                  <a:pt x="103760" y="78031"/>
                </a:lnTo>
                <a:lnTo>
                  <a:pt x="103522" y="78178"/>
                </a:lnTo>
                <a:lnTo>
                  <a:pt x="103278" y="78319"/>
                </a:lnTo>
                <a:lnTo>
                  <a:pt x="103026" y="78455"/>
                </a:lnTo>
                <a:lnTo>
                  <a:pt x="102768" y="78585"/>
                </a:lnTo>
                <a:lnTo>
                  <a:pt x="102503" y="78709"/>
                </a:lnTo>
                <a:lnTo>
                  <a:pt x="102232" y="78828"/>
                </a:lnTo>
                <a:lnTo>
                  <a:pt x="101955" y="78940"/>
                </a:lnTo>
                <a:lnTo>
                  <a:pt x="101671" y="79047"/>
                </a:lnTo>
                <a:lnTo>
                  <a:pt x="101381" y="79148"/>
                </a:lnTo>
                <a:lnTo>
                  <a:pt x="101084" y="79243"/>
                </a:lnTo>
                <a:lnTo>
                  <a:pt x="100782" y="79333"/>
                </a:lnTo>
                <a:lnTo>
                  <a:pt x="100473" y="79417"/>
                </a:lnTo>
                <a:lnTo>
                  <a:pt x="100157" y="79495"/>
                </a:lnTo>
                <a:lnTo>
                  <a:pt x="99835" y="79567"/>
                </a:lnTo>
                <a:lnTo>
                  <a:pt x="99507" y="79633"/>
                </a:lnTo>
                <a:lnTo>
                  <a:pt x="99172" y="79694"/>
                </a:lnTo>
                <a:lnTo>
                  <a:pt x="98831" y="79749"/>
                </a:lnTo>
                <a:lnTo>
                  <a:pt x="98484" y="79798"/>
                </a:lnTo>
                <a:lnTo>
                  <a:pt x="98130" y="79841"/>
                </a:lnTo>
                <a:lnTo>
                  <a:pt x="97770" y="79879"/>
                </a:lnTo>
                <a:lnTo>
                  <a:pt x="97403" y="79911"/>
                </a:lnTo>
                <a:lnTo>
                  <a:pt x="97030" y="79937"/>
                </a:lnTo>
                <a:lnTo>
                  <a:pt x="96651" y="79957"/>
                </a:lnTo>
                <a:lnTo>
                  <a:pt x="96265" y="79971"/>
                </a:lnTo>
                <a:lnTo>
                  <a:pt x="95873" y="79980"/>
                </a:lnTo>
                <a:lnTo>
                  <a:pt x="95475" y="79983"/>
                </a:lnTo>
                <a:lnTo>
                  <a:pt x="94954" y="79977"/>
                </a:lnTo>
                <a:lnTo>
                  <a:pt x="94444" y="79959"/>
                </a:lnTo>
                <a:lnTo>
                  <a:pt x="93945" y="79930"/>
                </a:lnTo>
                <a:lnTo>
                  <a:pt x="93457" y="79889"/>
                </a:lnTo>
                <a:lnTo>
                  <a:pt x="92979" y="79836"/>
                </a:lnTo>
                <a:lnTo>
                  <a:pt x="92513" y="79771"/>
                </a:lnTo>
                <a:lnTo>
                  <a:pt x="92056" y="79695"/>
                </a:lnTo>
                <a:lnTo>
                  <a:pt x="91611" y="79607"/>
                </a:lnTo>
                <a:lnTo>
                  <a:pt x="91177" y="79507"/>
                </a:lnTo>
                <a:lnTo>
                  <a:pt x="90753" y="79395"/>
                </a:lnTo>
                <a:lnTo>
                  <a:pt x="90340" y="79272"/>
                </a:lnTo>
                <a:lnTo>
                  <a:pt x="89937" y="79137"/>
                </a:lnTo>
                <a:lnTo>
                  <a:pt x="89546" y="78990"/>
                </a:lnTo>
                <a:lnTo>
                  <a:pt x="89165" y="78831"/>
                </a:lnTo>
                <a:lnTo>
                  <a:pt x="88795" y="78661"/>
                </a:lnTo>
                <a:lnTo>
                  <a:pt x="88436" y="78478"/>
                </a:lnTo>
                <a:lnTo>
                  <a:pt x="88087" y="78285"/>
                </a:lnTo>
                <a:lnTo>
                  <a:pt x="87750" y="78079"/>
                </a:lnTo>
                <a:lnTo>
                  <a:pt x="87423" y="77861"/>
                </a:lnTo>
                <a:lnTo>
                  <a:pt x="87107" y="77632"/>
                </a:lnTo>
                <a:lnTo>
                  <a:pt x="86801" y="77391"/>
                </a:lnTo>
                <a:lnTo>
                  <a:pt x="86507" y="77139"/>
                </a:lnTo>
                <a:lnTo>
                  <a:pt x="86223" y="76874"/>
                </a:lnTo>
                <a:lnTo>
                  <a:pt x="85950" y="76598"/>
                </a:lnTo>
                <a:lnTo>
                  <a:pt x="85687" y="76310"/>
                </a:lnTo>
                <a:lnTo>
                  <a:pt x="85436" y="76011"/>
                </a:lnTo>
                <a:lnTo>
                  <a:pt x="85196" y="75701"/>
                </a:lnTo>
                <a:lnTo>
                  <a:pt x="84968" y="75379"/>
                </a:lnTo>
                <a:lnTo>
                  <a:pt x="84750" y="75046"/>
                </a:lnTo>
                <a:lnTo>
                  <a:pt x="84544" y="74701"/>
                </a:lnTo>
                <a:lnTo>
                  <a:pt x="84349" y="74345"/>
                </a:lnTo>
                <a:lnTo>
                  <a:pt x="84164" y="73978"/>
                </a:lnTo>
                <a:lnTo>
                  <a:pt x="83992" y="73600"/>
                </a:lnTo>
                <a:lnTo>
                  <a:pt x="83830" y="73210"/>
                </a:lnTo>
                <a:lnTo>
                  <a:pt x="83679" y="72808"/>
                </a:lnTo>
                <a:lnTo>
                  <a:pt x="83540" y="72396"/>
                </a:lnTo>
                <a:lnTo>
                  <a:pt x="83411" y="71972"/>
                </a:lnTo>
                <a:lnTo>
                  <a:pt x="83294" y="71536"/>
                </a:lnTo>
                <a:lnTo>
                  <a:pt x="83188" y="71089"/>
                </a:lnTo>
                <a:lnTo>
                  <a:pt x="83093" y="70631"/>
                </a:lnTo>
                <a:lnTo>
                  <a:pt x="83010" y="70162"/>
                </a:lnTo>
                <a:lnTo>
                  <a:pt x="82937" y="69681"/>
                </a:lnTo>
                <a:lnTo>
                  <a:pt x="82876" y="69189"/>
                </a:lnTo>
                <a:lnTo>
                  <a:pt x="82826" y="68685"/>
                </a:lnTo>
                <a:lnTo>
                  <a:pt x="82787" y="68171"/>
                </a:lnTo>
                <a:lnTo>
                  <a:pt x="82759" y="67644"/>
                </a:lnTo>
                <a:lnTo>
                  <a:pt x="82742" y="67107"/>
                </a:lnTo>
                <a:lnTo>
                  <a:pt x="82736" y="66558"/>
                </a:lnTo>
                <a:lnTo>
                  <a:pt x="82736" y="62082"/>
                </a:lnTo>
                <a:lnTo>
                  <a:pt x="121639" y="62082"/>
                </a:lnTo>
                <a:lnTo>
                  <a:pt x="121639" y="50722"/>
                </a:lnTo>
                <a:lnTo>
                  <a:pt x="121633" y="50103"/>
                </a:lnTo>
                <a:lnTo>
                  <a:pt x="121616" y="49492"/>
                </a:lnTo>
                <a:lnTo>
                  <a:pt x="121588" y="48886"/>
                </a:lnTo>
                <a:lnTo>
                  <a:pt x="121548" y="48288"/>
                </a:lnTo>
                <a:lnTo>
                  <a:pt x="121497" y="47696"/>
                </a:lnTo>
                <a:lnTo>
                  <a:pt x="121434" y="47110"/>
                </a:lnTo>
                <a:lnTo>
                  <a:pt x="121360" y="46531"/>
                </a:lnTo>
                <a:lnTo>
                  <a:pt x="121275" y="45959"/>
                </a:lnTo>
                <a:lnTo>
                  <a:pt x="121179" y="45394"/>
                </a:lnTo>
                <a:lnTo>
                  <a:pt x="121071" y="44834"/>
                </a:lnTo>
                <a:lnTo>
                  <a:pt x="120952" y="44282"/>
                </a:lnTo>
                <a:lnTo>
                  <a:pt x="120821" y="43736"/>
                </a:lnTo>
                <a:lnTo>
                  <a:pt x="120679" y="43197"/>
                </a:lnTo>
                <a:lnTo>
                  <a:pt x="120526" y="42664"/>
                </a:lnTo>
                <a:lnTo>
                  <a:pt x="120361" y="42138"/>
                </a:lnTo>
                <a:lnTo>
                  <a:pt x="120185" y="41618"/>
                </a:lnTo>
                <a:lnTo>
                  <a:pt x="119998" y="41105"/>
                </a:lnTo>
                <a:lnTo>
                  <a:pt x="119799" y="40598"/>
                </a:lnTo>
                <a:lnTo>
                  <a:pt x="119589" y="40098"/>
                </a:lnTo>
                <a:lnTo>
                  <a:pt x="119367" y="39605"/>
                </a:lnTo>
                <a:lnTo>
                  <a:pt x="119134" y="39118"/>
                </a:lnTo>
                <a:lnTo>
                  <a:pt x="118890" y="38638"/>
                </a:lnTo>
                <a:lnTo>
                  <a:pt x="118635" y="38165"/>
                </a:lnTo>
                <a:lnTo>
                  <a:pt x="118368" y="37698"/>
                </a:lnTo>
                <a:lnTo>
                  <a:pt x="118091" y="37238"/>
                </a:lnTo>
                <a:lnTo>
                  <a:pt x="117805" y="36787"/>
                </a:lnTo>
                <a:lnTo>
                  <a:pt x="117509" y="36345"/>
                </a:lnTo>
                <a:lnTo>
                  <a:pt x="117205" y="35911"/>
                </a:lnTo>
                <a:lnTo>
                  <a:pt x="116891" y="35485"/>
                </a:lnTo>
                <a:lnTo>
                  <a:pt x="116568" y="35069"/>
                </a:lnTo>
                <a:lnTo>
                  <a:pt x="116236" y="34660"/>
                </a:lnTo>
                <a:lnTo>
                  <a:pt x="115895" y="34261"/>
                </a:lnTo>
                <a:lnTo>
                  <a:pt x="115544" y="33870"/>
                </a:lnTo>
                <a:lnTo>
                  <a:pt x="115185" y="33487"/>
                </a:lnTo>
                <a:lnTo>
                  <a:pt x="114816" y="33114"/>
                </a:lnTo>
                <a:lnTo>
                  <a:pt x="114438" y="32748"/>
                </a:lnTo>
                <a:lnTo>
                  <a:pt x="114051" y="32392"/>
                </a:lnTo>
                <a:lnTo>
                  <a:pt x="113655" y="32043"/>
                </a:lnTo>
                <a:lnTo>
                  <a:pt x="113249" y="31704"/>
                </a:lnTo>
                <a:lnTo>
                  <a:pt x="112835" y="31373"/>
                </a:lnTo>
                <a:lnTo>
                  <a:pt x="112411" y="31050"/>
                </a:lnTo>
                <a:lnTo>
                  <a:pt x="111978" y="30737"/>
                </a:lnTo>
                <a:lnTo>
                  <a:pt x="111536" y="30431"/>
                </a:lnTo>
                <a:lnTo>
                  <a:pt x="111084" y="30135"/>
                </a:lnTo>
                <a:lnTo>
                  <a:pt x="110624" y="29846"/>
                </a:lnTo>
                <a:lnTo>
                  <a:pt x="110154" y="29567"/>
                </a:lnTo>
                <a:lnTo>
                  <a:pt x="109675" y="29296"/>
                </a:lnTo>
                <a:lnTo>
                  <a:pt x="109187" y="29034"/>
                </a:lnTo>
                <a:lnTo>
                  <a:pt x="108691" y="28781"/>
                </a:lnTo>
                <a:lnTo>
                  <a:pt x="108188" y="28539"/>
                </a:lnTo>
                <a:lnTo>
                  <a:pt x="107678" y="28307"/>
                </a:lnTo>
                <a:lnTo>
                  <a:pt x="107162" y="28087"/>
                </a:lnTo>
                <a:lnTo>
                  <a:pt x="106638" y="27877"/>
                </a:lnTo>
                <a:lnTo>
                  <a:pt x="106107" y="27678"/>
                </a:lnTo>
                <a:lnTo>
                  <a:pt x="105569" y="27489"/>
                </a:lnTo>
                <a:lnTo>
                  <a:pt x="105024" y="27312"/>
                </a:lnTo>
                <a:lnTo>
                  <a:pt x="104473" y="27145"/>
                </a:lnTo>
                <a:lnTo>
                  <a:pt x="103914" y="26989"/>
                </a:lnTo>
                <a:lnTo>
                  <a:pt x="103348" y="26844"/>
                </a:lnTo>
                <a:lnTo>
                  <a:pt x="102775" y="26709"/>
                </a:lnTo>
                <a:lnTo>
                  <a:pt x="102196" y="26585"/>
                </a:lnTo>
                <a:lnTo>
                  <a:pt x="101609" y="26472"/>
                </a:lnTo>
                <a:lnTo>
                  <a:pt x="101016" y="26370"/>
                </a:lnTo>
                <a:lnTo>
                  <a:pt x="100415" y="26279"/>
                </a:lnTo>
                <a:lnTo>
                  <a:pt x="99807" y="26198"/>
                </a:lnTo>
                <a:lnTo>
                  <a:pt x="99193" y="26128"/>
                </a:lnTo>
                <a:lnTo>
                  <a:pt x="98571" y="26069"/>
                </a:lnTo>
                <a:lnTo>
                  <a:pt x="97943" y="26020"/>
                </a:lnTo>
                <a:lnTo>
                  <a:pt x="97308" y="25983"/>
                </a:lnTo>
                <a:lnTo>
                  <a:pt x="96665" y="25956"/>
                </a:lnTo>
                <a:lnTo>
                  <a:pt x="96016" y="25940"/>
                </a:lnTo>
                <a:lnTo>
                  <a:pt x="95359" y="25934"/>
                </a:lnTo>
                <a:lnTo>
                  <a:pt x="94694" y="25940"/>
                </a:lnTo>
                <a:lnTo>
                  <a:pt x="94035" y="25956"/>
                </a:lnTo>
                <a:lnTo>
                  <a:pt x="93384" y="25983"/>
                </a:lnTo>
                <a:lnTo>
                  <a:pt x="92740" y="26020"/>
                </a:lnTo>
                <a:lnTo>
                  <a:pt x="92102" y="26069"/>
                </a:lnTo>
                <a:lnTo>
                  <a:pt x="91473" y="26128"/>
                </a:lnTo>
                <a:lnTo>
                  <a:pt x="90850" y="26198"/>
                </a:lnTo>
                <a:lnTo>
                  <a:pt x="90234" y="26279"/>
                </a:lnTo>
                <a:lnTo>
                  <a:pt x="89626" y="26370"/>
                </a:lnTo>
                <a:lnTo>
                  <a:pt x="89025" y="26472"/>
                </a:lnTo>
                <a:lnTo>
                  <a:pt x="88431" y="26585"/>
                </a:lnTo>
                <a:lnTo>
                  <a:pt x="87844" y="26709"/>
                </a:lnTo>
                <a:lnTo>
                  <a:pt x="87264" y="26844"/>
                </a:lnTo>
                <a:lnTo>
                  <a:pt x="86691" y="26989"/>
                </a:lnTo>
                <a:lnTo>
                  <a:pt x="86126" y="27145"/>
                </a:lnTo>
                <a:lnTo>
                  <a:pt x="85568" y="27312"/>
                </a:lnTo>
                <a:lnTo>
                  <a:pt x="85017" y="27489"/>
                </a:lnTo>
                <a:lnTo>
                  <a:pt x="84473" y="27678"/>
                </a:lnTo>
                <a:lnTo>
                  <a:pt x="83936" y="27877"/>
                </a:lnTo>
                <a:lnTo>
                  <a:pt x="83407" y="28087"/>
                </a:lnTo>
                <a:lnTo>
                  <a:pt x="82884" y="28307"/>
                </a:lnTo>
                <a:lnTo>
                  <a:pt x="82369" y="28539"/>
                </a:lnTo>
                <a:lnTo>
                  <a:pt x="81861" y="28781"/>
                </a:lnTo>
                <a:lnTo>
                  <a:pt x="81360" y="29034"/>
                </a:lnTo>
                <a:lnTo>
                  <a:pt x="80868" y="29296"/>
                </a:lnTo>
                <a:lnTo>
                  <a:pt x="80384" y="29567"/>
                </a:lnTo>
                <a:lnTo>
                  <a:pt x="79910" y="29846"/>
                </a:lnTo>
                <a:lnTo>
                  <a:pt x="79446" y="30135"/>
                </a:lnTo>
                <a:lnTo>
                  <a:pt x="78991" y="30431"/>
                </a:lnTo>
                <a:lnTo>
                  <a:pt x="78545" y="30737"/>
                </a:lnTo>
                <a:lnTo>
                  <a:pt x="78108" y="31050"/>
                </a:lnTo>
                <a:lnTo>
                  <a:pt x="77681" y="31373"/>
                </a:lnTo>
                <a:lnTo>
                  <a:pt x="77264" y="31704"/>
                </a:lnTo>
                <a:lnTo>
                  <a:pt x="76855" y="32043"/>
                </a:lnTo>
                <a:lnTo>
                  <a:pt x="76456" y="32392"/>
                </a:lnTo>
                <a:lnTo>
                  <a:pt x="76067" y="32748"/>
                </a:lnTo>
                <a:lnTo>
                  <a:pt x="75687" y="33114"/>
                </a:lnTo>
                <a:lnTo>
                  <a:pt x="75316" y="33487"/>
                </a:lnTo>
                <a:lnTo>
                  <a:pt x="74954" y="33870"/>
                </a:lnTo>
                <a:lnTo>
                  <a:pt x="74602" y="34261"/>
                </a:lnTo>
                <a:lnTo>
                  <a:pt x="74259" y="34660"/>
                </a:lnTo>
                <a:lnTo>
                  <a:pt x="73926" y="35069"/>
                </a:lnTo>
                <a:lnTo>
                  <a:pt x="73602" y="35485"/>
                </a:lnTo>
                <a:lnTo>
                  <a:pt x="73287" y="35911"/>
                </a:lnTo>
                <a:lnTo>
                  <a:pt x="72982" y="36345"/>
                </a:lnTo>
                <a:lnTo>
                  <a:pt x="72686" y="36787"/>
                </a:lnTo>
                <a:lnTo>
                  <a:pt x="72399" y="37238"/>
                </a:lnTo>
                <a:lnTo>
                  <a:pt x="72122" y="37698"/>
                </a:lnTo>
                <a:lnTo>
                  <a:pt x="71855" y="38165"/>
                </a:lnTo>
                <a:lnTo>
                  <a:pt x="71600" y="38638"/>
                </a:lnTo>
                <a:lnTo>
                  <a:pt x="71356" y="39118"/>
                </a:lnTo>
                <a:lnTo>
                  <a:pt x="71123" y="39605"/>
                </a:lnTo>
                <a:lnTo>
                  <a:pt x="70902" y="40098"/>
                </a:lnTo>
                <a:lnTo>
                  <a:pt x="70692" y="40598"/>
                </a:lnTo>
                <a:lnTo>
                  <a:pt x="70493" y="41105"/>
                </a:lnTo>
                <a:lnTo>
                  <a:pt x="70306" y="41618"/>
                </a:lnTo>
                <a:lnTo>
                  <a:pt x="70130" y="42138"/>
                </a:lnTo>
                <a:lnTo>
                  <a:pt x="69965" y="42664"/>
                </a:lnTo>
                <a:lnTo>
                  <a:pt x="69812" y="43197"/>
                </a:lnTo>
                <a:lnTo>
                  <a:pt x="69670" y="43736"/>
                </a:lnTo>
                <a:lnTo>
                  <a:pt x="69539" y="44282"/>
                </a:lnTo>
                <a:lnTo>
                  <a:pt x="69420" y="44834"/>
                </a:lnTo>
                <a:lnTo>
                  <a:pt x="69312" y="45394"/>
                </a:lnTo>
                <a:lnTo>
                  <a:pt x="69216" y="45959"/>
                </a:lnTo>
                <a:lnTo>
                  <a:pt x="69131" y="46531"/>
                </a:lnTo>
                <a:lnTo>
                  <a:pt x="69057" y="47110"/>
                </a:lnTo>
                <a:lnTo>
                  <a:pt x="68995" y="47696"/>
                </a:lnTo>
                <a:lnTo>
                  <a:pt x="68943" y="48288"/>
                </a:lnTo>
                <a:lnTo>
                  <a:pt x="68904" y="48886"/>
                </a:lnTo>
                <a:lnTo>
                  <a:pt x="68875" y="49492"/>
                </a:lnTo>
                <a:lnTo>
                  <a:pt x="68858" y="50103"/>
                </a:lnTo>
                <a:lnTo>
                  <a:pt x="68853" y="50722"/>
                </a:lnTo>
                <a:lnTo>
                  <a:pt x="68853" y="66558"/>
                </a:lnTo>
                <a:lnTo>
                  <a:pt x="68858" y="67176"/>
                </a:lnTo>
                <a:lnTo>
                  <a:pt x="68875" y="67788"/>
                </a:lnTo>
                <a:lnTo>
                  <a:pt x="68904" y="68393"/>
                </a:lnTo>
                <a:lnTo>
                  <a:pt x="68943" y="68991"/>
                </a:lnTo>
                <a:lnTo>
                  <a:pt x="68995" y="69583"/>
                </a:lnTo>
                <a:lnTo>
                  <a:pt x="69057" y="70168"/>
                </a:lnTo>
                <a:lnTo>
                  <a:pt x="69131" y="70747"/>
                </a:lnTo>
                <a:lnTo>
                  <a:pt x="69216" y="71319"/>
                </a:lnTo>
                <a:lnTo>
                  <a:pt x="69312" y="71885"/>
                </a:lnTo>
                <a:lnTo>
                  <a:pt x="69420" y="72444"/>
                </a:lnTo>
                <a:lnTo>
                  <a:pt x="69539" y="72997"/>
                </a:lnTo>
                <a:lnTo>
                  <a:pt x="69670" y="73543"/>
                </a:lnTo>
                <a:lnTo>
                  <a:pt x="69812" y="74082"/>
                </a:lnTo>
                <a:lnTo>
                  <a:pt x="69965" y="74615"/>
                </a:lnTo>
                <a:lnTo>
                  <a:pt x="70130" y="75141"/>
                </a:lnTo>
                <a:lnTo>
                  <a:pt x="70306" y="75661"/>
                </a:lnTo>
                <a:lnTo>
                  <a:pt x="70493" y="76174"/>
                </a:lnTo>
                <a:lnTo>
                  <a:pt x="70692" y="76680"/>
                </a:lnTo>
                <a:lnTo>
                  <a:pt x="70902" y="77180"/>
                </a:lnTo>
                <a:lnTo>
                  <a:pt x="71123" y="77674"/>
                </a:lnTo>
                <a:lnTo>
                  <a:pt x="71356" y="78161"/>
                </a:lnTo>
                <a:lnTo>
                  <a:pt x="71600" y="78641"/>
                </a:lnTo>
                <a:lnTo>
                  <a:pt x="71855" y="79115"/>
                </a:lnTo>
                <a:lnTo>
                  <a:pt x="72122" y="79582"/>
                </a:lnTo>
                <a:lnTo>
                  <a:pt x="72399" y="80041"/>
                </a:lnTo>
                <a:lnTo>
                  <a:pt x="72686" y="80492"/>
                </a:lnTo>
                <a:lnTo>
                  <a:pt x="72982" y="80934"/>
                </a:lnTo>
                <a:lnTo>
                  <a:pt x="73287" y="81368"/>
                </a:lnTo>
                <a:lnTo>
                  <a:pt x="73602" y="81793"/>
                </a:lnTo>
                <a:lnTo>
                  <a:pt x="73926" y="82210"/>
                </a:lnTo>
                <a:lnTo>
                  <a:pt x="74259" y="82618"/>
                </a:lnTo>
                <a:lnTo>
                  <a:pt x="74602" y="83018"/>
                </a:lnTo>
                <a:lnTo>
                  <a:pt x="74954" y="83409"/>
                </a:lnTo>
                <a:lnTo>
                  <a:pt x="75316" y="83791"/>
                </a:lnTo>
                <a:lnTo>
                  <a:pt x="75687" y="84165"/>
                </a:lnTo>
                <a:lnTo>
                  <a:pt x="76067" y="84530"/>
                </a:lnTo>
                <a:lnTo>
                  <a:pt x="76456" y="84887"/>
                </a:lnTo>
                <a:lnTo>
                  <a:pt x="76855" y="85235"/>
                </a:lnTo>
                <a:lnTo>
                  <a:pt x="77264" y="85575"/>
                </a:lnTo>
                <a:lnTo>
                  <a:pt x="77681" y="85906"/>
                </a:lnTo>
                <a:lnTo>
                  <a:pt x="78108" y="86228"/>
                </a:lnTo>
                <a:lnTo>
                  <a:pt x="78545" y="86542"/>
                </a:lnTo>
                <a:lnTo>
                  <a:pt x="78991" y="86847"/>
                </a:lnTo>
                <a:lnTo>
                  <a:pt x="79446" y="87144"/>
                </a:lnTo>
                <a:lnTo>
                  <a:pt x="79910" y="87432"/>
                </a:lnTo>
                <a:lnTo>
                  <a:pt x="80384" y="87712"/>
                </a:lnTo>
                <a:lnTo>
                  <a:pt x="80868" y="87983"/>
                </a:lnTo>
                <a:lnTo>
                  <a:pt x="81360" y="88246"/>
                </a:lnTo>
                <a:lnTo>
                  <a:pt x="81861" y="88499"/>
                </a:lnTo>
                <a:lnTo>
                  <a:pt x="82369" y="88741"/>
                </a:lnTo>
                <a:lnTo>
                  <a:pt x="82884" y="88972"/>
                </a:lnTo>
                <a:lnTo>
                  <a:pt x="83407" y="89192"/>
                </a:lnTo>
                <a:lnTo>
                  <a:pt x="83936" y="89402"/>
                </a:lnTo>
                <a:lnTo>
                  <a:pt x="84473" y="89601"/>
                </a:lnTo>
                <a:lnTo>
                  <a:pt x="85017" y="89789"/>
                </a:lnTo>
                <a:lnTo>
                  <a:pt x="85568" y="89967"/>
                </a:lnTo>
                <a:lnTo>
                  <a:pt x="86126" y="90133"/>
                </a:lnTo>
                <a:lnTo>
                  <a:pt x="86691" y="90289"/>
                </a:lnTo>
                <a:lnTo>
                  <a:pt x="87264" y="90434"/>
                </a:lnTo>
                <a:lnTo>
                  <a:pt x="87844" y="90569"/>
                </a:lnTo>
                <a:lnTo>
                  <a:pt x="88431" y="90693"/>
                </a:lnTo>
                <a:lnTo>
                  <a:pt x="89025" y="90806"/>
                </a:lnTo>
                <a:lnTo>
                  <a:pt x="89626" y="90908"/>
                </a:lnTo>
                <a:lnTo>
                  <a:pt x="90234" y="90999"/>
                </a:lnTo>
                <a:lnTo>
                  <a:pt x="90850" y="91080"/>
                </a:lnTo>
                <a:lnTo>
                  <a:pt x="91473" y="91150"/>
                </a:lnTo>
                <a:lnTo>
                  <a:pt x="92102" y="91209"/>
                </a:lnTo>
                <a:lnTo>
                  <a:pt x="92740" y="91257"/>
                </a:lnTo>
                <a:lnTo>
                  <a:pt x="93384" y="91295"/>
                </a:lnTo>
                <a:lnTo>
                  <a:pt x="94035" y="91322"/>
                </a:lnTo>
                <a:lnTo>
                  <a:pt x="94694" y="91338"/>
                </a:lnTo>
                <a:lnTo>
                  <a:pt x="95359" y="91343"/>
                </a:lnTo>
                <a:lnTo>
                  <a:pt x="96196" y="91335"/>
                </a:lnTo>
                <a:lnTo>
                  <a:pt x="97022" y="91309"/>
                </a:lnTo>
                <a:lnTo>
                  <a:pt x="97837" y="91267"/>
                </a:lnTo>
                <a:lnTo>
                  <a:pt x="98642" y="91208"/>
                </a:lnTo>
                <a:close/>
                <a:moveTo>
                  <a:pt x="82742" y="50182"/>
                </a:moveTo>
                <a:lnTo>
                  <a:pt x="82759" y="49652"/>
                </a:lnTo>
                <a:lnTo>
                  <a:pt x="82787" y="49133"/>
                </a:lnTo>
                <a:lnTo>
                  <a:pt x="82826" y="48624"/>
                </a:lnTo>
                <a:lnTo>
                  <a:pt x="82876" y="48125"/>
                </a:lnTo>
                <a:lnTo>
                  <a:pt x="82937" y="47637"/>
                </a:lnTo>
                <a:lnTo>
                  <a:pt x="83010" y="47160"/>
                </a:lnTo>
                <a:lnTo>
                  <a:pt x="83093" y="46692"/>
                </a:lnTo>
                <a:lnTo>
                  <a:pt x="83188" y="46235"/>
                </a:lnTo>
                <a:lnTo>
                  <a:pt x="83294" y="45788"/>
                </a:lnTo>
                <a:lnTo>
                  <a:pt x="83411" y="45352"/>
                </a:lnTo>
                <a:lnTo>
                  <a:pt x="83540" y="44926"/>
                </a:lnTo>
                <a:lnTo>
                  <a:pt x="83679" y="44511"/>
                </a:lnTo>
                <a:lnTo>
                  <a:pt x="83830" y="44105"/>
                </a:lnTo>
                <a:lnTo>
                  <a:pt x="83992" y="43711"/>
                </a:lnTo>
                <a:lnTo>
                  <a:pt x="84164" y="43326"/>
                </a:lnTo>
                <a:lnTo>
                  <a:pt x="84349" y="42952"/>
                </a:lnTo>
                <a:lnTo>
                  <a:pt x="84544" y="42588"/>
                </a:lnTo>
                <a:lnTo>
                  <a:pt x="84750" y="42235"/>
                </a:lnTo>
                <a:lnTo>
                  <a:pt x="84968" y="41892"/>
                </a:lnTo>
                <a:lnTo>
                  <a:pt x="85196" y="41559"/>
                </a:lnTo>
                <a:lnTo>
                  <a:pt x="85436" y="41237"/>
                </a:lnTo>
                <a:lnTo>
                  <a:pt x="85687" y="40925"/>
                </a:lnTo>
                <a:lnTo>
                  <a:pt x="85950" y="40623"/>
                </a:lnTo>
                <a:lnTo>
                  <a:pt x="86222" y="40333"/>
                </a:lnTo>
                <a:lnTo>
                  <a:pt x="86506" y="40055"/>
                </a:lnTo>
                <a:lnTo>
                  <a:pt x="86799" y="39790"/>
                </a:lnTo>
                <a:lnTo>
                  <a:pt x="87103" y="39536"/>
                </a:lnTo>
                <a:lnTo>
                  <a:pt x="87418" y="39295"/>
                </a:lnTo>
                <a:lnTo>
                  <a:pt x="87743" y="39067"/>
                </a:lnTo>
                <a:lnTo>
                  <a:pt x="88078" y="38851"/>
                </a:lnTo>
                <a:lnTo>
                  <a:pt x="88423" y="38647"/>
                </a:lnTo>
                <a:lnTo>
                  <a:pt x="88779" y="38455"/>
                </a:lnTo>
                <a:lnTo>
                  <a:pt x="89145" y="38276"/>
                </a:lnTo>
                <a:lnTo>
                  <a:pt x="89522" y="38109"/>
                </a:lnTo>
                <a:lnTo>
                  <a:pt x="89909" y="37955"/>
                </a:lnTo>
                <a:lnTo>
                  <a:pt x="90306" y="37813"/>
                </a:lnTo>
                <a:lnTo>
                  <a:pt x="90713" y="37683"/>
                </a:lnTo>
                <a:lnTo>
                  <a:pt x="91131" y="37566"/>
                </a:lnTo>
                <a:lnTo>
                  <a:pt x="91560" y="37461"/>
                </a:lnTo>
                <a:lnTo>
                  <a:pt x="91998" y="37368"/>
                </a:lnTo>
                <a:lnTo>
                  <a:pt x="92448" y="37288"/>
                </a:lnTo>
                <a:lnTo>
                  <a:pt x="92907" y="37220"/>
                </a:lnTo>
                <a:lnTo>
                  <a:pt x="93377" y="37164"/>
                </a:lnTo>
                <a:lnTo>
                  <a:pt x="93857" y="37121"/>
                </a:lnTo>
                <a:lnTo>
                  <a:pt x="94347" y="37090"/>
                </a:lnTo>
                <a:lnTo>
                  <a:pt x="94848" y="37072"/>
                </a:lnTo>
                <a:lnTo>
                  <a:pt x="95359" y="37065"/>
                </a:lnTo>
                <a:lnTo>
                  <a:pt x="95870" y="37072"/>
                </a:lnTo>
                <a:lnTo>
                  <a:pt x="96371" y="37090"/>
                </a:lnTo>
                <a:lnTo>
                  <a:pt x="96860" y="37120"/>
                </a:lnTo>
                <a:lnTo>
                  <a:pt x="97339" y="37163"/>
                </a:lnTo>
                <a:lnTo>
                  <a:pt x="97807" y="37217"/>
                </a:lnTo>
                <a:lnTo>
                  <a:pt x="98264" y="37284"/>
                </a:lnTo>
                <a:lnTo>
                  <a:pt x="98711" y="37363"/>
                </a:lnTo>
                <a:lnTo>
                  <a:pt x="99146" y="37454"/>
                </a:lnTo>
                <a:lnTo>
                  <a:pt x="99571" y="37558"/>
                </a:lnTo>
                <a:lnTo>
                  <a:pt x="99985" y="37673"/>
                </a:lnTo>
                <a:lnTo>
                  <a:pt x="100389" y="37801"/>
                </a:lnTo>
                <a:lnTo>
                  <a:pt x="100781" y="37940"/>
                </a:lnTo>
                <a:lnTo>
                  <a:pt x="101163" y="38092"/>
                </a:lnTo>
                <a:lnTo>
                  <a:pt x="101534" y="38256"/>
                </a:lnTo>
                <a:lnTo>
                  <a:pt x="101895" y="38433"/>
                </a:lnTo>
                <a:lnTo>
                  <a:pt x="102244" y="38621"/>
                </a:lnTo>
                <a:lnTo>
                  <a:pt x="102583" y="38822"/>
                </a:lnTo>
                <a:lnTo>
                  <a:pt x="102911" y="39034"/>
                </a:lnTo>
                <a:lnTo>
                  <a:pt x="103229" y="39259"/>
                </a:lnTo>
                <a:lnTo>
                  <a:pt x="103535" y="39496"/>
                </a:lnTo>
                <a:lnTo>
                  <a:pt x="103831" y="39745"/>
                </a:lnTo>
                <a:lnTo>
                  <a:pt x="104116" y="40007"/>
                </a:lnTo>
                <a:lnTo>
                  <a:pt x="104390" y="40280"/>
                </a:lnTo>
                <a:lnTo>
                  <a:pt x="104654" y="40566"/>
                </a:lnTo>
                <a:lnTo>
                  <a:pt x="104907" y="40863"/>
                </a:lnTo>
                <a:lnTo>
                  <a:pt x="105149" y="41170"/>
                </a:lnTo>
                <a:lnTo>
                  <a:pt x="105380" y="41488"/>
                </a:lnTo>
                <a:lnTo>
                  <a:pt x="105601" y="41817"/>
                </a:lnTo>
                <a:lnTo>
                  <a:pt x="105811" y="42156"/>
                </a:lnTo>
                <a:lnTo>
                  <a:pt x="106010" y="42506"/>
                </a:lnTo>
                <a:lnTo>
                  <a:pt x="106198" y="42866"/>
                </a:lnTo>
                <a:lnTo>
                  <a:pt x="106376" y="43237"/>
                </a:lnTo>
                <a:lnTo>
                  <a:pt x="106542" y="43618"/>
                </a:lnTo>
                <a:lnTo>
                  <a:pt x="106699" y="44010"/>
                </a:lnTo>
                <a:lnTo>
                  <a:pt x="106844" y="44413"/>
                </a:lnTo>
                <a:lnTo>
                  <a:pt x="106978" y="44826"/>
                </a:lnTo>
                <a:lnTo>
                  <a:pt x="107102" y="45250"/>
                </a:lnTo>
                <a:lnTo>
                  <a:pt x="107215" y="45684"/>
                </a:lnTo>
                <a:lnTo>
                  <a:pt x="107317" y="46128"/>
                </a:lnTo>
                <a:lnTo>
                  <a:pt x="107409" y="46584"/>
                </a:lnTo>
                <a:lnTo>
                  <a:pt x="107489" y="47050"/>
                </a:lnTo>
                <a:lnTo>
                  <a:pt x="107559" y="47526"/>
                </a:lnTo>
                <a:lnTo>
                  <a:pt x="107619" y="48013"/>
                </a:lnTo>
                <a:lnTo>
                  <a:pt x="107667" y="48510"/>
                </a:lnTo>
                <a:lnTo>
                  <a:pt x="107705" y="49018"/>
                </a:lnTo>
                <a:lnTo>
                  <a:pt x="107732" y="49537"/>
                </a:lnTo>
                <a:lnTo>
                  <a:pt x="107748" y="50066"/>
                </a:lnTo>
                <a:lnTo>
                  <a:pt x="107753" y="50606"/>
                </a:lnTo>
                <a:lnTo>
                  <a:pt x="107753" y="52911"/>
                </a:lnTo>
                <a:lnTo>
                  <a:pt x="82736" y="53131"/>
                </a:lnTo>
                <a:lnTo>
                  <a:pt x="82736" y="50722"/>
                </a:lnTo>
                <a:lnTo>
                  <a:pt x="82742" y="50182"/>
                </a:lnTo>
                <a:close/>
                <a:moveTo>
                  <a:pt x="258770" y="47393"/>
                </a:moveTo>
                <a:lnTo>
                  <a:pt x="258758" y="46578"/>
                </a:lnTo>
                <a:lnTo>
                  <a:pt x="258723" y="45776"/>
                </a:lnTo>
                <a:lnTo>
                  <a:pt x="258665" y="44989"/>
                </a:lnTo>
                <a:lnTo>
                  <a:pt x="258583" y="44217"/>
                </a:lnTo>
                <a:lnTo>
                  <a:pt x="258478" y="43458"/>
                </a:lnTo>
                <a:lnTo>
                  <a:pt x="258350" y="42713"/>
                </a:lnTo>
                <a:lnTo>
                  <a:pt x="258198" y="41983"/>
                </a:lnTo>
                <a:lnTo>
                  <a:pt x="258024" y="41266"/>
                </a:lnTo>
                <a:lnTo>
                  <a:pt x="257825" y="40564"/>
                </a:lnTo>
                <a:lnTo>
                  <a:pt x="257604" y="39876"/>
                </a:lnTo>
                <a:lnTo>
                  <a:pt x="257359" y="39203"/>
                </a:lnTo>
                <a:lnTo>
                  <a:pt x="257091" y="38543"/>
                </a:lnTo>
                <a:lnTo>
                  <a:pt x="256800" y="37897"/>
                </a:lnTo>
                <a:lnTo>
                  <a:pt x="256485" y="37266"/>
                </a:lnTo>
                <a:lnTo>
                  <a:pt x="256147" y="36649"/>
                </a:lnTo>
                <a:lnTo>
                  <a:pt x="255786" y="36046"/>
                </a:lnTo>
                <a:lnTo>
                  <a:pt x="255401" y="35457"/>
                </a:lnTo>
                <a:lnTo>
                  <a:pt x="254993" y="34882"/>
                </a:lnTo>
                <a:lnTo>
                  <a:pt x="254562" y="34321"/>
                </a:lnTo>
                <a:lnTo>
                  <a:pt x="254107" y="33775"/>
                </a:lnTo>
                <a:lnTo>
                  <a:pt x="253630" y="33242"/>
                </a:lnTo>
                <a:lnTo>
                  <a:pt x="253128" y="32724"/>
                </a:lnTo>
                <a:lnTo>
                  <a:pt x="252604" y="32220"/>
                </a:lnTo>
                <a:lnTo>
                  <a:pt x="252056" y="31730"/>
                </a:lnTo>
                <a:lnTo>
                  <a:pt x="251488" y="31257"/>
                </a:lnTo>
                <a:lnTo>
                  <a:pt x="250904" y="30804"/>
                </a:lnTo>
                <a:lnTo>
                  <a:pt x="250302" y="30372"/>
                </a:lnTo>
                <a:lnTo>
                  <a:pt x="249683" y="29959"/>
                </a:lnTo>
                <a:lnTo>
                  <a:pt x="249048" y="29567"/>
                </a:lnTo>
                <a:lnTo>
                  <a:pt x="248395" y="29194"/>
                </a:lnTo>
                <a:lnTo>
                  <a:pt x="247726" y="28842"/>
                </a:lnTo>
                <a:lnTo>
                  <a:pt x="247040" y="28510"/>
                </a:lnTo>
                <a:lnTo>
                  <a:pt x="246336" y="28198"/>
                </a:lnTo>
                <a:lnTo>
                  <a:pt x="245616" y="27906"/>
                </a:lnTo>
                <a:lnTo>
                  <a:pt x="244879" y="27635"/>
                </a:lnTo>
                <a:lnTo>
                  <a:pt x="244125" y="27383"/>
                </a:lnTo>
                <a:lnTo>
                  <a:pt x="243354" y="27152"/>
                </a:lnTo>
                <a:lnTo>
                  <a:pt x="242566" y="26940"/>
                </a:lnTo>
                <a:lnTo>
                  <a:pt x="241761" y="26749"/>
                </a:lnTo>
                <a:lnTo>
                  <a:pt x="240939" y="26578"/>
                </a:lnTo>
                <a:lnTo>
                  <a:pt x="240100" y="26427"/>
                </a:lnTo>
                <a:lnTo>
                  <a:pt x="239245" y="26296"/>
                </a:lnTo>
                <a:lnTo>
                  <a:pt x="238372" y="26186"/>
                </a:lnTo>
                <a:lnTo>
                  <a:pt x="237482" y="26095"/>
                </a:lnTo>
                <a:lnTo>
                  <a:pt x="236576" y="26025"/>
                </a:lnTo>
                <a:lnTo>
                  <a:pt x="235652" y="25974"/>
                </a:lnTo>
                <a:lnTo>
                  <a:pt x="234712" y="25944"/>
                </a:lnTo>
                <a:lnTo>
                  <a:pt x="233755" y="25934"/>
                </a:lnTo>
                <a:lnTo>
                  <a:pt x="232853" y="25943"/>
                </a:lnTo>
                <a:lnTo>
                  <a:pt x="231965" y="25971"/>
                </a:lnTo>
                <a:lnTo>
                  <a:pt x="231090" y="26017"/>
                </a:lnTo>
                <a:lnTo>
                  <a:pt x="230229" y="26081"/>
                </a:lnTo>
                <a:lnTo>
                  <a:pt x="229381" y="26163"/>
                </a:lnTo>
                <a:lnTo>
                  <a:pt x="228547" y="26264"/>
                </a:lnTo>
                <a:lnTo>
                  <a:pt x="227727" y="26383"/>
                </a:lnTo>
                <a:lnTo>
                  <a:pt x="226920" y="26521"/>
                </a:lnTo>
                <a:lnTo>
                  <a:pt x="226127" y="26677"/>
                </a:lnTo>
                <a:lnTo>
                  <a:pt x="225347" y="26851"/>
                </a:lnTo>
                <a:lnTo>
                  <a:pt x="224581" y="27043"/>
                </a:lnTo>
                <a:lnTo>
                  <a:pt x="223828" y="27254"/>
                </a:lnTo>
                <a:lnTo>
                  <a:pt x="223089" y="27483"/>
                </a:lnTo>
                <a:lnTo>
                  <a:pt x="222363" y="27731"/>
                </a:lnTo>
                <a:lnTo>
                  <a:pt x="221651" y="27996"/>
                </a:lnTo>
                <a:lnTo>
                  <a:pt x="220953" y="28281"/>
                </a:lnTo>
                <a:lnTo>
                  <a:pt x="220268" y="28583"/>
                </a:lnTo>
                <a:lnTo>
                  <a:pt x="219596" y="28904"/>
                </a:lnTo>
                <a:lnTo>
                  <a:pt x="218938" y="29243"/>
                </a:lnTo>
                <a:lnTo>
                  <a:pt x="218294" y="29600"/>
                </a:lnTo>
                <a:lnTo>
                  <a:pt x="217663" y="29976"/>
                </a:lnTo>
                <a:lnTo>
                  <a:pt x="217046" y="30370"/>
                </a:lnTo>
                <a:lnTo>
                  <a:pt x="216442" y="30783"/>
                </a:lnTo>
                <a:lnTo>
                  <a:pt x="215852" y="31214"/>
                </a:lnTo>
                <a:lnTo>
                  <a:pt x="215279" y="31660"/>
                </a:lnTo>
                <a:lnTo>
                  <a:pt x="214727" y="32119"/>
                </a:lnTo>
                <a:lnTo>
                  <a:pt x="214195" y="32590"/>
                </a:lnTo>
                <a:lnTo>
                  <a:pt x="213684" y="33075"/>
                </a:lnTo>
                <a:lnTo>
                  <a:pt x="213194" y="33572"/>
                </a:lnTo>
                <a:lnTo>
                  <a:pt x="212725" y="34082"/>
                </a:lnTo>
                <a:lnTo>
                  <a:pt x="212276" y="34605"/>
                </a:lnTo>
                <a:lnTo>
                  <a:pt x="211848" y="35140"/>
                </a:lnTo>
                <a:lnTo>
                  <a:pt x="211441" y="35688"/>
                </a:lnTo>
                <a:lnTo>
                  <a:pt x="211054" y="36249"/>
                </a:lnTo>
                <a:lnTo>
                  <a:pt x="210689" y="36823"/>
                </a:lnTo>
                <a:lnTo>
                  <a:pt x="210344" y="37410"/>
                </a:lnTo>
                <a:lnTo>
                  <a:pt x="210019" y="38009"/>
                </a:lnTo>
                <a:lnTo>
                  <a:pt x="209716" y="38621"/>
                </a:lnTo>
                <a:lnTo>
                  <a:pt x="209433" y="39245"/>
                </a:lnTo>
                <a:lnTo>
                  <a:pt x="209170" y="39883"/>
                </a:lnTo>
                <a:lnTo>
                  <a:pt x="208929" y="40533"/>
                </a:lnTo>
                <a:lnTo>
                  <a:pt x="208708" y="41196"/>
                </a:lnTo>
                <a:lnTo>
                  <a:pt x="208508" y="41872"/>
                </a:lnTo>
                <a:lnTo>
                  <a:pt x="208329" y="42561"/>
                </a:lnTo>
                <a:lnTo>
                  <a:pt x="208170" y="43262"/>
                </a:lnTo>
                <a:lnTo>
                  <a:pt x="208032" y="43976"/>
                </a:lnTo>
                <a:lnTo>
                  <a:pt x="207915" y="44703"/>
                </a:lnTo>
                <a:lnTo>
                  <a:pt x="207819" y="45442"/>
                </a:lnTo>
                <a:lnTo>
                  <a:pt x="221820" y="45442"/>
                </a:lnTo>
                <a:lnTo>
                  <a:pt x="221872" y="45148"/>
                </a:lnTo>
                <a:lnTo>
                  <a:pt x="221933" y="44860"/>
                </a:lnTo>
                <a:lnTo>
                  <a:pt x="222002" y="44576"/>
                </a:lnTo>
                <a:lnTo>
                  <a:pt x="222081" y="44298"/>
                </a:lnTo>
                <a:lnTo>
                  <a:pt x="222168" y="44025"/>
                </a:lnTo>
                <a:lnTo>
                  <a:pt x="222264" y="43757"/>
                </a:lnTo>
                <a:lnTo>
                  <a:pt x="222368" y="43494"/>
                </a:lnTo>
                <a:lnTo>
                  <a:pt x="222482" y="43236"/>
                </a:lnTo>
                <a:lnTo>
                  <a:pt x="222604" y="42984"/>
                </a:lnTo>
                <a:lnTo>
                  <a:pt x="222735" y="42737"/>
                </a:lnTo>
                <a:lnTo>
                  <a:pt x="222875" y="42494"/>
                </a:lnTo>
                <a:lnTo>
                  <a:pt x="223023" y="42258"/>
                </a:lnTo>
                <a:lnTo>
                  <a:pt x="223181" y="42026"/>
                </a:lnTo>
                <a:lnTo>
                  <a:pt x="223347" y="41799"/>
                </a:lnTo>
                <a:lnTo>
                  <a:pt x="223522" y="41578"/>
                </a:lnTo>
                <a:lnTo>
                  <a:pt x="223705" y="41362"/>
                </a:lnTo>
                <a:lnTo>
                  <a:pt x="223898" y="41151"/>
                </a:lnTo>
                <a:lnTo>
                  <a:pt x="224099" y="40945"/>
                </a:lnTo>
                <a:lnTo>
                  <a:pt x="224309" y="40745"/>
                </a:lnTo>
                <a:lnTo>
                  <a:pt x="224527" y="40549"/>
                </a:lnTo>
                <a:lnTo>
                  <a:pt x="224755" y="40359"/>
                </a:lnTo>
                <a:lnTo>
                  <a:pt x="224991" y="40174"/>
                </a:lnTo>
                <a:lnTo>
                  <a:pt x="225236" y="39994"/>
                </a:lnTo>
                <a:lnTo>
                  <a:pt x="225490" y="39820"/>
                </a:lnTo>
                <a:lnTo>
                  <a:pt x="225751" y="39651"/>
                </a:lnTo>
                <a:lnTo>
                  <a:pt x="226017" y="39490"/>
                </a:lnTo>
                <a:lnTo>
                  <a:pt x="226290" y="39336"/>
                </a:lnTo>
                <a:lnTo>
                  <a:pt x="226567" y="39188"/>
                </a:lnTo>
                <a:lnTo>
                  <a:pt x="226851" y="39049"/>
                </a:lnTo>
                <a:lnTo>
                  <a:pt x="227140" y="38916"/>
                </a:lnTo>
                <a:lnTo>
                  <a:pt x="227434" y="38790"/>
                </a:lnTo>
                <a:lnTo>
                  <a:pt x="227734" y="38672"/>
                </a:lnTo>
                <a:lnTo>
                  <a:pt x="228040" y="38561"/>
                </a:lnTo>
                <a:lnTo>
                  <a:pt x="228351" y="38457"/>
                </a:lnTo>
                <a:lnTo>
                  <a:pt x="228668" y="38360"/>
                </a:lnTo>
                <a:lnTo>
                  <a:pt x="228991" y="38270"/>
                </a:lnTo>
                <a:lnTo>
                  <a:pt x="229318" y="38188"/>
                </a:lnTo>
                <a:lnTo>
                  <a:pt x="229652" y="38112"/>
                </a:lnTo>
                <a:lnTo>
                  <a:pt x="229991" y="38044"/>
                </a:lnTo>
                <a:lnTo>
                  <a:pt x="230336" y="37983"/>
                </a:lnTo>
                <a:lnTo>
                  <a:pt x="230686" y="37929"/>
                </a:lnTo>
                <a:lnTo>
                  <a:pt x="231042" y="37883"/>
                </a:lnTo>
                <a:lnTo>
                  <a:pt x="231403" y="37843"/>
                </a:lnTo>
                <a:lnTo>
                  <a:pt x="231770" y="37811"/>
                </a:lnTo>
                <a:lnTo>
                  <a:pt x="232143" y="37786"/>
                </a:lnTo>
                <a:lnTo>
                  <a:pt x="232521" y="37768"/>
                </a:lnTo>
                <a:lnTo>
                  <a:pt x="232905" y="37757"/>
                </a:lnTo>
                <a:lnTo>
                  <a:pt x="233294" y="37754"/>
                </a:lnTo>
                <a:lnTo>
                  <a:pt x="233721" y="37758"/>
                </a:lnTo>
                <a:lnTo>
                  <a:pt x="234140" y="37772"/>
                </a:lnTo>
                <a:lnTo>
                  <a:pt x="234551" y="37794"/>
                </a:lnTo>
                <a:lnTo>
                  <a:pt x="234955" y="37825"/>
                </a:lnTo>
                <a:lnTo>
                  <a:pt x="235352" y="37866"/>
                </a:lnTo>
                <a:lnTo>
                  <a:pt x="235740" y="37915"/>
                </a:lnTo>
                <a:lnTo>
                  <a:pt x="236122" y="37973"/>
                </a:lnTo>
                <a:lnTo>
                  <a:pt x="236495" y="38041"/>
                </a:lnTo>
                <a:lnTo>
                  <a:pt x="236861" y="38117"/>
                </a:lnTo>
                <a:lnTo>
                  <a:pt x="237220" y="38202"/>
                </a:lnTo>
                <a:lnTo>
                  <a:pt x="237570" y="38296"/>
                </a:lnTo>
                <a:lnTo>
                  <a:pt x="237914" y="38399"/>
                </a:lnTo>
                <a:lnTo>
                  <a:pt x="238249" y="38511"/>
                </a:lnTo>
                <a:lnTo>
                  <a:pt x="238577" y="38632"/>
                </a:lnTo>
                <a:lnTo>
                  <a:pt x="238898" y="38762"/>
                </a:lnTo>
                <a:lnTo>
                  <a:pt x="239211" y="38901"/>
                </a:lnTo>
                <a:lnTo>
                  <a:pt x="239516" y="39049"/>
                </a:lnTo>
                <a:lnTo>
                  <a:pt x="239814" y="39206"/>
                </a:lnTo>
                <a:lnTo>
                  <a:pt x="240104" y="39372"/>
                </a:lnTo>
                <a:lnTo>
                  <a:pt x="240387" y="39547"/>
                </a:lnTo>
                <a:lnTo>
                  <a:pt x="240662" y="39731"/>
                </a:lnTo>
                <a:lnTo>
                  <a:pt x="240929" y="39924"/>
                </a:lnTo>
                <a:lnTo>
                  <a:pt x="241189" y="40126"/>
                </a:lnTo>
                <a:lnTo>
                  <a:pt x="241442" y="40336"/>
                </a:lnTo>
                <a:lnTo>
                  <a:pt x="241685" y="40555"/>
                </a:lnTo>
                <a:lnTo>
                  <a:pt x="241918" y="40780"/>
                </a:lnTo>
                <a:lnTo>
                  <a:pt x="242141" y="41013"/>
                </a:lnTo>
                <a:lnTo>
                  <a:pt x="242353" y="41252"/>
                </a:lnTo>
                <a:lnTo>
                  <a:pt x="242555" y="41499"/>
                </a:lnTo>
                <a:lnTo>
                  <a:pt x="242747" y="41752"/>
                </a:lnTo>
                <a:lnTo>
                  <a:pt x="242928" y="42013"/>
                </a:lnTo>
                <a:lnTo>
                  <a:pt x="243099" y="42280"/>
                </a:lnTo>
                <a:lnTo>
                  <a:pt x="243260" y="42555"/>
                </a:lnTo>
                <a:lnTo>
                  <a:pt x="243410" y="42836"/>
                </a:lnTo>
                <a:lnTo>
                  <a:pt x="243550" y="43125"/>
                </a:lnTo>
                <a:lnTo>
                  <a:pt x="243679" y="43420"/>
                </a:lnTo>
                <a:lnTo>
                  <a:pt x="243798" y="43722"/>
                </a:lnTo>
                <a:lnTo>
                  <a:pt x="243907" y="44031"/>
                </a:lnTo>
                <a:lnTo>
                  <a:pt x="244006" y="44348"/>
                </a:lnTo>
                <a:lnTo>
                  <a:pt x="244094" y="44671"/>
                </a:lnTo>
                <a:lnTo>
                  <a:pt x="244171" y="45001"/>
                </a:lnTo>
                <a:lnTo>
                  <a:pt x="244239" y="45339"/>
                </a:lnTo>
                <a:lnTo>
                  <a:pt x="244296" y="45683"/>
                </a:lnTo>
                <a:lnTo>
                  <a:pt x="244342" y="46034"/>
                </a:lnTo>
                <a:lnTo>
                  <a:pt x="244379" y="46392"/>
                </a:lnTo>
                <a:lnTo>
                  <a:pt x="244405" y="46757"/>
                </a:lnTo>
                <a:lnTo>
                  <a:pt x="244420" y="47129"/>
                </a:lnTo>
                <a:lnTo>
                  <a:pt x="244425" y="47508"/>
                </a:lnTo>
                <a:lnTo>
                  <a:pt x="244425" y="52902"/>
                </a:lnTo>
                <a:lnTo>
                  <a:pt x="228705" y="52902"/>
                </a:lnTo>
                <a:lnTo>
                  <a:pt x="227767" y="52910"/>
                </a:lnTo>
                <a:lnTo>
                  <a:pt x="226847" y="52937"/>
                </a:lnTo>
                <a:lnTo>
                  <a:pt x="225945" y="52980"/>
                </a:lnTo>
                <a:lnTo>
                  <a:pt x="225061" y="53042"/>
                </a:lnTo>
                <a:lnTo>
                  <a:pt x="224195" y="53121"/>
                </a:lnTo>
                <a:lnTo>
                  <a:pt x="223347" y="53217"/>
                </a:lnTo>
                <a:lnTo>
                  <a:pt x="222517" y="53331"/>
                </a:lnTo>
                <a:lnTo>
                  <a:pt x="221705" y="53463"/>
                </a:lnTo>
                <a:lnTo>
                  <a:pt x="220910" y="53612"/>
                </a:lnTo>
                <a:lnTo>
                  <a:pt x="220134" y="53778"/>
                </a:lnTo>
                <a:lnTo>
                  <a:pt x="219376" y="53962"/>
                </a:lnTo>
                <a:lnTo>
                  <a:pt x="218635" y="54164"/>
                </a:lnTo>
                <a:lnTo>
                  <a:pt x="217912" y="54383"/>
                </a:lnTo>
                <a:lnTo>
                  <a:pt x="217208" y="54620"/>
                </a:lnTo>
                <a:lnTo>
                  <a:pt x="216521" y="54874"/>
                </a:lnTo>
                <a:lnTo>
                  <a:pt x="215852" y="55146"/>
                </a:lnTo>
                <a:lnTo>
                  <a:pt x="215201" y="55435"/>
                </a:lnTo>
                <a:lnTo>
                  <a:pt x="214568" y="55742"/>
                </a:lnTo>
                <a:lnTo>
                  <a:pt x="213953" y="56067"/>
                </a:lnTo>
                <a:lnTo>
                  <a:pt x="213356" y="56408"/>
                </a:lnTo>
                <a:lnTo>
                  <a:pt x="212777" y="56768"/>
                </a:lnTo>
                <a:lnTo>
                  <a:pt x="212216" y="57145"/>
                </a:lnTo>
                <a:lnTo>
                  <a:pt x="211673" y="57539"/>
                </a:lnTo>
                <a:lnTo>
                  <a:pt x="211147" y="57952"/>
                </a:lnTo>
                <a:lnTo>
                  <a:pt x="210642" y="58380"/>
                </a:lnTo>
                <a:lnTo>
                  <a:pt x="210157" y="58822"/>
                </a:lnTo>
                <a:lnTo>
                  <a:pt x="209695" y="59280"/>
                </a:lnTo>
                <a:lnTo>
                  <a:pt x="209254" y="59752"/>
                </a:lnTo>
                <a:lnTo>
                  <a:pt x="208834" y="60239"/>
                </a:lnTo>
                <a:lnTo>
                  <a:pt x="208436" y="60741"/>
                </a:lnTo>
                <a:lnTo>
                  <a:pt x="208060" y="61257"/>
                </a:lnTo>
                <a:lnTo>
                  <a:pt x="207705" y="61789"/>
                </a:lnTo>
                <a:lnTo>
                  <a:pt x="207371" y="62335"/>
                </a:lnTo>
                <a:lnTo>
                  <a:pt x="207059" y="62895"/>
                </a:lnTo>
                <a:lnTo>
                  <a:pt x="206769" y="63471"/>
                </a:lnTo>
                <a:lnTo>
                  <a:pt x="206500" y="64061"/>
                </a:lnTo>
                <a:lnTo>
                  <a:pt x="206252" y="64666"/>
                </a:lnTo>
                <a:lnTo>
                  <a:pt x="206026" y="65286"/>
                </a:lnTo>
                <a:lnTo>
                  <a:pt x="205822" y="65920"/>
                </a:lnTo>
                <a:lnTo>
                  <a:pt x="205639" y="66570"/>
                </a:lnTo>
                <a:lnTo>
                  <a:pt x="205478" y="67234"/>
                </a:lnTo>
                <a:lnTo>
                  <a:pt x="205338" y="67912"/>
                </a:lnTo>
                <a:lnTo>
                  <a:pt x="205219" y="68606"/>
                </a:lnTo>
                <a:lnTo>
                  <a:pt x="205123" y="69314"/>
                </a:lnTo>
                <a:lnTo>
                  <a:pt x="205047" y="70037"/>
                </a:lnTo>
                <a:lnTo>
                  <a:pt x="204993" y="70774"/>
                </a:lnTo>
                <a:lnTo>
                  <a:pt x="204961" y="71527"/>
                </a:lnTo>
                <a:lnTo>
                  <a:pt x="204950" y="72294"/>
                </a:lnTo>
                <a:lnTo>
                  <a:pt x="204960" y="73015"/>
                </a:lnTo>
                <a:lnTo>
                  <a:pt x="204989" y="73723"/>
                </a:lnTo>
                <a:lnTo>
                  <a:pt x="205038" y="74419"/>
                </a:lnTo>
                <a:lnTo>
                  <a:pt x="205107" y="75102"/>
                </a:lnTo>
                <a:lnTo>
                  <a:pt x="205194" y="75774"/>
                </a:lnTo>
                <a:lnTo>
                  <a:pt x="205302" y="76433"/>
                </a:lnTo>
                <a:lnTo>
                  <a:pt x="205429" y="77079"/>
                </a:lnTo>
                <a:lnTo>
                  <a:pt x="205575" y="77713"/>
                </a:lnTo>
                <a:lnTo>
                  <a:pt x="205741" y="78335"/>
                </a:lnTo>
                <a:lnTo>
                  <a:pt x="205927" y="78944"/>
                </a:lnTo>
                <a:lnTo>
                  <a:pt x="206132" y="79542"/>
                </a:lnTo>
                <a:lnTo>
                  <a:pt x="206356" y="80126"/>
                </a:lnTo>
                <a:lnTo>
                  <a:pt x="206600" y="80699"/>
                </a:lnTo>
                <a:lnTo>
                  <a:pt x="206864" y="81259"/>
                </a:lnTo>
                <a:lnTo>
                  <a:pt x="207147" y="81806"/>
                </a:lnTo>
                <a:lnTo>
                  <a:pt x="207449" y="82342"/>
                </a:lnTo>
                <a:lnTo>
                  <a:pt x="207771" y="82865"/>
                </a:lnTo>
                <a:lnTo>
                  <a:pt x="208113" y="83375"/>
                </a:lnTo>
                <a:lnTo>
                  <a:pt x="208474" y="83874"/>
                </a:lnTo>
                <a:lnTo>
                  <a:pt x="208855" y="84359"/>
                </a:lnTo>
                <a:lnTo>
                  <a:pt x="209255" y="84833"/>
                </a:lnTo>
                <a:lnTo>
                  <a:pt x="209675" y="85294"/>
                </a:lnTo>
                <a:lnTo>
                  <a:pt x="210114" y="85743"/>
                </a:lnTo>
                <a:lnTo>
                  <a:pt x="210573" y="86180"/>
                </a:lnTo>
                <a:lnTo>
                  <a:pt x="211049" y="86601"/>
                </a:lnTo>
                <a:lnTo>
                  <a:pt x="211539" y="87004"/>
                </a:lnTo>
                <a:lnTo>
                  <a:pt x="212043" y="87390"/>
                </a:lnTo>
                <a:lnTo>
                  <a:pt x="212562" y="87757"/>
                </a:lnTo>
                <a:lnTo>
                  <a:pt x="213096" y="88107"/>
                </a:lnTo>
                <a:lnTo>
                  <a:pt x="213643" y="88439"/>
                </a:lnTo>
                <a:lnTo>
                  <a:pt x="214205" y="88752"/>
                </a:lnTo>
                <a:lnTo>
                  <a:pt x="214781" y="89048"/>
                </a:lnTo>
                <a:lnTo>
                  <a:pt x="215372" y="89326"/>
                </a:lnTo>
                <a:lnTo>
                  <a:pt x="215977" y="89586"/>
                </a:lnTo>
                <a:lnTo>
                  <a:pt x="216596" y="89828"/>
                </a:lnTo>
                <a:lnTo>
                  <a:pt x="217229" y="90052"/>
                </a:lnTo>
                <a:lnTo>
                  <a:pt x="217877" y="90259"/>
                </a:lnTo>
                <a:lnTo>
                  <a:pt x="218540" y="90447"/>
                </a:lnTo>
                <a:lnTo>
                  <a:pt x="219216" y="90617"/>
                </a:lnTo>
                <a:lnTo>
                  <a:pt x="219907" y="90770"/>
                </a:lnTo>
                <a:lnTo>
                  <a:pt x="220612" y="90904"/>
                </a:lnTo>
                <a:lnTo>
                  <a:pt x="221332" y="91021"/>
                </a:lnTo>
                <a:lnTo>
                  <a:pt x="222066" y="91119"/>
                </a:lnTo>
                <a:lnTo>
                  <a:pt x="222814" y="91200"/>
                </a:lnTo>
                <a:lnTo>
                  <a:pt x="223577" y="91263"/>
                </a:lnTo>
                <a:lnTo>
                  <a:pt x="224353" y="91307"/>
                </a:lnTo>
                <a:lnTo>
                  <a:pt x="225145" y="91334"/>
                </a:lnTo>
                <a:lnTo>
                  <a:pt x="225950" y="91343"/>
                </a:lnTo>
                <a:lnTo>
                  <a:pt x="226662" y="91336"/>
                </a:lnTo>
                <a:lnTo>
                  <a:pt x="227361" y="91315"/>
                </a:lnTo>
                <a:lnTo>
                  <a:pt x="228048" y="91279"/>
                </a:lnTo>
                <a:lnTo>
                  <a:pt x="228723" y="91229"/>
                </a:lnTo>
                <a:lnTo>
                  <a:pt x="229387" y="91164"/>
                </a:lnTo>
                <a:lnTo>
                  <a:pt x="230038" y="91085"/>
                </a:lnTo>
                <a:lnTo>
                  <a:pt x="230678" y="90992"/>
                </a:lnTo>
                <a:lnTo>
                  <a:pt x="231305" y="90884"/>
                </a:lnTo>
                <a:lnTo>
                  <a:pt x="231921" y="90762"/>
                </a:lnTo>
                <a:lnTo>
                  <a:pt x="232525" y="90626"/>
                </a:lnTo>
                <a:lnTo>
                  <a:pt x="233116" y="90476"/>
                </a:lnTo>
                <a:lnTo>
                  <a:pt x="233696" y="90311"/>
                </a:lnTo>
                <a:lnTo>
                  <a:pt x="234264" y="90131"/>
                </a:lnTo>
                <a:lnTo>
                  <a:pt x="234819" y="89938"/>
                </a:lnTo>
                <a:lnTo>
                  <a:pt x="235363" y="89730"/>
                </a:lnTo>
                <a:lnTo>
                  <a:pt x="235895" y="89507"/>
                </a:lnTo>
                <a:lnTo>
                  <a:pt x="236415" y="89271"/>
                </a:lnTo>
                <a:lnTo>
                  <a:pt x="236923" y="89020"/>
                </a:lnTo>
                <a:lnTo>
                  <a:pt x="237419" y="88754"/>
                </a:lnTo>
                <a:lnTo>
                  <a:pt x="237903" y="88475"/>
                </a:lnTo>
                <a:lnTo>
                  <a:pt x="238376" y="88181"/>
                </a:lnTo>
                <a:lnTo>
                  <a:pt x="238836" y="87872"/>
                </a:lnTo>
                <a:lnTo>
                  <a:pt x="239284" y="87550"/>
                </a:lnTo>
                <a:lnTo>
                  <a:pt x="239720" y="87213"/>
                </a:lnTo>
                <a:lnTo>
                  <a:pt x="240142" y="86863"/>
                </a:lnTo>
                <a:lnTo>
                  <a:pt x="240545" y="86504"/>
                </a:lnTo>
                <a:lnTo>
                  <a:pt x="240931" y="86135"/>
                </a:lnTo>
                <a:lnTo>
                  <a:pt x="241299" y="85756"/>
                </a:lnTo>
                <a:lnTo>
                  <a:pt x="241648" y="85367"/>
                </a:lnTo>
                <a:lnTo>
                  <a:pt x="241980" y="84968"/>
                </a:lnTo>
                <a:lnTo>
                  <a:pt x="242294" y="84559"/>
                </a:lnTo>
                <a:lnTo>
                  <a:pt x="242590" y="84140"/>
                </a:lnTo>
                <a:lnTo>
                  <a:pt x="242868" y="83711"/>
                </a:lnTo>
                <a:lnTo>
                  <a:pt x="243128" y="83272"/>
                </a:lnTo>
                <a:lnTo>
                  <a:pt x="243370" y="82823"/>
                </a:lnTo>
                <a:lnTo>
                  <a:pt x="243594" y="82365"/>
                </a:lnTo>
                <a:lnTo>
                  <a:pt x="243801" y="81896"/>
                </a:lnTo>
                <a:lnTo>
                  <a:pt x="243989" y="81417"/>
                </a:lnTo>
                <a:lnTo>
                  <a:pt x="244159" y="80928"/>
                </a:lnTo>
                <a:lnTo>
                  <a:pt x="244312" y="80430"/>
                </a:lnTo>
                <a:lnTo>
                  <a:pt x="244446" y="79921"/>
                </a:lnTo>
                <a:lnTo>
                  <a:pt x="244563" y="79402"/>
                </a:lnTo>
                <a:lnTo>
                  <a:pt x="244604" y="79181"/>
                </a:lnTo>
                <a:lnTo>
                  <a:pt x="244886" y="79181"/>
                </a:lnTo>
                <a:lnTo>
                  <a:pt x="244886" y="90196"/>
                </a:lnTo>
                <a:lnTo>
                  <a:pt x="258770" y="90196"/>
                </a:lnTo>
                <a:lnTo>
                  <a:pt x="258770" y="47393"/>
                </a:lnTo>
                <a:close/>
                <a:moveTo>
                  <a:pt x="228958" y="80485"/>
                </a:moveTo>
                <a:lnTo>
                  <a:pt x="228553" y="80445"/>
                </a:lnTo>
                <a:lnTo>
                  <a:pt x="228155" y="80396"/>
                </a:lnTo>
                <a:lnTo>
                  <a:pt x="227766" y="80338"/>
                </a:lnTo>
                <a:lnTo>
                  <a:pt x="227384" y="80270"/>
                </a:lnTo>
                <a:lnTo>
                  <a:pt x="227010" y="80194"/>
                </a:lnTo>
                <a:lnTo>
                  <a:pt x="226644" y="80109"/>
                </a:lnTo>
                <a:lnTo>
                  <a:pt x="226286" y="80015"/>
                </a:lnTo>
                <a:lnTo>
                  <a:pt x="225935" y="79912"/>
                </a:lnTo>
                <a:lnTo>
                  <a:pt x="225593" y="79800"/>
                </a:lnTo>
                <a:lnTo>
                  <a:pt x="225258" y="79679"/>
                </a:lnTo>
                <a:lnTo>
                  <a:pt x="224930" y="79549"/>
                </a:lnTo>
                <a:lnTo>
                  <a:pt x="224611" y="79410"/>
                </a:lnTo>
                <a:lnTo>
                  <a:pt x="224299" y="79262"/>
                </a:lnTo>
                <a:lnTo>
                  <a:pt x="223995" y="79105"/>
                </a:lnTo>
                <a:lnTo>
                  <a:pt x="223699" y="78939"/>
                </a:lnTo>
                <a:lnTo>
                  <a:pt x="223410" y="78765"/>
                </a:lnTo>
                <a:lnTo>
                  <a:pt x="223130" y="78581"/>
                </a:lnTo>
                <a:lnTo>
                  <a:pt x="222857" y="78388"/>
                </a:lnTo>
                <a:lnTo>
                  <a:pt x="222592" y="78187"/>
                </a:lnTo>
                <a:lnTo>
                  <a:pt x="222334" y="77976"/>
                </a:lnTo>
                <a:lnTo>
                  <a:pt x="222086" y="77758"/>
                </a:lnTo>
                <a:lnTo>
                  <a:pt x="221849" y="77532"/>
                </a:lnTo>
                <a:lnTo>
                  <a:pt x="221622" y="77301"/>
                </a:lnTo>
                <a:lnTo>
                  <a:pt x="221406" y="77063"/>
                </a:lnTo>
                <a:lnTo>
                  <a:pt x="221200" y="76818"/>
                </a:lnTo>
                <a:lnTo>
                  <a:pt x="221005" y="76566"/>
                </a:lnTo>
                <a:lnTo>
                  <a:pt x="220820" y="76308"/>
                </a:lnTo>
                <a:lnTo>
                  <a:pt x="220646" y="76044"/>
                </a:lnTo>
                <a:lnTo>
                  <a:pt x="220482" y="75773"/>
                </a:lnTo>
                <a:lnTo>
                  <a:pt x="220329" y="75495"/>
                </a:lnTo>
                <a:lnTo>
                  <a:pt x="220187" y="75211"/>
                </a:lnTo>
                <a:lnTo>
                  <a:pt x="220055" y="74920"/>
                </a:lnTo>
                <a:lnTo>
                  <a:pt x="219933" y="74623"/>
                </a:lnTo>
                <a:lnTo>
                  <a:pt x="219822" y="74319"/>
                </a:lnTo>
                <a:lnTo>
                  <a:pt x="219722" y="74008"/>
                </a:lnTo>
                <a:lnTo>
                  <a:pt x="219632" y="73691"/>
                </a:lnTo>
                <a:lnTo>
                  <a:pt x="219553" y="73367"/>
                </a:lnTo>
                <a:lnTo>
                  <a:pt x="219485" y="73037"/>
                </a:lnTo>
                <a:lnTo>
                  <a:pt x="219427" y="72700"/>
                </a:lnTo>
                <a:lnTo>
                  <a:pt x="219379" y="72357"/>
                </a:lnTo>
                <a:lnTo>
                  <a:pt x="219342" y="72007"/>
                </a:lnTo>
                <a:lnTo>
                  <a:pt x="219316" y="71651"/>
                </a:lnTo>
                <a:lnTo>
                  <a:pt x="219300" y="71287"/>
                </a:lnTo>
                <a:lnTo>
                  <a:pt x="219295" y="70918"/>
                </a:lnTo>
                <a:lnTo>
                  <a:pt x="219299" y="70576"/>
                </a:lnTo>
                <a:lnTo>
                  <a:pt x="219313" y="70240"/>
                </a:lnTo>
                <a:lnTo>
                  <a:pt x="219336" y="69910"/>
                </a:lnTo>
                <a:lnTo>
                  <a:pt x="219368" y="69585"/>
                </a:lnTo>
                <a:lnTo>
                  <a:pt x="219409" y="69266"/>
                </a:lnTo>
                <a:lnTo>
                  <a:pt x="219460" y="68953"/>
                </a:lnTo>
                <a:lnTo>
                  <a:pt x="219519" y="68645"/>
                </a:lnTo>
                <a:lnTo>
                  <a:pt x="219588" y="68342"/>
                </a:lnTo>
                <a:lnTo>
                  <a:pt x="219666" y="68046"/>
                </a:lnTo>
                <a:lnTo>
                  <a:pt x="219753" y="67754"/>
                </a:lnTo>
                <a:lnTo>
                  <a:pt x="219849" y="67469"/>
                </a:lnTo>
                <a:lnTo>
                  <a:pt x="219954" y="67189"/>
                </a:lnTo>
                <a:lnTo>
                  <a:pt x="220069" y="66914"/>
                </a:lnTo>
                <a:lnTo>
                  <a:pt x="220193" y="66645"/>
                </a:lnTo>
                <a:lnTo>
                  <a:pt x="220325" y="66382"/>
                </a:lnTo>
                <a:lnTo>
                  <a:pt x="220467" y="66124"/>
                </a:lnTo>
                <a:lnTo>
                  <a:pt x="220619" y="65872"/>
                </a:lnTo>
                <a:lnTo>
                  <a:pt x="220779" y="65625"/>
                </a:lnTo>
                <a:lnTo>
                  <a:pt x="220949" y="65384"/>
                </a:lnTo>
                <a:lnTo>
                  <a:pt x="221127" y="65148"/>
                </a:lnTo>
                <a:lnTo>
                  <a:pt x="221315" y="64918"/>
                </a:lnTo>
                <a:lnTo>
                  <a:pt x="221512" y="64694"/>
                </a:lnTo>
                <a:lnTo>
                  <a:pt x="221718" y="64475"/>
                </a:lnTo>
                <a:lnTo>
                  <a:pt x="221933" y="64262"/>
                </a:lnTo>
                <a:lnTo>
                  <a:pt x="222157" y="64056"/>
                </a:lnTo>
                <a:lnTo>
                  <a:pt x="222386" y="63859"/>
                </a:lnTo>
                <a:lnTo>
                  <a:pt x="222620" y="63670"/>
                </a:lnTo>
                <a:lnTo>
                  <a:pt x="222861" y="63491"/>
                </a:lnTo>
                <a:lnTo>
                  <a:pt x="223108" y="63320"/>
                </a:lnTo>
                <a:lnTo>
                  <a:pt x="223361" y="63157"/>
                </a:lnTo>
                <a:lnTo>
                  <a:pt x="223620" y="63004"/>
                </a:lnTo>
                <a:lnTo>
                  <a:pt x="223885" y="62859"/>
                </a:lnTo>
                <a:lnTo>
                  <a:pt x="224156" y="62724"/>
                </a:lnTo>
                <a:lnTo>
                  <a:pt x="224432" y="62596"/>
                </a:lnTo>
                <a:lnTo>
                  <a:pt x="224715" y="62478"/>
                </a:lnTo>
                <a:lnTo>
                  <a:pt x="225004" y="62368"/>
                </a:lnTo>
                <a:lnTo>
                  <a:pt x="225299" y="62268"/>
                </a:lnTo>
                <a:lnTo>
                  <a:pt x="225599" y="62176"/>
                </a:lnTo>
                <a:lnTo>
                  <a:pt x="225906" y="62092"/>
                </a:lnTo>
                <a:lnTo>
                  <a:pt x="226218" y="62018"/>
                </a:lnTo>
                <a:lnTo>
                  <a:pt x="226537" y="61952"/>
                </a:lnTo>
                <a:lnTo>
                  <a:pt x="226861" y="61895"/>
                </a:lnTo>
                <a:lnTo>
                  <a:pt x="227192" y="61847"/>
                </a:lnTo>
                <a:lnTo>
                  <a:pt x="227528" y="61807"/>
                </a:lnTo>
                <a:lnTo>
                  <a:pt x="227871" y="61777"/>
                </a:lnTo>
                <a:lnTo>
                  <a:pt x="228219" y="61755"/>
                </a:lnTo>
                <a:lnTo>
                  <a:pt x="228574" y="61742"/>
                </a:lnTo>
                <a:lnTo>
                  <a:pt x="228934" y="61737"/>
                </a:lnTo>
                <a:lnTo>
                  <a:pt x="244425" y="61737"/>
                </a:lnTo>
                <a:lnTo>
                  <a:pt x="244425" y="69426"/>
                </a:lnTo>
                <a:lnTo>
                  <a:pt x="244419" y="69834"/>
                </a:lnTo>
                <a:lnTo>
                  <a:pt x="244399" y="70236"/>
                </a:lnTo>
                <a:lnTo>
                  <a:pt x="244365" y="70631"/>
                </a:lnTo>
                <a:lnTo>
                  <a:pt x="244318" y="71020"/>
                </a:lnTo>
                <a:lnTo>
                  <a:pt x="244258" y="71402"/>
                </a:lnTo>
                <a:lnTo>
                  <a:pt x="244185" y="71778"/>
                </a:lnTo>
                <a:lnTo>
                  <a:pt x="244098" y="72148"/>
                </a:lnTo>
                <a:lnTo>
                  <a:pt x="243998" y="72512"/>
                </a:lnTo>
                <a:lnTo>
                  <a:pt x="243885" y="72869"/>
                </a:lnTo>
                <a:lnTo>
                  <a:pt x="243758" y="73219"/>
                </a:lnTo>
                <a:lnTo>
                  <a:pt x="243617" y="73564"/>
                </a:lnTo>
                <a:lnTo>
                  <a:pt x="243464" y="73901"/>
                </a:lnTo>
                <a:lnTo>
                  <a:pt x="243297" y="74233"/>
                </a:lnTo>
                <a:lnTo>
                  <a:pt x="243117" y="74558"/>
                </a:lnTo>
                <a:lnTo>
                  <a:pt x="242923" y="74877"/>
                </a:lnTo>
                <a:lnTo>
                  <a:pt x="242716" y="75189"/>
                </a:lnTo>
                <a:lnTo>
                  <a:pt x="242496" y="75496"/>
                </a:lnTo>
                <a:lnTo>
                  <a:pt x="242262" y="75795"/>
                </a:lnTo>
                <a:lnTo>
                  <a:pt x="242015" y="76089"/>
                </a:lnTo>
                <a:lnTo>
                  <a:pt x="241755" y="76375"/>
                </a:lnTo>
                <a:lnTo>
                  <a:pt x="241481" y="76656"/>
                </a:lnTo>
                <a:lnTo>
                  <a:pt x="241194" y="76930"/>
                </a:lnTo>
                <a:lnTo>
                  <a:pt x="240894" y="77198"/>
                </a:lnTo>
                <a:lnTo>
                  <a:pt x="240580" y="77460"/>
                </a:lnTo>
                <a:lnTo>
                  <a:pt x="240256" y="77712"/>
                </a:lnTo>
                <a:lnTo>
                  <a:pt x="239924" y="77954"/>
                </a:lnTo>
                <a:lnTo>
                  <a:pt x="239584" y="78186"/>
                </a:lnTo>
                <a:lnTo>
                  <a:pt x="239237" y="78406"/>
                </a:lnTo>
                <a:lnTo>
                  <a:pt x="238881" y="78616"/>
                </a:lnTo>
                <a:lnTo>
                  <a:pt x="238518" y="78815"/>
                </a:lnTo>
                <a:lnTo>
                  <a:pt x="238148" y="79003"/>
                </a:lnTo>
                <a:lnTo>
                  <a:pt x="237769" y="79180"/>
                </a:lnTo>
                <a:lnTo>
                  <a:pt x="237383" y="79347"/>
                </a:lnTo>
                <a:lnTo>
                  <a:pt x="236989" y="79503"/>
                </a:lnTo>
                <a:lnTo>
                  <a:pt x="236587" y="79648"/>
                </a:lnTo>
                <a:lnTo>
                  <a:pt x="236177" y="79783"/>
                </a:lnTo>
                <a:lnTo>
                  <a:pt x="235760" y="79906"/>
                </a:lnTo>
                <a:lnTo>
                  <a:pt x="235334" y="80019"/>
                </a:lnTo>
                <a:lnTo>
                  <a:pt x="234902" y="80121"/>
                </a:lnTo>
                <a:lnTo>
                  <a:pt x="234461" y="80213"/>
                </a:lnTo>
                <a:lnTo>
                  <a:pt x="234012" y="80294"/>
                </a:lnTo>
                <a:lnTo>
                  <a:pt x="233556" y="80363"/>
                </a:lnTo>
                <a:lnTo>
                  <a:pt x="233092" y="80423"/>
                </a:lnTo>
                <a:lnTo>
                  <a:pt x="232620" y="80471"/>
                </a:lnTo>
                <a:lnTo>
                  <a:pt x="232141" y="80509"/>
                </a:lnTo>
                <a:lnTo>
                  <a:pt x="231653" y="80536"/>
                </a:lnTo>
                <a:lnTo>
                  <a:pt x="231158" y="80552"/>
                </a:lnTo>
                <a:lnTo>
                  <a:pt x="230655" y="80557"/>
                </a:lnTo>
                <a:lnTo>
                  <a:pt x="230219" y="80553"/>
                </a:lnTo>
                <a:lnTo>
                  <a:pt x="229791" y="80539"/>
                </a:lnTo>
                <a:lnTo>
                  <a:pt x="229370" y="80517"/>
                </a:lnTo>
                <a:lnTo>
                  <a:pt x="228958" y="80485"/>
                </a:lnTo>
                <a:close/>
                <a:moveTo>
                  <a:pt x="305272" y="16462"/>
                </a:moveTo>
                <a:lnTo>
                  <a:pt x="305607" y="16427"/>
                </a:lnTo>
                <a:lnTo>
                  <a:pt x="305935" y="16384"/>
                </a:lnTo>
                <a:lnTo>
                  <a:pt x="306257" y="16334"/>
                </a:lnTo>
                <a:lnTo>
                  <a:pt x="306572" y="16276"/>
                </a:lnTo>
                <a:lnTo>
                  <a:pt x="306882" y="16210"/>
                </a:lnTo>
                <a:lnTo>
                  <a:pt x="307184" y="16136"/>
                </a:lnTo>
                <a:lnTo>
                  <a:pt x="307481" y="16054"/>
                </a:lnTo>
                <a:lnTo>
                  <a:pt x="307771" y="15965"/>
                </a:lnTo>
                <a:lnTo>
                  <a:pt x="308055" y="15868"/>
                </a:lnTo>
                <a:lnTo>
                  <a:pt x="308332" y="15763"/>
                </a:lnTo>
                <a:lnTo>
                  <a:pt x="308603" y="15650"/>
                </a:lnTo>
                <a:lnTo>
                  <a:pt x="308867" y="15530"/>
                </a:lnTo>
                <a:lnTo>
                  <a:pt x="309126" y="15402"/>
                </a:lnTo>
                <a:lnTo>
                  <a:pt x="309377" y="15266"/>
                </a:lnTo>
                <a:lnTo>
                  <a:pt x="309623" y="15122"/>
                </a:lnTo>
                <a:lnTo>
                  <a:pt x="309862" y="14970"/>
                </a:lnTo>
                <a:lnTo>
                  <a:pt x="310095" y="14811"/>
                </a:lnTo>
                <a:lnTo>
                  <a:pt x="310321" y="14644"/>
                </a:lnTo>
                <a:lnTo>
                  <a:pt x="310541" y="14469"/>
                </a:lnTo>
                <a:lnTo>
                  <a:pt x="310755" y="14287"/>
                </a:lnTo>
                <a:lnTo>
                  <a:pt x="310961" y="14097"/>
                </a:lnTo>
                <a:lnTo>
                  <a:pt x="311158" y="13903"/>
                </a:lnTo>
                <a:lnTo>
                  <a:pt x="311346" y="13703"/>
                </a:lnTo>
                <a:lnTo>
                  <a:pt x="311526" y="13498"/>
                </a:lnTo>
                <a:lnTo>
                  <a:pt x="311697" y="13287"/>
                </a:lnTo>
                <a:lnTo>
                  <a:pt x="311859" y="13071"/>
                </a:lnTo>
                <a:lnTo>
                  <a:pt x="312013" y="12849"/>
                </a:lnTo>
                <a:lnTo>
                  <a:pt x="312157" y="12622"/>
                </a:lnTo>
                <a:lnTo>
                  <a:pt x="312293" y="12390"/>
                </a:lnTo>
                <a:lnTo>
                  <a:pt x="312420" y="12153"/>
                </a:lnTo>
                <a:lnTo>
                  <a:pt x="312539" y="11910"/>
                </a:lnTo>
                <a:lnTo>
                  <a:pt x="312648" y="11661"/>
                </a:lnTo>
                <a:lnTo>
                  <a:pt x="312749" y="11408"/>
                </a:lnTo>
                <a:lnTo>
                  <a:pt x="312841" y="11148"/>
                </a:lnTo>
                <a:lnTo>
                  <a:pt x="312925" y="10884"/>
                </a:lnTo>
                <a:lnTo>
                  <a:pt x="312999" y="10614"/>
                </a:lnTo>
                <a:lnTo>
                  <a:pt x="313065" y="10339"/>
                </a:lnTo>
                <a:lnTo>
                  <a:pt x="313122" y="10058"/>
                </a:lnTo>
                <a:lnTo>
                  <a:pt x="313170" y="9772"/>
                </a:lnTo>
                <a:lnTo>
                  <a:pt x="313209" y="9481"/>
                </a:lnTo>
                <a:lnTo>
                  <a:pt x="313240" y="9184"/>
                </a:lnTo>
                <a:lnTo>
                  <a:pt x="313262" y="8882"/>
                </a:lnTo>
                <a:lnTo>
                  <a:pt x="313275" y="8574"/>
                </a:lnTo>
                <a:lnTo>
                  <a:pt x="313280" y="8261"/>
                </a:lnTo>
                <a:lnTo>
                  <a:pt x="313275" y="7948"/>
                </a:lnTo>
                <a:lnTo>
                  <a:pt x="313262" y="7641"/>
                </a:lnTo>
                <a:lnTo>
                  <a:pt x="313240" y="7339"/>
                </a:lnTo>
                <a:lnTo>
                  <a:pt x="313209" y="7042"/>
                </a:lnTo>
                <a:lnTo>
                  <a:pt x="313170" y="6751"/>
                </a:lnTo>
                <a:lnTo>
                  <a:pt x="313122" y="6465"/>
                </a:lnTo>
                <a:lnTo>
                  <a:pt x="313065" y="6185"/>
                </a:lnTo>
                <a:lnTo>
                  <a:pt x="312999" y="5909"/>
                </a:lnTo>
                <a:lnTo>
                  <a:pt x="312925" y="5640"/>
                </a:lnTo>
                <a:lnTo>
                  <a:pt x="312841" y="5375"/>
                </a:lnTo>
                <a:lnTo>
                  <a:pt x="312749" y="5116"/>
                </a:lnTo>
                <a:lnTo>
                  <a:pt x="312648" y="4863"/>
                </a:lnTo>
                <a:lnTo>
                  <a:pt x="312539" y="4614"/>
                </a:lnTo>
                <a:lnTo>
                  <a:pt x="312420" y="4371"/>
                </a:lnTo>
                <a:lnTo>
                  <a:pt x="312293" y="4134"/>
                </a:lnTo>
                <a:lnTo>
                  <a:pt x="312157" y="3902"/>
                </a:lnTo>
                <a:lnTo>
                  <a:pt x="312013" y="3675"/>
                </a:lnTo>
                <a:lnTo>
                  <a:pt x="311859" y="3453"/>
                </a:lnTo>
                <a:lnTo>
                  <a:pt x="311697" y="3237"/>
                </a:lnTo>
                <a:lnTo>
                  <a:pt x="311526" y="3027"/>
                </a:lnTo>
                <a:lnTo>
                  <a:pt x="311346" y="2821"/>
                </a:lnTo>
                <a:lnTo>
                  <a:pt x="311158" y="2622"/>
                </a:lnTo>
                <a:lnTo>
                  <a:pt x="310961" y="2427"/>
                </a:lnTo>
                <a:lnTo>
                  <a:pt x="310755" y="2238"/>
                </a:lnTo>
                <a:lnTo>
                  <a:pt x="310541" y="2055"/>
                </a:lnTo>
                <a:lnTo>
                  <a:pt x="310321" y="1880"/>
                </a:lnTo>
                <a:lnTo>
                  <a:pt x="310095" y="1713"/>
                </a:lnTo>
                <a:lnTo>
                  <a:pt x="309862" y="1554"/>
                </a:lnTo>
                <a:lnTo>
                  <a:pt x="309623" y="1403"/>
                </a:lnTo>
                <a:lnTo>
                  <a:pt x="309377" y="1259"/>
                </a:lnTo>
                <a:lnTo>
                  <a:pt x="309126" y="1123"/>
                </a:lnTo>
                <a:lnTo>
                  <a:pt x="308867" y="995"/>
                </a:lnTo>
                <a:lnTo>
                  <a:pt x="308603" y="874"/>
                </a:lnTo>
                <a:lnTo>
                  <a:pt x="308332" y="761"/>
                </a:lnTo>
                <a:lnTo>
                  <a:pt x="308055" y="657"/>
                </a:lnTo>
                <a:lnTo>
                  <a:pt x="307771" y="559"/>
                </a:lnTo>
                <a:lnTo>
                  <a:pt x="307481" y="470"/>
                </a:lnTo>
                <a:lnTo>
                  <a:pt x="307184" y="389"/>
                </a:lnTo>
                <a:lnTo>
                  <a:pt x="306882" y="315"/>
                </a:lnTo>
                <a:lnTo>
                  <a:pt x="306572" y="249"/>
                </a:lnTo>
                <a:lnTo>
                  <a:pt x="306257" y="190"/>
                </a:lnTo>
                <a:lnTo>
                  <a:pt x="305935" y="140"/>
                </a:lnTo>
                <a:lnTo>
                  <a:pt x="305607" y="97"/>
                </a:lnTo>
                <a:lnTo>
                  <a:pt x="305272" y="62"/>
                </a:lnTo>
                <a:lnTo>
                  <a:pt x="304931" y="35"/>
                </a:lnTo>
                <a:lnTo>
                  <a:pt x="304584" y="16"/>
                </a:lnTo>
                <a:lnTo>
                  <a:pt x="304230" y="4"/>
                </a:lnTo>
                <a:lnTo>
                  <a:pt x="303870" y="0"/>
                </a:lnTo>
                <a:lnTo>
                  <a:pt x="303509" y="4"/>
                </a:lnTo>
                <a:lnTo>
                  <a:pt x="303155" y="16"/>
                </a:lnTo>
                <a:lnTo>
                  <a:pt x="302808" y="35"/>
                </a:lnTo>
                <a:lnTo>
                  <a:pt x="302467" y="62"/>
                </a:lnTo>
                <a:lnTo>
                  <a:pt x="302132" y="97"/>
                </a:lnTo>
                <a:lnTo>
                  <a:pt x="301804" y="140"/>
                </a:lnTo>
                <a:lnTo>
                  <a:pt x="301482" y="190"/>
                </a:lnTo>
                <a:lnTo>
                  <a:pt x="301166" y="249"/>
                </a:lnTo>
                <a:lnTo>
                  <a:pt x="300857" y="315"/>
                </a:lnTo>
                <a:lnTo>
                  <a:pt x="300554" y="389"/>
                </a:lnTo>
                <a:lnTo>
                  <a:pt x="300257" y="470"/>
                </a:lnTo>
                <a:lnTo>
                  <a:pt x="299967" y="559"/>
                </a:lnTo>
                <a:lnTo>
                  <a:pt x="299683" y="657"/>
                </a:lnTo>
                <a:lnTo>
                  <a:pt x="299406" y="761"/>
                </a:lnTo>
                <a:lnTo>
                  <a:pt x="299135" y="874"/>
                </a:lnTo>
                <a:lnTo>
                  <a:pt x="298870" y="995"/>
                </a:lnTo>
                <a:lnTo>
                  <a:pt x="298612" y="1123"/>
                </a:lnTo>
                <a:lnTo>
                  <a:pt x="298360" y="1259"/>
                </a:lnTo>
                <a:lnTo>
                  <a:pt x="298115" y="1403"/>
                </a:lnTo>
                <a:lnTo>
                  <a:pt x="297876" y="1554"/>
                </a:lnTo>
                <a:lnTo>
                  <a:pt x="297643" y="1713"/>
                </a:lnTo>
                <a:lnTo>
                  <a:pt x="297417" y="1880"/>
                </a:lnTo>
                <a:lnTo>
                  <a:pt x="297197" y="2055"/>
                </a:lnTo>
                <a:lnTo>
                  <a:pt x="296983" y="2238"/>
                </a:lnTo>
                <a:lnTo>
                  <a:pt x="296777" y="2427"/>
                </a:lnTo>
                <a:lnTo>
                  <a:pt x="296580" y="2622"/>
                </a:lnTo>
                <a:lnTo>
                  <a:pt x="296392" y="2821"/>
                </a:lnTo>
                <a:lnTo>
                  <a:pt x="296212" y="3027"/>
                </a:lnTo>
                <a:lnTo>
                  <a:pt x="296041" y="3237"/>
                </a:lnTo>
                <a:lnTo>
                  <a:pt x="295879" y="3453"/>
                </a:lnTo>
                <a:lnTo>
                  <a:pt x="295726" y="3675"/>
                </a:lnTo>
                <a:lnTo>
                  <a:pt x="295581" y="3902"/>
                </a:lnTo>
                <a:lnTo>
                  <a:pt x="295445" y="4134"/>
                </a:lnTo>
                <a:lnTo>
                  <a:pt x="295318" y="4371"/>
                </a:lnTo>
                <a:lnTo>
                  <a:pt x="295200" y="4614"/>
                </a:lnTo>
                <a:lnTo>
                  <a:pt x="295091" y="4863"/>
                </a:lnTo>
                <a:lnTo>
                  <a:pt x="294990" y="5116"/>
                </a:lnTo>
                <a:lnTo>
                  <a:pt x="294898" y="5375"/>
                </a:lnTo>
                <a:lnTo>
                  <a:pt x="294815" y="5640"/>
                </a:lnTo>
                <a:lnTo>
                  <a:pt x="294740" y="5909"/>
                </a:lnTo>
                <a:lnTo>
                  <a:pt x="294674" y="6185"/>
                </a:lnTo>
                <a:lnTo>
                  <a:pt x="294617" y="6465"/>
                </a:lnTo>
                <a:lnTo>
                  <a:pt x="294569" y="6751"/>
                </a:lnTo>
                <a:lnTo>
                  <a:pt x="294530" y="7042"/>
                </a:lnTo>
                <a:lnTo>
                  <a:pt x="294499" y="7339"/>
                </a:lnTo>
                <a:lnTo>
                  <a:pt x="294477" y="7641"/>
                </a:lnTo>
                <a:lnTo>
                  <a:pt x="294464" y="7948"/>
                </a:lnTo>
                <a:lnTo>
                  <a:pt x="294460" y="8261"/>
                </a:lnTo>
                <a:lnTo>
                  <a:pt x="294464" y="8574"/>
                </a:lnTo>
                <a:lnTo>
                  <a:pt x="294477" y="8882"/>
                </a:lnTo>
                <a:lnTo>
                  <a:pt x="294499" y="9184"/>
                </a:lnTo>
                <a:lnTo>
                  <a:pt x="294530" y="9481"/>
                </a:lnTo>
                <a:lnTo>
                  <a:pt x="294569" y="9772"/>
                </a:lnTo>
                <a:lnTo>
                  <a:pt x="294617" y="10058"/>
                </a:lnTo>
                <a:lnTo>
                  <a:pt x="294674" y="10339"/>
                </a:lnTo>
                <a:lnTo>
                  <a:pt x="294740" y="10614"/>
                </a:lnTo>
                <a:lnTo>
                  <a:pt x="294815" y="10884"/>
                </a:lnTo>
                <a:lnTo>
                  <a:pt x="294898" y="11148"/>
                </a:lnTo>
                <a:lnTo>
                  <a:pt x="294990" y="11408"/>
                </a:lnTo>
                <a:lnTo>
                  <a:pt x="295091" y="11661"/>
                </a:lnTo>
                <a:lnTo>
                  <a:pt x="295200" y="11910"/>
                </a:lnTo>
                <a:lnTo>
                  <a:pt x="295318" y="12153"/>
                </a:lnTo>
                <a:lnTo>
                  <a:pt x="295445" y="12390"/>
                </a:lnTo>
                <a:lnTo>
                  <a:pt x="295581" y="12622"/>
                </a:lnTo>
                <a:lnTo>
                  <a:pt x="295726" y="12849"/>
                </a:lnTo>
                <a:lnTo>
                  <a:pt x="295879" y="13071"/>
                </a:lnTo>
                <a:lnTo>
                  <a:pt x="296041" y="13287"/>
                </a:lnTo>
                <a:lnTo>
                  <a:pt x="296212" y="13498"/>
                </a:lnTo>
                <a:lnTo>
                  <a:pt x="296392" y="13703"/>
                </a:lnTo>
                <a:lnTo>
                  <a:pt x="296580" y="13903"/>
                </a:lnTo>
                <a:lnTo>
                  <a:pt x="296777" y="14097"/>
                </a:lnTo>
                <a:lnTo>
                  <a:pt x="296983" y="14287"/>
                </a:lnTo>
                <a:lnTo>
                  <a:pt x="297197" y="14469"/>
                </a:lnTo>
                <a:lnTo>
                  <a:pt x="297417" y="14644"/>
                </a:lnTo>
                <a:lnTo>
                  <a:pt x="297643" y="14811"/>
                </a:lnTo>
                <a:lnTo>
                  <a:pt x="297876" y="14970"/>
                </a:lnTo>
                <a:lnTo>
                  <a:pt x="298115" y="15122"/>
                </a:lnTo>
                <a:lnTo>
                  <a:pt x="298360" y="15266"/>
                </a:lnTo>
                <a:lnTo>
                  <a:pt x="298612" y="15402"/>
                </a:lnTo>
                <a:lnTo>
                  <a:pt x="298870" y="15530"/>
                </a:lnTo>
                <a:lnTo>
                  <a:pt x="299135" y="15650"/>
                </a:lnTo>
                <a:lnTo>
                  <a:pt x="299406" y="15763"/>
                </a:lnTo>
                <a:lnTo>
                  <a:pt x="299683" y="15868"/>
                </a:lnTo>
                <a:lnTo>
                  <a:pt x="299967" y="15965"/>
                </a:lnTo>
                <a:lnTo>
                  <a:pt x="300257" y="16054"/>
                </a:lnTo>
                <a:lnTo>
                  <a:pt x="300554" y="16136"/>
                </a:lnTo>
                <a:lnTo>
                  <a:pt x="300857" y="16210"/>
                </a:lnTo>
                <a:lnTo>
                  <a:pt x="301166" y="16276"/>
                </a:lnTo>
                <a:lnTo>
                  <a:pt x="301482" y="16334"/>
                </a:lnTo>
                <a:lnTo>
                  <a:pt x="301804" y="16384"/>
                </a:lnTo>
                <a:lnTo>
                  <a:pt x="302132" y="16427"/>
                </a:lnTo>
                <a:lnTo>
                  <a:pt x="302467" y="16462"/>
                </a:lnTo>
                <a:lnTo>
                  <a:pt x="302808" y="16489"/>
                </a:lnTo>
                <a:lnTo>
                  <a:pt x="303155" y="16509"/>
                </a:lnTo>
                <a:lnTo>
                  <a:pt x="303509" y="16520"/>
                </a:lnTo>
                <a:lnTo>
                  <a:pt x="303870" y="16524"/>
                </a:lnTo>
                <a:lnTo>
                  <a:pt x="304230" y="16520"/>
                </a:lnTo>
                <a:lnTo>
                  <a:pt x="304584" y="16509"/>
                </a:lnTo>
                <a:lnTo>
                  <a:pt x="304931" y="16489"/>
                </a:lnTo>
                <a:lnTo>
                  <a:pt x="305272" y="16462"/>
                </a:lnTo>
                <a:close/>
                <a:moveTo>
                  <a:pt x="381044" y="77225"/>
                </a:moveTo>
                <a:lnTo>
                  <a:pt x="380765" y="77214"/>
                </a:lnTo>
                <a:lnTo>
                  <a:pt x="380490" y="77197"/>
                </a:lnTo>
                <a:lnTo>
                  <a:pt x="380221" y="77173"/>
                </a:lnTo>
                <a:lnTo>
                  <a:pt x="379956" y="77141"/>
                </a:lnTo>
                <a:lnTo>
                  <a:pt x="379697" y="77103"/>
                </a:lnTo>
                <a:lnTo>
                  <a:pt x="379442" y="77058"/>
                </a:lnTo>
                <a:lnTo>
                  <a:pt x="379193" y="77005"/>
                </a:lnTo>
                <a:lnTo>
                  <a:pt x="378948" y="76946"/>
                </a:lnTo>
                <a:lnTo>
                  <a:pt x="378709" y="76880"/>
                </a:lnTo>
                <a:lnTo>
                  <a:pt x="378474" y="76807"/>
                </a:lnTo>
                <a:lnTo>
                  <a:pt x="378244" y="76727"/>
                </a:lnTo>
                <a:lnTo>
                  <a:pt x="378020" y="76640"/>
                </a:lnTo>
                <a:lnTo>
                  <a:pt x="377800" y="76546"/>
                </a:lnTo>
                <a:lnTo>
                  <a:pt x="377586" y="76445"/>
                </a:lnTo>
                <a:lnTo>
                  <a:pt x="377376" y="76337"/>
                </a:lnTo>
                <a:lnTo>
                  <a:pt x="377171" y="76222"/>
                </a:lnTo>
                <a:lnTo>
                  <a:pt x="376971" y="76100"/>
                </a:lnTo>
                <a:lnTo>
                  <a:pt x="376777" y="75971"/>
                </a:lnTo>
                <a:lnTo>
                  <a:pt x="376587" y="75835"/>
                </a:lnTo>
                <a:lnTo>
                  <a:pt x="376402" y="75692"/>
                </a:lnTo>
                <a:lnTo>
                  <a:pt x="376222" y="75542"/>
                </a:lnTo>
                <a:lnTo>
                  <a:pt x="376047" y="75385"/>
                </a:lnTo>
                <a:lnTo>
                  <a:pt x="375878" y="75222"/>
                </a:lnTo>
                <a:lnTo>
                  <a:pt x="375714" y="75052"/>
                </a:lnTo>
                <a:lnTo>
                  <a:pt x="375557" y="74877"/>
                </a:lnTo>
                <a:lnTo>
                  <a:pt x="375407" y="74697"/>
                </a:lnTo>
                <a:lnTo>
                  <a:pt x="375264" y="74512"/>
                </a:lnTo>
                <a:lnTo>
                  <a:pt x="375128" y="74323"/>
                </a:lnTo>
                <a:lnTo>
                  <a:pt x="374999" y="74128"/>
                </a:lnTo>
                <a:lnTo>
                  <a:pt x="374877" y="73928"/>
                </a:lnTo>
                <a:lnTo>
                  <a:pt x="374762" y="73723"/>
                </a:lnTo>
                <a:lnTo>
                  <a:pt x="374654" y="73514"/>
                </a:lnTo>
                <a:lnTo>
                  <a:pt x="374553" y="73299"/>
                </a:lnTo>
                <a:lnTo>
                  <a:pt x="374458" y="73079"/>
                </a:lnTo>
                <a:lnTo>
                  <a:pt x="374371" y="72855"/>
                </a:lnTo>
                <a:lnTo>
                  <a:pt x="374291" y="72625"/>
                </a:lnTo>
                <a:lnTo>
                  <a:pt x="374218" y="72391"/>
                </a:lnTo>
                <a:lnTo>
                  <a:pt x="374152" y="72151"/>
                </a:lnTo>
                <a:lnTo>
                  <a:pt x="374092" y="71906"/>
                </a:lnTo>
                <a:lnTo>
                  <a:pt x="374040" y="71657"/>
                </a:lnTo>
                <a:lnTo>
                  <a:pt x="373995" y="71402"/>
                </a:lnTo>
                <a:lnTo>
                  <a:pt x="373956" y="71143"/>
                </a:lnTo>
                <a:lnTo>
                  <a:pt x="373925" y="70878"/>
                </a:lnTo>
                <a:lnTo>
                  <a:pt x="373900" y="70609"/>
                </a:lnTo>
                <a:lnTo>
                  <a:pt x="373883" y="70335"/>
                </a:lnTo>
                <a:lnTo>
                  <a:pt x="373873" y="70055"/>
                </a:lnTo>
                <a:lnTo>
                  <a:pt x="373869" y="69771"/>
                </a:lnTo>
                <a:lnTo>
                  <a:pt x="373869" y="6426"/>
                </a:lnTo>
                <a:lnTo>
                  <a:pt x="339327" y="6426"/>
                </a:lnTo>
                <a:lnTo>
                  <a:pt x="339327" y="19392"/>
                </a:lnTo>
                <a:lnTo>
                  <a:pt x="359525" y="19392"/>
                </a:lnTo>
                <a:lnTo>
                  <a:pt x="359525" y="69771"/>
                </a:lnTo>
                <a:lnTo>
                  <a:pt x="359529" y="70275"/>
                </a:lnTo>
                <a:lnTo>
                  <a:pt x="359543" y="70774"/>
                </a:lnTo>
                <a:lnTo>
                  <a:pt x="359566" y="71269"/>
                </a:lnTo>
                <a:lnTo>
                  <a:pt x="359598" y="71758"/>
                </a:lnTo>
                <a:lnTo>
                  <a:pt x="359639" y="72242"/>
                </a:lnTo>
                <a:lnTo>
                  <a:pt x="359690" y="72722"/>
                </a:lnTo>
                <a:lnTo>
                  <a:pt x="359749" y="73196"/>
                </a:lnTo>
                <a:lnTo>
                  <a:pt x="359818" y="73666"/>
                </a:lnTo>
                <a:lnTo>
                  <a:pt x="359896" y="74130"/>
                </a:lnTo>
                <a:lnTo>
                  <a:pt x="359983" y="74590"/>
                </a:lnTo>
                <a:lnTo>
                  <a:pt x="360079" y="75044"/>
                </a:lnTo>
                <a:lnTo>
                  <a:pt x="360185" y="75494"/>
                </a:lnTo>
                <a:lnTo>
                  <a:pt x="360299" y="75938"/>
                </a:lnTo>
                <a:lnTo>
                  <a:pt x="360423" y="76378"/>
                </a:lnTo>
                <a:lnTo>
                  <a:pt x="360556" y="76812"/>
                </a:lnTo>
                <a:lnTo>
                  <a:pt x="360698" y="77242"/>
                </a:lnTo>
                <a:lnTo>
                  <a:pt x="360849" y="77666"/>
                </a:lnTo>
                <a:lnTo>
                  <a:pt x="361009" y="78086"/>
                </a:lnTo>
                <a:lnTo>
                  <a:pt x="361179" y="78501"/>
                </a:lnTo>
                <a:lnTo>
                  <a:pt x="361357" y="78910"/>
                </a:lnTo>
                <a:lnTo>
                  <a:pt x="361545" y="79315"/>
                </a:lnTo>
                <a:lnTo>
                  <a:pt x="361742" y="79715"/>
                </a:lnTo>
                <a:lnTo>
                  <a:pt x="361948" y="80110"/>
                </a:lnTo>
                <a:lnTo>
                  <a:pt x="362164" y="80499"/>
                </a:lnTo>
                <a:lnTo>
                  <a:pt x="362387" y="80883"/>
                </a:lnTo>
                <a:lnTo>
                  <a:pt x="362617" y="81259"/>
                </a:lnTo>
                <a:lnTo>
                  <a:pt x="362855" y="81628"/>
                </a:lnTo>
                <a:lnTo>
                  <a:pt x="363099" y="81989"/>
                </a:lnTo>
                <a:lnTo>
                  <a:pt x="363350" y="82344"/>
                </a:lnTo>
                <a:lnTo>
                  <a:pt x="363609" y="82690"/>
                </a:lnTo>
                <a:lnTo>
                  <a:pt x="363874" y="83030"/>
                </a:lnTo>
                <a:lnTo>
                  <a:pt x="364146" y="83362"/>
                </a:lnTo>
                <a:lnTo>
                  <a:pt x="364425" y="83686"/>
                </a:lnTo>
                <a:lnTo>
                  <a:pt x="364711" y="84003"/>
                </a:lnTo>
                <a:lnTo>
                  <a:pt x="365004" y="84313"/>
                </a:lnTo>
                <a:lnTo>
                  <a:pt x="365304" y="84616"/>
                </a:lnTo>
                <a:lnTo>
                  <a:pt x="365612" y="84911"/>
                </a:lnTo>
                <a:lnTo>
                  <a:pt x="365926" y="85199"/>
                </a:lnTo>
                <a:lnTo>
                  <a:pt x="366247" y="85479"/>
                </a:lnTo>
                <a:lnTo>
                  <a:pt x="366575" y="85752"/>
                </a:lnTo>
                <a:lnTo>
                  <a:pt x="366910" y="86018"/>
                </a:lnTo>
                <a:lnTo>
                  <a:pt x="367251" y="86276"/>
                </a:lnTo>
                <a:lnTo>
                  <a:pt x="367600" y="86527"/>
                </a:lnTo>
                <a:lnTo>
                  <a:pt x="367956" y="86771"/>
                </a:lnTo>
                <a:lnTo>
                  <a:pt x="368319" y="87007"/>
                </a:lnTo>
                <a:lnTo>
                  <a:pt x="368689" y="87236"/>
                </a:lnTo>
                <a:lnTo>
                  <a:pt x="369066" y="87457"/>
                </a:lnTo>
                <a:lnTo>
                  <a:pt x="369450" y="87671"/>
                </a:lnTo>
                <a:lnTo>
                  <a:pt x="369840" y="87877"/>
                </a:lnTo>
                <a:lnTo>
                  <a:pt x="370235" y="88075"/>
                </a:lnTo>
                <a:lnTo>
                  <a:pt x="370636" y="88263"/>
                </a:lnTo>
                <a:lnTo>
                  <a:pt x="371042" y="88443"/>
                </a:lnTo>
                <a:lnTo>
                  <a:pt x="371454" y="88614"/>
                </a:lnTo>
                <a:lnTo>
                  <a:pt x="371871" y="88776"/>
                </a:lnTo>
                <a:lnTo>
                  <a:pt x="372293" y="88930"/>
                </a:lnTo>
                <a:lnTo>
                  <a:pt x="372721" y="89074"/>
                </a:lnTo>
                <a:lnTo>
                  <a:pt x="373154" y="89210"/>
                </a:lnTo>
                <a:lnTo>
                  <a:pt x="373592" y="89337"/>
                </a:lnTo>
                <a:lnTo>
                  <a:pt x="374036" y="89456"/>
                </a:lnTo>
                <a:lnTo>
                  <a:pt x="374485" y="89565"/>
                </a:lnTo>
                <a:lnTo>
                  <a:pt x="374940" y="89666"/>
                </a:lnTo>
                <a:lnTo>
                  <a:pt x="375400" y="89758"/>
                </a:lnTo>
                <a:lnTo>
                  <a:pt x="375865" y="89841"/>
                </a:lnTo>
                <a:lnTo>
                  <a:pt x="376336" y="89916"/>
                </a:lnTo>
                <a:lnTo>
                  <a:pt x="376812" y="89982"/>
                </a:lnTo>
                <a:lnTo>
                  <a:pt x="377294" y="90039"/>
                </a:lnTo>
                <a:lnTo>
                  <a:pt x="377780" y="90087"/>
                </a:lnTo>
                <a:lnTo>
                  <a:pt x="378273" y="90126"/>
                </a:lnTo>
                <a:lnTo>
                  <a:pt x="378770" y="90157"/>
                </a:lnTo>
                <a:lnTo>
                  <a:pt x="379273" y="90179"/>
                </a:lnTo>
                <a:lnTo>
                  <a:pt x="379782" y="90192"/>
                </a:lnTo>
                <a:lnTo>
                  <a:pt x="380295" y="90196"/>
                </a:lnTo>
                <a:lnTo>
                  <a:pt x="400378" y="90196"/>
                </a:lnTo>
                <a:lnTo>
                  <a:pt x="400378" y="77228"/>
                </a:lnTo>
                <a:lnTo>
                  <a:pt x="381328" y="77228"/>
                </a:lnTo>
                <a:lnTo>
                  <a:pt x="381044" y="77225"/>
                </a:lnTo>
                <a:close/>
                <a:moveTo>
                  <a:pt x="311902" y="27081"/>
                </a:moveTo>
                <a:lnTo>
                  <a:pt x="278967" y="27081"/>
                </a:lnTo>
                <a:lnTo>
                  <a:pt x="278967" y="40049"/>
                </a:lnTo>
                <a:lnTo>
                  <a:pt x="298132" y="40049"/>
                </a:lnTo>
                <a:lnTo>
                  <a:pt x="298132" y="77115"/>
                </a:lnTo>
                <a:lnTo>
                  <a:pt x="276099" y="77115"/>
                </a:lnTo>
                <a:lnTo>
                  <a:pt x="276099" y="90196"/>
                </a:lnTo>
                <a:lnTo>
                  <a:pt x="331410" y="90196"/>
                </a:lnTo>
                <a:lnTo>
                  <a:pt x="331410" y="77115"/>
                </a:lnTo>
                <a:lnTo>
                  <a:pt x="311902" y="77115"/>
                </a:lnTo>
                <a:lnTo>
                  <a:pt x="311902" y="27081"/>
                </a:lnTo>
                <a:close/>
                <a:moveTo>
                  <a:pt x="482770" y="110851"/>
                </a:moveTo>
                <a:lnTo>
                  <a:pt x="497115" y="110851"/>
                </a:lnTo>
                <a:lnTo>
                  <a:pt x="497115" y="93180"/>
                </a:lnTo>
                <a:lnTo>
                  <a:pt x="496656" y="78148"/>
                </a:lnTo>
                <a:lnTo>
                  <a:pt x="497011" y="78148"/>
                </a:lnTo>
                <a:lnTo>
                  <a:pt x="497058" y="78459"/>
                </a:lnTo>
                <a:lnTo>
                  <a:pt x="497162" y="79026"/>
                </a:lnTo>
                <a:lnTo>
                  <a:pt x="497281" y="79581"/>
                </a:lnTo>
                <a:lnTo>
                  <a:pt x="497417" y="80126"/>
                </a:lnTo>
                <a:lnTo>
                  <a:pt x="497568" y="80658"/>
                </a:lnTo>
                <a:lnTo>
                  <a:pt x="497735" y="81180"/>
                </a:lnTo>
                <a:lnTo>
                  <a:pt x="497919" y="81690"/>
                </a:lnTo>
                <a:lnTo>
                  <a:pt x="498118" y="82189"/>
                </a:lnTo>
                <a:lnTo>
                  <a:pt x="498333" y="82676"/>
                </a:lnTo>
                <a:lnTo>
                  <a:pt x="498564" y="83152"/>
                </a:lnTo>
                <a:lnTo>
                  <a:pt x="498811" y="83617"/>
                </a:lnTo>
                <a:lnTo>
                  <a:pt x="499074" y="84070"/>
                </a:lnTo>
                <a:lnTo>
                  <a:pt x="499353" y="84512"/>
                </a:lnTo>
                <a:lnTo>
                  <a:pt x="499648" y="84943"/>
                </a:lnTo>
                <a:lnTo>
                  <a:pt x="499958" y="85362"/>
                </a:lnTo>
                <a:lnTo>
                  <a:pt x="500285" y="85770"/>
                </a:lnTo>
                <a:lnTo>
                  <a:pt x="500628" y="86166"/>
                </a:lnTo>
                <a:lnTo>
                  <a:pt x="500986" y="86552"/>
                </a:lnTo>
                <a:lnTo>
                  <a:pt x="501361" y="86926"/>
                </a:lnTo>
                <a:lnTo>
                  <a:pt x="501749" y="87286"/>
                </a:lnTo>
                <a:lnTo>
                  <a:pt x="502148" y="87631"/>
                </a:lnTo>
                <a:lnTo>
                  <a:pt x="502559" y="87961"/>
                </a:lnTo>
                <a:lnTo>
                  <a:pt x="502980" y="88275"/>
                </a:lnTo>
                <a:lnTo>
                  <a:pt x="503413" y="88575"/>
                </a:lnTo>
                <a:lnTo>
                  <a:pt x="503857" y="88858"/>
                </a:lnTo>
                <a:lnTo>
                  <a:pt x="504312" y="89127"/>
                </a:lnTo>
                <a:lnTo>
                  <a:pt x="504778" y="89380"/>
                </a:lnTo>
                <a:lnTo>
                  <a:pt x="505256" y="89618"/>
                </a:lnTo>
                <a:lnTo>
                  <a:pt x="505744" y="89840"/>
                </a:lnTo>
                <a:lnTo>
                  <a:pt x="506244" y="90047"/>
                </a:lnTo>
                <a:lnTo>
                  <a:pt x="506755" y="90239"/>
                </a:lnTo>
                <a:lnTo>
                  <a:pt x="507277" y="90415"/>
                </a:lnTo>
                <a:lnTo>
                  <a:pt x="507810" y="90576"/>
                </a:lnTo>
                <a:lnTo>
                  <a:pt x="508354" y="90722"/>
                </a:lnTo>
                <a:lnTo>
                  <a:pt x="508910" y="90852"/>
                </a:lnTo>
                <a:lnTo>
                  <a:pt x="509476" y="90967"/>
                </a:lnTo>
                <a:lnTo>
                  <a:pt x="510054" y="91067"/>
                </a:lnTo>
                <a:lnTo>
                  <a:pt x="510643" y="91152"/>
                </a:lnTo>
                <a:lnTo>
                  <a:pt x="511243" y="91221"/>
                </a:lnTo>
                <a:lnTo>
                  <a:pt x="511854" y="91274"/>
                </a:lnTo>
                <a:lnTo>
                  <a:pt x="512476" y="91313"/>
                </a:lnTo>
                <a:lnTo>
                  <a:pt x="513110" y="91336"/>
                </a:lnTo>
                <a:lnTo>
                  <a:pt x="513754" y="91343"/>
                </a:lnTo>
                <a:lnTo>
                  <a:pt x="514287" y="91338"/>
                </a:lnTo>
                <a:lnTo>
                  <a:pt x="514813" y="91323"/>
                </a:lnTo>
                <a:lnTo>
                  <a:pt x="515334" y="91297"/>
                </a:lnTo>
                <a:lnTo>
                  <a:pt x="515849" y="91260"/>
                </a:lnTo>
                <a:lnTo>
                  <a:pt x="516357" y="91214"/>
                </a:lnTo>
                <a:lnTo>
                  <a:pt x="516860" y="91157"/>
                </a:lnTo>
                <a:lnTo>
                  <a:pt x="517357" y="91089"/>
                </a:lnTo>
                <a:lnTo>
                  <a:pt x="517847" y="91012"/>
                </a:lnTo>
                <a:lnTo>
                  <a:pt x="518332" y="90924"/>
                </a:lnTo>
                <a:lnTo>
                  <a:pt x="518811" y="90825"/>
                </a:lnTo>
                <a:lnTo>
                  <a:pt x="519284" y="90717"/>
                </a:lnTo>
                <a:lnTo>
                  <a:pt x="519750" y="90597"/>
                </a:lnTo>
                <a:lnTo>
                  <a:pt x="520211" y="90468"/>
                </a:lnTo>
                <a:lnTo>
                  <a:pt x="520666" y="90328"/>
                </a:lnTo>
                <a:lnTo>
                  <a:pt x="521115" y="90178"/>
                </a:lnTo>
                <a:lnTo>
                  <a:pt x="521558" y="90017"/>
                </a:lnTo>
                <a:lnTo>
                  <a:pt x="521995" y="89846"/>
                </a:lnTo>
                <a:lnTo>
                  <a:pt x="522426" y="89665"/>
                </a:lnTo>
                <a:lnTo>
                  <a:pt x="522850" y="89473"/>
                </a:lnTo>
                <a:lnTo>
                  <a:pt x="523269" y="89271"/>
                </a:lnTo>
                <a:lnTo>
                  <a:pt x="523682" y="89059"/>
                </a:lnTo>
                <a:lnTo>
                  <a:pt x="524089" y="88836"/>
                </a:lnTo>
                <a:lnTo>
                  <a:pt x="524491" y="88603"/>
                </a:lnTo>
                <a:lnTo>
                  <a:pt x="524886" y="88360"/>
                </a:lnTo>
                <a:lnTo>
                  <a:pt x="525274" y="88107"/>
                </a:lnTo>
                <a:lnTo>
                  <a:pt x="525655" y="87845"/>
                </a:lnTo>
                <a:lnTo>
                  <a:pt x="526029" y="87575"/>
                </a:lnTo>
                <a:lnTo>
                  <a:pt x="526395" y="87297"/>
                </a:lnTo>
                <a:lnTo>
                  <a:pt x="526754" y="87009"/>
                </a:lnTo>
                <a:lnTo>
                  <a:pt x="527105" y="86714"/>
                </a:lnTo>
                <a:lnTo>
                  <a:pt x="527449" y="86409"/>
                </a:lnTo>
                <a:lnTo>
                  <a:pt x="527786" y="86096"/>
                </a:lnTo>
                <a:lnTo>
                  <a:pt x="528116" y="85775"/>
                </a:lnTo>
                <a:lnTo>
                  <a:pt x="528438" y="85445"/>
                </a:lnTo>
                <a:lnTo>
                  <a:pt x="528752" y="85107"/>
                </a:lnTo>
                <a:lnTo>
                  <a:pt x="529060" y="84759"/>
                </a:lnTo>
                <a:lnTo>
                  <a:pt x="529359" y="84404"/>
                </a:lnTo>
                <a:lnTo>
                  <a:pt x="529652" y="84040"/>
                </a:lnTo>
                <a:lnTo>
                  <a:pt x="529937" y="83667"/>
                </a:lnTo>
                <a:lnTo>
                  <a:pt x="530215" y="83286"/>
                </a:lnTo>
                <a:lnTo>
                  <a:pt x="530485" y="82896"/>
                </a:lnTo>
                <a:lnTo>
                  <a:pt x="530748" y="82497"/>
                </a:lnTo>
                <a:lnTo>
                  <a:pt x="531004" y="82090"/>
                </a:lnTo>
                <a:lnTo>
                  <a:pt x="531252" y="81675"/>
                </a:lnTo>
                <a:lnTo>
                  <a:pt x="531493" y="81250"/>
                </a:lnTo>
                <a:lnTo>
                  <a:pt x="531727" y="80818"/>
                </a:lnTo>
                <a:lnTo>
                  <a:pt x="531953" y="80377"/>
                </a:lnTo>
                <a:lnTo>
                  <a:pt x="532172" y="79927"/>
                </a:lnTo>
                <a:lnTo>
                  <a:pt x="532382" y="79469"/>
                </a:lnTo>
                <a:lnTo>
                  <a:pt x="532584" y="79005"/>
                </a:lnTo>
                <a:lnTo>
                  <a:pt x="532777" y="78534"/>
                </a:lnTo>
                <a:lnTo>
                  <a:pt x="532961" y="78057"/>
                </a:lnTo>
                <a:lnTo>
                  <a:pt x="533136" y="77573"/>
                </a:lnTo>
                <a:lnTo>
                  <a:pt x="533301" y="77083"/>
                </a:lnTo>
                <a:lnTo>
                  <a:pt x="533458" y="76586"/>
                </a:lnTo>
                <a:lnTo>
                  <a:pt x="533606" y="76082"/>
                </a:lnTo>
                <a:lnTo>
                  <a:pt x="533745" y="75572"/>
                </a:lnTo>
                <a:lnTo>
                  <a:pt x="533875" y="75055"/>
                </a:lnTo>
                <a:lnTo>
                  <a:pt x="533996" y="74532"/>
                </a:lnTo>
                <a:lnTo>
                  <a:pt x="534109" y="74002"/>
                </a:lnTo>
                <a:lnTo>
                  <a:pt x="534212" y="73466"/>
                </a:lnTo>
                <a:lnTo>
                  <a:pt x="534306" y="72923"/>
                </a:lnTo>
                <a:lnTo>
                  <a:pt x="534391" y="72373"/>
                </a:lnTo>
                <a:lnTo>
                  <a:pt x="534467" y="71817"/>
                </a:lnTo>
                <a:lnTo>
                  <a:pt x="534535" y="71254"/>
                </a:lnTo>
                <a:lnTo>
                  <a:pt x="534593" y="70685"/>
                </a:lnTo>
                <a:lnTo>
                  <a:pt x="534642" y="70109"/>
                </a:lnTo>
                <a:lnTo>
                  <a:pt x="534683" y="69526"/>
                </a:lnTo>
                <a:lnTo>
                  <a:pt x="534714" y="68937"/>
                </a:lnTo>
                <a:lnTo>
                  <a:pt x="534736" y="68341"/>
                </a:lnTo>
                <a:lnTo>
                  <a:pt x="534750" y="67739"/>
                </a:lnTo>
                <a:lnTo>
                  <a:pt x="534754" y="67130"/>
                </a:lnTo>
                <a:lnTo>
                  <a:pt x="534754" y="50032"/>
                </a:lnTo>
                <a:lnTo>
                  <a:pt x="534744" y="49121"/>
                </a:lnTo>
                <a:lnTo>
                  <a:pt x="534714" y="48227"/>
                </a:lnTo>
                <a:lnTo>
                  <a:pt x="534665" y="47348"/>
                </a:lnTo>
                <a:lnTo>
                  <a:pt x="534595" y="46484"/>
                </a:lnTo>
                <a:lnTo>
                  <a:pt x="534505" y="45636"/>
                </a:lnTo>
                <a:lnTo>
                  <a:pt x="534396" y="44804"/>
                </a:lnTo>
                <a:lnTo>
                  <a:pt x="534266" y="43987"/>
                </a:lnTo>
                <a:lnTo>
                  <a:pt x="534117" y="43185"/>
                </a:lnTo>
                <a:lnTo>
                  <a:pt x="533947" y="42399"/>
                </a:lnTo>
                <a:lnTo>
                  <a:pt x="533758" y="41629"/>
                </a:lnTo>
                <a:lnTo>
                  <a:pt x="533549" y="40874"/>
                </a:lnTo>
                <a:lnTo>
                  <a:pt x="533320" y="40135"/>
                </a:lnTo>
                <a:lnTo>
                  <a:pt x="533071" y="39411"/>
                </a:lnTo>
                <a:lnTo>
                  <a:pt x="532802" y="38703"/>
                </a:lnTo>
                <a:lnTo>
                  <a:pt x="532513" y="38010"/>
                </a:lnTo>
                <a:lnTo>
                  <a:pt x="532204" y="37333"/>
                </a:lnTo>
                <a:lnTo>
                  <a:pt x="531875" y="36672"/>
                </a:lnTo>
                <a:lnTo>
                  <a:pt x="531527" y="36026"/>
                </a:lnTo>
                <a:lnTo>
                  <a:pt x="531158" y="35395"/>
                </a:lnTo>
                <a:lnTo>
                  <a:pt x="530770" y="34780"/>
                </a:lnTo>
                <a:lnTo>
                  <a:pt x="530361" y="34181"/>
                </a:lnTo>
                <a:lnTo>
                  <a:pt x="529933" y="33597"/>
                </a:lnTo>
                <a:lnTo>
                  <a:pt x="529484" y="33029"/>
                </a:lnTo>
                <a:lnTo>
                  <a:pt x="529016" y="32476"/>
                </a:lnTo>
                <a:lnTo>
                  <a:pt x="528531" y="31942"/>
                </a:lnTo>
                <a:lnTo>
                  <a:pt x="528034" y="31431"/>
                </a:lnTo>
                <a:lnTo>
                  <a:pt x="527523" y="30943"/>
                </a:lnTo>
                <a:lnTo>
                  <a:pt x="526998" y="30477"/>
                </a:lnTo>
                <a:lnTo>
                  <a:pt x="526461" y="30034"/>
                </a:lnTo>
                <a:lnTo>
                  <a:pt x="525911" y="29614"/>
                </a:lnTo>
                <a:lnTo>
                  <a:pt x="525347" y="29216"/>
                </a:lnTo>
                <a:lnTo>
                  <a:pt x="524770" y="28842"/>
                </a:lnTo>
                <a:lnTo>
                  <a:pt x="524180" y="28490"/>
                </a:lnTo>
                <a:lnTo>
                  <a:pt x="523577" y="28160"/>
                </a:lnTo>
                <a:lnTo>
                  <a:pt x="522961" y="27854"/>
                </a:lnTo>
                <a:lnTo>
                  <a:pt x="522332" y="27570"/>
                </a:lnTo>
                <a:lnTo>
                  <a:pt x="521689" y="27308"/>
                </a:lnTo>
                <a:lnTo>
                  <a:pt x="521034" y="27070"/>
                </a:lnTo>
                <a:lnTo>
                  <a:pt x="520365" y="26854"/>
                </a:lnTo>
                <a:lnTo>
                  <a:pt x="519683" y="26661"/>
                </a:lnTo>
                <a:lnTo>
                  <a:pt x="518988" y="26491"/>
                </a:lnTo>
                <a:lnTo>
                  <a:pt x="518280" y="26343"/>
                </a:lnTo>
                <a:lnTo>
                  <a:pt x="517558" y="26218"/>
                </a:lnTo>
                <a:lnTo>
                  <a:pt x="516824" y="26116"/>
                </a:lnTo>
                <a:lnTo>
                  <a:pt x="516076" y="26036"/>
                </a:lnTo>
                <a:lnTo>
                  <a:pt x="515315" y="25980"/>
                </a:lnTo>
                <a:lnTo>
                  <a:pt x="514541" y="25946"/>
                </a:lnTo>
                <a:lnTo>
                  <a:pt x="513754" y="25934"/>
                </a:lnTo>
                <a:lnTo>
                  <a:pt x="513110" y="25942"/>
                </a:lnTo>
                <a:lnTo>
                  <a:pt x="512476" y="25965"/>
                </a:lnTo>
                <a:lnTo>
                  <a:pt x="511854" y="26003"/>
                </a:lnTo>
                <a:lnTo>
                  <a:pt x="511243" y="26057"/>
                </a:lnTo>
                <a:lnTo>
                  <a:pt x="510643" y="26126"/>
                </a:lnTo>
                <a:lnTo>
                  <a:pt x="510054" y="26210"/>
                </a:lnTo>
                <a:lnTo>
                  <a:pt x="509476" y="26310"/>
                </a:lnTo>
                <a:lnTo>
                  <a:pt x="508910" y="26425"/>
                </a:lnTo>
                <a:lnTo>
                  <a:pt x="508354" y="26555"/>
                </a:lnTo>
                <a:lnTo>
                  <a:pt x="507810" y="26701"/>
                </a:lnTo>
                <a:lnTo>
                  <a:pt x="507277" y="26862"/>
                </a:lnTo>
                <a:lnTo>
                  <a:pt x="506755" y="27039"/>
                </a:lnTo>
                <a:lnTo>
                  <a:pt x="506244" y="27230"/>
                </a:lnTo>
                <a:lnTo>
                  <a:pt x="505744" y="27438"/>
                </a:lnTo>
                <a:lnTo>
                  <a:pt x="505256" y="27660"/>
                </a:lnTo>
                <a:lnTo>
                  <a:pt x="504778" y="27898"/>
                </a:lnTo>
                <a:lnTo>
                  <a:pt x="504312" y="28151"/>
                </a:lnTo>
                <a:lnTo>
                  <a:pt x="503857" y="28419"/>
                </a:lnTo>
                <a:lnTo>
                  <a:pt x="503413" y="28703"/>
                </a:lnTo>
                <a:lnTo>
                  <a:pt x="502980" y="29002"/>
                </a:lnTo>
                <a:lnTo>
                  <a:pt x="502559" y="29317"/>
                </a:lnTo>
                <a:lnTo>
                  <a:pt x="502148" y="29646"/>
                </a:lnTo>
                <a:lnTo>
                  <a:pt x="501749" y="29992"/>
                </a:lnTo>
                <a:lnTo>
                  <a:pt x="501361" y="30352"/>
                </a:lnTo>
                <a:lnTo>
                  <a:pt x="500986" y="30726"/>
                </a:lnTo>
                <a:lnTo>
                  <a:pt x="500628" y="31111"/>
                </a:lnTo>
                <a:lnTo>
                  <a:pt x="500285" y="31508"/>
                </a:lnTo>
                <a:lnTo>
                  <a:pt x="499958" y="31916"/>
                </a:lnTo>
                <a:lnTo>
                  <a:pt x="499648" y="32335"/>
                </a:lnTo>
                <a:lnTo>
                  <a:pt x="499353" y="32765"/>
                </a:lnTo>
                <a:lnTo>
                  <a:pt x="499074" y="33207"/>
                </a:lnTo>
                <a:lnTo>
                  <a:pt x="498811" y="33661"/>
                </a:lnTo>
                <a:lnTo>
                  <a:pt x="498564" y="34125"/>
                </a:lnTo>
                <a:lnTo>
                  <a:pt x="498333" y="34601"/>
                </a:lnTo>
                <a:lnTo>
                  <a:pt x="498118" y="35089"/>
                </a:lnTo>
                <a:lnTo>
                  <a:pt x="497919" y="35588"/>
                </a:lnTo>
                <a:lnTo>
                  <a:pt x="497735" y="36098"/>
                </a:lnTo>
                <a:lnTo>
                  <a:pt x="497568" y="36619"/>
                </a:lnTo>
                <a:lnTo>
                  <a:pt x="497417" y="37152"/>
                </a:lnTo>
                <a:lnTo>
                  <a:pt x="497281" y="37696"/>
                </a:lnTo>
                <a:lnTo>
                  <a:pt x="497162" y="38252"/>
                </a:lnTo>
                <a:lnTo>
                  <a:pt x="497058" y="38819"/>
                </a:lnTo>
                <a:lnTo>
                  <a:pt x="497011" y="39130"/>
                </a:lnTo>
                <a:lnTo>
                  <a:pt x="496771" y="39130"/>
                </a:lnTo>
                <a:lnTo>
                  <a:pt x="496771" y="27081"/>
                </a:lnTo>
                <a:lnTo>
                  <a:pt x="482770" y="27081"/>
                </a:lnTo>
                <a:lnTo>
                  <a:pt x="482770" y="110851"/>
                </a:lnTo>
                <a:close/>
                <a:moveTo>
                  <a:pt x="506970" y="78859"/>
                </a:moveTo>
                <a:lnTo>
                  <a:pt x="506557" y="78808"/>
                </a:lnTo>
                <a:lnTo>
                  <a:pt x="506151" y="78745"/>
                </a:lnTo>
                <a:lnTo>
                  <a:pt x="505754" y="78672"/>
                </a:lnTo>
                <a:lnTo>
                  <a:pt x="505364" y="78586"/>
                </a:lnTo>
                <a:lnTo>
                  <a:pt x="504982" y="78490"/>
                </a:lnTo>
                <a:lnTo>
                  <a:pt x="504608" y="78382"/>
                </a:lnTo>
                <a:lnTo>
                  <a:pt x="504243" y="78263"/>
                </a:lnTo>
                <a:lnTo>
                  <a:pt x="503885" y="78132"/>
                </a:lnTo>
                <a:lnTo>
                  <a:pt x="503535" y="77990"/>
                </a:lnTo>
                <a:lnTo>
                  <a:pt x="503193" y="77837"/>
                </a:lnTo>
                <a:lnTo>
                  <a:pt x="502859" y="77673"/>
                </a:lnTo>
                <a:lnTo>
                  <a:pt x="502533" y="77497"/>
                </a:lnTo>
                <a:lnTo>
                  <a:pt x="502215" y="77309"/>
                </a:lnTo>
                <a:lnTo>
                  <a:pt x="501905" y="77111"/>
                </a:lnTo>
                <a:lnTo>
                  <a:pt x="501603" y="76901"/>
                </a:lnTo>
                <a:lnTo>
                  <a:pt x="501309" y="76679"/>
                </a:lnTo>
                <a:lnTo>
                  <a:pt x="501023" y="76447"/>
                </a:lnTo>
                <a:lnTo>
                  <a:pt x="500745" y="76203"/>
                </a:lnTo>
                <a:lnTo>
                  <a:pt x="500474" y="75947"/>
                </a:lnTo>
                <a:lnTo>
                  <a:pt x="500212" y="75681"/>
                </a:lnTo>
                <a:lnTo>
                  <a:pt x="499959" y="75403"/>
                </a:lnTo>
                <a:lnTo>
                  <a:pt x="499717" y="75117"/>
                </a:lnTo>
                <a:lnTo>
                  <a:pt x="499486" y="74822"/>
                </a:lnTo>
                <a:lnTo>
                  <a:pt x="499266" y="74519"/>
                </a:lnTo>
                <a:lnTo>
                  <a:pt x="499056" y="74206"/>
                </a:lnTo>
                <a:lnTo>
                  <a:pt x="498857" y="73884"/>
                </a:lnTo>
                <a:lnTo>
                  <a:pt x="498669" y="73553"/>
                </a:lnTo>
                <a:lnTo>
                  <a:pt x="498491" y="73213"/>
                </a:lnTo>
                <a:lnTo>
                  <a:pt x="498324" y="72864"/>
                </a:lnTo>
                <a:lnTo>
                  <a:pt x="498169" y="72507"/>
                </a:lnTo>
                <a:lnTo>
                  <a:pt x="498023" y="72140"/>
                </a:lnTo>
                <a:lnTo>
                  <a:pt x="497889" y="71764"/>
                </a:lnTo>
                <a:lnTo>
                  <a:pt x="497765" y="71380"/>
                </a:lnTo>
                <a:lnTo>
                  <a:pt x="497652" y="70986"/>
                </a:lnTo>
                <a:lnTo>
                  <a:pt x="497550" y="70584"/>
                </a:lnTo>
                <a:lnTo>
                  <a:pt x="497459" y="70172"/>
                </a:lnTo>
                <a:lnTo>
                  <a:pt x="497378" y="69752"/>
                </a:lnTo>
                <a:lnTo>
                  <a:pt x="497308" y="69322"/>
                </a:lnTo>
                <a:lnTo>
                  <a:pt x="497249" y="68884"/>
                </a:lnTo>
                <a:lnTo>
                  <a:pt x="497201" y="68437"/>
                </a:lnTo>
                <a:lnTo>
                  <a:pt x="497163" y="67980"/>
                </a:lnTo>
                <a:lnTo>
                  <a:pt x="497136" y="67515"/>
                </a:lnTo>
                <a:lnTo>
                  <a:pt x="497120" y="67041"/>
                </a:lnTo>
                <a:lnTo>
                  <a:pt x="497115" y="66558"/>
                </a:lnTo>
                <a:lnTo>
                  <a:pt x="497115" y="50722"/>
                </a:lnTo>
                <a:lnTo>
                  <a:pt x="497120" y="50238"/>
                </a:lnTo>
                <a:lnTo>
                  <a:pt x="497136" y="49764"/>
                </a:lnTo>
                <a:lnTo>
                  <a:pt x="497163" y="49299"/>
                </a:lnTo>
                <a:lnTo>
                  <a:pt x="497201" y="48842"/>
                </a:lnTo>
                <a:lnTo>
                  <a:pt x="497249" y="48395"/>
                </a:lnTo>
                <a:lnTo>
                  <a:pt x="497308" y="47956"/>
                </a:lnTo>
                <a:lnTo>
                  <a:pt x="497378" y="47527"/>
                </a:lnTo>
                <a:lnTo>
                  <a:pt x="497459" y="47106"/>
                </a:lnTo>
                <a:lnTo>
                  <a:pt x="497550" y="46695"/>
                </a:lnTo>
                <a:lnTo>
                  <a:pt x="497652" y="46292"/>
                </a:lnTo>
                <a:lnTo>
                  <a:pt x="497765" y="45899"/>
                </a:lnTo>
                <a:lnTo>
                  <a:pt x="497889" y="45514"/>
                </a:lnTo>
                <a:lnTo>
                  <a:pt x="498023" y="45138"/>
                </a:lnTo>
                <a:lnTo>
                  <a:pt x="498169" y="44772"/>
                </a:lnTo>
                <a:lnTo>
                  <a:pt x="498324" y="44414"/>
                </a:lnTo>
                <a:lnTo>
                  <a:pt x="498491" y="44065"/>
                </a:lnTo>
                <a:lnTo>
                  <a:pt x="498669" y="43726"/>
                </a:lnTo>
                <a:lnTo>
                  <a:pt x="498857" y="43395"/>
                </a:lnTo>
                <a:lnTo>
                  <a:pt x="499056" y="43073"/>
                </a:lnTo>
                <a:lnTo>
                  <a:pt x="499266" y="42760"/>
                </a:lnTo>
                <a:lnTo>
                  <a:pt x="499486" y="42456"/>
                </a:lnTo>
                <a:lnTo>
                  <a:pt x="499717" y="42162"/>
                </a:lnTo>
                <a:lnTo>
                  <a:pt x="499959" y="41876"/>
                </a:lnTo>
                <a:lnTo>
                  <a:pt x="500212" y="41599"/>
                </a:lnTo>
                <a:lnTo>
                  <a:pt x="500474" y="41332"/>
                </a:lnTo>
                <a:lnTo>
                  <a:pt x="500745" y="41076"/>
                </a:lnTo>
                <a:lnTo>
                  <a:pt x="501023" y="40832"/>
                </a:lnTo>
                <a:lnTo>
                  <a:pt x="501309" y="40599"/>
                </a:lnTo>
                <a:lnTo>
                  <a:pt x="501603" y="40378"/>
                </a:lnTo>
                <a:lnTo>
                  <a:pt x="501905" y="40168"/>
                </a:lnTo>
                <a:lnTo>
                  <a:pt x="502215" y="39969"/>
                </a:lnTo>
                <a:lnTo>
                  <a:pt x="502533" y="39782"/>
                </a:lnTo>
                <a:lnTo>
                  <a:pt x="502859" y="39606"/>
                </a:lnTo>
                <a:lnTo>
                  <a:pt x="503193" y="39441"/>
                </a:lnTo>
                <a:lnTo>
                  <a:pt x="503535" y="39288"/>
                </a:lnTo>
                <a:lnTo>
                  <a:pt x="503885" y="39146"/>
                </a:lnTo>
                <a:lnTo>
                  <a:pt x="504243" y="39015"/>
                </a:lnTo>
                <a:lnTo>
                  <a:pt x="504608" y="38896"/>
                </a:lnTo>
                <a:lnTo>
                  <a:pt x="504982" y="38788"/>
                </a:lnTo>
                <a:lnTo>
                  <a:pt x="505364" y="38691"/>
                </a:lnTo>
                <a:lnTo>
                  <a:pt x="505754" y="38606"/>
                </a:lnTo>
                <a:lnTo>
                  <a:pt x="506151" y="38532"/>
                </a:lnTo>
                <a:lnTo>
                  <a:pt x="506557" y="38470"/>
                </a:lnTo>
                <a:lnTo>
                  <a:pt x="506970" y="38419"/>
                </a:lnTo>
                <a:lnTo>
                  <a:pt x="507392" y="38379"/>
                </a:lnTo>
                <a:lnTo>
                  <a:pt x="507822" y="38351"/>
                </a:lnTo>
                <a:lnTo>
                  <a:pt x="508259" y="38334"/>
                </a:lnTo>
                <a:lnTo>
                  <a:pt x="508704" y="38328"/>
                </a:lnTo>
                <a:lnTo>
                  <a:pt x="509159" y="38333"/>
                </a:lnTo>
                <a:lnTo>
                  <a:pt x="509606" y="38350"/>
                </a:lnTo>
                <a:lnTo>
                  <a:pt x="510044" y="38378"/>
                </a:lnTo>
                <a:lnTo>
                  <a:pt x="510474" y="38417"/>
                </a:lnTo>
                <a:lnTo>
                  <a:pt x="510895" y="38467"/>
                </a:lnTo>
                <a:lnTo>
                  <a:pt x="511308" y="38529"/>
                </a:lnTo>
                <a:lnTo>
                  <a:pt x="511713" y="38601"/>
                </a:lnTo>
                <a:lnTo>
                  <a:pt x="512109" y="38685"/>
                </a:lnTo>
                <a:lnTo>
                  <a:pt x="512497" y="38780"/>
                </a:lnTo>
                <a:lnTo>
                  <a:pt x="512876" y="38886"/>
                </a:lnTo>
                <a:lnTo>
                  <a:pt x="513248" y="39003"/>
                </a:lnTo>
                <a:lnTo>
                  <a:pt x="513610" y="39131"/>
                </a:lnTo>
                <a:lnTo>
                  <a:pt x="513965" y="39271"/>
                </a:lnTo>
                <a:lnTo>
                  <a:pt x="514311" y="39421"/>
                </a:lnTo>
                <a:lnTo>
                  <a:pt x="514648" y="39583"/>
                </a:lnTo>
                <a:lnTo>
                  <a:pt x="514978" y="39756"/>
                </a:lnTo>
                <a:lnTo>
                  <a:pt x="515299" y="39940"/>
                </a:lnTo>
                <a:lnTo>
                  <a:pt x="515611" y="40135"/>
                </a:lnTo>
                <a:lnTo>
                  <a:pt x="515915" y="40342"/>
                </a:lnTo>
                <a:lnTo>
                  <a:pt x="516211" y="40559"/>
                </a:lnTo>
                <a:lnTo>
                  <a:pt x="516499" y="40788"/>
                </a:lnTo>
                <a:lnTo>
                  <a:pt x="516778" y="41028"/>
                </a:lnTo>
                <a:lnTo>
                  <a:pt x="517048" y="41279"/>
                </a:lnTo>
                <a:lnTo>
                  <a:pt x="517311" y="41541"/>
                </a:lnTo>
                <a:lnTo>
                  <a:pt x="517564" y="41814"/>
                </a:lnTo>
                <a:lnTo>
                  <a:pt x="517806" y="42096"/>
                </a:lnTo>
                <a:lnTo>
                  <a:pt x="518037" y="42387"/>
                </a:lnTo>
                <a:lnTo>
                  <a:pt x="518258" y="42689"/>
                </a:lnTo>
                <a:lnTo>
                  <a:pt x="518468" y="42999"/>
                </a:lnTo>
                <a:lnTo>
                  <a:pt x="518667" y="43320"/>
                </a:lnTo>
                <a:lnTo>
                  <a:pt x="518855" y="43650"/>
                </a:lnTo>
                <a:lnTo>
                  <a:pt x="519033" y="43989"/>
                </a:lnTo>
                <a:lnTo>
                  <a:pt x="519199" y="44338"/>
                </a:lnTo>
                <a:lnTo>
                  <a:pt x="519355" y="44697"/>
                </a:lnTo>
                <a:lnTo>
                  <a:pt x="519501" y="45065"/>
                </a:lnTo>
                <a:lnTo>
                  <a:pt x="519635" y="45443"/>
                </a:lnTo>
                <a:lnTo>
                  <a:pt x="519759" y="45830"/>
                </a:lnTo>
                <a:lnTo>
                  <a:pt x="519872" y="46227"/>
                </a:lnTo>
                <a:lnTo>
                  <a:pt x="519974" y="46633"/>
                </a:lnTo>
                <a:lnTo>
                  <a:pt x="520066" y="47049"/>
                </a:lnTo>
                <a:lnTo>
                  <a:pt x="520146" y="47475"/>
                </a:lnTo>
                <a:lnTo>
                  <a:pt x="520216" y="47910"/>
                </a:lnTo>
                <a:lnTo>
                  <a:pt x="520275" y="48355"/>
                </a:lnTo>
                <a:lnTo>
                  <a:pt x="520324" y="48809"/>
                </a:lnTo>
                <a:lnTo>
                  <a:pt x="520362" y="49273"/>
                </a:lnTo>
                <a:lnTo>
                  <a:pt x="520388" y="49746"/>
                </a:lnTo>
                <a:lnTo>
                  <a:pt x="520405" y="50229"/>
                </a:lnTo>
                <a:lnTo>
                  <a:pt x="520410" y="50722"/>
                </a:lnTo>
                <a:lnTo>
                  <a:pt x="520410" y="66558"/>
                </a:lnTo>
                <a:lnTo>
                  <a:pt x="520405" y="67050"/>
                </a:lnTo>
                <a:lnTo>
                  <a:pt x="520388" y="67533"/>
                </a:lnTo>
                <a:lnTo>
                  <a:pt x="520362" y="68006"/>
                </a:lnTo>
                <a:lnTo>
                  <a:pt x="520324" y="68470"/>
                </a:lnTo>
                <a:lnTo>
                  <a:pt x="520275" y="68924"/>
                </a:lnTo>
                <a:lnTo>
                  <a:pt x="520216" y="69369"/>
                </a:lnTo>
                <a:lnTo>
                  <a:pt x="520146" y="69804"/>
                </a:lnTo>
                <a:lnTo>
                  <a:pt x="520066" y="70229"/>
                </a:lnTo>
                <a:lnTo>
                  <a:pt x="519974" y="70645"/>
                </a:lnTo>
                <a:lnTo>
                  <a:pt x="519872" y="71051"/>
                </a:lnTo>
                <a:lnTo>
                  <a:pt x="519759" y="71448"/>
                </a:lnTo>
                <a:lnTo>
                  <a:pt x="519635" y="71835"/>
                </a:lnTo>
                <a:lnTo>
                  <a:pt x="519501" y="72213"/>
                </a:lnTo>
                <a:lnTo>
                  <a:pt x="519355" y="72581"/>
                </a:lnTo>
                <a:lnTo>
                  <a:pt x="519199" y="72940"/>
                </a:lnTo>
                <a:lnTo>
                  <a:pt x="519033" y="73289"/>
                </a:lnTo>
                <a:lnTo>
                  <a:pt x="518855" y="73628"/>
                </a:lnTo>
                <a:lnTo>
                  <a:pt x="518667" y="73958"/>
                </a:lnTo>
                <a:lnTo>
                  <a:pt x="518468" y="74278"/>
                </a:lnTo>
                <a:lnTo>
                  <a:pt x="518258" y="74589"/>
                </a:lnTo>
                <a:lnTo>
                  <a:pt x="518037" y="74890"/>
                </a:lnTo>
                <a:lnTo>
                  <a:pt x="517806" y="75182"/>
                </a:lnTo>
                <a:lnTo>
                  <a:pt x="517564" y="75464"/>
                </a:lnTo>
                <a:lnTo>
                  <a:pt x="517311" y="75737"/>
                </a:lnTo>
                <a:lnTo>
                  <a:pt x="517048" y="75999"/>
                </a:lnTo>
                <a:lnTo>
                  <a:pt x="516778" y="76250"/>
                </a:lnTo>
                <a:lnTo>
                  <a:pt x="516499" y="76490"/>
                </a:lnTo>
                <a:lnTo>
                  <a:pt x="516211" y="76718"/>
                </a:lnTo>
                <a:lnTo>
                  <a:pt x="515915" y="76936"/>
                </a:lnTo>
                <a:lnTo>
                  <a:pt x="515611" y="77142"/>
                </a:lnTo>
                <a:lnTo>
                  <a:pt x="515299" y="77338"/>
                </a:lnTo>
                <a:lnTo>
                  <a:pt x="514978" y="77522"/>
                </a:lnTo>
                <a:lnTo>
                  <a:pt x="514648" y="77695"/>
                </a:lnTo>
                <a:lnTo>
                  <a:pt x="514311" y="77856"/>
                </a:lnTo>
                <a:lnTo>
                  <a:pt x="513965" y="78007"/>
                </a:lnTo>
                <a:lnTo>
                  <a:pt x="513610" y="78146"/>
                </a:lnTo>
                <a:lnTo>
                  <a:pt x="513248" y="78275"/>
                </a:lnTo>
                <a:lnTo>
                  <a:pt x="512876" y="78392"/>
                </a:lnTo>
                <a:lnTo>
                  <a:pt x="512497" y="78498"/>
                </a:lnTo>
                <a:lnTo>
                  <a:pt x="512109" y="78593"/>
                </a:lnTo>
                <a:lnTo>
                  <a:pt x="511713" y="78676"/>
                </a:lnTo>
                <a:lnTo>
                  <a:pt x="511308" y="78749"/>
                </a:lnTo>
                <a:lnTo>
                  <a:pt x="510895" y="78810"/>
                </a:lnTo>
                <a:lnTo>
                  <a:pt x="510474" y="78860"/>
                </a:lnTo>
                <a:lnTo>
                  <a:pt x="510044" y="78899"/>
                </a:lnTo>
                <a:lnTo>
                  <a:pt x="509606" y="78927"/>
                </a:lnTo>
                <a:lnTo>
                  <a:pt x="509159" y="78944"/>
                </a:lnTo>
                <a:lnTo>
                  <a:pt x="508704" y="78950"/>
                </a:lnTo>
                <a:lnTo>
                  <a:pt x="508259" y="78944"/>
                </a:lnTo>
                <a:lnTo>
                  <a:pt x="507822" y="78927"/>
                </a:lnTo>
                <a:lnTo>
                  <a:pt x="507392" y="78899"/>
                </a:lnTo>
                <a:lnTo>
                  <a:pt x="506970" y="78859"/>
                </a:lnTo>
                <a:close/>
                <a:moveTo>
                  <a:pt x="581115" y="59328"/>
                </a:moveTo>
                <a:lnTo>
                  <a:pt x="581039" y="59550"/>
                </a:lnTo>
                <a:lnTo>
                  <a:pt x="580962" y="59775"/>
                </a:lnTo>
                <a:lnTo>
                  <a:pt x="580886" y="60005"/>
                </a:lnTo>
                <a:lnTo>
                  <a:pt x="580809" y="60238"/>
                </a:lnTo>
                <a:lnTo>
                  <a:pt x="580733" y="60475"/>
                </a:lnTo>
                <a:lnTo>
                  <a:pt x="580656" y="60715"/>
                </a:lnTo>
                <a:lnTo>
                  <a:pt x="580580" y="60960"/>
                </a:lnTo>
                <a:lnTo>
                  <a:pt x="580503" y="61208"/>
                </a:lnTo>
                <a:lnTo>
                  <a:pt x="580427" y="61460"/>
                </a:lnTo>
                <a:lnTo>
                  <a:pt x="580350" y="61716"/>
                </a:lnTo>
                <a:lnTo>
                  <a:pt x="580274" y="61976"/>
                </a:lnTo>
                <a:lnTo>
                  <a:pt x="580197" y="62239"/>
                </a:lnTo>
                <a:lnTo>
                  <a:pt x="580121" y="62507"/>
                </a:lnTo>
                <a:lnTo>
                  <a:pt x="580044" y="62778"/>
                </a:lnTo>
                <a:lnTo>
                  <a:pt x="579968" y="63052"/>
                </a:lnTo>
                <a:lnTo>
                  <a:pt x="579891" y="63331"/>
                </a:lnTo>
                <a:lnTo>
                  <a:pt x="579814" y="63613"/>
                </a:lnTo>
                <a:lnTo>
                  <a:pt x="579738" y="63900"/>
                </a:lnTo>
                <a:lnTo>
                  <a:pt x="579661" y="64190"/>
                </a:lnTo>
                <a:lnTo>
                  <a:pt x="579585" y="64483"/>
                </a:lnTo>
                <a:lnTo>
                  <a:pt x="579508" y="64781"/>
                </a:lnTo>
                <a:lnTo>
                  <a:pt x="579432" y="65082"/>
                </a:lnTo>
                <a:lnTo>
                  <a:pt x="579355" y="65387"/>
                </a:lnTo>
                <a:lnTo>
                  <a:pt x="579278" y="65696"/>
                </a:lnTo>
                <a:lnTo>
                  <a:pt x="579202" y="66005"/>
                </a:lnTo>
                <a:lnTo>
                  <a:pt x="579128" y="66309"/>
                </a:lnTo>
                <a:lnTo>
                  <a:pt x="579054" y="66608"/>
                </a:lnTo>
                <a:lnTo>
                  <a:pt x="578982" y="66903"/>
                </a:lnTo>
                <a:lnTo>
                  <a:pt x="578911" y="67193"/>
                </a:lnTo>
                <a:lnTo>
                  <a:pt x="578841" y="67479"/>
                </a:lnTo>
                <a:lnTo>
                  <a:pt x="578772" y="67760"/>
                </a:lnTo>
                <a:lnTo>
                  <a:pt x="578705" y="68036"/>
                </a:lnTo>
                <a:lnTo>
                  <a:pt x="578638" y="68308"/>
                </a:lnTo>
                <a:lnTo>
                  <a:pt x="578573" y="68575"/>
                </a:lnTo>
                <a:lnTo>
                  <a:pt x="578509" y="68838"/>
                </a:lnTo>
                <a:lnTo>
                  <a:pt x="578447" y="69096"/>
                </a:lnTo>
                <a:lnTo>
                  <a:pt x="578385" y="69349"/>
                </a:lnTo>
                <a:lnTo>
                  <a:pt x="578325" y="69598"/>
                </a:lnTo>
                <a:lnTo>
                  <a:pt x="578265" y="69843"/>
                </a:lnTo>
                <a:lnTo>
                  <a:pt x="578207" y="70082"/>
                </a:lnTo>
                <a:lnTo>
                  <a:pt x="578151" y="70317"/>
                </a:lnTo>
                <a:lnTo>
                  <a:pt x="578095" y="70548"/>
                </a:lnTo>
                <a:lnTo>
                  <a:pt x="578041" y="70774"/>
                </a:lnTo>
                <a:lnTo>
                  <a:pt x="577987" y="70995"/>
                </a:lnTo>
                <a:lnTo>
                  <a:pt x="577935" y="71212"/>
                </a:lnTo>
                <a:lnTo>
                  <a:pt x="577885" y="71425"/>
                </a:lnTo>
                <a:lnTo>
                  <a:pt x="577835" y="71632"/>
                </a:lnTo>
                <a:lnTo>
                  <a:pt x="577786" y="71835"/>
                </a:lnTo>
                <a:lnTo>
                  <a:pt x="577747" y="71632"/>
                </a:lnTo>
                <a:lnTo>
                  <a:pt x="577707" y="71425"/>
                </a:lnTo>
                <a:lnTo>
                  <a:pt x="577665" y="71212"/>
                </a:lnTo>
                <a:lnTo>
                  <a:pt x="577621" y="70995"/>
                </a:lnTo>
                <a:lnTo>
                  <a:pt x="577575" y="70774"/>
                </a:lnTo>
                <a:lnTo>
                  <a:pt x="577528" y="70548"/>
                </a:lnTo>
                <a:lnTo>
                  <a:pt x="577480" y="70317"/>
                </a:lnTo>
                <a:lnTo>
                  <a:pt x="577430" y="70082"/>
                </a:lnTo>
                <a:lnTo>
                  <a:pt x="577378" y="69843"/>
                </a:lnTo>
                <a:lnTo>
                  <a:pt x="577325" y="69598"/>
                </a:lnTo>
                <a:lnTo>
                  <a:pt x="577270" y="69349"/>
                </a:lnTo>
                <a:lnTo>
                  <a:pt x="577213" y="69096"/>
                </a:lnTo>
                <a:lnTo>
                  <a:pt x="577155" y="68838"/>
                </a:lnTo>
                <a:lnTo>
                  <a:pt x="577095" y="68575"/>
                </a:lnTo>
                <a:lnTo>
                  <a:pt x="577034" y="68308"/>
                </a:lnTo>
                <a:lnTo>
                  <a:pt x="576971" y="68036"/>
                </a:lnTo>
                <a:lnTo>
                  <a:pt x="576906" y="67760"/>
                </a:lnTo>
                <a:lnTo>
                  <a:pt x="576840" y="67479"/>
                </a:lnTo>
                <a:lnTo>
                  <a:pt x="576773" y="67193"/>
                </a:lnTo>
                <a:lnTo>
                  <a:pt x="576703" y="66903"/>
                </a:lnTo>
                <a:lnTo>
                  <a:pt x="576632" y="66608"/>
                </a:lnTo>
                <a:lnTo>
                  <a:pt x="576560" y="66309"/>
                </a:lnTo>
                <a:lnTo>
                  <a:pt x="576486" y="66005"/>
                </a:lnTo>
                <a:lnTo>
                  <a:pt x="576410" y="65696"/>
                </a:lnTo>
                <a:lnTo>
                  <a:pt x="576334" y="65387"/>
                </a:lnTo>
                <a:lnTo>
                  <a:pt x="576257" y="65082"/>
                </a:lnTo>
                <a:lnTo>
                  <a:pt x="576181" y="64781"/>
                </a:lnTo>
                <a:lnTo>
                  <a:pt x="576104" y="64483"/>
                </a:lnTo>
                <a:lnTo>
                  <a:pt x="576028" y="64190"/>
                </a:lnTo>
                <a:lnTo>
                  <a:pt x="575951" y="63900"/>
                </a:lnTo>
                <a:lnTo>
                  <a:pt x="575875" y="63613"/>
                </a:lnTo>
                <a:lnTo>
                  <a:pt x="575798" y="63331"/>
                </a:lnTo>
                <a:lnTo>
                  <a:pt x="575722" y="63052"/>
                </a:lnTo>
                <a:lnTo>
                  <a:pt x="575645" y="62778"/>
                </a:lnTo>
                <a:lnTo>
                  <a:pt x="575569" y="62507"/>
                </a:lnTo>
                <a:lnTo>
                  <a:pt x="575492" y="62239"/>
                </a:lnTo>
                <a:lnTo>
                  <a:pt x="575416" y="61976"/>
                </a:lnTo>
                <a:lnTo>
                  <a:pt x="575339" y="61716"/>
                </a:lnTo>
                <a:lnTo>
                  <a:pt x="575263" y="61460"/>
                </a:lnTo>
                <a:lnTo>
                  <a:pt x="575186" y="61208"/>
                </a:lnTo>
                <a:lnTo>
                  <a:pt x="575109" y="60960"/>
                </a:lnTo>
                <a:lnTo>
                  <a:pt x="575033" y="60715"/>
                </a:lnTo>
                <a:lnTo>
                  <a:pt x="574956" y="60475"/>
                </a:lnTo>
                <a:lnTo>
                  <a:pt x="574880" y="60238"/>
                </a:lnTo>
                <a:lnTo>
                  <a:pt x="574803" y="60005"/>
                </a:lnTo>
                <a:lnTo>
                  <a:pt x="574727" y="59775"/>
                </a:lnTo>
                <a:lnTo>
                  <a:pt x="574650" y="59550"/>
                </a:lnTo>
                <a:lnTo>
                  <a:pt x="574573" y="59328"/>
                </a:lnTo>
                <a:lnTo>
                  <a:pt x="562870" y="27081"/>
                </a:lnTo>
                <a:lnTo>
                  <a:pt x="547147" y="27081"/>
                </a:lnTo>
                <a:lnTo>
                  <a:pt x="570672" y="86754"/>
                </a:lnTo>
                <a:lnTo>
                  <a:pt x="561836" y="110851"/>
                </a:lnTo>
                <a:lnTo>
                  <a:pt x="576869" y="110851"/>
                </a:lnTo>
                <a:lnTo>
                  <a:pt x="607279" y="27081"/>
                </a:lnTo>
                <a:lnTo>
                  <a:pt x="592131" y="27081"/>
                </a:lnTo>
                <a:lnTo>
                  <a:pt x="581115" y="59328"/>
                </a:lnTo>
                <a:close/>
                <a:moveTo>
                  <a:pt x="441098" y="91264"/>
                </a:moveTo>
                <a:lnTo>
                  <a:pt x="441477" y="91219"/>
                </a:lnTo>
                <a:lnTo>
                  <a:pt x="441850" y="91164"/>
                </a:lnTo>
                <a:lnTo>
                  <a:pt x="442216" y="91099"/>
                </a:lnTo>
                <a:lnTo>
                  <a:pt x="442575" y="91025"/>
                </a:lnTo>
                <a:lnTo>
                  <a:pt x="442927" y="90940"/>
                </a:lnTo>
                <a:lnTo>
                  <a:pt x="443272" y="90845"/>
                </a:lnTo>
                <a:lnTo>
                  <a:pt x="443610" y="90741"/>
                </a:lnTo>
                <a:lnTo>
                  <a:pt x="443941" y="90626"/>
                </a:lnTo>
                <a:lnTo>
                  <a:pt x="444265" y="90502"/>
                </a:lnTo>
                <a:lnTo>
                  <a:pt x="444582" y="90367"/>
                </a:lnTo>
                <a:lnTo>
                  <a:pt x="444892" y="90223"/>
                </a:lnTo>
                <a:lnTo>
                  <a:pt x="445195" y="90069"/>
                </a:lnTo>
                <a:lnTo>
                  <a:pt x="445491" y="89904"/>
                </a:lnTo>
                <a:lnTo>
                  <a:pt x="445780" y="89730"/>
                </a:lnTo>
                <a:lnTo>
                  <a:pt x="446063" y="89546"/>
                </a:lnTo>
                <a:lnTo>
                  <a:pt x="446338" y="89352"/>
                </a:lnTo>
                <a:lnTo>
                  <a:pt x="446606" y="89147"/>
                </a:lnTo>
                <a:lnTo>
                  <a:pt x="446867" y="88933"/>
                </a:lnTo>
                <a:lnTo>
                  <a:pt x="447122" y="88709"/>
                </a:lnTo>
                <a:lnTo>
                  <a:pt x="447369" y="88475"/>
                </a:lnTo>
                <a:lnTo>
                  <a:pt x="447608" y="88233"/>
                </a:lnTo>
                <a:lnTo>
                  <a:pt x="447836" y="87983"/>
                </a:lnTo>
                <a:lnTo>
                  <a:pt x="448055" y="87726"/>
                </a:lnTo>
                <a:lnTo>
                  <a:pt x="448263" y="87462"/>
                </a:lnTo>
                <a:lnTo>
                  <a:pt x="448461" y="87190"/>
                </a:lnTo>
                <a:lnTo>
                  <a:pt x="448649" y="86912"/>
                </a:lnTo>
                <a:lnTo>
                  <a:pt x="448827" y="86626"/>
                </a:lnTo>
                <a:lnTo>
                  <a:pt x="448994" y="86333"/>
                </a:lnTo>
                <a:lnTo>
                  <a:pt x="449152" y="86033"/>
                </a:lnTo>
                <a:lnTo>
                  <a:pt x="449299" y="85726"/>
                </a:lnTo>
                <a:lnTo>
                  <a:pt x="449436" y="85412"/>
                </a:lnTo>
                <a:lnTo>
                  <a:pt x="449563" y="85090"/>
                </a:lnTo>
                <a:lnTo>
                  <a:pt x="449680" y="84762"/>
                </a:lnTo>
                <a:lnTo>
                  <a:pt x="449787" y="84426"/>
                </a:lnTo>
                <a:lnTo>
                  <a:pt x="449883" y="84083"/>
                </a:lnTo>
                <a:lnTo>
                  <a:pt x="449970" y="83733"/>
                </a:lnTo>
                <a:lnTo>
                  <a:pt x="450046" y="83375"/>
                </a:lnTo>
                <a:lnTo>
                  <a:pt x="450112" y="83011"/>
                </a:lnTo>
                <a:lnTo>
                  <a:pt x="450168" y="82639"/>
                </a:lnTo>
                <a:lnTo>
                  <a:pt x="450214" y="82260"/>
                </a:lnTo>
                <a:lnTo>
                  <a:pt x="450249" y="81874"/>
                </a:lnTo>
                <a:lnTo>
                  <a:pt x="450275" y="81481"/>
                </a:lnTo>
                <a:lnTo>
                  <a:pt x="450290" y="81080"/>
                </a:lnTo>
                <a:lnTo>
                  <a:pt x="450295" y="80673"/>
                </a:lnTo>
                <a:lnTo>
                  <a:pt x="450290" y="80265"/>
                </a:lnTo>
                <a:lnTo>
                  <a:pt x="450275" y="79864"/>
                </a:lnTo>
                <a:lnTo>
                  <a:pt x="450249" y="79470"/>
                </a:lnTo>
                <a:lnTo>
                  <a:pt x="450214" y="79083"/>
                </a:lnTo>
                <a:lnTo>
                  <a:pt x="450168" y="78703"/>
                </a:lnTo>
                <a:lnTo>
                  <a:pt x="450112" y="78330"/>
                </a:lnTo>
                <a:lnTo>
                  <a:pt x="450046" y="77964"/>
                </a:lnTo>
                <a:lnTo>
                  <a:pt x="449970" y="77605"/>
                </a:lnTo>
                <a:lnTo>
                  <a:pt x="449883" y="77253"/>
                </a:lnTo>
                <a:lnTo>
                  <a:pt x="449787" y="76908"/>
                </a:lnTo>
                <a:lnTo>
                  <a:pt x="449680" y="76570"/>
                </a:lnTo>
                <a:lnTo>
                  <a:pt x="449563" y="76239"/>
                </a:lnTo>
                <a:lnTo>
                  <a:pt x="449436" y="75915"/>
                </a:lnTo>
                <a:lnTo>
                  <a:pt x="449299" y="75598"/>
                </a:lnTo>
                <a:lnTo>
                  <a:pt x="449152" y="75288"/>
                </a:lnTo>
                <a:lnTo>
                  <a:pt x="448994" y="74985"/>
                </a:lnTo>
                <a:lnTo>
                  <a:pt x="448827" y="74688"/>
                </a:lnTo>
                <a:lnTo>
                  <a:pt x="448649" y="74399"/>
                </a:lnTo>
                <a:lnTo>
                  <a:pt x="448461" y="74117"/>
                </a:lnTo>
                <a:lnTo>
                  <a:pt x="448263" y="73842"/>
                </a:lnTo>
                <a:lnTo>
                  <a:pt x="448055" y="73573"/>
                </a:lnTo>
                <a:lnTo>
                  <a:pt x="447836" y="73312"/>
                </a:lnTo>
                <a:lnTo>
                  <a:pt x="447608" y="73058"/>
                </a:lnTo>
                <a:lnTo>
                  <a:pt x="447369" y="72811"/>
                </a:lnTo>
                <a:lnTo>
                  <a:pt x="447122" y="72572"/>
                </a:lnTo>
                <a:lnTo>
                  <a:pt x="446867" y="72343"/>
                </a:lnTo>
                <a:lnTo>
                  <a:pt x="446606" y="72125"/>
                </a:lnTo>
                <a:lnTo>
                  <a:pt x="446338" y="71917"/>
                </a:lnTo>
                <a:lnTo>
                  <a:pt x="446063" y="71718"/>
                </a:lnTo>
                <a:lnTo>
                  <a:pt x="445780" y="71530"/>
                </a:lnTo>
                <a:lnTo>
                  <a:pt x="445491" y="71353"/>
                </a:lnTo>
                <a:lnTo>
                  <a:pt x="445195" y="71185"/>
                </a:lnTo>
                <a:lnTo>
                  <a:pt x="444892" y="71028"/>
                </a:lnTo>
                <a:lnTo>
                  <a:pt x="444582" y="70880"/>
                </a:lnTo>
                <a:lnTo>
                  <a:pt x="444265" y="70743"/>
                </a:lnTo>
                <a:lnTo>
                  <a:pt x="443941" y="70616"/>
                </a:lnTo>
                <a:lnTo>
                  <a:pt x="443610" y="70499"/>
                </a:lnTo>
                <a:lnTo>
                  <a:pt x="443272" y="70393"/>
                </a:lnTo>
                <a:lnTo>
                  <a:pt x="442927" y="70296"/>
                </a:lnTo>
                <a:lnTo>
                  <a:pt x="442575" y="70210"/>
                </a:lnTo>
                <a:lnTo>
                  <a:pt x="442216" y="70134"/>
                </a:lnTo>
                <a:lnTo>
                  <a:pt x="441850" y="70068"/>
                </a:lnTo>
                <a:lnTo>
                  <a:pt x="441477" y="70012"/>
                </a:lnTo>
                <a:lnTo>
                  <a:pt x="441098" y="69966"/>
                </a:lnTo>
                <a:lnTo>
                  <a:pt x="440711" y="69930"/>
                </a:lnTo>
                <a:lnTo>
                  <a:pt x="440317" y="69905"/>
                </a:lnTo>
                <a:lnTo>
                  <a:pt x="439916" y="69890"/>
                </a:lnTo>
                <a:lnTo>
                  <a:pt x="439509" y="69885"/>
                </a:lnTo>
                <a:lnTo>
                  <a:pt x="439101" y="69890"/>
                </a:lnTo>
                <a:lnTo>
                  <a:pt x="438700" y="69905"/>
                </a:lnTo>
                <a:lnTo>
                  <a:pt x="438306" y="69930"/>
                </a:lnTo>
                <a:lnTo>
                  <a:pt x="437920" y="69966"/>
                </a:lnTo>
                <a:lnTo>
                  <a:pt x="437540" y="70012"/>
                </a:lnTo>
                <a:lnTo>
                  <a:pt x="437167" y="70068"/>
                </a:lnTo>
                <a:lnTo>
                  <a:pt x="436801" y="70134"/>
                </a:lnTo>
                <a:lnTo>
                  <a:pt x="436442" y="70210"/>
                </a:lnTo>
                <a:lnTo>
                  <a:pt x="436090" y="70296"/>
                </a:lnTo>
                <a:lnTo>
                  <a:pt x="435745" y="70393"/>
                </a:lnTo>
                <a:lnTo>
                  <a:pt x="435407" y="70499"/>
                </a:lnTo>
                <a:lnTo>
                  <a:pt x="435076" y="70616"/>
                </a:lnTo>
                <a:lnTo>
                  <a:pt x="434752" y="70743"/>
                </a:lnTo>
                <a:lnTo>
                  <a:pt x="434435" y="70880"/>
                </a:lnTo>
                <a:lnTo>
                  <a:pt x="434125" y="71028"/>
                </a:lnTo>
                <a:lnTo>
                  <a:pt x="433821" y="71185"/>
                </a:lnTo>
                <a:lnTo>
                  <a:pt x="433525" y="71353"/>
                </a:lnTo>
                <a:lnTo>
                  <a:pt x="433236" y="71530"/>
                </a:lnTo>
                <a:lnTo>
                  <a:pt x="432954" y="71718"/>
                </a:lnTo>
                <a:lnTo>
                  <a:pt x="432678" y="71917"/>
                </a:lnTo>
                <a:lnTo>
                  <a:pt x="432410" y="72125"/>
                </a:lnTo>
                <a:lnTo>
                  <a:pt x="432149" y="72343"/>
                </a:lnTo>
                <a:lnTo>
                  <a:pt x="431894" y="72572"/>
                </a:lnTo>
                <a:lnTo>
                  <a:pt x="431647" y="72811"/>
                </a:lnTo>
                <a:lnTo>
                  <a:pt x="431408" y="73058"/>
                </a:lnTo>
                <a:lnTo>
                  <a:pt x="431179" y="73312"/>
                </a:lnTo>
                <a:lnTo>
                  <a:pt x="430961" y="73573"/>
                </a:lnTo>
                <a:lnTo>
                  <a:pt x="430753" y="73842"/>
                </a:lnTo>
                <a:lnTo>
                  <a:pt x="430554" y="74117"/>
                </a:lnTo>
                <a:lnTo>
                  <a:pt x="430367" y="74399"/>
                </a:lnTo>
                <a:lnTo>
                  <a:pt x="430189" y="74688"/>
                </a:lnTo>
                <a:lnTo>
                  <a:pt x="430021" y="74985"/>
                </a:lnTo>
                <a:lnTo>
                  <a:pt x="429864" y="75288"/>
                </a:lnTo>
                <a:lnTo>
                  <a:pt x="429716" y="75598"/>
                </a:lnTo>
                <a:lnTo>
                  <a:pt x="429579" y="75915"/>
                </a:lnTo>
                <a:lnTo>
                  <a:pt x="429452" y="76239"/>
                </a:lnTo>
                <a:lnTo>
                  <a:pt x="429335" y="76570"/>
                </a:lnTo>
                <a:lnTo>
                  <a:pt x="429229" y="76908"/>
                </a:lnTo>
                <a:lnTo>
                  <a:pt x="429132" y="77253"/>
                </a:lnTo>
                <a:lnTo>
                  <a:pt x="429046" y="77605"/>
                </a:lnTo>
                <a:lnTo>
                  <a:pt x="428970" y="77964"/>
                </a:lnTo>
                <a:lnTo>
                  <a:pt x="428904" y="78330"/>
                </a:lnTo>
                <a:lnTo>
                  <a:pt x="428848" y="78703"/>
                </a:lnTo>
                <a:lnTo>
                  <a:pt x="428802" y="79083"/>
                </a:lnTo>
                <a:lnTo>
                  <a:pt x="428766" y="79470"/>
                </a:lnTo>
                <a:lnTo>
                  <a:pt x="428741" y="79864"/>
                </a:lnTo>
                <a:lnTo>
                  <a:pt x="428726" y="80265"/>
                </a:lnTo>
                <a:lnTo>
                  <a:pt x="428721" y="80673"/>
                </a:lnTo>
                <a:lnTo>
                  <a:pt x="428726" y="81080"/>
                </a:lnTo>
                <a:lnTo>
                  <a:pt x="428741" y="81481"/>
                </a:lnTo>
                <a:lnTo>
                  <a:pt x="428766" y="81874"/>
                </a:lnTo>
                <a:lnTo>
                  <a:pt x="428802" y="82260"/>
                </a:lnTo>
                <a:lnTo>
                  <a:pt x="428848" y="82639"/>
                </a:lnTo>
                <a:lnTo>
                  <a:pt x="428904" y="83011"/>
                </a:lnTo>
                <a:lnTo>
                  <a:pt x="428970" y="83375"/>
                </a:lnTo>
                <a:lnTo>
                  <a:pt x="429046" y="83733"/>
                </a:lnTo>
                <a:lnTo>
                  <a:pt x="429132" y="84083"/>
                </a:lnTo>
                <a:lnTo>
                  <a:pt x="429229" y="84426"/>
                </a:lnTo>
                <a:lnTo>
                  <a:pt x="429335" y="84762"/>
                </a:lnTo>
                <a:lnTo>
                  <a:pt x="429452" y="85090"/>
                </a:lnTo>
                <a:lnTo>
                  <a:pt x="429579" y="85412"/>
                </a:lnTo>
                <a:lnTo>
                  <a:pt x="429716" y="85726"/>
                </a:lnTo>
                <a:lnTo>
                  <a:pt x="429864" y="86033"/>
                </a:lnTo>
                <a:lnTo>
                  <a:pt x="430021" y="86333"/>
                </a:lnTo>
                <a:lnTo>
                  <a:pt x="430189" y="86626"/>
                </a:lnTo>
                <a:lnTo>
                  <a:pt x="430367" y="86912"/>
                </a:lnTo>
                <a:lnTo>
                  <a:pt x="430554" y="87190"/>
                </a:lnTo>
                <a:lnTo>
                  <a:pt x="430753" y="87462"/>
                </a:lnTo>
                <a:lnTo>
                  <a:pt x="430961" y="87726"/>
                </a:lnTo>
                <a:lnTo>
                  <a:pt x="431179" y="87983"/>
                </a:lnTo>
                <a:lnTo>
                  <a:pt x="431408" y="88233"/>
                </a:lnTo>
                <a:lnTo>
                  <a:pt x="431647" y="88475"/>
                </a:lnTo>
                <a:lnTo>
                  <a:pt x="431894" y="88709"/>
                </a:lnTo>
                <a:lnTo>
                  <a:pt x="432149" y="88933"/>
                </a:lnTo>
                <a:lnTo>
                  <a:pt x="432410" y="89147"/>
                </a:lnTo>
                <a:lnTo>
                  <a:pt x="432678" y="89352"/>
                </a:lnTo>
                <a:lnTo>
                  <a:pt x="432954" y="89546"/>
                </a:lnTo>
                <a:lnTo>
                  <a:pt x="433236" y="89730"/>
                </a:lnTo>
                <a:lnTo>
                  <a:pt x="433525" y="89904"/>
                </a:lnTo>
                <a:lnTo>
                  <a:pt x="433821" y="90069"/>
                </a:lnTo>
                <a:lnTo>
                  <a:pt x="434125" y="90223"/>
                </a:lnTo>
                <a:lnTo>
                  <a:pt x="434435" y="90367"/>
                </a:lnTo>
                <a:lnTo>
                  <a:pt x="434752" y="90502"/>
                </a:lnTo>
                <a:lnTo>
                  <a:pt x="435076" y="90626"/>
                </a:lnTo>
                <a:lnTo>
                  <a:pt x="435407" y="90741"/>
                </a:lnTo>
                <a:lnTo>
                  <a:pt x="435745" y="90845"/>
                </a:lnTo>
                <a:lnTo>
                  <a:pt x="436090" y="90940"/>
                </a:lnTo>
                <a:lnTo>
                  <a:pt x="436442" y="91025"/>
                </a:lnTo>
                <a:lnTo>
                  <a:pt x="436801" y="91099"/>
                </a:lnTo>
                <a:lnTo>
                  <a:pt x="437167" y="91164"/>
                </a:lnTo>
                <a:lnTo>
                  <a:pt x="437540" y="91219"/>
                </a:lnTo>
                <a:lnTo>
                  <a:pt x="437920" y="91264"/>
                </a:lnTo>
                <a:lnTo>
                  <a:pt x="438306" y="91298"/>
                </a:lnTo>
                <a:lnTo>
                  <a:pt x="438700" y="91323"/>
                </a:lnTo>
                <a:lnTo>
                  <a:pt x="439101" y="91338"/>
                </a:lnTo>
                <a:lnTo>
                  <a:pt x="439509" y="91343"/>
                </a:lnTo>
                <a:lnTo>
                  <a:pt x="439916" y="91338"/>
                </a:lnTo>
                <a:lnTo>
                  <a:pt x="440317" y="91323"/>
                </a:lnTo>
                <a:lnTo>
                  <a:pt x="440711" y="91298"/>
                </a:lnTo>
                <a:lnTo>
                  <a:pt x="441098" y="912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_init_.py">
            <a:extLst xmlns:a="http://schemas.openxmlformats.org/drawingml/2006/main">
              <a:ext uri="{FF2B5EF4-FFF2-40B4-BE49-F238E27FC236}">
                <a16:creationId xmlns:a16="http://schemas.microsoft.com/office/drawing/2014/main" id="{A606449F-A709-4C26-A9C9-F2C198A3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875" y="2375349"/>
            <a:ext cx="746131" cy="110851"/>
          </a:xfrm>
          <a:custGeom xmlns:a="http://schemas.openxmlformats.org/drawingml/2006/main">
            <a:pathLst>
              <a:path w="746131" h="110851">
                <a:moveTo>
                  <a:pt x="168373" y="16489"/>
                </a:moveTo>
                <a:lnTo>
                  <a:pt x="168714" y="16462"/>
                </a:lnTo>
                <a:lnTo>
                  <a:pt x="169049" y="16427"/>
                </a:lnTo>
                <a:lnTo>
                  <a:pt x="169377" y="16384"/>
                </a:lnTo>
                <a:lnTo>
                  <a:pt x="169699" y="16334"/>
                </a:lnTo>
                <a:lnTo>
                  <a:pt x="170015" y="16276"/>
                </a:lnTo>
                <a:lnTo>
                  <a:pt x="170324" y="16210"/>
                </a:lnTo>
                <a:lnTo>
                  <a:pt x="170627" y="16136"/>
                </a:lnTo>
                <a:lnTo>
                  <a:pt x="170923" y="16054"/>
                </a:lnTo>
                <a:lnTo>
                  <a:pt x="171213" y="15965"/>
                </a:lnTo>
                <a:lnTo>
                  <a:pt x="171497" y="15868"/>
                </a:lnTo>
                <a:lnTo>
                  <a:pt x="171774" y="15763"/>
                </a:lnTo>
                <a:lnTo>
                  <a:pt x="172045" y="15650"/>
                </a:lnTo>
                <a:lnTo>
                  <a:pt x="172310" y="15530"/>
                </a:lnTo>
                <a:lnTo>
                  <a:pt x="172568" y="15402"/>
                </a:lnTo>
                <a:lnTo>
                  <a:pt x="172820" y="15266"/>
                </a:lnTo>
                <a:lnTo>
                  <a:pt x="173065" y="15122"/>
                </a:lnTo>
                <a:lnTo>
                  <a:pt x="173304" y="14970"/>
                </a:lnTo>
                <a:lnTo>
                  <a:pt x="173537" y="14811"/>
                </a:lnTo>
                <a:lnTo>
                  <a:pt x="173763" y="14644"/>
                </a:lnTo>
                <a:lnTo>
                  <a:pt x="173983" y="14469"/>
                </a:lnTo>
                <a:lnTo>
                  <a:pt x="174197" y="14287"/>
                </a:lnTo>
                <a:lnTo>
                  <a:pt x="174403" y="14097"/>
                </a:lnTo>
                <a:lnTo>
                  <a:pt x="174600" y="13903"/>
                </a:lnTo>
                <a:lnTo>
                  <a:pt x="174789" y="13703"/>
                </a:lnTo>
                <a:lnTo>
                  <a:pt x="174969" y="13498"/>
                </a:lnTo>
                <a:lnTo>
                  <a:pt x="175139" y="13287"/>
                </a:lnTo>
                <a:lnTo>
                  <a:pt x="175302" y="13071"/>
                </a:lnTo>
                <a:lnTo>
                  <a:pt x="175455" y="12849"/>
                </a:lnTo>
                <a:lnTo>
                  <a:pt x="175600" y="12622"/>
                </a:lnTo>
                <a:lnTo>
                  <a:pt x="175736" y="12390"/>
                </a:lnTo>
                <a:lnTo>
                  <a:pt x="175863" y="12153"/>
                </a:lnTo>
                <a:lnTo>
                  <a:pt x="175981" y="11910"/>
                </a:lnTo>
                <a:lnTo>
                  <a:pt x="176091" y="11661"/>
                </a:lnTo>
                <a:lnTo>
                  <a:pt x="176192" y="11408"/>
                </a:lnTo>
                <a:lnTo>
                  <a:pt x="176284" y="11148"/>
                </a:lnTo>
                <a:lnTo>
                  <a:pt x="176367" y="10884"/>
                </a:lnTo>
                <a:lnTo>
                  <a:pt x="176441" y="10614"/>
                </a:lnTo>
                <a:lnTo>
                  <a:pt x="176507" y="10339"/>
                </a:lnTo>
                <a:lnTo>
                  <a:pt x="176564" y="10058"/>
                </a:lnTo>
                <a:lnTo>
                  <a:pt x="176612" y="9772"/>
                </a:lnTo>
                <a:lnTo>
                  <a:pt x="176652" y="9481"/>
                </a:lnTo>
                <a:lnTo>
                  <a:pt x="176683" y="9184"/>
                </a:lnTo>
                <a:lnTo>
                  <a:pt x="176704" y="8882"/>
                </a:lnTo>
                <a:lnTo>
                  <a:pt x="176718" y="8574"/>
                </a:lnTo>
                <a:lnTo>
                  <a:pt x="176722" y="8261"/>
                </a:lnTo>
                <a:lnTo>
                  <a:pt x="176718" y="7948"/>
                </a:lnTo>
                <a:lnTo>
                  <a:pt x="176704" y="7641"/>
                </a:lnTo>
                <a:lnTo>
                  <a:pt x="176683" y="7339"/>
                </a:lnTo>
                <a:lnTo>
                  <a:pt x="176652" y="7042"/>
                </a:lnTo>
                <a:lnTo>
                  <a:pt x="176612" y="6751"/>
                </a:lnTo>
                <a:lnTo>
                  <a:pt x="176564" y="6465"/>
                </a:lnTo>
                <a:lnTo>
                  <a:pt x="176507" y="6185"/>
                </a:lnTo>
                <a:lnTo>
                  <a:pt x="176441" y="5909"/>
                </a:lnTo>
                <a:lnTo>
                  <a:pt x="176367" y="5640"/>
                </a:lnTo>
                <a:lnTo>
                  <a:pt x="176284" y="5375"/>
                </a:lnTo>
                <a:lnTo>
                  <a:pt x="176192" y="5116"/>
                </a:lnTo>
                <a:lnTo>
                  <a:pt x="176091" y="4863"/>
                </a:lnTo>
                <a:lnTo>
                  <a:pt x="175981" y="4614"/>
                </a:lnTo>
                <a:lnTo>
                  <a:pt x="175863" y="4371"/>
                </a:lnTo>
                <a:lnTo>
                  <a:pt x="175736" y="4134"/>
                </a:lnTo>
                <a:lnTo>
                  <a:pt x="175600" y="3902"/>
                </a:lnTo>
                <a:lnTo>
                  <a:pt x="175455" y="3675"/>
                </a:lnTo>
                <a:lnTo>
                  <a:pt x="175302" y="3453"/>
                </a:lnTo>
                <a:lnTo>
                  <a:pt x="175139" y="3237"/>
                </a:lnTo>
                <a:lnTo>
                  <a:pt x="174969" y="3027"/>
                </a:lnTo>
                <a:lnTo>
                  <a:pt x="174789" y="2821"/>
                </a:lnTo>
                <a:lnTo>
                  <a:pt x="174600" y="2622"/>
                </a:lnTo>
                <a:lnTo>
                  <a:pt x="174403" y="2427"/>
                </a:lnTo>
                <a:lnTo>
                  <a:pt x="174197" y="2238"/>
                </a:lnTo>
                <a:lnTo>
                  <a:pt x="173983" y="2055"/>
                </a:lnTo>
                <a:lnTo>
                  <a:pt x="173763" y="1880"/>
                </a:lnTo>
                <a:lnTo>
                  <a:pt x="173537" y="1713"/>
                </a:lnTo>
                <a:lnTo>
                  <a:pt x="173304" y="1554"/>
                </a:lnTo>
                <a:lnTo>
                  <a:pt x="173065" y="1403"/>
                </a:lnTo>
                <a:lnTo>
                  <a:pt x="172820" y="1259"/>
                </a:lnTo>
                <a:lnTo>
                  <a:pt x="172568" y="1123"/>
                </a:lnTo>
                <a:lnTo>
                  <a:pt x="172310" y="995"/>
                </a:lnTo>
                <a:lnTo>
                  <a:pt x="172045" y="874"/>
                </a:lnTo>
                <a:lnTo>
                  <a:pt x="171774" y="761"/>
                </a:lnTo>
                <a:lnTo>
                  <a:pt x="171497" y="657"/>
                </a:lnTo>
                <a:lnTo>
                  <a:pt x="171213" y="559"/>
                </a:lnTo>
                <a:lnTo>
                  <a:pt x="170923" y="470"/>
                </a:lnTo>
                <a:lnTo>
                  <a:pt x="170627" y="389"/>
                </a:lnTo>
                <a:lnTo>
                  <a:pt x="170324" y="315"/>
                </a:lnTo>
                <a:lnTo>
                  <a:pt x="170015" y="249"/>
                </a:lnTo>
                <a:lnTo>
                  <a:pt x="169699" y="190"/>
                </a:lnTo>
                <a:lnTo>
                  <a:pt x="169377" y="140"/>
                </a:lnTo>
                <a:lnTo>
                  <a:pt x="169049" y="97"/>
                </a:lnTo>
                <a:lnTo>
                  <a:pt x="168714" y="62"/>
                </a:lnTo>
                <a:lnTo>
                  <a:pt x="168373" y="35"/>
                </a:lnTo>
                <a:lnTo>
                  <a:pt x="168026" y="16"/>
                </a:lnTo>
                <a:lnTo>
                  <a:pt x="167672" y="4"/>
                </a:lnTo>
                <a:lnTo>
                  <a:pt x="167312" y="0"/>
                </a:lnTo>
                <a:lnTo>
                  <a:pt x="166952" y="4"/>
                </a:lnTo>
                <a:lnTo>
                  <a:pt x="166598" y="16"/>
                </a:lnTo>
                <a:lnTo>
                  <a:pt x="166250" y="35"/>
                </a:lnTo>
                <a:lnTo>
                  <a:pt x="165909" y="62"/>
                </a:lnTo>
                <a:lnTo>
                  <a:pt x="165574" y="97"/>
                </a:lnTo>
                <a:lnTo>
                  <a:pt x="165246" y="140"/>
                </a:lnTo>
                <a:lnTo>
                  <a:pt x="164924" y="190"/>
                </a:lnTo>
                <a:lnTo>
                  <a:pt x="164608" y="249"/>
                </a:lnTo>
                <a:lnTo>
                  <a:pt x="164299" y="315"/>
                </a:lnTo>
                <a:lnTo>
                  <a:pt x="163996" y="389"/>
                </a:lnTo>
                <a:lnTo>
                  <a:pt x="163700" y="470"/>
                </a:lnTo>
                <a:lnTo>
                  <a:pt x="163409" y="559"/>
                </a:lnTo>
                <a:lnTo>
                  <a:pt x="163126" y="657"/>
                </a:lnTo>
                <a:lnTo>
                  <a:pt x="162848" y="761"/>
                </a:lnTo>
                <a:lnTo>
                  <a:pt x="162577" y="874"/>
                </a:lnTo>
                <a:lnTo>
                  <a:pt x="162313" y="995"/>
                </a:lnTo>
                <a:lnTo>
                  <a:pt x="162054" y="1123"/>
                </a:lnTo>
                <a:lnTo>
                  <a:pt x="161803" y="1259"/>
                </a:lnTo>
                <a:lnTo>
                  <a:pt x="161557" y="1403"/>
                </a:lnTo>
                <a:lnTo>
                  <a:pt x="161318" y="1554"/>
                </a:lnTo>
                <a:lnTo>
                  <a:pt x="161085" y="1713"/>
                </a:lnTo>
                <a:lnTo>
                  <a:pt x="160859" y="1880"/>
                </a:lnTo>
                <a:lnTo>
                  <a:pt x="160639" y="2055"/>
                </a:lnTo>
                <a:lnTo>
                  <a:pt x="160425" y="2238"/>
                </a:lnTo>
                <a:lnTo>
                  <a:pt x="160219" y="2427"/>
                </a:lnTo>
                <a:lnTo>
                  <a:pt x="160022" y="2622"/>
                </a:lnTo>
                <a:lnTo>
                  <a:pt x="159834" y="2821"/>
                </a:lnTo>
                <a:lnTo>
                  <a:pt x="159654" y="3027"/>
                </a:lnTo>
                <a:lnTo>
                  <a:pt x="159483" y="3237"/>
                </a:lnTo>
                <a:lnTo>
                  <a:pt x="159321" y="3453"/>
                </a:lnTo>
                <a:lnTo>
                  <a:pt x="159168" y="3675"/>
                </a:lnTo>
                <a:lnTo>
                  <a:pt x="159024" y="3902"/>
                </a:lnTo>
                <a:lnTo>
                  <a:pt x="158888" y="4134"/>
                </a:lnTo>
                <a:lnTo>
                  <a:pt x="158761" y="4371"/>
                </a:lnTo>
                <a:lnTo>
                  <a:pt x="158642" y="4614"/>
                </a:lnTo>
                <a:lnTo>
                  <a:pt x="158533" y="4863"/>
                </a:lnTo>
                <a:lnTo>
                  <a:pt x="158432" y="5116"/>
                </a:lnTo>
                <a:lnTo>
                  <a:pt x="158340" y="5375"/>
                </a:lnTo>
                <a:lnTo>
                  <a:pt x="158257" y="5640"/>
                </a:lnTo>
                <a:lnTo>
                  <a:pt x="158182" y="5909"/>
                </a:lnTo>
                <a:lnTo>
                  <a:pt x="158117" y="6185"/>
                </a:lnTo>
                <a:lnTo>
                  <a:pt x="158060" y="6465"/>
                </a:lnTo>
                <a:lnTo>
                  <a:pt x="158012" y="6751"/>
                </a:lnTo>
                <a:lnTo>
                  <a:pt x="157972" y="7042"/>
                </a:lnTo>
                <a:lnTo>
                  <a:pt x="157942" y="7339"/>
                </a:lnTo>
                <a:lnTo>
                  <a:pt x="157920" y="7641"/>
                </a:lnTo>
                <a:lnTo>
                  <a:pt x="157906" y="7948"/>
                </a:lnTo>
                <a:lnTo>
                  <a:pt x="157902" y="8261"/>
                </a:lnTo>
                <a:lnTo>
                  <a:pt x="157906" y="8574"/>
                </a:lnTo>
                <a:lnTo>
                  <a:pt x="157920" y="8882"/>
                </a:lnTo>
                <a:lnTo>
                  <a:pt x="157942" y="9184"/>
                </a:lnTo>
                <a:lnTo>
                  <a:pt x="157972" y="9481"/>
                </a:lnTo>
                <a:lnTo>
                  <a:pt x="158012" y="9772"/>
                </a:lnTo>
                <a:lnTo>
                  <a:pt x="158060" y="10058"/>
                </a:lnTo>
                <a:lnTo>
                  <a:pt x="158117" y="10339"/>
                </a:lnTo>
                <a:lnTo>
                  <a:pt x="158182" y="10614"/>
                </a:lnTo>
                <a:lnTo>
                  <a:pt x="158257" y="10884"/>
                </a:lnTo>
                <a:lnTo>
                  <a:pt x="158340" y="11148"/>
                </a:lnTo>
                <a:lnTo>
                  <a:pt x="158432" y="11408"/>
                </a:lnTo>
                <a:lnTo>
                  <a:pt x="158533" y="11661"/>
                </a:lnTo>
                <a:lnTo>
                  <a:pt x="158642" y="11910"/>
                </a:lnTo>
                <a:lnTo>
                  <a:pt x="158761" y="12153"/>
                </a:lnTo>
                <a:lnTo>
                  <a:pt x="158888" y="12390"/>
                </a:lnTo>
                <a:lnTo>
                  <a:pt x="159024" y="12622"/>
                </a:lnTo>
                <a:lnTo>
                  <a:pt x="159168" y="12849"/>
                </a:lnTo>
                <a:lnTo>
                  <a:pt x="159321" y="13071"/>
                </a:lnTo>
                <a:lnTo>
                  <a:pt x="159483" y="13287"/>
                </a:lnTo>
                <a:lnTo>
                  <a:pt x="159654" y="13498"/>
                </a:lnTo>
                <a:lnTo>
                  <a:pt x="159834" y="13703"/>
                </a:lnTo>
                <a:lnTo>
                  <a:pt x="160022" y="13903"/>
                </a:lnTo>
                <a:lnTo>
                  <a:pt x="160219" y="14097"/>
                </a:lnTo>
                <a:lnTo>
                  <a:pt x="160425" y="14287"/>
                </a:lnTo>
                <a:lnTo>
                  <a:pt x="160639" y="14469"/>
                </a:lnTo>
                <a:lnTo>
                  <a:pt x="160859" y="14644"/>
                </a:lnTo>
                <a:lnTo>
                  <a:pt x="161085" y="14811"/>
                </a:lnTo>
                <a:lnTo>
                  <a:pt x="161318" y="14970"/>
                </a:lnTo>
                <a:lnTo>
                  <a:pt x="161557" y="15122"/>
                </a:lnTo>
                <a:lnTo>
                  <a:pt x="161803" y="15266"/>
                </a:lnTo>
                <a:lnTo>
                  <a:pt x="162054" y="15402"/>
                </a:lnTo>
                <a:lnTo>
                  <a:pt x="162313" y="15530"/>
                </a:lnTo>
                <a:lnTo>
                  <a:pt x="162577" y="15650"/>
                </a:lnTo>
                <a:lnTo>
                  <a:pt x="162848" y="15763"/>
                </a:lnTo>
                <a:lnTo>
                  <a:pt x="163126" y="15868"/>
                </a:lnTo>
                <a:lnTo>
                  <a:pt x="163409" y="15965"/>
                </a:lnTo>
                <a:lnTo>
                  <a:pt x="163700" y="16054"/>
                </a:lnTo>
                <a:lnTo>
                  <a:pt x="163996" y="16136"/>
                </a:lnTo>
                <a:lnTo>
                  <a:pt x="164299" y="16210"/>
                </a:lnTo>
                <a:lnTo>
                  <a:pt x="164608" y="16276"/>
                </a:lnTo>
                <a:lnTo>
                  <a:pt x="164924" y="16334"/>
                </a:lnTo>
                <a:lnTo>
                  <a:pt x="165246" y="16384"/>
                </a:lnTo>
                <a:lnTo>
                  <a:pt x="165574" y="16427"/>
                </a:lnTo>
                <a:lnTo>
                  <a:pt x="165909" y="16462"/>
                </a:lnTo>
                <a:lnTo>
                  <a:pt x="166250" y="16489"/>
                </a:lnTo>
                <a:lnTo>
                  <a:pt x="166598" y="16509"/>
                </a:lnTo>
                <a:lnTo>
                  <a:pt x="166952" y="16520"/>
                </a:lnTo>
                <a:lnTo>
                  <a:pt x="167312" y="16524"/>
                </a:lnTo>
                <a:lnTo>
                  <a:pt x="167672" y="16520"/>
                </a:lnTo>
                <a:lnTo>
                  <a:pt x="168026" y="16509"/>
                </a:lnTo>
                <a:lnTo>
                  <a:pt x="168373" y="16489"/>
                </a:lnTo>
                <a:close/>
                <a:moveTo>
                  <a:pt x="306420" y="16462"/>
                </a:moveTo>
                <a:lnTo>
                  <a:pt x="306754" y="16427"/>
                </a:lnTo>
                <a:lnTo>
                  <a:pt x="307083" y="16384"/>
                </a:lnTo>
                <a:lnTo>
                  <a:pt x="307404" y="16334"/>
                </a:lnTo>
                <a:lnTo>
                  <a:pt x="307720" y="16276"/>
                </a:lnTo>
                <a:lnTo>
                  <a:pt x="308029" y="16210"/>
                </a:lnTo>
                <a:lnTo>
                  <a:pt x="308332" y="16136"/>
                </a:lnTo>
                <a:lnTo>
                  <a:pt x="308628" y="16054"/>
                </a:lnTo>
                <a:lnTo>
                  <a:pt x="308918" y="15965"/>
                </a:lnTo>
                <a:lnTo>
                  <a:pt x="309202" y="15868"/>
                </a:lnTo>
                <a:lnTo>
                  <a:pt x="309479" y="15763"/>
                </a:lnTo>
                <a:lnTo>
                  <a:pt x="309750" y="15650"/>
                </a:lnTo>
                <a:lnTo>
                  <a:pt x="310015" y="15530"/>
                </a:lnTo>
                <a:lnTo>
                  <a:pt x="310273" y="15402"/>
                </a:lnTo>
                <a:lnTo>
                  <a:pt x="310525" y="15266"/>
                </a:lnTo>
                <a:lnTo>
                  <a:pt x="310771" y="15122"/>
                </a:lnTo>
                <a:lnTo>
                  <a:pt x="311010" y="14970"/>
                </a:lnTo>
                <a:lnTo>
                  <a:pt x="311242" y="14811"/>
                </a:lnTo>
                <a:lnTo>
                  <a:pt x="311469" y="14644"/>
                </a:lnTo>
                <a:lnTo>
                  <a:pt x="311689" y="14469"/>
                </a:lnTo>
                <a:lnTo>
                  <a:pt x="311902" y="14287"/>
                </a:lnTo>
                <a:lnTo>
                  <a:pt x="312108" y="14097"/>
                </a:lnTo>
                <a:lnTo>
                  <a:pt x="312306" y="13903"/>
                </a:lnTo>
                <a:lnTo>
                  <a:pt x="312494" y="13703"/>
                </a:lnTo>
                <a:lnTo>
                  <a:pt x="312674" y="13498"/>
                </a:lnTo>
                <a:lnTo>
                  <a:pt x="312845" y="13287"/>
                </a:lnTo>
                <a:lnTo>
                  <a:pt x="313007" y="13071"/>
                </a:lnTo>
                <a:lnTo>
                  <a:pt x="313160" y="12849"/>
                </a:lnTo>
                <a:lnTo>
                  <a:pt x="313305" y="12622"/>
                </a:lnTo>
                <a:lnTo>
                  <a:pt x="313441" y="12390"/>
                </a:lnTo>
                <a:lnTo>
                  <a:pt x="313568" y="12153"/>
                </a:lnTo>
                <a:lnTo>
                  <a:pt x="313686" y="11910"/>
                </a:lnTo>
                <a:lnTo>
                  <a:pt x="313796" y="11661"/>
                </a:lnTo>
                <a:lnTo>
                  <a:pt x="313897" y="11408"/>
                </a:lnTo>
                <a:lnTo>
                  <a:pt x="313989" y="11148"/>
                </a:lnTo>
                <a:lnTo>
                  <a:pt x="314072" y="10884"/>
                </a:lnTo>
                <a:lnTo>
                  <a:pt x="314147" y="10614"/>
                </a:lnTo>
                <a:lnTo>
                  <a:pt x="314212" y="10339"/>
                </a:lnTo>
                <a:lnTo>
                  <a:pt x="314269" y="10058"/>
                </a:lnTo>
                <a:lnTo>
                  <a:pt x="314318" y="9772"/>
                </a:lnTo>
                <a:lnTo>
                  <a:pt x="314357" y="9481"/>
                </a:lnTo>
                <a:lnTo>
                  <a:pt x="314388" y="9184"/>
                </a:lnTo>
                <a:lnTo>
                  <a:pt x="314410" y="8882"/>
                </a:lnTo>
                <a:lnTo>
                  <a:pt x="314423" y="8574"/>
                </a:lnTo>
                <a:lnTo>
                  <a:pt x="314427" y="8261"/>
                </a:lnTo>
                <a:lnTo>
                  <a:pt x="314423" y="7948"/>
                </a:lnTo>
                <a:lnTo>
                  <a:pt x="314410" y="7641"/>
                </a:lnTo>
                <a:lnTo>
                  <a:pt x="314388" y="7339"/>
                </a:lnTo>
                <a:lnTo>
                  <a:pt x="314357" y="7042"/>
                </a:lnTo>
                <a:lnTo>
                  <a:pt x="314318" y="6751"/>
                </a:lnTo>
                <a:lnTo>
                  <a:pt x="314269" y="6465"/>
                </a:lnTo>
                <a:lnTo>
                  <a:pt x="314212" y="6185"/>
                </a:lnTo>
                <a:lnTo>
                  <a:pt x="314147" y="5909"/>
                </a:lnTo>
                <a:lnTo>
                  <a:pt x="314072" y="5640"/>
                </a:lnTo>
                <a:lnTo>
                  <a:pt x="313989" y="5375"/>
                </a:lnTo>
                <a:lnTo>
                  <a:pt x="313897" y="5116"/>
                </a:lnTo>
                <a:lnTo>
                  <a:pt x="313796" y="4863"/>
                </a:lnTo>
                <a:lnTo>
                  <a:pt x="313686" y="4614"/>
                </a:lnTo>
                <a:lnTo>
                  <a:pt x="313568" y="4371"/>
                </a:lnTo>
                <a:lnTo>
                  <a:pt x="313441" y="4134"/>
                </a:lnTo>
                <a:lnTo>
                  <a:pt x="313305" y="3902"/>
                </a:lnTo>
                <a:lnTo>
                  <a:pt x="313160" y="3675"/>
                </a:lnTo>
                <a:lnTo>
                  <a:pt x="313007" y="3453"/>
                </a:lnTo>
                <a:lnTo>
                  <a:pt x="312845" y="3237"/>
                </a:lnTo>
                <a:lnTo>
                  <a:pt x="312674" y="3027"/>
                </a:lnTo>
                <a:lnTo>
                  <a:pt x="312494" y="2821"/>
                </a:lnTo>
                <a:lnTo>
                  <a:pt x="312306" y="2622"/>
                </a:lnTo>
                <a:lnTo>
                  <a:pt x="312108" y="2427"/>
                </a:lnTo>
                <a:lnTo>
                  <a:pt x="311902" y="2238"/>
                </a:lnTo>
                <a:lnTo>
                  <a:pt x="311689" y="2055"/>
                </a:lnTo>
                <a:lnTo>
                  <a:pt x="311469" y="1880"/>
                </a:lnTo>
                <a:lnTo>
                  <a:pt x="311242" y="1713"/>
                </a:lnTo>
                <a:lnTo>
                  <a:pt x="311010" y="1554"/>
                </a:lnTo>
                <a:lnTo>
                  <a:pt x="310771" y="1403"/>
                </a:lnTo>
                <a:lnTo>
                  <a:pt x="310525" y="1259"/>
                </a:lnTo>
                <a:lnTo>
                  <a:pt x="310273" y="1123"/>
                </a:lnTo>
                <a:lnTo>
                  <a:pt x="310015" y="995"/>
                </a:lnTo>
                <a:lnTo>
                  <a:pt x="309750" y="874"/>
                </a:lnTo>
                <a:lnTo>
                  <a:pt x="309479" y="761"/>
                </a:lnTo>
                <a:lnTo>
                  <a:pt x="309202" y="657"/>
                </a:lnTo>
                <a:lnTo>
                  <a:pt x="308918" y="559"/>
                </a:lnTo>
                <a:lnTo>
                  <a:pt x="308628" y="470"/>
                </a:lnTo>
                <a:lnTo>
                  <a:pt x="308332" y="389"/>
                </a:lnTo>
                <a:lnTo>
                  <a:pt x="308029" y="315"/>
                </a:lnTo>
                <a:lnTo>
                  <a:pt x="307720" y="249"/>
                </a:lnTo>
                <a:lnTo>
                  <a:pt x="307404" y="190"/>
                </a:lnTo>
                <a:lnTo>
                  <a:pt x="307083" y="140"/>
                </a:lnTo>
                <a:lnTo>
                  <a:pt x="306754" y="97"/>
                </a:lnTo>
                <a:lnTo>
                  <a:pt x="306420" y="62"/>
                </a:lnTo>
                <a:lnTo>
                  <a:pt x="306079" y="35"/>
                </a:lnTo>
                <a:lnTo>
                  <a:pt x="305731" y="16"/>
                </a:lnTo>
                <a:lnTo>
                  <a:pt x="305377" y="4"/>
                </a:lnTo>
                <a:lnTo>
                  <a:pt x="305017" y="0"/>
                </a:lnTo>
                <a:lnTo>
                  <a:pt x="304657" y="4"/>
                </a:lnTo>
                <a:lnTo>
                  <a:pt x="304303" y="16"/>
                </a:lnTo>
                <a:lnTo>
                  <a:pt x="303955" y="35"/>
                </a:lnTo>
                <a:lnTo>
                  <a:pt x="303614" y="62"/>
                </a:lnTo>
                <a:lnTo>
                  <a:pt x="303280" y="97"/>
                </a:lnTo>
                <a:lnTo>
                  <a:pt x="302951" y="140"/>
                </a:lnTo>
                <a:lnTo>
                  <a:pt x="302629" y="190"/>
                </a:lnTo>
                <a:lnTo>
                  <a:pt x="302313" y="249"/>
                </a:lnTo>
                <a:lnTo>
                  <a:pt x="302004" y="315"/>
                </a:lnTo>
                <a:lnTo>
                  <a:pt x="301701" y="389"/>
                </a:lnTo>
                <a:lnTo>
                  <a:pt x="301405" y="470"/>
                </a:lnTo>
                <a:lnTo>
                  <a:pt x="301115" y="559"/>
                </a:lnTo>
                <a:lnTo>
                  <a:pt x="300831" y="657"/>
                </a:lnTo>
                <a:lnTo>
                  <a:pt x="300554" y="761"/>
                </a:lnTo>
                <a:lnTo>
                  <a:pt x="300283" y="874"/>
                </a:lnTo>
                <a:lnTo>
                  <a:pt x="300018" y="995"/>
                </a:lnTo>
                <a:lnTo>
                  <a:pt x="299760" y="1123"/>
                </a:lnTo>
                <a:lnTo>
                  <a:pt x="299508" y="1259"/>
                </a:lnTo>
                <a:lnTo>
                  <a:pt x="299262" y="1403"/>
                </a:lnTo>
                <a:lnTo>
                  <a:pt x="299023" y="1554"/>
                </a:lnTo>
                <a:lnTo>
                  <a:pt x="298790" y="1713"/>
                </a:lnTo>
                <a:lnTo>
                  <a:pt x="298564" y="1880"/>
                </a:lnTo>
                <a:lnTo>
                  <a:pt x="298344" y="2055"/>
                </a:lnTo>
                <a:lnTo>
                  <a:pt x="298131" y="2238"/>
                </a:lnTo>
                <a:lnTo>
                  <a:pt x="297925" y="2427"/>
                </a:lnTo>
                <a:lnTo>
                  <a:pt x="297727" y="2622"/>
                </a:lnTo>
                <a:lnTo>
                  <a:pt x="297539" y="2821"/>
                </a:lnTo>
                <a:lnTo>
                  <a:pt x="297360" y="3027"/>
                </a:lnTo>
                <a:lnTo>
                  <a:pt x="297189" y="3237"/>
                </a:lnTo>
                <a:lnTo>
                  <a:pt x="297027" y="3453"/>
                </a:lnTo>
                <a:lnTo>
                  <a:pt x="296873" y="3675"/>
                </a:lnTo>
                <a:lnTo>
                  <a:pt x="296729" y="3902"/>
                </a:lnTo>
                <a:lnTo>
                  <a:pt x="296593" y="4134"/>
                </a:lnTo>
                <a:lnTo>
                  <a:pt x="296466" y="4371"/>
                </a:lnTo>
                <a:lnTo>
                  <a:pt x="296348" y="4614"/>
                </a:lnTo>
                <a:lnTo>
                  <a:pt x="296238" y="4863"/>
                </a:lnTo>
                <a:lnTo>
                  <a:pt x="296137" y="5116"/>
                </a:lnTo>
                <a:lnTo>
                  <a:pt x="296045" y="5375"/>
                </a:lnTo>
                <a:lnTo>
                  <a:pt x="295962" y="5640"/>
                </a:lnTo>
                <a:lnTo>
                  <a:pt x="295888" y="5909"/>
                </a:lnTo>
                <a:lnTo>
                  <a:pt x="295822" y="6185"/>
                </a:lnTo>
                <a:lnTo>
                  <a:pt x="295765" y="6465"/>
                </a:lnTo>
                <a:lnTo>
                  <a:pt x="295717" y="6751"/>
                </a:lnTo>
                <a:lnTo>
                  <a:pt x="295677" y="7042"/>
                </a:lnTo>
                <a:lnTo>
                  <a:pt x="295647" y="7339"/>
                </a:lnTo>
                <a:lnTo>
                  <a:pt x="295625" y="7641"/>
                </a:lnTo>
                <a:lnTo>
                  <a:pt x="295612" y="7948"/>
                </a:lnTo>
                <a:lnTo>
                  <a:pt x="295607" y="8261"/>
                </a:lnTo>
                <a:lnTo>
                  <a:pt x="295612" y="8574"/>
                </a:lnTo>
                <a:lnTo>
                  <a:pt x="295625" y="8882"/>
                </a:lnTo>
                <a:lnTo>
                  <a:pt x="295647" y="9184"/>
                </a:lnTo>
                <a:lnTo>
                  <a:pt x="295677" y="9481"/>
                </a:lnTo>
                <a:lnTo>
                  <a:pt x="295717" y="9772"/>
                </a:lnTo>
                <a:lnTo>
                  <a:pt x="295765" y="10058"/>
                </a:lnTo>
                <a:lnTo>
                  <a:pt x="295822" y="10339"/>
                </a:lnTo>
                <a:lnTo>
                  <a:pt x="295888" y="10614"/>
                </a:lnTo>
                <a:lnTo>
                  <a:pt x="295962" y="10884"/>
                </a:lnTo>
                <a:lnTo>
                  <a:pt x="296045" y="11148"/>
                </a:lnTo>
                <a:lnTo>
                  <a:pt x="296137" y="11408"/>
                </a:lnTo>
                <a:lnTo>
                  <a:pt x="296238" y="11661"/>
                </a:lnTo>
                <a:lnTo>
                  <a:pt x="296348" y="11910"/>
                </a:lnTo>
                <a:lnTo>
                  <a:pt x="296466" y="12153"/>
                </a:lnTo>
                <a:lnTo>
                  <a:pt x="296593" y="12390"/>
                </a:lnTo>
                <a:lnTo>
                  <a:pt x="296729" y="12622"/>
                </a:lnTo>
                <a:lnTo>
                  <a:pt x="296873" y="12849"/>
                </a:lnTo>
                <a:lnTo>
                  <a:pt x="297027" y="13071"/>
                </a:lnTo>
                <a:lnTo>
                  <a:pt x="297189" y="13287"/>
                </a:lnTo>
                <a:lnTo>
                  <a:pt x="297360" y="13498"/>
                </a:lnTo>
                <a:lnTo>
                  <a:pt x="297539" y="13703"/>
                </a:lnTo>
                <a:lnTo>
                  <a:pt x="297727" y="13903"/>
                </a:lnTo>
                <a:lnTo>
                  <a:pt x="297925" y="14097"/>
                </a:lnTo>
                <a:lnTo>
                  <a:pt x="298131" y="14287"/>
                </a:lnTo>
                <a:lnTo>
                  <a:pt x="298344" y="14469"/>
                </a:lnTo>
                <a:lnTo>
                  <a:pt x="298564" y="14644"/>
                </a:lnTo>
                <a:lnTo>
                  <a:pt x="298790" y="14811"/>
                </a:lnTo>
                <a:lnTo>
                  <a:pt x="299023" y="14970"/>
                </a:lnTo>
                <a:lnTo>
                  <a:pt x="299262" y="15122"/>
                </a:lnTo>
                <a:lnTo>
                  <a:pt x="299508" y="15266"/>
                </a:lnTo>
                <a:lnTo>
                  <a:pt x="299760" y="15402"/>
                </a:lnTo>
                <a:lnTo>
                  <a:pt x="300018" y="15530"/>
                </a:lnTo>
                <a:lnTo>
                  <a:pt x="300283" y="15650"/>
                </a:lnTo>
                <a:lnTo>
                  <a:pt x="300554" y="15763"/>
                </a:lnTo>
                <a:lnTo>
                  <a:pt x="300831" y="15868"/>
                </a:lnTo>
                <a:lnTo>
                  <a:pt x="301115" y="15965"/>
                </a:lnTo>
                <a:lnTo>
                  <a:pt x="301405" y="16054"/>
                </a:lnTo>
                <a:lnTo>
                  <a:pt x="301701" y="16136"/>
                </a:lnTo>
                <a:lnTo>
                  <a:pt x="302004" y="16210"/>
                </a:lnTo>
                <a:lnTo>
                  <a:pt x="302313" y="16276"/>
                </a:lnTo>
                <a:lnTo>
                  <a:pt x="302629" y="16334"/>
                </a:lnTo>
                <a:lnTo>
                  <a:pt x="302951" y="16384"/>
                </a:lnTo>
                <a:lnTo>
                  <a:pt x="303280" y="16427"/>
                </a:lnTo>
                <a:lnTo>
                  <a:pt x="303614" y="16462"/>
                </a:lnTo>
                <a:lnTo>
                  <a:pt x="303955" y="16489"/>
                </a:lnTo>
                <a:lnTo>
                  <a:pt x="304303" y="16509"/>
                </a:lnTo>
                <a:lnTo>
                  <a:pt x="304657" y="16520"/>
                </a:lnTo>
                <a:lnTo>
                  <a:pt x="305017" y="16524"/>
                </a:lnTo>
                <a:lnTo>
                  <a:pt x="305377" y="16520"/>
                </a:lnTo>
                <a:lnTo>
                  <a:pt x="305731" y="16509"/>
                </a:lnTo>
                <a:lnTo>
                  <a:pt x="306079" y="16489"/>
                </a:lnTo>
                <a:lnTo>
                  <a:pt x="306420" y="16462"/>
                </a:lnTo>
                <a:close/>
                <a:moveTo>
                  <a:pt x="208507" y="90196"/>
                </a:moveTo>
                <a:lnTo>
                  <a:pt x="222852" y="90196"/>
                </a:lnTo>
                <a:lnTo>
                  <a:pt x="222852" y="50722"/>
                </a:lnTo>
                <a:lnTo>
                  <a:pt x="222857" y="50229"/>
                </a:lnTo>
                <a:lnTo>
                  <a:pt x="222873" y="49746"/>
                </a:lnTo>
                <a:lnTo>
                  <a:pt x="222899" y="49273"/>
                </a:lnTo>
                <a:lnTo>
                  <a:pt x="222936" y="48809"/>
                </a:lnTo>
                <a:lnTo>
                  <a:pt x="222984" y="48355"/>
                </a:lnTo>
                <a:lnTo>
                  <a:pt x="223042" y="47910"/>
                </a:lnTo>
                <a:lnTo>
                  <a:pt x="223110" y="47475"/>
                </a:lnTo>
                <a:lnTo>
                  <a:pt x="223190" y="47049"/>
                </a:lnTo>
                <a:lnTo>
                  <a:pt x="223279" y="46633"/>
                </a:lnTo>
                <a:lnTo>
                  <a:pt x="223380" y="46227"/>
                </a:lnTo>
                <a:lnTo>
                  <a:pt x="223491" y="45830"/>
                </a:lnTo>
                <a:lnTo>
                  <a:pt x="223612" y="45443"/>
                </a:lnTo>
                <a:lnTo>
                  <a:pt x="223744" y="45065"/>
                </a:lnTo>
                <a:lnTo>
                  <a:pt x="223887" y="44697"/>
                </a:lnTo>
                <a:lnTo>
                  <a:pt x="224040" y="44338"/>
                </a:lnTo>
                <a:lnTo>
                  <a:pt x="224203" y="43989"/>
                </a:lnTo>
                <a:lnTo>
                  <a:pt x="224378" y="43650"/>
                </a:lnTo>
                <a:lnTo>
                  <a:pt x="224563" y="43320"/>
                </a:lnTo>
                <a:lnTo>
                  <a:pt x="224758" y="42999"/>
                </a:lnTo>
                <a:lnTo>
                  <a:pt x="224964" y="42689"/>
                </a:lnTo>
                <a:lnTo>
                  <a:pt x="225180" y="42387"/>
                </a:lnTo>
                <a:lnTo>
                  <a:pt x="225407" y="42096"/>
                </a:lnTo>
                <a:lnTo>
                  <a:pt x="225645" y="41814"/>
                </a:lnTo>
                <a:lnTo>
                  <a:pt x="225893" y="41541"/>
                </a:lnTo>
                <a:lnTo>
                  <a:pt x="226151" y="41279"/>
                </a:lnTo>
                <a:lnTo>
                  <a:pt x="226416" y="41028"/>
                </a:lnTo>
                <a:lnTo>
                  <a:pt x="226689" y="40788"/>
                </a:lnTo>
                <a:lnTo>
                  <a:pt x="226969" y="40559"/>
                </a:lnTo>
                <a:lnTo>
                  <a:pt x="227258" y="40342"/>
                </a:lnTo>
                <a:lnTo>
                  <a:pt x="227554" y="40135"/>
                </a:lnTo>
                <a:lnTo>
                  <a:pt x="227858" y="39940"/>
                </a:lnTo>
                <a:lnTo>
                  <a:pt x="228169" y="39756"/>
                </a:lnTo>
                <a:lnTo>
                  <a:pt x="228489" y="39583"/>
                </a:lnTo>
                <a:lnTo>
                  <a:pt x="228816" y="39421"/>
                </a:lnTo>
                <a:lnTo>
                  <a:pt x="229151" y="39271"/>
                </a:lnTo>
                <a:lnTo>
                  <a:pt x="229494" y="39131"/>
                </a:lnTo>
                <a:lnTo>
                  <a:pt x="229844" y="39003"/>
                </a:lnTo>
                <a:lnTo>
                  <a:pt x="230202" y="38886"/>
                </a:lnTo>
                <a:lnTo>
                  <a:pt x="230569" y="38780"/>
                </a:lnTo>
                <a:lnTo>
                  <a:pt x="230942" y="38685"/>
                </a:lnTo>
                <a:lnTo>
                  <a:pt x="231324" y="38601"/>
                </a:lnTo>
                <a:lnTo>
                  <a:pt x="231713" y="38529"/>
                </a:lnTo>
                <a:lnTo>
                  <a:pt x="232110" y="38467"/>
                </a:lnTo>
                <a:lnTo>
                  <a:pt x="232515" y="38417"/>
                </a:lnTo>
                <a:lnTo>
                  <a:pt x="232928" y="38378"/>
                </a:lnTo>
                <a:lnTo>
                  <a:pt x="233348" y="38350"/>
                </a:lnTo>
                <a:lnTo>
                  <a:pt x="233776" y="38333"/>
                </a:lnTo>
                <a:lnTo>
                  <a:pt x="234212" y="38328"/>
                </a:lnTo>
                <a:lnTo>
                  <a:pt x="234658" y="38333"/>
                </a:lnTo>
                <a:lnTo>
                  <a:pt x="235095" y="38349"/>
                </a:lnTo>
                <a:lnTo>
                  <a:pt x="235523" y="38376"/>
                </a:lnTo>
                <a:lnTo>
                  <a:pt x="235944" y="38414"/>
                </a:lnTo>
                <a:lnTo>
                  <a:pt x="236355" y="38462"/>
                </a:lnTo>
                <a:lnTo>
                  <a:pt x="236759" y="38522"/>
                </a:lnTo>
                <a:lnTo>
                  <a:pt x="237154" y="38592"/>
                </a:lnTo>
                <a:lnTo>
                  <a:pt x="237541" y="38672"/>
                </a:lnTo>
                <a:lnTo>
                  <a:pt x="237919" y="38764"/>
                </a:lnTo>
                <a:lnTo>
                  <a:pt x="238289" y="38866"/>
                </a:lnTo>
                <a:lnTo>
                  <a:pt x="238651" y="38979"/>
                </a:lnTo>
                <a:lnTo>
                  <a:pt x="239004" y="39103"/>
                </a:lnTo>
                <a:lnTo>
                  <a:pt x="239349" y="39237"/>
                </a:lnTo>
                <a:lnTo>
                  <a:pt x="239685" y="39383"/>
                </a:lnTo>
                <a:lnTo>
                  <a:pt x="240013" y="39539"/>
                </a:lnTo>
                <a:lnTo>
                  <a:pt x="240333" y="39705"/>
                </a:lnTo>
                <a:lnTo>
                  <a:pt x="240644" y="39883"/>
                </a:lnTo>
                <a:lnTo>
                  <a:pt x="240947" y="40071"/>
                </a:lnTo>
                <a:lnTo>
                  <a:pt x="241242" y="40270"/>
                </a:lnTo>
                <a:lnTo>
                  <a:pt x="241528" y="40480"/>
                </a:lnTo>
                <a:lnTo>
                  <a:pt x="241806" y="40701"/>
                </a:lnTo>
                <a:lnTo>
                  <a:pt x="242075" y="40932"/>
                </a:lnTo>
                <a:lnTo>
                  <a:pt x="242336" y="41174"/>
                </a:lnTo>
                <a:lnTo>
                  <a:pt x="242589" y="41427"/>
                </a:lnTo>
                <a:lnTo>
                  <a:pt x="242833" y="41690"/>
                </a:lnTo>
                <a:lnTo>
                  <a:pt x="243066" y="41962"/>
                </a:lnTo>
                <a:lnTo>
                  <a:pt x="243288" y="42243"/>
                </a:lnTo>
                <a:lnTo>
                  <a:pt x="243501" y="42533"/>
                </a:lnTo>
                <a:lnTo>
                  <a:pt x="243703" y="42832"/>
                </a:lnTo>
                <a:lnTo>
                  <a:pt x="243894" y="43141"/>
                </a:lnTo>
                <a:lnTo>
                  <a:pt x="244076" y="43459"/>
                </a:lnTo>
                <a:lnTo>
                  <a:pt x="244247" y="43785"/>
                </a:lnTo>
                <a:lnTo>
                  <a:pt x="244407" y="44121"/>
                </a:lnTo>
                <a:lnTo>
                  <a:pt x="244558" y="44467"/>
                </a:lnTo>
                <a:lnTo>
                  <a:pt x="244697" y="44821"/>
                </a:lnTo>
                <a:lnTo>
                  <a:pt x="244827" y="45184"/>
                </a:lnTo>
                <a:lnTo>
                  <a:pt x="244946" y="45557"/>
                </a:lnTo>
                <a:lnTo>
                  <a:pt x="245055" y="45939"/>
                </a:lnTo>
                <a:lnTo>
                  <a:pt x="245153" y="46330"/>
                </a:lnTo>
                <a:lnTo>
                  <a:pt x="245241" y="46730"/>
                </a:lnTo>
                <a:lnTo>
                  <a:pt x="245319" y="47139"/>
                </a:lnTo>
                <a:lnTo>
                  <a:pt x="245386" y="47558"/>
                </a:lnTo>
                <a:lnTo>
                  <a:pt x="245443" y="47985"/>
                </a:lnTo>
                <a:lnTo>
                  <a:pt x="245490" y="48422"/>
                </a:lnTo>
                <a:lnTo>
                  <a:pt x="245526" y="48868"/>
                </a:lnTo>
                <a:lnTo>
                  <a:pt x="245552" y="49323"/>
                </a:lnTo>
                <a:lnTo>
                  <a:pt x="245568" y="49788"/>
                </a:lnTo>
                <a:lnTo>
                  <a:pt x="245573" y="50261"/>
                </a:lnTo>
                <a:lnTo>
                  <a:pt x="245573" y="90196"/>
                </a:lnTo>
                <a:lnTo>
                  <a:pt x="259917" y="90196"/>
                </a:lnTo>
                <a:lnTo>
                  <a:pt x="259917" y="48771"/>
                </a:lnTo>
                <a:lnTo>
                  <a:pt x="259907" y="47908"/>
                </a:lnTo>
                <a:lnTo>
                  <a:pt x="259878" y="47060"/>
                </a:lnTo>
                <a:lnTo>
                  <a:pt x="259830" y="46227"/>
                </a:lnTo>
                <a:lnTo>
                  <a:pt x="259762" y="45408"/>
                </a:lnTo>
                <a:lnTo>
                  <a:pt x="259676" y="44604"/>
                </a:lnTo>
                <a:lnTo>
                  <a:pt x="259569" y="43815"/>
                </a:lnTo>
                <a:lnTo>
                  <a:pt x="259444" y="43040"/>
                </a:lnTo>
                <a:lnTo>
                  <a:pt x="259299" y="42281"/>
                </a:lnTo>
                <a:lnTo>
                  <a:pt x="259134" y="41536"/>
                </a:lnTo>
                <a:lnTo>
                  <a:pt x="258951" y="40806"/>
                </a:lnTo>
                <a:lnTo>
                  <a:pt x="258748" y="40090"/>
                </a:lnTo>
                <a:lnTo>
                  <a:pt x="258525" y="39389"/>
                </a:lnTo>
                <a:lnTo>
                  <a:pt x="258284" y="38704"/>
                </a:lnTo>
                <a:lnTo>
                  <a:pt x="258023" y="38032"/>
                </a:lnTo>
                <a:lnTo>
                  <a:pt x="257743" y="37376"/>
                </a:lnTo>
                <a:lnTo>
                  <a:pt x="257443" y="36734"/>
                </a:lnTo>
                <a:lnTo>
                  <a:pt x="257124" y="36107"/>
                </a:lnTo>
                <a:lnTo>
                  <a:pt x="256786" y="35495"/>
                </a:lnTo>
                <a:lnTo>
                  <a:pt x="256428" y="34897"/>
                </a:lnTo>
                <a:lnTo>
                  <a:pt x="256052" y="34315"/>
                </a:lnTo>
                <a:lnTo>
                  <a:pt x="255655" y="33747"/>
                </a:lnTo>
                <a:lnTo>
                  <a:pt x="255240" y="33193"/>
                </a:lnTo>
                <a:lnTo>
                  <a:pt x="254805" y="32655"/>
                </a:lnTo>
                <a:lnTo>
                  <a:pt x="254351" y="32131"/>
                </a:lnTo>
                <a:lnTo>
                  <a:pt x="253880" y="31625"/>
                </a:lnTo>
                <a:lnTo>
                  <a:pt x="253397" y="31141"/>
                </a:lnTo>
                <a:lnTo>
                  <a:pt x="252901" y="30679"/>
                </a:lnTo>
                <a:lnTo>
                  <a:pt x="252392" y="30238"/>
                </a:lnTo>
                <a:lnTo>
                  <a:pt x="251870" y="29818"/>
                </a:lnTo>
                <a:lnTo>
                  <a:pt x="251335" y="29420"/>
                </a:lnTo>
                <a:lnTo>
                  <a:pt x="250787" y="29043"/>
                </a:lnTo>
                <a:lnTo>
                  <a:pt x="250226" y="28688"/>
                </a:lnTo>
                <a:lnTo>
                  <a:pt x="249653" y="28355"/>
                </a:lnTo>
                <a:lnTo>
                  <a:pt x="249066" y="28043"/>
                </a:lnTo>
                <a:lnTo>
                  <a:pt x="248466" y="27752"/>
                </a:lnTo>
                <a:lnTo>
                  <a:pt x="247854" y="27483"/>
                </a:lnTo>
                <a:lnTo>
                  <a:pt x="247228" y="27236"/>
                </a:lnTo>
                <a:lnTo>
                  <a:pt x="246589" y="27010"/>
                </a:lnTo>
                <a:lnTo>
                  <a:pt x="245938" y="26806"/>
                </a:lnTo>
                <a:lnTo>
                  <a:pt x="245273" y="26623"/>
                </a:lnTo>
                <a:lnTo>
                  <a:pt x="244596" y="26461"/>
                </a:lnTo>
                <a:lnTo>
                  <a:pt x="243906" y="26322"/>
                </a:lnTo>
                <a:lnTo>
                  <a:pt x="243202" y="26203"/>
                </a:lnTo>
                <a:lnTo>
                  <a:pt x="242486" y="26106"/>
                </a:lnTo>
                <a:lnTo>
                  <a:pt x="241757" y="26031"/>
                </a:lnTo>
                <a:lnTo>
                  <a:pt x="241015" y="25977"/>
                </a:lnTo>
                <a:lnTo>
                  <a:pt x="240260" y="25945"/>
                </a:lnTo>
                <a:lnTo>
                  <a:pt x="239492" y="25934"/>
                </a:lnTo>
                <a:lnTo>
                  <a:pt x="238838" y="25942"/>
                </a:lnTo>
                <a:lnTo>
                  <a:pt x="238195" y="25965"/>
                </a:lnTo>
                <a:lnTo>
                  <a:pt x="237565" y="26002"/>
                </a:lnTo>
                <a:lnTo>
                  <a:pt x="236946" y="26055"/>
                </a:lnTo>
                <a:lnTo>
                  <a:pt x="236339" y="26124"/>
                </a:lnTo>
                <a:lnTo>
                  <a:pt x="235744" y="26207"/>
                </a:lnTo>
                <a:lnTo>
                  <a:pt x="235161" y="26305"/>
                </a:lnTo>
                <a:lnTo>
                  <a:pt x="234589" y="26419"/>
                </a:lnTo>
                <a:lnTo>
                  <a:pt x="234029" y="26548"/>
                </a:lnTo>
                <a:lnTo>
                  <a:pt x="233481" y="26691"/>
                </a:lnTo>
                <a:lnTo>
                  <a:pt x="232944" y="26851"/>
                </a:lnTo>
                <a:lnTo>
                  <a:pt x="232420" y="27025"/>
                </a:lnTo>
                <a:lnTo>
                  <a:pt x="231907" y="27214"/>
                </a:lnTo>
                <a:lnTo>
                  <a:pt x="231406" y="27418"/>
                </a:lnTo>
                <a:lnTo>
                  <a:pt x="230916" y="27638"/>
                </a:lnTo>
                <a:lnTo>
                  <a:pt x="230438" y="27873"/>
                </a:lnTo>
                <a:lnTo>
                  <a:pt x="229973" y="28123"/>
                </a:lnTo>
                <a:lnTo>
                  <a:pt x="229518" y="28388"/>
                </a:lnTo>
                <a:lnTo>
                  <a:pt x="229076" y="28668"/>
                </a:lnTo>
                <a:lnTo>
                  <a:pt x="228645" y="28963"/>
                </a:lnTo>
                <a:lnTo>
                  <a:pt x="228226" y="29274"/>
                </a:lnTo>
                <a:lnTo>
                  <a:pt x="227819" y="29599"/>
                </a:lnTo>
                <a:lnTo>
                  <a:pt x="227424" y="29940"/>
                </a:lnTo>
                <a:lnTo>
                  <a:pt x="227040" y="30296"/>
                </a:lnTo>
                <a:lnTo>
                  <a:pt x="226670" y="30665"/>
                </a:lnTo>
                <a:lnTo>
                  <a:pt x="226316" y="31047"/>
                </a:lnTo>
                <a:lnTo>
                  <a:pt x="225978" y="31440"/>
                </a:lnTo>
                <a:lnTo>
                  <a:pt x="225655" y="31845"/>
                </a:lnTo>
                <a:lnTo>
                  <a:pt x="225349" y="32262"/>
                </a:lnTo>
                <a:lnTo>
                  <a:pt x="225058" y="32691"/>
                </a:lnTo>
                <a:lnTo>
                  <a:pt x="224782" y="33132"/>
                </a:lnTo>
                <a:lnTo>
                  <a:pt x="224523" y="33585"/>
                </a:lnTo>
                <a:lnTo>
                  <a:pt x="224279" y="34050"/>
                </a:lnTo>
                <a:lnTo>
                  <a:pt x="224050" y="34527"/>
                </a:lnTo>
                <a:lnTo>
                  <a:pt x="223838" y="35016"/>
                </a:lnTo>
                <a:lnTo>
                  <a:pt x="223641" y="35517"/>
                </a:lnTo>
                <a:lnTo>
                  <a:pt x="223460" y="36029"/>
                </a:lnTo>
                <a:lnTo>
                  <a:pt x="223295" y="36554"/>
                </a:lnTo>
                <a:lnTo>
                  <a:pt x="223146" y="37091"/>
                </a:lnTo>
                <a:lnTo>
                  <a:pt x="223012" y="37639"/>
                </a:lnTo>
                <a:lnTo>
                  <a:pt x="222894" y="38200"/>
                </a:lnTo>
                <a:lnTo>
                  <a:pt x="222792" y="38772"/>
                </a:lnTo>
                <a:lnTo>
                  <a:pt x="222739" y="39130"/>
                </a:lnTo>
                <a:lnTo>
                  <a:pt x="222508" y="39130"/>
                </a:lnTo>
                <a:lnTo>
                  <a:pt x="222508" y="27081"/>
                </a:lnTo>
                <a:lnTo>
                  <a:pt x="208507" y="27081"/>
                </a:lnTo>
                <a:lnTo>
                  <a:pt x="208507" y="90196"/>
                </a:lnTo>
                <a:close/>
                <a:moveTo>
                  <a:pt x="175344" y="27081"/>
                </a:moveTo>
                <a:lnTo>
                  <a:pt x="142409" y="27081"/>
                </a:lnTo>
                <a:lnTo>
                  <a:pt x="142409" y="40049"/>
                </a:lnTo>
                <a:lnTo>
                  <a:pt x="161574" y="40049"/>
                </a:lnTo>
                <a:lnTo>
                  <a:pt x="161574" y="77115"/>
                </a:lnTo>
                <a:lnTo>
                  <a:pt x="139541" y="77115"/>
                </a:lnTo>
                <a:lnTo>
                  <a:pt x="139541" y="90196"/>
                </a:lnTo>
                <a:lnTo>
                  <a:pt x="194852" y="90196"/>
                </a:lnTo>
                <a:lnTo>
                  <a:pt x="194852" y="77115"/>
                </a:lnTo>
                <a:lnTo>
                  <a:pt x="175344" y="77115"/>
                </a:lnTo>
                <a:lnTo>
                  <a:pt x="175344" y="27081"/>
                </a:lnTo>
                <a:close/>
                <a:moveTo>
                  <a:pt x="313049" y="27081"/>
                </a:moveTo>
                <a:lnTo>
                  <a:pt x="280114" y="27081"/>
                </a:lnTo>
                <a:lnTo>
                  <a:pt x="280114" y="40049"/>
                </a:lnTo>
                <a:lnTo>
                  <a:pt x="299279" y="40049"/>
                </a:lnTo>
                <a:lnTo>
                  <a:pt x="299279" y="77115"/>
                </a:lnTo>
                <a:lnTo>
                  <a:pt x="277246" y="77115"/>
                </a:lnTo>
                <a:lnTo>
                  <a:pt x="277246" y="90196"/>
                </a:lnTo>
                <a:lnTo>
                  <a:pt x="332557" y="90196"/>
                </a:lnTo>
                <a:lnTo>
                  <a:pt x="332557" y="77115"/>
                </a:lnTo>
                <a:lnTo>
                  <a:pt x="313049" y="77115"/>
                </a:lnTo>
                <a:lnTo>
                  <a:pt x="313049" y="27081"/>
                </a:lnTo>
                <a:close/>
                <a:moveTo>
                  <a:pt x="0" y="106033"/>
                </a:moveTo>
                <a:lnTo>
                  <a:pt x="123933" y="106033"/>
                </a:lnTo>
                <a:lnTo>
                  <a:pt x="123933" y="93065"/>
                </a:lnTo>
                <a:lnTo>
                  <a:pt x="0" y="93065"/>
                </a:lnTo>
                <a:lnTo>
                  <a:pt x="0" y="106033"/>
                </a:lnTo>
                <a:close/>
                <a:moveTo>
                  <a:pt x="379244" y="77218"/>
                </a:moveTo>
                <a:lnTo>
                  <a:pt x="378787" y="77187"/>
                </a:lnTo>
                <a:lnTo>
                  <a:pt x="378350" y="77135"/>
                </a:lnTo>
                <a:lnTo>
                  <a:pt x="377933" y="77063"/>
                </a:lnTo>
                <a:lnTo>
                  <a:pt x="377537" y="76969"/>
                </a:lnTo>
                <a:lnTo>
                  <a:pt x="377161" y="76856"/>
                </a:lnTo>
                <a:lnTo>
                  <a:pt x="376805" y="76721"/>
                </a:lnTo>
                <a:lnTo>
                  <a:pt x="376470" y="76566"/>
                </a:lnTo>
                <a:lnTo>
                  <a:pt x="376155" y="76389"/>
                </a:lnTo>
                <a:lnTo>
                  <a:pt x="375860" y="76193"/>
                </a:lnTo>
                <a:lnTo>
                  <a:pt x="375586" y="75975"/>
                </a:lnTo>
                <a:lnTo>
                  <a:pt x="375331" y="75737"/>
                </a:lnTo>
                <a:lnTo>
                  <a:pt x="375098" y="75478"/>
                </a:lnTo>
                <a:lnTo>
                  <a:pt x="374884" y="75198"/>
                </a:lnTo>
                <a:lnTo>
                  <a:pt x="374691" y="74898"/>
                </a:lnTo>
                <a:lnTo>
                  <a:pt x="374518" y="74577"/>
                </a:lnTo>
                <a:lnTo>
                  <a:pt x="374366" y="74235"/>
                </a:lnTo>
                <a:lnTo>
                  <a:pt x="374234" y="73873"/>
                </a:lnTo>
                <a:lnTo>
                  <a:pt x="374122" y="73489"/>
                </a:lnTo>
                <a:lnTo>
                  <a:pt x="374031" y="73086"/>
                </a:lnTo>
                <a:lnTo>
                  <a:pt x="373959" y="72661"/>
                </a:lnTo>
                <a:lnTo>
                  <a:pt x="373909" y="72216"/>
                </a:lnTo>
                <a:lnTo>
                  <a:pt x="373878" y="71749"/>
                </a:lnTo>
                <a:lnTo>
                  <a:pt x="373868" y="71263"/>
                </a:lnTo>
                <a:lnTo>
                  <a:pt x="373868" y="40049"/>
                </a:lnTo>
                <a:lnTo>
                  <a:pt x="398083" y="40049"/>
                </a:lnTo>
                <a:lnTo>
                  <a:pt x="398083" y="27081"/>
                </a:lnTo>
                <a:lnTo>
                  <a:pt x="373868" y="27081"/>
                </a:lnTo>
                <a:lnTo>
                  <a:pt x="373868" y="9294"/>
                </a:lnTo>
                <a:lnTo>
                  <a:pt x="359410" y="9294"/>
                </a:lnTo>
                <a:lnTo>
                  <a:pt x="359410" y="27081"/>
                </a:lnTo>
                <a:lnTo>
                  <a:pt x="342311" y="27081"/>
                </a:lnTo>
                <a:lnTo>
                  <a:pt x="342311" y="40049"/>
                </a:lnTo>
                <a:lnTo>
                  <a:pt x="359410" y="40049"/>
                </a:lnTo>
                <a:lnTo>
                  <a:pt x="359410" y="71263"/>
                </a:lnTo>
                <a:lnTo>
                  <a:pt x="359419" y="71992"/>
                </a:lnTo>
                <a:lnTo>
                  <a:pt x="359445" y="72709"/>
                </a:lnTo>
                <a:lnTo>
                  <a:pt x="359490" y="73412"/>
                </a:lnTo>
                <a:lnTo>
                  <a:pt x="359552" y="74103"/>
                </a:lnTo>
                <a:lnTo>
                  <a:pt x="359632" y="74780"/>
                </a:lnTo>
                <a:lnTo>
                  <a:pt x="359729" y="75444"/>
                </a:lnTo>
                <a:lnTo>
                  <a:pt x="359844" y="76095"/>
                </a:lnTo>
                <a:lnTo>
                  <a:pt x="359977" y="76732"/>
                </a:lnTo>
                <a:lnTo>
                  <a:pt x="360128" y="77357"/>
                </a:lnTo>
                <a:lnTo>
                  <a:pt x="360296" y="77968"/>
                </a:lnTo>
                <a:lnTo>
                  <a:pt x="360483" y="78567"/>
                </a:lnTo>
                <a:lnTo>
                  <a:pt x="360686" y="79152"/>
                </a:lnTo>
                <a:lnTo>
                  <a:pt x="360908" y="79724"/>
                </a:lnTo>
                <a:lnTo>
                  <a:pt x="361147" y="80283"/>
                </a:lnTo>
                <a:lnTo>
                  <a:pt x="361404" y="80828"/>
                </a:lnTo>
                <a:lnTo>
                  <a:pt x="361679" y="81361"/>
                </a:lnTo>
                <a:lnTo>
                  <a:pt x="361972" y="81880"/>
                </a:lnTo>
                <a:lnTo>
                  <a:pt x="362282" y="82387"/>
                </a:lnTo>
                <a:lnTo>
                  <a:pt x="362610" y="82880"/>
                </a:lnTo>
                <a:lnTo>
                  <a:pt x="362956" y="83360"/>
                </a:lnTo>
                <a:lnTo>
                  <a:pt x="363319" y="83827"/>
                </a:lnTo>
                <a:lnTo>
                  <a:pt x="363700" y="84280"/>
                </a:lnTo>
                <a:lnTo>
                  <a:pt x="364099" y="84721"/>
                </a:lnTo>
                <a:lnTo>
                  <a:pt x="364516" y="85148"/>
                </a:lnTo>
                <a:lnTo>
                  <a:pt x="364948" y="85560"/>
                </a:lnTo>
                <a:lnTo>
                  <a:pt x="365395" y="85955"/>
                </a:lnTo>
                <a:lnTo>
                  <a:pt x="365855" y="86331"/>
                </a:lnTo>
                <a:lnTo>
                  <a:pt x="366328" y="86691"/>
                </a:lnTo>
                <a:lnTo>
                  <a:pt x="366816" y="87033"/>
                </a:lnTo>
                <a:lnTo>
                  <a:pt x="367317" y="87357"/>
                </a:lnTo>
                <a:lnTo>
                  <a:pt x="367832" y="87664"/>
                </a:lnTo>
                <a:lnTo>
                  <a:pt x="368361" y="87953"/>
                </a:lnTo>
                <a:lnTo>
                  <a:pt x="368903" y="88224"/>
                </a:lnTo>
                <a:lnTo>
                  <a:pt x="369459" y="88479"/>
                </a:lnTo>
                <a:lnTo>
                  <a:pt x="370029" y="88715"/>
                </a:lnTo>
                <a:lnTo>
                  <a:pt x="370613" y="88934"/>
                </a:lnTo>
                <a:lnTo>
                  <a:pt x="371210" y="89136"/>
                </a:lnTo>
                <a:lnTo>
                  <a:pt x="371821" y="89320"/>
                </a:lnTo>
                <a:lnTo>
                  <a:pt x="372446" y="89486"/>
                </a:lnTo>
                <a:lnTo>
                  <a:pt x="373085" y="89635"/>
                </a:lnTo>
                <a:lnTo>
                  <a:pt x="373737" y="89767"/>
                </a:lnTo>
                <a:lnTo>
                  <a:pt x="374403" y="89881"/>
                </a:lnTo>
                <a:lnTo>
                  <a:pt x="375083" y="89977"/>
                </a:lnTo>
                <a:lnTo>
                  <a:pt x="375777" y="90056"/>
                </a:lnTo>
                <a:lnTo>
                  <a:pt x="376484" y="90118"/>
                </a:lnTo>
                <a:lnTo>
                  <a:pt x="377205" y="90161"/>
                </a:lnTo>
                <a:lnTo>
                  <a:pt x="377940" y="90188"/>
                </a:lnTo>
                <a:lnTo>
                  <a:pt x="378689" y="90196"/>
                </a:lnTo>
                <a:lnTo>
                  <a:pt x="396934" y="90196"/>
                </a:lnTo>
                <a:lnTo>
                  <a:pt x="396934" y="77228"/>
                </a:lnTo>
                <a:lnTo>
                  <a:pt x="379722" y="77228"/>
                </a:lnTo>
                <a:lnTo>
                  <a:pt x="379244" y="77218"/>
                </a:lnTo>
                <a:close/>
                <a:moveTo>
                  <a:pt x="621623" y="110851"/>
                </a:moveTo>
                <a:lnTo>
                  <a:pt x="635967" y="110851"/>
                </a:lnTo>
                <a:lnTo>
                  <a:pt x="635967" y="93180"/>
                </a:lnTo>
                <a:lnTo>
                  <a:pt x="635509" y="78148"/>
                </a:lnTo>
                <a:lnTo>
                  <a:pt x="635864" y="78148"/>
                </a:lnTo>
                <a:lnTo>
                  <a:pt x="635911" y="78459"/>
                </a:lnTo>
                <a:lnTo>
                  <a:pt x="636015" y="79026"/>
                </a:lnTo>
                <a:lnTo>
                  <a:pt x="636134" y="79581"/>
                </a:lnTo>
                <a:lnTo>
                  <a:pt x="636270" y="80126"/>
                </a:lnTo>
                <a:lnTo>
                  <a:pt x="636421" y="80658"/>
                </a:lnTo>
                <a:lnTo>
                  <a:pt x="636588" y="81180"/>
                </a:lnTo>
                <a:lnTo>
                  <a:pt x="636771" y="81690"/>
                </a:lnTo>
                <a:lnTo>
                  <a:pt x="636971" y="82189"/>
                </a:lnTo>
                <a:lnTo>
                  <a:pt x="637186" y="82676"/>
                </a:lnTo>
                <a:lnTo>
                  <a:pt x="637417" y="83152"/>
                </a:lnTo>
                <a:lnTo>
                  <a:pt x="637664" y="83617"/>
                </a:lnTo>
                <a:lnTo>
                  <a:pt x="637927" y="84070"/>
                </a:lnTo>
                <a:lnTo>
                  <a:pt x="638206" y="84512"/>
                </a:lnTo>
                <a:lnTo>
                  <a:pt x="638500" y="84943"/>
                </a:lnTo>
                <a:lnTo>
                  <a:pt x="638811" y="85362"/>
                </a:lnTo>
                <a:lnTo>
                  <a:pt x="639138" y="85770"/>
                </a:lnTo>
                <a:lnTo>
                  <a:pt x="639480" y="86166"/>
                </a:lnTo>
                <a:lnTo>
                  <a:pt x="639839" y="86552"/>
                </a:lnTo>
                <a:lnTo>
                  <a:pt x="640214" y="86926"/>
                </a:lnTo>
                <a:lnTo>
                  <a:pt x="640602" y="87286"/>
                </a:lnTo>
                <a:lnTo>
                  <a:pt x="641001" y="87631"/>
                </a:lnTo>
                <a:lnTo>
                  <a:pt x="641411" y="87961"/>
                </a:lnTo>
                <a:lnTo>
                  <a:pt x="641833" y="88275"/>
                </a:lnTo>
                <a:lnTo>
                  <a:pt x="642266" y="88575"/>
                </a:lnTo>
                <a:lnTo>
                  <a:pt x="642710" y="88858"/>
                </a:lnTo>
                <a:lnTo>
                  <a:pt x="643165" y="89127"/>
                </a:lnTo>
                <a:lnTo>
                  <a:pt x="643631" y="89380"/>
                </a:lnTo>
                <a:lnTo>
                  <a:pt x="644108" y="89618"/>
                </a:lnTo>
                <a:lnTo>
                  <a:pt x="644597" y="89840"/>
                </a:lnTo>
                <a:lnTo>
                  <a:pt x="645097" y="90047"/>
                </a:lnTo>
                <a:lnTo>
                  <a:pt x="645608" y="90239"/>
                </a:lnTo>
                <a:lnTo>
                  <a:pt x="646129" y="90415"/>
                </a:lnTo>
                <a:lnTo>
                  <a:pt x="646663" y="90576"/>
                </a:lnTo>
                <a:lnTo>
                  <a:pt x="647207" y="90722"/>
                </a:lnTo>
                <a:lnTo>
                  <a:pt x="647762" y="90852"/>
                </a:lnTo>
                <a:lnTo>
                  <a:pt x="648329" y="90967"/>
                </a:lnTo>
                <a:lnTo>
                  <a:pt x="648907" y="91067"/>
                </a:lnTo>
                <a:lnTo>
                  <a:pt x="649496" y="91152"/>
                </a:lnTo>
                <a:lnTo>
                  <a:pt x="650096" y="91221"/>
                </a:lnTo>
                <a:lnTo>
                  <a:pt x="650707" y="91274"/>
                </a:lnTo>
                <a:lnTo>
                  <a:pt x="651329" y="91313"/>
                </a:lnTo>
                <a:lnTo>
                  <a:pt x="651963" y="91336"/>
                </a:lnTo>
                <a:lnTo>
                  <a:pt x="652607" y="91343"/>
                </a:lnTo>
                <a:lnTo>
                  <a:pt x="653140" y="91338"/>
                </a:lnTo>
                <a:lnTo>
                  <a:pt x="653666" y="91323"/>
                </a:lnTo>
                <a:lnTo>
                  <a:pt x="654187" y="91297"/>
                </a:lnTo>
                <a:lnTo>
                  <a:pt x="654701" y="91260"/>
                </a:lnTo>
                <a:lnTo>
                  <a:pt x="655210" y="91214"/>
                </a:lnTo>
                <a:lnTo>
                  <a:pt x="655713" y="91157"/>
                </a:lnTo>
                <a:lnTo>
                  <a:pt x="656209" y="91089"/>
                </a:lnTo>
                <a:lnTo>
                  <a:pt x="656700" y="91012"/>
                </a:lnTo>
                <a:lnTo>
                  <a:pt x="657185" y="90924"/>
                </a:lnTo>
                <a:lnTo>
                  <a:pt x="657664" y="90825"/>
                </a:lnTo>
                <a:lnTo>
                  <a:pt x="658136" y="90717"/>
                </a:lnTo>
                <a:lnTo>
                  <a:pt x="658603" y="90597"/>
                </a:lnTo>
                <a:lnTo>
                  <a:pt x="659064" y="90468"/>
                </a:lnTo>
                <a:lnTo>
                  <a:pt x="659519" y="90328"/>
                </a:lnTo>
                <a:lnTo>
                  <a:pt x="659968" y="90178"/>
                </a:lnTo>
                <a:lnTo>
                  <a:pt x="660410" y="90017"/>
                </a:lnTo>
                <a:lnTo>
                  <a:pt x="660847" y="89846"/>
                </a:lnTo>
                <a:lnTo>
                  <a:pt x="661278" y="89665"/>
                </a:lnTo>
                <a:lnTo>
                  <a:pt x="661703" y="89473"/>
                </a:lnTo>
                <a:lnTo>
                  <a:pt x="662122" y="89271"/>
                </a:lnTo>
                <a:lnTo>
                  <a:pt x="662535" y="89059"/>
                </a:lnTo>
                <a:lnTo>
                  <a:pt x="662942" y="88836"/>
                </a:lnTo>
                <a:lnTo>
                  <a:pt x="663343" y="88603"/>
                </a:lnTo>
                <a:lnTo>
                  <a:pt x="663738" y="88360"/>
                </a:lnTo>
                <a:lnTo>
                  <a:pt x="664127" y="88107"/>
                </a:lnTo>
                <a:lnTo>
                  <a:pt x="664508" y="87845"/>
                </a:lnTo>
                <a:lnTo>
                  <a:pt x="664881" y="87575"/>
                </a:lnTo>
                <a:lnTo>
                  <a:pt x="665248" y="87297"/>
                </a:lnTo>
                <a:lnTo>
                  <a:pt x="665607" y="87009"/>
                </a:lnTo>
                <a:lnTo>
                  <a:pt x="665958" y="86714"/>
                </a:lnTo>
                <a:lnTo>
                  <a:pt x="666302" y="86409"/>
                </a:lnTo>
                <a:lnTo>
                  <a:pt x="666639" y="86096"/>
                </a:lnTo>
                <a:lnTo>
                  <a:pt x="666968" y="85775"/>
                </a:lnTo>
                <a:lnTo>
                  <a:pt x="667290" y="85445"/>
                </a:lnTo>
                <a:lnTo>
                  <a:pt x="667605" y="85107"/>
                </a:lnTo>
                <a:lnTo>
                  <a:pt x="667912" y="84759"/>
                </a:lnTo>
                <a:lnTo>
                  <a:pt x="668212" y="84404"/>
                </a:lnTo>
                <a:lnTo>
                  <a:pt x="668505" y="84040"/>
                </a:lnTo>
                <a:lnTo>
                  <a:pt x="668790" y="83667"/>
                </a:lnTo>
                <a:lnTo>
                  <a:pt x="669068" y="83286"/>
                </a:lnTo>
                <a:lnTo>
                  <a:pt x="669338" y="82896"/>
                </a:lnTo>
                <a:lnTo>
                  <a:pt x="669601" y="82497"/>
                </a:lnTo>
                <a:lnTo>
                  <a:pt x="669857" y="82090"/>
                </a:lnTo>
                <a:lnTo>
                  <a:pt x="670105" y="81675"/>
                </a:lnTo>
                <a:lnTo>
                  <a:pt x="670346" y="81250"/>
                </a:lnTo>
                <a:lnTo>
                  <a:pt x="670579" y="80818"/>
                </a:lnTo>
                <a:lnTo>
                  <a:pt x="670806" y="80377"/>
                </a:lnTo>
                <a:lnTo>
                  <a:pt x="671024" y="79927"/>
                </a:lnTo>
                <a:lnTo>
                  <a:pt x="671235" y="79469"/>
                </a:lnTo>
                <a:lnTo>
                  <a:pt x="671437" y="79005"/>
                </a:lnTo>
                <a:lnTo>
                  <a:pt x="671630" y="78534"/>
                </a:lnTo>
                <a:lnTo>
                  <a:pt x="671814" y="78057"/>
                </a:lnTo>
                <a:lnTo>
                  <a:pt x="671988" y="77573"/>
                </a:lnTo>
                <a:lnTo>
                  <a:pt x="672154" y="77083"/>
                </a:lnTo>
                <a:lnTo>
                  <a:pt x="672311" y="76586"/>
                </a:lnTo>
                <a:lnTo>
                  <a:pt x="672459" y="76082"/>
                </a:lnTo>
                <a:lnTo>
                  <a:pt x="672598" y="75572"/>
                </a:lnTo>
                <a:lnTo>
                  <a:pt x="672728" y="75055"/>
                </a:lnTo>
                <a:lnTo>
                  <a:pt x="672849" y="74532"/>
                </a:lnTo>
                <a:lnTo>
                  <a:pt x="672961" y="74002"/>
                </a:lnTo>
                <a:lnTo>
                  <a:pt x="673065" y="73466"/>
                </a:lnTo>
                <a:lnTo>
                  <a:pt x="673159" y="72923"/>
                </a:lnTo>
                <a:lnTo>
                  <a:pt x="673244" y="72373"/>
                </a:lnTo>
                <a:lnTo>
                  <a:pt x="673320" y="71817"/>
                </a:lnTo>
                <a:lnTo>
                  <a:pt x="673387" y="71254"/>
                </a:lnTo>
                <a:lnTo>
                  <a:pt x="673446" y="70685"/>
                </a:lnTo>
                <a:lnTo>
                  <a:pt x="673495" y="70109"/>
                </a:lnTo>
                <a:lnTo>
                  <a:pt x="673535" y="69526"/>
                </a:lnTo>
                <a:lnTo>
                  <a:pt x="673567" y="68937"/>
                </a:lnTo>
                <a:lnTo>
                  <a:pt x="673589" y="68341"/>
                </a:lnTo>
                <a:lnTo>
                  <a:pt x="673603" y="67739"/>
                </a:lnTo>
                <a:lnTo>
                  <a:pt x="673607" y="67130"/>
                </a:lnTo>
                <a:lnTo>
                  <a:pt x="673607" y="50032"/>
                </a:lnTo>
                <a:lnTo>
                  <a:pt x="673597" y="49121"/>
                </a:lnTo>
                <a:lnTo>
                  <a:pt x="673567" y="48227"/>
                </a:lnTo>
                <a:lnTo>
                  <a:pt x="673517" y="47348"/>
                </a:lnTo>
                <a:lnTo>
                  <a:pt x="673448" y="46484"/>
                </a:lnTo>
                <a:lnTo>
                  <a:pt x="673358" y="45636"/>
                </a:lnTo>
                <a:lnTo>
                  <a:pt x="673248" y="44804"/>
                </a:lnTo>
                <a:lnTo>
                  <a:pt x="673119" y="43987"/>
                </a:lnTo>
                <a:lnTo>
                  <a:pt x="672970" y="43185"/>
                </a:lnTo>
                <a:lnTo>
                  <a:pt x="672800" y="42399"/>
                </a:lnTo>
                <a:lnTo>
                  <a:pt x="672611" y="41629"/>
                </a:lnTo>
                <a:lnTo>
                  <a:pt x="672402" y="40874"/>
                </a:lnTo>
                <a:lnTo>
                  <a:pt x="672173" y="40135"/>
                </a:lnTo>
                <a:lnTo>
                  <a:pt x="671924" y="39411"/>
                </a:lnTo>
                <a:lnTo>
                  <a:pt x="671655" y="38703"/>
                </a:lnTo>
                <a:lnTo>
                  <a:pt x="671366" y="38010"/>
                </a:lnTo>
                <a:lnTo>
                  <a:pt x="671057" y="37333"/>
                </a:lnTo>
                <a:lnTo>
                  <a:pt x="670728" y="36672"/>
                </a:lnTo>
                <a:lnTo>
                  <a:pt x="670379" y="36026"/>
                </a:lnTo>
                <a:lnTo>
                  <a:pt x="670011" y="35395"/>
                </a:lnTo>
                <a:lnTo>
                  <a:pt x="669622" y="34780"/>
                </a:lnTo>
                <a:lnTo>
                  <a:pt x="669214" y="34181"/>
                </a:lnTo>
                <a:lnTo>
                  <a:pt x="668786" y="33597"/>
                </a:lnTo>
                <a:lnTo>
                  <a:pt x="668337" y="33029"/>
                </a:lnTo>
                <a:lnTo>
                  <a:pt x="667869" y="32476"/>
                </a:lnTo>
                <a:lnTo>
                  <a:pt x="667384" y="31942"/>
                </a:lnTo>
                <a:lnTo>
                  <a:pt x="666886" y="31431"/>
                </a:lnTo>
                <a:lnTo>
                  <a:pt x="666375" y="30943"/>
                </a:lnTo>
                <a:lnTo>
                  <a:pt x="665851" y="30477"/>
                </a:lnTo>
                <a:lnTo>
                  <a:pt x="665314" y="30034"/>
                </a:lnTo>
                <a:lnTo>
                  <a:pt x="664763" y="29614"/>
                </a:lnTo>
                <a:lnTo>
                  <a:pt x="664200" y="29216"/>
                </a:lnTo>
                <a:lnTo>
                  <a:pt x="663623" y="28842"/>
                </a:lnTo>
                <a:lnTo>
                  <a:pt x="663033" y="28490"/>
                </a:lnTo>
                <a:lnTo>
                  <a:pt x="662430" y="28160"/>
                </a:lnTo>
                <a:lnTo>
                  <a:pt x="661814" y="27854"/>
                </a:lnTo>
                <a:lnTo>
                  <a:pt x="661185" y="27570"/>
                </a:lnTo>
                <a:lnTo>
                  <a:pt x="660542" y="27308"/>
                </a:lnTo>
                <a:lnTo>
                  <a:pt x="659886" y="27070"/>
                </a:lnTo>
                <a:lnTo>
                  <a:pt x="659218" y="26854"/>
                </a:lnTo>
                <a:lnTo>
                  <a:pt x="658536" y="26661"/>
                </a:lnTo>
                <a:lnTo>
                  <a:pt x="657841" y="26491"/>
                </a:lnTo>
                <a:lnTo>
                  <a:pt x="657132" y="26343"/>
                </a:lnTo>
                <a:lnTo>
                  <a:pt x="656411" y="26218"/>
                </a:lnTo>
                <a:lnTo>
                  <a:pt x="655677" y="26116"/>
                </a:lnTo>
                <a:lnTo>
                  <a:pt x="654929" y="26036"/>
                </a:lnTo>
                <a:lnTo>
                  <a:pt x="654168" y="25980"/>
                </a:lnTo>
                <a:lnTo>
                  <a:pt x="653394" y="25946"/>
                </a:lnTo>
                <a:lnTo>
                  <a:pt x="652607" y="25934"/>
                </a:lnTo>
                <a:lnTo>
                  <a:pt x="651963" y="25942"/>
                </a:lnTo>
                <a:lnTo>
                  <a:pt x="651329" y="25965"/>
                </a:lnTo>
                <a:lnTo>
                  <a:pt x="650707" y="26003"/>
                </a:lnTo>
                <a:lnTo>
                  <a:pt x="650096" y="26057"/>
                </a:lnTo>
                <a:lnTo>
                  <a:pt x="649496" y="26126"/>
                </a:lnTo>
                <a:lnTo>
                  <a:pt x="648907" y="26210"/>
                </a:lnTo>
                <a:lnTo>
                  <a:pt x="648329" y="26310"/>
                </a:lnTo>
                <a:lnTo>
                  <a:pt x="647762" y="26425"/>
                </a:lnTo>
                <a:lnTo>
                  <a:pt x="647207" y="26555"/>
                </a:lnTo>
                <a:lnTo>
                  <a:pt x="646663" y="26701"/>
                </a:lnTo>
                <a:lnTo>
                  <a:pt x="646129" y="26862"/>
                </a:lnTo>
                <a:lnTo>
                  <a:pt x="645608" y="27039"/>
                </a:lnTo>
                <a:lnTo>
                  <a:pt x="645097" y="27230"/>
                </a:lnTo>
                <a:lnTo>
                  <a:pt x="644597" y="27438"/>
                </a:lnTo>
                <a:lnTo>
                  <a:pt x="644108" y="27660"/>
                </a:lnTo>
                <a:lnTo>
                  <a:pt x="643631" y="27898"/>
                </a:lnTo>
                <a:lnTo>
                  <a:pt x="643165" y="28151"/>
                </a:lnTo>
                <a:lnTo>
                  <a:pt x="642710" y="28419"/>
                </a:lnTo>
                <a:lnTo>
                  <a:pt x="642266" y="28703"/>
                </a:lnTo>
                <a:lnTo>
                  <a:pt x="641833" y="29002"/>
                </a:lnTo>
                <a:lnTo>
                  <a:pt x="641411" y="29317"/>
                </a:lnTo>
                <a:lnTo>
                  <a:pt x="641001" y="29646"/>
                </a:lnTo>
                <a:lnTo>
                  <a:pt x="640602" y="29992"/>
                </a:lnTo>
                <a:lnTo>
                  <a:pt x="640214" y="30352"/>
                </a:lnTo>
                <a:lnTo>
                  <a:pt x="639839" y="30726"/>
                </a:lnTo>
                <a:lnTo>
                  <a:pt x="639480" y="31111"/>
                </a:lnTo>
                <a:lnTo>
                  <a:pt x="639138" y="31508"/>
                </a:lnTo>
                <a:lnTo>
                  <a:pt x="638811" y="31916"/>
                </a:lnTo>
                <a:lnTo>
                  <a:pt x="638500" y="32335"/>
                </a:lnTo>
                <a:lnTo>
                  <a:pt x="638206" y="32765"/>
                </a:lnTo>
                <a:lnTo>
                  <a:pt x="637927" y="33207"/>
                </a:lnTo>
                <a:lnTo>
                  <a:pt x="637664" y="33661"/>
                </a:lnTo>
                <a:lnTo>
                  <a:pt x="637417" y="34125"/>
                </a:lnTo>
                <a:lnTo>
                  <a:pt x="637186" y="34601"/>
                </a:lnTo>
                <a:lnTo>
                  <a:pt x="636971" y="35089"/>
                </a:lnTo>
                <a:lnTo>
                  <a:pt x="636771" y="35588"/>
                </a:lnTo>
                <a:lnTo>
                  <a:pt x="636588" y="36098"/>
                </a:lnTo>
                <a:lnTo>
                  <a:pt x="636421" y="36619"/>
                </a:lnTo>
                <a:lnTo>
                  <a:pt x="636270" y="37152"/>
                </a:lnTo>
                <a:lnTo>
                  <a:pt x="636134" y="37696"/>
                </a:lnTo>
                <a:lnTo>
                  <a:pt x="636015" y="38252"/>
                </a:lnTo>
                <a:lnTo>
                  <a:pt x="635911" y="38819"/>
                </a:lnTo>
                <a:lnTo>
                  <a:pt x="635864" y="39130"/>
                </a:lnTo>
                <a:lnTo>
                  <a:pt x="635624" y="39130"/>
                </a:lnTo>
                <a:lnTo>
                  <a:pt x="635624" y="27081"/>
                </a:lnTo>
                <a:lnTo>
                  <a:pt x="621623" y="27081"/>
                </a:lnTo>
                <a:lnTo>
                  <a:pt x="621623" y="110851"/>
                </a:lnTo>
                <a:close/>
                <a:moveTo>
                  <a:pt x="645823" y="78859"/>
                </a:moveTo>
                <a:lnTo>
                  <a:pt x="645410" y="78808"/>
                </a:lnTo>
                <a:lnTo>
                  <a:pt x="645004" y="78745"/>
                </a:lnTo>
                <a:lnTo>
                  <a:pt x="644606" y="78672"/>
                </a:lnTo>
                <a:lnTo>
                  <a:pt x="644217" y="78586"/>
                </a:lnTo>
                <a:lnTo>
                  <a:pt x="643835" y="78490"/>
                </a:lnTo>
                <a:lnTo>
                  <a:pt x="643461" y="78382"/>
                </a:lnTo>
                <a:lnTo>
                  <a:pt x="643095" y="78263"/>
                </a:lnTo>
                <a:lnTo>
                  <a:pt x="642738" y="78132"/>
                </a:lnTo>
                <a:lnTo>
                  <a:pt x="642388" y="77990"/>
                </a:lnTo>
                <a:lnTo>
                  <a:pt x="642046" y="77837"/>
                </a:lnTo>
                <a:lnTo>
                  <a:pt x="641712" y="77673"/>
                </a:lnTo>
                <a:lnTo>
                  <a:pt x="641386" y="77497"/>
                </a:lnTo>
                <a:lnTo>
                  <a:pt x="641068" y="77309"/>
                </a:lnTo>
                <a:lnTo>
                  <a:pt x="640758" y="77111"/>
                </a:lnTo>
                <a:lnTo>
                  <a:pt x="640456" y="76901"/>
                </a:lnTo>
                <a:lnTo>
                  <a:pt x="640162" y="76679"/>
                </a:lnTo>
                <a:lnTo>
                  <a:pt x="639876" y="76447"/>
                </a:lnTo>
                <a:lnTo>
                  <a:pt x="639597" y="76203"/>
                </a:lnTo>
                <a:lnTo>
                  <a:pt x="639327" y="75947"/>
                </a:lnTo>
                <a:lnTo>
                  <a:pt x="639065" y="75681"/>
                </a:lnTo>
                <a:lnTo>
                  <a:pt x="638812" y="75403"/>
                </a:lnTo>
                <a:lnTo>
                  <a:pt x="638570" y="75117"/>
                </a:lnTo>
                <a:lnTo>
                  <a:pt x="638339" y="74822"/>
                </a:lnTo>
                <a:lnTo>
                  <a:pt x="638118" y="74519"/>
                </a:lnTo>
                <a:lnTo>
                  <a:pt x="637909" y="74206"/>
                </a:lnTo>
                <a:lnTo>
                  <a:pt x="637710" y="73884"/>
                </a:lnTo>
                <a:lnTo>
                  <a:pt x="637521" y="73553"/>
                </a:lnTo>
                <a:lnTo>
                  <a:pt x="637344" y="73213"/>
                </a:lnTo>
                <a:lnTo>
                  <a:pt x="637177" y="72864"/>
                </a:lnTo>
                <a:lnTo>
                  <a:pt x="637021" y="72507"/>
                </a:lnTo>
                <a:lnTo>
                  <a:pt x="636876" y="72140"/>
                </a:lnTo>
                <a:lnTo>
                  <a:pt x="636742" y="71764"/>
                </a:lnTo>
                <a:lnTo>
                  <a:pt x="636618" y="71380"/>
                </a:lnTo>
                <a:lnTo>
                  <a:pt x="636505" y="70986"/>
                </a:lnTo>
                <a:lnTo>
                  <a:pt x="636403" y="70584"/>
                </a:lnTo>
                <a:lnTo>
                  <a:pt x="636311" y="70172"/>
                </a:lnTo>
                <a:lnTo>
                  <a:pt x="636231" y="69752"/>
                </a:lnTo>
                <a:lnTo>
                  <a:pt x="636161" y="69322"/>
                </a:lnTo>
                <a:lnTo>
                  <a:pt x="636102" y="68884"/>
                </a:lnTo>
                <a:lnTo>
                  <a:pt x="636053" y="68437"/>
                </a:lnTo>
                <a:lnTo>
                  <a:pt x="636016" y="67980"/>
                </a:lnTo>
                <a:lnTo>
                  <a:pt x="635989" y="67515"/>
                </a:lnTo>
                <a:lnTo>
                  <a:pt x="635973" y="67041"/>
                </a:lnTo>
                <a:lnTo>
                  <a:pt x="635967" y="66558"/>
                </a:lnTo>
                <a:lnTo>
                  <a:pt x="635967" y="50722"/>
                </a:lnTo>
                <a:lnTo>
                  <a:pt x="635973" y="50238"/>
                </a:lnTo>
                <a:lnTo>
                  <a:pt x="635989" y="49764"/>
                </a:lnTo>
                <a:lnTo>
                  <a:pt x="636016" y="49299"/>
                </a:lnTo>
                <a:lnTo>
                  <a:pt x="636053" y="48842"/>
                </a:lnTo>
                <a:lnTo>
                  <a:pt x="636102" y="48395"/>
                </a:lnTo>
                <a:lnTo>
                  <a:pt x="636161" y="47956"/>
                </a:lnTo>
                <a:lnTo>
                  <a:pt x="636231" y="47527"/>
                </a:lnTo>
                <a:lnTo>
                  <a:pt x="636311" y="47106"/>
                </a:lnTo>
                <a:lnTo>
                  <a:pt x="636403" y="46695"/>
                </a:lnTo>
                <a:lnTo>
                  <a:pt x="636505" y="46292"/>
                </a:lnTo>
                <a:lnTo>
                  <a:pt x="636618" y="45899"/>
                </a:lnTo>
                <a:lnTo>
                  <a:pt x="636742" y="45514"/>
                </a:lnTo>
                <a:lnTo>
                  <a:pt x="636876" y="45138"/>
                </a:lnTo>
                <a:lnTo>
                  <a:pt x="637021" y="44772"/>
                </a:lnTo>
                <a:lnTo>
                  <a:pt x="637177" y="44414"/>
                </a:lnTo>
                <a:lnTo>
                  <a:pt x="637344" y="44065"/>
                </a:lnTo>
                <a:lnTo>
                  <a:pt x="637521" y="43726"/>
                </a:lnTo>
                <a:lnTo>
                  <a:pt x="637710" y="43395"/>
                </a:lnTo>
                <a:lnTo>
                  <a:pt x="637909" y="43073"/>
                </a:lnTo>
                <a:lnTo>
                  <a:pt x="638118" y="42760"/>
                </a:lnTo>
                <a:lnTo>
                  <a:pt x="638339" y="42456"/>
                </a:lnTo>
                <a:lnTo>
                  <a:pt x="638570" y="42162"/>
                </a:lnTo>
                <a:lnTo>
                  <a:pt x="638812" y="41876"/>
                </a:lnTo>
                <a:lnTo>
                  <a:pt x="639065" y="41599"/>
                </a:lnTo>
                <a:lnTo>
                  <a:pt x="639327" y="41332"/>
                </a:lnTo>
                <a:lnTo>
                  <a:pt x="639597" y="41076"/>
                </a:lnTo>
                <a:lnTo>
                  <a:pt x="639876" y="40832"/>
                </a:lnTo>
                <a:lnTo>
                  <a:pt x="640162" y="40599"/>
                </a:lnTo>
                <a:lnTo>
                  <a:pt x="640456" y="40378"/>
                </a:lnTo>
                <a:lnTo>
                  <a:pt x="640758" y="40168"/>
                </a:lnTo>
                <a:lnTo>
                  <a:pt x="641068" y="39969"/>
                </a:lnTo>
                <a:lnTo>
                  <a:pt x="641386" y="39782"/>
                </a:lnTo>
                <a:lnTo>
                  <a:pt x="641712" y="39606"/>
                </a:lnTo>
                <a:lnTo>
                  <a:pt x="642046" y="39441"/>
                </a:lnTo>
                <a:lnTo>
                  <a:pt x="642388" y="39288"/>
                </a:lnTo>
                <a:lnTo>
                  <a:pt x="642738" y="39146"/>
                </a:lnTo>
                <a:lnTo>
                  <a:pt x="643095" y="39015"/>
                </a:lnTo>
                <a:lnTo>
                  <a:pt x="643461" y="38896"/>
                </a:lnTo>
                <a:lnTo>
                  <a:pt x="643835" y="38788"/>
                </a:lnTo>
                <a:lnTo>
                  <a:pt x="644217" y="38691"/>
                </a:lnTo>
                <a:lnTo>
                  <a:pt x="644606" y="38606"/>
                </a:lnTo>
                <a:lnTo>
                  <a:pt x="645004" y="38532"/>
                </a:lnTo>
                <a:lnTo>
                  <a:pt x="645410" y="38470"/>
                </a:lnTo>
                <a:lnTo>
                  <a:pt x="645823" y="38419"/>
                </a:lnTo>
                <a:lnTo>
                  <a:pt x="646245" y="38379"/>
                </a:lnTo>
                <a:lnTo>
                  <a:pt x="646674" y="38351"/>
                </a:lnTo>
                <a:lnTo>
                  <a:pt x="647112" y="38334"/>
                </a:lnTo>
                <a:lnTo>
                  <a:pt x="647557" y="38328"/>
                </a:lnTo>
                <a:lnTo>
                  <a:pt x="648012" y="38333"/>
                </a:lnTo>
                <a:lnTo>
                  <a:pt x="648459" y="38350"/>
                </a:lnTo>
                <a:lnTo>
                  <a:pt x="648897" y="38378"/>
                </a:lnTo>
                <a:lnTo>
                  <a:pt x="649327" y="38417"/>
                </a:lnTo>
                <a:lnTo>
                  <a:pt x="649748" y="38467"/>
                </a:lnTo>
                <a:lnTo>
                  <a:pt x="650161" y="38529"/>
                </a:lnTo>
                <a:lnTo>
                  <a:pt x="650566" y="38601"/>
                </a:lnTo>
                <a:lnTo>
                  <a:pt x="650962" y="38685"/>
                </a:lnTo>
                <a:lnTo>
                  <a:pt x="651350" y="38780"/>
                </a:lnTo>
                <a:lnTo>
                  <a:pt x="651729" y="38886"/>
                </a:lnTo>
                <a:lnTo>
                  <a:pt x="652100" y="39003"/>
                </a:lnTo>
                <a:lnTo>
                  <a:pt x="652463" y="39131"/>
                </a:lnTo>
                <a:lnTo>
                  <a:pt x="652818" y="39271"/>
                </a:lnTo>
                <a:lnTo>
                  <a:pt x="653164" y="39421"/>
                </a:lnTo>
                <a:lnTo>
                  <a:pt x="653501" y="39583"/>
                </a:lnTo>
                <a:lnTo>
                  <a:pt x="653831" y="39756"/>
                </a:lnTo>
                <a:lnTo>
                  <a:pt x="654151" y="39940"/>
                </a:lnTo>
                <a:lnTo>
                  <a:pt x="654464" y="40135"/>
                </a:lnTo>
                <a:lnTo>
                  <a:pt x="654768" y="40342"/>
                </a:lnTo>
                <a:lnTo>
                  <a:pt x="655064" y="40559"/>
                </a:lnTo>
                <a:lnTo>
                  <a:pt x="655351" y="40788"/>
                </a:lnTo>
                <a:lnTo>
                  <a:pt x="655630" y="41028"/>
                </a:lnTo>
                <a:lnTo>
                  <a:pt x="655901" y="41279"/>
                </a:lnTo>
                <a:lnTo>
                  <a:pt x="656163" y="41541"/>
                </a:lnTo>
                <a:lnTo>
                  <a:pt x="656416" y="41814"/>
                </a:lnTo>
                <a:lnTo>
                  <a:pt x="656659" y="42096"/>
                </a:lnTo>
                <a:lnTo>
                  <a:pt x="656890" y="42387"/>
                </a:lnTo>
                <a:lnTo>
                  <a:pt x="657110" y="42689"/>
                </a:lnTo>
                <a:lnTo>
                  <a:pt x="657320" y="42999"/>
                </a:lnTo>
                <a:lnTo>
                  <a:pt x="657519" y="43320"/>
                </a:lnTo>
                <a:lnTo>
                  <a:pt x="657708" y="43650"/>
                </a:lnTo>
                <a:lnTo>
                  <a:pt x="657885" y="43989"/>
                </a:lnTo>
                <a:lnTo>
                  <a:pt x="658052" y="44338"/>
                </a:lnTo>
                <a:lnTo>
                  <a:pt x="658208" y="44697"/>
                </a:lnTo>
                <a:lnTo>
                  <a:pt x="658353" y="45065"/>
                </a:lnTo>
                <a:lnTo>
                  <a:pt x="658488" y="45443"/>
                </a:lnTo>
                <a:lnTo>
                  <a:pt x="658612" y="45830"/>
                </a:lnTo>
                <a:lnTo>
                  <a:pt x="658725" y="46227"/>
                </a:lnTo>
                <a:lnTo>
                  <a:pt x="658827" y="46633"/>
                </a:lnTo>
                <a:lnTo>
                  <a:pt x="658918" y="47049"/>
                </a:lnTo>
                <a:lnTo>
                  <a:pt x="658999" y="47475"/>
                </a:lnTo>
                <a:lnTo>
                  <a:pt x="659069" y="47910"/>
                </a:lnTo>
                <a:lnTo>
                  <a:pt x="659128" y="48355"/>
                </a:lnTo>
                <a:lnTo>
                  <a:pt x="659177" y="48809"/>
                </a:lnTo>
                <a:lnTo>
                  <a:pt x="659214" y="49273"/>
                </a:lnTo>
                <a:lnTo>
                  <a:pt x="659241" y="49746"/>
                </a:lnTo>
                <a:lnTo>
                  <a:pt x="659257" y="50229"/>
                </a:lnTo>
                <a:lnTo>
                  <a:pt x="659263" y="50722"/>
                </a:lnTo>
                <a:lnTo>
                  <a:pt x="659263" y="66558"/>
                </a:lnTo>
                <a:lnTo>
                  <a:pt x="659257" y="67050"/>
                </a:lnTo>
                <a:lnTo>
                  <a:pt x="659241" y="67533"/>
                </a:lnTo>
                <a:lnTo>
                  <a:pt x="659214" y="68006"/>
                </a:lnTo>
                <a:lnTo>
                  <a:pt x="659177" y="68470"/>
                </a:lnTo>
                <a:lnTo>
                  <a:pt x="659128" y="68924"/>
                </a:lnTo>
                <a:lnTo>
                  <a:pt x="659069" y="69369"/>
                </a:lnTo>
                <a:lnTo>
                  <a:pt x="658999" y="69804"/>
                </a:lnTo>
                <a:lnTo>
                  <a:pt x="658918" y="70229"/>
                </a:lnTo>
                <a:lnTo>
                  <a:pt x="658827" y="70645"/>
                </a:lnTo>
                <a:lnTo>
                  <a:pt x="658725" y="71051"/>
                </a:lnTo>
                <a:lnTo>
                  <a:pt x="658612" y="71448"/>
                </a:lnTo>
                <a:lnTo>
                  <a:pt x="658488" y="71835"/>
                </a:lnTo>
                <a:lnTo>
                  <a:pt x="658353" y="72213"/>
                </a:lnTo>
                <a:lnTo>
                  <a:pt x="658208" y="72581"/>
                </a:lnTo>
                <a:lnTo>
                  <a:pt x="658052" y="72940"/>
                </a:lnTo>
                <a:lnTo>
                  <a:pt x="657885" y="73289"/>
                </a:lnTo>
                <a:lnTo>
                  <a:pt x="657708" y="73628"/>
                </a:lnTo>
                <a:lnTo>
                  <a:pt x="657519" y="73958"/>
                </a:lnTo>
                <a:lnTo>
                  <a:pt x="657320" y="74278"/>
                </a:lnTo>
                <a:lnTo>
                  <a:pt x="657110" y="74589"/>
                </a:lnTo>
                <a:lnTo>
                  <a:pt x="656890" y="74890"/>
                </a:lnTo>
                <a:lnTo>
                  <a:pt x="656659" y="75182"/>
                </a:lnTo>
                <a:lnTo>
                  <a:pt x="656416" y="75464"/>
                </a:lnTo>
                <a:lnTo>
                  <a:pt x="656163" y="75737"/>
                </a:lnTo>
                <a:lnTo>
                  <a:pt x="655901" y="75999"/>
                </a:lnTo>
                <a:lnTo>
                  <a:pt x="655630" y="76250"/>
                </a:lnTo>
                <a:lnTo>
                  <a:pt x="655351" y="76490"/>
                </a:lnTo>
                <a:lnTo>
                  <a:pt x="655064" y="76718"/>
                </a:lnTo>
                <a:lnTo>
                  <a:pt x="654768" y="76936"/>
                </a:lnTo>
                <a:lnTo>
                  <a:pt x="654464" y="77142"/>
                </a:lnTo>
                <a:lnTo>
                  <a:pt x="654151" y="77338"/>
                </a:lnTo>
                <a:lnTo>
                  <a:pt x="653831" y="77522"/>
                </a:lnTo>
                <a:lnTo>
                  <a:pt x="653501" y="77695"/>
                </a:lnTo>
                <a:lnTo>
                  <a:pt x="653164" y="77856"/>
                </a:lnTo>
                <a:lnTo>
                  <a:pt x="652818" y="78007"/>
                </a:lnTo>
                <a:lnTo>
                  <a:pt x="652463" y="78146"/>
                </a:lnTo>
                <a:lnTo>
                  <a:pt x="652100" y="78275"/>
                </a:lnTo>
                <a:lnTo>
                  <a:pt x="651729" y="78392"/>
                </a:lnTo>
                <a:lnTo>
                  <a:pt x="651350" y="78498"/>
                </a:lnTo>
                <a:lnTo>
                  <a:pt x="650962" y="78593"/>
                </a:lnTo>
                <a:lnTo>
                  <a:pt x="650566" y="78676"/>
                </a:lnTo>
                <a:lnTo>
                  <a:pt x="650161" y="78749"/>
                </a:lnTo>
                <a:lnTo>
                  <a:pt x="649748" y="78810"/>
                </a:lnTo>
                <a:lnTo>
                  <a:pt x="649327" y="78860"/>
                </a:lnTo>
                <a:lnTo>
                  <a:pt x="648897" y="78899"/>
                </a:lnTo>
                <a:lnTo>
                  <a:pt x="648459" y="78927"/>
                </a:lnTo>
                <a:lnTo>
                  <a:pt x="648012" y="78944"/>
                </a:lnTo>
                <a:lnTo>
                  <a:pt x="647557" y="78950"/>
                </a:lnTo>
                <a:lnTo>
                  <a:pt x="647112" y="78944"/>
                </a:lnTo>
                <a:lnTo>
                  <a:pt x="646674" y="78927"/>
                </a:lnTo>
                <a:lnTo>
                  <a:pt x="646245" y="78899"/>
                </a:lnTo>
                <a:lnTo>
                  <a:pt x="645823" y="78859"/>
                </a:lnTo>
                <a:close/>
                <a:moveTo>
                  <a:pt x="719968" y="59328"/>
                </a:moveTo>
                <a:lnTo>
                  <a:pt x="719891" y="59550"/>
                </a:lnTo>
                <a:lnTo>
                  <a:pt x="719815" y="59775"/>
                </a:lnTo>
                <a:lnTo>
                  <a:pt x="719738" y="60005"/>
                </a:lnTo>
                <a:lnTo>
                  <a:pt x="719662" y="60238"/>
                </a:lnTo>
                <a:lnTo>
                  <a:pt x="719585" y="60475"/>
                </a:lnTo>
                <a:lnTo>
                  <a:pt x="719509" y="60715"/>
                </a:lnTo>
                <a:lnTo>
                  <a:pt x="719432" y="60960"/>
                </a:lnTo>
                <a:lnTo>
                  <a:pt x="719356" y="61208"/>
                </a:lnTo>
                <a:lnTo>
                  <a:pt x="719279" y="61460"/>
                </a:lnTo>
                <a:lnTo>
                  <a:pt x="719203" y="61716"/>
                </a:lnTo>
                <a:lnTo>
                  <a:pt x="719126" y="61976"/>
                </a:lnTo>
                <a:lnTo>
                  <a:pt x="719050" y="62239"/>
                </a:lnTo>
                <a:lnTo>
                  <a:pt x="718973" y="62507"/>
                </a:lnTo>
                <a:lnTo>
                  <a:pt x="718897" y="62778"/>
                </a:lnTo>
                <a:lnTo>
                  <a:pt x="718820" y="63052"/>
                </a:lnTo>
                <a:lnTo>
                  <a:pt x="718743" y="63331"/>
                </a:lnTo>
                <a:lnTo>
                  <a:pt x="718667" y="63613"/>
                </a:lnTo>
                <a:lnTo>
                  <a:pt x="718590" y="63900"/>
                </a:lnTo>
                <a:lnTo>
                  <a:pt x="718514" y="64190"/>
                </a:lnTo>
                <a:lnTo>
                  <a:pt x="718437" y="64483"/>
                </a:lnTo>
                <a:lnTo>
                  <a:pt x="718361" y="64781"/>
                </a:lnTo>
                <a:lnTo>
                  <a:pt x="718284" y="65082"/>
                </a:lnTo>
                <a:lnTo>
                  <a:pt x="718207" y="65387"/>
                </a:lnTo>
                <a:lnTo>
                  <a:pt x="718131" y="65696"/>
                </a:lnTo>
                <a:lnTo>
                  <a:pt x="718055" y="66005"/>
                </a:lnTo>
                <a:lnTo>
                  <a:pt x="717980" y="66309"/>
                </a:lnTo>
                <a:lnTo>
                  <a:pt x="717907" y="66608"/>
                </a:lnTo>
                <a:lnTo>
                  <a:pt x="717835" y="66903"/>
                </a:lnTo>
                <a:lnTo>
                  <a:pt x="717763" y="67193"/>
                </a:lnTo>
                <a:lnTo>
                  <a:pt x="717694" y="67479"/>
                </a:lnTo>
                <a:lnTo>
                  <a:pt x="717625" y="67760"/>
                </a:lnTo>
                <a:lnTo>
                  <a:pt x="717557" y="68036"/>
                </a:lnTo>
                <a:lnTo>
                  <a:pt x="717491" y="68308"/>
                </a:lnTo>
                <a:lnTo>
                  <a:pt x="717426" y="68575"/>
                </a:lnTo>
                <a:lnTo>
                  <a:pt x="717362" y="68838"/>
                </a:lnTo>
                <a:lnTo>
                  <a:pt x="717299" y="69096"/>
                </a:lnTo>
                <a:lnTo>
                  <a:pt x="717238" y="69349"/>
                </a:lnTo>
                <a:lnTo>
                  <a:pt x="717177" y="69598"/>
                </a:lnTo>
                <a:lnTo>
                  <a:pt x="717118" y="69843"/>
                </a:lnTo>
                <a:lnTo>
                  <a:pt x="717060" y="70082"/>
                </a:lnTo>
                <a:lnTo>
                  <a:pt x="717003" y="70317"/>
                </a:lnTo>
                <a:lnTo>
                  <a:pt x="716948" y="70548"/>
                </a:lnTo>
                <a:lnTo>
                  <a:pt x="716893" y="70774"/>
                </a:lnTo>
                <a:lnTo>
                  <a:pt x="716840" y="70995"/>
                </a:lnTo>
                <a:lnTo>
                  <a:pt x="716788" y="71212"/>
                </a:lnTo>
                <a:lnTo>
                  <a:pt x="716737" y="71425"/>
                </a:lnTo>
                <a:lnTo>
                  <a:pt x="716687" y="71632"/>
                </a:lnTo>
                <a:lnTo>
                  <a:pt x="716639" y="71835"/>
                </a:lnTo>
                <a:lnTo>
                  <a:pt x="716600" y="71632"/>
                </a:lnTo>
                <a:lnTo>
                  <a:pt x="716559" y="71425"/>
                </a:lnTo>
                <a:lnTo>
                  <a:pt x="716517" y="71212"/>
                </a:lnTo>
                <a:lnTo>
                  <a:pt x="716473" y="70995"/>
                </a:lnTo>
                <a:lnTo>
                  <a:pt x="716428" y="70774"/>
                </a:lnTo>
                <a:lnTo>
                  <a:pt x="716381" y="70548"/>
                </a:lnTo>
                <a:lnTo>
                  <a:pt x="716332" y="70317"/>
                </a:lnTo>
                <a:lnTo>
                  <a:pt x="716282" y="70082"/>
                </a:lnTo>
                <a:lnTo>
                  <a:pt x="716230" y="69843"/>
                </a:lnTo>
                <a:lnTo>
                  <a:pt x="716177" y="69598"/>
                </a:lnTo>
                <a:lnTo>
                  <a:pt x="716122" y="69349"/>
                </a:lnTo>
                <a:lnTo>
                  <a:pt x="716066" y="69096"/>
                </a:lnTo>
                <a:lnTo>
                  <a:pt x="716007" y="68838"/>
                </a:lnTo>
                <a:lnTo>
                  <a:pt x="715948" y="68575"/>
                </a:lnTo>
                <a:lnTo>
                  <a:pt x="715886" y="68308"/>
                </a:lnTo>
                <a:lnTo>
                  <a:pt x="715823" y="68036"/>
                </a:lnTo>
                <a:lnTo>
                  <a:pt x="715759" y="67760"/>
                </a:lnTo>
                <a:lnTo>
                  <a:pt x="715693" y="67479"/>
                </a:lnTo>
                <a:lnTo>
                  <a:pt x="715625" y="67193"/>
                </a:lnTo>
                <a:lnTo>
                  <a:pt x="715556" y="66903"/>
                </a:lnTo>
                <a:lnTo>
                  <a:pt x="715485" y="66608"/>
                </a:lnTo>
                <a:lnTo>
                  <a:pt x="715412" y="66309"/>
                </a:lnTo>
                <a:lnTo>
                  <a:pt x="715338" y="66005"/>
                </a:lnTo>
                <a:lnTo>
                  <a:pt x="715263" y="65696"/>
                </a:lnTo>
                <a:lnTo>
                  <a:pt x="715186" y="65387"/>
                </a:lnTo>
                <a:lnTo>
                  <a:pt x="715110" y="65082"/>
                </a:lnTo>
                <a:lnTo>
                  <a:pt x="715033" y="64781"/>
                </a:lnTo>
                <a:lnTo>
                  <a:pt x="714957" y="64483"/>
                </a:lnTo>
                <a:lnTo>
                  <a:pt x="714880" y="64190"/>
                </a:lnTo>
                <a:lnTo>
                  <a:pt x="714804" y="63900"/>
                </a:lnTo>
                <a:lnTo>
                  <a:pt x="714727" y="63613"/>
                </a:lnTo>
                <a:lnTo>
                  <a:pt x="714651" y="63331"/>
                </a:lnTo>
                <a:lnTo>
                  <a:pt x="714574" y="63052"/>
                </a:lnTo>
                <a:lnTo>
                  <a:pt x="714498" y="62778"/>
                </a:lnTo>
                <a:lnTo>
                  <a:pt x="714421" y="62507"/>
                </a:lnTo>
                <a:lnTo>
                  <a:pt x="714345" y="62239"/>
                </a:lnTo>
                <a:lnTo>
                  <a:pt x="714268" y="61976"/>
                </a:lnTo>
                <a:lnTo>
                  <a:pt x="714192" y="61716"/>
                </a:lnTo>
                <a:lnTo>
                  <a:pt x="714115" y="61460"/>
                </a:lnTo>
                <a:lnTo>
                  <a:pt x="714039" y="61208"/>
                </a:lnTo>
                <a:lnTo>
                  <a:pt x="713962" y="60960"/>
                </a:lnTo>
                <a:lnTo>
                  <a:pt x="713885" y="60715"/>
                </a:lnTo>
                <a:lnTo>
                  <a:pt x="713809" y="60475"/>
                </a:lnTo>
                <a:lnTo>
                  <a:pt x="713732" y="60238"/>
                </a:lnTo>
                <a:lnTo>
                  <a:pt x="713656" y="60005"/>
                </a:lnTo>
                <a:lnTo>
                  <a:pt x="713579" y="59775"/>
                </a:lnTo>
                <a:lnTo>
                  <a:pt x="713502" y="59550"/>
                </a:lnTo>
                <a:lnTo>
                  <a:pt x="713426" y="59328"/>
                </a:lnTo>
                <a:lnTo>
                  <a:pt x="701722" y="27081"/>
                </a:lnTo>
                <a:lnTo>
                  <a:pt x="686000" y="27081"/>
                </a:lnTo>
                <a:lnTo>
                  <a:pt x="709525" y="86754"/>
                </a:lnTo>
                <a:lnTo>
                  <a:pt x="700689" y="110851"/>
                </a:lnTo>
                <a:lnTo>
                  <a:pt x="715721" y="110851"/>
                </a:lnTo>
                <a:lnTo>
                  <a:pt x="746131" y="27081"/>
                </a:lnTo>
                <a:lnTo>
                  <a:pt x="730983" y="27081"/>
                </a:lnTo>
                <a:lnTo>
                  <a:pt x="719968" y="59328"/>
                </a:lnTo>
                <a:close/>
                <a:moveTo>
                  <a:pt x="579950" y="91264"/>
                </a:moveTo>
                <a:lnTo>
                  <a:pt x="580330" y="91219"/>
                </a:lnTo>
                <a:lnTo>
                  <a:pt x="580703" y="91164"/>
                </a:lnTo>
                <a:lnTo>
                  <a:pt x="581069" y="91099"/>
                </a:lnTo>
                <a:lnTo>
                  <a:pt x="581428" y="91025"/>
                </a:lnTo>
                <a:lnTo>
                  <a:pt x="581780" y="90940"/>
                </a:lnTo>
                <a:lnTo>
                  <a:pt x="582125" y="90845"/>
                </a:lnTo>
                <a:lnTo>
                  <a:pt x="582463" y="90741"/>
                </a:lnTo>
                <a:lnTo>
                  <a:pt x="582794" y="90626"/>
                </a:lnTo>
                <a:lnTo>
                  <a:pt x="583118" y="90502"/>
                </a:lnTo>
                <a:lnTo>
                  <a:pt x="583435" y="90367"/>
                </a:lnTo>
                <a:lnTo>
                  <a:pt x="583745" y="90223"/>
                </a:lnTo>
                <a:lnTo>
                  <a:pt x="584048" y="90069"/>
                </a:lnTo>
                <a:lnTo>
                  <a:pt x="584344" y="89904"/>
                </a:lnTo>
                <a:lnTo>
                  <a:pt x="584633" y="89730"/>
                </a:lnTo>
                <a:lnTo>
                  <a:pt x="584915" y="89546"/>
                </a:lnTo>
                <a:lnTo>
                  <a:pt x="585191" y="89352"/>
                </a:lnTo>
                <a:lnTo>
                  <a:pt x="585459" y="89147"/>
                </a:lnTo>
                <a:lnTo>
                  <a:pt x="585720" y="88933"/>
                </a:lnTo>
                <a:lnTo>
                  <a:pt x="585974" y="88709"/>
                </a:lnTo>
                <a:lnTo>
                  <a:pt x="586222" y="88475"/>
                </a:lnTo>
                <a:lnTo>
                  <a:pt x="586461" y="88233"/>
                </a:lnTo>
                <a:lnTo>
                  <a:pt x="586689" y="87983"/>
                </a:lnTo>
                <a:lnTo>
                  <a:pt x="586908" y="87726"/>
                </a:lnTo>
                <a:lnTo>
                  <a:pt x="587116" y="87462"/>
                </a:lnTo>
                <a:lnTo>
                  <a:pt x="587314" y="87190"/>
                </a:lnTo>
                <a:lnTo>
                  <a:pt x="587502" y="86912"/>
                </a:lnTo>
                <a:lnTo>
                  <a:pt x="587680" y="86626"/>
                </a:lnTo>
                <a:lnTo>
                  <a:pt x="587847" y="86333"/>
                </a:lnTo>
                <a:lnTo>
                  <a:pt x="588005" y="86033"/>
                </a:lnTo>
                <a:lnTo>
                  <a:pt x="588152" y="85726"/>
                </a:lnTo>
                <a:lnTo>
                  <a:pt x="588289" y="85412"/>
                </a:lnTo>
                <a:lnTo>
                  <a:pt x="588416" y="85090"/>
                </a:lnTo>
                <a:lnTo>
                  <a:pt x="588533" y="84762"/>
                </a:lnTo>
                <a:lnTo>
                  <a:pt x="588640" y="84426"/>
                </a:lnTo>
                <a:lnTo>
                  <a:pt x="588736" y="84083"/>
                </a:lnTo>
                <a:lnTo>
                  <a:pt x="588823" y="83733"/>
                </a:lnTo>
                <a:lnTo>
                  <a:pt x="588899" y="83375"/>
                </a:lnTo>
                <a:lnTo>
                  <a:pt x="588965" y="83011"/>
                </a:lnTo>
                <a:lnTo>
                  <a:pt x="589021" y="82639"/>
                </a:lnTo>
                <a:lnTo>
                  <a:pt x="589066" y="82260"/>
                </a:lnTo>
                <a:lnTo>
                  <a:pt x="589102" y="81874"/>
                </a:lnTo>
                <a:lnTo>
                  <a:pt x="589127" y="81481"/>
                </a:lnTo>
                <a:lnTo>
                  <a:pt x="589143" y="81080"/>
                </a:lnTo>
                <a:lnTo>
                  <a:pt x="589148" y="80673"/>
                </a:lnTo>
                <a:lnTo>
                  <a:pt x="589143" y="80265"/>
                </a:lnTo>
                <a:lnTo>
                  <a:pt x="589127" y="79864"/>
                </a:lnTo>
                <a:lnTo>
                  <a:pt x="589102" y="79470"/>
                </a:lnTo>
                <a:lnTo>
                  <a:pt x="589066" y="79083"/>
                </a:lnTo>
                <a:lnTo>
                  <a:pt x="589021" y="78703"/>
                </a:lnTo>
                <a:lnTo>
                  <a:pt x="588965" y="78330"/>
                </a:lnTo>
                <a:lnTo>
                  <a:pt x="588899" y="77964"/>
                </a:lnTo>
                <a:lnTo>
                  <a:pt x="588823" y="77605"/>
                </a:lnTo>
                <a:lnTo>
                  <a:pt x="588736" y="77253"/>
                </a:lnTo>
                <a:lnTo>
                  <a:pt x="588640" y="76908"/>
                </a:lnTo>
                <a:lnTo>
                  <a:pt x="588533" y="76570"/>
                </a:lnTo>
                <a:lnTo>
                  <a:pt x="588416" y="76239"/>
                </a:lnTo>
                <a:lnTo>
                  <a:pt x="588289" y="75915"/>
                </a:lnTo>
                <a:lnTo>
                  <a:pt x="588152" y="75598"/>
                </a:lnTo>
                <a:lnTo>
                  <a:pt x="588005" y="75288"/>
                </a:lnTo>
                <a:lnTo>
                  <a:pt x="587847" y="74985"/>
                </a:lnTo>
                <a:lnTo>
                  <a:pt x="587680" y="74688"/>
                </a:lnTo>
                <a:lnTo>
                  <a:pt x="587502" y="74399"/>
                </a:lnTo>
                <a:lnTo>
                  <a:pt x="587314" y="74117"/>
                </a:lnTo>
                <a:lnTo>
                  <a:pt x="587116" y="73842"/>
                </a:lnTo>
                <a:lnTo>
                  <a:pt x="586908" y="73573"/>
                </a:lnTo>
                <a:lnTo>
                  <a:pt x="586689" y="73312"/>
                </a:lnTo>
                <a:lnTo>
                  <a:pt x="586461" y="73058"/>
                </a:lnTo>
                <a:lnTo>
                  <a:pt x="586222" y="72811"/>
                </a:lnTo>
                <a:lnTo>
                  <a:pt x="585974" y="72572"/>
                </a:lnTo>
                <a:lnTo>
                  <a:pt x="585720" y="72343"/>
                </a:lnTo>
                <a:lnTo>
                  <a:pt x="585459" y="72125"/>
                </a:lnTo>
                <a:lnTo>
                  <a:pt x="585191" y="71917"/>
                </a:lnTo>
                <a:lnTo>
                  <a:pt x="584915" y="71718"/>
                </a:lnTo>
                <a:lnTo>
                  <a:pt x="584633" y="71530"/>
                </a:lnTo>
                <a:lnTo>
                  <a:pt x="584344" y="71353"/>
                </a:lnTo>
                <a:lnTo>
                  <a:pt x="584048" y="71185"/>
                </a:lnTo>
                <a:lnTo>
                  <a:pt x="583745" y="71028"/>
                </a:lnTo>
                <a:lnTo>
                  <a:pt x="583435" y="70880"/>
                </a:lnTo>
                <a:lnTo>
                  <a:pt x="583118" y="70743"/>
                </a:lnTo>
                <a:lnTo>
                  <a:pt x="582794" y="70616"/>
                </a:lnTo>
                <a:lnTo>
                  <a:pt x="582463" y="70499"/>
                </a:lnTo>
                <a:lnTo>
                  <a:pt x="582125" y="70393"/>
                </a:lnTo>
                <a:lnTo>
                  <a:pt x="581780" y="70296"/>
                </a:lnTo>
                <a:lnTo>
                  <a:pt x="581428" y="70210"/>
                </a:lnTo>
                <a:lnTo>
                  <a:pt x="581069" y="70134"/>
                </a:lnTo>
                <a:lnTo>
                  <a:pt x="580703" y="70068"/>
                </a:lnTo>
                <a:lnTo>
                  <a:pt x="580330" y="70012"/>
                </a:lnTo>
                <a:lnTo>
                  <a:pt x="579950" y="69966"/>
                </a:lnTo>
                <a:lnTo>
                  <a:pt x="579564" y="69930"/>
                </a:lnTo>
                <a:lnTo>
                  <a:pt x="579170" y="69905"/>
                </a:lnTo>
                <a:lnTo>
                  <a:pt x="578769" y="69890"/>
                </a:lnTo>
                <a:lnTo>
                  <a:pt x="578361" y="69885"/>
                </a:lnTo>
                <a:lnTo>
                  <a:pt x="577954" y="69890"/>
                </a:lnTo>
                <a:lnTo>
                  <a:pt x="577553" y="69905"/>
                </a:lnTo>
                <a:lnTo>
                  <a:pt x="577159" y="69930"/>
                </a:lnTo>
                <a:lnTo>
                  <a:pt x="576772" y="69966"/>
                </a:lnTo>
                <a:lnTo>
                  <a:pt x="576393" y="70012"/>
                </a:lnTo>
                <a:lnTo>
                  <a:pt x="576020" y="70068"/>
                </a:lnTo>
                <a:lnTo>
                  <a:pt x="575654" y="70134"/>
                </a:lnTo>
                <a:lnTo>
                  <a:pt x="575295" y="70210"/>
                </a:lnTo>
                <a:lnTo>
                  <a:pt x="574943" y="70296"/>
                </a:lnTo>
                <a:lnTo>
                  <a:pt x="574598" y="70393"/>
                </a:lnTo>
                <a:lnTo>
                  <a:pt x="574260" y="70499"/>
                </a:lnTo>
                <a:lnTo>
                  <a:pt x="573929" y="70616"/>
                </a:lnTo>
                <a:lnTo>
                  <a:pt x="573605" y="70743"/>
                </a:lnTo>
                <a:lnTo>
                  <a:pt x="573288" y="70880"/>
                </a:lnTo>
                <a:lnTo>
                  <a:pt x="572977" y="71028"/>
                </a:lnTo>
                <a:lnTo>
                  <a:pt x="572674" y="71185"/>
                </a:lnTo>
                <a:lnTo>
                  <a:pt x="572378" y="71353"/>
                </a:lnTo>
                <a:lnTo>
                  <a:pt x="572089" y="71530"/>
                </a:lnTo>
                <a:lnTo>
                  <a:pt x="571806" y="71718"/>
                </a:lnTo>
                <a:lnTo>
                  <a:pt x="571531" y="71917"/>
                </a:lnTo>
                <a:lnTo>
                  <a:pt x="571263" y="72125"/>
                </a:lnTo>
                <a:lnTo>
                  <a:pt x="571001" y="72343"/>
                </a:lnTo>
                <a:lnTo>
                  <a:pt x="570747" y="72572"/>
                </a:lnTo>
                <a:lnTo>
                  <a:pt x="570499" y="72811"/>
                </a:lnTo>
                <a:lnTo>
                  <a:pt x="570261" y="73058"/>
                </a:lnTo>
                <a:lnTo>
                  <a:pt x="570032" y="73312"/>
                </a:lnTo>
                <a:lnTo>
                  <a:pt x="569814" y="73573"/>
                </a:lnTo>
                <a:lnTo>
                  <a:pt x="569605" y="73842"/>
                </a:lnTo>
                <a:lnTo>
                  <a:pt x="569407" y="74117"/>
                </a:lnTo>
                <a:lnTo>
                  <a:pt x="569219" y="74399"/>
                </a:lnTo>
                <a:lnTo>
                  <a:pt x="569042" y="74688"/>
                </a:lnTo>
                <a:lnTo>
                  <a:pt x="568874" y="74985"/>
                </a:lnTo>
                <a:lnTo>
                  <a:pt x="568716" y="75288"/>
                </a:lnTo>
                <a:lnTo>
                  <a:pt x="568569" y="75598"/>
                </a:lnTo>
                <a:lnTo>
                  <a:pt x="568432" y="75915"/>
                </a:lnTo>
                <a:lnTo>
                  <a:pt x="568305" y="76239"/>
                </a:lnTo>
                <a:lnTo>
                  <a:pt x="568188" y="76570"/>
                </a:lnTo>
                <a:lnTo>
                  <a:pt x="568081" y="76908"/>
                </a:lnTo>
                <a:lnTo>
                  <a:pt x="567985" y="77253"/>
                </a:lnTo>
                <a:lnTo>
                  <a:pt x="567899" y="77605"/>
                </a:lnTo>
                <a:lnTo>
                  <a:pt x="567822" y="77964"/>
                </a:lnTo>
                <a:lnTo>
                  <a:pt x="567756" y="78330"/>
                </a:lnTo>
                <a:lnTo>
                  <a:pt x="567700" y="78703"/>
                </a:lnTo>
                <a:lnTo>
                  <a:pt x="567655" y="79083"/>
                </a:lnTo>
                <a:lnTo>
                  <a:pt x="567619" y="79470"/>
                </a:lnTo>
                <a:lnTo>
                  <a:pt x="567594" y="79864"/>
                </a:lnTo>
                <a:lnTo>
                  <a:pt x="567579" y="80265"/>
                </a:lnTo>
                <a:lnTo>
                  <a:pt x="567573" y="80673"/>
                </a:lnTo>
                <a:lnTo>
                  <a:pt x="567579" y="81080"/>
                </a:lnTo>
                <a:lnTo>
                  <a:pt x="567594" y="81481"/>
                </a:lnTo>
                <a:lnTo>
                  <a:pt x="567619" y="81874"/>
                </a:lnTo>
                <a:lnTo>
                  <a:pt x="567655" y="82260"/>
                </a:lnTo>
                <a:lnTo>
                  <a:pt x="567700" y="82639"/>
                </a:lnTo>
                <a:lnTo>
                  <a:pt x="567756" y="83011"/>
                </a:lnTo>
                <a:lnTo>
                  <a:pt x="567822" y="83375"/>
                </a:lnTo>
                <a:lnTo>
                  <a:pt x="567899" y="83733"/>
                </a:lnTo>
                <a:lnTo>
                  <a:pt x="567985" y="84083"/>
                </a:lnTo>
                <a:lnTo>
                  <a:pt x="568081" y="84426"/>
                </a:lnTo>
                <a:lnTo>
                  <a:pt x="568188" y="84762"/>
                </a:lnTo>
                <a:lnTo>
                  <a:pt x="568305" y="85090"/>
                </a:lnTo>
                <a:lnTo>
                  <a:pt x="568432" y="85412"/>
                </a:lnTo>
                <a:lnTo>
                  <a:pt x="568569" y="85726"/>
                </a:lnTo>
                <a:lnTo>
                  <a:pt x="568716" y="86033"/>
                </a:lnTo>
                <a:lnTo>
                  <a:pt x="568874" y="86333"/>
                </a:lnTo>
                <a:lnTo>
                  <a:pt x="569042" y="86626"/>
                </a:lnTo>
                <a:lnTo>
                  <a:pt x="569219" y="86912"/>
                </a:lnTo>
                <a:lnTo>
                  <a:pt x="569407" y="87190"/>
                </a:lnTo>
                <a:lnTo>
                  <a:pt x="569605" y="87462"/>
                </a:lnTo>
                <a:lnTo>
                  <a:pt x="569814" y="87726"/>
                </a:lnTo>
                <a:lnTo>
                  <a:pt x="570032" y="87983"/>
                </a:lnTo>
                <a:lnTo>
                  <a:pt x="570261" y="88233"/>
                </a:lnTo>
                <a:lnTo>
                  <a:pt x="570499" y="88475"/>
                </a:lnTo>
                <a:lnTo>
                  <a:pt x="570747" y="88709"/>
                </a:lnTo>
                <a:lnTo>
                  <a:pt x="571001" y="88933"/>
                </a:lnTo>
                <a:lnTo>
                  <a:pt x="571263" y="89147"/>
                </a:lnTo>
                <a:lnTo>
                  <a:pt x="571531" y="89352"/>
                </a:lnTo>
                <a:lnTo>
                  <a:pt x="571806" y="89546"/>
                </a:lnTo>
                <a:lnTo>
                  <a:pt x="572089" y="89730"/>
                </a:lnTo>
                <a:lnTo>
                  <a:pt x="572378" y="89904"/>
                </a:lnTo>
                <a:lnTo>
                  <a:pt x="572674" y="90069"/>
                </a:lnTo>
                <a:lnTo>
                  <a:pt x="572977" y="90223"/>
                </a:lnTo>
                <a:lnTo>
                  <a:pt x="573288" y="90367"/>
                </a:lnTo>
                <a:lnTo>
                  <a:pt x="573605" y="90502"/>
                </a:lnTo>
                <a:lnTo>
                  <a:pt x="573929" y="90626"/>
                </a:lnTo>
                <a:lnTo>
                  <a:pt x="574260" y="90741"/>
                </a:lnTo>
                <a:lnTo>
                  <a:pt x="574598" y="90845"/>
                </a:lnTo>
                <a:lnTo>
                  <a:pt x="574943" y="90940"/>
                </a:lnTo>
                <a:lnTo>
                  <a:pt x="575295" y="91025"/>
                </a:lnTo>
                <a:lnTo>
                  <a:pt x="575654" y="91099"/>
                </a:lnTo>
                <a:lnTo>
                  <a:pt x="576020" y="91164"/>
                </a:lnTo>
                <a:lnTo>
                  <a:pt x="576393" y="91219"/>
                </a:lnTo>
                <a:lnTo>
                  <a:pt x="576772" y="91264"/>
                </a:lnTo>
                <a:lnTo>
                  <a:pt x="577159" y="91298"/>
                </a:lnTo>
                <a:lnTo>
                  <a:pt x="577553" y="91323"/>
                </a:lnTo>
                <a:lnTo>
                  <a:pt x="577954" y="91338"/>
                </a:lnTo>
                <a:lnTo>
                  <a:pt x="578361" y="91343"/>
                </a:lnTo>
                <a:lnTo>
                  <a:pt x="578769" y="91338"/>
                </a:lnTo>
                <a:lnTo>
                  <a:pt x="579170" y="91323"/>
                </a:lnTo>
                <a:lnTo>
                  <a:pt x="579564" y="91298"/>
                </a:lnTo>
                <a:lnTo>
                  <a:pt x="579950" y="91264"/>
                </a:lnTo>
                <a:close/>
                <a:moveTo>
                  <a:pt x="413116" y="106033"/>
                </a:moveTo>
                <a:lnTo>
                  <a:pt x="537049" y="106033"/>
                </a:lnTo>
                <a:lnTo>
                  <a:pt x="537049" y="93065"/>
                </a:lnTo>
                <a:lnTo>
                  <a:pt x="413116" y="93065"/>
                </a:lnTo>
                <a:lnTo>
                  <a:pt x="413116" y="1060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edit.py">
            <a:extLst xmlns:a="http://schemas.openxmlformats.org/drawingml/2006/main">
              <a:ext uri="{FF2B5EF4-FFF2-40B4-BE49-F238E27FC236}">
                <a16:creationId xmlns:a16="http://schemas.microsoft.com/office/drawing/2014/main" id="{D54F43D7-99FD-47F0-AFDB-D2C2220B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022" y="2513055"/>
            <a:ext cx="469574" cy="110851"/>
          </a:xfrm>
          <a:custGeom xmlns:a="http://schemas.openxmlformats.org/drawingml/2006/main">
            <a:pathLst>
              <a:path w="469574" h="110851">
                <a:moveTo>
                  <a:pt x="167226" y="16489"/>
                </a:moveTo>
                <a:lnTo>
                  <a:pt x="167567" y="16462"/>
                </a:lnTo>
                <a:lnTo>
                  <a:pt x="167901" y="16427"/>
                </a:lnTo>
                <a:lnTo>
                  <a:pt x="168230" y="16384"/>
                </a:lnTo>
                <a:lnTo>
                  <a:pt x="168552" y="16334"/>
                </a:lnTo>
                <a:lnTo>
                  <a:pt x="168867" y="16276"/>
                </a:lnTo>
                <a:lnTo>
                  <a:pt x="169176" y="16210"/>
                </a:lnTo>
                <a:lnTo>
                  <a:pt x="169479" y="16136"/>
                </a:lnTo>
                <a:lnTo>
                  <a:pt x="169776" y="16054"/>
                </a:lnTo>
                <a:lnTo>
                  <a:pt x="170066" y="15965"/>
                </a:lnTo>
                <a:lnTo>
                  <a:pt x="170349" y="15868"/>
                </a:lnTo>
                <a:lnTo>
                  <a:pt x="170627" y="15763"/>
                </a:lnTo>
                <a:lnTo>
                  <a:pt x="170898" y="15650"/>
                </a:lnTo>
                <a:lnTo>
                  <a:pt x="171162" y="15530"/>
                </a:lnTo>
                <a:lnTo>
                  <a:pt x="171420" y="15402"/>
                </a:lnTo>
                <a:lnTo>
                  <a:pt x="171672" y="15266"/>
                </a:lnTo>
                <a:lnTo>
                  <a:pt x="171918" y="15122"/>
                </a:lnTo>
                <a:lnTo>
                  <a:pt x="172157" y="14970"/>
                </a:lnTo>
                <a:lnTo>
                  <a:pt x="172390" y="14811"/>
                </a:lnTo>
                <a:lnTo>
                  <a:pt x="172616" y="14644"/>
                </a:lnTo>
                <a:lnTo>
                  <a:pt x="172836" y="14469"/>
                </a:lnTo>
                <a:lnTo>
                  <a:pt x="173049" y="14287"/>
                </a:lnTo>
                <a:lnTo>
                  <a:pt x="173255" y="14097"/>
                </a:lnTo>
                <a:lnTo>
                  <a:pt x="173453" y="13903"/>
                </a:lnTo>
                <a:lnTo>
                  <a:pt x="173641" y="13703"/>
                </a:lnTo>
                <a:lnTo>
                  <a:pt x="173821" y="13498"/>
                </a:lnTo>
                <a:lnTo>
                  <a:pt x="173992" y="13287"/>
                </a:lnTo>
                <a:lnTo>
                  <a:pt x="174154" y="13071"/>
                </a:lnTo>
                <a:lnTo>
                  <a:pt x="174308" y="12849"/>
                </a:lnTo>
                <a:lnTo>
                  <a:pt x="174452" y="12622"/>
                </a:lnTo>
                <a:lnTo>
                  <a:pt x="174588" y="12390"/>
                </a:lnTo>
                <a:lnTo>
                  <a:pt x="174715" y="12153"/>
                </a:lnTo>
                <a:lnTo>
                  <a:pt x="174834" y="11910"/>
                </a:lnTo>
                <a:lnTo>
                  <a:pt x="174943" y="11661"/>
                </a:lnTo>
                <a:lnTo>
                  <a:pt x="175044" y="11408"/>
                </a:lnTo>
                <a:lnTo>
                  <a:pt x="175136" y="11148"/>
                </a:lnTo>
                <a:lnTo>
                  <a:pt x="175219" y="10884"/>
                </a:lnTo>
                <a:lnTo>
                  <a:pt x="175294" y="10614"/>
                </a:lnTo>
                <a:lnTo>
                  <a:pt x="175360" y="10339"/>
                </a:lnTo>
                <a:lnTo>
                  <a:pt x="175417" y="10058"/>
                </a:lnTo>
                <a:lnTo>
                  <a:pt x="175465" y="9772"/>
                </a:lnTo>
                <a:lnTo>
                  <a:pt x="175504" y="9481"/>
                </a:lnTo>
                <a:lnTo>
                  <a:pt x="175535" y="9184"/>
                </a:lnTo>
                <a:lnTo>
                  <a:pt x="175557" y="8882"/>
                </a:lnTo>
                <a:lnTo>
                  <a:pt x="175570" y="8574"/>
                </a:lnTo>
                <a:lnTo>
                  <a:pt x="175574" y="8261"/>
                </a:lnTo>
                <a:lnTo>
                  <a:pt x="175570" y="7948"/>
                </a:lnTo>
                <a:lnTo>
                  <a:pt x="175557" y="7641"/>
                </a:lnTo>
                <a:lnTo>
                  <a:pt x="175535" y="7339"/>
                </a:lnTo>
                <a:lnTo>
                  <a:pt x="175504" y="7042"/>
                </a:lnTo>
                <a:lnTo>
                  <a:pt x="175465" y="6751"/>
                </a:lnTo>
                <a:lnTo>
                  <a:pt x="175417" y="6465"/>
                </a:lnTo>
                <a:lnTo>
                  <a:pt x="175360" y="6185"/>
                </a:lnTo>
                <a:lnTo>
                  <a:pt x="175294" y="5909"/>
                </a:lnTo>
                <a:lnTo>
                  <a:pt x="175219" y="5640"/>
                </a:lnTo>
                <a:lnTo>
                  <a:pt x="175136" y="5375"/>
                </a:lnTo>
                <a:lnTo>
                  <a:pt x="175044" y="5116"/>
                </a:lnTo>
                <a:lnTo>
                  <a:pt x="174943" y="4863"/>
                </a:lnTo>
                <a:lnTo>
                  <a:pt x="174834" y="4614"/>
                </a:lnTo>
                <a:lnTo>
                  <a:pt x="174715" y="4371"/>
                </a:lnTo>
                <a:lnTo>
                  <a:pt x="174588" y="4134"/>
                </a:lnTo>
                <a:lnTo>
                  <a:pt x="174452" y="3902"/>
                </a:lnTo>
                <a:lnTo>
                  <a:pt x="174308" y="3675"/>
                </a:lnTo>
                <a:lnTo>
                  <a:pt x="174154" y="3453"/>
                </a:lnTo>
                <a:lnTo>
                  <a:pt x="173992" y="3237"/>
                </a:lnTo>
                <a:lnTo>
                  <a:pt x="173821" y="3027"/>
                </a:lnTo>
                <a:lnTo>
                  <a:pt x="173641" y="2821"/>
                </a:lnTo>
                <a:lnTo>
                  <a:pt x="173453" y="2622"/>
                </a:lnTo>
                <a:lnTo>
                  <a:pt x="173255" y="2427"/>
                </a:lnTo>
                <a:lnTo>
                  <a:pt x="173049" y="2238"/>
                </a:lnTo>
                <a:lnTo>
                  <a:pt x="172836" y="2055"/>
                </a:lnTo>
                <a:lnTo>
                  <a:pt x="172616" y="1880"/>
                </a:lnTo>
                <a:lnTo>
                  <a:pt x="172390" y="1713"/>
                </a:lnTo>
                <a:lnTo>
                  <a:pt x="172157" y="1554"/>
                </a:lnTo>
                <a:lnTo>
                  <a:pt x="171918" y="1403"/>
                </a:lnTo>
                <a:lnTo>
                  <a:pt x="171672" y="1259"/>
                </a:lnTo>
                <a:lnTo>
                  <a:pt x="171420" y="1123"/>
                </a:lnTo>
                <a:lnTo>
                  <a:pt x="171162" y="995"/>
                </a:lnTo>
                <a:lnTo>
                  <a:pt x="170898" y="874"/>
                </a:lnTo>
                <a:lnTo>
                  <a:pt x="170627" y="761"/>
                </a:lnTo>
                <a:lnTo>
                  <a:pt x="170349" y="657"/>
                </a:lnTo>
                <a:lnTo>
                  <a:pt x="170066" y="559"/>
                </a:lnTo>
                <a:lnTo>
                  <a:pt x="169776" y="470"/>
                </a:lnTo>
                <a:lnTo>
                  <a:pt x="169479" y="389"/>
                </a:lnTo>
                <a:lnTo>
                  <a:pt x="169176" y="315"/>
                </a:lnTo>
                <a:lnTo>
                  <a:pt x="168867" y="249"/>
                </a:lnTo>
                <a:lnTo>
                  <a:pt x="168552" y="190"/>
                </a:lnTo>
                <a:lnTo>
                  <a:pt x="168230" y="140"/>
                </a:lnTo>
                <a:lnTo>
                  <a:pt x="167901" y="97"/>
                </a:lnTo>
                <a:lnTo>
                  <a:pt x="167567" y="62"/>
                </a:lnTo>
                <a:lnTo>
                  <a:pt x="167226" y="35"/>
                </a:lnTo>
                <a:lnTo>
                  <a:pt x="166878" y="16"/>
                </a:lnTo>
                <a:lnTo>
                  <a:pt x="166525" y="4"/>
                </a:lnTo>
                <a:lnTo>
                  <a:pt x="166164" y="0"/>
                </a:lnTo>
                <a:lnTo>
                  <a:pt x="165804" y="4"/>
                </a:lnTo>
                <a:lnTo>
                  <a:pt x="165450" y="16"/>
                </a:lnTo>
                <a:lnTo>
                  <a:pt x="165103" y="35"/>
                </a:lnTo>
                <a:lnTo>
                  <a:pt x="164762" y="62"/>
                </a:lnTo>
                <a:lnTo>
                  <a:pt x="164427" y="97"/>
                </a:lnTo>
                <a:lnTo>
                  <a:pt x="164098" y="140"/>
                </a:lnTo>
                <a:lnTo>
                  <a:pt x="163776" y="190"/>
                </a:lnTo>
                <a:lnTo>
                  <a:pt x="163461" y="249"/>
                </a:lnTo>
                <a:lnTo>
                  <a:pt x="163151" y="315"/>
                </a:lnTo>
                <a:lnTo>
                  <a:pt x="162849" y="389"/>
                </a:lnTo>
                <a:lnTo>
                  <a:pt x="162552" y="470"/>
                </a:lnTo>
                <a:lnTo>
                  <a:pt x="162262" y="559"/>
                </a:lnTo>
                <a:lnTo>
                  <a:pt x="161978" y="657"/>
                </a:lnTo>
                <a:lnTo>
                  <a:pt x="161701" y="761"/>
                </a:lnTo>
                <a:lnTo>
                  <a:pt x="161430" y="874"/>
                </a:lnTo>
                <a:lnTo>
                  <a:pt x="161165" y="995"/>
                </a:lnTo>
                <a:lnTo>
                  <a:pt x="160907" y="1123"/>
                </a:lnTo>
                <a:lnTo>
                  <a:pt x="160655" y="1259"/>
                </a:lnTo>
                <a:lnTo>
                  <a:pt x="160409" y="1403"/>
                </a:lnTo>
                <a:lnTo>
                  <a:pt x="160170" y="1554"/>
                </a:lnTo>
                <a:lnTo>
                  <a:pt x="159938" y="1713"/>
                </a:lnTo>
                <a:lnTo>
                  <a:pt x="159711" y="1880"/>
                </a:lnTo>
                <a:lnTo>
                  <a:pt x="159491" y="2055"/>
                </a:lnTo>
                <a:lnTo>
                  <a:pt x="159278" y="2238"/>
                </a:lnTo>
                <a:lnTo>
                  <a:pt x="159072" y="2427"/>
                </a:lnTo>
                <a:lnTo>
                  <a:pt x="158875" y="2622"/>
                </a:lnTo>
                <a:lnTo>
                  <a:pt x="158686" y="2821"/>
                </a:lnTo>
                <a:lnTo>
                  <a:pt x="158507" y="3027"/>
                </a:lnTo>
                <a:lnTo>
                  <a:pt x="158336" y="3237"/>
                </a:lnTo>
                <a:lnTo>
                  <a:pt x="158174" y="3453"/>
                </a:lnTo>
                <a:lnTo>
                  <a:pt x="158020" y="3675"/>
                </a:lnTo>
                <a:lnTo>
                  <a:pt x="157876" y="3902"/>
                </a:lnTo>
                <a:lnTo>
                  <a:pt x="157740" y="4134"/>
                </a:lnTo>
                <a:lnTo>
                  <a:pt x="157613" y="4371"/>
                </a:lnTo>
                <a:lnTo>
                  <a:pt x="157495" y="4614"/>
                </a:lnTo>
                <a:lnTo>
                  <a:pt x="157385" y="4863"/>
                </a:lnTo>
                <a:lnTo>
                  <a:pt x="157285" y="5116"/>
                </a:lnTo>
                <a:lnTo>
                  <a:pt x="157193" y="5375"/>
                </a:lnTo>
                <a:lnTo>
                  <a:pt x="157109" y="5640"/>
                </a:lnTo>
                <a:lnTo>
                  <a:pt x="157035" y="5909"/>
                </a:lnTo>
                <a:lnTo>
                  <a:pt x="156969" y="6185"/>
                </a:lnTo>
                <a:lnTo>
                  <a:pt x="156912" y="6465"/>
                </a:lnTo>
                <a:lnTo>
                  <a:pt x="156864" y="6751"/>
                </a:lnTo>
                <a:lnTo>
                  <a:pt x="156825" y="7042"/>
                </a:lnTo>
                <a:lnTo>
                  <a:pt x="156794" y="7339"/>
                </a:lnTo>
                <a:lnTo>
                  <a:pt x="156772" y="7641"/>
                </a:lnTo>
                <a:lnTo>
                  <a:pt x="156759" y="7948"/>
                </a:lnTo>
                <a:lnTo>
                  <a:pt x="156755" y="8261"/>
                </a:lnTo>
                <a:lnTo>
                  <a:pt x="156759" y="8574"/>
                </a:lnTo>
                <a:lnTo>
                  <a:pt x="156772" y="8882"/>
                </a:lnTo>
                <a:lnTo>
                  <a:pt x="156794" y="9184"/>
                </a:lnTo>
                <a:lnTo>
                  <a:pt x="156825" y="9481"/>
                </a:lnTo>
                <a:lnTo>
                  <a:pt x="156864" y="9772"/>
                </a:lnTo>
                <a:lnTo>
                  <a:pt x="156912" y="10058"/>
                </a:lnTo>
                <a:lnTo>
                  <a:pt x="156969" y="10339"/>
                </a:lnTo>
                <a:lnTo>
                  <a:pt x="157035" y="10614"/>
                </a:lnTo>
                <a:lnTo>
                  <a:pt x="157109" y="10884"/>
                </a:lnTo>
                <a:lnTo>
                  <a:pt x="157193" y="11148"/>
                </a:lnTo>
                <a:lnTo>
                  <a:pt x="157285" y="11408"/>
                </a:lnTo>
                <a:lnTo>
                  <a:pt x="157385" y="11661"/>
                </a:lnTo>
                <a:lnTo>
                  <a:pt x="157495" y="11910"/>
                </a:lnTo>
                <a:lnTo>
                  <a:pt x="157613" y="12153"/>
                </a:lnTo>
                <a:lnTo>
                  <a:pt x="157740" y="12390"/>
                </a:lnTo>
                <a:lnTo>
                  <a:pt x="157876" y="12622"/>
                </a:lnTo>
                <a:lnTo>
                  <a:pt x="158020" y="12849"/>
                </a:lnTo>
                <a:lnTo>
                  <a:pt x="158174" y="13071"/>
                </a:lnTo>
                <a:lnTo>
                  <a:pt x="158336" y="13287"/>
                </a:lnTo>
                <a:lnTo>
                  <a:pt x="158507" y="13498"/>
                </a:lnTo>
                <a:lnTo>
                  <a:pt x="158686" y="13703"/>
                </a:lnTo>
                <a:lnTo>
                  <a:pt x="158875" y="13903"/>
                </a:lnTo>
                <a:lnTo>
                  <a:pt x="159072" y="14097"/>
                </a:lnTo>
                <a:lnTo>
                  <a:pt x="159278" y="14287"/>
                </a:lnTo>
                <a:lnTo>
                  <a:pt x="159491" y="14469"/>
                </a:lnTo>
                <a:lnTo>
                  <a:pt x="159711" y="14644"/>
                </a:lnTo>
                <a:lnTo>
                  <a:pt x="159938" y="14811"/>
                </a:lnTo>
                <a:lnTo>
                  <a:pt x="160170" y="14970"/>
                </a:lnTo>
                <a:lnTo>
                  <a:pt x="160409" y="15122"/>
                </a:lnTo>
                <a:lnTo>
                  <a:pt x="160655" y="15266"/>
                </a:lnTo>
                <a:lnTo>
                  <a:pt x="160907" y="15402"/>
                </a:lnTo>
                <a:lnTo>
                  <a:pt x="161165" y="15530"/>
                </a:lnTo>
                <a:lnTo>
                  <a:pt x="161430" y="15650"/>
                </a:lnTo>
                <a:lnTo>
                  <a:pt x="161701" y="15763"/>
                </a:lnTo>
                <a:lnTo>
                  <a:pt x="161978" y="15868"/>
                </a:lnTo>
                <a:lnTo>
                  <a:pt x="162262" y="15965"/>
                </a:lnTo>
                <a:lnTo>
                  <a:pt x="162552" y="16054"/>
                </a:lnTo>
                <a:lnTo>
                  <a:pt x="162849" y="16136"/>
                </a:lnTo>
                <a:lnTo>
                  <a:pt x="163151" y="16210"/>
                </a:lnTo>
                <a:lnTo>
                  <a:pt x="163461" y="16276"/>
                </a:lnTo>
                <a:lnTo>
                  <a:pt x="163776" y="16334"/>
                </a:lnTo>
                <a:lnTo>
                  <a:pt x="164098" y="16384"/>
                </a:lnTo>
                <a:lnTo>
                  <a:pt x="164427" y="16427"/>
                </a:lnTo>
                <a:lnTo>
                  <a:pt x="164762" y="16462"/>
                </a:lnTo>
                <a:lnTo>
                  <a:pt x="165103" y="16489"/>
                </a:lnTo>
                <a:lnTo>
                  <a:pt x="165450" y="16509"/>
                </a:lnTo>
                <a:lnTo>
                  <a:pt x="165804" y="16520"/>
                </a:lnTo>
                <a:lnTo>
                  <a:pt x="166164" y="16524"/>
                </a:lnTo>
                <a:lnTo>
                  <a:pt x="166525" y="16520"/>
                </a:lnTo>
                <a:lnTo>
                  <a:pt x="166878" y="16509"/>
                </a:lnTo>
                <a:lnTo>
                  <a:pt x="167226" y="16489"/>
                </a:lnTo>
                <a:close/>
                <a:moveTo>
                  <a:pt x="106190" y="37152"/>
                </a:moveTo>
                <a:lnTo>
                  <a:pt x="106039" y="36619"/>
                </a:lnTo>
                <a:lnTo>
                  <a:pt x="105871" y="36098"/>
                </a:lnTo>
                <a:lnTo>
                  <a:pt x="105688" y="35588"/>
                </a:lnTo>
                <a:lnTo>
                  <a:pt x="105489" y="35089"/>
                </a:lnTo>
                <a:lnTo>
                  <a:pt x="105273" y="34601"/>
                </a:lnTo>
                <a:lnTo>
                  <a:pt x="105042" y="34125"/>
                </a:lnTo>
                <a:lnTo>
                  <a:pt x="104795" y="33661"/>
                </a:lnTo>
                <a:lnTo>
                  <a:pt x="104532" y="33207"/>
                </a:lnTo>
                <a:lnTo>
                  <a:pt x="104253" y="32765"/>
                </a:lnTo>
                <a:lnTo>
                  <a:pt x="103958" y="32335"/>
                </a:lnTo>
                <a:lnTo>
                  <a:pt x="103647" y="31916"/>
                </a:lnTo>
                <a:lnTo>
                  <a:pt x="103320" y="31508"/>
                </a:lnTo>
                <a:lnTo>
                  <a:pt x="102978" y="31111"/>
                </a:lnTo>
                <a:lnTo>
                  <a:pt x="102619" y="30726"/>
                </a:lnTo>
                <a:lnTo>
                  <a:pt x="102244" y="30352"/>
                </a:lnTo>
                <a:lnTo>
                  <a:pt x="101856" y="29992"/>
                </a:lnTo>
                <a:lnTo>
                  <a:pt x="101457" y="29646"/>
                </a:lnTo>
                <a:lnTo>
                  <a:pt x="101047" y="29317"/>
                </a:lnTo>
                <a:lnTo>
                  <a:pt x="100625" y="29002"/>
                </a:lnTo>
                <a:lnTo>
                  <a:pt x="100193" y="28703"/>
                </a:lnTo>
                <a:lnTo>
                  <a:pt x="99749" y="28419"/>
                </a:lnTo>
                <a:lnTo>
                  <a:pt x="99294" y="28151"/>
                </a:lnTo>
                <a:lnTo>
                  <a:pt x="98828" y="27898"/>
                </a:lnTo>
                <a:lnTo>
                  <a:pt x="98351" y="27660"/>
                </a:lnTo>
                <a:lnTo>
                  <a:pt x="97862" y="27438"/>
                </a:lnTo>
                <a:lnTo>
                  <a:pt x="97363" y="27230"/>
                </a:lnTo>
                <a:lnTo>
                  <a:pt x="96852" y="27039"/>
                </a:lnTo>
                <a:lnTo>
                  <a:pt x="96330" y="26862"/>
                </a:lnTo>
                <a:lnTo>
                  <a:pt x="95797" y="26701"/>
                </a:lnTo>
                <a:lnTo>
                  <a:pt x="95253" y="26555"/>
                </a:lnTo>
                <a:lnTo>
                  <a:pt x="94697" y="26425"/>
                </a:lnTo>
                <a:lnTo>
                  <a:pt x="94131" y="26310"/>
                </a:lnTo>
                <a:lnTo>
                  <a:pt x="93553" y="26210"/>
                </a:lnTo>
                <a:lnTo>
                  <a:pt x="92964" y="26126"/>
                </a:lnTo>
                <a:lnTo>
                  <a:pt x="92364" y="26057"/>
                </a:lnTo>
                <a:lnTo>
                  <a:pt x="91753" y="26003"/>
                </a:lnTo>
                <a:lnTo>
                  <a:pt x="91131" y="25965"/>
                </a:lnTo>
                <a:lnTo>
                  <a:pt x="90497" y="25942"/>
                </a:lnTo>
                <a:lnTo>
                  <a:pt x="89853" y="25934"/>
                </a:lnTo>
                <a:lnTo>
                  <a:pt x="89065" y="25946"/>
                </a:lnTo>
                <a:lnTo>
                  <a:pt x="88291" y="25980"/>
                </a:lnTo>
                <a:lnTo>
                  <a:pt x="87530" y="26036"/>
                </a:lnTo>
                <a:lnTo>
                  <a:pt x="86783" y="26116"/>
                </a:lnTo>
                <a:lnTo>
                  <a:pt x="86048" y="26218"/>
                </a:lnTo>
                <a:lnTo>
                  <a:pt x="85326" y="26343"/>
                </a:lnTo>
                <a:lnTo>
                  <a:pt x="84618" y="26491"/>
                </a:lnTo>
                <a:lnTo>
                  <a:pt x="83923" y="26661"/>
                </a:lnTo>
                <a:lnTo>
                  <a:pt x="83241" y="26854"/>
                </a:lnTo>
                <a:lnTo>
                  <a:pt x="82572" y="27070"/>
                </a:lnTo>
                <a:lnTo>
                  <a:pt x="81916" y="27308"/>
                </a:lnTo>
                <a:lnTo>
                  <a:pt x="81274" y="27570"/>
                </a:lnTo>
                <a:lnTo>
                  <a:pt x="80644" y="27854"/>
                </a:lnTo>
                <a:lnTo>
                  <a:pt x="80028" y="28160"/>
                </a:lnTo>
                <a:lnTo>
                  <a:pt x="79425" y="28490"/>
                </a:lnTo>
                <a:lnTo>
                  <a:pt x="78835" y="28842"/>
                </a:lnTo>
                <a:lnTo>
                  <a:pt x="78258" y="29216"/>
                </a:lnTo>
                <a:lnTo>
                  <a:pt x="77695" y="29614"/>
                </a:lnTo>
                <a:lnTo>
                  <a:pt x="77144" y="30034"/>
                </a:lnTo>
                <a:lnTo>
                  <a:pt x="76607" y="30477"/>
                </a:lnTo>
                <a:lnTo>
                  <a:pt x="76083" y="30943"/>
                </a:lnTo>
                <a:lnTo>
                  <a:pt x="75572" y="31431"/>
                </a:lnTo>
                <a:lnTo>
                  <a:pt x="75074" y="31942"/>
                </a:lnTo>
                <a:lnTo>
                  <a:pt x="74589" y="32476"/>
                </a:lnTo>
                <a:lnTo>
                  <a:pt x="74121" y="33029"/>
                </a:lnTo>
                <a:lnTo>
                  <a:pt x="73673" y="33598"/>
                </a:lnTo>
                <a:lnTo>
                  <a:pt x="73245" y="34183"/>
                </a:lnTo>
                <a:lnTo>
                  <a:pt x="72836" y="34784"/>
                </a:lnTo>
                <a:lnTo>
                  <a:pt x="72448" y="35400"/>
                </a:lnTo>
                <a:lnTo>
                  <a:pt x="72079" y="36033"/>
                </a:lnTo>
                <a:lnTo>
                  <a:pt x="71731" y="36682"/>
                </a:lnTo>
                <a:lnTo>
                  <a:pt x="71402" y="37346"/>
                </a:lnTo>
                <a:lnTo>
                  <a:pt x="71093" y="38027"/>
                </a:lnTo>
                <a:lnTo>
                  <a:pt x="70805" y="38723"/>
                </a:lnTo>
                <a:lnTo>
                  <a:pt x="70536" y="39436"/>
                </a:lnTo>
                <a:lnTo>
                  <a:pt x="70287" y="40164"/>
                </a:lnTo>
                <a:lnTo>
                  <a:pt x="70058" y="40908"/>
                </a:lnTo>
                <a:lnTo>
                  <a:pt x="69849" y="41668"/>
                </a:lnTo>
                <a:lnTo>
                  <a:pt x="69659" y="42444"/>
                </a:lnTo>
                <a:lnTo>
                  <a:pt x="69490" y="43237"/>
                </a:lnTo>
                <a:lnTo>
                  <a:pt x="69341" y="44045"/>
                </a:lnTo>
                <a:lnTo>
                  <a:pt x="69211" y="44869"/>
                </a:lnTo>
                <a:lnTo>
                  <a:pt x="69102" y="45709"/>
                </a:lnTo>
                <a:lnTo>
                  <a:pt x="69012" y="46564"/>
                </a:lnTo>
                <a:lnTo>
                  <a:pt x="68942" y="47436"/>
                </a:lnTo>
                <a:lnTo>
                  <a:pt x="68892" y="48324"/>
                </a:lnTo>
                <a:lnTo>
                  <a:pt x="68863" y="49228"/>
                </a:lnTo>
                <a:lnTo>
                  <a:pt x="68853" y="50147"/>
                </a:lnTo>
                <a:lnTo>
                  <a:pt x="68853" y="67246"/>
                </a:lnTo>
                <a:lnTo>
                  <a:pt x="68863" y="68156"/>
                </a:lnTo>
                <a:lnTo>
                  <a:pt x="68893" y="69051"/>
                </a:lnTo>
                <a:lnTo>
                  <a:pt x="68943" y="69930"/>
                </a:lnTo>
                <a:lnTo>
                  <a:pt x="69014" y="70793"/>
                </a:lnTo>
                <a:lnTo>
                  <a:pt x="69104" y="71642"/>
                </a:lnTo>
                <a:lnTo>
                  <a:pt x="69215" y="72474"/>
                </a:lnTo>
                <a:lnTo>
                  <a:pt x="69346" y="73291"/>
                </a:lnTo>
                <a:lnTo>
                  <a:pt x="69496" y="74093"/>
                </a:lnTo>
                <a:lnTo>
                  <a:pt x="69667" y="74878"/>
                </a:lnTo>
                <a:lnTo>
                  <a:pt x="69859" y="75649"/>
                </a:lnTo>
                <a:lnTo>
                  <a:pt x="70070" y="76404"/>
                </a:lnTo>
                <a:lnTo>
                  <a:pt x="70301" y="77143"/>
                </a:lnTo>
                <a:lnTo>
                  <a:pt x="70553" y="77867"/>
                </a:lnTo>
                <a:lnTo>
                  <a:pt x="70824" y="78575"/>
                </a:lnTo>
                <a:lnTo>
                  <a:pt x="71116" y="79268"/>
                </a:lnTo>
                <a:lnTo>
                  <a:pt x="71428" y="79945"/>
                </a:lnTo>
                <a:lnTo>
                  <a:pt x="71760" y="80607"/>
                </a:lnTo>
                <a:lnTo>
                  <a:pt x="72112" y="81253"/>
                </a:lnTo>
                <a:lnTo>
                  <a:pt x="72484" y="81883"/>
                </a:lnTo>
                <a:lnTo>
                  <a:pt x="72876" y="82498"/>
                </a:lnTo>
                <a:lnTo>
                  <a:pt x="73289" y="83098"/>
                </a:lnTo>
                <a:lnTo>
                  <a:pt x="73721" y="83682"/>
                </a:lnTo>
                <a:lnTo>
                  <a:pt x="74174" y="84250"/>
                </a:lnTo>
                <a:lnTo>
                  <a:pt x="74647" y="84803"/>
                </a:lnTo>
                <a:lnTo>
                  <a:pt x="75136" y="85337"/>
                </a:lnTo>
                <a:lnTo>
                  <a:pt x="75638" y="85848"/>
                </a:lnTo>
                <a:lnTo>
                  <a:pt x="76152" y="86336"/>
                </a:lnTo>
                <a:lnTo>
                  <a:pt x="76679" y="86802"/>
                </a:lnTo>
                <a:lnTo>
                  <a:pt x="77219" y="87244"/>
                </a:lnTo>
                <a:lnTo>
                  <a:pt x="77771" y="87665"/>
                </a:lnTo>
                <a:lnTo>
                  <a:pt x="78335" y="88062"/>
                </a:lnTo>
                <a:lnTo>
                  <a:pt x="78912" y="88437"/>
                </a:lnTo>
                <a:lnTo>
                  <a:pt x="79502" y="88789"/>
                </a:lnTo>
                <a:lnTo>
                  <a:pt x="80104" y="89118"/>
                </a:lnTo>
                <a:lnTo>
                  <a:pt x="80719" y="89424"/>
                </a:lnTo>
                <a:lnTo>
                  <a:pt x="81346" y="89708"/>
                </a:lnTo>
                <a:lnTo>
                  <a:pt x="81986" y="89969"/>
                </a:lnTo>
                <a:lnTo>
                  <a:pt x="82638" y="90208"/>
                </a:lnTo>
                <a:lnTo>
                  <a:pt x="83303" y="90424"/>
                </a:lnTo>
                <a:lnTo>
                  <a:pt x="83981" y="90617"/>
                </a:lnTo>
                <a:lnTo>
                  <a:pt x="84671" y="90787"/>
                </a:lnTo>
                <a:lnTo>
                  <a:pt x="85373" y="90935"/>
                </a:lnTo>
                <a:lnTo>
                  <a:pt x="86089" y="91059"/>
                </a:lnTo>
                <a:lnTo>
                  <a:pt x="86816" y="91162"/>
                </a:lnTo>
                <a:lnTo>
                  <a:pt x="87557" y="91241"/>
                </a:lnTo>
                <a:lnTo>
                  <a:pt x="88309" y="91298"/>
                </a:lnTo>
                <a:lnTo>
                  <a:pt x="89075" y="91332"/>
                </a:lnTo>
                <a:lnTo>
                  <a:pt x="89853" y="91343"/>
                </a:lnTo>
                <a:lnTo>
                  <a:pt x="90497" y="91336"/>
                </a:lnTo>
                <a:lnTo>
                  <a:pt x="91131" y="91313"/>
                </a:lnTo>
                <a:lnTo>
                  <a:pt x="91753" y="91274"/>
                </a:lnTo>
                <a:lnTo>
                  <a:pt x="92364" y="91221"/>
                </a:lnTo>
                <a:lnTo>
                  <a:pt x="92964" y="91152"/>
                </a:lnTo>
                <a:lnTo>
                  <a:pt x="93553" y="91067"/>
                </a:lnTo>
                <a:lnTo>
                  <a:pt x="94131" y="90967"/>
                </a:lnTo>
                <a:lnTo>
                  <a:pt x="94697" y="90852"/>
                </a:lnTo>
                <a:lnTo>
                  <a:pt x="95253" y="90722"/>
                </a:lnTo>
                <a:lnTo>
                  <a:pt x="95797" y="90576"/>
                </a:lnTo>
                <a:lnTo>
                  <a:pt x="96330" y="90415"/>
                </a:lnTo>
                <a:lnTo>
                  <a:pt x="96852" y="90239"/>
                </a:lnTo>
                <a:lnTo>
                  <a:pt x="97363" y="90047"/>
                </a:lnTo>
                <a:lnTo>
                  <a:pt x="97862" y="89840"/>
                </a:lnTo>
                <a:lnTo>
                  <a:pt x="98351" y="89618"/>
                </a:lnTo>
                <a:lnTo>
                  <a:pt x="98828" y="89380"/>
                </a:lnTo>
                <a:lnTo>
                  <a:pt x="99294" y="89127"/>
                </a:lnTo>
                <a:lnTo>
                  <a:pt x="99749" y="88858"/>
                </a:lnTo>
                <a:lnTo>
                  <a:pt x="100193" y="88575"/>
                </a:lnTo>
                <a:lnTo>
                  <a:pt x="100625" y="88275"/>
                </a:lnTo>
                <a:lnTo>
                  <a:pt x="101047" y="87961"/>
                </a:lnTo>
                <a:lnTo>
                  <a:pt x="101457" y="87631"/>
                </a:lnTo>
                <a:lnTo>
                  <a:pt x="101856" y="87286"/>
                </a:lnTo>
                <a:lnTo>
                  <a:pt x="102244" y="86926"/>
                </a:lnTo>
                <a:lnTo>
                  <a:pt x="102619" y="86552"/>
                </a:lnTo>
                <a:lnTo>
                  <a:pt x="102978" y="86166"/>
                </a:lnTo>
                <a:lnTo>
                  <a:pt x="103320" y="85770"/>
                </a:lnTo>
                <a:lnTo>
                  <a:pt x="103647" y="85362"/>
                </a:lnTo>
                <a:lnTo>
                  <a:pt x="103958" y="84943"/>
                </a:lnTo>
                <a:lnTo>
                  <a:pt x="104253" y="84512"/>
                </a:lnTo>
                <a:lnTo>
                  <a:pt x="104532" y="84070"/>
                </a:lnTo>
                <a:lnTo>
                  <a:pt x="104795" y="83617"/>
                </a:lnTo>
                <a:lnTo>
                  <a:pt x="105042" y="83152"/>
                </a:lnTo>
                <a:lnTo>
                  <a:pt x="105273" y="82676"/>
                </a:lnTo>
                <a:lnTo>
                  <a:pt x="105489" y="82189"/>
                </a:lnTo>
                <a:lnTo>
                  <a:pt x="105688" y="81690"/>
                </a:lnTo>
                <a:lnTo>
                  <a:pt x="105871" y="81180"/>
                </a:lnTo>
                <a:lnTo>
                  <a:pt x="106039" y="80658"/>
                </a:lnTo>
                <a:lnTo>
                  <a:pt x="106190" y="80126"/>
                </a:lnTo>
                <a:lnTo>
                  <a:pt x="106325" y="79581"/>
                </a:lnTo>
                <a:lnTo>
                  <a:pt x="106445" y="79026"/>
                </a:lnTo>
                <a:lnTo>
                  <a:pt x="106549" y="78459"/>
                </a:lnTo>
                <a:lnTo>
                  <a:pt x="106596" y="78148"/>
                </a:lnTo>
                <a:lnTo>
                  <a:pt x="106836" y="78148"/>
                </a:lnTo>
                <a:lnTo>
                  <a:pt x="106836" y="90196"/>
                </a:lnTo>
                <a:lnTo>
                  <a:pt x="120835" y="90196"/>
                </a:lnTo>
                <a:lnTo>
                  <a:pt x="120835" y="6426"/>
                </a:lnTo>
                <a:lnTo>
                  <a:pt x="106491" y="6426"/>
                </a:lnTo>
                <a:lnTo>
                  <a:pt x="106491" y="24097"/>
                </a:lnTo>
                <a:lnTo>
                  <a:pt x="106949" y="39130"/>
                </a:lnTo>
                <a:lnTo>
                  <a:pt x="106596" y="39130"/>
                </a:lnTo>
                <a:lnTo>
                  <a:pt x="106549" y="38819"/>
                </a:lnTo>
                <a:lnTo>
                  <a:pt x="106445" y="38252"/>
                </a:lnTo>
                <a:lnTo>
                  <a:pt x="106325" y="37696"/>
                </a:lnTo>
                <a:lnTo>
                  <a:pt x="106190" y="37152"/>
                </a:lnTo>
                <a:close/>
                <a:moveTo>
                  <a:pt x="93131" y="78860"/>
                </a:moveTo>
                <a:lnTo>
                  <a:pt x="92710" y="78810"/>
                </a:lnTo>
                <a:lnTo>
                  <a:pt x="92297" y="78749"/>
                </a:lnTo>
                <a:lnTo>
                  <a:pt x="91892" y="78676"/>
                </a:lnTo>
                <a:lnTo>
                  <a:pt x="91496" y="78593"/>
                </a:lnTo>
                <a:lnTo>
                  <a:pt x="91108" y="78498"/>
                </a:lnTo>
                <a:lnTo>
                  <a:pt x="90729" y="78392"/>
                </a:lnTo>
                <a:lnTo>
                  <a:pt x="90358" y="78275"/>
                </a:lnTo>
                <a:lnTo>
                  <a:pt x="89995" y="78146"/>
                </a:lnTo>
                <a:lnTo>
                  <a:pt x="89640" y="78007"/>
                </a:lnTo>
                <a:lnTo>
                  <a:pt x="89294" y="77856"/>
                </a:lnTo>
                <a:lnTo>
                  <a:pt x="88957" y="77695"/>
                </a:lnTo>
                <a:lnTo>
                  <a:pt x="88627" y="77522"/>
                </a:lnTo>
                <a:lnTo>
                  <a:pt x="88306" y="77338"/>
                </a:lnTo>
                <a:lnTo>
                  <a:pt x="87994" y="77142"/>
                </a:lnTo>
                <a:lnTo>
                  <a:pt x="87690" y="76936"/>
                </a:lnTo>
                <a:lnTo>
                  <a:pt x="87394" y="76718"/>
                </a:lnTo>
                <a:lnTo>
                  <a:pt x="87107" y="76490"/>
                </a:lnTo>
                <a:lnTo>
                  <a:pt x="86827" y="76250"/>
                </a:lnTo>
                <a:lnTo>
                  <a:pt x="86557" y="75999"/>
                </a:lnTo>
                <a:lnTo>
                  <a:pt x="86294" y="75737"/>
                </a:lnTo>
                <a:lnTo>
                  <a:pt x="86042" y="75464"/>
                </a:lnTo>
                <a:lnTo>
                  <a:pt x="85800" y="75182"/>
                </a:lnTo>
                <a:lnTo>
                  <a:pt x="85568" y="74890"/>
                </a:lnTo>
                <a:lnTo>
                  <a:pt x="85348" y="74589"/>
                </a:lnTo>
                <a:lnTo>
                  <a:pt x="85138" y="74278"/>
                </a:lnTo>
                <a:lnTo>
                  <a:pt x="84939" y="73958"/>
                </a:lnTo>
                <a:lnTo>
                  <a:pt x="84751" y="73628"/>
                </a:lnTo>
                <a:lnTo>
                  <a:pt x="84574" y="73289"/>
                </a:lnTo>
                <a:lnTo>
                  <a:pt x="84407" y="72940"/>
                </a:lnTo>
                <a:lnTo>
                  <a:pt x="84251" y="72581"/>
                </a:lnTo>
                <a:lnTo>
                  <a:pt x="84106" y="72213"/>
                </a:lnTo>
                <a:lnTo>
                  <a:pt x="83971" y="71835"/>
                </a:lnTo>
                <a:lnTo>
                  <a:pt x="83848" y="71448"/>
                </a:lnTo>
                <a:lnTo>
                  <a:pt x="83735" y="71051"/>
                </a:lnTo>
                <a:lnTo>
                  <a:pt x="83633" y="70645"/>
                </a:lnTo>
                <a:lnTo>
                  <a:pt x="83541" y="70229"/>
                </a:lnTo>
                <a:lnTo>
                  <a:pt x="83460" y="69804"/>
                </a:lnTo>
                <a:lnTo>
                  <a:pt x="83391" y="69369"/>
                </a:lnTo>
                <a:lnTo>
                  <a:pt x="83331" y="68924"/>
                </a:lnTo>
                <a:lnTo>
                  <a:pt x="83283" y="68470"/>
                </a:lnTo>
                <a:lnTo>
                  <a:pt x="83245" y="68006"/>
                </a:lnTo>
                <a:lnTo>
                  <a:pt x="83218" y="67533"/>
                </a:lnTo>
                <a:lnTo>
                  <a:pt x="83202" y="67050"/>
                </a:lnTo>
                <a:lnTo>
                  <a:pt x="83197" y="66558"/>
                </a:lnTo>
                <a:lnTo>
                  <a:pt x="83197" y="50722"/>
                </a:lnTo>
                <a:lnTo>
                  <a:pt x="83202" y="50229"/>
                </a:lnTo>
                <a:lnTo>
                  <a:pt x="83218" y="49746"/>
                </a:lnTo>
                <a:lnTo>
                  <a:pt x="83245" y="49273"/>
                </a:lnTo>
                <a:lnTo>
                  <a:pt x="83283" y="48809"/>
                </a:lnTo>
                <a:lnTo>
                  <a:pt x="83331" y="48355"/>
                </a:lnTo>
                <a:lnTo>
                  <a:pt x="83391" y="47910"/>
                </a:lnTo>
                <a:lnTo>
                  <a:pt x="83460" y="47475"/>
                </a:lnTo>
                <a:lnTo>
                  <a:pt x="83541" y="47049"/>
                </a:lnTo>
                <a:lnTo>
                  <a:pt x="83633" y="46633"/>
                </a:lnTo>
                <a:lnTo>
                  <a:pt x="83735" y="46227"/>
                </a:lnTo>
                <a:lnTo>
                  <a:pt x="83848" y="45830"/>
                </a:lnTo>
                <a:lnTo>
                  <a:pt x="83971" y="45443"/>
                </a:lnTo>
                <a:lnTo>
                  <a:pt x="84106" y="45065"/>
                </a:lnTo>
                <a:lnTo>
                  <a:pt x="84251" y="44697"/>
                </a:lnTo>
                <a:lnTo>
                  <a:pt x="84407" y="44338"/>
                </a:lnTo>
                <a:lnTo>
                  <a:pt x="84574" y="43989"/>
                </a:lnTo>
                <a:lnTo>
                  <a:pt x="84751" y="43650"/>
                </a:lnTo>
                <a:lnTo>
                  <a:pt x="84939" y="43320"/>
                </a:lnTo>
                <a:lnTo>
                  <a:pt x="85138" y="42999"/>
                </a:lnTo>
                <a:lnTo>
                  <a:pt x="85348" y="42689"/>
                </a:lnTo>
                <a:lnTo>
                  <a:pt x="85568" y="42387"/>
                </a:lnTo>
                <a:lnTo>
                  <a:pt x="85800" y="42096"/>
                </a:lnTo>
                <a:lnTo>
                  <a:pt x="86042" y="41814"/>
                </a:lnTo>
                <a:lnTo>
                  <a:pt x="86294" y="41541"/>
                </a:lnTo>
                <a:lnTo>
                  <a:pt x="86557" y="41279"/>
                </a:lnTo>
                <a:lnTo>
                  <a:pt x="86827" y="41028"/>
                </a:lnTo>
                <a:lnTo>
                  <a:pt x="87107" y="40788"/>
                </a:lnTo>
                <a:lnTo>
                  <a:pt x="87394" y="40559"/>
                </a:lnTo>
                <a:lnTo>
                  <a:pt x="87690" y="40342"/>
                </a:lnTo>
                <a:lnTo>
                  <a:pt x="87994" y="40135"/>
                </a:lnTo>
                <a:lnTo>
                  <a:pt x="88306" y="39940"/>
                </a:lnTo>
                <a:lnTo>
                  <a:pt x="88627" y="39756"/>
                </a:lnTo>
                <a:lnTo>
                  <a:pt x="88957" y="39583"/>
                </a:lnTo>
                <a:lnTo>
                  <a:pt x="89294" y="39421"/>
                </a:lnTo>
                <a:lnTo>
                  <a:pt x="89640" y="39271"/>
                </a:lnTo>
                <a:lnTo>
                  <a:pt x="89995" y="39131"/>
                </a:lnTo>
                <a:lnTo>
                  <a:pt x="90358" y="39003"/>
                </a:lnTo>
                <a:lnTo>
                  <a:pt x="90729" y="38886"/>
                </a:lnTo>
                <a:lnTo>
                  <a:pt x="91108" y="38780"/>
                </a:lnTo>
                <a:lnTo>
                  <a:pt x="91496" y="38685"/>
                </a:lnTo>
                <a:lnTo>
                  <a:pt x="91892" y="38601"/>
                </a:lnTo>
                <a:lnTo>
                  <a:pt x="92297" y="38529"/>
                </a:lnTo>
                <a:lnTo>
                  <a:pt x="92710" y="38467"/>
                </a:lnTo>
                <a:lnTo>
                  <a:pt x="93131" y="38417"/>
                </a:lnTo>
                <a:lnTo>
                  <a:pt x="93561" y="38378"/>
                </a:lnTo>
                <a:lnTo>
                  <a:pt x="93999" y="38350"/>
                </a:lnTo>
                <a:lnTo>
                  <a:pt x="94446" y="38333"/>
                </a:lnTo>
                <a:lnTo>
                  <a:pt x="94901" y="38328"/>
                </a:lnTo>
                <a:lnTo>
                  <a:pt x="95355" y="38334"/>
                </a:lnTo>
                <a:lnTo>
                  <a:pt x="95802" y="38351"/>
                </a:lnTo>
                <a:lnTo>
                  <a:pt x="96239" y="38379"/>
                </a:lnTo>
                <a:lnTo>
                  <a:pt x="96668" y="38419"/>
                </a:lnTo>
                <a:lnTo>
                  <a:pt x="97089" y="38470"/>
                </a:lnTo>
                <a:lnTo>
                  <a:pt x="97501" y="38532"/>
                </a:lnTo>
                <a:lnTo>
                  <a:pt x="97904" y="38606"/>
                </a:lnTo>
                <a:lnTo>
                  <a:pt x="98299" y="38691"/>
                </a:lnTo>
                <a:lnTo>
                  <a:pt x="98685" y="38788"/>
                </a:lnTo>
                <a:lnTo>
                  <a:pt x="99063" y="38896"/>
                </a:lnTo>
                <a:lnTo>
                  <a:pt x="99432" y="39015"/>
                </a:lnTo>
                <a:lnTo>
                  <a:pt x="99792" y="39146"/>
                </a:lnTo>
                <a:lnTo>
                  <a:pt x="100144" y="39288"/>
                </a:lnTo>
                <a:lnTo>
                  <a:pt x="100487" y="39441"/>
                </a:lnTo>
                <a:lnTo>
                  <a:pt x="100822" y="39606"/>
                </a:lnTo>
                <a:lnTo>
                  <a:pt x="101148" y="39782"/>
                </a:lnTo>
                <a:lnTo>
                  <a:pt x="101466" y="39969"/>
                </a:lnTo>
                <a:lnTo>
                  <a:pt x="101775" y="40168"/>
                </a:lnTo>
                <a:lnTo>
                  <a:pt x="102075" y="40378"/>
                </a:lnTo>
                <a:lnTo>
                  <a:pt x="102367" y="40599"/>
                </a:lnTo>
                <a:lnTo>
                  <a:pt x="102651" y="40832"/>
                </a:lnTo>
                <a:lnTo>
                  <a:pt x="102925" y="41076"/>
                </a:lnTo>
                <a:lnTo>
                  <a:pt x="103192" y="41332"/>
                </a:lnTo>
                <a:lnTo>
                  <a:pt x="103449" y="41599"/>
                </a:lnTo>
                <a:lnTo>
                  <a:pt x="103697" y="41876"/>
                </a:lnTo>
                <a:lnTo>
                  <a:pt x="103935" y="42162"/>
                </a:lnTo>
                <a:lnTo>
                  <a:pt x="104162" y="42456"/>
                </a:lnTo>
                <a:lnTo>
                  <a:pt x="104378" y="42760"/>
                </a:lnTo>
                <a:lnTo>
                  <a:pt x="104584" y="43073"/>
                </a:lnTo>
                <a:lnTo>
                  <a:pt x="104780" y="43395"/>
                </a:lnTo>
                <a:lnTo>
                  <a:pt x="104965" y="43726"/>
                </a:lnTo>
                <a:lnTo>
                  <a:pt x="105139" y="44065"/>
                </a:lnTo>
                <a:lnTo>
                  <a:pt x="105303" y="44414"/>
                </a:lnTo>
                <a:lnTo>
                  <a:pt x="105456" y="44772"/>
                </a:lnTo>
                <a:lnTo>
                  <a:pt x="105598" y="45138"/>
                </a:lnTo>
                <a:lnTo>
                  <a:pt x="105730" y="45514"/>
                </a:lnTo>
                <a:lnTo>
                  <a:pt x="105852" y="45899"/>
                </a:lnTo>
                <a:lnTo>
                  <a:pt x="105963" y="46292"/>
                </a:lnTo>
                <a:lnTo>
                  <a:pt x="106063" y="46695"/>
                </a:lnTo>
                <a:lnTo>
                  <a:pt x="106153" y="47106"/>
                </a:lnTo>
                <a:lnTo>
                  <a:pt x="106232" y="47527"/>
                </a:lnTo>
                <a:lnTo>
                  <a:pt x="106301" y="47956"/>
                </a:lnTo>
                <a:lnTo>
                  <a:pt x="106359" y="48395"/>
                </a:lnTo>
                <a:lnTo>
                  <a:pt x="106406" y="48842"/>
                </a:lnTo>
                <a:lnTo>
                  <a:pt x="106443" y="49299"/>
                </a:lnTo>
                <a:lnTo>
                  <a:pt x="106470" y="49764"/>
                </a:lnTo>
                <a:lnTo>
                  <a:pt x="106485" y="50238"/>
                </a:lnTo>
                <a:lnTo>
                  <a:pt x="106491" y="50722"/>
                </a:lnTo>
                <a:lnTo>
                  <a:pt x="106491" y="66558"/>
                </a:lnTo>
                <a:lnTo>
                  <a:pt x="106485" y="67041"/>
                </a:lnTo>
                <a:lnTo>
                  <a:pt x="106470" y="67515"/>
                </a:lnTo>
                <a:lnTo>
                  <a:pt x="106443" y="67980"/>
                </a:lnTo>
                <a:lnTo>
                  <a:pt x="106406" y="68437"/>
                </a:lnTo>
                <a:lnTo>
                  <a:pt x="106359" y="68884"/>
                </a:lnTo>
                <a:lnTo>
                  <a:pt x="106301" y="69322"/>
                </a:lnTo>
                <a:lnTo>
                  <a:pt x="106232" y="69752"/>
                </a:lnTo>
                <a:lnTo>
                  <a:pt x="106153" y="70172"/>
                </a:lnTo>
                <a:lnTo>
                  <a:pt x="106063" y="70584"/>
                </a:lnTo>
                <a:lnTo>
                  <a:pt x="105963" y="70986"/>
                </a:lnTo>
                <a:lnTo>
                  <a:pt x="105852" y="71380"/>
                </a:lnTo>
                <a:lnTo>
                  <a:pt x="105730" y="71764"/>
                </a:lnTo>
                <a:lnTo>
                  <a:pt x="105598" y="72140"/>
                </a:lnTo>
                <a:lnTo>
                  <a:pt x="105456" y="72507"/>
                </a:lnTo>
                <a:lnTo>
                  <a:pt x="105303" y="72864"/>
                </a:lnTo>
                <a:lnTo>
                  <a:pt x="105139" y="73213"/>
                </a:lnTo>
                <a:lnTo>
                  <a:pt x="104965" y="73553"/>
                </a:lnTo>
                <a:lnTo>
                  <a:pt x="104780" y="73884"/>
                </a:lnTo>
                <a:lnTo>
                  <a:pt x="104584" y="74206"/>
                </a:lnTo>
                <a:lnTo>
                  <a:pt x="104378" y="74519"/>
                </a:lnTo>
                <a:lnTo>
                  <a:pt x="104162" y="74822"/>
                </a:lnTo>
                <a:lnTo>
                  <a:pt x="103935" y="75117"/>
                </a:lnTo>
                <a:lnTo>
                  <a:pt x="103697" y="75403"/>
                </a:lnTo>
                <a:lnTo>
                  <a:pt x="103449" y="75681"/>
                </a:lnTo>
                <a:lnTo>
                  <a:pt x="103192" y="75947"/>
                </a:lnTo>
                <a:lnTo>
                  <a:pt x="102925" y="76203"/>
                </a:lnTo>
                <a:lnTo>
                  <a:pt x="102651" y="76447"/>
                </a:lnTo>
                <a:lnTo>
                  <a:pt x="102367" y="76679"/>
                </a:lnTo>
                <a:lnTo>
                  <a:pt x="102075" y="76901"/>
                </a:lnTo>
                <a:lnTo>
                  <a:pt x="101775" y="77111"/>
                </a:lnTo>
                <a:lnTo>
                  <a:pt x="101466" y="77309"/>
                </a:lnTo>
                <a:lnTo>
                  <a:pt x="101148" y="77497"/>
                </a:lnTo>
                <a:lnTo>
                  <a:pt x="100822" y="77673"/>
                </a:lnTo>
                <a:lnTo>
                  <a:pt x="100487" y="77837"/>
                </a:lnTo>
                <a:lnTo>
                  <a:pt x="100144" y="77990"/>
                </a:lnTo>
                <a:lnTo>
                  <a:pt x="99792" y="78132"/>
                </a:lnTo>
                <a:lnTo>
                  <a:pt x="99432" y="78263"/>
                </a:lnTo>
                <a:lnTo>
                  <a:pt x="99063" y="78382"/>
                </a:lnTo>
                <a:lnTo>
                  <a:pt x="98685" y="78490"/>
                </a:lnTo>
                <a:lnTo>
                  <a:pt x="98299" y="78586"/>
                </a:lnTo>
                <a:lnTo>
                  <a:pt x="97904" y="78672"/>
                </a:lnTo>
                <a:lnTo>
                  <a:pt x="97501" y="78745"/>
                </a:lnTo>
                <a:lnTo>
                  <a:pt x="97089" y="78808"/>
                </a:lnTo>
                <a:lnTo>
                  <a:pt x="96668" y="78859"/>
                </a:lnTo>
                <a:lnTo>
                  <a:pt x="96239" y="78899"/>
                </a:lnTo>
                <a:lnTo>
                  <a:pt x="95802" y="78927"/>
                </a:lnTo>
                <a:lnTo>
                  <a:pt x="95355" y="78944"/>
                </a:lnTo>
                <a:lnTo>
                  <a:pt x="94901" y="78950"/>
                </a:lnTo>
                <a:lnTo>
                  <a:pt x="94446" y="78944"/>
                </a:lnTo>
                <a:lnTo>
                  <a:pt x="93999" y="78927"/>
                </a:lnTo>
                <a:lnTo>
                  <a:pt x="93561" y="78899"/>
                </a:lnTo>
                <a:lnTo>
                  <a:pt x="93131" y="78860"/>
                </a:lnTo>
                <a:close/>
                <a:moveTo>
                  <a:pt x="174196" y="27081"/>
                </a:moveTo>
                <a:lnTo>
                  <a:pt x="141262" y="27081"/>
                </a:lnTo>
                <a:lnTo>
                  <a:pt x="141262" y="40049"/>
                </a:lnTo>
                <a:lnTo>
                  <a:pt x="160426" y="40049"/>
                </a:lnTo>
                <a:lnTo>
                  <a:pt x="160426" y="77115"/>
                </a:lnTo>
                <a:lnTo>
                  <a:pt x="138393" y="77115"/>
                </a:lnTo>
                <a:lnTo>
                  <a:pt x="138393" y="90196"/>
                </a:lnTo>
                <a:lnTo>
                  <a:pt x="193704" y="90196"/>
                </a:lnTo>
                <a:lnTo>
                  <a:pt x="193704" y="77115"/>
                </a:lnTo>
                <a:lnTo>
                  <a:pt x="174196" y="77115"/>
                </a:lnTo>
                <a:lnTo>
                  <a:pt x="174196" y="27081"/>
                </a:lnTo>
                <a:close/>
                <a:moveTo>
                  <a:pt x="29789" y="91208"/>
                </a:moveTo>
                <a:lnTo>
                  <a:pt x="30583" y="91132"/>
                </a:lnTo>
                <a:lnTo>
                  <a:pt x="31367" y="91039"/>
                </a:lnTo>
                <a:lnTo>
                  <a:pt x="32140" y="90928"/>
                </a:lnTo>
                <a:lnTo>
                  <a:pt x="32902" y="90801"/>
                </a:lnTo>
                <a:lnTo>
                  <a:pt x="33654" y="90658"/>
                </a:lnTo>
                <a:lnTo>
                  <a:pt x="34395" y="90497"/>
                </a:lnTo>
                <a:lnTo>
                  <a:pt x="35126" y="90319"/>
                </a:lnTo>
                <a:lnTo>
                  <a:pt x="35846" y="90124"/>
                </a:lnTo>
                <a:lnTo>
                  <a:pt x="36555" y="89913"/>
                </a:lnTo>
                <a:lnTo>
                  <a:pt x="37254" y="89684"/>
                </a:lnTo>
                <a:lnTo>
                  <a:pt x="37943" y="89438"/>
                </a:lnTo>
                <a:lnTo>
                  <a:pt x="38621" y="89176"/>
                </a:lnTo>
                <a:lnTo>
                  <a:pt x="39288" y="88897"/>
                </a:lnTo>
                <a:lnTo>
                  <a:pt x="39945" y="88600"/>
                </a:lnTo>
                <a:lnTo>
                  <a:pt x="40591" y="88287"/>
                </a:lnTo>
                <a:lnTo>
                  <a:pt x="41227" y="87957"/>
                </a:lnTo>
                <a:lnTo>
                  <a:pt x="41852" y="87610"/>
                </a:lnTo>
                <a:lnTo>
                  <a:pt x="42466" y="87246"/>
                </a:lnTo>
                <a:lnTo>
                  <a:pt x="43070" y="86865"/>
                </a:lnTo>
                <a:lnTo>
                  <a:pt x="43663" y="86467"/>
                </a:lnTo>
                <a:lnTo>
                  <a:pt x="44242" y="86055"/>
                </a:lnTo>
                <a:lnTo>
                  <a:pt x="44801" y="85631"/>
                </a:lnTo>
                <a:lnTo>
                  <a:pt x="45342" y="85196"/>
                </a:lnTo>
                <a:lnTo>
                  <a:pt x="45864" y="84750"/>
                </a:lnTo>
                <a:lnTo>
                  <a:pt x="46367" y="84293"/>
                </a:lnTo>
                <a:lnTo>
                  <a:pt x="46851" y="83824"/>
                </a:lnTo>
                <a:lnTo>
                  <a:pt x="47316" y="83344"/>
                </a:lnTo>
                <a:lnTo>
                  <a:pt x="47762" y="82852"/>
                </a:lnTo>
                <a:lnTo>
                  <a:pt x="48189" y="82349"/>
                </a:lnTo>
                <a:lnTo>
                  <a:pt x="48598" y="81835"/>
                </a:lnTo>
                <a:lnTo>
                  <a:pt x="48987" y="81309"/>
                </a:lnTo>
                <a:lnTo>
                  <a:pt x="49358" y="80772"/>
                </a:lnTo>
                <a:lnTo>
                  <a:pt x="49709" y="80224"/>
                </a:lnTo>
                <a:lnTo>
                  <a:pt x="50042" y="79664"/>
                </a:lnTo>
                <a:lnTo>
                  <a:pt x="50355" y="79093"/>
                </a:lnTo>
                <a:lnTo>
                  <a:pt x="50650" y="78511"/>
                </a:lnTo>
                <a:lnTo>
                  <a:pt x="50926" y="77917"/>
                </a:lnTo>
                <a:lnTo>
                  <a:pt x="51183" y="77312"/>
                </a:lnTo>
                <a:lnTo>
                  <a:pt x="51421" y="76696"/>
                </a:lnTo>
                <a:lnTo>
                  <a:pt x="51640" y="76068"/>
                </a:lnTo>
                <a:lnTo>
                  <a:pt x="51840" y="75428"/>
                </a:lnTo>
                <a:lnTo>
                  <a:pt x="52022" y="74778"/>
                </a:lnTo>
                <a:lnTo>
                  <a:pt x="52184" y="74116"/>
                </a:lnTo>
                <a:lnTo>
                  <a:pt x="52327" y="73443"/>
                </a:lnTo>
                <a:lnTo>
                  <a:pt x="38212" y="73443"/>
                </a:lnTo>
                <a:lnTo>
                  <a:pt x="38142" y="73708"/>
                </a:lnTo>
                <a:lnTo>
                  <a:pt x="38063" y="73967"/>
                </a:lnTo>
                <a:lnTo>
                  <a:pt x="37977" y="74222"/>
                </a:lnTo>
                <a:lnTo>
                  <a:pt x="37884" y="74471"/>
                </a:lnTo>
                <a:lnTo>
                  <a:pt x="37783" y="74714"/>
                </a:lnTo>
                <a:lnTo>
                  <a:pt x="37674" y="74952"/>
                </a:lnTo>
                <a:lnTo>
                  <a:pt x="37558" y="75185"/>
                </a:lnTo>
                <a:lnTo>
                  <a:pt x="37434" y="75413"/>
                </a:lnTo>
                <a:lnTo>
                  <a:pt x="37303" y="75635"/>
                </a:lnTo>
                <a:lnTo>
                  <a:pt x="37164" y="75851"/>
                </a:lnTo>
                <a:lnTo>
                  <a:pt x="37018" y="76063"/>
                </a:lnTo>
                <a:lnTo>
                  <a:pt x="36864" y="76268"/>
                </a:lnTo>
                <a:lnTo>
                  <a:pt x="36702" y="76469"/>
                </a:lnTo>
                <a:lnTo>
                  <a:pt x="36533" y="76664"/>
                </a:lnTo>
                <a:lnTo>
                  <a:pt x="36356" y="76854"/>
                </a:lnTo>
                <a:lnTo>
                  <a:pt x="36172" y="77038"/>
                </a:lnTo>
                <a:lnTo>
                  <a:pt x="35980" y="77217"/>
                </a:lnTo>
                <a:lnTo>
                  <a:pt x="35781" y="77391"/>
                </a:lnTo>
                <a:lnTo>
                  <a:pt x="35574" y="77559"/>
                </a:lnTo>
                <a:lnTo>
                  <a:pt x="35359" y="77722"/>
                </a:lnTo>
                <a:lnTo>
                  <a:pt x="35137" y="77879"/>
                </a:lnTo>
                <a:lnTo>
                  <a:pt x="34907" y="78031"/>
                </a:lnTo>
                <a:lnTo>
                  <a:pt x="34670" y="78178"/>
                </a:lnTo>
                <a:lnTo>
                  <a:pt x="34425" y="78319"/>
                </a:lnTo>
                <a:lnTo>
                  <a:pt x="34173" y="78455"/>
                </a:lnTo>
                <a:lnTo>
                  <a:pt x="33915" y="78585"/>
                </a:lnTo>
                <a:lnTo>
                  <a:pt x="33650" y="78709"/>
                </a:lnTo>
                <a:lnTo>
                  <a:pt x="33379" y="78828"/>
                </a:lnTo>
                <a:lnTo>
                  <a:pt x="33102" y="78940"/>
                </a:lnTo>
                <a:lnTo>
                  <a:pt x="32818" y="79047"/>
                </a:lnTo>
                <a:lnTo>
                  <a:pt x="32528" y="79148"/>
                </a:lnTo>
                <a:lnTo>
                  <a:pt x="32232" y="79243"/>
                </a:lnTo>
                <a:lnTo>
                  <a:pt x="31929" y="79333"/>
                </a:lnTo>
                <a:lnTo>
                  <a:pt x="31620" y="79417"/>
                </a:lnTo>
                <a:lnTo>
                  <a:pt x="31304" y="79495"/>
                </a:lnTo>
                <a:lnTo>
                  <a:pt x="30982" y="79567"/>
                </a:lnTo>
                <a:lnTo>
                  <a:pt x="30654" y="79633"/>
                </a:lnTo>
                <a:lnTo>
                  <a:pt x="30319" y="79694"/>
                </a:lnTo>
                <a:lnTo>
                  <a:pt x="29978" y="79749"/>
                </a:lnTo>
                <a:lnTo>
                  <a:pt x="29631" y="79798"/>
                </a:lnTo>
                <a:lnTo>
                  <a:pt x="29277" y="79841"/>
                </a:lnTo>
                <a:lnTo>
                  <a:pt x="28917" y="79879"/>
                </a:lnTo>
                <a:lnTo>
                  <a:pt x="28551" y="79911"/>
                </a:lnTo>
                <a:lnTo>
                  <a:pt x="28178" y="79937"/>
                </a:lnTo>
                <a:lnTo>
                  <a:pt x="27798" y="79957"/>
                </a:lnTo>
                <a:lnTo>
                  <a:pt x="27413" y="79971"/>
                </a:lnTo>
                <a:lnTo>
                  <a:pt x="27021" y="79980"/>
                </a:lnTo>
                <a:lnTo>
                  <a:pt x="26622" y="79983"/>
                </a:lnTo>
                <a:lnTo>
                  <a:pt x="26102" y="79977"/>
                </a:lnTo>
                <a:lnTo>
                  <a:pt x="25592" y="79959"/>
                </a:lnTo>
                <a:lnTo>
                  <a:pt x="25093" y="79930"/>
                </a:lnTo>
                <a:lnTo>
                  <a:pt x="24604" y="79889"/>
                </a:lnTo>
                <a:lnTo>
                  <a:pt x="24127" y="79836"/>
                </a:lnTo>
                <a:lnTo>
                  <a:pt x="23660" y="79771"/>
                </a:lnTo>
                <a:lnTo>
                  <a:pt x="23204" y="79695"/>
                </a:lnTo>
                <a:lnTo>
                  <a:pt x="22758" y="79607"/>
                </a:lnTo>
                <a:lnTo>
                  <a:pt x="22324" y="79507"/>
                </a:lnTo>
                <a:lnTo>
                  <a:pt x="21900" y="79395"/>
                </a:lnTo>
                <a:lnTo>
                  <a:pt x="21487" y="79272"/>
                </a:lnTo>
                <a:lnTo>
                  <a:pt x="21085" y="79137"/>
                </a:lnTo>
                <a:lnTo>
                  <a:pt x="20693" y="78990"/>
                </a:lnTo>
                <a:lnTo>
                  <a:pt x="20313" y="78831"/>
                </a:lnTo>
                <a:lnTo>
                  <a:pt x="19943" y="78661"/>
                </a:lnTo>
                <a:lnTo>
                  <a:pt x="19583" y="78478"/>
                </a:lnTo>
                <a:lnTo>
                  <a:pt x="19235" y="78285"/>
                </a:lnTo>
                <a:lnTo>
                  <a:pt x="18897" y="78079"/>
                </a:lnTo>
                <a:lnTo>
                  <a:pt x="18570" y="77861"/>
                </a:lnTo>
                <a:lnTo>
                  <a:pt x="18254" y="77632"/>
                </a:lnTo>
                <a:lnTo>
                  <a:pt x="17949" y="77391"/>
                </a:lnTo>
                <a:lnTo>
                  <a:pt x="17654" y="77139"/>
                </a:lnTo>
                <a:lnTo>
                  <a:pt x="17370" y="76874"/>
                </a:lnTo>
                <a:lnTo>
                  <a:pt x="17097" y="76598"/>
                </a:lnTo>
                <a:lnTo>
                  <a:pt x="16835" y="76310"/>
                </a:lnTo>
                <a:lnTo>
                  <a:pt x="16584" y="76011"/>
                </a:lnTo>
                <a:lnTo>
                  <a:pt x="16344" y="75701"/>
                </a:lnTo>
                <a:lnTo>
                  <a:pt x="16115" y="75379"/>
                </a:lnTo>
                <a:lnTo>
                  <a:pt x="15898" y="75046"/>
                </a:lnTo>
                <a:lnTo>
                  <a:pt x="15691" y="74701"/>
                </a:lnTo>
                <a:lnTo>
                  <a:pt x="15496" y="74345"/>
                </a:lnTo>
                <a:lnTo>
                  <a:pt x="15312" y="73978"/>
                </a:lnTo>
                <a:lnTo>
                  <a:pt x="15139" y="73600"/>
                </a:lnTo>
                <a:lnTo>
                  <a:pt x="14977" y="73210"/>
                </a:lnTo>
                <a:lnTo>
                  <a:pt x="14827" y="72808"/>
                </a:lnTo>
                <a:lnTo>
                  <a:pt x="14687" y="72396"/>
                </a:lnTo>
                <a:lnTo>
                  <a:pt x="14559" y="71972"/>
                </a:lnTo>
                <a:lnTo>
                  <a:pt x="14442" y="71536"/>
                </a:lnTo>
                <a:lnTo>
                  <a:pt x="14336" y="71089"/>
                </a:lnTo>
                <a:lnTo>
                  <a:pt x="14241" y="70631"/>
                </a:lnTo>
                <a:lnTo>
                  <a:pt x="14157" y="70162"/>
                </a:lnTo>
                <a:lnTo>
                  <a:pt x="14085" y="69681"/>
                </a:lnTo>
                <a:lnTo>
                  <a:pt x="14023" y="69189"/>
                </a:lnTo>
                <a:lnTo>
                  <a:pt x="13973" y="68685"/>
                </a:lnTo>
                <a:lnTo>
                  <a:pt x="13934" y="68171"/>
                </a:lnTo>
                <a:lnTo>
                  <a:pt x="13906" y="67644"/>
                </a:lnTo>
                <a:lnTo>
                  <a:pt x="13889" y="67107"/>
                </a:lnTo>
                <a:lnTo>
                  <a:pt x="13884" y="66558"/>
                </a:lnTo>
                <a:lnTo>
                  <a:pt x="13884" y="62082"/>
                </a:lnTo>
                <a:lnTo>
                  <a:pt x="52786" y="62082"/>
                </a:lnTo>
                <a:lnTo>
                  <a:pt x="52786" y="50722"/>
                </a:lnTo>
                <a:lnTo>
                  <a:pt x="52780" y="50103"/>
                </a:lnTo>
                <a:lnTo>
                  <a:pt x="52763" y="49492"/>
                </a:lnTo>
                <a:lnTo>
                  <a:pt x="52735" y="48886"/>
                </a:lnTo>
                <a:lnTo>
                  <a:pt x="52695" y="48288"/>
                </a:lnTo>
                <a:lnTo>
                  <a:pt x="52644" y="47696"/>
                </a:lnTo>
                <a:lnTo>
                  <a:pt x="52582" y="47110"/>
                </a:lnTo>
                <a:lnTo>
                  <a:pt x="52508" y="46531"/>
                </a:lnTo>
                <a:lnTo>
                  <a:pt x="52423" y="45959"/>
                </a:lnTo>
                <a:lnTo>
                  <a:pt x="52326" y="45394"/>
                </a:lnTo>
                <a:lnTo>
                  <a:pt x="52218" y="44834"/>
                </a:lnTo>
                <a:lnTo>
                  <a:pt x="52099" y="44282"/>
                </a:lnTo>
                <a:lnTo>
                  <a:pt x="51968" y="43736"/>
                </a:lnTo>
                <a:lnTo>
                  <a:pt x="51826" y="43197"/>
                </a:lnTo>
                <a:lnTo>
                  <a:pt x="51673" y="42664"/>
                </a:lnTo>
                <a:lnTo>
                  <a:pt x="51508" y="42138"/>
                </a:lnTo>
                <a:lnTo>
                  <a:pt x="51332" y="41618"/>
                </a:lnTo>
                <a:lnTo>
                  <a:pt x="51145" y="41105"/>
                </a:lnTo>
                <a:lnTo>
                  <a:pt x="50946" y="40598"/>
                </a:lnTo>
                <a:lnTo>
                  <a:pt x="50736" y="40098"/>
                </a:lnTo>
                <a:lnTo>
                  <a:pt x="50515" y="39605"/>
                </a:lnTo>
                <a:lnTo>
                  <a:pt x="50282" y="39118"/>
                </a:lnTo>
                <a:lnTo>
                  <a:pt x="50038" y="38638"/>
                </a:lnTo>
                <a:lnTo>
                  <a:pt x="49782" y="38165"/>
                </a:lnTo>
                <a:lnTo>
                  <a:pt x="49515" y="37698"/>
                </a:lnTo>
                <a:lnTo>
                  <a:pt x="49238" y="37238"/>
                </a:lnTo>
                <a:lnTo>
                  <a:pt x="48952" y="36787"/>
                </a:lnTo>
                <a:lnTo>
                  <a:pt x="48657" y="36345"/>
                </a:lnTo>
                <a:lnTo>
                  <a:pt x="48352" y="35911"/>
                </a:lnTo>
                <a:lnTo>
                  <a:pt x="48038" y="35485"/>
                </a:lnTo>
                <a:lnTo>
                  <a:pt x="47715" y="35069"/>
                </a:lnTo>
                <a:lnTo>
                  <a:pt x="47383" y="34660"/>
                </a:lnTo>
                <a:lnTo>
                  <a:pt x="47042" y="34261"/>
                </a:lnTo>
                <a:lnTo>
                  <a:pt x="46692" y="33870"/>
                </a:lnTo>
                <a:lnTo>
                  <a:pt x="46332" y="33487"/>
                </a:lnTo>
                <a:lnTo>
                  <a:pt x="45963" y="33114"/>
                </a:lnTo>
                <a:lnTo>
                  <a:pt x="45585" y="32748"/>
                </a:lnTo>
                <a:lnTo>
                  <a:pt x="45198" y="32392"/>
                </a:lnTo>
                <a:lnTo>
                  <a:pt x="44802" y="32043"/>
                </a:lnTo>
                <a:lnTo>
                  <a:pt x="44397" y="31704"/>
                </a:lnTo>
                <a:lnTo>
                  <a:pt x="43982" y="31373"/>
                </a:lnTo>
                <a:lnTo>
                  <a:pt x="43558" y="31050"/>
                </a:lnTo>
                <a:lnTo>
                  <a:pt x="43125" y="30737"/>
                </a:lnTo>
                <a:lnTo>
                  <a:pt x="42683" y="30431"/>
                </a:lnTo>
                <a:lnTo>
                  <a:pt x="42232" y="30135"/>
                </a:lnTo>
                <a:lnTo>
                  <a:pt x="41771" y="29846"/>
                </a:lnTo>
                <a:lnTo>
                  <a:pt x="41301" y="29567"/>
                </a:lnTo>
                <a:lnTo>
                  <a:pt x="40823" y="29296"/>
                </a:lnTo>
                <a:lnTo>
                  <a:pt x="40335" y="29034"/>
                </a:lnTo>
                <a:lnTo>
                  <a:pt x="39839" y="28781"/>
                </a:lnTo>
                <a:lnTo>
                  <a:pt x="39336" y="28539"/>
                </a:lnTo>
                <a:lnTo>
                  <a:pt x="38826" y="28307"/>
                </a:lnTo>
                <a:lnTo>
                  <a:pt x="38309" y="28087"/>
                </a:lnTo>
                <a:lnTo>
                  <a:pt x="37785" y="27877"/>
                </a:lnTo>
                <a:lnTo>
                  <a:pt x="37254" y="27678"/>
                </a:lnTo>
                <a:lnTo>
                  <a:pt x="36716" y="27489"/>
                </a:lnTo>
                <a:lnTo>
                  <a:pt x="36172" y="27312"/>
                </a:lnTo>
                <a:lnTo>
                  <a:pt x="35620" y="27145"/>
                </a:lnTo>
                <a:lnTo>
                  <a:pt x="35061" y="26989"/>
                </a:lnTo>
                <a:lnTo>
                  <a:pt x="34495" y="26844"/>
                </a:lnTo>
                <a:lnTo>
                  <a:pt x="33923" y="26709"/>
                </a:lnTo>
                <a:lnTo>
                  <a:pt x="33343" y="26585"/>
                </a:lnTo>
                <a:lnTo>
                  <a:pt x="32757" y="26472"/>
                </a:lnTo>
                <a:lnTo>
                  <a:pt x="32163" y="26370"/>
                </a:lnTo>
                <a:lnTo>
                  <a:pt x="31562" y="26279"/>
                </a:lnTo>
                <a:lnTo>
                  <a:pt x="30955" y="26198"/>
                </a:lnTo>
                <a:lnTo>
                  <a:pt x="30340" y="26128"/>
                </a:lnTo>
                <a:lnTo>
                  <a:pt x="29719" y="26069"/>
                </a:lnTo>
                <a:lnTo>
                  <a:pt x="29090" y="26020"/>
                </a:lnTo>
                <a:lnTo>
                  <a:pt x="28455" y="25983"/>
                </a:lnTo>
                <a:lnTo>
                  <a:pt x="27813" y="25956"/>
                </a:lnTo>
                <a:lnTo>
                  <a:pt x="27163" y="25940"/>
                </a:lnTo>
                <a:lnTo>
                  <a:pt x="26507" y="25934"/>
                </a:lnTo>
                <a:lnTo>
                  <a:pt x="25841" y="25940"/>
                </a:lnTo>
                <a:lnTo>
                  <a:pt x="25183" y="25956"/>
                </a:lnTo>
                <a:lnTo>
                  <a:pt x="24531" y="25983"/>
                </a:lnTo>
                <a:lnTo>
                  <a:pt x="23887" y="26020"/>
                </a:lnTo>
                <a:lnTo>
                  <a:pt x="23250" y="26069"/>
                </a:lnTo>
                <a:lnTo>
                  <a:pt x="22620" y="26128"/>
                </a:lnTo>
                <a:lnTo>
                  <a:pt x="21997" y="26198"/>
                </a:lnTo>
                <a:lnTo>
                  <a:pt x="21382" y="26279"/>
                </a:lnTo>
                <a:lnTo>
                  <a:pt x="20773" y="26370"/>
                </a:lnTo>
                <a:lnTo>
                  <a:pt x="20172" y="26472"/>
                </a:lnTo>
                <a:lnTo>
                  <a:pt x="19578" y="26585"/>
                </a:lnTo>
                <a:lnTo>
                  <a:pt x="18991" y="26709"/>
                </a:lnTo>
                <a:lnTo>
                  <a:pt x="18411" y="26844"/>
                </a:lnTo>
                <a:lnTo>
                  <a:pt x="17839" y="26989"/>
                </a:lnTo>
                <a:lnTo>
                  <a:pt x="17273" y="27145"/>
                </a:lnTo>
                <a:lnTo>
                  <a:pt x="16715" y="27312"/>
                </a:lnTo>
                <a:lnTo>
                  <a:pt x="16164" y="27489"/>
                </a:lnTo>
                <a:lnTo>
                  <a:pt x="15620" y="27678"/>
                </a:lnTo>
                <a:lnTo>
                  <a:pt x="15084" y="27877"/>
                </a:lnTo>
                <a:lnTo>
                  <a:pt x="14554" y="28087"/>
                </a:lnTo>
                <a:lnTo>
                  <a:pt x="14032" y="28307"/>
                </a:lnTo>
                <a:lnTo>
                  <a:pt x="13516" y="28539"/>
                </a:lnTo>
                <a:lnTo>
                  <a:pt x="13008" y="28781"/>
                </a:lnTo>
                <a:lnTo>
                  <a:pt x="12507" y="29034"/>
                </a:lnTo>
                <a:lnTo>
                  <a:pt x="12015" y="29296"/>
                </a:lnTo>
                <a:lnTo>
                  <a:pt x="11532" y="29567"/>
                </a:lnTo>
                <a:lnTo>
                  <a:pt x="11058" y="29846"/>
                </a:lnTo>
                <a:lnTo>
                  <a:pt x="10593" y="30135"/>
                </a:lnTo>
                <a:lnTo>
                  <a:pt x="10138" y="30431"/>
                </a:lnTo>
                <a:lnTo>
                  <a:pt x="9692" y="30737"/>
                </a:lnTo>
                <a:lnTo>
                  <a:pt x="9256" y="31050"/>
                </a:lnTo>
                <a:lnTo>
                  <a:pt x="8829" y="31373"/>
                </a:lnTo>
                <a:lnTo>
                  <a:pt x="8411" y="31704"/>
                </a:lnTo>
                <a:lnTo>
                  <a:pt x="8003" y="32043"/>
                </a:lnTo>
                <a:lnTo>
                  <a:pt x="7604" y="32392"/>
                </a:lnTo>
                <a:lnTo>
                  <a:pt x="7214" y="32748"/>
                </a:lnTo>
                <a:lnTo>
                  <a:pt x="6834" y="33114"/>
                </a:lnTo>
                <a:lnTo>
                  <a:pt x="6463" y="33487"/>
                </a:lnTo>
                <a:lnTo>
                  <a:pt x="6102" y="33870"/>
                </a:lnTo>
                <a:lnTo>
                  <a:pt x="5749" y="34261"/>
                </a:lnTo>
                <a:lnTo>
                  <a:pt x="5407" y="34660"/>
                </a:lnTo>
                <a:lnTo>
                  <a:pt x="5073" y="35069"/>
                </a:lnTo>
                <a:lnTo>
                  <a:pt x="4749" y="35485"/>
                </a:lnTo>
                <a:lnTo>
                  <a:pt x="4434" y="35911"/>
                </a:lnTo>
                <a:lnTo>
                  <a:pt x="4129" y="36345"/>
                </a:lnTo>
                <a:lnTo>
                  <a:pt x="3833" y="36787"/>
                </a:lnTo>
                <a:lnTo>
                  <a:pt x="3546" y="37238"/>
                </a:lnTo>
                <a:lnTo>
                  <a:pt x="3269" y="37698"/>
                </a:lnTo>
                <a:lnTo>
                  <a:pt x="3002" y="38165"/>
                </a:lnTo>
                <a:lnTo>
                  <a:pt x="2747" y="38638"/>
                </a:lnTo>
                <a:lnTo>
                  <a:pt x="2503" y="39118"/>
                </a:lnTo>
                <a:lnTo>
                  <a:pt x="2270" y="39605"/>
                </a:lnTo>
                <a:lnTo>
                  <a:pt x="2049" y="40098"/>
                </a:lnTo>
                <a:lnTo>
                  <a:pt x="1839" y="40598"/>
                </a:lnTo>
                <a:lnTo>
                  <a:pt x="1640" y="41105"/>
                </a:lnTo>
                <a:lnTo>
                  <a:pt x="1453" y="41618"/>
                </a:lnTo>
                <a:lnTo>
                  <a:pt x="1277" y="42138"/>
                </a:lnTo>
                <a:lnTo>
                  <a:pt x="1112" y="42664"/>
                </a:lnTo>
                <a:lnTo>
                  <a:pt x="959" y="43197"/>
                </a:lnTo>
                <a:lnTo>
                  <a:pt x="817" y="43736"/>
                </a:lnTo>
                <a:lnTo>
                  <a:pt x="687" y="44282"/>
                </a:lnTo>
                <a:lnTo>
                  <a:pt x="568" y="44834"/>
                </a:lnTo>
                <a:lnTo>
                  <a:pt x="460" y="45394"/>
                </a:lnTo>
                <a:lnTo>
                  <a:pt x="363" y="45959"/>
                </a:lnTo>
                <a:lnTo>
                  <a:pt x="278" y="46531"/>
                </a:lnTo>
                <a:lnTo>
                  <a:pt x="204" y="47110"/>
                </a:lnTo>
                <a:lnTo>
                  <a:pt x="142" y="47696"/>
                </a:lnTo>
                <a:lnTo>
                  <a:pt x="91" y="48288"/>
                </a:lnTo>
                <a:lnTo>
                  <a:pt x="51" y="48886"/>
                </a:lnTo>
                <a:lnTo>
                  <a:pt x="23" y="49492"/>
                </a:lnTo>
                <a:lnTo>
                  <a:pt x="6" y="50103"/>
                </a:lnTo>
                <a:lnTo>
                  <a:pt x="0" y="50722"/>
                </a:lnTo>
                <a:lnTo>
                  <a:pt x="0" y="66558"/>
                </a:lnTo>
                <a:lnTo>
                  <a:pt x="6" y="67176"/>
                </a:lnTo>
                <a:lnTo>
                  <a:pt x="23" y="67788"/>
                </a:lnTo>
                <a:lnTo>
                  <a:pt x="51" y="68393"/>
                </a:lnTo>
                <a:lnTo>
                  <a:pt x="91" y="68991"/>
                </a:lnTo>
                <a:lnTo>
                  <a:pt x="142" y="69583"/>
                </a:lnTo>
                <a:lnTo>
                  <a:pt x="204" y="70168"/>
                </a:lnTo>
                <a:lnTo>
                  <a:pt x="278" y="70747"/>
                </a:lnTo>
                <a:lnTo>
                  <a:pt x="363" y="71319"/>
                </a:lnTo>
                <a:lnTo>
                  <a:pt x="460" y="71885"/>
                </a:lnTo>
                <a:lnTo>
                  <a:pt x="568" y="72444"/>
                </a:lnTo>
                <a:lnTo>
                  <a:pt x="687" y="72997"/>
                </a:lnTo>
                <a:lnTo>
                  <a:pt x="817" y="73543"/>
                </a:lnTo>
                <a:lnTo>
                  <a:pt x="959" y="74082"/>
                </a:lnTo>
                <a:lnTo>
                  <a:pt x="1112" y="74615"/>
                </a:lnTo>
                <a:lnTo>
                  <a:pt x="1277" y="75141"/>
                </a:lnTo>
                <a:lnTo>
                  <a:pt x="1453" y="75661"/>
                </a:lnTo>
                <a:lnTo>
                  <a:pt x="1640" y="76174"/>
                </a:lnTo>
                <a:lnTo>
                  <a:pt x="1839" y="76680"/>
                </a:lnTo>
                <a:lnTo>
                  <a:pt x="2049" y="77180"/>
                </a:lnTo>
                <a:lnTo>
                  <a:pt x="2270" y="77674"/>
                </a:lnTo>
                <a:lnTo>
                  <a:pt x="2503" y="78161"/>
                </a:lnTo>
                <a:lnTo>
                  <a:pt x="2747" y="78641"/>
                </a:lnTo>
                <a:lnTo>
                  <a:pt x="3002" y="79115"/>
                </a:lnTo>
                <a:lnTo>
                  <a:pt x="3269" y="79582"/>
                </a:lnTo>
                <a:lnTo>
                  <a:pt x="3546" y="80041"/>
                </a:lnTo>
                <a:lnTo>
                  <a:pt x="3833" y="80492"/>
                </a:lnTo>
                <a:lnTo>
                  <a:pt x="4129" y="80934"/>
                </a:lnTo>
                <a:lnTo>
                  <a:pt x="4434" y="81368"/>
                </a:lnTo>
                <a:lnTo>
                  <a:pt x="4749" y="81793"/>
                </a:lnTo>
                <a:lnTo>
                  <a:pt x="5073" y="82210"/>
                </a:lnTo>
                <a:lnTo>
                  <a:pt x="5407" y="82618"/>
                </a:lnTo>
                <a:lnTo>
                  <a:pt x="5749" y="83018"/>
                </a:lnTo>
                <a:lnTo>
                  <a:pt x="6102" y="83409"/>
                </a:lnTo>
                <a:lnTo>
                  <a:pt x="6463" y="83791"/>
                </a:lnTo>
                <a:lnTo>
                  <a:pt x="6834" y="84165"/>
                </a:lnTo>
                <a:lnTo>
                  <a:pt x="7214" y="84530"/>
                </a:lnTo>
                <a:lnTo>
                  <a:pt x="7604" y="84887"/>
                </a:lnTo>
                <a:lnTo>
                  <a:pt x="8003" y="85235"/>
                </a:lnTo>
                <a:lnTo>
                  <a:pt x="8411" y="85575"/>
                </a:lnTo>
                <a:lnTo>
                  <a:pt x="8829" y="85906"/>
                </a:lnTo>
                <a:lnTo>
                  <a:pt x="9256" y="86228"/>
                </a:lnTo>
                <a:lnTo>
                  <a:pt x="9692" y="86542"/>
                </a:lnTo>
                <a:lnTo>
                  <a:pt x="10138" y="86847"/>
                </a:lnTo>
                <a:lnTo>
                  <a:pt x="10593" y="87144"/>
                </a:lnTo>
                <a:lnTo>
                  <a:pt x="11058" y="87432"/>
                </a:lnTo>
                <a:lnTo>
                  <a:pt x="11532" y="87712"/>
                </a:lnTo>
                <a:lnTo>
                  <a:pt x="12015" y="87983"/>
                </a:lnTo>
                <a:lnTo>
                  <a:pt x="12507" y="88246"/>
                </a:lnTo>
                <a:lnTo>
                  <a:pt x="13008" y="88499"/>
                </a:lnTo>
                <a:lnTo>
                  <a:pt x="13516" y="88741"/>
                </a:lnTo>
                <a:lnTo>
                  <a:pt x="14032" y="88972"/>
                </a:lnTo>
                <a:lnTo>
                  <a:pt x="14554" y="89192"/>
                </a:lnTo>
                <a:lnTo>
                  <a:pt x="15084" y="89402"/>
                </a:lnTo>
                <a:lnTo>
                  <a:pt x="15620" y="89601"/>
                </a:lnTo>
                <a:lnTo>
                  <a:pt x="16164" y="89789"/>
                </a:lnTo>
                <a:lnTo>
                  <a:pt x="16715" y="89967"/>
                </a:lnTo>
                <a:lnTo>
                  <a:pt x="17273" y="90133"/>
                </a:lnTo>
                <a:lnTo>
                  <a:pt x="17839" y="90289"/>
                </a:lnTo>
                <a:lnTo>
                  <a:pt x="18411" y="90434"/>
                </a:lnTo>
                <a:lnTo>
                  <a:pt x="18991" y="90569"/>
                </a:lnTo>
                <a:lnTo>
                  <a:pt x="19578" y="90693"/>
                </a:lnTo>
                <a:lnTo>
                  <a:pt x="20172" y="90806"/>
                </a:lnTo>
                <a:lnTo>
                  <a:pt x="20773" y="90908"/>
                </a:lnTo>
                <a:lnTo>
                  <a:pt x="21382" y="90999"/>
                </a:lnTo>
                <a:lnTo>
                  <a:pt x="21997" y="91080"/>
                </a:lnTo>
                <a:lnTo>
                  <a:pt x="22620" y="91150"/>
                </a:lnTo>
                <a:lnTo>
                  <a:pt x="23250" y="91209"/>
                </a:lnTo>
                <a:lnTo>
                  <a:pt x="23887" y="91257"/>
                </a:lnTo>
                <a:lnTo>
                  <a:pt x="24531" y="91295"/>
                </a:lnTo>
                <a:lnTo>
                  <a:pt x="25183" y="91322"/>
                </a:lnTo>
                <a:lnTo>
                  <a:pt x="25841" y="91338"/>
                </a:lnTo>
                <a:lnTo>
                  <a:pt x="26507" y="91343"/>
                </a:lnTo>
                <a:lnTo>
                  <a:pt x="27343" y="91335"/>
                </a:lnTo>
                <a:lnTo>
                  <a:pt x="28169" y="91309"/>
                </a:lnTo>
                <a:lnTo>
                  <a:pt x="28984" y="91267"/>
                </a:lnTo>
                <a:lnTo>
                  <a:pt x="29789" y="91208"/>
                </a:lnTo>
                <a:close/>
                <a:moveTo>
                  <a:pt x="13906" y="49652"/>
                </a:moveTo>
                <a:lnTo>
                  <a:pt x="13934" y="49133"/>
                </a:lnTo>
                <a:lnTo>
                  <a:pt x="13973" y="48624"/>
                </a:lnTo>
                <a:lnTo>
                  <a:pt x="14023" y="48125"/>
                </a:lnTo>
                <a:lnTo>
                  <a:pt x="14085" y="47637"/>
                </a:lnTo>
                <a:lnTo>
                  <a:pt x="14157" y="47160"/>
                </a:lnTo>
                <a:lnTo>
                  <a:pt x="14241" y="46692"/>
                </a:lnTo>
                <a:lnTo>
                  <a:pt x="14336" y="46235"/>
                </a:lnTo>
                <a:lnTo>
                  <a:pt x="14442" y="45788"/>
                </a:lnTo>
                <a:lnTo>
                  <a:pt x="14559" y="45352"/>
                </a:lnTo>
                <a:lnTo>
                  <a:pt x="14687" y="44926"/>
                </a:lnTo>
                <a:lnTo>
                  <a:pt x="14827" y="44511"/>
                </a:lnTo>
                <a:lnTo>
                  <a:pt x="14977" y="44105"/>
                </a:lnTo>
                <a:lnTo>
                  <a:pt x="15139" y="43711"/>
                </a:lnTo>
                <a:lnTo>
                  <a:pt x="15312" y="43326"/>
                </a:lnTo>
                <a:lnTo>
                  <a:pt x="15496" y="42952"/>
                </a:lnTo>
                <a:lnTo>
                  <a:pt x="15691" y="42588"/>
                </a:lnTo>
                <a:lnTo>
                  <a:pt x="15898" y="42235"/>
                </a:lnTo>
                <a:lnTo>
                  <a:pt x="16115" y="41892"/>
                </a:lnTo>
                <a:lnTo>
                  <a:pt x="16344" y="41559"/>
                </a:lnTo>
                <a:lnTo>
                  <a:pt x="16584" y="41237"/>
                </a:lnTo>
                <a:lnTo>
                  <a:pt x="16835" y="40925"/>
                </a:lnTo>
                <a:lnTo>
                  <a:pt x="17097" y="40623"/>
                </a:lnTo>
                <a:lnTo>
                  <a:pt x="17370" y="40333"/>
                </a:lnTo>
                <a:lnTo>
                  <a:pt x="17653" y="40055"/>
                </a:lnTo>
                <a:lnTo>
                  <a:pt x="17947" y="39790"/>
                </a:lnTo>
                <a:lnTo>
                  <a:pt x="18251" y="39536"/>
                </a:lnTo>
                <a:lnTo>
                  <a:pt x="18565" y="39295"/>
                </a:lnTo>
                <a:lnTo>
                  <a:pt x="18890" y="39067"/>
                </a:lnTo>
                <a:lnTo>
                  <a:pt x="19225" y="38851"/>
                </a:lnTo>
                <a:lnTo>
                  <a:pt x="19570" y="38647"/>
                </a:lnTo>
                <a:lnTo>
                  <a:pt x="19926" y="38455"/>
                </a:lnTo>
                <a:lnTo>
                  <a:pt x="20292" y="38276"/>
                </a:lnTo>
                <a:lnTo>
                  <a:pt x="20669" y="38109"/>
                </a:lnTo>
                <a:lnTo>
                  <a:pt x="21056" y="37955"/>
                </a:lnTo>
                <a:lnTo>
                  <a:pt x="21453" y="37813"/>
                </a:lnTo>
                <a:lnTo>
                  <a:pt x="21861" y="37683"/>
                </a:lnTo>
                <a:lnTo>
                  <a:pt x="22279" y="37566"/>
                </a:lnTo>
                <a:lnTo>
                  <a:pt x="22707" y="37461"/>
                </a:lnTo>
                <a:lnTo>
                  <a:pt x="23146" y="37368"/>
                </a:lnTo>
                <a:lnTo>
                  <a:pt x="23595" y="37288"/>
                </a:lnTo>
                <a:lnTo>
                  <a:pt x="24054" y="37220"/>
                </a:lnTo>
                <a:lnTo>
                  <a:pt x="24524" y="37164"/>
                </a:lnTo>
                <a:lnTo>
                  <a:pt x="25004" y="37121"/>
                </a:lnTo>
                <a:lnTo>
                  <a:pt x="25495" y="37090"/>
                </a:lnTo>
                <a:lnTo>
                  <a:pt x="25996" y="37072"/>
                </a:lnTo>
                <a:lnTo>
                  <a:pt x="26507" y="37065"/>
                </a:lnTo>
                <a:lnTo>
                  <a:pt x="27018" y="37072"/>
                </a:lnTo>
                <a:lnTo>
                  <a:pt x="27518" y="37090"/>
                </a:lnTo>
                <a:lnTo>
                  <a:pt x="28008" y="37120"/>
                </a:lnTo>
                <a:lnTo>
                  <a:pt x="28486" y="37163"/>
                </a:lnTo>
                <a:lnTo>
                  <a:pt x="28954" y="37217"/>
                </a:lnTo>
                <a:lnTo>
                  <a:pt x="29412" y="37284"/>
                </a:lnTo>
                <a:lnTo>
                  <a:pt x="29858" y="37363"/>
                </a:lnTo>
                <a:lnTo>
                  <a:pt x="30294" y="37454"/>
                </a:lnTo>
                <a:lnTo>
                  <a:pt x="30719" y="37558"/>
                </a:lnTo>
                <a:lnTo>
                  <a:pt x="31133" y="37673"/>
                </a:lnTo>
                <a:lnTo>
                  <a:pt x="31536" y="37801"/>
                </a:lnTo>
                <a:lnTo>
                  <a:pt x="31929" y="37940"/>
                </a:lnTo>
                <a:lnTo>
                  <a:pt x="32311" y="38092"/>
                </a:lnTo>
                <a:lnTo>
                  <a:pt x="32682" y="38256"/>
                </a:lnTo>
                <a:lnTo>
                  <a:pt x="33042" y="38433"/>
                </a:lnTo>
                <a:lnTo>
                  <a:pt x="33392" y="38621"/>
                </a:lnTo>
                <a:lnTo>
                  <a:pt x="33731" y="38822"/>
                </a:lnTo>
                <a:lnTo>
                  <a:pt x="34059" y="39034"/>
                </a:lnTo>
                <a:lnTo>
                  <a:pt x="34376" y="39259"/>
                </a:lnTo>
                <a:lnTo>
                  <a:pt x="34683" y="39496"/>
                </a:lnTo>
                <a:lnTo>
                  <a:pt x="34978" y="39745"/>
                </a:lnTo>
                <a:lnTo>
                  <a:pt x="35263" y="40007"/>
                </a:lnTo>
                <a:lnTo>
                  <a:pt x="35538" y="40280"/>
                </a:lnTo>
                <a:lnTo>
                  <a:pt x="35801" y="40566"/>
                </a:lnTo>
                <a:lnTo>
                  <a:pt x="36054" y="40863"/>
                </a:lnTo>
                <a:lnTo>
                  <a:pt x="36296" y="41170"/>
                </a:lnTo>
                <a:lnTo>
                  <a:pt x="36528" y="41488"/>
                </a:lnTo>
                <a:lnTo>
                  <a:pt x="36748" y="41817"/>
                </a:lnTo>
                <a:lnTo>
                  <a:pt x="36958" y="42156"/>
                </a:lnTo>
                <a:lnTo>
                  <a:pt x="37157" y="42506"/>
                </a:lnTo>
                <a:lnTo>
                  <a:pt x="37345" y="42866"/>
                </a:lnTo>
                <a:lnTo>
                  <a:pt x="37523" y="43237"/>
                </a:lnTo>
                <a:lnTo>
                  <a:pt x="37690" y="43618"/>
                </a:lnTo>
                <a:lnTo>
                  <a:pt x="37846" y="44010"/>
                </a:lnTo>
                <a:lnTo>
                  <a:pt x="37991" y="44413"/>
                </a:lnTo>
                <a:lnTo>
                  <a:pt x="38126" y="44826"/>
                </a:lnTo>
                <a:lnTo>
                  <a:pt x="38249" y="45250"/>
                </a:lnTo>
                <a:lnTo>
                  <a:pt x="38362" y="45684"/>
                </a:lnTo>
                <a:lnTo>
                  <a:pt x="38465" y="46128"/>
                </a:lnTo>
                <a:lnTo>
                  <a:pt x="38556" y="46584"/>
                </a:lnTo>
                <a:lnTo>
                  <a:pt x="38637" y="47050"/>
                </a:lnTo>
                <a:lnTo>
                  <a:pt x="38707" y="47526"/>
                </a:lnTo>
                <a:lnTo>
                  <a:pt x="38766" y="48013"/>
                </a:lnTo>
                <a:lnTo>
                  <a:pt x="38814" y="48510"/>
                </a:lnTo>
                <a:lnTo>
                  <a:pt x="38852" y="49018"/>
                </a:lnTo>
                <a:lnTo>
                  <a:pt x="38879" y="49537"/>
                </a:lnTo>
                <a:lnTo>
                  <a:pt x="38895" y="50066"/>
                </a:lnTo>
                <a:lnTo>
                  <a:pt x="38900" y="50606"/>
                </a:lnTo>
                <a:lnTo>
                  <a:pt x="38900" y="52911"/>
                </a:lnTo>
                <a:lnTo>
                  <a:pt x="13884" y="53131"/>
                </a:lnTo>
                <a:lnTo>
                  <a:pt x="13884" y="50722"/>
                </a:lnTo>
                <a:lnTo>
                  <a:pt x="13889" y="50182"/>
                </a:lnTo>
                <a:lnTo>
                  <a:pt x="13906" y="49652"/>
                </a:lnTo>
                <a:close/>
                <a:moveTo>
                  <a:pt x="240391" y="77218"/>
                </a:moveTo>
                <a:lnTo>
                  <a:pt x="239934" y="77187"/>
                </a:lnTo>
                <a:lnTo>
                  <a:pt x="239497" y="77135"/>
                </a:lnTo>
                <a:lnTo>
                  <a:pt x="239080" y="77063"/>
                </a:lnTo>
                <a:lnTo>
                  <a:pt x="238684" y="76969"/>
                </a:lnTo>
                <a:lnTo>
                  <a:pt x="238308" y="76856"/>
                </a:lnTo>
                <a:lnTo>
                  <a:pt x="237952" y="76721"/>
                </a:lnTo>
                <a:lnTo>
                  <a:pt x="237617" y="76566"/>
                </a:lnTo>
                <a:lnTo>
                  <a:pt x="237302" y="76389"/>
                </a:lnTo>
                <a:lnTo>
                  <a:pt x="237007" y="76193"/>
                </a:lnTo>
                <a:lnTo>
                  <a:pt x="236733" y="75975"/>
                </a:lnTo>
                <a:lnTo>
                  <a:pt x="236479" y="75737"/>
                </a:lnTo>
                <a:lnTo>
                  <a:pt x="236245" y="75478"/>
                </a:lnTo>
                <a:lnTo>
                  <a:pt x="236032" y="75198"/>
                </a:lnTo>
                <a:lnTo>
                  <a:pt x="235838" y="74898"/>
                </a:lnTo>
                <a:lnTo>
                  <a:pt x="235666" y="74577"/>
                </a:lnTo>
                <a:lnTo>
                  <a:pt x="235513" y="74235"/>
                </a:lnTo>
                <a:lnTo>
                  <a:pt x="235381" y="73873"/>
                </a:lnTo>
                <a:lnTo>
                  <a:pt x="235269" y="73489"/>
                </a:lnTo>
                <a:lnTo>
                  <a:pt x="235178" y="73086"/>
                </a:lnTo>
                <a:lnTo>
                  <a:pt x="235107" y="72661"/>
                </a:lnTo>
                <a:lnTo>
                  <a:pt x="235056" y="72216"/>
                </a:lnTo>
                <a:lnTo>
                  <a:pt x="235025" y="71749"/>
                </a:lnTo>
                <a:lnTo>
                  <a:pt x="235015" y="71263"/>
                </a:lnTo>
                <a:lnTo>
                  <a:pt x="235015" y="40049"/>
                </a:lnTo>
                <a:lnTo>
                  <a:pt x="259230" y="40049"/>
                </a:lnTo>
                <a:lnTo>
                  <a:pt x="259230" y="27081"/>
                </a:lnTo>
                <a:lnTo>
                  <a:pt x="235015" y="27081"/>
                </a:lnTo>
                <a:lnTo>
                  <a:pt x="235015" y="9294"/>
                </a:lnTo>
                <a:lnTo>
                  <a:pt x="220557" y="9294"/>
                </a:lnTo>
                <a:lnTo>
                  <a:pt x="220557" y="27081"/>
                </a:lnTo>
                <a:lnTo>
                  <a:pt x="203459" y="27081"/>
                </a:lnTo>
                <a:lnTo>
                  <a:pt x="203459" y="40049"/>
                </a:lnTo>
                <a:lnTo>
                  <a:pt x="220557" y="40049"/>
                </a:lnTo>
                <a:lnTo>
                  <a:pt x="220557" y="71263"/>
                </a:lnTo>
                <a:lnTo>
                  <a:pt x="220566" y="71992"/>
                </a:lnTo>
                <a:lnTo>
                  <a:pt x="220593" y="72709"/>
                </a:lnTo>
                <a:lnTo>
                  <a:pt x="220637" y="73412"/>
                </a:lnTo>
                <a:lnTo>
                  <a:pt x="220699" y="74103"/>
                </a:lnTo>
                <a:lnTo>
                  <a:pt x="220779" y="74780"/>
                </a:lnTo>
                <a:lnTo>
                  <a:pt x="220876" y="75444"/>
                </a:lnTo>
                <a:lnTo>
                  <a:pt x="220992" y="76095"/>
                </a:lnTo>
                <a:lnTo>
                  <a:pt x="221125" y="76732"/>
                </a:lnTo>
                <a:lnTo>
                  <a:pt x="221275" y="77357"/>
                </a:lnTo>
                <a:lnTo>
                  <a:pt x="221444" y="77968"/>
                </a:lnTo>
                <a:lnTo>
                  <a:pt x="221630" y="78567"/>
                </a:lnTo>
                <a:lnTo>
                  <a:pt x="221834" y="79152"/>
                </a:lnTo>
                <a:lnTo>
                  <a:pt x="222055" y="79724"/>
                </a:lnTo>
                <a:lnTo>
                  <a:pt x="222295" y="80283"/>
                </a:lnTo>
                <a:lnTo>
                  <a:pt x="222552" y="80828"/>
                </a:lnTo>
                <a:lnTo>
                  <a:pt x="222826" y="81361"/>
                </a:lnTo>
                <a:lnTo>
                  <a:pt x="223119" y="81880"/>
                </a:lnTo>
                <a:lnTo>
                  <a:pt x="223429" y="82387"/>
                </a:lnTo>
                <a:lnTo>
                  <a:pt x="223757" y="82880"/>
                </a:lnTo>
                <a:lnTo>
                  <a:pt x="224103" y="83360"/>
                </a:lnTo>
                <a:lnTo>
                  <a:pt x="224466" y="83827"/>
                </a:lnTo>
                <a:lnTo>
                  <a:pt x="224848" y="84280"/>
                </a:lnTo>
                <a:lnTo>
                  <a:pt x="225247" y="84721"/>
                </a:lnTo>
                <a:lnTo>
                  <a:pt x="225663" y="85148"/>
                </a:lnTo>
                <a:lnTo>
                  <a:pt x="226096" y="85560"/>
                </a:lnTo>
                <a:lnTo>
                  <a:pt x="226542" y="85955"/>
                </a:lnTo>
                <a:lnTo>
                  <a:pt x="227002" y="86331"/>
                </a:lnTo>
                <a:lnTo>
                  <a:pt x="227476" y="86691"/>
                </a:lnTo>
                <a:lnTo>
                  <a:pt x="227963" y="87033"/>
                </a:lnTo>
                <a:lnTo>
                  <a:pt x="228464" y="87357"/>
                </a:lnTo>
                <a:lnTo>
                  <a:pt x="228979" y="87664"/>
                </a:lnTo>
                <a:lnTo>
                  <a:pt x="229508" y="87953"/>
                </a:lnTo>
                <a:lnTo>
                  <a:pt x="230050" y="88224"/>
                </a:lnTo>
                <a:lnTo>
                  <a:pt x="230607" y="88479"/>
                </a:lnTo>
                <a:lnTo>
                  <a:pt x="231177" y="88715"/>
                </a:lnTo>
                <a:lnTo>
                  <a:pt x="231760" y="88934"/>
                </a:lnTo>
                <a:lnTo>
                  <a:pt x="232358" y="89136"/>
                </a:lnTo>
                <a:lnTo>
                  <a:pt x="232969" y="89320"/>
                </a:lnTo>
                <a:lnTo>
                  <a:pt x="233594" y="89486"/>
                </a:lnTo>
                <a:lnTo>
                  <a:pt x="234232" y="89635"/>
                </a:lnTo>
                <a:lnTo>
                  <a:pt x="234885" y="89767"/>
                </a:lnTo>
                <a:lnTo>
                  <a:pt x="235551" y="89881"/>
                </a:lnTo>
                <a:lnTo>
                  <a:pt x="236231" y="89977"/>
                </a:lnTo>
                <a:lnTo>
                  <a:pt x="236924" y="90056"/>
                </a:lnTo>
                <a:lnTo>
                  <a:pt x="237631" y="90118"/>
                </a:lnTo>
                <a:lnTo>
                  <a:pt x="238352" y="90161"/>
                </a:lnTo>
                <a:lnTo>
                  <a:pt x="239087" y="90188"/>
                </a:lnTo>
                <a:lnTo>
                  <a:pt x="239836" y="90196"/>
                </a:lnTo>
                <a:lnTo>
                  <a:pt x="258081" y="90196"/>
                </a:lnTo>
                <a:lnTo>
                  <a:pt x="258081" y="77228"/>
                </a:lnTo>
                <a:lnTo>
                  <a:pt x="240869" y="77228"/>
                </a:lnTo>
                <a:lnTo>
                  <a:pt x="240391" y="77218"/>
                </a:lnTo>
                <a:close/>
                <a:moveTo>
                  <a:pt x="345065" y="110851"/>
                </a:moveTo>
                <a:lnTo>
                  <a:pt x="359409" y="110851"/>
                </a:lnTo>
                <a:lnTo>
                  <a:pt x="359409" y="93180"/>
                </a:lnTo>
                <a:lnTo>
                  <a:pt x="358950" y="78148"/>
                </a:lnTo>
                <a:lnTo>
                  <a:pt x="359306" y="78148"/>
                </a:lnTo>
                <a:lnTo>
                  <a:pt x="359353" y="78459"/>
                </a:lnTo>
                <a:lnTo>
                  <a:pt x="359456" y="79026"/>
                </a:lnTo>
                <a:lnTo>
                  <a:pt x="359576" y="79581"/>
                </a:lnTo>
                <a:lnTo>
                  <a:pt x="359711" y="80126"/>
                </a:lnTo>
                <a:lnTo>
                  <a:pt x="359863" y="80658"/>
                </a:lnTo>
                <a:lnTo>
                  <a:pt x="360030" y="81180"/>
                </a:lnTo>
                <a:lnTo>
                  <a:pt x="360213" y="81690"/>
                </a:lnTo>
                <a:lnTo>
                  <a:pt x="360413" y="82189"/>
                </a:lnTo>
                <a:lnTo>
                  <a:pt x="360628" y="82676"/>
                </a:lnTo>
                <a:lnTo>
                  <a:pt x="360859" y="83152"/>
                </a:lnTo>
                <a:lnTo>
                  <a:pt x="361106" y="83617"/>
                </a:lnTo>
                <a:lnTo>
                  <a:pt x="361369" y="84070"/>
                </a:lnTo>
                <a:lnTo>
                  <a:pt x="361648" y="84512"/>
                </a:lnTo>
                <a:lnTo>
                  <a:pt x="361942" y="84943"/>
                </a:lnTo>
                <a:lnTo>
                  <a:pt x="362253" y="85362"/>
                </a:lnTo>
                <a:lnTo>
                  <a:pt x="362580" y="85770"/>
                </a:lnTo>
                <a:lnTo>
                  <a:pt x="362922" y="86166"/>
                </a:lnTo>
                <a:lnTo>
                  <a:pt x="363281" y="86552"/>
                </a:lnTo>
                <a:lnTo>
                  <a:pt x="363655" y="86926"/>
                </a:lnTo>
                <a:lnTo>
                  <a:pt x="364044" y="87286"/>
                </a:lnTo>
                <a:lnTo>
                  <a:pt x="364443" y="87631"/>
                </a:lnTo>
                <a:lnTo>
                  <a:pt x="364853" y="87961"/>
                </a:lnTo>
                <a:lnTo>
                  <a:pt x="365275" y="88275"/>
                </a:lnTo>
                <a:lnTo>
                  <a:pt x="365708" y="88575"/>
                </a:lnTo>
                <a:lnTo>
                  <a:pt x="366152" y="88858"/>
                </a:lnTo>
                <a:lnTo>
                  <a:pt x="366607" y="89127"/>
                </a:lnTo>
                <a:lnTo>
                  <a:pt x="367073" y="89380"/>
                </a:lnTo>
                <a:lnTo>
                  <a:pt x="367550" y="89618"/>
                </a:lnTo>
                <a:lnTo>
                  <a:pt x="368039" y="89840"/>
                </a:lnTo>
                <a:lnTo>
                  <a:pt x="368539" y="90047"/>
                </a:lnTo>
                <a:lnTo>
                  <a:pt x="369049" y="90239"/>
                </a:lnTo>
                <a:lnTo>
                  <a:pt x="369571" y="90415"/>
                </a:lnTo>
                <a:lnTo>
                  <a:pt x="370105" y="90576"/>
                </a:lnTo>
                <a:lnTo>
                  <a:pt x="370649" y="90722"/>
                </a:lnTo>
                <a:lnTo>
                  <a:pt x="371204" y="90852"/>
                </a:lnTo>
                <a:lnTo>
                  <a:pt x="371771" y="90967"/>
                </a:lnTo>
                <a:lnTo>
                  <a:pt x="372349" y="91067"/>
                </a:lnTo>
                <a:lnTo>
                  <a:pt x="372937" y="91152"/>
                </a:lnTo>
                <a:lnTo>
                  <a:pt x="373537" y="91221"/>
                </a:lnTo>
                <a:lnTo>
                  <a:pt x="374149" y="91274"/>
                </a:lnTo>
                <a:lnTo>
                  <a:pt x="374771" y="91313"/>
                </a:lnTo>
                <a:lnTo>
                  <a:pt x="375404" y="91336"/>
                </a:lnTo>
                <a:lnTo>
                  <a:pt x="376049" y="91343"/>
                </a:lnTo>
                <a:lnTo>
                  <a:pt x="376582" y="91338"/>
                </a:lnTo>
                <a:lnTo>
                  <a:pt x="377108" y="91323"/>
                </a:lnTo>
                <a:lnTo>
                  <a:pt x="377629" y="91297"/>
                </a:lnTo>
                <a:lnTo>
                  <a:pt x="378143" y="91260"/>
                </a:lnTo>
                <a:lnTo>
                  <a:pt x="378652" y="91214"/>
                </a:lnTo>
                <a:lnTo>
                  <a:pt x="379155" y="91157"/>
                </a:lnTo>
                <a:lnTo>
                  <a:pt x="379651" y="91089"/>
                </a:lnTo>
                <a:lnTo>
                  <a:pt x="380142" y="91012"/>
                </a:lnTo>
                <a:lnTo>
                  <a:pt x="380627" y="90924"/>
                </a:lnTo>
                <a:lnTo>
                  <a:pt x="381105" y="90825"/>
                </a:lnTo>
                <a:lnTo>
                  <a:pt x="381578" y="90717"/>
                </a:lnTo>
                <a:lnTo>
                  <a:pt x="382045" y="90597"/>
                </a:lnTo>
                <a:lnTo>
                  <a:pt x="382506" y="90468"/>
                </a:lnTo>
                <a:lnTo>
                  <a:pt x="382961" y="90328"/>
                </a:lnTo>
                <a:lnTo>
                  <a:pt x="383410" y="90178"/>
                </a:lnTo>
                <a:lnTo>
                  <a:pt x="383852" y="90017"/>
                </a:lnTo>
                <a:lnTo>
                  <a:pt x="384289" y="89846"/>
                </a:lnTo>
                <a:lnTo>
                  <a:pt x="384720" y="89665"/>
                </a:lnTo>
                <a:lnTo>
                  <a:pt x="385145" y="89473"/>
                </a:lnTo>
                <a:lnTo>
                  <a:pt x="385564" y="89271"/>
                </a:lnTo>
                <a:lnTo>
                  <a:pt x="385977" y="89059"/>
                </a:lnTo>
                <a:lnTo>
                  <a:pt x="386384" y="88836"/>
                </a:lnTo>
                <a:lnTo>
                  <a:pt x="386785" y="88603"/>
                </a:lnTo>
                <a:lnTo>
                  <a:pt x="387180" y="88360"/>
                </a:lnTo>
                <a:lnTo>
                  <a:pt x="387569" y="88107"/>
                </a:lnTo>
                <a:lnTo>
                  <a:pt x="387950" y="87845"/>
                </a:lnTo>
                <a:lnTo>
                  <a:pt x="388323" y="87575"/>
                </a:lnTo>
                <a:lnTo>
                  <a:pt x="388690" y="87297"/>
                </a:lnTo>
                <a:lnTo>
                  <a:pt x="389049" y="87009"/>
                </a:lnTo>
                <a:lnTo>
                  <a:pt x="389400" y="86714"/>
                </a:lnTo>
                <a:lnTo>
                  <a:pt x="389744" y="86409"/>
                </a:lnTo>
                <a:lnTo>
                  <a:pt x="390081" y="86096"/>
                </a:lnTo>
                <a:lnTo>
                  <a:pt x="390410" y="85775"/>
                </a:lnTo>
                <a:lnTo>
                  <a:pt x="390732" y="85445"/>
                </a:lnTo>
                <a:lnTo>
                  <a:pt x="391047" y="85107"/>
                </a:lnTo>
                <a:lnTo>
                  <a:pt x="391354" y="84759"/>
                </a:lnTo>
                <a:lnTo>
                  <a:pt x="391654" y="84404"/>
                </a:lnTo>
                <a:lnTo>
                  <a:pt x="391947" y="84040"/>
                </a:lnTo>
                <a:lnTo>
                  <a:pt x="392232" y="83667"/>
                </a:lnTo>
                <a:lnTo>
                  <a:pt x="392510" y="83286"/>
                </a:lnTo>
                <a:lnTo>
                  <a:pt x="392780" y="82896"/>
                </a:lnTo>
                <a:lnTo>
                  <a:pt x="393043" y="82497"/>
                </a:lnTo>
                <a:lnTo>
                  <a:pt x="393299" y="82090"/>
                </a:lnTo>
                <a:lnTo>
                  <a:pt x="393547" y="81675"/>
                </a:lnTo>
                <a:lnTo>
                  <a:pt x="393788" y="81250"/>
                </a:lnTo>
                <a:lnTo>
                  <a:pt x="394021" y="80818"/>
                </a:lnTo>
                <a:lnTo>
                  <a:pt x="394248" y="80377"/>
                </a:lnTo>
                <a:lnTo>
                  <a:pt x="394466" y="79927"/>
                </a:lnTo>
                <a:lnTo>
                  <a:pt x="394677" y="79469"/>
                </a:lnTo>
                <a:lnTo>
                  <a:pt x="394879" y="79005"/>
                </a:lnTo>
                <a:lnTo>
                  <a:pt x="395072" y="78534"/>
                </a:lnTo>
                <a:lnTo>
                  <a:pt x="395255" y="78057"/>
                </a:lnTo>
                <a:lnTo>
                  <a:pt x="395430" y="77573"/>
                </a:lnTo>
                <a:lnTo>
                  <a:pt x="395596" y="77083"/>
                </a:lnTo>
                <a:lnTo>
                  <a:pt x="395753" y="76586"/>
                </a:lnTo>
                <a:lnTo>
                  <a:pt x="395901" y="76082"/>
                </a:lnTo>
                <a:lnTo>
                  <a:pt x="396040" y="75572"/>
                </a:lnTo>
                <a:lnTo>
                  <a:pt x="396170" y="75055"/>
                </a:lnTo>
                <a:lnTo>
                  <a:pt x="396291" y="74532"/>
                </a:lnTo>
                <a:lnTo>
                  <a:pt x="396403" y="74002"/>
                </a:lnTo>
                <a:lnTo>
                  <a:pt x="396506" y="73466"/>
                </a:lnTo>
                <a:lnTo>
                  <a:pt x="396601" y="72923"/>
                </a:lnTo>
                <a:lnTo>
                  <a:pt x="396686" y="72373"/>
                </a:lnTo>
                <a:lnTo>
                  <a:pt x="396762" y="71817"/>
                </a:lnTo>
                <a:lnTo>
                  <a:pt x="396829" y="71254"/>
                </a:lnTo>
                <a:lnTo>
                  <a:pt x="396888" y="70685"/>
                </a:lnTo>
                <a:lnTo>
                  <a:pt x="396937" y="70109"/>
                </a:lnTo>
                <a:lnTo>
                  <a:pt x="396977" y="69526"/>
                </a:lnTo>
                <a:lnTo>
                  <a:pt x="397009" y="68937"/>
                </a:lnTo>
                <a:lnTo>
                  <a:pt x="397031" y="68341"/>
                </a:lnTo>
                <a:lnTo>
                  <a:pt x="397045" y="67739"/>
                </a:lnTo>
                <a:lnTo>
                  <a:pt x="397049" y="67130"/>
                </a:lnTo>
                <a:lnTo>
                  <a:pt x="397049" y="50032"/>
                </a:lnTo>
                <a:lnTo>
                  <a:pt x="397039" y="49121"/>
                </a:lnTo>
                <a:lnTo>
                  <a:pt x="397009" y="48227"/>
                </a:lnTo>
                <a:lnTo>
                  <a:pt x="396959" y="47348"/>
                </a:lnTo>
                <a:lnTo>
                  <a:pt x="396890" y="46484"/>
                </a:lnTo>
                <a:lnTo>
                  <a:pt x="396800" y="45636"/>
                </a:lnTo>
                <a:lnTo>
                  <a:pt x="396690" y="44804"/>
                </a:lnTo>
                <a:lnTo>
                  <a:pt x="396561" y="43987"/>
                </a:lnTo>
                <a:lnTo>
                  <a:pt x="396411" y="43185"/>
                </a:lnTo>
                <a:lnTo>
                  <a:pt x="396242" y="42399"/>
                </a:lnTo>
                <a:lnTo>
                  <a:pt x="396053" y="41629"/>
                </a:lnTo>
                <a:lnTo>
                  <a:pt x="395844" y="40874"/>
                </a:lnTo>
                <a:lnTo>
                  <a:pt x="395614" y="40135"/>
                </a:lnTo>
                <a:lnTo>
                  <a:pt x="395365" y="39411"/>
                </a:lnTo>
                <a:lnTo>
                  <a:pt x="395096" y="38703"/>
                </a:lnTo>
                <a:lnTo>
                  <a:pt x="394808" y="38010"/>
                </a:lnTo>
                <a:lnTo>
                  <a:pt x="394499" y="37333"/>
                </a:lnTo>
                <a:lnTo>
                  <a:pt x="394170" y="36672"/>
                </a:lnTo>
                <a:lnTo>
                  <a:pt x="393821" y="36026"/>
                </a:lnTo>
                <a:lnTo>
                  <a:pt x="393453" y="35395"/>
                </a:lnTo>
                <a:lnTo>
                  <a:pt x="393064" y="34780"/>
                </a:lnTo>
                <a:lnTo>
                  <a:pt x="392656" y="34181"/>
                </a:lnTo>
                <a:lnTo>
                  <a:pt x="392227" y="33597"/>
                </a:lnTo>
                <a:lnTo>
                  <a:pt x="391779" y="33029"/>
                </a:lnTo>
                <a:lnTo>
                  <a:pt x="391311" y="32476"/>
                </a:lnTo>
                <a:lnTo>
                  <a:pt x="390826" y="31942"/>
                </a:lnTo>
                <a:lnTo>
                  <a:pt x="390328" y="31431"/>
                </a:lnTo>
                <a:lnTo>
                  <a:pt x="389817" y="30943"/>
                </a:lnTo>
                <a:lnTo>
                  <a:pt x="389293" y="30477"/>
                </a:lnTo>
                <a:lnTo>
                  <a:pt x="388756" y="30034"/>
                </a:lnTo>
                <a:lnTo>
                  <a:pt x="388205" y="29614"/>
                </a:lnTo>
                <a:lnTo>
                  <a:pt x="387642" y="29216"/>
                </a:lnTo>
                <a:lnTo>
                  <a:pt x="387065" y="28842"/>
                </a:lnTo>
                <a:lnTo>
                  <a:pt x="386475" y="28490"/>
                </a:lnTo>
                <a:lnTo>
                  <a:pt x="385872" y="28160"/>
                </a:lnTo>
                <a:lnTo>
                  <a:pt x="385256" y="27854"/>
                </a:lnTo>
                <a:lnTo>
                  <a:pt x="384626" y="27570"/>
                </a:lnTo>
                <a:lnTo>
                  <a:pt x="383984" y="27308"/>
                </a:lnTo>
                <a:lnTo>
                  <a:pt x="383328" y="27070"/>
                </a:lnTo>
                <a:lnTo>
                  <a:pt x="382660" y="26854"/>
                </a:lnTo>
                <a:lnTo>
                  <a:pt x="381978" y="26661"/>
                </a:lnTo>
                <a:lnTo>
                  <a:pt x="381283" y="26491"/>
                </a:lnTo>
                <a:lnTo>
                  <a:pt x="380574" y="26343"/>
                </a:lnTo>
                <a:lnTo>
                  <a:pt x="379853" y="26218"/>
                </a:lnTo>
                <a:lnTo>
                  <a:pt x="379119" y="26116"/>
                </a:lnTo>
                <a:lnTo>
                  <a:pt x="378371" y="26036"/>
                </a:lnTo>
                <a:lnTo>
                  <a:pt x="377610" y="25980"/>
                </a:lnTo>
                <a:lnTo>
                  <a:pt x="376836" y="25946"/>
                </a:lnTo>
                <a:lnTo>
                  <a:pt x="376049" y="25934"/>
                </a:lnTo>
                <a:lnTo>
                  <a:pt x="375404" y="25942"/>
                </a:lnTo>
                <a:lnTo>
                  <a:pt x="374771" y="25965"/>
                </a:lnTo>
                <a:lnTo>
                  <a:pt x="374149" y="26003"/>
                </a:lnTo>
                <a:lnTo>
                  <a:pt x="373537" y="26057"/>
                </a:lnTo>
                <a:lnTo>
                  <a:pt x="372937" y="26126"/>
                </a:lnTo>
                <a:lnTo>
                  <a:pt x="372349" y="26210"/>
                </a:lnTo>
                <a:lnTo>
                  <a:pt x="371771" y="26310"/>
                </a:lnTo>
                <a:lnTo>
                  <a:pt x="371204" y="26425"/>
                </a:lnTo>
                <a:lnTo>
                  <a:pt x="370649" y="26555"/>
                </a:lnTo>
                <a:lnTo>
                  <a:pt x="370105" y="26701"/>
                </a:lnTo>
                <a:lnTo>
                  <a:pt x="369571" y="26862"/>
                </a:lnTo>
                <a:lnTo>
                  <a:pt x="369049" y="27039"/>
                </a:lnTo>
                <a:lnTo>
                  <a:pt x="368539" y="27230"/>
                </a:lnTo>
                <a:lnTo>
                  <a:pt x="368039" y="27438"/>
                </a:lnTo>
                <a:lnTo>
                  <a:pt x="367550" y="27660"/>
                </a:lnTo>
                <a:lnTo>
                  <a:pt x="367073" y="27898"/>
                </a:lnTo>
                <a:lnTo>
                  <a:pt x="366607" y="28151"/>
                </a:lnTo>
                <a:lnTo>
                  <a:pt x="366152" y="28419"/>
                </a:lnTo>
                <a:lnTo>
                  <a:pt x="365708" y="28703"/>
                </a:lnTo>
                <a:lnTo>
                  <a:pt x="365275" y="29002"/>
                </a:lnTo>
                <a:lnTo>
                  <a:pt x="364853" y="29317"/>
                </a:lnTo>
                <a:lnTo>
                  <a:pt x="364443" y="29646"/>
                </a:lnTo>
                <a:lnTo>
                  <a:pt x="364044" y="29992"/>
                </a:lnTo>
                <a:lnTo>
                  <a:pt x="363655" y="30352"/>
                </a:lnTo>
                <a:lnTo>
                  <a:pt x="363281" y="30726"/>
                </a:lnTo>
                <a:lnTo>
                  <a:pt x="362922" y="31111"/>
                </a:lnTo>
                <a:lnTo>
                  <a:pt x="362580" y="31508"/>
                </a:lnTo>
                <a:lnTo>
                  <a:pt x="362253" y="31916"/>
                </a:lnTo>
                <a:lnTo>
                  <a:pt x="361942" y="32335"/>
                </a:lnTo>
                <a:lnTo>
                  <a:pt x="361648" y="32765"/>
                </a:lnTo>
                <a:lnTo>
                  <a:pt x="361369" y="33207"/>
                </a:lnTo>
                <a:lnTo>
                  <a:pt x="361106" y="33661"/>
                </a:lnTo>
                <a:lnTo>
                  <a:pt x="360859" y="34125"/>
                </a:lnTo>
                <a:lnTo>
                  <a:pt x="360628" y="34601"/>
                </a:lnTo>
                <a:lnTo>
                  <a:pt x="360413" y="35089"/>
                </a:lnTo>
                <a:lnTo>
                  <a:pt x="360213" y="35588"/>
                </a:lnTo>
                <a:lnTo>
                  <a:pt x="360030" y="36098"/>
                </a:lnTo>
                <a:lnTo>
                  <a:pt x="359863" y="36619"/>
                </a:lnTo>
                <a:lnTo>
                  <a:pt x="359711" y="37152"/>
                </a:lnTo>
                <a:lnTo>
                  <a:pt x="359576" y="37696"/>
                </a:lnTo>
                <a:lnTo>
                  <a:pt x="359456" y="38252"/>
                </a:lnTo>
                <a:lnTo>
                  <a:pt x="359353" y="38819"/>
                </a:lnTo>
                <a:lnTo>
                  <a:pt x="359306" y="39130"/>
                </a:lnTo>
                <a:lnTo>
                  <a:pt x="359066" y="39130"/>
                </a:lnTo>
                <a:lnTo>
                  <a:pt x="359066" y="27081"/>
                </a:lnTo>
                <a:lnTo>
                  <a:pt x="345065" y="27081"/>
                </a:lnTo>
                <a:lnTo>
                  <a:pt x="345065" y="110851"/>
                </a:lnTo>
                <a:close/>
                <a:moveTo>
                  <a:pt x="369265" y="78859"/>
                </a:moveTo>
                <a:lnTo>
                  <a:pt x="368852" y="78808"/>
                </a:lnTo>
                <a:lnTo>
                  <a:pt x="368446" y="78745"/>
                </a:lnTo>
                <a:lnTo>
                  <a:pt x="368048" y="78672"/>
                </a:lnTo>
                <a:lnTo>
                  <a:pt x="367659" y="78586"/>
                </a:lnTo>
                <a:lnTo>
                  <a:pt x="367277" y="78490"/>
                </a:lnTo>
                <a:lnTo>
                  <a:pt x="366903" y="78382"/>
                </a:lnTo>
                <a:lnTo>
                  <a:pt x="366537" y="78263"/>
                </a:lnTo>
                <a:lnTo>
                  <a:pt x="366180" y="78132"/>
                </a:lnTo>
                <a:lnTo>
                  <a:pt x="365830" y="77990"/>
                </a:lnTo>
                <a:lnTo>
                  <a:pt x="365488" y="77837"/>
                </a:lnTo>
                <a:lnTo>
                  <a:pt x="365154" y="77673"/>
                </a:lnTo>
                <a:lnTo>
                  <a:pt x="364828" y="77497"/>
                </a:lnTo>
                <a:lnTo>
                  <a:pt x="364510" y="77309"/>
                </a:lnTo>
                <a:lnTo>
                  <a:pt x="364200" y="77111"/>
                </a:lnTo>
                <a:lnTo>
                  <a:pt x="363898" y="76901"/>
                </a:lnTo>
                <a:lnTo>
                  <a:pt x="363604" y="76679"/>
                </a:lnTo>
                <a:lnTo>
                  <a:pt x="363317" y="76447"/>
                </a:lnTo>
                <a:lnTo>
                  <a:pt x="363039" y="76203"/>
                </a:lnTo>
                <a:lnTo>
                  <a:pt x="362769" y="75947"/>
                </a:lnTo>
                <a:lnTo>
                  <a:pt x="362507" y="75681"/>
                </a:lnTo>
                <a:lnTo>
                  <a:pt x="362254" y="75403"/>
                </a:lnTo>
                <a:lnTo>
                  <a:pt x="362012" y="75117"/>
                </a:lnTo>
                <a:lnTo>
                  <a:pt x="361781" y="74822"/>
                </a:lnTo>
                <a:lnTo>
                  <a:pt x="361560" y="74519"/>
                </a:lnTo>
                <a:lnTo>
                  <a:pt x="361351" y="74206"/>
                </a:lnTo>
                <a:lnTo>
                  <a:pt x="361152" y="73884"/>
                </a:lnTo>
                <a:lnTo>
                  <a:pt x="360963" y="73553"/>
                </a:lnTo>
                <a:lnTo>
                  <a:pt x="360786" y="73213"/>
                </a:lnTo>
                <a:lnTo>
                  <a:pt x="360619" y="72864"/>
                </a:lnTo>
                <a:lnTo>
                  <a:pt x="360463" y="72507"/>
                </a:lnTo>
                <a:lnTo>
                  <a:pt x="360318" y="72140"/>
                </a:lnTo>
                <a:lnTo>
                  <a:pt x="360184" y="71764"/>
                </a:lnTo>
                <a:lnTo>
                  <a:pt x="360060" y="71380"/>
                </a:lnTo>
                <a:lnTo>
                  <a:pt x="359947" y="70986"/>
                </a:lnTo>
                <a:lnTo>
                  <a:pt x="359845" y="70584"/>
                </a:lnTo>
                <a:lnTo>
                  <a:pt x="359753" y="70172"/>
                </a:lnTo>
                <a:lnTo>
                  <a:pt x="359673" y="69752"/>
                </a:lnTo>
                <a:lnTo>
                  <a:pt x="359603" y="69322"/>
                </a:lnTo>
                <a:lnTo>
                  <a:pt x="359544" y="68884"/>
                </a:lnTo>
                <a:lnTo>
                  <a:pt x="359495" y="68437"/>
                </a:lnTo>
                <a:lnTo>
                  <a:pt x="359458" y="67980"/>
                </a:lnTo>
                <a:lnTo>
                  <a:pt x="359431" y="67515"/>
                </a:lnTo>
                <a:lnTo>
                  <a:pt x="359415" y="67041"/>
                </a:lnTo>
                <a:lnTo>
                  <a:pt x="359409" y="66558"/>
                </a:lnTo>
                <a:lnTo>
                  <a:pt x="359409" y="50722"/>
                </a:lnTo>
                <a:lnTo>
                  <a:pt x="359415" y="50238"/>
                </a:lnTo>
                <a:lnTo>
                  <a:pt x="359431" y="49764"/>
                </a:lnTo>
                <a:lnTo>
                  <a:pt x="359458" y="49299"/>
                </a:lnTo>
                <a:lnTo>
                  <a:pt x="359495" y="48842"/>
                </a:lnTo>
                <a:lnTo>
                  <a:pt x="359544" y="48395"/>
                </a:lnTo>
                <a:lnTo>
                  <a:pt x="359603" y="47956"/>
                </a:lnTo>
                <a:lnTo>
                  <a:pt x="359673" y="47527"/>
                </a:lnTo>
                <a:lnTo>
                  <a:pt x="359753" y="47106"/>
                </a:lnTo>
                <a:lnTo>
                  <a:pt x="359845" y="46695"/>
                </a:lnTo>
                <a:lnTo>
                  <a:pt x="359947" y="46292"/>
                </a:lnTo>
                <a:lnTo>
                  <a:pt x="360060" y="45899"/>
                </a:lnTo>
                <a:lnTo>
                  <a:pt x="360184" y="45514"/>
                </a:lnTo>
                <a:lnTo>
                  <a:pt x="360318" y="45138"/>
                </a:lnTo>
                <a:lnTo>
                  <a:pt x="360463" y="44772"/>
                </a:lnTo>
                <a:lnTo>
                  <a:pt x="360619" y="44414"/>
                </a:lnTo>
                <a:lnTo>
                  <a:pt x="360786" y="44065"/>
                </a:lnTo>
                <a:lnTo>
                  <a:pt x="360963" y="43726"/>
                </a:lnTo>
                <a:lnTo>
                  <a:pt x="361152" y="43395"/>
                </a:lnTo>
                <a:lnTo>
                  <a:pt x="361351" y="43073"/>
                </a:lnTo>
                <a:lnTo>
                  <a:pt x="361560" y="42760"/>
                </a:lnTo>
                <a:lnTo>
                  <a:pt x="361781" y="42456"/>
                </a:lnTo>
                <a:lnTo>
                  <a:pt x="362012" y="42162"/>
                </a:lnTo>
                <a:lnTo>
                  <a:pt x="362254" y="41876"/>
                </a:lnTo>
                <a:lnTo>
                  <a:pt x="362507" y="41599"/>
                </a:lnTo>
                <a:lnTo>
                  <a:pt x="362769" y="41332"/>
                </a:lnTo>
                <a:lnTo>
                  <a:pt x="363039" y="41076"/>
                </a:lnTo>
                <a:lnTo>
                  <a:pt x="363317" y="40832"/>
                </a:lnTo>
                <a:lnTo>
                  <a:pt x="363604" y="40599"/>
                </a:lnTo>
                <a:lnTo>
                  <a:pt x="363898" y="40378"/>
                </a:lnTo>
                <a:lnTo>
                  <a:pt x="364200" y="40168"/>
                </a:lnTo>
                <a:lnTo>
                  <a:pt x="364510" y="39969"/>
                </a:lnTo>
                <a:lnTo>
                  <a:pt x="364828" y="39782"/>
                </a:lnTo>
                <a:lnTo>
                  <a:pt x="365154" y="39606"/>
                </a:lnTo>
                <a:lnTo>
                  <a:pt x="365488" y="39441"/>
                </a:lnTo>
                <a:lnTo>
                  <a:pt x="365830" y="39288"/>
                </a:lnTo>
                <a:lnTo>
                  <a:pt x="366180" y="39146"/>
                </a:lnTo>
                <a:lnTo>
                  <a:pt x="366537" y="39015"/>
                </a:lnTo>
                <a:lnTo>
                  <a:pt x="366903" y="38896"/>
                </a:lnTo>
                <a:lnTo>
                  <a:pt x="367277" y="38788"/>
                </a:lnTo>
                <a:lnTo>
                  <a:pt x="367659" y="38691"/>
                </a:lnTo>
                <a:lnTo>
                  <a:pt x="368048" y="38606"/>
                </a:lnTo>
                <a:lnTo>
                  <a:pt x="368446" y="38532"/>
                </a:lnTo>
                <a:lnTo>
                  <a:pt x="368852" y="38470"/>
                </a:lnTo>
                <a:lnTo>
                  <a:pt x="369265" y="38419"/>
                </a:lnTo>
                <a:lnTo>
                  <a:pt x="369687" y="38379"/>
                </a:lnTo>
                <a:lnTo>
                  <a:pt x="370116" y="38351"/>
                </a:lnTo>
                <a:lnTo>
                  <a:pt x="370554" y="38334"/>
                </a:lnTo>
                <a:lnTo>
                  <a:pt x="370999" y="38328"/>
                </a:lnTo>
                <a:lnTo>
                  <a:pt x="371454" y="38333"/>
                </a:lnTo>
                <a:lnTo>
                  <a:pt x="371901" y="38350"/>
                </a:lnTo>
                <a:lnTo>
                  <a:pt x="372339" y="38378"/>
                </a:lnTo>
                <a:lnTo>
                  <a:pt x="372768" y="38417"/>
                </a:lnTo>
                <a:lnTo>
                  <a:pt x="373190" y="38467"/>
                </a:lnTo>
                <a:lnTo>
                  <a:pt x="373603" y="38529"/>
                </a:lnTo>
                <a:lnTo>
                  <a:pt x="374007" y="38601"/>
                </a:lnTo>
                <a:lnTo>
                  <a:pt x="374404" y="38685"/>
                </a:lnTo>
                <a:lnTo>
                  <a:pt x="374792" y="38780"/>
                </a:lnTo>
                <a:lnTo>
                  <a:pt x="375171" y="38886"/>
                </a:lnTo>
                <a:lnTo>
                  <a:pt x="375542" y="39003"/>
                </a:lnTo>
                <a:lnTo>
                  <a:pt x="375905" y="39131"/>
                </a:lnTo>
                <a:lnTo>
                  <a:pt x="376260" y="39271"/>
                </a:lnTo>
                <a:lnTo>
                  <a:pt x="376606" y="39421"/>
                </a:lnTo>
                <a:lnTo>
                  <a:pt x="376943" y="39583"/>
                </a:lnTo>
                <a:lnTo>
                  <a:pt x="377272" y="39756"/>
                </a:lnTo>
                <a:lnTo>
                  <a:pt x="377593" y="39940"/>
                </a:lnTo>
                <a:lnTo>
                  <a:pt x="377906" y="40135"/>
                </a:lnTo>
                <a:lnTo>
                  <a:pt x="378210" y="40342"/>
                </a:lnTo>
                <a:lnTo>
                  <a:pt x="378506" y="40559"/>
                </a:lnTo>
                <a:lnTo>
                  <a:pt x="378793" y="40788"/>
                </a:lnTo>
                <a:lnTo>
                  <a:pt x="379072" y="41028"/>
                </a:lnTo>
                <a:lnTo>
                  <a:pt x="379343" y="41279"/>
                </a:lnTo>
                <a:lnTo>
                  <a:pt x="379605" y="41541"/>
                </a:lnTo>
                <a:lnTo>
                  <a:pt x="379858" y="41814"/>
                </a:lnTo>
                <a:lnTo>
                  <a:pt x="380100" y="42096"/>
                </a:lnTo>
                <a:lnTo>
                  <a:pt x="380332" y="42387"/>
                </a:lnTo>
                <a:lnTo>
                  <a:pt x="380552" y="42689"/>
                </a:lnTo>
                <a:lnTo>
                  <a:pt x="380762" y="42999"/>
                </a:lnTo>
                <a:lnTo>
                  <a:pt x="380961" y="43320"/>
                </a:lnTo>
                <a:lnTo>
                  <a:pt x="381150" y="43650"/>
                </a:lnTo>
                <a:lnTo>
                  <a:pt x="381327" y="43989"/>
                </a:lnTo>
                <a:lnTo>
                  <a:pt x="381494" y="44338"/>
                </a:lnTo>
                <a:lnTo>
                  <a:pt x="381650" y="44697"/>
                </a:lnTo>
                <a:lnTo>
                  <a:pt x="381795" y="45065"/>
                </a:lnTo>
                <a:lnTo>
                  <a:pt x="381930" y="45443"/>
                </a:lnTo>
                <a:lnTo>
                  <a:pt x="382054" y="45830"/>
                </a:lnTo>
                <a:lnTo>
                  <a:pt x="382167" y="46227"/>
                </a:lnTo>
                <a:lnTo>
                  <a:pt x="382269" y="46633"/>
                </a:lnTo>
                <a:lnTo>
                  <a:pt x="382360" y="47049"/>
                </a:lnTo>
                <a:lnTo>
                  <a:pt x="382441" y="47475"/>
                </a:lnTo>
                <a:lnTo>
                  <a:pt x="382511" y="47910"/>
                </a:lnTo>
                <a:lnTo>
                  <a:pt x="382570" y="48355"/>
                </a:lnTo>
                <a:lnTo>
                  <a:pt x="382619" y="48809"/>
                </a:lnTo>
                <a:lnTo>
                  <a:pt x="382656" y="49273"/>
                </a:lnTo>
                <a:lnTo>
                  <a:pt x="382683" y="49746"/>
                </a:lnTo>
                <a:lnTo>
                  <a:pt x="382699" y="50229"/>
                </a:lnTo>
                <a:lnTo>
                  <a:pt x="382705" y="50722"/>
                </a:lnTo>
                <a:lnTo>
                  <a:pt x="382705" y="66558"/>
                </a:lnTo>
                <a:lnTo>
                  <a:pt x="382699" y="67050"/>
                </a:lnTo>
                <a:lnTo>
                  <a:pt x="382683" y="67533"/>
                </a:lnTo>
                <a:lnTo>
                  <a:pt x="382656" y="68006"/>
                </a:lnTo>
                <a:lnTo>
                  <a:pt x="382619" y="68470"/>
                </a:lnTo>
                <a:lnTo>
                  <a:pt x="382570" y="68924"/>
                </a:lnTo>
                <a:lnTo>
                  <a:pt x="382511" y="69369"/>
                </a:lnTo>
                <a:lnTo>
                  <a:pt x="382441" y="69804"/>
                </a:lnTo>
                <a:lnTo>
                  <a:pt x="382360" y="70229"/>
                </a:lnTo>
                <a:lnTo>
                  <a:pt x="382269" y="70645"/>
                </a:lnTo>
                <a:lnTo>
                  <a:pt x="382167" y="71051"/>
                </a:lnTo>
                <a:lnTo>
                  <a:pt x="382054" y="71448"/>
                </a:lnTo>
                <a:lnTo>
                  <a:pt x="381930" y="71835"/>
                </a:lnTo>
                <a:lnTo>
                  <a:pt x="381795" y="72213"/>
                </a:lnTo>
                <a:lnTo>
                  <a:pt x="381650" y="72581"/>
                </a:lnTo>
                <a:lnTo>
                  <a:pt x="381494" y="72940"/>
                </a:lnTo>
                <a:lnTo>
                  <a:pt x="381327" y="73289"/>
                </a:lnTo>
                <a:lnTo>
                  <a:pt x="381150" y="73628"/>
                </a:lnTo>
                <a:lnTo>
                  <a:pt x="380961" y="73958"/>
                </a:lnTo>
                <a:lnTo>
                  <a:pt x="380762" y="74278"/>
                </a:lnTo>
                <a:lnTo>
                  <a:pt x="380552" y="74589"/>
                </a:lnTo>
                <a:lnTo>
                  <a:pt x="380332" y="74890"/>
                </a:lnTo>
                <a:lnTo>
                  <a:pt x="380100" y="75182"/>
                </a:lnTo>
                <a:lnTo>
                  <a:pt x="379858" y="75464"/>
                </a:lnTo>
                <a:lnTo>
                  <a:pt x="379605" y="75737"/>
                </a:lnTo>
                <a:lnTo>
                  <a:pt x="379343" y="75999"/>
                </a:lnTo>
                <a:lnTo>
                  <a:pt x="379072" y="76250"/>
                </a:lnTo>
                <a:lnTo>
                  <a:pt x="378793" y="76490"/>
                </a:lnTo>
                <a:lnTo>
                  <a:pt x="378506" y="76718"/>
                </a:lnTo>
                <a:lnTo>
                  <a:pt x="378210" y="76936"/>
                </a:lnTo>
                <a:lnTo>
                  <a:pt x="377906" y="77142"/>
                </a:lnTo>
                <a:lnTo>
                  <a:pt x="377593" y="77338"/>
                </a:lnTo>
                <a:lnTo>
                  <a:pt x="377272" y="77522"/>
                </a:lnTo>
                <a:lnTo>
                  <a:pt x="376943" y="77695"/>
                </a:lnTo>
                <a:lnTo>
                  <a:pt x="376606" y="77856"/>
                </a:lnTo>
                <a:lnTo>
                  <a:pt x="376260" y="78007"/>
                </a:lnTo>
                <a:lnTo>
                  <a:pt x="375905" y="78146"/>
                </a:lnTo>
                <a:lnTo>
                  <a:pt x="375542" y="78275"/>
                </a:lnTo>
                <a:lnTo>
                  <a:pt x="375171" y="78392"/>
                </a:lnTo>
                <a:lnTo>
                  <a:pt x="374792" y="78498"/>
                </a:lnTo>
                <a:lnTo>
                  <a:pt x="374404" y="78593"/>
                </a:lnTo>
                <a:lnTo>
                  <a:pt x="374007" y="78676"/>
                </a:lnTo>
                <a:lnTo>
                  <a:pt x="373603" y="78749"/>
                </a:lnTo>
                <a:lnTo>
                  <a:pt x="373190" y="78810"/>
                </a:lnTo>
                <a:lnTo>
                  <a:pt x="372768" y="78860"/>
                </a:lnTo>
                <a:lnTo>
                  <a:pt x="372339" y="78899"/>
                </a:lnTo>
                <a:lnTo>
                  <a:pt x="371901" y="78927"/>
                </a:lnTo>
                <a:lnTo>
                  <a:pt x="371454" y="78944"/>
                </a:lnTo>
                <a:lnTo>
                  <a:pt x="370999" y="78950"/>
                </a:lnTo>
                <a:lnTo>
                  <a:pt x="370554" y="78944"/>
                </a:lnTo>
                <a:lnTo>
                  <a:pt x="370116" y="78927"/>
                </a:lnTo>
                <a:lnTo>
                  <a:pt x="369687" y="78899"/>
                </a:lnTo>
                <a:lnTo>
                  <a:pt x="369265" y="78859"/>
                </a:lnTo>
                <a:close/>
                <a:moveTo>
                  <a:pt x="443410" y="59328"/>
                </a:moveTo>
                <a:lnTo>
                  <a:pt x="443333" y="59550"/>
                </a:lnTo>
                <a:lnTo>
                  <a:pt x="443257" y="59775"/>
                </a:lnTo>
                <a:lnTo>
                  <a:pt x="443181" y="60005"/>
                </a:lnTo>
                <a:lnTo>
                  <a:pt x="443104" y="60238"/>
                </a:lnTo>
                <a:lnTo>
                  <a:pt x="443028" y="60475"/>
                </a:lnTo>
                <a:lnTo>
                  <a:pt x="442951" y="60715"/>
                </a:lnTo>
                <a:lnTo>
                  <a:pt x="442875" y="60960"/>
                </a:lnTo>
                <a:lnTo>
                  <a:pt x="442798" y="61208"/>
                </a:lnTo>
                <a:lnTo>
                  <a:pt x="442722" y="61460"/>
                </a:lnTo>
                <a:lnTo>
                  <a:pt x="442645" y="61716"/>
                </a:lnTo>
                <a:lnTo>
                  <a:pt x="442568" y="61976"/>
                </a:lnTo>
                <a:lnTo>
                  <a:pt x="442492" y="62239"/>
                </a:lnTo>
                <a:lnTo>
                  <a:pt x="442415" y="62507"/>
                </a:lnTo>
                <a:lnTo>
                  <a:pt x="442339" y="62778"/>
                </a:lnTo>
                <a:lnTo>
                  <a:pt x="442262" y="63052"/>
                </a:lnTo>
                <a:lnTo>
                  <a:pt x="442186" y="63331"/>
                </a:lnTo>
                <a:lnTo>
                  <a:pt x="442109" y="63613"/>
                </a:lnTo>
                <a:lnTo>
                  <a:pt x="442033" y="63900"/>
                </a:lnTo>
                <a:lnTo>
                  <a:pt x="441956" y="64190"/>
                </a:lnTo>
                <a:lnTo>
                  <a:pt x="441879" y="64483"/>
                </a:lnTo>
                <a:lnTo>
                  <a:pt x="441803" y="64781"/>
                </a:lnTo>
                <a:lnTo>
                  <a:pt x="441726" y="65082"/>
                </a:lnTo>
                <a:lnTo>
                  <a:pt x="441650" y="65387"/>
                </a:lnTo>
                <a:lnTo>
                  <a:pt x="441573" y="65696"/>
                </a:lnTo>
                <a:lnTo>
                  <a:pt x="441497" y="66005"/>
                </a:lnTo>
                <a:lnTo>
                  <a:pt x="441423" y="66309"/>
                </a:lnTo>
                <a:lnTo>
                  <a:pt x="441349" y="66608"/>
                </a:lnTo>
                <a:lnTo>
                  <a:pt x="441277" y="66903"/>
                </a:lnTo>
                <a:lnTo>
                  <a:pt x="441206" y="67193"/>
                </a:lnTo>
                <a:lnTo>
                  <a:pt x="441136" y="67479"/>
                </a:lnTo>
                <a:lnTo>
                  <a:pt x="441067" y="67760"/>
                </a:lnTo>
                <a:lnTo>
                  <a:pt x="441000" y="68036"/>
                </a:lnTo>
                <a:lnTo>
                  <a:pt x="440933" y="68308"/>
                </a:lnTo>
                <a:lnTo>
                  <a:pt x="440868" y="68575"/>
                </a:lnTo>
                <a:lnTo>
                  <a:pt x="440804" y="68838"/>
                </a:lnTo>
                <a:lnTo>
                  <a:pt x="440741" y="69096"/>
                </a:lnTo>
                <a:lnTo>
                  <a:pt x="440680" y="69349"/>
                </a:lnTo>
                <a:lnTo>
                  <a:pt x="440619" y="69598"/>
                </a:lnTo>
                <a:lnTo>
                  <a:pt x="440560" y="69843"/>
                </a:lnTo>
                <a:lnTo>
                  <a:pt x="440502" y="70082"/>
                </a:lnTo>
                <a:lnTo>
                  <a:pt x="440445" y="70317"/>
                </a:lnTo>
                <a:lnTo>
                  <a:pt x="440390" y="70548"/>
                </a:lnTo>
                <a:lnTo>
                  <a:pt x="440335" y="70774"/>
                </a:lnTo>
                <a:lnTo>
                  <a:pt x="440282" y="70995"/>
                </a:lnTo>
                <a:lnTo>
                  <a:pt x="440230" y="71212"/>
                </a:lnTo>
                <a:lnTo>
                  <a:pt x="440179" y="71425"/>
                </a:lnTo>
                <a:lnTo>
                  <a:pt x="440130" y="71632"/>
                </a:lnTo>
                <a:lnTo>
                  <a:pt x="440081" y="71835"/>
                </a:lnTo>
                <a:lnTo>
                  <a:pt x="440042" y="71632"/>
                </a:lnTo>
                <a:lnTo>
                  <a:pt x="440002" y="71425"/>
                </a:lnTo>
                <a:lnTo>
                  <a:pt x="439959" y="71212"/>
                </a:lnTo>
                <a:lnTo>
                  <a:pt x="439916" y="70995"/>
                </a:lnTo>
                <a:lnTo>
                  <a:pt x="439870" y="70774"/>
                </a:lnTo>
                <a:lnTo>
                  <a:pt x="439823" y="70548"/>
                </a:lnTo>
                <a:lnTo>
                  <a:pt x="439775" y="70317"/>
                </a:lnTo>
                <a:lnTo>
                  <a:pt x="439724" y="70082"/>
                </a:lnTo>
                <a:lnTo>
                  <a:pt x="439673" y="69843"/>
                </a:lnTo>
                <a:lnTo>
                  <a:pt x="439619" y="69598"/>
                </a:lnTo>
                <a:lnTo>
                  <a:pt x="439564" y="69349"/>
                </a:lnTo>
                <a:lnTo>
                  <a:pt x="439508" y="69096"/>
                </a:lnTo>
                <a:lnTo>
                  <a:pt x="439450" y="68838"/>
                </a:lnTo>
                <a:lnTo>
                  <a:pt x="439390" y="68575"/>
                </a:lnTo>
                <a:lnTo>
                  <a:pt x="439329" y="68308"/>
                </a:lnTo>
                <a:lnTo>
                  <a:pt x="439266" y="68036"/>
                </a:lnTo>
                <a:lnTo>
                  <a:pt x="439201" y="67760"/>
                </a:lnTo>
                <a:lnTo>
                  <a:pt x="439135" y="67479"/>
                </a:lnTo>
                <a:lnTo>
                  <a:pt x="439067" y="67193"/>
                </a:lnTo>
                <a:lnTo>
                  <a:pt x="438998" y="66903"/>
                </a:lnTo>
                <a:lnTo>
                  <a:pt x="438927" y="66608"/>
                </a:lnTo>
                <a:lnTo>
                  <a:pt x="438855" y="66309"/>
                </a:lnTo>
                <a:lnTo>
                  <a:pt x="438781" y="66005"/>
                </a:lnTo>
                <a:lnTo>
                  <a:pt x="438705" y="65696"/>
                </a:lnTo>
                <a:lnTo>
                  <a:pt x="438628" y="65387"/>
                </a:lnTo>
                <a:lnTo>
                  <a:pt x="438552" y="65082"/>
                </a:lnTo>
                <a:lnTo>
                  <a:pt x="438476" y="64781"/>
                </a:lnTo>
                <a:lnTo>
                  <a:pt x="438399" y="64483"/>
                </a:lnTo>
                <a:lnTo>
                  <a:pt x="438323" y="64190"/>
                </a:lnTo>
                <a:lnTo>
                  <a:pt x="438246" y="63900"/>
                </a:lnTo>
                <a:lnTo>
                  <a:pt x="438170" y="63613"/>
                </a:lnTo>
                <a:lnTo>
                  <a:pt x="438093" y="63331"/>
                </a:lnTo>
                <a:lnTo>
                  <a:pt x="438017" y="63052"/>
                </a:lnTo>
                <a:lnTo>
                  <a:pt x="437940" y="62778"/>
                </a:lnTo>
                <a:lnTo>
                  <a:pt x="437864" y="62507"/>
                </a:lnTo>
                <a:lnTo>
                  <a:pt x="437787" y="62239"/>
                </a:lnTo>
                <a:lnTo>
                  <a:pt x="437710" y="61976"/>
                </a:lnTo>
                <a:lnTo>
                  <a:pt x="437634" y="61716"/>
                </a:lnTo>
                <a:lnTo>
                  <a:pt x="437557" y="61460"/>
                </a:lnTo>
                <a:lnTo>
                  <a:pt x="437481" y="61208"/>
                </a:lnTo>
                <a:lnTo>
                  <a:pt x="437404" y="60960"/>
                </a:lnTo>
                <a:lnTo>
                  <a:pt x="437328" y="60715"/>
                </a:lnTo>
                <a:lnTo>
                  <a:pt x="437251" y="60475"/>
                </a:lnTo>
                <a:lnTo>
                  <a:pt x="437175" y="60238"/>
                </a:lnTo>
                <a:lnTo>
                  <a:pt x="437098" y="60005"/>
                </a:lnTo>
                <a:lnTo>
                  <a:pt x="437021" y="59775"/>
                </a:lnTo>
                <a:lnTo>
                  <a:pt x="436945" y="59550"/>
                </a:lnTo>
                <a:lnTo>
                  <a:pt x="436868" y="59328"/>
                </a:lnTo>
                <a:lnTo>
                  <a:pt x="425164" y="27081"/>
                </a:lnTo>
                <a:lnTo>
                  <a:pt x="409442" y="27081"/>
                </a:lnTo>
                <a:lnTo>
                  <a:pt x="432967" y="86754"/>
                </a:lnTo>
                <a:lnTo>
                  <a:pt x="424131" y="110851"/>
                </a:lnTo>
                <a:lnTo>
                  <a:pt x="439164" y="110851"/>
                </a:lnTo>
                <a:lnTo>
                  <a:pt x="469574" y="27081"/>
                </a:lnTo>
                <a:lnTo>
                  <a:pt x="454426" y="27081"/>
                </a:lnTo>
                <a:lnTo>
                  <a:pt x="443410" y="59328"/>
                </a:lnTo>
                <a:close/>
                <a:moveTo>
                  <a:pt x="303392" y="91264"/>
                </a:moveTo>
                <a:lnTo>
                  <a:pt x="303772" y="91219"/>
                </a:lnTo>
                <a:lnTo>
                  <a:pt x="304145" y="91164"/>
                </a:lnTo>
                <a:lnTo>
                  <a:pt x="304511" y="91099"/>
                </a:lnTo>
                <a:lnTo>
                  <a:pt x="304870" y="91025"/>
                </a:lnTo>
                <a:lnTo>
                  <a:pt x="305222" y="90940"/>
                </a:lnTo>
                <a:lnTo>
                  <a:pt x="305567" y="90845"/>
                </a:lnTo>
                <a:lnTo>
                  <a:pt x="305905" y="90741"/>
                </a:lnTo>
                <a:lnTo>
                  <a:pt x="306236" y="90626"/>
                </a:lnTo>
                <a:lnTo>
                  <a:pt x="306560" y="90502"/>
                </a:lnTo>
                <a:lnTo>
                  <a:pt x="306877" y="90367"/>
                </a:lnTo>
                <a:lnTo>
                  <a:pt x="307187" y="90223"/>
                </a:lnTo>
                <a:lnTo>
                  <a:pt x="307490" y="90069"/>
                </a:lnTo>
                <a:lnTo>
                  <a:pt x="307786" y="89904"/>
                </a:lnTo>
                <a:lnTo>
                  <a:pt x="308075" y="89730"/>
                </a:lnTo>
                <a:lnTo>
                  <a:pt x="308357" y="89546"/>
                </a:lnTo>
                <a:lnTo>
                  <a:pt x="308633" y="89352"/>
                </a:lnTo>
                <a:lnTo>
                  <a:pt x="308901" y="89147"/>
                </a:lnTo>
                <a:lnTo>
                  <a:pt x="309162" y="88933"/>
                </a:lnTo>
                <a:lnTo>
                  <a:pt x="309416" y="88709"/>
                </a:lnTo>
                <a:lnTo>
                  <a:pt x="309664" y="88475"/>
                </a:lnTo>
                <a:lnTo>
                  <a:pt x="309903" y="88233"/>
                </a:lnTo>
                <a:lnTo>
                  <a:pt x="310131" y="87983"/>
                </a:lnTo>
                <a:lnTo>
                  <a:pt x="310350" y="87726"/>
                </a:lnTo>
                <a:lnTo>
                  <a:pt x="310558" y="87462"/>
                </a:lnTo>
                <a:lnTo>
                  <a:pt x="310756" y="87190"/>
                </a:lnTo>
                <a:lnTo>
                  <a:pt x="310944" y="86912"/>
                </a:lnTo>
                <a:lnTo>
                  <a:pt x="311122" y="86626"/>
                </a:lnTo>
                <a:lnTo>
                  <a:pt x="311289" y="86333"/>
                </a:lnTo>
                <a:lnTo>
                  <a:pt x="311447" y="86033"/>
                </a:lnTo>
                <a:lnTo>
                  <a:pt x="311594" y="85726"/>
                </a:lnTo>
                <a:lnTo>
                  <a:pt x="311731" y="85412"/>
                </a:lnTo>
                <a:lnTo>
                  <a:pt x="311858" y="85090"/>
                </a:lnTo>
                <a:lnTo>
                  <a:pt x="311975" y="84762"/>
                </a:lnTo>
                <a:lnTo>
                  <a:pt x="312082" y="84426"/>
                </a:lnTo>
                <a:lnTo>
                  <a:pt x="312178" y="84083"/>
                </a:lnTo>
                <a:lnTo>
                  <a:pt x="312265" y="83733"/>
                </a:lnTo>
                <a:lnTo>
                  <a:pt x="312341" y="83375"/>
                </a:lnTo>
                <a:lnTo>
                  <a:pt x="312407" y="83011"/>
                </a:lnTo>
                <a:lnTo>
                  <a:pt x="312463" y="82639"/>
                </a:lnTo>
                <a:lnTo>
                  <a:pt x="312508" y="82260"/>
                </a:lnTo>
                <a:lnTo>
                  <a:pt x="312544" y="81874"/>
                </a:lnTo>
                <a:lnTo>
                  <a:pt x="312569" y="81481"/>
                </a:lnTo>
                <a:lnTo>
                  <a:pt x="312585" y="81080"/>
                </a:lnTo>
                <a:lnTo>
                  <a:pt x="312590" y="80673"/>
                </a:lnTo>
                <a:lnTo>
                  <a:pt x="312585" y="80265"/>
                </a:lnTo>
                <a:lnTo>
                  <a:pt x="312569" y="79864"/>
                </a:lnTo>
                <a:lnTo>
                  <a:pt x="312544" y="79470"/>
                </a:lnTo>
                <a:lnTo>
                  <a:pt x="312508" y="79083"/>
                </a:lnTo>
                <a:lnTo>
                  <a:pt x="312463" y="78703"/>
                </a:lnTo>
                <a:lnTo>
                  <a:pt x="312407" y="78330"/>
                </a:lnTo>
                <a:lnTo>
                  <a:pt x="312341" y="77964"/>
                </a:lnTo>
                <a:lnTo>
                  <a:pt x="312265" y="77605"/>
                </a:lnTo>
                <a:lnTo>
                  <a:pt x="312178" y="77253"/>
                </a:lnTo>
                <a:lnTo>
                  <a:pt x="312082" y="76908"/>
                </a:lnTo>
                <a:lnTo>
                  <a:pt x="311975" y="76570"/>
                </a:lnTo>
                <a:lnTo>
                  <a:pt x="311858" y="76239"/>
                </a:lnTo>
                <a:lnTo>
                  <a:pt x="311731" y="75915"/>
                </a:lnTo>
                <a:lnTo>
                  <a:pt x="311594" y="75598"/>
                </a:lnTo>
                <a:lnTo>
                  <a:pt x="311447" y="75288"/>
                </a:lnTo>
                <a:lnTo>
                  <a:pt x="311289" y="74985"/>
                </a:lnTo>
                <a:lnTo>
                  <a:pt x="311122" y="74688"/>
                </a:lnTo>
                <a:lnTo>
                  <a:pt x="310944" y="74399"/>
                </a:lnTo>
                <a:lnTo>
                  <a:pt x="310756" y="74117"/>
                </a:lnTo>
                <a:lnTo>
                  <a:pt x="310558" y="73842"/>
                </a:lnTo>
                <a:lnTo>
                  <a:pt x="310350" y="73573"/>
                </a:lnTo>
                <a:lnTo>
                  <a:pt x="310131" y="73312"/>
                </a:lnTo>
                <a:lnTo>
                  <a:pt x="309903" y="73058"/>
                </a:lnTo>
                <a:lnTo>
                  <a:pt x="309664" y="72811"/>
                </a:lnTo>
                <a:lnTo>
                  <a:pt x="309416" y="72572"/>
                </a:lnTo>
                <a:lnTo>
                  <a:pt x="309162" y="72343"/>
                </a:lnTo>
                <a:lnTo>
                  <a:pt x="308901" y="72125"/>
                </a:lnTo>
                <a:lnTo>
                  <a:pt x="308633" y="71917"/>
                </a:lnTo>
                <a:lnTo>
                  <a:pt x="308357" y="71718"/>
                </a:lnTo>
                <a:lnTo>
                  <a:pt x="308075" y="71530"/>
                </a:lnTo>
                <a:lnTo>
                  <a:pt x="307786" y="71353"/>
                </a:lnTo>
                <a:lnTo>
                  <a:pt x="307490" y="71185"/>
                </a:lnTo>
                <a:lnTo>
                  <a:pt x="307187" y="71028"/>
                </a:lnTo>
                <a:lnTo>
                  <a:pt x="306877" y="70880"/>
                </a:lnTo>
                <a:lnTo>
                  <a:pt x="306560" y="70743"/>
                </a:lnTo>
                <a:lnTo>
                  <a:pt x="306236" y="70616"/>
                </a:lnTo>
                <a:lnTo>
                  <a:pt x="305905" y="70499"/>
                </a:lnTo>
                <a:lnTo>
                  <a:pt x="305567" y="70393"/>
                </a:lnTo>
                <a:lnTo>
                  <a:pt x="305222" y="70296"/>
                </a:lnTo>
                <a:lnTo>
                  <a:pt x="304870" y="70210"/>
                </a:lnTo>
                <a:lnTo>
                  <a:pt x="304511" y="70134"/>
                </a:lnTo>
                <a:lnTo>
                  <a:pt x="304145" y="70068"/>
                </a:lnTo>
                <a:lnTo>
                  <a:pt x="303772" y="70012"/>
                </a:lnTo>
                <a:lnTo>
                  <a:pt x="303392" y="69966"/>
                </a:lnTo>
                <a:lnTo>
                  <a:pt x="303006" y="69930"/>
                </a:lnTo>
                <a:lnTo>
                  <a:pt x="302612" y="69905"/>
                </a:lnTo>
                <a:lnTo>
                  <a:pt x="302211" y="69890"/>
                </a:lnTo>
                <a:lnTo>
                  <a:pt x="301803" y="69885"/>
                </a:lnTo>
                <a:lnTo>
                  <a:pt x="301396" y="69890"/>
                </a:lnTo>
                <a:lnTo>
                  <a:pt x="300995" y="69905"/>
                </a:lnTo>
                <a:lnTo>
                  <a:pt x="300601" y="69930"/>
                </a:lnTo>
                <a:lnTo>
                  <a:pt x="300214" y="69966"/>
                </a:lnTo>
                <a:lnTo>
                  <a:pt x="299835" y="70012"/>
                </a:lnTo>
                <a:lnTo>
                  <a:pt x="299462" y="70068"/>
                </a:lnTo>
                <a:lnTo>
                  <a:pt x="299096" y="70134"/>
                </a:lnTo>
                <a:lnTo>
                  <a:pt x="298737" y="70210"/>
                </a:lnTo>
                <a:lnTo>
                  <a:pt x="298385" y="70296"/>
                </a:lnTo>
                <a:lnTo>
                  <a:pt x="298040" y="70393"/>
                </a:lnTo>
                <a:lnTo>
                  <a:pt x="297702" y="70499"/>
                </a:lnTo>
                <a:lnTo>
                  <a:pt x="297371" y="70616"/>
                </a:lnTo>
                <a:lnTo>
                  <a:pt x="297047" y="70743"/>
                </a:lnTo>
                <a:lnTo>
                  <a:pt x="296730" y="70880"/>
                </a:lnTo>
                <a:lnTo>
                  <a:pt x="296419" y="71028"/>
                </a:lnTo>
                <a:lnTo>
                  <a:pt x="296116" y="71185"/>
                </a:lnTo>
                <a:lnTo>
                  <a:pt x="295820" y="71353"/>
                </a:lnTo>
                <a:lnTo>
                  <a:pt x="295531" y="71530"/>
                </a:lnTo>
                <a:lnTo>
                  <a:pt x="295248" y="71718"/>
                </a:lnTo>
                <a:lnTo>
                  <a:pt x="294973" y="71917"/>
                </a:lnTo>
                <a:lnTo>
                  <a:pt x="294705" y="72125"/>
                </a:lnTo>
                <a:lnTo>
                  <a:pt x="294443" y="72343"/>
                </a:lnTo>
                <a:lnTo>
                  <a:pt x="294189" y="72572"/>
                </a:lnTo>
                <a:lnTo>
                  <a:pt x="293941" y="72811"/>
                </a:lnTo>
                <a:lnTo>
                  <a:pt x="293703" y="73058"/>
                </a:lnTo>
                <a:lnTo>
                  <a:pt x="293474" y="73312"/>
                </a:lnTo>
                <a:lnTo>
                  <a:pt x="293256" y="73573"/>
                </a:lnTo>
                <a:lnTo>
                  <a:pt x="293047" y="73842"/>
                </a:lnTo>
                <a:lnTo>
                  <a:pt x="292849" y="74117"/>
                </a:lnTo>
                <a:lnTo>
                  <a:pt x="292661" y="74399"/>
                </a:lnTo>
                <a:lnTo>
                  <a:pt x="292484" y="74688"/>
                </a:lnTo>
                <a:lnTo>
                  <a:pt x="292316" y="74985"/>
                </a:lnTo>
                <a:lnTo>
                  <a:pt x="292158" y="75288"/>
                </a:lnTo>
                <a:lnTo>
                  <a:pt x="292011" y="75598"/>
                </a:lnTo>
                <a:lnTo>
                  <a:pt x="291874" y="75915"/>
                </a:lnTo>
                <a:lnTo>
                  <a:pt x="291747" y="76239"/>
                </a:lnTo>
                <a:lnTo>
                  <a:pt x="291630" y="76570"/>
                </a:lnTo>
                <a:lnTo>
                  <a:pt x="291523" y="76908"/>
                </a:lnTo>
                <a:lnTo>
                  <a:pt x="291427" y="77253"/>
                </a:lnTo>
                <a:lnTo>
                  <a:pt x="291341" y="77605"/>
                </a:lnTo>
                <a:lnTo>
                  <a:pt x="291264" y="77964"/>
                </a:lnTo>
                <a:lnTo>
                  <a:pt x="291198" y="78330"/>
                </a:lnTo>
                <a:lnTo>
                  <a:pt x="291142" y="78703"/>
                </a:lnTo>
                <a:lnTo>
                  <a:pt x="291097" y="79083"/>
                </a:lnTo>
                <a:lnTo>
                  <a:pt x="291061" y="79470"/>
                </a:lnTo>
                <a:lnTo>
                  <a:pt x="291036" y="79864"/>
                </a:lnTo>
                <a:lnTo>
                  <a:pt x="291021" y="80265"/>
                </a:lnTo>
                <a:lnTo>
                  <a:pt x="291015" y="80673"/>
                </a:lnTo>
                <a:lnTo>
                  <a:pt x="291021" y="81080"/>
                </a:lnTo>
                <a:lnTo>
                  <a:pt x="291036" y="81481"/>
                </a:lnTo>
                <a:lnTo>
                  <a:pt x="291061" y="81874"/>
                </a:lnTo>
                <a:lnTo>
                  <a:pt x="291097" y="82260"/>
                </a:lnTo>
                <a:lnTo>
                  <a:pt x="291142" y="82639"/>
                </a:lnTo>
                <a:lnTo>
                  <a:pt x="291198" y="83011"/>
                </a:lnTo>
                <a:lnTo>
                  <a:pt x="291264" y="83375"/>
                </a:lnTo>
                <a:lnTo>
                  <a:pt x="291341" y="83733"/>
                </a:lnTo>
                <a:lnTo>
                  <a:pt x="291427" y="84083"/>
                </a:lnTo>
                <a:lnTo>
                  <a:pt x="291523" y="84426"/>
                </a:lnTo>
                <a:lnTo>
                  <a:pt x="291630" y="84762"/>
                </a:lnTo>
                <a:lnTo>
                  <a:pt x="291747" y="85090"/>
                </a:lnTo>
                <a:lnTo>
                  <a:pt x="291874" y="85412"/>
                </a:lnTo>
                <a:lnTo>
                  <a:pt x="292011" y="85726"/>
                </a:lnTo>
                <a:lnTo>
                  <a:pt x="292158" y="86033"/>
                </a:lnTo>
                <a:lnTo>
                  <a:pt x="292316" y="86333"/>
                </a:lnTo>
                <a:lnTo>
                  <a:pt x="292484" y="86626"/>
                </a:lnTo>
                <a:lnTo>
                  <a:pt x="292661" y="86912"/>
                </a:lnTo>
                <a:lnTo>
                  <a:pt x="292849" y="87190"/>
                </a:lnTo>
                <a:lnTo>
                  <a:pt x="293047" y="87462"/>
                </a:lnTo>
                <a:lnTo>
                  <a:pt x="293256" y="87726"/>
                </a:lnTo>
                <a:lnTo>
                  <a:pt x="293474" y="87983"/>
                </a:lnTo>
                <a:lnTo>
                  <a:pt x="293703" y="88233"/>
                </a:lnTo>
                <a:lnTo>
                  <a:pt x="293941" y="88475"/>
                </a:lnTo>
                <a:lnTo>
                  <a:pt x="294189" y="88709"/>
                </a:lnTo>
                <a:lnTo>
                  <a:pt x="294443" y="88933"/>
                </a:lnTo>
                <a:lnTo>
                  <a:pt x="294705" y="89147"/>
                </a:lnTo>
                <a:lnTo>
                  <a:pt x="294973" y="89352"/>
                </a:lnTo>
                <a:lnTo>
                  <a:pt x="295248" y="89546"/>
                </a:lnTo>
                <a:lnTo>
                  <a:pt x="295531" y="89730"/>
                </a:lnTo>
                <a:lnTo>
                  <a:pt x="295820" y="89904"/>
                </a:lnTo>
                <a:lnTo>
                  <a:pt x="296116" y="90069"/>
                </a:lnTo>
                <a:lnTo>
                  <a:pt x="296419" y="90223"/>
                </a:lnTo>
                <a:lnTo>
                  <a:pt x="296730" y="90367"/>
                </a:lnTo>
                <a:lnTo>
                  <a:pt x="297047" y="90502"/>
                </a:lnTo>
                <a:lnTo>
                  <a:pt x="297371" y="90626"/>
                </a:lnTo>
                <a:lnTo>
                  <a:pt x="297702" y="90741"/>
                </a:lnTo>
                <a:lnTo>
                  <a:pt x="298040" y="90845"/>
                </a:lnTo>
                <a:lnTo>
                  <a:pt x="298385" y="90940"/>
                </a:lnTo>
                <a:lnTo>
                  <a:pt x="298737" y="91025"/>
                </a:lnTo>
                <a:lnTo>
                  <a:pt x="299096" y="91099"/>
                </a:lnTo>
                <a:lnTo>
                  <a:pt x="299462" y="91164"/>
                </a:lnTo>
                <a:lnTo>
                  <a:pt x="299835" y="91219"/>
                </a:lnTo>
                <a:lnTo>
                  <a:pt x="300214" y="91264"/>
                </a:lnTo>
                <a:lnTo>
                  <a:pt x="300601" y="91298"/>
                </a:lnTo>
                <a:lnTo>
                  <a:pt x="300995" y="91323"/>
                </a:lnTo>
                <a:lnTo>
                  <a:pt x="301396" y="91338"/>
                </a:lnTo>
                <a:lnTo>
                  <a:pt x="301803" y="91343"/>
                </a:lnTo>
                <a:lnTo>
                  <a:pt x="302211" y="91338"/>
                </a:lnTo>
                <a:lnTo>
                  <a:pt x="302612" y="91323"/>
                </a:lnTo>
                <a:lnTo>
                  <a:pt x="303006" y="91298"/>
                </a:lnTo>
                <a:lnTo>
                  <a:pt x="303392" y="912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list.py">
            <a:extLst xmlns:a="http://schemas.openxmlformats.org/drawingml/2006/main">
              <a:ext uri="{FF2B5EF4-FFF2-40B4-BE49-F238E27FC236}">
                <a16:creationId xmlns:a16="http://schemas.microsoft.com/office/drawing/2014/main" id="{9D7D99DB-595A-4FAA-9F1C-2D727657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086" y="2650760"/>
            <a:ext cx="474510" cy="110851"/>
          </a:xfrm>
          <a:custGeom xmlns:a="http://schemas.openxmlformats.org/drawingml/2006/main">
            <a:pathLst>
              <a:path w="474510" h="110851">
                <a:moveTo>
                  <a:pt x="103309" y="16489"/>
                </a:moveTo>
                <a:lnTo>
                  <a:pt x="103650" y="16462"/>
                </a:lnTo>
                <a:lnTo>
                  <a:pt x="103985" y="16427"/>
                </a:lnTo>
                <a:lnTo>
                  <a:pt x="104313" y="16384"/>
                </a:lnTo>
                <a:lnTo>
                  <a:pt x="104635" y="16334"/>
                </a:lnTo>
                <a:lnTo>
                  <a:pt x="104951" y="16276"/>
                </a:lnTo>
                <a:lnTo>
                  <a:pt x="105260" y="16210"/>
                </a:lnTo>
                <a:lnTo>
                  <a:pt x="105563" y="16136"/>
                </a:lnTo>
                <a:lnTo>
                  <a:pt x="105859" y="16054"/>
                </a:lnTo>
                <a:lnTo>
                  <a:pt x="106149" y="15965"/>
                </a:lnTo>
                <a:lnTo>
                  <a:pt x="106433" y="15868"/>
                </a:lnTo>
                <a:lnTo>
                  <a:pt x="106710" y="15763"/>
                </a:lnTo>
                <a:lnTo>
                  <a:pt x="106981" y="15650"/>
                </a:lnTo>
                <a:lnTo>
                  <a:pt x="107246" y="15530"/>
                </a:lnTo>
                <a:lnTo>
                  <a:pt x="107504" y="15402"/>
                </a:lnTo>
                <a:lnTo>
                  <a:pt x="107756" y="15266"/>
                </a:lnTo>
                <a:lnTo>
                  <a:pt x="108001" y="15122"/>
                </a:lnTo>
                <a:lnTo>
                  <a:pt x="108240" y="14970"/>
                </a:lnTo>
                <a:lnTo>
                  <a:pt x="108473" y="14811"/>
                </a:lnTo>
                <a:lnTo>
                  <a:pt x="108699" y="14644"/>
                </a:lnTo>
                <a:lnTo>
                  <a:pt x="108919" y="14469"/>
                </a:lnTo>
                <a:lnTo>
                  <a:pt x="109133" y="14287"/>
                </a:lnTo>
                <a:lnTo>
                  <a:pt x="109339" y="14097"/>
                </a:lnTo>
                <a:lnTo>
                  <a:pt x="109536" y="13903"/>
                </a:lnTo>
                <a:lnTo>
                  <a:pt x="109725" y="13703"/>
                </a:lnTo>
                <a:lnTo>
                  <a:pt x="109904" y="13498"/>
                </a:lnTo>
                <a:lnTo>
                  <a:pt x="110075" y="13287"/>
                </a:lnTo>
                <a:lnTo>
                  <a:pt x="110238" y="13071"/>
                </a:lnTo>
                <a:lnTo>
                  <a:pt x="110391" y="12849"/>
                </a:lnTo>
                <a:lnTo>
                  <a:pt x="110536" y="12622"/>
                </a:lnTo>
                <a:lnTo>
                  <a:pt x="110672" y="12390"/>
                </a:lnTo>
                <a:lnTo>
                  <a:pt x="110799" y="12153"/>
                </a:lnTo>
                <a:lnTo>
                  <a:pt x="110917" y="11910"/>
                </a:lnTo>
                <a:lnTo>
                  <a:pt x="111027" y="11661"/>
                </a:lnTo>
                <a:lnTo>
                  <a:pt x="111127" y="11408"/>
                </a:lnTo>
                <a:lnTo>
                  <a:pt x="111220" y="11148"/>
                </a:lnTo>
                <a:lnTo>
                  <a:pt x="111303" y="10884"/>
                </a:lnTo>
                <a:lnTo>
                  <a:pt x="111377" y="10614"/>
                </a:lnTo>
                <a:lnTo>
                  <a:pt x="111443" y="10339"/>
                </a:lnTo>
                <a:lnTo>
                  <a:pt x="111500" y="10058"/>
                </a:lnTo>
                <a:lnTo>
                  <a:pt x="111548" y="9772"/>
                </a:lnTo>
                <a:lnTo>
                  <a:pt x="111588" y="9481"/>
                </a:lnTo>
                <a:lnTo>
                  <a:pt x="111618" y="9184"/>
                </a:lnTo>
                <a:lnTo>
                  <a:pt x="111640" y="8882"/>
                </a:lnTo>
                <a:lnTo>
                  <a:pt x="111653" y="8574"/>
                </a:lnTo>
                <a:lnTo>
                  <a:pt x="111658" y="8261"/>
                </a:lnTo>
                <a:lnTo>
                  <a:pt x="111653" y="7948"/>
                </a:lnTo>
                <a:lnTo>
                  <a:pt x="111640" y="7641"/>
                </a:lnTo>
                <a:lnTo>
                  <a:pt x="111618" y="7339"/>
                </a:lnTo>
                <a:lnTo>
                  <a:pt x="111588" y="7042"/>
                </a:lnTo>
                <a:lnTo>
                  <a:pt x="111548" y="6751"/>
                </a:lnTo>
                <a:lnTo>
                  <a:pt x="111500" y="6465"/>
                </a:lnTo>
                <a:lnTo>
                  <a:pt x="111443" y="6185"/>
                </a:lnTo>
                <a:lnTo>
                  <a:pt x="111377" y="5909"/>
                </a:lnTo>
                <a:lnTo>
                  <a:pt x="111303" y="5640"/>
                </a:lnTo>
                <a:lnTo>
                  <a:pt x="111220" y="5375"/>
                </a:lnTo>
                <a:lnTo>
                  <a:pt x="111127" y="5116"/>
                </a:lnTo>
                <a:lnTo>
                  <a:pt x="111027" y="4863"/>
                </a:lnTo>
                <a:lnTo>
                  <a:pt x="110917" y="4614"/>
                </a:lnTo>
                <a:lnTo>
                  <a:pt x="110799" y="4371"/>
                </a:lnTo>
                <a:lnTo>
                  <a:pt x="110672" y="4134"/>
                </a:lnTo>
                <a:lnTo>
                  <a:pt x="110536" y="3902"/>
                </a:lnTo>
                <a:lnTo>
                  <a:pt x="110391" y="3675"/>
                </a:lnTo>
                <a:lnTo>
                  <a:pt x="110238" y="3453"/>
                </a:lnTo>
                <a:lnTo>
                  <a:pt x="110075" y="3237"/>
                </a:lnTo>
                <a:lnTo>
                  <a:pt x="109904" y="3027"/>
                </a:lnTo>
                <a:lnTo>
                  <a:pt x="109725" y="2821"/>
                </a:lnTo>
                <a:lnTo>
                  <a:pt x="109536" y="2622"/>
                </a:lnTo>
                <a:lnTo>
                  <a:pt x="109339" y="2427"/>
                </a:lnTo>
                <a:lnTo>
                  <a:pt x="109133" y="2238"/>
                </a:lnTo>
                <a:lnTo>
                  <a:pt x="108919" y="2055"/>
                </a:lnTo>
                <a:lnTo>
                  <a:pt x="108699" y="1880"/>
                </a:lnTo>
                <a:lnTo>
                  <a:pt x="108473" y="1713"/>
                </a:lnTo>
                <a:lnTo>
                  <a:pt x="108240" y="1554"/>
                </a:lnTo>
                <a:lnTo>
                  <a:pt x="108001" y="1403"/>
                </a:lnTo>
                <a:lnTo>
                  <a:pt x="107756" y="1259"/>
                </a:lnTo>
                <a:lnTo>
                  <a:pt x="107504" y="1123"/>
                </a:lnTo>
                <a:lnTo>
                  <a:pt x="107246" y="995"/>
                </a:lnTo>
                <a:lnTo>
                  <a:pt x="106981" y="874"/>
                </a:lnTo>
                <a:lnTo>
                  <a:pt x="106710" y="761"/>
                </a:lnTo>
                <a:lnTo>
                  <a:pt x="106433" y="657"/>
                </a:lnTo>
                <a:lnTo>
                  <a:pt x="106149" y="559"/>
                </a:lnTo>
                <a:lnTo>
                  <a:pt x="105859" y="470"/>
                </a:lnTo>
                <a:lnTo>
                  <a:pt x="105563" y="389"/>
                </a:lnTo>
                <a:lnTo>
                  <a:pt x="105260" y="315"/>
                </a:lnTo>
                <a:lnTo>
                  <a:pt x="104951" y="249"/>
                </a:lnTo>
                <a:lnTo>
                  <a:pt x="104635" y="190"/>
                </a:lnTo>
                <a:lnTo>
                  <a:pt x="104313" y="140"/>
                </a:lnTo>
                <a:lnTo>
                  <a:pt x="103985" y="97"/>
                </a:lnTo>
                <a:lnTo>
                  <a:pt x="103650" y="62"/>
                </a:lnTo>
                <a:lnTo>
                  <a:pt x="103309" y="35"/>
                </a:lnTo>
                <a:lnTo>
                  <a:pt x="102962" y="16"/>
                </a:lnTo>
                <a:lnTo>
                  <a:pt x="102608" y="4"/>
                </a:lnTo>
                <a:lnTo>
                  <a:pt x="102248" y="0"/>
                </a:lnTo>
                <a:lnTo>
                  <a:pt x="101888" y="4"/>
                </a:lnTo>
                <a:lnTo>
                  <a:pt x="101534" y="16"/>
                </a:lnTo>
                <a:lnTo>
                  <a:pt x="101186" y="35"/>
                </a:lnTo>
                <a:lnTo>
                  <a:pt x="100845" y="62"/>
                </a:lnTo>
                <a:lnTo>
                  <a:pt x="100510" y="97"/>
                </a:lnTo>
                <a:lnTo>
                  <a:pt x="100182" y="140"/>
                </a:lnTo>
                <a:lnTo>
                  <a:pt x="99860" y="190"/>
                </a:lnTo>
                <a:lnTo>
                  <a:pt x="99544" y="249"/>
                </a:lnTo>
                <a:lnTo>
                  <a:pt x="99235" y="315"/>
                </a:lnTo>
                <a:lnTo>
                  <a:pt x="98932" y="389"/>
                </a:lnTo>
                <a:lnTo>
                  <a:pt x="98636" y="470"/>
                </a:lnTo>
                <a:lnTo>
                  <a:pt x="98345" y="559"/>
                </a:lnTo>
                <a:lnTo>
                  <a:pt x="98062" y="657"/>
                </a:lnTo>
                <a:lnTo>
                  <a:pt x="97784" y="761"/>
                </a:lnTo>
                <a:lnTo>
                  <a:pt x="97513" y="874"/>
                </a:lnTo>
                <a:lnTo>
                  <a:pt x="97249" y="995"/>
                </a:lnTo>
                <a:lnTo>
                  <a:pt x="96990" y="1123"/>
                </a:lnTo>
                <a:lnTo>
                  <a:pt x="96738" y="1259"/>
                </a:lnTo>
                <a:lnTo>
                  <a:pt x="96493" y="1403"/>
                </a:lnTo>
                <a:lnTo>
                  <a:pt x="96254" y="1554"/>
                </a:lnTo>
                <a:lnTo>
                  <a:pt x="96021" y="1713"/>
                </a:lnTo>
                <a:lnTo>
                  <a:pt x="95795" y="1880"/>
                </a:lnTo>
                <a:lnTo>
                  <a:pt x="95575" y="2055"/>
                </a:lnTo>
                <a:lnTo>
                  <a:pt x="95361" y="2238"/>
                </a:lnTo>
                <a:lnTo>
                  <a:pt x="95155" y="2427"/>
                </a:lnTo>
                <a:lnTo>
                  <a:pt x="94958" y="2622"/>
                </a:lnTo>
                <a:lnTo>
                  <a:pt x="94770" y="2821"/>
                </a:lnTo>
                <a:lnTo>
                  <a:pt x="94590" y="3027"/>
                </a:lnTo>
                <a:lnTo>
                  <a:pt x="94419" y="3237"/>
                </a:lnTo>
                <a:lnTo>
                  <a:pt x="94257" y="3453"/>
                </a:lnTo>
                <a:lnTo>
                  <a:pt x="94104" y="3675"/>
                </a:lnTo>
                <a:lnTo>
                  <a:pt x="93959" y="3902"/>
                </a:lnTo>
                <a:lnTo>
                  <a:pt x="93824" y="4134"/>
                </a:lnTo>
                <a:lnTo>
                  <a:pt x="93697" y="4371"/>
                </a:lnTo>
                <a:lnTo>
                  <a:pt x="93578" y="4614"/>
                </a:lnTo>
                <a:lnTo>
                  <a:pt x="93469" y="4863"/>
                </a:lnTo>
                <a:lnTo>
                  <a:pt x="93368" y="5116"/>
                </a:lnTo>
                <a:lnTo>
                  <a:pt x="93276" y="5375"/>
                </a:lnTo>
                <a:lnTo>
                  <a:pt x="93193" y="5640"/>
                </a:lnTo>
                <a:lnTo>
                  <a:pt x="93118" y="5909"/>
                </a:lnTo>
                <a:lnTo>
                  <a:pt x="93053" y="6185"/>
                </a:lnTo>
                <a:lnTo>
                  <a:pt x="92996" y="6465"/>
                </a:lnTo>
                <a:lnTo>
                  <a:pt x="92948" y="6751"/>
                </a:lnTo>
                <a:lnTo>
                  <a:pt x="92908" y="7042"/>
                </a:lnTo>
                <a:lnTo>
                  <a:pt x="92877" y="7339"/>
                </a:lnTo>
                <a:lnTo>
                  <a:pt x="92856" y="7641"/>
                </a:lnTo>
                <a:lnTo>
                  <a:pt x="92842" y="7948"/>
                </a:lnTo>
                <a:lnTo>
                  <a:pt x="92838" y="8261"/>
                </a:lnTo>
                <a:lnTo>
                  <a:pt x="92842" y="8574"/>
                </a:lnTo>
                <a:lnTo>
                  <a:pt x="92856" y="8882"/>
                </a:lnTo>
                <a:lnTo>
                  <a:pt x="92877" y="9184"/>
                </a:lnTo>
                <a:lnTo>
                  <a:pt x="92908" y="9481"/>
                </a:lnTo>
                <a:lnTo>
                  <a:pt x="92948" y="9772"/>
                </a:lnTo>
                <a:lnTo>
                  <a:pt x="92996" y="10058"/>
                </a:lnTo>
                <a:lnTo>
                  <a:pt x="93053" y="10339"/>
                </a:lnTo>
                <a:lnTo>
                  <a:pt x="93118" y="10614"/>
                </a:lnTo>
                <a:lnTo>
                  <a:pt x="93193" y="10884"/>
                </a:lnTo>
                <a:lnTo>
                  <a:pt x="93276" y="11148"/>
                </a:lnTo>
                <a:lnTo>
                  <a:pt x="93368" y="11408"/>
                </a:lnTo>
                <a:lnTo>
                  <a:pt x="93469" y="11661"/>
                </a:lnTo>
                <a:lnTo>
                  <a:pt x="93578" y="11910"/>
                </a:lnTo>
                <a:lnTo>
                  <a:pt x="93697" y="12153"/>
                </a:lnTo>
                <a:lnTo>
                  <a:pt x="93824" y="12390"/>
                </a:lnTo>
                <a:lnTo>
                  <a:pt x="93959" y="12622"/>
                </a:lnTo>
                <a:lnTo>
                  <a:pt x="94104" y="12849"/>
                </a:lnTo>
                <a:lnTo>
                  <a:pt x="94257" y="13071"/>
                </a:lnTo>
                <a:lnTo>
                  <a:pt x="94419" y="13287"/>
                </a:lnTo>
                <a:lnTo>
                  <a:pt x="94590" y="13498"/>
                </a:lnTo>
                <a:lnTo>
                  <a:pt x="94770" y="13703"/>
                </a:lnTo>
                <a:lnTo>
                  <a:pt x="94958" y="13903"/>
                </a:lnTo>
                <a:lnTo>
                  <a:pt x="95155" y="14097"/>
                </a:lnTo>
                <a:lnTo>
                  <a:pt x="95361" y="14287"/>
                </a:lnTo>
                <a:lnTo>
                  <a:pt x="95575" y="14469"/>
                </a:lnTo>
                <a:lnTo>
                  <a:pt x="95795" y="14644"/>
                </a:lnTo>
                <a:lnTo>
                  <a:pt x="96021" y="14811"/>
                </a:lnTo>
                <a:lnTo>
                  <a:pt x="96254" y="14970"/>
                </a:lnTo>
                <a:lnTo>
                  <a:pt x="96493" y="15122"/>
                </a:lnTo>
                <a:lnTo>
                  <a:pt x="96738" y="15266"/>
                </a:lnTo>
                <a:lnTo>
                  <a:pt x="96990" y="15402"/>
                </a:lnTo>
                <a:lnTo>
                  <a:pt x="97249" y="15530"/>
                </a:lnTo>
                <a:lnTo>
                  <a:pt x="97513" y="15650"/>
                </a:lnTo>
                <a:lnTo>
                  <a:pt x="97784" y="15763"/>
                </a:lnTo>
                <a:lnTo>
                  <a:pt x="98062" y="15868"/>
                </a:lnTo>
                <a:lnTo>
                  <a:pt x="98345" y="15965"/>
                </a:lnTo>
                <a:lnTo>
                  <a:pt x="98636" y="16054"/>
                </a:lnTo>
                <a:lnTo>
                  <a:pt x="98932" y="16136"/>
                </a:lnTo>
                <a:lnTo>
                  <a:pt x="99235" y="16210"/>
                </a:lnTo>
                <a:lnTo>
                  <a:pt x="99544" y="16276"/>
                </a:lnTo>
                <a:lnTo>
                  <a:pt x="99860" y="16334"/>
                </a:lnTo>
                <a:lnTo>
                  <a:pt x="100182" y="16384"/>
                </a:lnTo>
                <a:lnTo>
                  <a:pt x="100510" y="16427"/>
                </a:lnTo>
                <a:lnTo>
                  <a:pt x="100845" y="16462"/>
                </a:lnTo>
                <a:lnTo>
                  <a:pt x="101186" y="16489"/>
                </a:lnTo>
                <a:lnTo>
                  <a:pt x="101534" y="16509"/>
                </a:lnTo>
                <a:lnTo>
                  <a:pt x="101888" y="16520"/>
                </a:lnTo>
                <a:lnTo>
                  <a:pt x="102248" y="16524"/>
                </a:lnTo>
                <a:lnTo>
                  <a:pt x="102608" y="16520"/>
                </a:lnTo>
                <a:lnTo>
                  <a:pt x="102962" y="16509"/>
                </a:lnTo>
                <a:lnTo>
                  <a:pt x="103309" y="16489"/>
                </a:lnTo>
                <a:close/>
                <a:moveTo>
                  <a:pt x="42002" y="77228"/>
                </a:moveTo>
                <a:lnTo>
                  <a:pt x="41717" y="77225"/>
                </a:lnTo>
                <a:lnTo>
                  <a:pt x="41438" y="77214"/>
                </a:lnTo>
                <a:lnTo>
                  <a:pt x="41163" y="77197"/>
                </a:lnTo>
                <a:lnTo>
                  <a:pt x="40894" y="77173"/>
                </a:lnTo>
                <a:lnTo>
                  <a:pt x="40629" y="77141"/>
                </a:lnTo>
                <a:lnTo>
                  <a:pt x="40370" y="77103"/>
                </a:lnTo>
                <a:lnTo>
                  <a:pt x="40115" y="77058"/>
                </a:lnTo>
                <a:lnTo>
                  <a:pt x="39866" y="77005"/>
                </a:lnTo>
                <a:lnTo>
                  <a:pt x="39621" y="76946"/>
                </a:lnTo>
                <a:lnTo>
                  <a:pt x="39382" y="76880"/>
                </a:lnTo>
                <a:lnTo>
                  <a:pt x="39147" y="76807"/>
                </a:lnTo>
                <a:lnTo>
                  <a:pt x="38918" y="76727"/>
                </a:lnTo>
                <a:lnTo>
                  <a:pt x="38693" y="76640"/>
                </a:lnTo>
                <a:lnTo>
                  <a:pt x="38473" y="76546"/>
                </a:lnTo>
                <a:lnTo>
                  <a:pt x="38259" y="76445"/>
                </a:lnTo>
                <a:lnTo>
                  <a:pt x="38049" y="76337"/>
                </a:lnTo>
                <a:lnTo>
                  <a:pt x="37844" y="76222"/>
                </a:lnTo>
                <a:lnTo>
                  <a:pt x="37644" y="76100"/>
                </a:lnTo>
                <a:lnTo>
                  <a:pt x="37450" y="75971"/>
                </a:lnTo>
                <a:lnTo>
                  <a:pt x="37260" y="75835"/>
                </a:lnTo>
                <a:lnTo>
                  <a:pt x="37075" y="75692"/>
                </a:lnTo>
                <a:lnTo>
                  <a:pt x="36895" y="75542"/>
                </a:lnTo>
                <a:lnTo>
                  <a:pt x="36720" y="75385"/>
                </a:lnTo>
                <a:lnTo>
                  <a:pt x="36551" y="75222"/>
                </a:lnTo>
                <a:lnTo>
                  <a:pt x="36387" y="75052"/>
                </a:lnTo>
                <a:lnTo>
                  <a:pt x="36230" y="74877"/>
                </a:lnTo>
                <a:lnTo>
                  <a:pt x="36080" y="74697"/>
                </a:lnTo>
                <a:lnTo>
                  <a:pt x="35937" y="74512"/>
                </a:lnTo>
                <a:lnTo>
                  <a:pt x="35801" y="74323"/>
                </a:lnTo>
                <a:lnTo>
                  <a:pt x="35672" y="74128"/>
                </a:lnTo>
                <a:lnTo>
                  <a:pt x="35550" y="73928"/>
                </a:lnTo>
                <a:lnTo>
                  <a:pt x="35435" y="73723"/>
                </a:lnTo>
                <a:lnTo>
                  <a:pt x="35327" y="73514"/>
                </a:lnTo>
                <a:lnTo>
                  <a:pt x="35226" y="73299"/>
                </a:lnTo>
                <a:lnTo>
                  <a:pt x="35131" y="73079"/>
                </a:lnTo>
                <a:lnTo>
                  <a:pt x="35044" y="72855"/>
                </a:lnTo>
                <a:lnTo>
                  <a:pt x="34964" y="72625"/>
                </a:lnTo>
                <a:lnTo>
                  <a:pt x="34891" y="72391"/>
                </a:lnTo>
                <a:lnTo>
                  <a:pt x="34825" y="72151"/>
                </a:lnTo>
                <a:lnTo>
                  <a:pt x="34765" y="71906"/>
                </a:lnTo>
                <a:lnTo>
                  <a:pt x="34713" y="71657"/>
                </a:lnTo>
                <a:lnTo>
                  <a:pt x="34668" y="71402"/>
                </a:lnTo>
                <a:lnTo>
                  <a:pt x="34629" y="71143"/>
                </a:lnTo>
                <a:lnTo>
                  <a:pt x="34598" y="70878"/>
                </a:lnTo>
                <a:lnTo>
                  <a:pt x="34574" y="70609"/>
                </a:lnTo>
                <a:lnTo>
                  <a:pt x="34556" y="70335"/>
                </a:lnTo>
                <a:lnTo>
                  <a:pt x="34546" y="70055"/>
                </a:lnTo>
                <a:lnTo>
                  <a:pt x="34542" y="69771"/>
                </a:lnTo>
                <a:lnTo>
                  <a:pt x="34542" y="6426"/>
                </a:lnTo>
                <a:lnTo>
                  <a:pt x="0" y="6426"/>
                </a:lnTo>
                <a:lnTo>
                  <a:pt x="0" y="19392"/>
                </a:lnTo>
                <a:lnTo>
                  <a:pt x="20198" y="19392"/>
                </a:lnTo>
                <a:lnTo>
                  <a:pt x="20198" y="69771"/>
                </a:lnTo>
                <a:lnTo>
                  <a:pt x="20203" y="70275"/>
                </a:lnTo>
                <a:lnTo>
                  <a:pt x="20216" y="70774"/>
                </a:lnTo>
                <a:lnTo>
                  <a:pt x="20239" y="71269"/>
                </a:lnTo>
                <a:lnTo>
                  <a:pt x="20271" y="71758"/>
                </a:lnTo>
                <a:lnTo>
                  <a:pt x="20312" y="72242"/>
                </a:lnTo>
                <a:lnTo>
                  <a:pt x="20363" y="72722"/>
                </a:lnTo>
                <a:lnTo>
                  <a:pt x="20422" y="73196"/>
                </a:lnTo>
                <a:lnTo>
                  <a:pt x="20491" y="73666"/>
                </a:lnTo>
                <a:lnTo>
                  <a:pt x="20569" y="74130"/>
                </a:lnTo>
                <a:lnTo>
                  <a:pt x="20656" y="74590"/>
                </a:lnTo>
                <a:lnTo>
                  <a:pt x="20752" y="75044"/>
                </a:lnTo>
                <a:lnTo>
                  <a:pt x="20858" y="75494"/>
                </a:lnTo>
                <a:lnTo>
                  <a:pt x="20972" y="75938"/>
                </a:lnTo>
                <a:lnTo>
                  <a:pt x="21096" y="76378"/>
                </a:lnTo>
                <a:lnTo>
                  <a:pt x="21229" y="76812"/>
                </a:lnTo>
                <a:lnTo>
                  <a:pt x="21371" y="77242"/>
                </a:lnTo>
                <a:lnTo>
                  <a:pt x="21522" y="77666"/>
                </a:lnTo>
                <a:lnTo>
                  <a:pt x="21682" y="78086"/>
                </a:lnTo>
                <a:lnTo>
                  <a:pt x="21852" y="78501"/>
                </a:lnTo>
                <a:lnTo>
                  <a:pt x="22030" y="78910"/>
                </a:lnTo>
                <a:lnTo>
                  <a:pt x="22218" y="79315"/>
                </a:lnTo>
                <a:lnTo>
                  <a:pt x="22415" y="79715"/>
                </a:lnTo>
                <a:lnTo>
                  <a:pt x="22621" y="80110"/>
                </a:lnTo>
                <a:lnTo>
                  <a:pt x="22837" y="80499"/>
                </a:lnTo>
                <a:lnTo>
                  <a:pt x="23060" y="80883"/>
                </a:lnTo>
                <a:lnTo>
                  <a:pt x="23290" y="81259"/>
                </a:lnTo>
                <a:lnTo>
                  <a:pt x="23528" y="81628"/>
                </a:lnTo>
                <a:lnTo>
                  <a:pt x="23772" y="81989"/>
                </a:lnTo>
                <a:lnTo>
                  <a:pt x="24023" y="82344"/>
                </a:lnTo>
                <a:lnTo>
                  <a:pt x="24282" y="82690"/>
                </a:lnTo>
                <a:lnTo>
                  <a:pt x="24547" y="83030"/>
                </a:lnTo>
                <a:lnTo>
                  <a:pt x="24819" y="83362"/>
                </a:lnTo>
                <a:lnTo>
                  <a:pt x="25098" y="83686"/>
                </a:lnTo>
                <a:lnTo>
                  <a:pt x="25384" y="84003"/>
                </a:lnTo>
                <a:lnTo>
                  <a:pt x="25677" y="84313"/>
                </a:lnTo>
                <a:lnTo>
                  <a:pt x="25978" y="84616"/>
                </a:lnTo>
                <a:lnTo>
                  <a:pt x="26285" y="84911"/>
                </a:lnTo>
                <a:lnTo>
                  <a:pt x="26599" y="85199"/>
                </a:lnTo>
                <a:lnTo>
                  <a:pt x="26920" y="85479"/>
                </a:lnTo>
                <a:lnTo>
                  <a:pt x="27248" y="85752"/>
                </a:lnTo>
                <a:lnTo>
                  <a:pt x="27583" y="86018"/>
                </a:lnTo>
                <a:lnTo>
                  <a:pt x="27925" y="86276"/>
                </a:lnTo>
                <a:lnTo>
                  <a:pt x="28274" y="86527"/>
                </a:lnTo>
                <a:lnTo>
                  <a:pt x="28629" y="86771"/>
                </a:lnTo>
                <a:lnTo>
                  <a:pt x="28992" y="87007"/>
                </a:lnTo>
                <a:lnTo>
                  <a:pt x="29362" y="87236"/>
                </a:lnTo>
                <a:lnTo>
                  <a:pt x="29739" y="87457"/>
                </a:lnTo>
                <a:lnTo>
                  <a:pt x="30123" y="87671"/>
                </a:lnTo>
                <a:lnTo>
                  <a:pt x="30513" y="87877"/>
                </a:lnTo>
                <a:lnTo>
                  <a:pt x="30908" y="88075"/>
                </a:lnTo>
                <a:lnTo>
                  <a:pt x="31309" y="88263"/>
                </a:lnTo>
                <a:lnTo>
                  <a:pt x="31715" y="88443"/>
                </a:lnTo>
                <a:lnTo>
                  <a:pt x="32127" y="88614"/>
                </a:lnTo>
                <a:lnTo>
                  <a:pt x="32544" y="88776"/>
                </a:lnTo>
                <a:lnTo>
                  <a:pt x="32966" y="88930"/>
                </a:lnTo>
                <a:lnTo>
                  <a:pt x="33394" y="89074"/>
                </a:lnTo>
                <a:lnTo>
                  <a:pt x="33827" y="89210"/>
                </a:lnTo>
                <a:lnTo>
                  <a:pt x="34266" y="89337"/>
                </a:lnTo>
                <a:lnTo>
                  <a:pt x="34709" y="89456"/>
                </a:lnTo>
                <a:lnTo>
                  <a:pt x="35159" y="89565"/>
                </a:lnTo>
                <a:lnTo>
                  <a:pt x="35613" y="89666"/>
                </a:lnTo>
                <a:lnTo>
                  <a:pt x="36073" y="89758"/>
                </a:lnTo>
                <a:lnTo>
                  <a:pt x="36538" y="89841"/>
                </a:lnTo>
                <a:lnTo>
                  <a:pt x="37009" y="89916"/>
                </a:lnTo>
                <a:lnTo>
                  <a:pt x="37485" y="89982"/>
                </a:lnTo>
                <a:lnTo>
                  <a:pt x="37967" y="90039"/>
                </a:lnTo>
                <a:lnTo>
                  <a:pt x="38454" y="90087"/>
                </a:lnTo>
                <a:lnTo>
                  <a:pt x="38946" y="90126"/>
                </a:lnTo>
                <a:lnTo>
                  <a:pt x="39443" y="90157"/>
                </a:lnTo>
                <a:lnTo>
                  <a:pt x="39946" y="90179"/>
                </a:lnTo>
                <a:lnTo>
                  <a:pt x="40455" y="90192"/>
                </a:lnTo>
                <a:lnTo>
                  <a:pt x="40968" y="90196"/>
                </a:lnTo>
                <a:lnTo>
                  <a:pt x="61051" y="90196"/>
                </a:lnTo>
                <a:lnTo>
                  <a:pt x="61051" y="77228"/>
                </a:lnTo>
                <a:lnTo>
                  <a:pt x="42002" y="77228"/>
                </a:lnTo>
                <a:close/>
                <a:moveTo>
                  <a:pt x="245327" y="77218"/>
                </a:moveTo>
                <a:lnTo>
                  <a:pt x="244870" y="77187"/>
                </a:lnTo>
                <a:lnTo>
                  <a:pt x="244433" y="77135"/>
                </a:lnTo>
                <a:lnTo>
                  <a:pt x="244016" y="77063"/>
                </a:lnTo>
                <a:lnTo>
                  <a:pt x="243620" y="76969"/>
                </a:lnTo>
                <a:lnTo>
                  <a:pt x="243244" y="76856"/>
                </a:lnTo>
                <a:lnTo>
                  <a:pt x="242888" y="76721"/>
                </a:lnTo>
                <a:lnTo>
                  <a:pt x="242553" y="76566"/>
                </a:lnTo>
                <a:lnTo>
                  <a:pt x="242238" y="76389"/>
                </a:lnTo>
                <a:lnTo>
                  <a:pt x="241943" y="76193"/>
                </a:lnTo>
                <a:lnTo>
                  <a:pt x="241669" y="75975"/>
                </a:lnTo>
                <a:lnTo>
                  <a:pt x="241415" y="75737"/>
                </a:lnTo>
                <a:lnTo>
                  <a:pt x="241181" y="75478"/>
                </a:lnTo>
                <a:lnTo>
                  <a:pt x="240968" y="75198"/>
                </a:lnTo>
                <a:lnTo>
                  <a:pt x="240775" y="74898"/>
                </a:lnTo>
                <a:lnTo>
                  <a:pt x="240602" y="74577"/>
                </a:lnTo>
                <a:lnTo>
                  <a:pt x="240449" y="74235"/>
                </a:lnTo>
                <a:lnTo>
                  <a:pt x="240317" y="73873"/>
                </a:lnTo>
                <a:lnTo>
                  <a:pt x="240205" y="73489"/>
                </a:lnTo>
                <a:lnTo>
                  <a:pt x="240114" y="73086"/>
                </a:lnTo>
                <a:lnTo>
                  <a:pt x="240043" y="72661"/>
                </a:lnTo>
                <a:lnTo>
                  <a:pt x="239992" y="72216"/>
                </a:lnTo>
                <a:lnTo>
                  <a:pt x="239962" y="71749"/>
                </a:lnTo>
                <a:lnTo>
                  <a:pt x="239951" y="71263"/>
                </a:lnTo>
                <a:lnTo>
                  <a:pt x="239951" y="40049"/>
                </a:lnTo>
                <a:lnTo>
                  <a:pt x="264166" y="40049"/>
                </a:lnTo>
                <a:lnTo>
                  <a:pt x="264166" y="27081"/>
                </a:lnTo>
                <a:lnTo>
                  <a:pt x="239951" y="27081"/>
                </a:lnTo>
                <a:lnTo>
                  <a:pt x="239951" y="9294"/>
                </a:lnTo>
                <a:lnTo>
                  <a:pt x="225493" y="9294"/>
                </a:lnTo>
                <a:lnTo>
                  <a:pt x="225493" y="27081"/>
                </a:lnTo>
                <a:lnTo>
                  <a:pt x="208395" y="27081"/>
                </a:lnTo>
                <a:lnTo>
                  <a:pt x="208395" y="40049"/>
                </a:lnTo>
                <a:lnTo>
                  <a:pt x="225493" y="40049"/>
                </a:lnTo>
                <a:lnTo>
                  <a:pt x="225493" y="71263"/>
                </a:lnTo>
                <a:lnTo>
                  <a:pt x="225502" y="71992"/>
                </a:lnTo>
                <a:lnTo>
                  <a:pt x="225529" y="72709"/>
                </a:lnTo>
                <a:lnTo>
                  <a:pt x="225573" y="73412"/>
                </a:lnTo>
                <a:lnTo>
                  <a:pt x="225635" y="74103"/>
                </a:lnTo>
                <a:lnTo>
                  <a:pt x="225715" y="74780"/>
                </a:lnTo>
                <a:lnTo>
                  <a:pt x="225812" y="75444"/>
                </a:lnTo>
                <a:lnTo>
                  <a:pt x="225928" y="76095"/>
                </a:lnTo>
                <a:lnTo>
                  <a:pt x="226061" y="76732"/>
                </a:lnTo>
                <a:lnTo>
                  <a:pt x="226211" y="77357"/>
                </a:lnTo>
                <a:lnTo>
                  <a:pt x="226380" y="77968"/>
                </a:lnTo>
                <a:lnTo>
                  <a:pt x="226566" y="78567"/>
                </a:lnTo>
                <a:lnTo>
                  <a:pt x="226770" y="79152"/>
                </a:lnTo>
                <a:lnTo>
                  <a:pt x="226991" y="79724"/>
                </a:lnTo>
                <a:lnTo>
                  <a:pt x="227231" y="80283"/>
                </a:lnTo>
                <a:lnTo>
                  <a:pt x="227488" y="80828"/>
                </a:lnTo>
                <a:lnTo>
                  <a:pt x="227763" y="81361"/>
                </a:lnTo>
                <a:lnTo>
                  <a:pt x="228055" y="81880"/>
                </a:lnTo>
                <a:lnTo>
                  <a:pt x="228365" y="82387"/>
                </a:lnTo>
                <a:lnTo>
                  <a:pt x="228693" y="82880"/>
                </a:lnTo>
                <a:lnTo>
                  <a:pt x="229039" y="83360"/>
                </a:lnTo>
                <a:lnTo>
                  <a:pt x="229403" y="83827"/>
                </a:lnTo>
                <a:lnTo>
                  <a:pt x="229784" y="84280"/>
                </a:lnTo>
                <a:lnTo>
                  <a:pt x="230183" y="84721"/>
                </a:lnTo>
                <a:lnTo>
                  <a:pt x="230599" y="85148"/>
                </a:lnTo>
                <a:lnTo>
                  <a:pt x="231032" y="85560"/>
                </a:lnTo>
                <a:lnTo>
                  <a:pt x="231478" y="85955"/>
                </a:lnTo>
                <a:lnTo>
                  <a:pt x="231938" y="86331"/>
                </a:lnTo>
                <a:lnTo>
                  <a:pt x="232412" y="86691"/>
                </a:lnTo>
                <a:lnTo>
                  <a:pt x="232899" y="87033"/>
                </a:lnTo>
                <a:lnTo>
                  <a:pt x="233400" y="87357"/>
                </a:lnTo>
                <a:lnTo>
                  <a:pt x="233915" y="87664"/>
                </a:lnTo>
                <a:lnTo>
                  <a:pt x="234444" y="87953"/>
                </a:lnTo>
                <a:lnTo>
                  <a:pt x="234987" y="88224"/>
                </a:lnTo>
                <a:lnTo>
                  <a:pt x="235543" y="88479"/>
                </a:lnTo>
                <a:lnTo>
                  <a:pt x="236113" y="88715"/>
                </a:lnTo>
                <a:lnTo>
                  <a:pt x="236696" y="88934"/>
                </a:lnTo>
                <a:lnTo>
                  <a:pt x="237294" y="89136"/>
                </a:lnTo>
                <a:lnTo>
                  <a:pt x="237905" y="89320"/>
                </a:lnTo>
                <a:lnTo>
                  <a:pt x="238530" y="89486"/>
                </a:lnTo>
                <a:lnTo>
                  <a:pt x="239168" y="89635"/>
                </a:lnTo>
                <a:lnTo>
                  <a:pt x="239821" y="89767"/>
                </a:lnTo>
                <a:lnTo>
                  <a:pt x="240487" y="89881"/>
                </a:lnTo>
                <a:lnTo>
                  <a:pt x="241167" y="89977"/>
                </a:lnTo>
                <a:lnTo>
                  <a:pt x="241860" y="90056"/>
                </a:lnTo>
                <a:lnTo>
                  <a:pt x="242568" y="90118"/>
                </a:lnTo>
                <a:lnTo>
                  <a:pt x="243289" y="90161"/>
                </a:lnTo>
                <a:lnTo>
                  <a:pt x="244023" y="90188"/>
                </a:lnTo>
                <a:lnTo>
                  <a:pt x="244772" y="90196"/>
                </a:lnTo>
                <a:lnTo>
                  <a:pt x="263017" y="90196"/>
                </a:lnTo>
                <a:lnTo>
                  <a:pt x="263017" y="77228"/>
                </a:lnTo>
                <a:lnTo>
                  <a:pt x="245805" y="77228"/>
                </a:lnTo>
                <a:lnTo>
                  <a:pt x="245327" y="77218"/>
                </a:lnTo>
                <a:close/>
                <a:moveTo>
                  <a:pt x="110280" y="27081"/>
                </a:moveTo>
                <a:lnTo>
                  <a:pt x="77345" y="27081"/>
                </a:lnTo>
                <a:lnTo>
                  <a:pt x="77345" y="40049"/>
                </a:lnTo>
                <a:lnTo>
                  <a:pt x="96510" y="40049"/>
                </a:lnTo>
                <a:lnTo>
                  <a:pt x="96510" y="77115"/>
                </a:lnTo>
                <a:lnTo>
                  <a:pt x="74477" y="77115"/>
                </a:lnTo>
                <a:lnTo>
                  <a:pt x="74477" y="90196"/>
                </a:lnTo>
                <a:lnTo>
                  <a:pt x="129788" y="90196"/>
                </a:lnTo>
                <a:lnTo>
                  <a:pt x="129788" y="77115"/>
                </a:lnTo>
                <a:lnTo>
                  <a:pt x="110280" y="77115"/>
                </a:lnTo>
                <a:lnTo>
                  <a:pt x="110280" y="27081"/>
                </a:lnTo>
                <a:close/>
                <a:moveTo>
                  <a:pt x="173659" y="91194"/>
                </a:moveTo>
                <a:lnTo>
                  <a:pt x="174622" y="91150"/>
                </a:lnTo>
                <a:lnTo>
                  <a:pt x="175564" y="91088"/>
                </a:lnTo>
                <a:lnTo>
                  <a:pt x="176485" y="91008"/>
                </a:lnTo>
                <a:lnTo>
                  <a:pt x="177386" y="90910"/>
                </a:lnTo>
                <a:lnTo>
                  <a:pt x="178266" y="90795"/>
                </a:lnTo>
                <a:lnTo>
                  <a:pt x="179126" y="90662"/>
                </a:lnTo>
                <a:lnTo>
                  <a:pt x="179965" y="90511"/>
                </a:lnTo>
                <a:lnTo>
                  <a:pt x="180784" y="90343"/>
                </a:lnTo>
                <a:lnTo>
                  <a:pt x="181582" y="90157"/>
                </a:lnTo>
                <a:lnTo>
                  <a:pt x="182360" y="89953"/>
                </a:lnTo>
                <a:lnTo>
                  <a:pt x="183117" y="89731"/>
                </a:lnTo>
                <a:lnTo>
                  <a:pt x="183853" y="89492"/>
                </a:lnTo>
                <a:lnTo>
                  <a:pt x="184569" y="89235"/>
                </a:lnTo>
                <a:lnTo>
                  <a:pt x="185265" y="88960"/>
                </a:lnTo>
                <a:lnTo>
                  <a:pt x="185940" y="88668"/>
                </a:lnTo>
                <a:lnTo>
                  <a:pt x="186594" y="88357"/>
                </a:lnTo>
                <a:lnTo>
                  <a:pt x="187228" y="88029"/>
                </a:lnTo>
                <a:lnTo>
                  <a:pt x="187842" y="87684"/>
                </a:lnTo>
                <a:lnTo>
                  <a:pt x="188435" y="87320"/>
                </a:lnTo>
                <a:lnTo>
                  <a:pt x="189007" y="86939"/>
                </a:lnTo>
                <a:lnTo>
                  <a:pt x="189559" y="86540"/>
                </a:lnTo>
                <a:lnTo>
                  <a:pt x="190090" y="86124"/>
                </a:lnTo>
                <a:lnTo>
                  <a:pt x="190601" y="85691"/>
                </a:lnTo>
                <a:lnTo>
                  <a:pt x="191089" y="85244"/>
                </a:lnTo>
                <a:lnTo>
                  <a:pt x="191556" y="84783"/>
                </a:lnTo>
                <a:lnTo>
                  <a:pt x="192001" y="84308"/>
                </a:lnTo>
                <a:lnTo>
                  <a:pt x="192425" y="83819"/>
                </a:lnTo>
                <a:lnTo>
                  <a:pt x="192827" y="83315"/>
                </a:lnTo>
                <a:lnTo>
                  <a:pt x="193207" y="82798"/>
                </a:lnTo>
                <a:lnTo>
                  <a:pt x="193565" y="82266"/>
                </a:lnTo>
                <a:lnTo>
                  <a:pt x="193902" y="81720"/>
                </a:lnTo>
                <a:lnTo>
                  <a:pt x="194217" y="81160"/>
                </a:lnTo>
                <a:lnTo>
                  <a:pt x="194510" y="80586"/>
                </a:lnTo>
                <a:lnTo>
                  <a:pt x="194781" y="79998"/>
                </a:lnTo>
                <a:lnTo>
                  <a:pt x="195031" y="79395"/>
                </a:lnTo>
                <a:lnTo>
                  <a:pt x="195259" y="78779"/>
                </a:lnTo>
                <a:lnTo>
                  <a:pt x="195465" y="78148"/>
                </a:lnTo>
                <a:lnTo>
                  <a:pt x="195650" y="77503"/>
                </a:lnTo>
                <a:lnTo>
                  <a:pt x="195813" y="76844"/>
                </a:lnTo>
                <a:lnTo>
                  <a:pt x="195954" y="76171"/>
                </a:lnTo>
                <a:lnTo>
                  <a:pt x="196073" y="75484"/>
                </a:lnTo>
                <a:lnTo>
                  <a:pt x="196171" y="74782"/>
                </a:lnTo>
                <a:lnTo>
                  <a:pt x="196247" y="74067"/>
                </a:lnTo>
                <a:lnTo>
                  <a:pt x="196301" y="73337"/>
                </a:lnTo>
                <a:lnTo>
                  <a:pt x="196334" y="72593"/>
                </a:lnTo>
                <a:lnTo>
                  <a:pt x="196345" y="71835"/>
                </a:lnTo>
                <a:lnTo>
                  <a:pt x="196336" y="71125"/>
                </a:lnTo>
                <a:lnTo>
                  <a:pt x="196308" y="70430"/>
                </a:lnTo>
                <a:lnTo>
                  <a:pt x="196262" y="69749"/>
                </a:lnTo>
                <a:lnTo>
                  <a:pt x="196197" y="69083"/>
                </a:lnTo>
                <a:lnTo>
                  <a:pt x="196113" y="68431"/>
                </a:lnTo>
                <a:lnTo>
                  <a:pt x="196011" y="67794"/>
                </a:lnTo>
                <a:lnTo>
                  <a:pt x="195891" y="67171"/>
                </a:lnTo>
                <a:lnTo>
                  <a:pt x="195752" y="66563"/>
                </a:lnTo>
                <a:lnTo>
                  <a:pt x="195595" y="65970"/>
                </a:lnTo>
                <a:lnTo>
                  <a:pt x="195419" y="65391"/>
                </a:lnTo>
                <a:lnTo>
                  <a:pt x="195224" y="64826"/>
                </a:lnTo>
                <a:lnTo>
                  <a:pt x="195011" y="64276"/>
                </a:lnTo>
                <a:lnTo>
                  <a:pt x="194779" y="63741"/>
                </a:lnTo>
                <a:lnTo>
                  <a:pt x="194529" y="63220"/>
                </a:lnTo>
                <a:lnTo>
                  <a:pt x="194261" y="62714"/>
                </a:lnTo>
                <a:lnTo>
                  <a:pt x="193974" y="62222"/>
                </a:lnTo>
                <a:lnTo>
                  <a:pt x="193668" y="61745"/>
                </a:lnTo>
                <a:lnTo>
                  <a:pt x="193344" y="61282"/>
                </a:lnTo>
                <a:lnTo>
                  <a:pt x="193001" y="60834"/>
                </a:lnTo>
                <a:lnTo>
                  <a:pt x="192640" y="60400"/>
                </a:lnTo>
                <a:lnTo>
                  <a:pt x="192260" y="59981"/>
                </a:lnTo>
                <a:lnTo>
                  <a:pt x="191862" y="59577"/>
                </a:lnTo>
                <a:lnTo>
                  <a:pt x="191445" y="59187"/>
                </a:lnTo>
                <a:lnTo>
                  <a:pt x="191010" y="58811"/>
                </a:lnTo>
                <a:lnTo>
                  <a:pt x="190555" y="58448"/>
                </a:lnTo>
                <a:lnTo>
                  <a:pt x="190079" y="58094"/>
                </a:lnTo>
                <a:lnTo>
                  <a:pt x="189583" y="57751"/>
                </a:lnTo>
                <a:lnTo>
                  <a:pt x="189067" y="57417"/>
                </a:lnTo>
                <a:lnTo>
                  <a:pt x="188530" y="57092"/>
                </a:lnTo>
                <a:lnTo>
                  <a:pt x="187972" y="56778"/>
                </a:lnTo>
                <a:lnTo>
                  <a:pt x="187394" y="56473"/>
                </a:lnTo>
                <a:lnTo>
                  <a:pt x="186796" y="56178"/>
                </a:lnTo>
                <a:lnTo>
                  <a:pt x="186177" y="55893"/>
                </a:lnTo>
                <a:lnTo>
                  <a:pt x="185537" y="55618"/>
                </a:lnTo>
                <a:lnTo>
                  <a:pt x="184877" y="55352"/>
                </a:lnTo>
                <a:lnTo>
                  <a:pt x="184196" y="55096"/>
                </a:lnTo>
                <a:lnTo>
                  <a:pt x="183495" y="54850"/>
                </a:lnTo>
                <a:lnTo>
                  <a:pt x="182773" y="54613"/>
                </a:lnTo>
                <a:lnTo>
                  <a:pt x="182031" y="54387"/>
                </a:lnTo>
                <a:lnTo>
                  <a:pt x="181268" y="54170"/>
                </a:lnTo>
                <a:lnTo>
                  <a:pt x="180485" y="53963"/>
                </a:lnTo>
                <a:lnTo>
                  <a:pt x="179681" y="53765"/>
                </a:lnTo>
                <a:lnTo>
                  <a:pt x="178857" y="53578"/>
                </a:lnTo>
                <a:lnTo>
                  <a:pt x="178012" y="53400"/>
                </a:lnTo>
                <a:lnTo>
                  <a:pt x="177147" y="53232"/>
                </a:lnTo>
                <a:lnTo>
                  <a:pt x="176261" y="53073"/>
                </a:lnTo>
                <a:lnTo>
                  <a:pt x="175354" y="52925"/>
                </a:lnTo>
                <a:lnTo>
                  <a:pt x="174427" y="52786"/>
                </a:lnTo>
                <a:lnTo>
                  <a:pt x="166280" y="51639"/>
                </a:lnTo>
                <a:lnTo>
                  <a:pt x="165921" y="51580"/>
                </a:lnTo>
                <a:lnTo>
                  <a:pt x="165570" y="51518"/>
                </a:lnTo>
                <a:lnTo>
                  <a:pt x="165228" y="51454"/>
                </a:lnTo>
                <a:lnTo>
                  <a:pt x="164894" y="51386"/>
                </a:lnTo>
                <a:lnTo>
                  <a:pt x="164568" y="51315"/>
                </a:lnTo>
                <a:lnTo>
                  <a:pt x="164250" y="51241"/>
                </a:lnTo>
                <a:lnTo>
                  <a:pt x="163941" y="51164"/>
                </a:lnTo>
                <a:lnTo>
                  <a:pt x="163641" y="51085"/>
                </a:lnTo>
                <a:lnTo>
                  <a:pt x="163349" y="51002"/>
                </a:lnTo>
                <a:lnTo>
                  <a:pt x="163065" y="50916"/>
                </a:lnTo>
                <a:lnTo>
                  <a:pt x="162789" y="50827"/>
                </a:lnTo>
                <a:lnTo>
                  <a:pt x="162522" y="50736"/>
                </a:lnTo>
                <a:lnTo>
                  <a:pt x="162263" y="50641"/>
                </a:lnTo>
                <a:lnTo>
                  <a:pt x="162013" y="50543"/>
                </a:lnTo>
                <a:lnTo>
                  <a:pt x="161770" y="50442"/>
                </a:lnTo>
                <a:lnTo>
                  <a:pt x="161537" y="50339"/>
                </a:lnTo>
                <a:lnTo>
                  <a:pt x="161311" y="50232"/>
                </a:lnTo>
                <a:lnTo>
                  <a:pt x="161094" y="50122"/>
                </a:lnTo>
                <a:lnTo>
                  <a:pt x="160886" y="50010"/>
                </a:lnTo>
                <a:lnTo>
                  <a:pt x="160685" y="49894"/>
                </a:lnTo>
                <a:lnTo>
                  <a:pt x="160493" y="49775"/>
                </a:lnTo>
                <a:lnTo>
                  <a:pt x="160310" y="49654"/>
                </a:lnTo>
                <a:lnTo>
                  <a:pt x="160134" y="49529"/>
                </a:lnTo>
                <a:lnTo>
                  <a:pt x="159968" y="49401"/>
                </a:lnTo>
                <a:lnTo>
                  <a:pt x="159808" y="49269"/>
                </a:lnTo>
                <a:lnTo>
                  <a:pt x="159656" y="49131"/>
                </a:lnTo>
                <a:lnTo>
                  <a:pt x="159510" y="48988"/>
                </a:lnTo>
                <a:lnTo>
                  <a:pt x="159372" y="48839"/>
                </a:lnTo>
                <a:lnTo>
                  <a:pt x="159240" y="48683"/>
                </a:lnTo>
                <a:lnTo>
                  <a:pt x="159114" y="48523"/>
                </a:lnTo>
                <a:lnTo>
                  <a:pt x="158996" y="48356"/>
                </a:lnTo>
                <a:lnTo>
                  <a:pt x="158884" y="48183"/>
                </a:lnTo>
                <a:lnTo>
                  <a:pt x="158779" y="48005"/>
                </a:lnTo>
                <a:lnTo>
                  <a:pt x="158681" y="47821"/>
                </a:lnTo>
                <a:lnTo>
                  <a:pt x="158589" y="47631"/>
                </a:lnTo>
                <a:lnTo>
                  <a:pt x="158505" y="47436"/>
                </a:lnTo>
                <a:lnTo>
                  <a:pt x="158427" y="47234"/>
                </a:lnTo>
                <a:lnTo>
                  <a:pt x="158356" y="47027"/>
                </a:lnTo>
                <a:lnTo>
                  <a:pt x="158291" y="46814"/>
                </a:lnTo>
                <a:lnTo>
                  <a:pt x="158234" y="46596"/>
                </a:lnTo>
                <a:lnTo>
                  <a:pt x="158183" y="46371"/>
                </a:lnTo>
                <a:lnTo>
                  <a:pt x="158139" y="46141"/>
                </a:lnTo>
                <a:lnTo>
                  <a:pt x="158102" y="45905"/>
                </a:lnTo>
                <a:lnTo>
                  <a:pt x="158071" y="45663"/>
                </a:lnTo>
                <a:lnTo>
                  <a:pt x="158047" y="45416"/>
                </a:lnTo>
                <a:lnTo>
                  <a:pt x="158031" y="45163"/>
                </a:lnTo>
                <a:lnTo>
                  <a:pt x="158020" y="44903"/>
                </a:lnTo>
                <a:lnTo>
                  <a:pt x="158017" y="44639"/>
                </a:lnTo>
                <a:lnTo>
                  <a:pt x="158021" y="44355"/>
                </a:lnTo>
                <a:lnTo>
                  <a:pt x="158033" y="44076"/>
                </a:lnTo>
                <a:lnTo>
                  <a:pt x="158052" y="43804"/>
                </a:lnTo>
                <a:lnTo>
                  <a:pt x="158079" y="43537"/>
                </a:lnTo>
                <a:lnTo>
                  <a:pt x="158114" y="43276"/>
                </a:lnTo>
                <a:lnTo>
                  <a:pt x="158157" y="43021"/>
                </a:lnTo>
                <a:lnTo>
                  <a:pt x="158207" y="42772"/>
                </a:lnTo>
                <a:lnTo>
                  <a:pt x="158266" y="42529"/>
                </a:lnTo>
                <a:lnTo>
                  <a:pt x="158332" y="42291"/>
                </a:lnTo>
                <a:lnTo>
                  <a:pt x="158405" y="42059"/>
                </a:lnTo>
                <a:lnTo>
                  <a:pt x="158487" y="41833"/>
                </a:lnTo>
                <a:lnTo>
                  <a:pt x="158576" y="41612"/>
                </a:lnTo>
                <a:lnTo>
                  <a:pt x="158674" y="41398"/>
                </a:lnTo>
                <a:lnTo>
                  <a:pt x="158778" y="41189"/>
                </a:lnTo>
                <a:lnTo>
                  <a:pt x="158891" y="40986"/>
                </a:lnTo>
                <a:lnTo>
                  <a:pt x="159012" y="40789"/>
                </a:lnTo>
                <a:lnTo>
                  <a:pt x="159140" y="40597"/>
                </a:lnTo>
                <a:lnTo>
                  <a:pt x="159276" y="40412"/>
                </a:lnTo>
                <a:lnTo>
                  <a:pt x="159419" y="40232"/>
                </a:lnTo>
                <a:lnTo>
                  <a:pt x="159571" y="40057"/>
                </a:lnTo>
                <a:lnTo>
                  <a:pt x="159730" y="39889"/>
                </a:lnTo>
                <a:lnTo>
                  <a:pt x="159897" y="39727"/>
                </a:lnTo>
                <a:lnTo>
                  <a:pt x="160072" y="39570"/>
                </a:lnTo>
                <a:lnTo>
                  <a:pt x="160255" y="39419"/>
                </a:lnTo>
                <a:lnTo>
                  <a:pt x="160446" y="39274"/>
                </a:lnTo>
                <a:lnTo>
                  <a:pt x="160646" y="39135"/>
                </a:lnTo>
                <a:lnTo>
                  <a:pt x="160856" y="39002"/>
                </a:lnTo>
                <a:lnTo>
                  <a:pt x="161076" y="38875"/>
                </a:lnTo>
                <a:lnTo>
                  <a:pt x="161304" y="38755"/>
                </a:lnTo>
                <a:lnTo>
                  <a:pt x="161542" y="38640"/>
                </a:lnTo>
                <a:lnTo>
                  <a:pt x="161790" y="38532"/>
                </a:lnTo>
                <a:lnTo>
                  <a:pt x="162046" y="38430"/>
                </a:lnTo>
                <a:lnTo>
                  <a:pt x="162312" y="38335"/>
                </a:lnTo>
                <a:lnTo>
                  <a:pt x="162588" y="38245"/>
                </a:lnTo>
                <a:lnTo>
                  <a:pt x="162873" y="38162"/>
                </a:lnTo>
                <a:lnTo>
                  <a:pt x="163167" y="38085"/>
                </a:lnTo>
                <a:lnTo>
                  <a:pt x="163470" y="38013"/>
                </a:lnTo>
                <a:lnTo>
                  <a:pt x="163783" y="37949"/>
                </a:lnTo>
                <a:lnTo>
                  <a:pt x="164105" y="37890"/>
                </a:lnTo>
                <a:lnTo>
                  <a:pt x="164437" y="37837"/>
                </a:lnTo>
                <a:lnTo>
                  <a:pt x="164778" y="37791"/>
                </a:lnTo>
                <a:lnTo>
                  <a:pt x="165128" y="37751"/>
                </a:lnTo>
                <a:lnTo>
                  <a:pt x="165488" y="37717"/>
                </a:lnTo>
                <a:lnTo>
                  <a:pt x="165857" y="37689"/>
                </a:lnTo>
                <a:lnTo>
                  <a:pt x="166235" y="37668"/>
                </a:lnTo>
                <a:lnTo>
                  <a:pt x="166623" y="37652"/>
                </a:lnTo>
                <a:lnTo>
                  <a:pt x="167020" y="37643"/>
                </a:lnTo>
                <a:lnTo>
                  <a:pt x="167427" y="37640"/>
                </a:lnTo>
                <a:lnTo>
                  <a:pt x="171789" y="37640"/>
                </a:lnTo>
                <a:lnTo>
                  <a:pt x="172121" y="37643"/>
                </a:lnTo>
                <a:lnTo>
                  <a:pt x="172447" y="37651"/>
                </a:lnTo>
                <a:lnTo>
                  <a:pt x="172768" y="37665"/>
                </a:lnTo>
                <a:lnTo>
                  <a:pt x="173084" y="37684"/>
                </a:lnTo>
                <a:lnTo>
                  <a:pt x="173394" y="37710"/>
                </a:lnTo>
                <a:lnTo>
                  <a:pt x="173699" y="37740"/>
                </a:lnTo>
                <a:lnTo>
                  <a:pt x="173999" y="37777"/>
                </a:lnTo>
                <a:lnTo>
                  <a:pt x="174293" y="37818"/>
                </a:lnTo>
                <a:lnTo>
                  <a:pt x="174582" y="37866"/>
                </a:lnTo>
                <a:lnTo>
                  <a:pt x="174866" y="37919"/>
                </a:lnTo>
                <a:lnTo>
                  <a:pt x="175144" y="37977"/>
                </a:lnTo>
                <a:lnTo>
                  <a:pt x="175417" y="38042"/>
                </a:lnTo>
                <a:lnTo>
                  <a:pt x="175684" y="38111"/>
                </a:lnTo>
                <a:lnTo>
                  <a:pt x="175946" y="38187"/>
                </a:lnTo>
                <a:lnTo>
                  <a:pt x="176203" y="38268"/>
                </a:lnTo>
                <a:lnTo>
                  <a:pt x="176454" y="38354"/>
                </a:lnTo>
                <a:lnTo>
                  <a:pt x="176700" y="38446"/>
                </a:lnTo>
                <a:lnTo>
                  <a:pt x="176941" y="38544"/>
                </a:lnTo>
                <a:lnTo>
                  <a:pt x="177176" y="38647"/>
                </a:lnTo>
                <a:lnTo>
                  <a:pt x="177406" y="38756"/>
                </a:lnTo>
                <a:lnTo>
                  <a:pt x="177630" y="38870"/>
                </a:lnTo>
                <a:lnTo>
                  <a:pt x="177849" y="38990"/>
                </a:lnTo>
                <a:lnTo>
                  <a:pt x="178063" y="39116"/>
                </a:lnTo>
                <a:lnTo>
                  <a:pt x="178271" y="39247"/>
                </a:lnTo>
                <a:lnTo>
                  <a:pt x="178473" y="39383"/>
                </a:lnTo>
                <a:lnTo>
                  <a:pt x="178667" y="39521"/>
                </a:lnTo>
                <a:lnTo>
                  <a:pt x="178855" y="39663"/>
                </a:lnTo>
                <a:lnTo>
                  <a:pt x="179034" y="39808"/>
                </a:lnTo>
                <a:lnTo>
                  <a:pt x="179207" y="39956"/>
                </a:lnTo>
                <a:lnTo>
                  <a:pt x="179372" y="40107"/>
                </a:lnTo>
                <a:lnTo>
                  <a:pt x="179530" y="40262"/>
                </a:lnTo>
                <a:lnTo>
                  <a:pt x="179680" y="40420"/>
                </a:lnTo>
                <a:lnTo>
                  <a:pt x="179823" y="40580"/>
                </a:lnTo>
                <a:lnTo>
                  <a:pt x="179958" y="40745"/>
                </a:lnTo>
                <a:lnTo>
                  <a:pt x="180087" y="40912"/>
                </a:lnTo>
                <a:lnTo>
                  <a:pt x="180208" y="41082"/>
                </a:lnTo>
                <a:lnTo>
                  <a:pt x="180321" y="41256"/>
                </a:lnTo>
                <a:lnTo>
                  <a:pt x="180427" y="41433"/>
                </a:lnTo>
                <a:lnTo>
                  <a:pt x="180526" y="41613"/>
                </a:lnTo>
                <a:lnTo>
                  <a:pt x="180617" y="41796"/>
                </a:lnTo>
                <a:lnTo>
                  <a:pt x="180701" y="41982"/>
                </a:lnTo>
                <a:lnTo>
                  <a:pt x="180778" y="42172"/>
                </a:lnTo>
                <a:lnTo>
                  <a:pt x="180847" y="42365"/>
                </a:lnTo>
                <a:lnTo>
                  <a:pt x="180909" y="42560"/>
                </a:lnTo>
                <a:lnTo>
                  <a:pt x="180964" y="42760"/>
                </a:lnTo>
                <a:lnTo>
                  <a:pt x="181011" y="42962"/>
                </a:lnTo>
                <a:lnTo>
                  <a:pt x="181051" y="43167"/>
                </a:lnTo>
                <a:lnTo>
                  <a:pt x="181083" y="43376"/>
                </a:lnTo>
                <a:lnTo>
                  <a:pt x="195427" y="43376"/>
                </a:lnTo>
                <a:lnTo>
                  <a:pt x="195379" y="42722"/>
                </a:lnTo>
                <a:lnTo>
                  <a:pt x="195310" y="42079"/>
                </a:lnTo>
                <a:lnTo>
                  <a:pt x="195221" y="41447"/>
                </a:lnTo>
                <a:lnTo>
                  <a:pt x="195112" y="40826"/>
                </a:lnTo>
                <a:lnTo>
                  <a:pt x="194982" y="40216"/>
                </a:lnTo>
                <a:lnTo>
                  <a:pt x="194832" y="39618"/>
                </a:lnTo>
                <a:lnTo>
                  <a:pt x="194662" y="39031"/>
                </a:lnTo>
                <a:lnTo>
                  <a:pt x="194471" y="38454"/>
                </a:lnTo>
                <a:lnTo>
                  <a:pt x="194260" y="37889"/>
                </a:lnTo>
                <a:lnTo>
                  <a:pt x="194029" y="37336"/>
                </a:lnTo>
                <a:lnTo>
                  <a:pt x="193777" y="36793"/>
                </a:lnTo>
                <a:lnTo>
                  <a:pt x="193505" y="36261"/>
                </a:lnTo>
                <a:lnTo>
                  <a:pt x="193213" y="35741"/>
                </a:lnTo>
                <a:lnTo>
                  <a:pt x="192900" y="35232"/>
                </a:lnTo>
                <a:lnTo>
                  <a:pt x="192567" y="34734"/>
                </a:lnTo>
                <a:lnTo>
                  <a:pt x="192214" y="34247"/>
                </a:lnTo>
                <a:lnTo>
                  <a:pt x="191840" y="33771"/>
                </a:lnTo>
                <a:lnTo>
                  <a:pt x="191447" y="33306"/>
                </a:lnTo>
                <a:lnTo>
                  <a:pt x="191032" y="32853"/>
                </a:lnTo>
                <a:lnTo>
                  <a:pt x="190598" y="32411"/>
                </a:lnTo>
                <a:lnTo>
                  <a:pt x="190143" y="31979"/>
                </a:lnTo>
                <a:lnTo>
                  <a:pt x="189668" y="31560"/>
                </a:lnTo>
                <a:lnTo>
                  <a:pt x="189172" y="31151"/>
                </a:lnTo>
                <a:lnTo>
                  <a:pt x="188656" y="30753"/>
                </a:lnTo>
                <a:lnTo>
                  <a:pt x="188123" y="30369"/>
                </a:lnTo>
                <a:lnTo>
                  <a:pt x="187575" y="30002"/>
                </a:lnTo>
                <a:lnTo>
                  <a:pt x="187012" y="29650"/>
                </a:lnTo>
                <a:lnTo>
                  <a:pt x="186435" y="29315"/>
                </a:lnTo>
                <a:lnTo>
                  <a:pt x="185842" y="28997"/>
                </a:lnTo>
                <a:lnTo>
                  <a:pt x="185235" y="28695"/>
                </a:lnTo>
                <a:lnTo>
                  <a:pt x="184614" y="28409"/>
                </a:lnTo>
                <a:lnTo>
                  <a:pt x="183977" y="28139"/>
                </a:lnTo>
                <a:lnTo>
                  <a:pt x="183326" y="27886"/>
                </a:lnTo>
                <a:lnTo>
                  <a:pt x="182660" y="27649"/>
                </a:lnTo>
                <a:lnTo>
                  <a:pt x="181979" y="27429"/>
                </a:lnTo>
                <a:lnTo>
                  <a:pt x="181284" y="27224"/>
                </a:lnTo>
                <a:lnTo>
                  <a:pt x="180574" y="27036"/>
                </a:lnTo>
                <a:lnTo>
                  <a:pt x="179849" y="26865"/>
                </a:lnTo>
                <a:lnTo>
                  <a:pt x="179109" y="26710"/>
                </a:lnTo>
                <a:lnTo>
                  <a:pt x="178355" y="26571"/>
                </a:lnTo>
                <a:lnTo>
                  <a:pt x="177586" y="26448"/>
                </a:lnTo>
                <a:lnTo>
                  <a:pt x="176802" y="26342"/>
                </a:lnTo>
                <a:lnTo>
                  <a:pt x="176003" y="26252"/>
                </a:lnTo>
                <a:lnTo>
                  <a:pt x="175190" y="26179"/>
                </a:lnTo>
                <a:lnTo>
                  <a:pt x="174362" y="26122"/>
                </a:lnTo>
                <a:lnTo>
                  <a:pt x="173519" y="26081"/>
                </a:lnTo>
                <a:lnTo>
                  <a:pt x="172661" y="26056"/>
                </a:lnTo>
                <a:lnTo>
                  <a:pt x="171789" y="26048"/>
                </a:lnTo>
                <a:lnTo>
                  <a:pt x="167427" y="26048"/>
                </a:lnTo>
                <a:lnTo>
                  <a:pt x="166471" y="26057"/>
                </a:lnTo>
                <a:lnTo>
                  <a:pt x="165534" y="26082"/>
                </a:lnTo>
                <a:lnTo>
                  <a:pt x="164617" y="26124"/>
                </a:lnTo>
                <a:lnTo>
                  <a:pt x="163720" y="26184"/>
                </a:lnTo>
                <a:lnTo>
                  <a:pt x="162842" y="26260"/>
                </a:lnTo>
                <a:lnTo>
                  <a:pt x="161983" y="26353"/>
                </a:lnTo>
                <a:lnTo>
                  <a:pt x="161144" y="26463"/>
                </a:lnTo>
                <a:lnTo>
                  <a:pt x="160325" y="26590"/>
                </a:lnTo>
                <a:lnTo>
                  <a:pt x="159525" y="26734"/>
                </a:lnTo>
                <a:lnTo>
                  <a:pt x="158745" y="26895"/>
                </a:lnTo>
                <a:lnTo>
                  <a:pt x="157984" y="27073"/>
                </a:lnTo>
                <a:lnTo>
                  <a:pt x="157243" y="27268"/>
                </a:lnTo>
                <a:lnTo>
                  <a:pt x="156521" y="27479"/>
                </a:lnTo>
                <a:lnTo>
                  <a:pt x="155819" y="27708"/>
                </a:lnTo>
                <a:lnTo>
                  <a:pt x="155136" y="27954"/>
                </a:lnTo>
                <a:lnTo>
                  <a:pt x="154473" y="28216"/>
                </a:lnTo>
                <a:lnTo>
                  <a:pt x="153829" y="28496"/>
                </a:lnTo>
                <a:lnTo>
                  <a:pt x="153205" y="28792"/>
                </a:lnTo>
                <a:lnTo>
                  <a:pt x="152600" y="29105"/>
                </a:lnTo>
                <a:lnTo>
                  <a:pt x="152015" y="29436"/>
                </a:lnTo>
                <a:lnTo>
                  <a:pt x="151449" y="29783"/>
                </a:lnTo>
                <a:lnTo>
                  <a:pt x="150903" y="30147"/>
                </a:lnTo>
                <a:lnTo>
                  <a:pt x="150377" y="30528"/>
                </a:lnTo>
                <a:lnTo>
                  <a:pt x="149870" y="30926"/>
                </a:lnTo>
                <a:lnTo>
                  <a:pt x="149383" y="31340"/>
                </a:lnTo>
                <a:lnTo>
                  <a:pt x="148916" y="31767"/>
                </a:lnTo>
                <a:lnTo>
                  <a:pt x="148471" y="32207"/>
                </a:lnTo>
                <a:lnTo>
                  <a:pt x="148046" y="32662"/>
                </a:lnTo>
                <a:lnTo>
                  <a:pt x="147642" y="33130"/>
                </a:lnTo>
                <a:lnTo>
                  <a:pt x="147259" y="33612"/>
                </a:lnTo>
                <a:lnTo>
                  <a:pt x="146896" y="34108"/>
                </a:lnTo>
                <a:lnTo>
                  <a:pt x="146554" y="34617"/>
                </a:lnTo>
                <a:lnTo>
                  <a:pt x="146233" y="35141"/>
                </a:lnTo>
                <a:lnTo>
                  <a:pt x="145933" y="35678"/>
                </a:lnTo>
                <a:lnTo>
                  <a:pt x="145653" y="36228"/>
                </a:lnTo>
                <a:lnTo>
                  <a:pt x="145394" y="36793"/>
                </a:lnTo>
                <a:lnTo>
                  <a:pt x="145156" y="37371"/>
                </a:lnTo>
                <a:lnTo>
                  <a:pt x="144938" y="37963"/>
                </a:lnTo>
                <a:lnTo>
                  <a:pt x="144741" y="38569"/>
                </a:lnTo>
                <a:lnTo>
                  <a:pt x="144565" y="39188"/>
                </a:lnTo>
                <a:lnTo>
                  <a:pt x="144410" y="39821"/>
                </a:lnTo>
                <a:lnTo>
                  <a:pt x="144275" y="40468"/>
                </a:lnTo>
                <a:lnTo>
                  <a:pt x="144161" y="41129"/>
                </a:lnTo>
                <a:lnTo>
                  <a:pt x="144068" y="41803"/>
                </a:lnTo>
                <a:lnTo>
                  <a:pt x="143995" y="42492"/>
                </a:lnTo>
                <a:lnTo>
                  <a:pt x="143944" y="43193"/>
                </a:lnTo>
                <a:lnTo>
                  <a:pt x="143912" y="43909"/>
                </a:lnTo>
                <a:lnTo>
                  <a:pt x="143902" y="44639"/>
                </a:lnTo>
                <a:lnTo>
                  <a:pt x="143911" y="45339"/>
                </a:lnTo>
                <a:lnTo>
                  <a:pt x="143937" y="46024"/>
                </a:lnTo>
                <a:lnTo>
                  <a:pt x="143981" y="46695"/>
                </a:lnTo>
                <a:lnTo>
                  <a:pt x="144042" y="47351"/>
                </a:lnTo>
                <a:lnTo>
                  <a:pt x="144121" y="47993"/>
                </a:lnTo>
                <a:lnTo>
                  <a:pt x="144218" y="48619"/>
                </a:lnTo>
                <a:lnTo>
                  <a:pt x="144332" y="49231"/>
                </a:lnTo>
                <a:lnTo>
                  <a:pt x="144463" y="49828"/>
                </a:lnTo>
                <a:lnTo>
                  <a:pt x="144612" y="50411"/>
                </a:lnTo>
                <a:lnTo>
                  <a:pt x="144779" y="50978"/>
                </a:lnTo>
                <a:lnTo>
                  <a:pt x="144963" y="51531"/>
                </a:lnTo>
                <a:lnTo>
                  <a:pt x="145165" y="52069"/>
                </a:lnTo>
                <a:lnTo>
                  <a:pt x="145384" y="52593"/>
                </a:lnTo>
                <a:lnTo>
                  <a:pt x="145620" y="53101"/>
                </a:lnTo>
                <a:lnTo>
                  <a:pt x="145875" y="53595"/>
                </a:lnTo>
                <a:lnTo>
                  <a:pt x="146146" y="54075"/>
                </a:lnTo>
                <a:lnTo>
                  <a:pt x="146436" y="54539"/>
                </a:lnTo>
                <a:lnTo>
                  <a:pt x="146743" y="54989"/>
                </a:lnTo>
                <a:lnTo>
                  <a:pt x="147067" y="55424"/>
                </a:lnTo>
                <a:lnTo>
                  <a:pt x="147409" y="55844"/>
                </a:lnTo>
                <a:lnTo>
                  <a:pt x="147768" y="56249"/>
                </a:lnTo>
                <a:lnTo>
                  <a:pt x="148145" y="56640"/>
                </a:lnTo>
                <a:lnTo>
                  <a:pt x="148540" y="57016"/>
                </a:lnTo>
                <a:lnTo>
                  <a:pt x="148952" y="57377"/>
                </a:lnTo>
                <a:lnTo>
                  <a:pt x="149383" y="57726"/>
                </a:lnTo>
                <a:lnTo>
                  <a:pt x="149833" y="58066"/>
                </a:lnTo>
                <a:lnTo>
                  <a:pt x="150304" y="58396"/>
                </a:lnTo>
                <a:lnTo>
                  <a:pt x="150795" y="58716"/>
                </a:lnTo>
                <a:lnTo>
                  <a:pt x="151305" y="59027"/>
                </a:lnTo>
                <a:lnTo>
                  <a:pt x="151835" y="59328"/>
                </a:lnTo>
                <a:lnTo>
                  <a:pt x="152386" y="59620"/>
                </a:lnTo>
                <a:lnTo>
                  <a:pt x="152956" y="59902"/>
                </a:lnTo>
                <a:lnTo>
                  <a:pt x="153546" y="60174"/>
                </a:lnTo>
                <a:lnTo>
                  <a:pt x="154156" y="60437"/>
                </a:lnTo>
                <a:lnTo>
                  <a:pt x="154786" y="60691"/>
                </a:lnTo>
                <a:lnTo>
                  <a:pt x="155436" y="60935"/>
                </a:lnTo>
                <a:lnTo>
                  <a:pt x="156106" y="61169"/>
                </a:lnTo>
                <a:lnTo>
                  <a:pt x="156796" y="61394"/>
                </a:lnTo>
                <a:lnTo>
                  <a:pt x="157505" y="61609"/>
                </a:lnTo>
                <a:lnTo>
                  <a:pt x="158235" y="61815"/>
                </a:lnTo>
                <a:lnTo>
                  <a:pt x="158984" y="62011"/>
                </a:lnTo>
                <a:lnTo>
                  <a:pt x="159754" y="62197"/>
                </a:lnTo>
                <a:lnTo>
                  <a:pt x="160543" y="62374"/>
                </a:lnTo>
                <a:lnTo>
                  <a:pt x="161352" y="62541"/>
                </a:lnTo>
                <a:lnTo>
                  <a:pt x="162181" y="62699"/>
                </a:lnTo>
                <a:lnTo>
                  <a:pt x="163030" y="62847"/>
                </a:lnTo>
                <a:lnTo>
                  <a:pt x="163899" y="62986"/>
                </a:lnTo>
                <a:lnTo>
                  <a:pt x="164788" y="63115"/>
                </a:lnTo>
                <a:lnTo>
                  <a:pt x="172591" y="64262"/>
                </a:lnTo>
                <a:lnTo>
                  <a:pt x="172997" y="64312"/>
                </a:lnTo>
                <a:lnTo>
                  <a:pt x="173395" y="64367"/>
                </a:lnTo>
                <a:lnTo>
                  <a:pt x="173784" y="64426"/>
                </a:lnTo>
                <a:lnTo>
                  <a:pt x="174164" y="64490"/>
                </a:lnTo>
                <a:lnTo>
                  <a:pt x="174535" y="64559"/>
                </a:lnTo>
                <a:lnTo>
                  <a:pt x="174896" y="64632"/>
                </a:lnTo>
                <a:lnTo>
                  <a:pt x="175249" y="64709"/>
                </a:lnTo>
                <a:lnTo>
                  <a:pt x="175593" y="64792"/>
                </a:lnTo>
                <a:lnTo>
                  <a:pt x="175928" y="64878"/>
                </a:lnTo>
                <a:lnTo>
                  <a:pt x="176254" y="64970"/>
                </a:lnTo>
                <a:lnTo>
                  <a:pt x="176571" y="65066"/>
                </a:lnTo>
                <a:lnTo>
                  <a:pt x="176879" y="65166"/>
                </a:lnTo>
                <a:lnTo>
                  <a:pt x="177178" y="65271"/>
                </a:lnTo>
                <a:lnTo>
                  <a:pt x="177469" y="65381"/>
                </a:lnTo>
                <a:lnTo>
                  <a:pt x="177750" y="65495"/>
                </a:lnTo>
                <a:lnTo>
                  <a:pt x="178022" y="65614"/>
                </a:lnTo>
                <a:lnTo>
                  <a:pt x="178285" y="65737"/>
                </a:lnTo>
                <a:lnTo>
                  <a:pt x="178539" y="65865"/>
                </a:lnTo>
                <a:lnTo>
                  <a:pt x="178785" y="65998"/>
                </a:lnTo>
                <a:lnTo>
                  <a:pt x="179021" y="66135"/>
                </a:lnTo>
                <a:lnTo>
                  <a:pt x="179248" y="66277"/>
                </a:lnTo>
                <a:lnTo>
                  <a:pt x="179467" y="66423"/>
                </a:lnTo>
                <a:lnTo>
                  <a:pt x="179676" y="66574"/>
                </a:lnTo>
                <a:lnTo>
                  <a:pt x="179877" y="66729"/>
                </a:lnTo>
                <a:lnTo>
                  <a:pt x="180069" y="66890"/>
                </a:lnTo>
                <a:lnTo>
                  <a:pt x="180253" y="67055"/>
                </a:lnTo>
                <a:lnTo>
                  <a:pt x="180428" y="67225"/>
                </a:lnTo>
                <a:lnTo>
                  <a:pt x="180596" y="67400"/>
                </a:lnTo>
                <a:lnTo>
                  <a:pt x="180755" y="67580"/>
                </a:lnTo>
                <a:lnTo>
                  <a:pt x="180906" y="67765"/>
                </a:lnTo>
                <a:lnTo>
                  <a:pt x="181049" y="67956"/>
                </a:lnTo>
                <a:lnTo>
                  <a:pt x="181184" y="68151"/>
                </a:lnTo>
                <a:lnTo>
                  <a:pt x="181311" y="68351"/>
                </a:lnTo>
                <a:lnTo>
                  <a:pt x="181429" y="68556"/>
                </a:lnTo>
                <a:lnTo>
                  <a:pt x="181539" y="68766"/>
                </a:lnTo>
                <a:lnTo>
                  <a:pt x="181642" y="68981"/>
                </a:lnTo>
                <a:lnTo>
                  <a:pt x="181736" y="69201"/>
                </a:lnTo>
                <a:lnTo>
                  <a:pt x="181821" y="69426"/>
                </a:lnTo>
                <a:lnTo>
                  <a:pt x="181899" y="69656"/>
                </a:lnTo>
                <a:lnTo>
                  <a:pt x="181968" y="69891"/>
                </a:lnTo>
                <a:lnTo>
                  <a:pt x="182030" y="70131"/>
                </a:lnTo>
                <a:lnTo>
                  <a:pt x="182083" y="70376"/>
                </a:lnTo>
                <a:lnTo>
                  <a:pt x="182128" y="70626"/>
                </a:lnTo>
                <a:lnTo>
                  <a:pt x="182165" y="70881"/>
                </a:lnTo>
                <a:lnTo>
                  <a:pt x="182193" y="71141"/>
                </a:lnTo>
                <a:lnTo>
                  <a:pt x="182214" y="71406"/>
                </a:lnTo>
                <a:lnTo>
                  <a:pt x="182226" y="71676"/>
                </a:lnTo>
                <a:lnTo>
                  <a:pt x="182230" y="71951"/>
                </a:lnTo>
                <a:lnTo>
                  <a:pt x="182225" y="72245"/>
                </a:lnTo>
                <a:lnTo>
                  <a:pt x="182212" y="72533"/>
                </a:lnTo>
                <a:lnTo>
                  <a:pt x="182189" y="72817"/>
                </a:lnTo>
                <a:lnTo>
                  <a:pt x="182157" y="73095"/>
                </a:lnTo>
                <a:lnTo>
                  <a:pt x="182115" y="73368"/>
                </a:lnTo>
                <a:lnTo>
                  <a:pt x="182065" y="73636"/>
                </a:lnTo>
                <a:lnTo>
                  <a:pt x="182006" y="73899"/>
                </a:lnTo>
                <a:lnTo>
                  <a:pt x="181937" y="74156"/>
                </a:lnTo>
                <a:lnTo>
                  <a:pt x="181859" y="74409"/>
                </a:lnTo>
                <a:lnTo>
                  <a:pt x="181772" y="74656"/>
                </a:lnTo>
                <a:lnTo>
                  <a:pt x="181676" y="74898"/>
                </a:lnTo>
                <a:lnTo>
                  <a:pt x="181570" y="75135"/>
                </a:lnTo>
                <a:lnTo>
                  <a:pt x="181456" y="75366"/>
                </a:lnTo>
                <a:lnTo>
                  <a:pt x="181332" y="75593"/>
                </a:lnTo>
                <a:lnTo>
                  <a:pt x="181199" y="75814"/>
                </a:lnTo>
                <a:lnTo>
                  <a:pt x="181057" y="76030"/>
                </a:lnTo>
                <a:lnTo>
                  <a:pt x="180906" y="76241"/>
                </a:lnTo>
                <a:lnTo>
                  <a:pt x="180746" y="76447"/>
                </a:lnTo>
                <a:lnTo>
                  <a:pt x="180576" y="76648"/>
                </a:lnTo>
                <a:lnTo>
                  <a:pt x="180397" y="76843"/>
                </a:lnTo>
                <a:lnTo>
                  <a:pt x="180210" y="77034"/>
                </a:lnTo>
                <a:lnTo>
                  <a:pt x="180013" y="77219"/>
                </a:lnTo>
                <a:lnTo>
                  <a:pt x="179807" y="77399"/>
                </a:lnTo>
                <a:lnTo>
                  <a:pt x="179591" y="77573"/>
                </a:lnTo>
                <a:lnTo>
                  <a:pt x="179367" y="77742"/>
                </a:lnTo>
                <a:lnTo>
                  <a:pt x="179133" y="77903"/>
                </a:lnTo>
                <a:lnTo>
                  <a:pt x="178890" y="78058"/>
                </a:lnTo>
                <a:lnTo>
                  <a:pt x="178638" y="78205"/>
                </a:lnTo>
                <a:lnTo>
                  <a:pt x="178377" y="78345"/>
                </a:lnTo>
                <a:lnTo>
                  <a:pt x="178107" y="78477"/>
                </a:lnTo>
                <a:lnTo>
                  <a:pt x="177827" y="78603"/>
                </a:lnTo>
                <a:lnTo>
                  <a:pt x="177539" y="78721"/>
                </a:lnTo>
                <a:lnTo>
                  <a:pt x="177241" y="78832"/>
                </a:lnTo>
                <a:lnTo>
                  <a:pt x="176934" y="78936"/>
                </a:lnTo>
                <a:lnTo>
                  <a:pt x="176618" y="79033"/>
                </a:lnTo>
                <a:lnTo>
                  <a:pt x="176292" y="79123"/>
                </a:lnTo>
                <a:lnTo>
                  <a:pt x="175958" y="79205"/>
                </a:lnTo>
                <a:lnTo>
                  <a:pt x="175614" y="79281"/>
                </a:lnTo>
                <a:lnTo>
                  <a:pt x="175261" y="79349"/>
                </a:lnTo>
                <a:lnTo>
                  <a:pt x="174899" y="79410"/>
                </a:lnTo>
                <a:lnTo>
                  <a:pt x="174528" y="79464"/>
                </a:lnTo>
                <a:lnTo>
                  <a:pt x="174148" y="79510"/>
                </a:lnTo>
                <a:lnTo>
                  <a:pt x="173758" y="79550"/>
                </a:lnTo>
                <a:lnTo>
                  <a:pt x="173360" y="79582"/>
                </a:lnTo>
                <a:lnTo>
                  <a:pt x="172952" y="79607"/>
                </a:lnTo>
                <a:lnTo>
                  <a:pt x="172535" y="79625"/>
                </a:lnTo>
                <a:lnTo>
                  <a:pt x="172108" y="79636"/>
                </a:lnTo>
                <a:lnTo>
                  <a:pt x="171673" y="79640"/>
                </a:lnTo>
                <a:lnTo>
                  <a:pt x="166625" y="79640"/>
                </a:lnTo>
                <a:lnTo>
                  <a:pt x="166264" y="79636"/>
                </a:lnTo>
                <a:lnTo>
                  <a:pt x="165910" y="79627"/>
                </a:lnTo>
                <a:lnTo>
                  <a:pt x="165561" y="79611"/>
                </a:lnTo>
                <a:lnTo>
                  <a:pt x="165217" y="79589"/>
                </a:lnTo>
                <a:lnTo>
                  <a:pt x="164880" y="79560"/>
                </a:lnTo>
                <a:lnTo>
                  <a:pt x="164548" y="79525"/>
                </a:lnTo>
                <a:lnTo>
                  <a:pt x="164222" y="79483"/>
                </a:lnTo>
                <a:lnTo>
                  <a:pt x="163902" y="79436"/>
                </a:lnTo>
                <a:lnTo>
                  <a:pt x="163588" y="79381"/>
                </a:lnTo>
                <a:lnTo>
                  <a:pt x="163279" y="79321"/>
                </a:lnTo>
                <a:lnTo>
                  <a:pt x="162976" y="79254"/>
                </a:lnTo>
                <a:lnTo>
                  <a:pt x="162679" y="79181"/>
                </a:lnTo>
                <a:lnTo>
                  <a:pt x="162388" y="79101"/>
                </a:lnTo>
                <a:lnTo>
                  <a:pt x="162103" y="79015"/>
                </a:lnTo>
                <a:lnTo>
                  <a:pt x="161823" y="78923"/>
                </a:lnTo>
                <a:lnTo>
                  <a:pt x="161549" y="78824"/>
                </a:lnTo>
                <a:lnTo>
                  <a:pt x="161281" y="78719"/>
                </a:lnTo>
                <a:lnTo>
                  <a:pt x="161019" y="78607"/>
                </a:lnTo>
                <a:lnTo>
                  <a:pt x="160762" y="78489"/>
                </a:lnTo>
                <a:lnTo>
                  <a:pt x="160512" y="78365"/>
                </a:lnTo>
                <a:lnTo>
                  <a:pt x="160267" y="78235"/>
                </a:lnTo>
                <a:lnTo>
                  <a:pt x="160028" y="78098"/>
                </a:lnTo>
                <a:lnTo>
                  <a:pt x="159794" y="77954"/>
                </a:lnTo>
                <a:lnTo>
                  <a:pt x="159567" y="77804"/>
                </a:lnTo>
                <a:lnTo>
                  <a:pt x="159346" y="77649"/>
                </a:lnTo>
                <a:lnTo>
                  <a:pt x="159134" y="77490"/>
                </a:lnTo>
                <a:lnTo>
                  <a:pt x="158931" y="77327"/>
                </a:lnTo>
                <a:lnTo>
                  <a:pt x="158736" y="77160"/>
                </a:lnTo>
                <a:lnTo>
                  <a:pt x="158550" y="76989"/>
                </a:lnTo>
                <a:lnTo>
                  <a:pt x="158373" y="76814"/>
                </a:lnTo>
                <a:lnTo>
                  <a:pt x="158204" y="76635"/>
                </a:lnTo>
                <a:lnTo>
                  <a:pt x="158043" y="76453"/>
                </a:lnTo>
                <a:lnTo>
                  <a:pt x="157891" y="76266"/>
                </a:lnTo>
                <a:lnTo>
                  <a:pt x="157748" y="76075"/>
                </a:lnTo>
                <a:lnTo>
                  <a:pt x="157613" y="75880"/>
                </a:lnTo>
                <a:lnTo>
                  <a:pt x="157487" y="75681"/>
                </a:lnTo>
                <a:lnTo>
                  <a:pt x="157369" y="75478"/>
                </a:lnTo>
                <a:lnTo>
                  <a:pt x="157260" y="75271"/>
                </a:lnTo>
                <a:lnTo>
                  <a:pt x="157160" y="75060"/>
                </a:lnTo>
                <a:lnTo>
                  <a:pt x="157068" y="74846"/>
                </a:lnTo>
                <a:lnTo>
                  <a:pt x="156984" y="74627"/>
                </a:lnTo>
                <a:lnTo>
                  <a:pt x="156910" y="74404"/>
                </a:lnTo>
                <a:lnTo>
                  <a:pt x="156843" y="74177"/>
                </a:lnTo>
                <a:lnTo>
                  <a:pt x="156786" y="73947"/>
                </a:lnTo>
                <a:lnTo>
                  <a:pt x="156737" y="73712"/>
                </a:lnTo>
                <a:lnTo>
                  <a:pt x="156696" y="73473"/>
                </a:lnTo>
                <a:lnTo>
                  <a:pt x="156664" y="73231"/>
                </a:lnTo>
                <a:lnTo>
                  <a:pt x="156641" y="72984"/>
                </a:lnTo>
                <a:lnTo>
                  <a:pt x="142296" y="72984"/>
                </a:lnTo>
                <a:lnTo>
                  <a:pt x="142320" y="73440"/>
                </a:lnTo>
                <a:lnTo>
                  <a:pt x="142354" y="73892"/>
                </a:lnTo>
                <a:lnTo>
                  <a:pt x="142398" y="74338"/>
                </a:lnTo>
                <a:lnTo>
                  <a:pt x="142451" y="74780"/>
                </a:lnTo>
                <a:lnTo>
                  <a:pt x="142514" y="75216"/>
                </a:lnTo>
                <a:lnTo>
                  <a:pt x="142587" y="75648"/>
                </a:lnTo>
                <a:lnTo>
                  <a:pt x="142669" y="76074"/>
                </a:lnTo>
                <a:lnTo>
                  <a:pt x="142762" y="76496"/>
                </a:lnTo>
                <a:lnTo>
                  <a:pt x="142864" y="76913"/>
                </a:lnTo>
                <a:lnTo>
                  <a:pt x="142975" y="77324"/>
                </a:lnTo>
                <a:lnTo>
                  <a:pt x="143097" y="77731"/>
                </a:lnTo>
                <a:lnTo>
                  <a:pt x="143228" y="78133"/>
                </a:lnTo>
                <a:lnTo>
                  <a:pt x="143369" y="78530"/>
                </a:lnTo>
                <a:lnTo>
                  <a:pt x="143520" y="78921"/>
                </a:lnTo>
                <a:lnTo>
                  <a:pt x="143681" y="79308"/>
                </a:lnTo>
                <a:lnTo>
                  <a:pt x="143851" y="79690"/>
                </a:lnTo>
                <a:lnTo>
                  <a:pt x="144031" y="80067"/>
                </a:lnTo>
                <a:lnTo>
                  <a:pt x="144221" y="80439"/>
                </a:lnTo>
                <a:lnTo>
                  <a:pt x="144421" y="80806"/>
                </a:lnTo>
                <a:lnTo>
                  <a:pt x="144630" y="81167"/>
                </a:lnTo>
                <a:lnTo>
                  <a:pt x="144850" y="81524"/>
                </a:lnTo>
                <a:lnTo>
                  <a:pt x="145078" y="81876"/>
                </a:lnTo>
                <a:lnTo>
                  <a:pt x="145317" y="82223"/>
                </a:lnTo>
                <a:lnTo>
                  <a:pt x="145566" y="82565"/>
                </a:lnTo>
                <a:lnTo>
                  <a:pt x="145823" y="82902"/>
                </a:lnTo>
                <a:lnTo>
                  <a:pt x="146089" y="83232"/>
                </a:lnTo>
                <a:lnTo>
                  <a:pt x="146363" y="83556"/>
                </a:lnTo>
                <a:lnTo>
                  <a:pt x="146645" y="83874"/>
                </a:lnTo>
                <a:lnTo>
                  <a:pt x="146935" y="84185"/>
                </a:lnTo>
                <a:lnTo>
                  <a:pt x="147233" y="84491"/>
                </a:lnTo>
                <a:lnTo>
                  <a:pt x="147540" y="84790"/>
                </a:lnTo>
                <a:lnTo>
                  <a:pt x="147854" y="85083"/>
                </a:lnTo>
                <a:lnTo>
                  <a:pt x="148177" y="85370"/>
                </a:lnTo>
                <a:lnTo>
                  <a:pt x="148508" y="85651"/>
                </a:lnTo>
                <a:lnTo>
                  <a:pt x="148848" y="85926"/>
                </a:lnTo>
                <a:lnTo>
                  <a:pt x="149195" y="86194"/>
                </a:lnTo>
                <a:lnTo>
                  <a:pt x="149550" y="86456"/>
                </a:lnTo>
                <a:lnTo>
                  <a:pt x="149914" y="86712"/>
                </a:lnTo>
                <a:lnTo>
                  <a:pt x="150286" y="86962"/>
                </a:lnTo>
                <a:lnTo>
                  <a:pt x="150666" y="87206"/>
                </a:lnTo>
                <a:lnTo>
                  <a:pt x="151054" y="87444"/>
                </a:lnTo>
                <a:lnTo>
                  <a:pt x="151451" y="87675"/>
                </a:lnTo>
                <a:lnTo>
                  <a:pt x="151855" y="87900"/>
                </a:lnTo>
                <a:lnTo>
                  <a:pt x="152268" y="88119"/>
                </a:lnTo>
                <a:lnTo>
                  <a:pt x="152689" y="88332"/>
                </a:lnTo>
                <a:lnTo>
                  <a:pt x="153118" y="88539"/>
                </a:lnTo>
                <a:lnTo>
                  <a:pt x="153555" y="88740"/>
                </a:lnTo>
                <a:lnTo>
                  <a:pt x="154000" y="88934"/>
                </a:lnTo>
                <a:lnTo>
                  <a:pt x="154453" y="89121"/>
                </a:lnTo>
                <a:lnTo>
                  <a:pt x="154912" y="89301"/>
                </a:lnTo>
                <a:lnTo>
                  <a:pt x="155378" y="89472"/>
                </a:lnTo>
                <a:lnTo>
                  <a:pt x="155849" y="89635"/>
                </a:lnTo>
                <a:lnTo>
                  <a:pt x="156328" y="89791"/>
                </a:lnTo>
                <a:lnTo>
                  <a:pt x="156812" y="89938"/>
                </a:lnTo>
                <a:lnTo>
                  <a:pt x="157303" y="90078"/>
                </a:lnTo>
                <a:lnTo>
                  <a:pt x="157801" y="90209"/>
                </a:lnTo>
                <a:lnTo>
                  <a:pt x="158304" y="90333"/>
                </a:lnTo>
                <a:lnTo>
                  <a:pt x="158814" y="90448"/>
                </a:lnTo>
                <a:lnTo>
                  <a:pt x="159331" y="90556"/>
                </a:lnTo>
                <a:lnTo>
                  <a:pt x="159854" y="90656"/>
                </a:lnTo>
                <a:lnTo>
                  <a:pt x="160383" y="90747"/>
                </a:lnTo>
                <a:lnTo>
                  <a:pt x="160919" y="90831"/>
                </a:lnTo>
                <a:lnTo>
                  <a:pt x="161461" y="90907"/>
                </a:lnTo>
                <a:lnTo>
                  <a:pt x="162009" y="90974"/>
                </a:lnTo>
                <a:lnTo>
                  <a:pt x="162564" y="91034"/>
                </a:lnTo>
                <a:lnTo>
                  <a:pt x="163125" y="91086"/>
                </a:lnTo>
                <a:lnTo>
                  <a:pt x="163692" y="91130"/>
                </a:lnTo>
                <a:lnTo>
                  <a:pt x="164266" y="91166"/>
                </a:lnTo>
                <a:lnTo>
                  <a:pt x="164846" y="91194"/>
                </a:lnTo>
                <a:lnTo>
                  <a:pt x="165433" y="91214"/>
                </a:lnTo>
                <a:lnTo>
                  <a:pt x="166026" y="91226"/>
                </a:lnTo>
                <a:lnTo>
                  <a:pt x="166625" y="91229"/>
                </a:lnTo>
                <a:lnTo>
                  <a:pt x="171673" y="91229"/>
                </a:lnTo>
                <a:lnTo>
                  <a:pt x="172677" y="91221"/>
                </a:lnTo>
                <a:lnTo>
                  <a:pt x="173659" y="91194"/>
                </a:lnTo>
                <a:close/>
                <a:moveTo>
                  <a:pt x="350001" y="27081"/>
                </a:moveTo>
                <a:lnTo>
                  <a:pt x="350001" y="110851"/>
                </a:lnTo>
                <a:lnTo>
                  <a:pt x="364345" y="110851"/>
                </a:lnTo>
                <a:lnTo>
                  <a:pt x="364345" y="93180"/>
                </a:lnTo>
                <a:lnTo>
                  <a:pt x="363887" y="78148"/>
                </a:lnTo>
                <a:lnTo>
                  <a:pt x="364242" y="78148"/>
                </a:lnTo>
                <a:lnTo>
                  <a:pt x="364289" y="78459"/>
                </a:lnTo>
                <a:lnTo>
                  <a:pt x="364393" y="79026"/>
                </a:lnTo>
                <a:lnTo>
                  <a:pt x="364512" y="79581"/>
                </a:lnTo>
                <a:lnTo>
                  <a:pt x="364648" y="80126"/>
                </a:lnTo>
                <a:lnTo>
                  <a:pt x="364799" y="80658"/>
                </a:lnTo>
                <a:lnTo>
                  <a:pt x="364966" y="81180"/>
                </a:lnTo>
                <a:lnTo>
                  <a:pt x="365150" y="81690"/>
                </a:lnTo>
                <a:lnTo>
                  <a:pt x="365349" y="82189"/>
                </a:lnTo>
                <a:lnTo>
                  <a:pt x="365564" y="82676"/>
                </a:lnTo>
                <a:lnTo>
                  <a:pt x="365795" y="83152"/>
                </a:lnTo>
                <a:lnTo>
                  <a:pt x="366042" y="83617"/>
                </a:lnTo>
                <a:lnTo>
                  <a:pt x="366305" y="84070"/>
                </a:lnTo>
                <a:lnTo>
                  <a:pt x="366584" y="84512"/>
                </a:lnTo>
                <a:lnTo>
                  <a:pt x="366879" y="84943"/>
                </a:lnTo>
                <a:lnTo>
                  <a:pt x="367189" y="85362"/>
                </a:lnTo>
                <a:lnTo>
                  <a:pt x="367516" y="85770"/>
                </a:lnTo>
                <a:lnTo>
                  <a:pt x="367859" y="86166"/>
                </a:lnTo>
                <a:lnTo>
                  <a:pt x="368217" y="86552"/>
                </a:lnTo>
                <a:lnTo>
                  <a:pt x="368592" y="86926"/>
                </a:lnTo>
                <a:lnTo>
                  <a:pt x="368980" y="87286"/>
                </a:lnTo>
                <a:lnTo>
                  <a:pt x="369379" y="87631"/>
                </a:lnTo>
                <a:lnTo>
                  <a:pt x="369790" y="87961"/>
                </a:lnTo>
                <a:lnTo>
                  <a:pt x="370211" y="88275"/>
                </a:lnTo>
                <a:lnTo>
                  <a:pt x="370644" y="88575"/>
                </a:lnTo>
                <a:lnTo>
                  <a:pt x="371088" y="88858"/>
                </a:lnTo>
                <a:lnTo>
                  <a:pt x="371543" y="89127"/>
                </a:lnTo>
                <a:lnTo>
                  <a:pt x="372009" y="89380"/>
                </a:lnTo>
                <a:lnTo>
                  <a:pt x="372487" y="89618"/>
                </a:lnTo>
                <a:lnTo>
                  <a:pt x="372975" y="89840"/>
                </a:lnTo>
                <a:lnTo>
                  <a:pt x="373475" y="90047"/>
                </a:lnTo>
                <a:lnTo>
                  <a:pt x="373986" y="90239"/>
                </a:lnTo>
                <a:lnTo>
                  <a:pt x="374508" y="90415"/>
                </a:lnTo>
                <a:lnTo>
                  <a:pt x="375041" y="90576"/>
                </a:lnTo>
                <a:lnTo>
                  <a:pt x="375585" y="90722"/>
                </a:lnTo>
                <a:lnTo>
                  <a:pt x="376140" y="90852"/>
                </a:lnTo>
                <a:lnTo>
                  <a:pt x="376707" y="90967"/>
                </a:lnTo>
                <a:lnTo>
                  <a:pt x="377285" y="91067"/>
                </a:lnTo>
                <a:lnTo>
                  <a:pt x="377874" y="91152"/>
                </a:lnTo>
                <a:lnTo>
                  <a:pt x="378474" y="91221"/>
                </a:lnTo>
                <a:lnTo>
                  <a:pt x="379085" y="91274"/>
                </a:lnTo>
                <a:lnTo>
                  <a:pt x="379707" y="91313"/>
                </a:lnTo>
                <a:lnTo>
                  <a:pt x="380341" y="91336"/>
                </a:lnTo>
                <a:lnTo>
                  <a:pt x="380985" y="91343"/>
                </a:lnTo>
                <a:lnTo>
                  <a:pt x="381518" y="91338"/>
                </a:lnTo>
                <a:lnTo>
                  <a:pt x="382044" y="91323"/>
                </a:lnTo>
                <a:lnTo>
                  <a:pt x="382565" y="91297"/>
                </a:lnTo>
                <a:lnTo>
                  <a:pt x="383079" y="91260"/>
                </a:lnTo>
                <a:lnTo>
                  <a:pt x="383588" y="91214"/>
                </a:lnTo>
                <a:lnTo>
                  <a:pt x="384091" y="91157"/>
                </a:lnTo>
                <a:lnTo>
                  <a:pt x="384587" y="91089"/>
                </a:lnTo>
                <a:lnTo>
                  <a:pt x="385078" y="91012"/>
                </a:lnTo>
                <a:lnTo>
                  <a:pt x="385563" y="90924"/>
                </a:lnTo>
                <a:lnTo>
                  <a:pt x="386042" y="90825"/>
                </a:lnTo>
                <a:lnTo>
                  <a:pt x="386514" y="90717"/>
                </a:lnTo>
                <a:lnTo>
                  <a:pt x="386981" y="90597"/>
                </a:lnTo>
                <a:lnTo>
                  <a:pt x="387442" y="90468"/>
                </a:lnTo>
                <a:lnTo>
                  <a:pt x="387897" y="90328"/>
                </a:lnTo>
                <a:lnTo>
                  <a:pt x="388346" y="90178"/>
                </a:lnTo>
                <a:lnTo>
                  <a:pt x="388789" y="90017"/>
                </a:lnTo>
                <a:lnTo>
                  <a:pt x="389225" y="89846"/>
                </a:lnTo>
                <a:lnTo>
                  <a:pt x="389656" y="89665"/>
                </a:lnTo>
                <a:lnTo>
                  <a:pt x="390081" y="89473"/>
                </a:lnTo>
                <a:lnTo>
                  <a:pt x="390500" y="89271"/>
                </a:lnTo>
                <a:lnTo>
                  <a:pt x="390913" y="89059"/>
                </a:lnTo>
                <a:lnTo>
                  <a:pt x="391320" y="88836"/>
                </a:lnTo>
                <a:lnTo>
                  <a:pt x="391721" y="88603"/>
                </a:lnTo>
                <a:lnTo>
                  <a:pt x="392116" y="88360"/>
                </a:lnTo>
                <a:lnTo>
                  <a:pt x="392505" y="88107"/>
                </a:lnTo>
                <a:lnTo>
                  <a:pt x="392886" y="87845"/>
                </a:lnTo>
                <a:lnTo>
                  <a:pt x="393259" y="87575"/>
                </a:lnTo>
                <a:lnTo>
                  <a:pt x="393626" y="87297"/>
                </a:lnTo>
                <a:lnTo>
                  <a:pt x="393985" y="87009"/>
                </a:lnTo>
                <a:lnTo>
                  <a:pt x="394336" y="86714"/>
                </a:lnTo>
                <a:lnTo>
                  <a:pt x="394680" y="86409"/>
                </a:lnTo>
                <a:lnTo>
                  <a:pt x="395017" y="86096"/>
                </a:lnTo>
                <a:lnTo>
                  <a:pt x="395346" y="85775"/>
                </a:lnTo>
                <a:lnTo>
                  <a:pt x="395668" y="85445"/>
                </a:lnTo>
                <a:lnTo>
                  <a:pt x="395983" y="85107"/>
                </a:lnTo>
                <a:lnTo>
                  <a:pt x="396290" y="84759"/>
                </a:lnTo>
                <a:lnTo>
                  <a:pt x="396590" y="84404"/>
                </a:lnTo>
                <a:lnTo>
                  <a:pt x="396883" y="84040"/>
                </a:lnTo>
                <a:lnTo>
                  <a:pt x="397168" y="83667"/>
                </a:lnTo>
                <a:lnTo>
                  <a:pt x="397446" y="83286"/>
                </a:lnTo>
                <a:lnTo>
                  <a:pt x="397716" y="82896"/>
                </a:lnTo>
                <a:lnTo>
                  <a:pt x="397979" y="82497"/>
                </a:lnTo>
                <a:lnTo>
                  <a:pt x="398235" y="82090"/>
                </a:lnTo>
                <a:lnTo>
                  <a:pt x="398483" y="81675"/>
                </a:lnTo>
                <a:lnTo>
                  <a:pt x="398724" y="81250"/>
                </a:lnTo>
                <a:lnTo>
                  <a:pt x="398957" y="80818"/>
                </a:lnTo>
                <a:lnTo>
                  <a:pt x="399184" y="80377"/>
                </a:lnTo>
                <a:lnTo>
                  <a:pt x="399402" y="79927"/>
                </a:lnTo>
                <a:lnTo>
                  <a:pt x="399613" y="79469"/>
                </a:lnTo>
                <a:lnTo>
                  <a:pt x="399815" y="79005"/>
                </a:lnTo>
                <a:lnTo>
                  <a:pt x="400008" y="78534"/>
                </a:lnTo>
                <a:lnTo>
                  <a:pt x="400192" y="78057"/>
                </a:lnTo>
                <a:lnTo>
                  <a:pt x="400366" y="77573"/>
                </a:lnTo>
                <a:lnTo>
                  <a:pt x="400532" y="77083"/>
                </a:lnTo>
                <a:lnTo>
                  <a:pt x="400689" y="76586"/>
                </a:lnTo>
                <a:lnTo>
                  <a:pt x="400837" y="76082"/>
                </a:lnTo>
                <a:lnTo>
                  <a:pt x="400976" y="75572"/>
                </a:lnTo>
                <a:lnTo>
                  <a:pt x="401106" y="75055"/>
                </a:lnTo>
                <a:lnTo>
                  <a:pt x="401227" y="74532"/>
                </a:lnTo>
                <a:lnTo>
                  <a:pt x="401339" y="74002"/>
                </a:lnTo>
                <a:lnTo>
                  <a:pt x="401443" y="73466"/>
                </a:lnTo>
                <a:lnTo>
                  <a:pt x="401537" y="72923"/>
                </a:lnTo>
                <a:lnTo>
                  <a:pt x="401622" y="72373"/>
                </a:lnTo>
                <a:lnTo>
                  <a:pt x="401698" y="71817"/>
                </a:lnTo>
                <a:lnTo>
                  <a:pt x="401765" y="71254"/>
                </a:lnTo>
                <a:lnTo>
                  <a:pt x="401824" y="70685"/>
                </a:lnTo>
                <a:lnTo>
                  <a:pt x="401873" y="70109"/>
                </a:lnTo>
                <a:lnTo>
                  <a:pt x="401913" y="69526"/>
                </a:lnTo>
                <a:lnTo>
                  <a:pt x="401945" y="68937"/>
                </a:lnTo>
                <a:lnTo>
                  <a:pt x="401967" y="68341"/>
                </a:lnTo>
                <a:lnTo>
                  <a:pt x="401981" y="67739"/>
                </a:lnTo>
                <a:lnTo>
                  <a:pt x="401985" y="67130"/>
                </a:lnTo>
                <a:lnTo>
                  <a:pt x="401985" y="50032"/>
                </a:lnTo>
                <a:lnTo>
                  <a:pt x="401975" y="49121"/>
                </a:lnTo>
                <a:lnTo>
                  <a:pt x="401945" y="48227"/>
                </a:lnTo>
                <a:lnTo>
                  <a:pt x="401895" y="47348"/>
                </a:lnTo>
                <a:lnTo>
                  <a:pt x="401826" y="46484"/>
                </a:lnTo>
                <a:lnTo>
                  <a:pt x="401736" y="45636"/>
                </a:lnTo>
                <a:lnTo>
                  <a:pt x="401626" y="44804"/>
                </a:lnTo>
                <a:lnTo>
                  <a:pt x="401497" y="43987"/>
                </a:lnTo>
                <a:lnTo>
                  <a:pt x="401348" y="43185"/>
                </a:lnTo>
                <a:lnTo>
                  <a:pt x="401178" y="42399"/>
                </a:lnTo>
                <a:lnTo>
                  <a:pt x="400989" y="41629"/>
                </a:lnTo>
                <a:lnTo>
                  <a:pt x="400780" y="40874"/>
                </a:lnTo>
                <a:lnTo>
                  <a:pt x="400551" y="40135"/>
                </a:lnTo>
                <a:lnTo>
                  <a:pt x="400302" y="39411"/>
                </a:lnTo>
                <a:lnTo>
                  <a:pt x="400033" y="38703"/>
                </a:lnTo>
                <a:lnTo>
                  <a:pt x="399744" y="38010"/>
                </a:lnTo>
                <a:lnTo>
                  <a:pt x="399435" y="37333"/>
                </a:lnTo>
                <a:lnTo>
                  <a:pt x="399106" y="36672"/>
                </a:lnTo>
                <a:lnTo>
                  <a:pt x="398757" y="36026"/>
                </a:lnTo>
                <a:lnTo>
                  <a:pt x="398389" y="35395"/>
                </a:lnTo>
                <a:lnTo>
                  <a:pt x="398000" y="34780"/>
                </a:lnTo>
                <a:lnTo>
                  <a:pt x="397592" y="34181"/>
                </a:lnTo>
                <a:lnTo>
                  <a:pt x="397164" y="33597"/>
                </a:lnTo>
                <a:lnTo>
                  <a:pt x="396715" y="33029"/>
                </a:lnTo>
                <a:lnTo>
                  <a:pt x="396247" y="32476"/>
                </a:lnTo>
                <a:lnTo>
                  <a:pt x="395762" y="31942"/>
                </a:lnTo>
                <a:lnTo>
                  <a:pt x="395264" y="31431"/>
                </a:lnTo>
                <a:lnTo>
                  <a:pt x="394753" y="30943"/>
                </a:lnTo>
                <a:lnTo>
                  <a:pt x="394229" y="30477"/>
                </a:lnTo>
                <a:lnTo>
                  <a:pt x="393692" y="30034"/>
                </a:lnTo>
                <a:lnTo>
                  <a:pt x="393141" y="29614"/>
                </a:lnTo>
                <a:lnTo>
                  <a:pt x="392578" y="29216"/>
                </a:lnTo>
                <a:lnTo>
                  <a:pt x="392001" y="28842"/>
                </a:lnTo>
                <a:lnTo>
                  <a:pt x="391411" y="28490"/>
                </a:lnTo>
                <a:lnTo>
                  <a:pt x="390808" y="28160"/>
                </a:lnTo>
                <a:lnTo>
                  <a:pt x="390192" y="27854"/>
                </a:lnTo>
                <a:lnTo>
                  <a:pt x="389563" y="27570"/>
                </a:lnTo>
                <a:lnTo>
                  <a:pt x="388920" y="27308"/>
                </a:lnTo>
                <a:lnTo>
                  <a:pt x="388264" y="27070"/>
                </a:lnTo>
                <a:lnTo>
                  <a:pt x="387596" y="26854"/>
                </a:lnTo>
                <a:lnTo>
                  <a:pt x="386914" y="26661"/>
                </a:lnTo>
                <a:lnTo>
                  <a:pt x="386219" y="26491"/>
                </a:lnTo>
                <a:lnTo>
                  <a:pt x="385511" y="26343"/>
                </a:lnTo>
                <a:lnTo>
                  <a:pt x="384789" y="26218"/>
                </a:lnTo>
                <a:lnTo>
                  <a:pt x="384055" y="26116"/>
                </a:lnTo>
                <a:lnTo>
                  <a:pt x="383307" y="26036"/>
                </a:lnTo>
                <a:lnTo>
                  <a:pt x="382546" y="25980"/>
                </a:lnTo>
                <a:lnTo>
                  <a:pt x="381772" y="25946"/>
                </a:lnTo>
                <a:lnTo>
                  <a:pt x="380985" y="25934"/>
                </a:lnTo>
                <a:lnTo>
                  <a:pt x="380341" y="25942"/>
                </a:lnTo>
                <a:lnTo>
                  <a:pt x="379707" y="25965"/>
                </a:lnTo>
                <a:lnTo>
                  <a:pt x="379085" y="26003"/>
                </a:lnTo>
                <a:lnTo>
                  <a:pt x="378474" y="26057"/>
                </a:lnTo>
                <a:lnTo>
                  <a:pt x="377874" y="26126"/>
                </a:lnTo>
                <a:lnTo>
                  <a:pt x="377285" y="26210"/>
                </a:lnTo>
                <a:lnTo>
                  <a:pt x="376707" y="26310"/>
                </a:lnTo>
                <a:lnTo>
                  <a:pt x="376140" y="26425"/>
                </a:lnTo>
                <a:lnTo>
                  <a:pt x="375585" y="26555"/>
                </a:lnTo>
                <a:lnTo>
                  <a:pt x="375041" y="26701"/>
                </a:lnTo>
                <a:lnTo>
                  <a:pt x="374508" y="26862"/>
                </a:lnTo>
                <a:lnTo>
                  <a:pt x="373986" y="27039"/>
                </a:lnTo>
                <a:lnTo>
                  <a:pt x="373475" y="27230"/>
                </a:lnTo>
                <a:lnTo>
                  <a:pt x="372975" y="27438"/>
                </a:lnTo>
                <a:lnTo>
                  <a:pt x="372487" y="27660"/>
                </a:lnTo>
                <a:lnTo>
                  <a:pt x="372009" y="27898"/>
                </a:lnTo>
                <a:lnTo>
                  <a:pt x="371543" y="28151"/>
                </a:lnTo>
                <a:lnTo>
                  <a:pt x="371088" y="28419"/>
                </a:lnTo>
                <a:lnTo>
                  <a:pt x="370644" y="28703"/>
                </a:lnTo>
                <a:lnTo>
                  <a:pt x="370211" y="29002"/>
                </a:lnTo>
                <a:lnTo>
                  <a:pt x="369790" y="29317"/>
                </a:lnTo>
                <a:lnTo>
                  <a:pt x="369379" y="29646"/>
                </a:lnTo>
                <a:lnTo>
                  <a:pt x="368980" y="29992"/>
                </a:lnTo>
                <a:lnTo>
                  <a:pt x="368592" y="30352"/>
                </a:lnTo>
                <a:lnTo>
                  <a:pt x="368217" y="30726"/>
                </a:lnTo>
                <a:lnTo>
                  <a:pt x="367859" y="31111"/>
                </a:lnTo>
                <a:lnTo>
                  <a:pt x="367516" y="31508"/>
                </a:lnTo>
                <a:lnTo>
                  <a:pt x="367189" y="31916"/>
                </a:lnTo>
                <a:lnTo>
                  <a:pt x="366879" y="32335"/>
                </a:lnTo>
                <a:lnTo>
                  <a:pt x="366584" y="32765"/>
                </a:lnTo>
                <a:lnTo>
                  <a:pt x="366305" y="33207"/>
                </a:lnTo>
                <a:lnTo>
                  <a:pt x="366042" y="33661"/>
                </a:lnTo>
                <a:lnTo>
                  <a:pt x="365795" y="34125"/>
                </a:lnTo>
                <a:lnTo>
                  <a:pt x="365564" y="34601"/>
                </a:lnTo>
                <a:lnTo>
                  <a:pt x="365349" y="35089"/>
                </a:lnTo>
                <a:lnTo>
                  <a:pt x="365150" y="35588"/>
                </a:lnTo>
                <a:lnTo>
                  <a:pt x="364966" y="36098"/>
                </a:lnTo>
                <a:lnTo>
                  <a:pt x="364799" y="36619"/>
                </a:lnTo>
                <a:lnTo>
                  <a:pt x="364648" y="37152"/>
                </a:lnTo>
                <a:lnTo>
                  <a:pt x="364512" y="37696"/>
                </a:lnTo>
                <a:lnTo>
                  <a:pt x="364393" y="38252"/>
                </a:lnTo>
                <a:lnTo>
                  <a:pt x="364289" y="38819"/>
                </a:lnTo>
                <a:lnTo>
                  <a:pt x="364242" y="39130"/>
                </a:lnTo>
                <a:lnTo>
                  <a:pt x="364002" y="39130"/>
                </a:lnTo>
                <a:lnTo>
                  <a:pt x="364002" y="27081"/>
                </a:lnTo>
                <a:lnTo>
                  <a:pt x="350001" y="27081"/>
                </a:lnTo>
                <a:close/>
                <a:moveTo>
                  <a:pt x="374623" y="78899"/>
                </a:moveTo>
                <a:lnTo>
                  <a:pt x="374201" y="78859"/>
                </a:lnTo>
                <a:lnTo>
                  <a:pt x="373788" y="78808"/>
                </a:lnTo>
                <a:lnTo>
                  <a:pt x="373382" y="78745"/>
                </a:lnTo>
                <a:lnTo>
                  <a:pt x="372984" y="78672"/>
                </a:lnTo>
                <a:lnTo>
                  <a:pt x="372595" y="78586"/>
                </a:lnTo>
                <a:lnTo>
                  <a:pt x="372213" y="78490"/>
                </a:lnTo>
                <a:lnTo>
                  <a:pt x="371839" y="78382"/>
                </a:lnTo>
                <a:lnTo>
                  <a:pt x="371473" y="78263"/>
                </a:lnTo>
                <a:lnTo>
                  <a:pt x="371116" y="78132"/>
                </a:lnTo>
                <a:lnTo>
                  <a:pt x="370766" y="77990"/>
                </a:lnTo>
                <a:lnTo>
                  <a:pt x="370424" y="77837"/>
                </a:lnTo>
                <a:lnTo>
                  <a:pt x="370090" y="77673"/>
                </a:lnTo>
                <a:lnTo>
                  <a:pt x="369764" y="77497"/>
                </a:lnTo>
                <a:lnTo>
                  <a:pt x="369446" y="77309"/>
                </a:lnTo>
                <a:lnTo>
                  <a:pt x="369136" y="77111"/>
                </a:lnTo>
                <a:lnTo>
                  <a:pt x="368834" y="76901"/>
                </a:lnTo>
                <a:lnTo>
                  <a:pt x="368540" y="76679"/>
                </a:lnTo>
                <a:lnTo>
                  <a:pt x="368254" y="76447"/>
                </a:lnTo>
                <a:lnTo>
                  <a:pt x="367975" y="76203"/>
                </a:lnTo>
                <a:lnTo>
                  <a:pt x="367705" y="75947"/>
                </a:lnTo>
                <a:lnTo>
                  <a:pt x="367443" y="75681"/>
                </a:lnTo>
                <a:lnTo>
                  <a:pt x="367190" y="75403"/>
                </a:lnTo>
                <a:lnTo>
                  <a:pt x="366948" y="75117"/>
                </a:lnTo>
                <a:lnTo>
                  <a:pt x="366717" y="74822"/>
                </a:lnTo>
                <a:lnTo>
                  <a:pt x="366496" y="74519"/>
                </a:lnTo>
                <a:lnTo>
                  <a:pt x="366287" y="74206"/>
                </a:lnTo>
                <a:lnTo>
                  <a:pt x="366088" y="73884"/>
                </a:lnTo>
                <a:lnTo>
                  <a:pt x="365900" y="73553"/>
                </a:lnTo>
                <a:lnTo>
                  <a:pt x="365722" y="73213"/>
                </a:lnTo>
                <a:lnTo>
                  <a:pt x="365555" y="72864"/>
                </a:lnTo>
                <a:lnTo>
                  <a:pt x="365399" y="72507"/>
                </a:lnTo>
                <a:lnTo>
                  <a:pt x="365254" y="72140"/>
                </a:lnTo>
                <a:lnTo>
                  <a:pt x="365120" y="71764"/>
                </a:lnTo>
                <a:lnTo>
                  <a:pt x="364996" y="71380"/>
                </a:lnTo>
                <a:lnTo>
                  <a:pt x="364883" y="70986"/>
                </a:lnTo>
                <a:lnTo>
                  <a:pt x="364781" y="70584"/>
                </a:lnTo>
                <a:lnTo>
                  <a:pt x="364690" y="70172"/>
                </a:lnTo>
                <a:lnTo>
                  <a:pt x="364609" y="69752"/>
                </a:lnTo>
                <a:lnTo>
                  <a:pt x="364539" y="69322"/>
                </a:lnTo>
                <a:lnTo>
                  <a:pt x="364480" y="68884"/>
                </a:lnTo>
                <a:lnTo>
                  <a:pt x="364431" y="68437"/>
                </a:lnTo>
                <a:lnTo>
                  <a:pt x="364394" y="67980"/>
                </a:lnTo>
                <a:lnTo>
                  <a:pt x="364367" y="67515"/>
                </a:lnTo>
                <a:lnTo>
                  <a:pt x="364351" y="67041"/>
                </a:lnTo>
                <a:lnTo>
                  <a:pt x="364345" y="66558"/>
                </a:lnTo>
                <a:lnTo>
                  <a:pt x="364345" y="50722"/>
                </a:lnTo>
                <a:lnTo>
                  <a:pt x="364351" y="50238"/>
                </a:lnTo>
                <a:lnTo>
                  <a:pt x="364367" y="49764"/>
                </a:lnTo>
                <a:lnTo>
                  <a:pt x="364394" y="49299"/>
                </a:lnTo>
                <a:lnTo>
                  <a:pt x="364431" y="48842"/>
                </a:lnTo>
                <a:lnTo>
                  <a:pt x="364480" y="48395"/>
                </a:lnTo>
                <a:lnTo>
                  <a:pt x="364539" y="47956"/>
                </a:lnTo>
                <a:lnTo>
                  <a:pt x="364609" y="47527"/>
                </a:lnTo>
                <a:lnTo>
                  <a:pt x="364690" y="47106"/>
                </a:lnTo>
                <a:lnTo>
                  <a:pt x="364781" y="46695"/>
                </a:lnTo>
                <a:lnTo>
                  <a:pt x="364883" y="46292"/>
                </a:lnTo>
                <a:lnTo>
                  <a:pt x="364996" y="45899"/>
                </a:lnTo>
                <a:lnTo>
                  <a:pt x="365120" y="45514"/>
                </a:lnTo>
                <a:lnTo>
                  <a:pt x="365254" y="45138"/>
                </a:lnTo>
                <a:lnTo>
                  <a:pt x="365399" y="44772"/>
                </a:lnTo>
                <a:lnTo>
                  <a:pt x="365555" y="44414"/>
                </a:lnTo>
                <a:lnTo>
                  <a:pt x="365722" y="44065"/>
                </a:lnTo>
                <a:lnTo>
                  <a:pt x="365900" y="43726"/>
                </a:lnTo>
                <a:lnTo>
                  <a:pt x="366088" y="43395"/>
                </a:lnTo>
                <a:lnTo>
                  <a:pt x="366287" y="43073"/>
                </a:lnTo>
                <a:lnTo>
                  <a:pt x="366496" y="42760"/>
                </a:lnTo>
                <a:lnTo>
                  <a:pt x="366717" y="42456"/>
                </a:lnTo>
                <a:lnTo>
                  <a:pt x="366948" y="42162"/>
                </a:lnTo>
                <a:lnTo>
                  <a:pt x="367190" y="41876"/>
                </a:lnTo>
                <a:lnTo>
                  <a:pt x="367443" y="41599"/>
                </a:lnTo>
                <a:lnTo>
                  <a:pt x="367705" y="41332"/>
                </a:lnTo>
                <a:lnTo>
                  <a:pt x="367975" y="41076"/>
                </a:lnTo>
                <a:lnTo>
                  <a:pt x="368254" y="40832"/>
                </a:lnTo>
                <a:lnTo>
                  <a:pt x="368540" y="40599"/>
                </a:lnTo>
                <a:lnTo>
                  <a:pt x="368834" y="40378"/>
                </a:lnTo>
                <a:lnTo>
                  <a:pt x="369136" y="40168"/>
                </a:lnTo>
                <a:lnTo>
                  <a:pt x="369446" y="39969"/>
                </a:lnTo>
                <a:lnTo>
                  <a:pt x="369764" y="39782"/>
                </a:lnTo>
                <a:lnTo>
                  <a:pt x="370090" y="39606"/>
                </a:lnTo>
                <a:lnTo>
                  <a:pt x="370424" y="39441"/>
                </a:lnTo>
                <a:lnTo>
                  <a:pt x="370766" y="39288"/>
                </a:lnTo>
                <a:lnTo>
                  <a:pt x="371116" y="39146"/>
                </a:lnTo>
                <a:lnTo>
                  <a:pt x="371473" y="39015"/>
                </a:lnTo>
                <a:lnTo>
                  <a:pt x="371839" y="38896"/>
                </a:lnTo>
                <a:lnTo>
                  <a:pt x="372213" y="38788"/>
                </a:lnTo>
                <a:lnTo>
                  <a:pt x="372595" y="38691"/>
                </a:lnTo>
                <a:lnTo>
                  <a:pt x="372984" y="38606"/>
                </a:lnTo>
                <a:lnTo>
                  <a:pt x="373382" y="38532"/>
                </a:lnTo>
                <a:lnTo>
                  <a:pt x="373788" y="38470"/>
                </a:lnTo>
                <a:lnTo>
                  <a:pt x="374201" y="38419"/>
                </a:lnTo>
                <a:lnTo>
                  <a:pt x="374623" y="38379"/>
                </a:lnTo>
                <a:lnTo>
                  <a:pt x="375052" y="38351"/>
                </a:lnTo>
                <a:lnTo>
                  <a:pt x="375490" y="38334"/>
                </a:lnTo>
                <a:lnTo>
                  <a:pt x="375935" y="38328"/>
                </a:lnTo>
                <a:lnTo>
                  <a:pt x="376390" y="38333"/>
                </a:lnTo>
                <a:lnTo>
                  <a:pt x="376837" y="38350"/>
                </a:lnTo>
                <a:lnTo>
                  <a:pt x="377275" y="38378"/>
                </a:lnTo>
                <a:lnTo>
                  <a:pt x="377705" y="38417"/>
                </a:lnTo>
                <a:lnTo>
                  <a:pt x="378126" y="38467"/>
                </a:lnTo>
                <a:lnTo>
                  <a:pt x="378539" y="38529"/>
                </a:lnTo>
                <a:lnTo>
                  <a:pt x="378944" y="38601"/>
                </a:lnTo>
                <a:lnTo>
                  <a:pt x="379340" y="38685"/>
                </a:lnTo>
                <a:lnTo>
                  <a:pt x="379728" y="38780"/>
                </a:lnTo>
                <a:lnTo>
                  <a:pt x="380107" y="38886"/>
                </a:lnTo>
                <a:lnTo>
                  <a:pt x="380478" y="39003"/>
                </a:lnTo>
                <a:lnTo>
                  <a:pt x="380841" y="39131"/>
                </a:lnTo>
                <a:lnTo>
                  <a:pt x="381196" y="39271"/>
                </a:lnTo>
                <a:lnTo>
                  <a:pt x="381542" y="39421"/>
                </a:lnTo>
                <a:lnTo>
                  <a:pt x="381879" y="39583"/>
                </a:lnTo>
                <a:lnTo>
                  <a:pt x="382209" y="39756"/>
                </a:lnTo>
                <a:lnTo>
                  <a:pt x="382530" y="39940"/>
                </a:lnTo>
                <a:lnTo>
                  <a:pt x="382842" y="40135"/>
                </a:lnTo>
                <a:lnTo>
                  <a:pt x="383146" y="40342"/>
                </a:lnTo>
                <a:lnTo>
                  <a:pt x="383442" y="40559"/>
                </a:lnTo>
                <a:lnTo>
                  <a:pt x="383729" y="40788"/>
                </a:lnTo>
                <a:lnTo>
                  <a:pt x="384009" y="41028"/>
                </a:lnTo>
                <a:lnTo>
                  <a:pt x="384279" y="41279"/>
                </a:lnTo>
                <a:lnTo>
                  <a:pt x="384542" y="41541"/>
                </a:lnTo>
                <a:lnTo>
                  <a:pt x="384794" y="41814"/>
                </a:lnTo>
                <a:lnTo>
                  <a:pt x="385037" y="42096"/>
                </a:lnTo>
                <a:lnTo>
                  <a:pt x="385268" y="42387"/>
                </a:lnTo>
                <a:lnTo>
                  <a:pt x="385489" y="42689"/>
                </a:lnTo>
                <a:lnTo>
                  <a:pt x="385698" y="42999"/>
                </a:lnTo>
                <a:lnTo>
                  <a:pt x="385897" y="43320"/>
                </a:lnTo>
                <a:lnTo>
                  <a:pt x="386086" y="43650"/>
                </a:lnTo>
                <a:lnTo>
                  <a:pt x="386263" y="43989"/>
                </a:lnTo>
                <a:lnTo>
                  <a:pt x="386430" y="44338"/>
                </a:lnTo>
                <a:lnTo>
                  <a:pt x="386586" y="44697"/>
                </a:lnTo>
                <a:lnTo>
                  <a:pt x="386731" y="45065"/>
                </a:lnTo>
                <a:lnTo>
                  <a:pt x="386866" y="45443"/>
                </a:lnTo>
                <a:lnTo>
                  <a:pt x="386990" y="45830"/>
                </a:lnTo>
                <a:lnTo>
                  <a:pt x="387103" y="46227"/>
                </a:lnTo>
                <a:lnTo>
                  <a:pt x="387205" y="46633"/>
                </a:lnTo>
                <a:lnTo>
                  <a:pt x="387296" y="47049"/>
                </a:lnTo>
                <a:lnTo>
                  <a:pt x="387377" y="47475"/>
                </a:lnTo>
                <a:lnTo>
                  <a:pt x="387447" y="47910"/>
                </a:lnTo>
                <a:lnTo>
                  <a:pt x="387506" y="48355"/>
                </a:lnTo>
                <a:lnTo>
                  <a:pt x="387555" y="48809"/>
                </a:lnTo>
                <a:lnTo>
                  <a:pt x="387592" y="49273"/>
                </a:lnTo>
                <a:lnTo>
                  <a:pt x="387619" y="49746"/>
                </a:lnTo>
                <a:lnTo>
                  <a:pt x="387635" y="50229"/>
                </a:lnTo>
                <a:lnTo>
                  <a:pt x="387641" y="50722"/>
                </a:lnTo>
                <a:lnTo>
                  <a:pt x="387641" y="66558"/>
                </a:lnTo>
                <a:lnTo>
                  <a:pt x="387635" y="67050"/>
                </a:lnTo>
                <a:lnTo>
                  <a:pt x="387619" y="67533"/>
                </a:lnTo>
                <a:lnTo>
                  <a:pt x="387592" y="68006"/>
                </a:lnTo>
                <a:lnTo>
                  <a:pt x="387555" y="68470"/>
                </a:lnTo>
                <a:lnTo>
                  <a:pt x="387506" y="68924"/>
                </a:lnTo>
                <a:lnTo>
                  <a:pt x="387447" y="69369"/>
                </a:lnTo>
                <a:lnTo>
                  <a:pt x="387377" y="69804"/>
                </a:lnTo>
                <a:lnTo>
                  <a:pt x="387296" y="70229"/>
                </a:lnTo>
                <a:lnTo>
                  <a:pt x="387205" y="70645"/>
                </a:lnTo>
                <a:lnTo>
                  <a:pt x="387103" y="71051"/>
                </a:lnTo>
                <a:lnTo>
                  <a:pt x="386990" y="71448"/>
                </a:lnTo>
                <a:lnTo>
                  <a:pt x="386866" y="71835"/>
                </a:lnTo>
                <a:lnTo>
                  <a:pt x="386731" y="72213"/>
                </a:lnTo>
                <a:lnTo>
                  <a:pt x="386586" y="72581"/>
                </a:lnTo>
                <a:lnTo>
                  <a:pt x="386430" y="72940"/>
                </a:lnTo>
                <a:lnTo>
                  <a:pt x="386263" y="73289"/>
                </a:lnTo>
                <a:lnTo>
                  <a:pt x="386086" y="73628"/>
                </a:lnTo>
                <a:lnTo>
                  <a:pt x="385897" y="73958"/>
                </a:lnTo>
                <a:lnTo>
                  <a:pt x="385698" y="74278"/>
                </a:lnTo>
                <a:lnTo>
                  <a:pt x="385489" y="74589"/>
                </a:lnTo>
                <a:lnTo>
                  <a:pt x="385268" y="74890"/>
                </a:lnTo>
                <a:lnTo>
                  <a:pt x="385037" y="75182"/>
                </a:lnTo>
                <a:lnTo>
                  <a:pt x="384794" y="75464"/>
                </a:lnTo>
                <a:lnTo>
                  <a:pt x="384542" y="75737"/>
                </a:lnTo>
                <a:lnTo>
                  <a:pt x="384279" y="75999"/>
                </a:lnTo>
                <a:lnTo>
                  <a:pt x="384009" y="76250"/>
                </a:lnTo>
                <a:lnTo>
                  <a:pt x="383729" y="76490"/>
                </a:lnTo>
                <a:lnTo>
                  <a:pt x="383442" y="76718"/>
                </a:lnTo>
                <a:lnTo>
                  <a:pt x="383146" y="76936"/>
                </a:lnTo>
                <a:lnTo>
                  <a:pt x="382842" y="77142"/>
                </a:lnTo>
                <a:lnTo>
                  <a:pt x="382530" y="77338"/>
                </a:lnTo>
                <a:lnTo>
                  <a:pt x="382209" y="77522"/>
                </a:lnTo>
                <a:lnTo>
                  <a:pt x="381879" y="77695"/>
                </a:lnTo>
                <a:lnTo>
                  <a:pt x="381542" y="77856"/>
                </a:lnTo>
                <a:lnTo>
                  <a:pt x="381196" y="78007"/>
                </a:lnTo>
                <a:lnTo>
                  <a:pt x="380841" y="78146"/>
                </a:lnTo>
                <a:lnTo>
                  <a:pt x="380478" y="78275"/>
                </a:lnTo>
                <a:lnTo>
                  <a:pt x="380107" y="78392"/>
                </a:lnTo>
                <a:lnTo>
                  <a:pt x="379728" y="78498"/>
                </a:lnTo>
                <a:lnTo>
                  <a:pt x="379340" y="78593"/>
                </a:lnTo>
                <a:lnTo>
                  <a:pt x="378944" y="78676"/>
                </a:lnTo>
                <a:lnTo>
                  <a:pt x="378539" y="78749"/>
                </a:lnTo>
                <a:lnTo>
                  <a:pt x="378126" y="78810"/>
                </a:lnTo>
                <a:lnTo>
                  <a:pt x="377705" y="78860"/>
                </a:lnTo>
                <a:lnTo>
                  <a:pt x="377275" y="78899"/>
                </a:lnTo>
                <a:lnTo>
                  <a:pt x="376837" y="78927"/>
                </a:lnTo>
                <a:lnTo>
                  <a:pt x="376390" y="78944"/>
                </a:lnTo>
                <a:lnTo>
                  <a:pt x="375935" y="78950"/>
                </a:lnTo>
                <a:lnTo>
                  <a:pt x="375490" y="78944"/>
                </a:lnTo>
                <a:lnTo>
                  <a:pt x="375052" y="78927"/>
                </a:lnTo>
                <a:lnTo>
                  <a:pt x="374623" y="78899"/>
                </a:lnTo>
                <a:close/>
                <a:moveTo>
                  <a:pt x="459362" y="27081"/>
                </a:moveTo>
                <a:lnTo>
                  <a:pt x="448346" y="59328"/>
                </a:lnTo>
                <a:lnTo>
                  <a:pt x="448270" y="59550"/>
                </a:lnTo>
                <a:lnTo>
                  <a:pt x="448193" y="59775"/>
                </a:lnTo>
                <a:lnTo>
                  <a:pt x="448117" y="60005"/>
                </a:lnTo>
                <a:lnTo>
                  <a:pt x="448040" y="60238"/>
                </a:lnTo>
                <a:lnTo>
                  <a:pt x="447964" y="60475"/>
                </a:lnTo>
                <a:lnTo>
                  <a:pt x="447887" y="60715"/>
                </a:lnTo>
                <a:lnTo>
                  <a:pt x="447811" y="60960"/>
                </a:lnTo>
                <a:lnTo>
                  <a:pt x="447734" y="61208"/>
                </a:lnTo>
                <a:lnTo>
                  <a:pt x="447658" y="61460"/>
                </a:lnTo>
                <a:lnTo>
                  <a:pt x="447581" y="61716"/>
                </a:lnTo>
                <a:lnTo>
                  <a:pt x="447505" y="61976"/>
                </a:lnTo>
                <a:lnTo>
                  <a:pt x="447428" y="62239"/>
                </a:lnTo>
                <a:lnTo>
                  <a:pt x="447352" y="62507"/>
                </a:lnTo>
                <a:lnTo>
                  <a:pt x="447275" y="62778"/>
                </a:lnTo>
                <a:lnTo>
                  <a:pt x="447198" y="63052"/>
                </a:lnTo>
                <a:lnTo>
                  <a:pt x="447122" y="63331"/>
                </a:lnTo>
                <a:lnTo>
                  <a:pt x="447045" y="63613"/>
                </a:lnTo>
                <a:lnTo>
                  <a:pt x="446969" y="63900"/>
                </a:lnTo>
                <a:lnTo>
                  <a:pt x="446892" y="64190"/>
                </a:lnTo>
                <a:lnTo>
                  <a:pt x="446816" y="64483"/>
                </a:lnTo>
                <a:lnTo>
                  <a:pt x="446739" y="64781"/>
                </a:lnTo>
                <a:lnTo>
                  <a:pt x="446662" y="65082"/>
                </a:lnTo>
                <a:lnTo>
                  <a:pt x="446586" y="65387"/>
                </a:lnTo>
                <a:lnTo>
                  <a:pt x="446509" y="65696"/>
                </a:lnTo>
                <a:lnTo>
                  <a:pt x="446433" y="66005"/>
                </a:lnTo>
                <a:lnTo>
                  <a:pt x="446359" y="66309"/>
                </a:lnTo>
                <a:lnTo>
                  <a:pt x="446285" y="66608"/>
                </a:lnTo>
                <a:lnTo>
                  <a:pt x="446213" y="66903"/>
                </a:lnTo>
                <a:lnTo>
                  <a:pt x="446142" y="67193"/>
                </a:lnTo>
                <a:lnTo>
                  <a:pt x="446072" y="67479"/>
                </a:lnTo>
                <a:lnTo>
                  <a:pt x="446003" y="67760"/>
                </a:lnTo>
                <a:lnTo>
                  <a:pt x="445936" y="68036"/>
                </a:lnTo>
                <a:lnTo>
                  <a:pt x="445869" y="68308"/>
                </a:lnTo>
                <a:lnTo>
                  <a:pt x="445804" y="68575"/>
                </a:lnTo>
                <a:lnTo>
                  <a:pt x="445740" y="68838"/>
                </a:lnTo>
                <a:lnTo>
                  <a:pt x="445677" y="69096"/>
                </a:lnTo>
                <a:lnTo>
                  <a:pt x="445616" y="69349"/>
                </a:lnTo>
                <a:lnTo>
                  <a:pt x="445556" y="69598"/>
                </a:lnTo>
                <a:lnTo>
                  <a:pt x="445496" y="69843"/>
                </a:lnTo>
                <a:lnTo>
                  <a:pt x="445438" y="70082"/>
                </a:lnTo>
                <a:lnTo>
                  <a:pt x="445382" y="70317"/>
                </a:lnTo>
                <a:lnTo>
                  <a:pt x="445326" y="70548"/>
                </a:lnTo>
                <a:lnTo>
                  <a:pt x="445272" y="70774"/>
                </a:lnTo>
                <a:lnTo>
                  <a:pt x="445218" y="70995"/>
                </a:lnTo>
                <a:lnTo>
                  <a:pt x="445166" y="71212"/>
                </a:lnTo>
                <a:lnTo>
                  <a:pt x="445115" y="71425"/>
                </a:lnTo>
                <a:lnTo>
                  <a:pt x="445066" y="71632"/>
                </a:lnTo>
                <a:lnTo>
                  <a:pt x="445017" y="71835"/>
                </a:lnTo>
                <a:lnTo>
                  <a:pt x="444978" y="71632"/>
                </a:lnTo>
                <a:lnTo>
                  <a:pt x="444938" y="71425"/>
                </a:lnTo>
                <a:lnTo>
                  <a:pt x="444895" y="71212"/>
                </a:lnTo>
                <a:lnTo>
                  <a:pt x="444852" y="70995"/>
                </a:lnTo>
                <a:lnTo>
                  <a:pt x="444806" y="70774"/>
                </a:lnTo>
                <a:lnTo>
                  <a:pt x="444759" y="70548"/>
                </a:lnTo>
                <a:lnTo>
                  <a:pt x="444711" y="70317"/>
                </a:lnTo>
                <a:lnTo>
                  <a:pt x="444661" y="70082"/>
                </a:lnTo>
                <a:lnTo>
                  <a:pt x="444609" y="69843"/>
                </a:lnTo>
                <a:lnTo>
                  <a:pt x="444555" y="69598"/>
                </a:lnTo>
                <a:lnTo>
                  <a:pt x="444500" y="69349"/>
                </a:lnTo>
                <a:lnTo>
                  <a:pt x="444444" y="69096"/>
                </a:lnTo>
                <a:lnTo>
                  <a:pt x="444386" y="68838"/>
                </a:lnTo>
                <a:lnTo>
                  <a:pt x="444326" y="68575"/>
                </a:lnTo>
                <a:lnTo>
                  <a:pt x="444265" y="68308"/>
                </a:lnTo>
                <a:lnTo>
                  <a:pt x="444202" y="68036"/>
                </a:lnTo>
                <a:lnTo>
                  <a:pt x="444137" y="67760"/>
                </a:lnTo>
                <a:lnTo>
                  <a:pt x="444071" y="67479"/>
                </a:lnTo>
                <a:lnTo>
                  <a:pt x="444003" y="67193"/>
                </a:lnTo>
                <a:lnTo>
                  <a:pt x="443934" y="66903"/>
                </a:lnTo>
                <a:lnTo>
                  <a:pt x="443863" y="66608"/>
                </a:lnTo>
                <a:lnTo>
                  <a:pt x="443791" y="66309"/>
                </a:lnTo>
                <a:lnTo>
                  <a:pt x="443717" y="66005"/>
                </a:lnTo>
                <a:lnTo>
                  <a:pt x="443641" y="65696"/>
                </a:lnTo>
                <a:lnTo>
                  <a:pt x="443565" y="65387"/>
                </a:lnTo>
                <a:lnTo>
                  <a:pt x="443488" y="65082"/>
                </a:lnTo>
                <a:lnTo>
                  <a:pt x="443412" y="64781"/>
                </a:lnTo>
                <a:lnTo>
                  <a:pt x="443335" y="64483"/>
                </a:lnTo>
                <a:lnTo>
                  <a:pt x="443259" y="64190"/>
                </a:lnTo>
                <a:lnTo>
                  <a:pt x="443182" y="63900"/>
                </a:lnTo>
                <a:lnTo>
                  <a:pt x="443106" y="63613"/>
                </a:lnTo>
                <a:lnTo>
                  <a:pt x="443029" y="63331"/>
                </a:lnTo>
                <a:lnTo>
                  <a:pt x="442953" y="63052"/>
                </a:lnTo>
                <a:lnTo>
                  <a:pt x="442876" y="62778"/>
                </a:lnTo>
                <a:lnTo>
                  <a:pt x="442800" y="62507"/>
                </a:lnTo>
                <a:lnTo>
                  <a:pt x="442723" y="62239"/>
                </a:lnTo>
                <a:lnTo>
                  <a:pt x="442647" y="61976"/>
                </a:lnTo>
                <a:lnTo>
                  <a:pt x="442570" y="61716"/>
                </a:lnTo>
                <a:lnTo>
                  <a:pt x="442493" y="61460"/>
                </a:lnTo>
                <a:lnTo>
                  <a:pt x="442417" y="61208"/>
                </a:lnTo>
                <a:lnTo>
                  <a:pt x="442340" y="60960"/>
                </a:lnTo>
                <a:lnTo>
                  <a:pt x="442264" y="60715"/>
                </a:lnTo>
                <a:lnTo>
                  <a:pt x="442187" y="60475"/>
                </a:lnTo>
                <a:lnTo>
                  <a:pt x="442111" y="60238"/>
                </a:lnTo>
                <a:lnTo>
                  <a:pt x="442034" y="60005"/>
                </a:lnTo>
                <a:lnTo>
                  <a:pt x="441957" y="59775"/>
                </a:lnTo>
                <a:lnTo>
                  <a:pt x="441881" y="59550"/>
                </a:lnTo>
                <a:lnTo>
                  <a:pt x="441804" y="59328"/>
                </a:lnTo>
                <a:lnTo>
                  <a:pt x="430100" y="27081"/>
                </a:lnTo>
                <a:lnTo>
                  <a:pt x="414378" y="27081"/>
                </a:lnTo>
                <a:lnTo>
                  <a:pt x="437903" y="86754"/>
                </a:lnTo>
                <a:lnTo>
                  <a:pt x="429067" y="110851"/>
                </a:lnTo>
                <a:lnTo>
                  <a:pt x="444100" y="110851"/>
                </a:lnTo>
                <a:lnTo>
                  <a:pt x="474510" y="27081"/>
                </a:lnTo>
                <a:lnTo>
                  <a:pt x="459362" y="27081"/>
                </a:lnTo>
                <a:close/>
                <a:moveTo>
                  <a:pt x="308329" y="91264"/>
                </a:moveTo>
                <a:lnTo>
                  <a:pt x="308708" y="91219"/>
                </a:lnTo>
                <a:lnTo>
                  <a:pt x="309081" y="91164"/>
                </a:lnTo>
                <a:lnTo>
                  <a:pt x="309447" y="91099"/>
                </a:lnTo>
                <a:lnTo>
                  <a:pt x="309806" y="91025"/>
                </a:lnTo>
                <a:lnTo>
                  <a:pt x="310158" y="90940"/>
                </a:lnTo>
                <a:lnTo>
                  <a:pt x="310503" y="90845"/>
                </a:lnTo>
                <a:lnTo>
                  <a:pt x="310841" y="90741"/>
                </a:lnTo>
                <a:lnTo>
                  <a:pt x="311172" y="90626"/>
                </a:lnTo>
                <a:lnTo>
                  <a:pt x="311496" y="90502"/>
                </a:lnTo>
                <a:lnTo>
                  <a:pt x="311813" y="90367"/>
                </a:lnTo>
                <a:lnTo>
                  <a:pt x="312123" y="90223"/>
                </a:lnTo>
                <a:lnTo>
                  <a:pt x="312426" y="90069"/>
                </a:lnTo>
                <a:lnTo>
                  <a:pt x="312722" y="89904"/>
                </a:lnTo>
                <a:lnTo>
                  <a:pt x="313011" y="89730"/>
                </a:lnTo>
                <a:lnTo>
                  <a:pt x="313294" y="89546"/>
                </a:lnTo>
                <a:lnTo>
                  <a:pt x="313569" y="89352"/>
                </a:lnTo>
                <a:lnTo>
                  <a:pt x="313837" y="89147"/>
                </a:lnTo>
                <a:lnTo>
                  <a:pt x="314098" y="88933"/>
                </a:lnTo>
                <a:lnTo>
                  <a:pt x="314353" y="88709"/>
                </a:lnTo>
                <a:lnTo>
                  <a:pt x="314600" y="88475"/>
                </a:lnTo>
                <a:lnTo>
                  <a:pt x="314839" y="88233"/>
                </a:lnTo>
                <a:lnTo>
                  <a:pt x="315067" y="87983"/>
                </a:lnTo>
                <a:lnTo>
                  <a:pt x="315286" y="87726"/>
                </a:lnTo>
                <a:lnTo>
                  <a:pt x="315494" y="87462"/>
                </a:lnTo>
                <a:lnTo>
                  <a:pt x="315692" y="87190"/>
                </a:lnTo>
                <a:lnTo>
                  <a:pt x="315880" y="86912"/>
                </a:lnTo>
                <a:lnTo>
                  <a:pt x="316058" y="86626"/>
                </a:lnTo>
                <a:lnTo>
                  <a:pt x="316225" y="86333"/>
                </a:lnTo>
                <a:lnTo>
                  <a:pt x="316383" y="86033"/>
                </a:lnTo>
                <a:lnTo>
                  <a:pt x="316530" y="85726"/>
                </a:lnTo>
                <a:lnTo>
                  <a:pt x="316667" y="85412"/>
                </a:lnTo>
                <a:lnTo>
                  <a:pt x="316794" y="85090"/>
                </a:lnTo>
                <a:lnTo>
                  <a:pt x="316911" y="84762"/>
                </a:lnTo>
                <a:lnTo>
                  <a:pt x="317018" y="84426"/>
                </a:lnTo>
                <a:lnTo>
                  <a:pt x="317114" y="84083"/>
                </a:lnTo>
                <a:lnTo>
                  <a:pt x="317201" y="83733"/>
                </a:lnTo>
                <a:lnTo>
                  <a:pt x="317277" y="83375"/>
                </a:lnTo>
                <a:lnTo>
                  <a:pt x="317343" y="83011"/>
                </a:lnTo>
                <a:lnTo>
                  <a:pt x="317399" y="82639"/>
                </a:lnTo>
                <a:lnTo>
                  <a:pt x="317445" y="82260"/>
                </a:lnTo>
                <a:lnTo>
                  <a:pt x="317480" y="81874"/>
                </a:lnTo>
                <a:lnTo>
                  <a:pt x="317505" y="81481"/>
                </a:lnTo>
                <a:lnTo>
                  <a:pt x="317521" y="81080"/>
                </a:lnTo>
                <a:lnTo>
                  <a:pt x="317526" y="80673"/>
                </a:lnTo>
                <a:lnTo>
                  <a:pt x="317521" y="80265"/>
                </a:lnTo>
                <a:lnTo>
                  <a:pt x="317505" y="79864"/>
                </a:lnTo>
                <a:lnTo>
                  <a:pt x="317480" y="79470"/>
                </a:lnTo>
                <a:lnTo>
                  <a:pt x="317445" y="79083"/>
                </a:lnTo>
                <a:lnTo>
                  <a:pt x="317399" y="78703"/>
                </a:lnTo>
                <a:lnTo>
                  <a:pt x="317343" y="78330"/>
                </a:lnTo>
                <a:lnTo>
                  <a:pt x="317277" y="77964"/>
                </a:lnTo>
                <a:lnTo>
                  <a:pt x="317201" y="77605"/>
                </a:lnTo>
                <a:lnTo>
                  <a:pt x="317114" y="77253"/>
                </a:lnTo>
                <a:lnTo>
                  <a:pt x="317018" y="76908"/>
                </a:lnTo>
                <a:lnTo>
                  <a:pt x="316911" y="76570"/>
                </a:lnTo>
                <a:lnTo>
                  <a:pt x="316794" y="76239"/>
                </a:lnTo>
                <a:lnTo>
                  <a:pt x="316667" y="75915"/>
                </a:lnTo>
                <a:lnTo>
                  <a:pt x="316530" y="75598"/>
                </a:lnTo>
                <a:lnTo>
                  <a:pt x="316383" y="75288"/>
                </a:lnTo>
                <a:lnTo>
                  <a:pt x="316225" y="74985"/>
                </a:lnTo>
                <a:lnTo>
                  <a:pt x="316058" y="74688"/>
                </a:lnTo>
                <a:lnTo>
                  <a:pt x="315880" y="74399"/>
                </a:lnTo>
                <a:lnTo>
                  <a:pt x="315692" y="74117"/>
                </a:lnTo>
                <a:lnTo>
                  <a:pt x="315494" y="73842"/>
                </a:lnTo>
                <a:lnTo>
                  <a:pt x="315286" y="73573"/>
                </a:lnTo>
                <a:lnTo>
                  <a:pt x="315067" y="73312"/>
                </a:lnTo>
                <a:lnTo>
                  <a:pt x="314839" y="73058"/>
                </a:lnTo>
                <a:lnTo>
                  <a:pt x="314600" y="72811"/>
                </a:lnTo>
                <a:lnTo>
                  <a:pt x="314353" y="72572"/>
                </a:lnTo>
                <a:lnTo>
                  <a:pt x="314098" y="72343"/>
                </a:lnTo>
                <a:lnTo>
                  <a:pt x="313837" y="72125"/>
                </a:lnTo>
                <a:lnTo>
                  <a:pt x="313569" y="71917"/>
                </a:lnTo>
                <a:lnTo>
                  <a:pt x="313294" y="71718"/>
                </a:lnTo>
                <a:lnTo>
                  <a:pt x="313011" y="71530"/>
                </a:lnTo>
                <a:lnTo>
                  <a:pt x="312722" y="71353"/>
                </a:lnTo>
                <a:lnTo>
                  <a:pt x="312426" y="71185"/>
                </a:lnTo>
                <a:lnTo>
                  <a:pt x="312123" y="71028"/>
                </a:lnTo>
                <a:lnTo>
                  <a:pt x="311813" y="70880"/>
                </a:lnTo>
                <a:lnTo>
                  <a:pt x="311496" y="70743"/>
                </a:lnTo>
                <a:lnTo>
                  <a:pt x="311172" y="70616"/>
                </a:lnTo>
                <a:lnTo>
                  <a:pt x="310841" y="70499"/>
                </a:lnTo>
                <a:lnTo>
                  <a:pt x="310503" y="70393"/>
                </a:lnTo>
                <a:lnTo>
                  <a:pt x="310158" y="70296"/>
                </a:lnTo>
                <a:lnTo>
                  <a:pt x="309806" y="70210"/>
                </a:lnTo>
                <a:lnTo>
                  <a:pt x="309447" y="70134"/>
                </a:lnTo>
                <a:lnTo>
                  <a:pt x="309081" y="70068"/>
                </a:lnTo>
                <a:lnTo>
                  <a:pt x="308708" y="70012"/>
                </a:lnTo>
                <a:lnTo>
                  <a:pt x="308329" y="69966"/>
                </a:lnTo>
                <a:lnTo>
                  <a:pt x="307942" y="69930"/>
                </a:lnTo>
                <a:lnTo>
                  <a:pt x="307548" y="69905"/>
                </a:lnTo>
                <a:lnTo>
                  <a:pt x="307147" y="69890"/>
                </a:lnTo>
                <a:lnTo>
                  <a:pt x="306740" y="69885"/>
                </a:lnTo>
                <a:lnTo>
                  <a:pt x="306332" y="69890"/>
                </a:lnTo>
                <a:lnTo>
                  <a:pt x="305931" y="69905"/>
                </a:lnTo>
                <a:lnTo>
                  <a:pt x="305537" y="69930"/>
                </a:lnTo>
                <a:lnTo>
                  <a:pt x="305151" y="69966"/>
                </a:lnTo>
                <a:lnTo>
                  <a:pt x="304771" y="70012"/>
                </a:lnTo>
                <a:lnTo>
                  <a:pt x="304398" y="70068"/>
                </a:lnTo>
                <a:lnTo>
                  <a:pt x="304032" y="70134"/>
                </a:lnTo>
                <a:lnTo>
                  <a:pt x="303673" y="70210"/>
                </a:lnTo>
                <a:lnTo>
                  <a:pt x="303321" y="70296"/>
                </a:lnTo>
                <a:lnTo>
                  <a:pt x="302976" y="70393"/>
                </a:lnTo>
                <a:lnTo>
                  <a:pt x="302638" y="70499"/>
                </a:lnTo>
                <a:lnTo>
                  <a:pt x="302307" y="70616"/>
                </a:lnTo>
                <a:lnTo>
                  <a:pt x="301983" y="70743"/>
                </a:lnTo>
                <a:lnTo>
                  <a:pt x="301666" y="70880"/>
                </a:lnTo>
                <a:lnTo>
                  <a:pt x="301355" y="71028"/>
                </a:lnTo>
                <a:lnTo>
                  <a:pt x="301052" y="71185"/>
                </a:lnTo>
                <a:lnTo>
                  <a:pt x="300756" y="71353"/>
                </a:lnTo>
                <a:lnTo>
                  <a:pt x="300467" y="71530"/>
                </a:lnTo>
                <a:lnTo>
                  <a:pt x="300184" y="71718"/>
                </a:lnTo>
                <a:lnTo>
                  <a:pt x="299909" y="71917"/>
                </a:lnTo>
                <a:lnTo>
                  <a:pt x="299641" y="72125"/>
                </a:lnTo>
                <a:lnTo>
                  <a:pt x="299379" y="72343"/>
                </a:lnTo>
                <a:lnTo>
                  <a:pt x="299125" y="72572"/>
                </a:lnTo>
                <a:lnTo>
                  <a:pt x="298878" y="72811"/>
                </a:lnTo>
                <a:lnTo>
                  <a:pt x="298639" y="73058"/>
                </a:lnTo>
                <a:lnTo>
                  <a:pt x="298410" y="73312"/>
                </a:lnTo>
                <a:lnTo>
                  <a:pt x="298192" y="73573"/>
                </a:lnTo>
                <a:lnTo>
                  <a:pt x="297983" y="73842"/>
                </a:lnTo>
                <a:lnTo>
                  <a:pt x="297785" y="74117"/>
                </a:lnTo>
                <a:lnTo>
                  <a:pt x="297597" y="74399"/>
                </a:lnTo>
                <a:lnTo>
                  <a:pt x="297420" y="74688"/>
                </a:lnTo>
                <a:lnTo>
                  <a:pt x="297252" y="74985"/>
                </a:lnTo>
                <a:lnTo>
                  <a:pt x="297095" y="75288"/>
                </a:lnTo>
                <a:lnTo>
                  <a:pt x="296947" y="75598"/>
                </a:lnTo>
                <a:lnTo>
                  <a:pt x="296810" y="75915"/>
                </a:lnTo>
                <a:lnTo>
                  <a:pt x="296683" y="76239"/>
                </a:lnTo>
                <a:lnTo>
                  <a:pt x="296566" y="76570"/>
                </a:lnTo>
                <a:lnTo>
                  <a:pt x="296460" y="76908"/>
                </a:lnTo>
                <a:lnTo>
                  <a:pt x="296363" y="77253"/>
                </a:lnTo>
                <a:lnTo>
                  <a:pt x="296277" y="77605"/>
                </a:lnTo>
                <a:lnTo>
                  <a:pt x="296200" y="77964"/>
                </a:lnTo>
                <a:lnTo>
                  <a:pt x="296134" y="78330"/>
                </a:lnTo>
                <a:lnTo>
                  <a:pt x="296079" y="78703"/>
                </a:lnTo>
                <a:lnTo>
                  <a:pt x="296033" y="79083"/>
                </a:lnTo>
                <a:lnTo>
                  <a:pt x="295997" y="79470"/>
                </a:lnTo>
                <a:lnTo>
                  <a:pt x="295972" y="79864"/>
                </a:lnTo>
                <a:lnTo>
                  <a:pt x="295957" y="80265"/>
                </a:lnTo>
                <a:lnTo>
                  <a:pt x="295952" y="80673"/>
                </a:lnTo>
                <a:lnTo>
                  <a:pt x="295957" y="81080"/>
                </a:lnTo>
                <a:lnTo>
                  <a:pt x="295972" y="81481"/>
                </a:lnTo>
                <a:lnTo>
                  <a:pt x="295997" y="81874"/>
                </a:lnTo>
                <a:lnTo>
                  <a:pt x="296033" y="82260"/>
                </a:lnTo>
                <a:lnTo>
                  <a:pt x="296079" y="82639"/>
                </a:lnTo>
                <a:lnTo>
                  <a:pt x="296134" y="83011"/>
                </a:lnTo>
                <a:lnTo>
                  <a:pt x="296200" y="83375"/>
                </a:lnTo>
                <a:lnTo>
                  <a:pt x="296277" y="83733"/>
                </a:lnTo>
                <a:lnTo>
                  <a:pt x="296363" y="84083"/>
                </a:lnTo>
                <a:lnTo>
                  <a:pt x="296460" y="84426"/>
                </a:lnTo>
                <a:lnTo>
                  <a:pt x="296566" y="84762"/>
                </a:lnTo>
                <a:lnTo>
                  <a:pt x="296683" y="85090"/>
                </a:lnTo>
                <a:lnTo>
                  <a:pt x="296810" y="85412"/>
                </a:lnTo>
                <a:lnTo>
                  <a:pt x="296947" y="85726"/>
                </a:lnTo>
                <a:lnTo>
                  <a:pt x="297095" y="86033"/>
                </a:lnTo>
                <a:lnTo>
                  <a:pt x="297252" y="86333"/>
                </a:lnTo>
                <a:lnTo>
                  <a:pt x="297420" y="86626"/>
                </a:lnTo>
                <a:lnTo>
                  <a:pt x="297597" y="86912"/>
                </a:lnTo>
                <a:lnTo>
                  <a:pt x="297785" y="87190"/>
                </a:lnTo>
                <a:lnTo>
                  <a:pt x="297983" y="87462"/>
                </a:lnTo>
                <a:lnTo>
                  <a:pt x="298192" y="87726"/>
                </a:lnTo>
                <a:lnTo>
                  <a:pt x="298410" y="87983"/>
                </a:lnTo>
                <a:lnTo>
                  <a:pt x="298639" y="88233"/>
                </a:lnTo>
                <a:lnTo>
                  <a:pt x="298878" y="88475"/>
                </a:lnTo>
                <a:lnTo>
                  <a:pt x="299125" y="88709"/>
                </a:lnTo>
                <a:lnTo>
                  <a:pt x="299379" y="88933"/>
                </a:lnTo>
                <a:lnTo>
                  <a:pt x="299641" y="89147"/>
                </a:lnTo>
                <a:lnTo>
                  <a:pt x="299909" y="89352"/>
                </a:lnTo>
                <a:lnTo>
                  <a:pt x="300184" y="89546"/>
                </a:lnTo>
                <a:lnTo>
                  <a:pt x="300467" y="89730"/>
                </a:lnTo>
                <a:lnTo>
                  <a:pt x="300756" y="89904"/>
                </a:lnTo>
                <a:lnTo>
                  <a:pt x="301052" y="90069"/>
                </a:lnTo>
                <a:lnTo>
                  <a:pt x="301355" y="90223"/>
                </a:lnTo>
                <a:lnTo>
                  <a:pt x="301666" y="90367"/>
                </a:lnTo>
                <a:lnTo>
                  <a:pt x="301983" y="90502"/>
                </a:lnTo>
                <a:lnTo>
                  <a:pt x="302307" y="90626"/>
                </a:lnTo>
                <a:lnTo>
                  <a:pt x="302638" y="90741"/>
                </a:lnTo>
                <a:lnTo>
                  <a:pt x="302976" y="90845"/>
                </a:lnTo>
                <a:lnTo>
                  <a:pt x="303321" y="90940"/>
                </a:lnTo>
                <a:lnTo>
                  <a:pt x="303673" y="91025"/>
                </a:lnTo>
                <a:lnTo>
                  <a:pt x="304032" y="91099"/>
                </a:lnTo>
                <a:lnTo>
                  <a:pt x="304398" y="91164"/>
                </a:lnTo>
                <a:lnTo>
                  <a:pt x="304771" y="91219"/>
                </a:lnTo>
                <a:lnTo>
                  <a:pt x="305151" y="91264"/>
                </a:lnTo>
                <a:lnTo>
                  <a:pt x="305537" y="91298"/>
                </a:lnTo>
                <a:lnTo>
                  <a:pt x="305931" y="91323"/>
                </a:lnTo>
                <a:lnTo>
                  <a:pt x="306332" y="91338"/>
                </a:lnTo>
                <a:lnTo>
                  <a:pt x="306740" y="91343"/>
                </a:lnTo>
                <a:lnTo>
                  <a:pt x="307147" y="91338"/>
                </a:lnTo>
                <a:lnTo>
                  <a:pt x="307548" y="91323"/>
                </a:lnTo>
                <a:lnTo>
                  <a:pt x="307942" y="91298"/>
                </a:lnTo>
                <a:lnTo>
                  <a:pt x="308329" y="912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.">
            <a:extLst xmlns:a="http://schemas.openxmlformats.org/drawingml/2006/main">
              <a:ext uri="{FF2B5EF4-FFF2-40B4-BE49-F238E27FC236}">
                <a16:creationId xmlns:a16="http://schemas.microsoft.com/office/drawing/2014/main" id="{0D17E819-2309-446D-9733-43277727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726" y="2858350"/>
            <a:ext cx="138967" cy="21459"/>
          </a:xfrm>
          <a:custGeom xmlns:a="http://schemas.openxmlformats.org/drawingml/2006/main">
            <a:pathLst>
              <a:path w="138967" h="21459">
                <a:moveTo>
                  <a:pt x="10788" y="21459"/>
                </a:moveTo>
                <a:cubicBezTo>
                  <a:pt x="7498" y="21459"/>
                  <a:pt x="4878" y="20503"/>
                  <a:pt x="2928" y="18590"/>
                </a:cubicBezTo>
                <a:cubicBezTo>
                  <a:pt x="976" y="16678"/>
                  <a:pt x="0" y="14078"/>
                  <a:pt x="0" y="10788"/>
                </a:cubicBezTo>
                <a:cubicBezTo>
                  <a:pt x="0" y="7497"/>
                  <a:pt x="976" y="4877"/>
                  <a:pt x="2928" y="2926"/>
                </a:cubicBezTo>
                <a:cubicBezTo>
                  <a:pt x="4878" y="975"/>
                  <a:pt x="7498" y="0"/>
                  <a:pt x="10788" y="0"/>
                </a:cubicBezTo>
                <a:cubicBezTo>
                  <a:pt x="14078" y="0"/>
                  <a:pt x="16698" y="975"/>
                  <a:pt x="18648" y="2926"/>
                </a:cubicBezTo>
                <a:cubicBezTo>
                  <a:pt x="20599" y="4877"/>
                  <a:pt x="21574" y="7497"/>
                  <a:pt x="21574" y="10788"/>
                </a:cubicBezTo>
                <a:cubicBezTo>
                  <a:pt x="21574" y="14078"/>
                  <a:pt x="20599" y="16678"/>
                  <a:pt x="18648" y="18590"/>
                </a:cubicBezTo>
                <a:cubicBezTo>
                  <a:pt x="16698" y="20503"/>
                  <a:pt x="14078" y="21459"/>
                  <a:pt x="10788" y="21459"/>
                </a:cubicBezTo>
                <a:moveTo>
                  <a:pt x="69426" y="21459"/>
                </a:moveTo>
                <a:cubicBezTo>
                  <a:pt x="66136" y="21459"/>
                  <a:pt x="63516" y="20503"/>
                  <a:pt x="61566" y="18590"/>
                </a:cubicBezTo>
                <a:cubicBezTo>
                  <a:pt x="59614" y="16678"/>
                  <a:pt x="58638" y="14078"/>
                  <a:pt x="58638" y="10788"/>
                </a:cubicBezTo>
                <a:cubicBezTo>
                  <a:pt x="58638" y="7497"/>
                  <a:pt x="59614" y="4877"/>
                  <a:pt x="61566" y="2926"/>
                </a:cubicBezTo>
                <a:cubicBezTo>
                  <a:pt x="63516" y="975"/>
                  <a:pt x="66136" y="0"/>
                  <a:pt x="69426" y="0"/>
                </a:cubicBezTo>
                <a:cubicBezTo>
                  <a:pt x="72715" y="0"/>
                  <a:pt x="75336" y="975"/>
                  <a:pt x="77286" y="2926"/>
                </a:cubicBezTo>
                <a:cubicBezTo>
                  <a:pt x="79237" y="4877"/>
                  <a:pt x="80212" y="7497"/>
                  <a:pt x="80212" y="10788"/>
                </a:cubicBezTo>
                <a:cubicBezTo>
                  <a:pt x="80212" y="14078"/>
                  <a:pt x="79237" y="16678"/>
                  <a:pt x="77286" y="18590"/>
                </a:cubicBezTo>
                <a:cubicBezTo>
                  <a:pt x="75336" y="20503"/>
                  <a:pt x="72715" y="21459"/>
                  <a:pt x="69426" y="21459"/>
                </a:cubicBezTo>
                <a:moveTo>
                  <a:pt x="128181" y="21459"/>
                </a:moveTo>
                <a:cubicBezTo>
                  <a:pt x="124892" y="21459"/>
                  <a:pt x="122271" y="20503"/>
                  <a:pt x="120319" y="18590"/>
                </a:cubicBezTo>
                <a:cubicBezTo>
                  <a:pt x="118368" y="16678"/>
                  <a:pt x="117393" y="14078"/>
                  <a:pt x="117393" y="10788"/>
                </a:cubicBezTo>
                <a:cubicBezTo>
                  <a:pt x="117393" y="7497"/>
                  <a:pt x="118368" y="4877"/>
                  <a:pt x="120319" y="2926"/>
                </a:cubicBezTo>
                <a:cubicBezTo>
                  <a:pt x="122271" y="975"/>
                  <a:pt x="124892" y="0"/>
                  <a:pt x="128181" y="0"/>
                </a:cubicBezTo>
                <a:cubicBezTo>
                  <a:pt x="131471" y="0"/>
                  <a:pt x="134091" y="975"/>
                  <a:pt x="136041" y="2926"/>
                </a:cubicBezTo>
                <a:cubicBezTo>
                  <a:pt x="137992" y="4877"/>
                  <a:pt x="138967" y="7497"/>
                  <a:pt x="138967" y="10788"/>
                </a:cubicBezTo>
                <a:cubicBezTo>
                  <a:pt x="138967" y="14078"/>
                  <a:pt x="137992" y="16678"/>
                  <a:pt x="136041" y="18590"/>
                </a:cubicBezTo>
                <a:cubicBezTo>
                  <a:pt x="134091" y="20503"/>
                  <a:pt x="131471" y="21459"/>
                  <a:pt x="128181" y="214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1e95d25f44a2b"/>
          <a:stretch xmlns:a="http://schemas.openxmlformats.org/drawingml/2006/main"/>
        </p:blipFill>
        <p:spPr>
          <a:xfrm xmlns:a="http://schemas.openxmlformats.org/drawingml/2006/main">
            <a:off x="3634900" y="1930881"/>
            <a:ext cx="639937" cy="639937"/>
          </a:xfrm>
          <a:prstGeom xmlns:a="http://schemas.openxmlformats.org/drawingml/2006/main" prst="rect">
            <a:avLst/>
          </a:prstGeom>
        </p:spPr>
      </p:pic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F12D0D-EA37-4D40-8F78-6CEDCA18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8179" y="1999733"/>
            <a:ext cx="433379" cy="433379"/>
          </a:xfrm>
          <a:custGeom xmlns:a="http://schemas.openxmlformats.org/drawingml/2006/main">
            <a:pathLst>
              <a:path w="433379" h="433379">
                <a:moveTo>
                  <a:pt x="0" y="0"/>
                </a:moveTo>
                <a:lnTo>
                  <a:pt x="433379" y="0"/>
                </a:lnTo>
                <a:lnTo>
                  <a:pt x="433379" y="433379"/>
                </a:lnTo>
                <a:lnTo>
                  <a:pt x="0" y="43337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e53d825b84fe1"/>
          <a:stretch xmlns:a="http://schemas.openxmlformats.org/drawingml/2006/main"/>
        </p:blipFill>
        <p:spPr>
          <a:xfrm xmlns:a="http://schemas.openxmlformats.org/drawingml/2006/main">
            <a:off x="3738179" y="1999734"/>
            <a:ext cx="433379" cy="433379"/>
          </a:xfrm>
          <a:prstGeom xmlns:a="http://schemas.openxmlformats.org/drawingml/2006/main" prst="rect">
            <a:avLst/>
          </a:prstGeom>
        </p:spPr>
      </p:pic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821C68-AC38-4C24-8E72-82916CF3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377" y="1871651"/>
            <a:ext cx="713465" cy="10"/>
          </a:xfrm>
          <a:custGeom xmlns:a="http://schemas.openxmlformats.org/drawingml/2006/main">
            <a:pathLst>
              <a:path w="713465" h="1">
                <a:moveTo>
                  <a:pt x="0" y="0"/>
                </a:moveTo>
                <a:lnTo>
                  <a:pt x="713465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EDAFC0-6151-49A6-B7C3-2E3C65F5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377" y="1871651"/>
            <a:ext cx="506907" cy="10"/>
          </a:xfrm>
          <a:custGeom xmlns:a="http://schemas.openxmlformats.org/drawingml/2006/main">
            <a:pathLst>
              <a:path w="506907" h="1" fill="none">
                <a:moveTo>
                  <a:pt x="0" y="0"/>
                </a:moveTo>
                <a:lnTo>
                  <a:pt x="5069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426" cap="flat">
            <a:solidFill>
              <a:srgbClr val="000000"/>
            </a:solidFill>
            <a:round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3F6DAD-5603-4667-9AC8-861ED490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6284" y="1814788"/>
            <a:ext cx="156230" cy="113726"/>
          </a:xfrm>
          <a:custGeom xmlns:a="http://schemas.openxmlformats.org/drawingml/2006/main">
            <a:pathLst>
              <a:path w="156230" h="113726">
                <a:moveTo>
                  <a:pt x="0" y="113726"/>
                </a:moveTo>
                <a:lnTo>
                  <a:pt x="0" y="0"/>
                </a:lnTo>
                <a:lnTo>
                  <a:pt x="156230" y="56863"/>
                </a:lnTo>
                <a:lnTo>
                  <a:pt x="0" y="1137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159DBA-F316-4AC9-8694-162B7A76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6284" y="1814788"/>
            <a:ext cx="156230" cy="113726"/>
          </a:xfrm>
          <a:custGeom xmlns:a="http://schemas.openxmlformats.org/drawingml/2006/main">
            <a:pathLst>
              <a:path w="156230" h="113726" fill="none">
                <a:moveTo>
                  <a:pt x="0" y="113726"/>
                </a:moveTo>
                <a:lnTo>
                  <a:pt x="156230" y="56863"/>
                </a:lnTo>
                <a:lnTo>
                  <a:pt x="0" y="0"/>
                </a:lnTo>
                <a:lnTo>
                  <a:pt x="0" y="11372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426" cap="flat">
            <a:solidFill>
              <a:srgbClr val="000000"/>
            </a:solidFill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79CE35-5021-4F4A-87FB-CF1207FE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73" y="1231693"/>
            <a:ext cx="1294104" cy="527509"/>
          </a:xfrm>
          <a:custGeom xmlns:a="http://schemas.openxmlformats.org/drawingml/2006/main">
            <a:pathLst>
              <a:path w="1294104" h="527509">
                <a:moveTo>
                  <a:pt x="0" y="0"/>
                </a:moveTo>
                <a:lnTo>
                  <a:pt x="1294104" y="0"/>
                </a:lnTo>
                <a:lnTo>
                  <a:pt x="1294104" y="527509"/>
                </a:lnTo>
                <a:lnTo>
                  <a:pt x="0" y="52750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Localizeto">
            <a:extLst xmlns:a="http://schemas.openxmlformats.org/drawingml/2006/main">
              <a:ext uri="{FF2B5EF4-FFF2-40B4-BE49-F238E27FC236}">
                <a16:creationId xmlns:a16="http://schemas.microsoft.com/office/drawing/2014/main" id="{ABECB7A0-E89E-460E-86BB-47D493BB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8962" y="1418581"/>
            <a:ext cx="815009" cy="123706"/>
          </a:xfrm>
          <a:custGeom xmlns:a="http://schemas.openxmlformats.org/drawingml/2006/main">
            <a:pathLst>
              <a:path w="815009" h="123706">
                <a:moveTo>
                  <a:pt x="14620" y="110370"/>
                </a:moveTo>
                <a:lnTo>
                  <a:pt x="53821" y="110370"/>
                </a:lnTo>
                <a:lnTo>
                  <a:pt x="53821" y="122260"/>
                </a:lnTo>
                <a:lnTo>
                  <a:pt x="0" y="122260"/>
                </a:lnTo>
                <a:lnTo>
                  <a:pt x="0" y="10281"/>
                </a:lnTo>
                <a:lnTo>
                  <a:pt x="14620" y="10281"/>
                </a:lnTo>
                <a:lnTo>
                  <a:pt x="14620" y="110370"/>
                </a:lnTo>
                <a:close/>
                <a:moveTo>
                  <a:pt x="107800" y="123706"/>
                </a:moveTo>
                <a:cubicBezTo>
                  <a:pt x="99554" y="123706"/>
                  <a:pt x="92083" y="121831"/>
                  <a:pt x="85389" y="118082"/>
                </a:cubicBezTo>
                <a:cubicBezTo>
                  <a:pt x="78695" y="114333"/>
                  <a:pt x="73447" y="109005"/>
                  <a:pt x="69644" y="102097"/>
                </a:cubicBezTo>
                <a:cubicBezTo>
                  <a:pt x="65842" y="95189"/>
                  <a:pt x="63942" y="87183"/>
                  <a:pt x="63942" y="78080"/>
                </a:cubicBezTo>
                <a:cubicBezTo>
                  <a:pt x="63942" y="69083"/>
                  <a:pt x="65896" y="61131"/>
                  <a:pt x="69806" y="54223"/>
                </a:cubicBezTo>
                <a:cubicBezTo>
                  <a:pt x="73715" y="47313"/>
                  <a:pt x="79043" y="42011"/>
                  <a:pt x="85791" y="38316"/>
                </a:cubicBezTo>
                <a:cubicBezTo>
                  <a:pt x="92539" y="34621"/>
                  <a:pt x="100090" y="32773"/>
                  <a:pt x="108445" y="32773"/>
                </a:cubicBezTo>
                <a:cubicBezTo>
                  <a:pt x="116798" y="32773"/>
                  <a:pt x="124348" y="34621"/>
                  <a:pt x="131096" y="38316"/>
                </a:cubicBezTo>
                <a:cubicBezTo>
                  <a:pt x="137844" y="42011"/>
                  <a:pt x="143172" y="47286"/>
                  <a:pt x="147082" y="54142"/>
                </a:cubicBezTo>
                <a:cubicBezTo>
                  <a:pt x="150991" y="60996"/>
                  <a:pt x="152945" y="68976"/>
                  <a:pt x="152945" y="78080"/>
                </a:cubicBezTo>
                <a:cubicBezTo>
                  <a:pt x="152945" y="87183"/>
                  <a:pt x="150937" y="95189"/>
                  <a:pt x="146920" y="102097"/>
                </a:cubicBezTo>
                <a:cubicBezTo>
                  <a:pt x="142904" y="109005"/>
                  <a:pt x="137469" y="114333"/>
                  <a:pt x="130613" y="118082"/>
                </a:cubicBezTo>
                <a:cubicBezTo>
                  <a:pt x="123759" y="121831"/>
                  <a:pt x="116155" y="123706"/>
                  <a:pt x="107800" y="123706"/>
                </a:cubicBezTo>
                <a:moveTo>
                  <a:pt x="107800" y="110853"/>
                </a:moveTo>
                <a:cubicBezTo>
                  <a:pt x="113049" y="110853"/>
                  <a:pt x="117977" y="109622"/>
                  <a:pt x="122582" y="107159"/>
                </a:cubicBezTo>
                <a:cubicBezTo>
                  <a:pt x="127188" y="104694"/>
                  <a:pt x="130909" y="100999"/>
                  <a:pt x="133746" y="96073"/>
                </a:cubicBezTo>
                <a:cubicBezTo>
                  <a:pt x="136585" y="91146"/>
                  <a:pt x="138004" y="85148"/>
                  <a:pt x="138004" y="78080"/>
                </a:cubicBezTo>
                <a:cubicBezTo>
                  <a:pt x="138004" y="71010"/>
                  <a:pt x="136612" y="65012"/>
                  <a:pt x="133827" y="60087"/>
                </a:cubicBezTo>
                <a:cubicBezTo>
                  <a:pt x="131042" y="55159"/>
                  <a:pt x="127400" y="51491"/>
                  <a:pt x="122901" y="49082"/>
                </a:cubicBezTo>
                <a:cubicBezTo>
                  <a:pt x="118403" y="46672"/>
                  <a:pt x="113531" y="45466"/>
                  <a:pt x="108283" y="45466"/>
                </a:cubicBezTo>
                <a:cubicBezTo>
                  <a:pt x="102927" y="45466"/>
                  <a:pt x="98027" y="46672"/>
                  <a:pt x="93582" y="49082"/>
                </a:cubicBezTo>
                <a:cubicBezTo>
                  <a:pt x="89138" y="51491"/>
                  <a:pt x="85577" y="55159"/>
                  <a:pt x="82899" y="60087"/>
                </a:cubicBezTo>
                <a:cubicBezTo>
                  <a:pt x="80222" y="65012"/>
                  <a:pt x="78883" y="71010"/>
                  <a:pt x="78883" y="78080"/>
                </a:cubicBezTo>
                <a:cubicBezTo>
                  <a:pt x="78883" y="85256"/>
                  <a:pt x="80195" y="91308"/>
                  <a:pt x="82818" y="96235"/>
                </a:cubicBezTo>
                <a:cubicBezTo>
                  <a:pt x="85442" y="101161"/>
                  <a:pt x="88950" y="104829"/>
                  <a:pt x="93342" y="107240"/>
                </a:cubicBezTo>
                <a:cubicBezTo>
                  <a:pt x="97733" y="109649"/>
                  <a:pt x="102552" y="110853"/>
                  <a:pt x="107800" y="110853"/>
                </a:cubicBezTo>
                <a:close/>
                <a:moveTo>
                  <a:pt x="166762" y="78080"/>
                </a:moveTo>
                <a:cubicBezTo>
                  <a:pt x="166762" y="68976"/>
                  <a:pt x="168582" y="61023"/>
                  <a:pt x="172224" y="54223"/>
                </a:cubicBezTo>
                <a:cubicBezTo>
                  <a:pt x="175865" y="47421"/>
                  <a:pt x="180925" y="42146"/>
                  <a:pt x="187405" y="38397"/>
                </a:cubicBezTo>
                <a:cubicBezTo>
                  <a:pt x="193885" y="34648"/>
                  <a:pt x="201302" y="32773"/>
                  <a:pt x="209657" y="32773"/>
                </a:cubicBezTo>
                <a:cubicBezTo>
                  <a:pt x="220474" y="32773"/>
                  <a:pt x="229391" y="35398"/>
                  <a:pt x="236407" y="40647"/>
                </a:cubicBezTo>
                <a:cubicBezTo>
                  <a:pt x="243422" y="45895"/>
                  <a:pt x="248055" y="53178"/>
                  <a:pt x="250304" y="62496"/>
                </a:cubicBezTo>
                <a:lnTo>
                  <a:pt x="234558" y="62496"/>
                </a:lnTo>
                <a:cubicBezTo>
                  <a:pt x="233060" y="57141"/>
                  <a:pt x="230141" y="52911"/>
                  <a:pt x="225802" y="49805"/>
                </a:cubicBezTo>
                <a:cubicBezTo>
                  <a:pt x="221464" y="46699"/>
                  <a:pt x="216083" y="45145"/>
                  <a:pt x="209657" y="45145"/>
                </a:cubicBezTo>
                <a:cubicBezTo>
                  <a:pt x="201302" y="45145"/>
                  <a:pt x="194554" y="48010"/>
                  <a:pt x="189413" y="53740"/>
                </a:cubicBezTo>
                <a:cubicBezTo>
                  <a:pt x="184273" y="59470"/>
                  <a:pt x="181703" y="67583"/>
                  <a:pt x="181703" y="78080"/>
                </a:cubicBezTo>
                <a:cubicBezTo>
                  <a:pt x="181703" y="88683"/>
                  <a:pt x="184273" y="96877"/>
                  <a:pt x="189413" y="102660"/>
                </a:cubicBezTo>
                <a:cubicBezTo>
                  <a:pt x="194554" y="108444"/>
                  <a:pt x="201302" y="111336"/>
                  <a:pt x="209657" y="111336"/>
                </a:cubicBezTo>
                <a:cubicBezTo>
                  <a:pt x="216083" y="111336"/>
                  <a:pt x="221437" y="109837"/>
                  <a:pt x="225721" y="106838"/>
                </a:cubicBezTo>
                <a:cubicBezTo>
                  <a:pt x="230006" y="103839"/>
                  <a:pt x="232952" y="99555"/>
                  <a:pt x="234558" y="93985"/>
                </a:cubicBezTo>
                <a:lnTo>
                  <a:pt x="250304" y="93985"/>
                </a:lnTo>
                <a:cubicBezTo>
                  <a:pt x="247947" y="102982"/>
                  <a:pt x="243234" y="110185"/>
                  <a:pt x="236164" y="115594"/>
                </a:cubicBezTo>
                <a:cubicBezTo>
                  <a:pt x="229096" y="121002"/>
                  <a:pt x="220260" y="123706"/>
                  <a:pt x="209657" y="123706"/>
                </a:cubicBezTo>
                <a:cubicBezTo>
                  <a:pt x="201302" y="123706"/>
                  <a:pt x="193885" y="121831"/>
                  <a:pt x="187405" y="118082"/>
                </a:cubicBezTo>
                <a:cubicBezTo>
                  <a:pt x="180925" y="114333"/>
                  <a:pt x="175865" y="109032"/>
                  <a:pt x="172224" y="102178"/>
                </a:cubicBezTo>
                <a:cubicBezTo>
                  <a:pt x="168582" y="95323"/>
                  <a:pt x="166762" y="87291"/>
                  <a:pt x="166762" y="78080"/>
                </a:cubicBezTo>
                <a:close/>
                <a:moveTo>
                  <a:pt x="264280" y="77918"/>
                </a:moveTo>
                <a:cubicBezTo>
                  <a:pt x="264280" y="68922"/>
                  <a:pt x="266100" y="61023"/>
                  <a:pt x="269741" y="54223"/>
                </a:cubicBezTo>
                <a:cubicBezTo>
                  <a:pt x="273383" y="47421"/>
                  <a:pt x="278389" y="42146"/>
                  <a:pt x="284761" y="38397"/>
                </a:cubicBezTo>
                <a:cubicBezTo>
                  <a:pt x="291135" y="34648"/>
                  <a:pt x="298231" y="32773"/>
                  <a:pt x="306049" y="32773"/>
                </a:cubicBezTo>
                <a:cubicBezTo>
                  <a:pt x="313762" y="32773"/>
                  <a:pt x="320456" y="34433"/>
                  <a:pt x="326131" y="37754"/>
                </a:cubicBezTo>
                <a:cubicBezTo>
                  <a:pt x="331809" y="41075"/>
                  <a:pt x="336040" y="45252"/>
                  <a:pt x="338825" y="50286"/>
                </a:cubicBezTo>
                <a:lnTo>
                  <a:pt x="338825" y="34219"/>
                </a:lnTo>
                <a:lnTo>
                  <a:pt x="353604" y="34219"/>
                </a:lnTo>
                <a:lnTo>
                  <a:pt x="353604" y="122260"/>
                </a:lnTo>
                <a:lnTo>
                  <a:pt x="338825" y="122260"/>
                </a:lnTo>
                <a:lnTo>
                  <a:pt x="338825" y="105872"/>
                </a:lnTo>
                <a:cubicBezTo>
                  <a:pt x="335932" y="111013"/>
                  <a:pt x="331621" y="115271"/>
                  <a:pt x="325891" y="118646"/>
                </a:cubicBezTo>
                <a:cubicBezTo>
                  <a:pt x="320161" y="122019"/>
                  <a:pt x="313494" y="123706"/>
                  <a:pt x="305890" y="123706"/>
                </a:cubicBezTo>
                <a:cubicBezTo>
                  <a:pt x="298072" y="123706"/>
                  <a:pt x="291003" y="121778"/>
                  <a:pt x="284683" y="117923"/>
                </a:cubicBezTo>
                <a:cubicBezTo>
                  <a:pt x="278363" y="114066"/>
                  <a:pt x="273383" y="108657"/>
                  <a:pt x="269741" y="101697"/>
                </a:cubicBezTo>
                <a:cubicBezTo>
                  <a:pt x="266100" y="94735"/>
                  <a:pt x="264280" y="86809"/>
                  <a:pt x="264280" y="77918"/>
                </a:cubicBezTo>
                <a:moveTo>
                  <a:pt x="338825" y="78080"/>
                </a:moveTo>
                <a:cubicBezTo>
                  <a:pt x="338825" y="71438"/>
                  <a:pt x="337486" y="65655"/>
                  <a:pt x="334807" y="60729"/>
                </a:cubicBezTo>
                <a:cubicBezTo>
                  <a:pt x="332130" y="55802"/>
                  <a:pt x="328515" y="52026"/>
                  <a:pt x="323962" y="49403"/>
                </a:cubicBezTo>
                <a:cubicBezTo>
                  <a:pt x="319410" y="46779"/>
                  <a:pt x="314404" y="45466"/>
                  <a:pt x="308942" y="45466"/>
                </a:cubicBezTo>
                <a:cubicBezTo>
                  <a:pt x="303480" y="45466"/>
                  <a:pt x="298500" y="46752"/>
                  <a:pt x="294001" y="49323"/>
                </a:cubicBezTo>
                <a:cubicBezTo>
                  <a:pt x="289503" y="51893"/>
                  <a:pt x="285915" y="55642"/>
                  <a:pt x="283236" y="60570"/>
                </a:cubicBezTo>
                <a:cubicBezTo>
                  <a:pt x="280560" y="65495"/>
                  <a:pt x="279221" y="71278"/>
                  <a:pt x="279221" y="77918"/>
                </a:cubicBezTo>
                <a:cubicBezTo>
                  <a:pt x="279221" y="84666"/>
                  <a:pt x="280560" y="90531"/>
                  <a:pt x="283236" y="95512"/>
                </a:cubicBezTo>
                <a:cubicBezTo>
                  <a:pt x="285915" y="100492"/>
                  <a:pt x="289503" y="104294"/>
                  <a:pt x="294001" y="106919"/>
                </a:cubicBezTo>
                <a:cubicBezTo>
                  <a:pt x="298500" y="109542"/>
                  <a:pt x="303480" y="110853"/>
                  <a:pt x="308942" y="110853"/>
                </a:cubicBezTo>
                <a:cubicBezTo>
                  <a:pt x="314404" y="110853"/>
                  <a:pt x="319410" y="109542"/>
                  <a:pt x="323962" y="106919"/>
                </a:cubicBezTo>
                <a:cubicBezTo>
                  <a:pt x="328515" y="104294"/>
                  <a:pt x="332130" y="100492"/>
                  <a:pt x="334807" y="95512"/>
                </a:cubicBezTo>
                <a:cubicBezTo>
                  <a:pt x="337486" y="90531"/>
                  <a:pt x="338825" y="84720"/>
                  <a:pt x="338825" y="78080"/>
                </a:cubicBezTo>
                <a:close/>
                <a:moveTo>
                  <a:pt x="392965" y="3373"/>
                </a:moveTo>
                <a:lnTo>
                  <a:pt x="392965" y="122260"/>
                </a:lnTo>
                <a:lnTo>
                  <a:pt x="378345" y="122260"/>
                </a:lnTo>
                <a:lnTo>
                  <a:pt x="378345" y="3373"/>
                </a:lnTo>
                <a:lnTo>
                  <a:pt x="392965" y="3373"/>
                </a:lnTo>
                <a:close/>
                <a:moveTo>
                  <a:pt x="425417" y="19923"/>
                </a:moveTo>
                <a:cubicBezTo>
                  <a:pt x="422634" y="19923"/>
                  <a:pt x="420278" y="18958"/>
                  <a:pt x="418349" y="17030"/>
                </a:cubicBezTo>
                <a:cubicBezTo>
                  <a:pt x="416421" y="15102"/>
                  <a:pt x="415457" y="12745"/>
                  <a:pt x="415457" y="9960"/>
                </a:cubicBezTo>
                <a:cubicBezTo>
                  <a:pt x="415457" y="7175"/>
                  <a:pt x="416421" y="4819"/>
                  <a:pt x="418349" y="2893"/>
                </a:cubicBezTo>
                <a:cubicBezTo>
                  <a:pt x="420278" y="964"/>
                  <a:pt x="422634" y="0"/>
                  <a:pt x="425417" y="0"/>
                </a:cubicBezTo>
                <a:cubicBezTo>
                  <a:pt x="428095" y="0"/>
                  <a:pt x="430372" y="964"/>
                  <a:pt x="432247" y="2893"/>
                </a:cubicBezTo>
                <a:cubicBezTo>
                  <a:pt x="434121" y="4819"/>
                  <a:pt x="435058" y="7175"/>
                  <a:pt x="435058" y="9960"/>
                </a:cubicBezTo>
                <a:cubicBezTo>
                  <a:pt x="435058" y="12745"/>
                  <a:pt x="434121" y="15102"/>
                  <a:pt x="432247" y="17030"/>
                </a:cubicBezTo>
                <a:cubicBezTo>
                  <a:pt x="430372" y="18958"/>
                  <a:pt x="428095" y="19923"/>
                  <a:pt x="425417" y="19923"/>
                </a:cubicBezTo>
                <a:moveTo>
                  <a:pt x="432487" y="34219"/>
                </a:moveTo>
                <a:lnTo>
                  <a:pt x="432487" y="122260"/>
                </a:lnTo>
                <a:lnTo>
                  <a:pt x="417867" y="122260"/>
                </a:lnTo>
                <a:lnTo>
                  <a:pt x="417867" y="34219"/>
                </a:lnTo>
                <a:lnTo>
                  <a:pt x="432487" y="34219"/>
                </a:lnTo>
                <a:close/>
                <a:moveTo>
                  <a:pt x="468314" y="110211"/>
                </a:moveTo>
                <a:lnTo>
                  <a:pt x="511530" y="110211"/>
                </a:lnTo>
                <a:lnTo>
                  <a:pt x="511530" y="122260"/>
                </a:lnTo>
                <a:lnTo>
                  <a:pt x="451605" y="122260"/>
                </a:lnTo>
                <a:lnTo>
                  <a:pt x="451605" y="110211"/>
                </a:lnTo>
                <a:lnTo>
                  <a:pt x="494341" y="46109"/>
                </a:lnTo>
                <a:lnTo>
                  <a:pt x="451926" y="46109"/>
                </a:lnTo>
                <a:lnTo>
                  <a:pt x="451926" y="34219"/>
                </a:lnTo>
                <a:lnTo>
                  <a:pt x="511209" y="34219"/>
                </a:lnTo>
                <a:lnTo>
                  <a:pt x="511209" y="46109"/>
                </a:lnTo>
                <a:lnTo>
                  <a:pt x="468314" y="110211"/>
                </a:lnTo>
                <a:close/>
                <a:moveTo>
                  <a:pt x="610814" y="74866"/>
                </a:moveTo>
                <a:cubicBezTo>
                  <a:pt x="610814" y="77651"/>
                  <a:pt x="610654" y="80596"/>
                  <a:pt x="610334" y="83701"/>
                </a:cubicBezTo>
                <a:lnTo>
                  <a:pt x="539966" y="83701"/>
                </a:lnTo>
                <a:cubicBezTo>
                  <a:pt x="540502" y="92378"/>
                  <a:pt x="543474" y="99152"/>
                  <a:pt x="548882" y="104026"/>
                </a:cubicBezTo>
                <a:cubicBezTo>
                  <a:pt x="554291" y="108899"/>
                  <a:pt x="560851" y="111336"/>
                  <a:pt x="568562" y="111336"/>
                </a:cubicBezTo>
                <a:cubicBezTo>
                  <a:pt x="574881" y="111336"/>
                  <a:pt x="580156" y="109864"/>
                  <a:pt x="584386" y="106919"/>
                </a:cubicBezTo>
                <a:cubicBezTo>
                  <a:pt x="588617" y="103972"/>
                  <a:pt x="591590" y="100035"/>
                  <a:pt x="593304" y="95108"/>
                </a:cubicBezTo>
                <a:lnTo>
                  <a:pt x="609047" y="95108"/>
                </a:lnTo>
                <a:cubicBezTo>
                  <a:pt x="606692" y="103570"/>
                  <a:pt x="601979" y="110452"/>
                  <a:pt x="594910" y="115753"/>
                </a:cubicBezTo>
                <a:cubicBezTo>
                  <a:pt x="587841" y="121055"/>
                  <a:pt x="579059" y="123706"/>
                  <a:pt x="568562" y="123706"/>
                </a:cubicBezTo>
                <a:cubicBezTo>
                  <a:pt x="560207" y="123706"/>
                  <a:pt x="552737" y="121831"/>
                  <a:pt x="546151" y="118082"/>
                </a:cubicBezTo>
                <a:cubicBezTo>
                  <a:pt x="539565" y="114333"/>
                  <a:pt x="534397" y="109005"/>
                  <a:pt x="530648" y="102097"/>
                </a:cubicBezTo>
                <a:cubicBezTo>
                  <a:pt x="526899" y="95189"/>
                  <a:pt x="525025" y="87183"/>
                  <a:pt x="525025" y="78080"/>
                </a:cubicBezTo>
                <a:cubicBezTo>
                  <a:pt x="525025" y="68976"/>
                  <a:pt x="526845" y="60996"/>
                  <a:pt x="530486" y="54142"/>
                </a:cubicBezTo>
                <a:cubicBezTo>
                  <a:pt x="534127" y="47286"/>
                  <a:pt x="539241" y="42011"/>
                  <a:pt x="545827" y="38316"/>
                </a:cubicBezTo>
                <a:cubicBezTo>
                  <a:pt x="552415" y="34621"/>
                  <a:pt x="559993" y="32773"/>
                  <a:pt x="568562" y="32773"/>
                </a:cubicBezTo>
                <a:cubicBezTo>
                  <a:pt x="576916" y="32773"/>
                  <a:pt x="584306" y="34594"/>
                  <a:pt x="590732" y="38237"/>
                </a:cubicBezTo>
                <a:cubicBezTo>
                  <a:pt x="597158" y="41878"/>
                  <a:pt x="602112" y="46886"/>
                  <a:pt x="605593" y="53259"/>
                </a:cubicBezTo>
                <a:cubicBezTo>
                  <a:pt x="609074" y="59632"/>
                  <a:pt x="610814" y="66834"/>
                  <a:pt x="610814" y="74866"/>
                </a:cubicBezTo>
                <a:moveTo>
                  <a:pt x="595714" y="71814"/>
                </a:moveTo>
                <a:cubicBezTo>
                  <a:pt x="595714" y="66245"/>
                  <a:pt x="594481" y="61452"/>
                  <a:pt x="592017" y="57437"/>
                </a:cubicBezTo>
                <a:cubicBezTo>
                  <a:pt x="589554" y="53420"/>
                  <a:pt x="586207" y="50367"/>
                  <a:pt x="581976" y="48278"/>
                </a:cubicBezTo>
                <a:cubicBezTo>
                  <a:pt x="577746" y="46190"/>
                  <a:pt x="573061" y="45145"/>
                  <a:pt x="567919" y="45145"/>
                </a:cubicBezTo>
                <a:cubicBezTo>
                  <a:pt x="560529" y="45145"/>
                  <a:pt x="554236" y="47502"/>
                  <a:pt x="549041" y="52215"/>
                </a:cubicBezTo>
                <a:cubicBezTo>
                  <a:pt x="543847" y="56927"/>
                  <a:pt x="540875" y="63460"/>
                  <a:pt x="540125" y="71814"/>
                </a:cubicBezTo>
                <a:lnTo>
                  <a:pt x="595714" y="71814"/>
                </a:lnTo>
                <a:close/>
                <a:moveTo>
                  <a:pt x="690822" y="46268"/>
                </a:moveTo>
                <a:lnTo>
                  <a:pt x="690822" y="98162"/>
                </a:lnTo>
                <a:cubicBezTo>
                  <a:pt x="690822" y="102446"/>
                  <a:pt x="691733" y="105471"/>
                  <a:pt x="693553" y="107240"/>
                </a:cubicBezTo>
                <a:cubicBezTo>
                  <a:pt x="695374" y="109006"/>
                  <a:pt x="698534" y="109890"/>
                  <a:pt x="703033" y="109890"/>
                </a:cubicBezTo>
                <a:lnTo>
                  <a:pt x="713795" y="109890"/>
                </a:lnTo>
                <a:lnTo>
                  <a:pt x="713795" y="122260"/>
                </a:lnTo>
                <a:lnTo>
                  <a:pt x="700621" y="122260"/>
                </a:lnTo>
                <a:cubicBezTo>
                  <a:pt x="692482" y="122260"/>
                  <a:pt x="686377" y="120385"/>
                  <a:pt x="682306" y="116636"/>
                </a:cubicBezTo>
                <a:cubicBezTo>
                  <a:pt x="678237" y="112887"/>
                  <a:pt x="676202" y="106729"/>
                  <a:pt x="676202" y="98162"/>
                </a:cubicBezTo>
                <a:lnTo>
                  <a:pt x="676202" y="46268"/>
                </a:lnTo>
                <a:lnTo>
                  <a:pt x="664796" y="46268"/>
                </a:lnTo>
                <a:lnTo>
                  <a:pt x="664796" y="34219"/>
                </a:lnTo>
                <a:lnTo>
                  <a:pt x="676202" y="34219"/>
                </a:lnTo>
                <a:lnTo>
                  <a:pt x="676202" y="12049"/>
                </a:lnTo>
                <a:lnTo>
                  <a:pt x="690822" y="12049"/>
                </a:lnTo>
                <a:lnTo>
                  <a:pt x="690822" y="34219"/>
                </a:lnTo>
                <a:lnTo>
                  <a:pt x="713795" y="34219"/>
                </a:lnTo>
                <a:lnTo>
                  <a:pt x="713795" y="46268"/>
                </a:lnTo>
                <a:lnTo>
                  <a:pt x="690822" y="46268"/>
                </a:lnTo>
                <a:close/>
                <a:moveTo>
                  <a:pt x="769864" y="123706"/>
                </a:moveTo>
                <a:cubicBezTo>
                  <a:pt x="761617" y="123706"/>
                  <a:pt x="754147" y="121831"/>
                  <a:pt x="747453" y="118082"/>
                </a:cubicBezTo>
                <a:cubicBezTo>
                  <a:pt x="740759" y="114333"/>
                  <a:pt x="735511" y="109005"/>
                  <a:pt x="731708" y="102097"/>
                </a:cubicBezTo>
                <a:cubicBezTo>
                  <a:pt x="727906" y="95189"/>
                  <a:pt x="726006" y="87183"/>
                  <a:pt x="726006" y="78080"/>
                </a:cubicBezTo>
                <a:cubicBezTo>
                  <a:pt x="726006" y="69083"/>
                  <a:pt x="727960" y="61131"/>
                  <a:pt x="731869" y="54223"/>
                </a:cubicBezTo>
                <a:cubicBezTo>
                  <a:pt x="735779" y="47313"/>
                  <a:pt x="741107" y="42011"/>
                  <a:pt x="747855" y="38316"/>
                </a:cubicBezTo>
                <a:cubicBezTo>
                  <a:pt x="754603" y="34621"/>
                  <a:pt x="762154" y="32773"/>
                  <a:pt x="770509" y="32773"/>
                </a:cubicBezTo>
                <a:cubicBezTo>
                  <a:pt x="778861" y="32773"/>
                  <a:pt x="786412" y="34621"/>
                  <a:pt x="793160" y="38316"/>
                </a:cubicBezTo>
                <a:cubicBezTo>
                  <a:pt x="799908" y="42011"/>
                  <a:pt x="805236" y="47286"/>
                  <a:pt x="809145" y="54142"/>
                </a:cubicBezTo>
                <a:cubicBezTo>
                  <a:pt x="813055" y="60996"/>
                  <a:pt x="815009" y="68976"/>
                  <a:pt x="815009" y="78080"/>
                </a:cubicBezTo>
                <a:cubicBezTo>
                  <a:pt x="815009" y="87183"/>
                  <a:pt x="813001" y="95189"/>
                  <a:pt x="808984" y="102097"/>
                </a:cubicBezTo>
                <a:cubicBezTo>
                  <a:pt x="804968" y="109005"/>
                  <a:pt x="799533" y="114333"/>
                  <a:pt x="792677" y="118082"/>
                </a:cubicBezTo>
                <a:cubicBezTo>
                  <a:pt x="785823" y="121831"/>
                  <a:pt x="778218" y="123706"/>
                  <a:pt x="769864" y="123706"/>
                </a:cubicBezTo>
                <a:moveTo>
                  <a:pt x="769864" y="110853"/>
                </a:moveTo>
                <a:cubicBezTo>
                  <a:pt x="775113" y="110853"/>
                  <a:pt x="780041" y="109622"/>
                  <a:pt x="784646" y="107159"/>
                </a:cubicBezTo>
                <a:cubicBezTo>
                  <a:pt x="789251" y="104694"/>
                  <a:pt x="792973" y="100999"/>
                  <a:pt x="795810" y="96073"/>
                </a:cubicBezTo>
                <a:cubicBezTo>
                  <a:pt x="798649" y="91146"/>
                  <a:pt x="800068" y="85148"/>
                  <a:pt x="800068" y="78080"/>
                </a:cubicBezTo>
                <a:cubicBezTo>
                  <a:pt x="800068" y="71010"/>
                  <a:pt x="798675" y="65012"/>
                  <a:pt x="795891" y="60087"/>
                </a:cubicBezTo>
                <a:cubicBezTo>
                  <a:pt x="793106" y="55159"/>
                  <a:pt x="789464" y="51491"/>
                  <a:pt x="784965" y="49082"/>
                </a:cubicBezTo>
                <a:cubicBezTo>
                  <a:pt x="780467" y="46672"/>
                  <a:pt x="775595" y="45466"/>
                  <a:pt x="770347" y="45466"/>
                </a:cubicBezTo>
                <a:cubicBezTo>
                  <a:pt x="764991" y="45466"/>
                  <a:pt x="760091" y="46672"/>
                  <a:pt x="755646" y="49082"/>
                </a:cubicBezTo>
                <a:cubicBezTo>
                  <a:pt x="751202" y="51491"/>
                  <a:pt x="747641" y="55159"/>
                  <a:pt x="744962" y="60087"/>
                </a:cubicBezTo>
                <a:cubicBezTo>
                  <a:pt x="742286" y="65012"/>
                  <a:pt x="740947" y="71010"/>
                  <a:pt x="740947" y="78080"/>
                </a:cubicBezTo>
                <a:cubicBezTo>
                  <a:pt x="740947" y="85256"/>
                  <a:pt x="742259" y="91308"/>
                  <a:pt x="744882" y="96235"/>
                </a:cubicBezTo>
                <a:cubicBezTo>
                  <a:pt x="747506" y="101161"/>
                  <a:pt x="751014" y="104829"/>
                  <a:pt x="755406" y="107240"/>
                </a:cubicBezTo>
                <a:cubicBezTo>
                  <a:pt x="759797" y="109649"/>
                  <a:pt x="764616" y="110853"/>
                  <a:pt x="769864" y="1108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Top-NFiles">
            <a:extLst xmlns:a="http://schemas.openxmlformats.org/drawingml/2006/main">
              <a:ext uri="{FF2B5EF4-FFF2-40B4-BE49-F238E27FC236}">
                <a16:creationId xmlns:a16="http://schemas.microsoft.com/office/drawing/2014/main" id="{C6218CD7-CF3B-49A1-918C-37DB6650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054" y="1611369"/>
            <a:ext cx="872523" cy="164029"/>
          </a:xfrm>
          <a:custGeom xmlns:a="http://schemas.openxmlformats.org/drawingml/2006/main">
            <a:pathLst>
              <a:path w="872523" h="164029">
                <a:moveTo>
                  <a:pt x="75830" y="10281"/>
                </a:moveTo>
                <a:lnTo>
                  <a:pt x="75830" y="22171"/>
                </a:lnTo>
                <a:lnTo>
                  <a:pt x="45305" y="22171"/>
                </a:lnTo>
                <a:lnTo>
                  <a:pt x="45305" y="122260"/>
                </a:lnTo>
                <a:lnTo>
                  <a:pt x="30687" y="122260"/>
                </a:lnTo>
                <a:lnTo>
                  <a:pt x="30687" y="22171"/>
                </a:lnTo>
                <a:lnTo>
                  <a:pt x="0" y="22171"/>
                </a:lnTo>
                <a:lnTo>
                  <a:pt x="0" y="10281"/>
                </a:lnTo>
                <a:lnTo>
                  <a:pt x="75830" y="10281"/>
                </a:lnTo>
                <a:close/>
                <a:moveTo>
                  <a:pt x="132220" y="123706"/>
                </a:moveTo>
                <a:cubicBezTo>
                  <a:pt x="123973" y="123706"/>
                  <a:pt x="116503" y="121831"/>
                  <a:pt x="109809" y="118082"/>
                </a:cubicBezTo>
                <a:cubicBezTo>
                  <a:pt x="103115" y="114333"/>
                  <a:pt x="97866" y="109005"/>
                  <a:pt x="94063" y="102097"/>
                </a:cubicBezTo>
                <a:cubicBezTo>
                  <a:pt x="90262" y="95189"/>
                  <a:pt x="88361" y="87183"/>
                  <a:pt x="88361" y="78080"/>
                </a:cubicBezTo>
                <a:cubicBezTo>
                  <a:pt x="88361" y="69083"/>
                  <a:pt x="90316" y="61131"/>
                  <a:pt x="94225" y="54223"/>
                </a:cubicBezTo>
                <a:cubicBezTo>
                  <a:pt x="98134" y="47313"/>
                  <a:pt x="103463" y="42011"/>
                  <a:pt x="110211" y="38316"/>
                </a:cubicBezTo>
                <a:cubicBezTo>
                  <a:pt x="116959" y="34621"/>
                  <a:pt x="124510" y="32773"/>
                  <a:pt x="132864" y="32773"/>
                </a:cubicBezTo>
                <a:cubicBezTo>
                  <a:pt x="141217" y="32773"/>
                  <a:pt x="148767" y="34621"/>
                  <a:pt x="155515" y="38316"/>
                </a:cubicBezTo>
                <a:cubicBezTo>
                  <a:pt x="162263" y="42011"/>
                  <a:pt x="167592" y="47286"/>
                  <a:pt x="171501" y="54142"/>
                </a:cubicBezTo>
                <a:cubicBezTo>
                  <a:pt x="175410" y="60996"/>
                  <a:pt x="177365" y="68976"/>
                  <a:pt x="177365" y="78080"/>
                </a:cubicBezTo>
                <a:cubicBezTo>
                  <a:pt x="177365" y="87183"/>
                  <a:pt x="175356" y="95189"/>
                  <a:pt x="171339" y="102097"/>
                </a:cubicBezTo>
                <a:cubicBezTo>
                  <a:pt x="167324" y="109005"/>
                  <a:pt x="161888" y="114333"/>
                  <a:pt x="155032" y="118082"/>
                </a:cubicBezTo>
                <a:cubicBezTo>
                  <a:pt x="148178" y="121831"/>
                  <a:pt x="140574" y="123706"/>
                  <a:pt x="132220" y="123706"/>
                </a:cubicBezTo>
                <a:moveTo>
                  <a:pt x="132220" y="110853"/>
                </a:moveTo>
                <a:cubicBezTo>
                  <a:pt x="137469" y="110853"/>
                  <a:pt x="142396" y="109622"/>
                  <a:pt x="147002" y="107159"/>
                </a:cubicBezTo>
                <a:cubicBezTo>
                  <a:pt x="151607" y="104694"/>
                  <a:pt x="155328" y="100999"/>
                  <a:pt x="158165" y="96073"/>
                </a:cubicBezTo>
                <a:cubicBezTo>
                  <a:pt x="161004" y="91146"/>
                  <a:pt x="162423" y="85148"/>
                  <a:pt x="162423" y="78080"/>
                </a:cubicBezTo>
                <a:cubicBezTo>
                  <a:pt x="162423" y="71010"/>
                  <a:pt x="161031" y="65012"/>
                  <a:pt x="158246" y="60087"/>
                </a:cubicBezTo>
                <a:cubicBezTo>
                  <a:pt x="155461" y="55159"/>
                  <a:pt x="151819" y="51491"/>
                  <a:pt x="147320" y="49082"/>
                </a:cubicBezTo>
                <a:cubicBezTo>
                  <a:pt x="142823" y="46672"/>
                  <a:pt x="137950" y="45466"/>
                  <a:pt x="132702" y="45466"/>
                </a:cubicBezTo>
                <a:cubicBezTo>
                  <a:pt x="127347" y="45466"/>
                  <a:pt x="122447" y="46672"/>
                  <a:pt x="118001" y="49082"/>
                </a:cubicBezTo>
                <a:cubicBezTo>
                  <a:pt x="113558" y="51491"/>
                  <a:pt x="109997" y="55159"/>
                  <a:pt x="107318" y="60087"/>
                </a:cubicBezTo>
                <a:cubicBezTo>
                  <a:pt x="104641" y="65012"/>
                  <a:pt x="103303" y="71010"/>
                  <a:pt x="103303" y="78080"/>
                </a:cubicBezTo>
                <a:cubicBezTo>
                  <a:pt x="103303" y="85256"/>
                  <a:pt x="104614" y="91308"/>
                  <a:pt x="107237" y="96235"/>
                </a:cubicBezTo>
                <a:cubicBezTo>
                  <a:pt x="109862" y="101161"/>
                  <a:pt x="113370" y="104829"/>
                  <a:pt x="117761" y="107240"/>
                </a:cubicBezTo>
                <a:cubicBezTo>
                  <a:pt x="122152" y="109649"/>
                  <a:pt x="126972" y="110853"/>
                  <a:pt x="132220" y="110853"/>
                </a:cubicBezTo>
                <a:close/>
                <a:moveTo>
                  <a:pt x="211263" y="50445"/>
                </a:moveTo>
                <a:cubicBezTo>
                  <a:pt x="214156" y="45412"/>
                  <a:pt x="218467" y="41208"/>
                  <a:pt x="224197" y="37835"/>
                </a:cubicBezTo>
                <a:cubicBezTo>
                  <a:pt x="229927" y="34460"/>
                  <a:pt x="236594" y="32773"/>
                  <a:pt x="244198" y="32773"/>
                </a:cubicBezTo>
                <a:cubicBezTo>
                  <a:pt x="252016" y="32773"/>
                  <a:pt x="259112" y="34648"/>
                  <a:pt x="265484" y="38397"/>
                </a:cubicBezTo>
                <a:cubicBezTo>
                  <a:pt x="271857" y="42146"/>
                  <a:pt x="276865" y="47421"/>
                  <a:pt x="280506" y="54223"/>
                </a:cubicBezTo>
                <a:cubicBezTo>
                  <a:pt x="284147" y="61023"/>
                  <a:pt x="285968" y="68922"/>
                  <a:pt x="285968" y="77918"/>
                </a:cubicBezTo>
                <a:cubicBezTo>
                  <a:pt x="285968" y="86809"/>
                  <a:pt x="284147" y="94735"/>
                  <a:pt x="280506" y="101697"/>
                </a:cubicBezTo>
                <a:cubicBezTo>
                  <a:pt x="276865" y="108657"/>
                  <a:pt x="271857" y="114066"/>
                  <a:pt x="265484" y="117923"/>
                </a:cubicBezTo>
                <a:cubicBezTo>
                  <a:pt x="259112" y="121778"/>
                  <a:pt x="252016" y="123706"/>
                  <a:pt x="244198" y="123706"/>
                </a:cubicBezTo>
                <a:cubicBezTo>
                  <a:pt x="236700" y="123706"/>
                  <a:pt x="230086" y="122019"/>
                  <a:pt x="224356" y="118646"/>
                </a:cubicBezTo>
                <a:cubicBezTo>
                  <a:pt x="218626" y="115271"/>
                  <a:pt x="214262" y="111067"/>
                  <a:pt x="211263" y="106034"/>
                </a:cubicBezTo>
                <a:lnTo>
                  <a:pt x="211263" y="164029"/>
                </a:lnTo>
                <a:lnTo>
                  <a:pt x="196643" y="164029"/>
                </a:lnTo>
                <a:lnTo>
                  <a:pt x="196643" y="34219"/>
                </a:lnTo>
                <a:lnTo>
                  <a:pt x="211263" y="34219"/>
                </a:lnTo>
                <a:lnTo>
                  <a:pt x="211263" y="50445"/>
                </a:lnTo>
                <a:moveTo>
                  <a:pt x="271026" y="77918"/>
                </a:moveTo>
                <a:cubicBezTo>
                  <a:pt x="271026" y="71278"/>
                  <a:pt x="269688" y="65495"/>
                  <a:pt x="267011" y="60570"/>
                </a:cubicBezTo>
                <a:cubicBezTo>
                  <a:pt x="264334" y="55642"/>
                  <a:pt x="260719" y="51893"/>
                  <a:pt x="256166" y="49323"/>
                </a:cubicBezTo>
                <a:cubicBezTo>
                  <a:pt x="251614" y="46752"/>
                  <a:pt x="246608" y="45466"/>
                  <a:pt x="241146" y="45466"/>
                </a:cubicBezTo>
                <a:cubicBezTo>
                  <a:pt x="235790" y="45466"/>
                  <a:pt x="230836" y="46779"/>
                  <a:pt x="226283" y="49403"/>
                </a:cubicBezTo>
                <a:cubicBezTo>
                  <a:pt x="221732" y="52026"/>
                  <a:pt x="218090" y="55829"/>
                  <a:pt x="215360" y="60810"/>
                </a:cubicBezTo>
                <a:cubicBezTo>
                  <a:pt x="212629" y="65790"/>
                  <a:pt x="211263" y="71546"/>
                  <a:pt x="211263" y="78080"/>
                </a:cubicBezTo>
                <a:cubicBezTo>
                  <a:pt x="211263" y="84720"/>
                  <a:pt x="212629" y="90531"/>
                  <a:pt x="215360" y="95512"/>
                </a:cubicBezTo>
                <a:cubicBezTo>
                  <a:pt x="218090" y="100492"/>
                  <a:pt x="221732" y="104294"/>
                  <a:pt x="226283" y="106919"/>
                </a:cubicBezTo>
                <a:cubicBezTo>
                  <a:pt x="230836" y="109542"/>
                  <a:pt x="235790" y="110853"/>
                  <a:pt x="241146" y="110853"/>
                </a:cubicBezTo>
                <a:cubicBezTo>
                  <a:pt x="246608" y="110853"/>
                  <a:pt x="251614" y="109542"/>
                  <a:pt x="256166" y="106919"/>
                </a:cubicBezTo>
                <a:cubicBezTo>
                  <a:pt x="260719" y="104294"/>
                  <a:pt x="264334" y="100492"/>
                  <a:pt x="267011" y="95512"/>
                </a:cubicBezTo>
                <a:cubicBezTo>
                  <a:pt x="269688" y="90531"/>
                  <a:pt x="271026" y="84666"/>
                  <a:pt x="271026" y="77918"/>
                </a:cubicBezTo>
                <a:close/>
                <a:moveTo>
                  <a:pt x="366297" y="57194"/>
                </a:moveTo>
                <a:lnTo>
                  <a:pt x="366297" y="69564"/>
                </a:lnTo>
                <a:lnTo>
                  <a:pt x="302195" y="69564"/>
                </a:lnTo>
                <a:lnTo>
                  <a:pt x="302195" y="57194"/>
                </a:lnTo>
                <a:lnTo>
                  <a:pt x="366297" y="57194"/>
                </a:lnTo>
                <a:close/>
                <a:moveTo>
                  <a:pt x="481808" y="122260"/>
                </a:moveTo>
                <a:lnTo>
                  <a:pt x="467188" y="122260"/>
                </a:lnTo>
                <a:lnTo>
                  <a:pt x="408388" y="33097"/>
                </a:lnTo>
                <a:lnTo>
                  <a:pt x="408388" y="122260"/>
                </a:lnTo>
                <a:lnTo>
                  <a:pt x="393768" y="122260"/>
                </a:lnTo>
                <a:lnTo>
                  <a:pt x="393768" y="10122"/>
                </a:lnTo>
                <a:lnTo>
                  <a:pt x="408388" y="10122"/>
                </a:lnTo>
                <a:lnTo>
                  <a:pt x="467188" y="99126"/>
                </a:lnTo>
                <a:lnTo>
                  <a:pt x="467188" y="10122"/>
                </a:lnTo>
                <a:lnTo>
                  <a:pt x="481808" y="10122"/>
                </a:lnTo>
                <a:lnTo>
                  <a:pt x="481808" y="122260"/>
                </a:lnTo>
                <a:close/>
                <a:moveTo>
                  <a:pt x="612902" y="10281"/>
                </a:moveTo>
                <a:lnTo>
                  <a:pt x="612902" y="22171"/>
                </a:lnTo>
                <a:lnTo>
                  <a:pt x="564224" y="22171"/>
                </a:lnTo>
                <a:lnTo>
                  <a:pt x="564224" y="59925"/>
                </a:lnTo>
                <a:lnTo>
                  <a:pt x="603746" y="59925"/>
                </a:lnTo>
                <a:lnTo>
                  <a:pt x="603746" y="71814"/>
                </a:lnTo>
                <a:lnTo>
                  <a:pt x="564224" y="71814"/>
                </a:lnTo>
                <a:lnTo>
                  <a:pt x="564224" y="122260"/>
                </a:lnTo>
                <a:lnTo>
                  <a:pt x="549604" y="122260"/>
                </a:lnTo>
                <a:lnTo>
                  <a:pt x="549604" y="10281"/>
                </a:lnTo>
                <a:lnTo>
                  <a:pt x="612902" y="10281"/>
                </a:lnTo>
                <a:close/>
                <a:moveTo>
                  <a:pt x="638125" y="19923"/>
                </a:moveTo>
                <a:cubicBezTo>
                  <a:pt x="635342" y="19923"/>
                  <a:pt x="632986" y="18958"/>
                  <a:pt x="631058" y="17030"/>
                </a:cubicBezTo>
                <a:cubicBezTo>
                  <a:pt x="629129" y="15102"/>
                  <a:pt x="628165" y="12745"/>
                  <a:pt x="628165" y="9960"/>
                </a:cubicBezTo>
                <a:cubicBezTo>
                  <a:pt x="628165" y="7175"/>
                  <a:pt x="629129" y="4819"/>
                  <a:pt x="631058" y="2893"/>
                </a:cubicBezTo>
                <a:cubicBezTo>
                  <a:pt x="632986" y="964"/>
                  <a:pt x="635342" y="0"/>
                  <a:pt x="638125" y="0"/>
                </a:cubicBezTo>
                <a:cubicBezTo>
                  <a:pt x="640804" y="0"/>
                  <a:pt x="643080" y="964"/>
                  <a:pt x="644955" y="2893"/>
                </a:cubicBezTo>
                <a:cubicBezTo>
                  <a:pt x="646829" y="4819"/>
                  <a:pt x="647767" y="7175"/>
                  <a:pt x="647767" y="9960"/>
                </a:cubicBezTo>
                <a:cubicBezTo>
                  <a:pt x="647767" y="12745"/>
                  <a:pt x="646829" y="15102"/>
                  <a:pt x="644955" y="17030"/>
                </a:cubicBezTo>
                <a:cubicBezTo>
                  <a:pt x="643080" y="18958"/>
                  <a:pt x="640804" y="19923"/>
                  <a:pt x="638125" y="19923"/>
                </a:cubicBezTo>
                <a:moveTo>
                  <a:pt x="645195" y="34219"/>
                </a:moveTo>
                <a:lnTo>
                  <a:pt x="645195" y="122260"/>
                </a:lnTo>
                <a:lnTo>
                  <a:pt x="630575" y="122260"/>
                </a:lnTo>
                <a:lnTo>
                  <a:pt x="630575" y="34219"/>
                </a:lnTo>
                <a:lnTo>
                  <a:pt x="645195" y="34219"/>
                </a:lnTo>
                <a:close/>
                <a:moveTo>
                  <a:pt x="684717" y="3373"/>
                </a:moveTo>
                <a:lnTo>
                  <a:pt x="684717" y="122260"/>
                </a:lnTo>
                <a:lnTo>
                  <a:pt x="670096" y="122260"/>
                </a:lnTo>
                <a:lnTo>
                  <a:pt x="670096" y="3373"/>
                </a:lnTo>
                <a:lnTo>
                  <a:pt x="684717" y="3373"/>
                </a:lnTo>
                <a:close/>
                <a:moveTo>
                  <a:pt x="789946" y="74866"/>
                </a:moveTo>
                <a:cubicBezTo>
                  <a:pt x="789946" y="77651"/>
                  <a:pt x="789786" y="80596"/>
                  <a:pt x="789465" y="83701"/>
                </a:cubicBezTo>
                <a:lnTo>
                  <a:pt x="719098" y="83701"/>
                </a:lnTo>
                <a:cubicBezTo>
                  <a:pt x="719634" y="92378"/>
                  <a:pt x="722606" y="99152"/>
                  <a:pt x="728013" y="104026"/>
                </a:cubicBezTo>
                <a:cubicBezTo>
                  <a:pt x="733423" y="108899"/>
                  <a:pt x="739983" y="111336"/>
                  <a:pt x="747693" y="111336"/>
                </a:cubicBezTo>
                <a:cubicBezTo>
                  <a:pt x="754013" y="111336"/>
                  <a:pt x="759288" y="109864"/>
                  <a:pt x="763517" y="106919"/>
                </a:cubicBezTo>
                <a:cubicBezTo>
                  <a:pt x="767748" y="103972"/>
                  <a:pt x="770721" y="100035"/>
                  <a:pt x="772435" y="95108"/>
                </a:cubicBezTo>
                <a:lnTo>
                  <a:pt x="788178" y="95108"/>
                </a:lnTo>
                <a:cubicBezTo>
                  <a:pt x="785823" y="103570"/>
                  <a:pt x="781111" y="110452"/>
                  <a:pt x="774041" y="115753"/>
                </a:cubicBezTo>
                <a:cubicBezTo>
                  <a:pt x="766973" y="121055"/>
                  <a:pt x="758190" y="123706"/>
                  <a:pt x="747693" y="123706"/>
                </a:cubicBezTo>
                <a:cubicBezTo>
                  <a:pt x="739339" y="123706"/>
                  <a:pt x="731869" y="121831"/>
                  <a:pt x="725282" y="118082"/>
                </a:cubicBezTo>
                <a:cubicBezTo>
                  <a:pt x="718696" y="114333"/>
                  <a:pt x="713529" y="109005"/>
                  <a:pt x="709780" y="102097"/>
                </a:cubicBezTo>
                <a:cubicBezTo>
                  <a:pt x="706031" y="95189"/>
                  <a:pt x="704156" y="87183"/>
                  <a:pt x="704156" y="78080"/>
                </a:cubicBezTo>
                <a:cubicBezTo>
                  <a:pt x="704156" y="68976"/>
                  <a:pt x="705977" y="60996"/>
                  <a:pt x="709618" y="54142"/>
                </a:cubicBezTo>
                <a:cubicBezTo>
                  <a:pt x="713259" y="47286"/>
                  <a:pt x="718373" y="42011"/>
                  <a:pt x="724959" y="38316"/>
                </a:cubicBezTo>
                <a:cubicBezTo>
                  <a:pt x="731547" y="34621"/>
                  <a:pt x="739125" y="32773"/>
                  <a:pt x="747693" y="32773"/>
                </a:cubicBezTo>
                <a:cubicBezTo>
                  <a:pt x="756048" y="32773"/>
                  <a:pt x="763438" y="34594"/>
                  <a:pt x="769864" y="38237"/>
                </a:cubicBezTo>
                <a:cubicBezTo>
                  <a:pt x="776290" y="41878"/>
                  <a:pt x="781243" y="46886"/>
                  <a:pt x="784724" y="53259"/>
                </a:cubicBezTo>
                <a:cubicBezTo>
                  <a:pt x="788205" y="59632"/>
                  <a:pt x="789946" y="66834"/>
                  <a:pt x="789946" y="74866"/>
                </a:cubicBezTo>
                <a:moveTo>
                  <a:pt x="774845" y="71814"/>
                </a:moveTo>
                <a:cubicBezTo>
                  <a:pt x="774845" y="66245"/>
                  <a:pt x="773613" y="61452"/>
                  <a:pt x="771148" y="57437"/>
                </a:cubicBezTo>
                <a:cubicBezTo>
                  <a:pt x="768686" y="53420"/>
                  <a:pt x="765339" y="50367"/>
                  <a:pt x="761107" y="48278"/>
                </a:cubicBezTo>
                <a:cubicBezTo>
                  <a:pt x="756878" y="46190"/>
                  <a:pt x="752193" y="45145"/>
                  <a:pt x="747051" y="45145"/>
                </a:cubicBezTo>
                <a:cubicBezTo>
                  <a:pt x="739661" y="45145"/>
                  <a:pt x="733368" y="47502"/>
                  <a:pt x="728173" y="52215"/>
                </a:cubicBezTo>
                <a:cubicBezTo>
                  <a:pt x="722979" y="56927"/>
                  <a:pt x="720007" y="63460"/>
                  <a:pt x="719257" y="71814"/>
                </a:cubicBezTo>
                <a:lnTo>
                  <a:pt x="774845" y="71814"/>
                </a:lnTo>
                <a:close/>
                <a:moveTo>
                  <a:pt x="840392" y="123706"/>
                </a:moveTo>
                <a:cubicBezTo>
                  <a:pt x="833644" y="123706"/>
                  <a:pt x="827592" y="122555"/>
                  <a:pt x="822237" y="120252"/>
                </a:cubicBezTo>
                <a:cubicBezTo>
                  <a:pt x="816883" y="117949"/>
                  <a:pt x="812653" y="114736"/>
                  <a:pt x="809546" y="110613"/>
                </a:cubicBezTo>
                <a:cubicBezTo>
                  <a:pt x="806441" y="106490"/>
                  <a:pt x="804727" y="101750"/>
                  <a:pt x="804405" y="96395"/>
                </a:cubicBezTo>
                <a:lnTo>
                  <a:pt x="819508" y="96395"/>
                </a:lnTo>
                <a:cubicBezTo>
                  <a:pt x="819937" y="100786"/>
                  <a:pt x="821998" y="104374"/>
                  <a:pt x="825693" y="107159"/>
                </a:cubicBezTo>
                <a:cubicBezTo>
                  <a:pt x="829388" y="109944"/>
                  <a:pt x="834235" y="111336"/>
                  <a:pt x="840233" y="111336"/>
                </a:cubicBezTo>
                <a:cubicBezTo>
                  <a:pt x="845802" y="111336"/>
                  <a:pt x="850194" y="110105"/>
                  <a:pt x="853407" y="107642"/>
                </a:cubicBezTo>
                <a:cubicBezTo>
                  <a:pt x="856620" y="105177"/>
                  <a:pt x="858226" y="102070"/>
                  <a:pt x="858226" y="98321"/>
                </a:cubicBezTo>
                <a:cubicBezTo>
                  <a:pt x="858226" y="94466"/>
                  <a:pt x="856512" y="91601"/>
                  <a:pt x="853083" y="89727"/>
                </a:cubicBezTo>
                <a:cubicBezTo>
                  <a:pt x="849656" y="87852"/>
                  <a:pt x="844355" y="86005"/>
                  <a:pt x="837181" y="84184"/>
                </a:cubicBezTo>
                <a:cubicBezTo>
                  <a:pt x="830647" y="82470"/>
                  <a:pt x="825318" y="80729"/>
                  <a:pt x="821195" y="78963"/>
                </a:cubicBezTo>
                <a:cubicBezTo>
                  <a:pt x="817072" y="77196"/>
                  <a:pt x="813537" y="74572"/>
                  <a:pt x="810590" y="71091"/>
                </a:cubicBezTo>
                <a:cubicBezTo>
                  <a:pt x="807645" y="67610"/>
                  <a:pt x="806173" y="63031"/>
                  <a:pt x="806173" y="57353"/>
                </a:cubicBezTo>
                <a:cubicBezTo>
                  <a:pt x="806173" y="52856"/>
                  <a:pt x="807511" y="48733"/>
                  <a:pt x="810188" y="44984"/>
                </a:cubicBezTo>
                <a:cubicBezTo>
                  <a:pt x="812867" y="41234"/>
                  <a:pt x="816669" y="38263"/>
                  <a:pt x="821595" y="36068"/>
                </a:cubicBezTo>
                <a:cubicBezTo>
                  <a:pt x="826522" y="33871"/>
                  <a:pt x="832145" y="32773"/>
                  <a:pt x="838465" y="32773"/>
                </a:cubicBezTo>
                <a:cubicBezTo>
                  <a:pt x="848212" y="32773"/>
                  <a:pt x="856084" y="35237"/>
                  <a:pt x="862082" y="40164"/>
                </a:cubicBezTo>
                <a:cubicBezTo>
                  <a:pt x="868080" y="45091"/>
                  <a:pt x="871293" y="51839"/>
                  <a:pt x="871721" y="60408"/>
                </a:cubicBezTo>
                <a:lnTo>
                  <a:pt x="857101" y="60408"/>
                </a:lnTo>
                <a:cubicBezTo>
                  <a:pt x="856779" y="55802"/>
                  <a:pt x="854931" y="52107"/>
                  <a:pt x="851558" y="49323"/>
                </a:cubicBezTo>
                <a:cubicBezTo>
                  <a:pt x="848185" y="46538"/>
                  <a:pt x="843660" y="45145"/>
                  <a:pt x="837982" y="45145"/>
                </a:cubicBezTo>
                <a:cubicBezTo>
                  <a:pt x="832735" y="45145"/>
                  <a:pt x="828557" y="46270"/>
                  <a:pt x="825451" y="48518"/>
                </a:cubicBezTo>
                <a:cubicBezTo>
                  <a:pt x="822345" y="50767"/>
                  <a:pt x="820793" y="53712"/>
                  <a:pt x="820793" y="57353"/>
                </a:cubicBezTo>
                <a:cubicBezTo>
                  <a:pt x="820793" y="60246"/>
                  <a:pt x="821730" y="62630"/>
                  <a:pt x="823605" y="64504"/>
                </a:cubicBezTo>
                <a:cubicBezTo>
                  <a:pt x="825479" y="66379"/>
                  <a:pt x="827835" y="67878"/>
                  <a:pt x="830672" y="69002"/>
                </a:cubicBezTo>
                <a:cubicBezTo>
                  <a:pt x="833511" y="70127"/>
                  <a:pt x="837447" y="71385"/>
                  <a:pt x="842481" y="72778"/>
                </a:cubicBezTo>
                <a:cubicBezTo>
                  <a:pt x="848800" y="74490"/>
                  <a:pt x="853942" y="76177"/>
                  <a:pt x="857905" y="77837"/>
                </a:cubicBezTo>
                <a:cubicBezTo>
                  <a:pt x="861868" y="79498"/>
                  <a:pt x="865268" y="81988"/>
                  <a:pt x="868105" y="85309"/>
                </a:cubicBezTo>
                <a:cubicBezTo>
                  <a:pt x="870944" y="88629"/>
                  <a:pt x="872416" y="92966"/>
                  <a:pt x="872523" y="98321"/>
                </a:cubicBezTo>
                <a:cubicBezTo>
                  <a:pt x="872523" y="103141"/>
                  <a:pt x="871184" y="107479"/>
                  <a:pt x="868507" y="111336"/>
                </a:cubicBezTo>
                <a:cubicBezTo>
                  <a:pt x="865830" y="115191"/>
                  <a:pt x="862055" y="118217"/>
                  <a:pt x="857182" y="120414"/>
                </a:cubicBezTo>
                <a:cubicBezTo>
                  <a:pt x="852308" y="122608"/>
                  <a:pt x="846712" y="123706"/>
                  <a:pt x="840392" y="1237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f95d6b0c4e49df"/>
          <a:stretch xmlns:a="http://schemas.openxmlformats.org/drawingml/2006/main"/>
        </p:blipFill>
        <p:spPr>
          <a:xfrm xmlns:a="http://schemas.openxmlformats.org/drawingml/2006/main">
            <a:off x="7265722" y="1945428"/>
            <a:ext cx="639937" cy="639937"/>
          </a:xfrm>
          <a:prstGeom xmlns:a="http://schemas.openxmlformats.org/drawingml/2006/main" prst="rect">
            <a:avLst/>
          </a:prstGeom>
        </p:spPr>
      </p:pic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54FDE2-7E74-4B97-821D-DDEDCF92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9001" y="2014281"/>
            <a:ext cx="433379" cy="433379"/>
          </a:xfrm>
          <a:custGeom xmlns:a="http://schemas.openxmlformats.org/drawingml/2006/main">
            <a:pathLst>
              <a:path w="433379" h="433379">
                <a:moveTo>
                  <a:pt x="0" y="0"/>
                </a:moveTo>
                <a:lnTo>
                  <a:pt x="433379" y="0"/>
                </a:lnTo>
                <a:lnTo>
                  <a:pt x="433379" y="433379"/>
                </a:lnTo>
                <a:lnTo>
                  <a:pt x="0" y="43337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1c04a7c2b64c40"/>
          <a:stretch xmlns:a="http://schemas.openxmlformats.org/drawingml/2006/main"/>
        </p:blipFill>
        <p:spPr>
          <a:xfrm xmlns:a="http://schemas.openxmlformats.org/drawingml/2006/main">
            <a:off x="7369001" y="2014281"/>
            <a:ext cx="433379" cy="433379"/>
          </a:xfrm>
          <a:prstGeom xmlns:a="http://schemas.openxmlformats.org/drawingml/2006/main" prst="rect">
            <a:avLst/>
          </a:prstGeom>
        </p:spPr>
      </p:pic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8BDF93-86A5-4486-83EB-D331158E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437" y="1035887"/>
            <a:ext cx="1294104" cy="768222"/>
          </a:xfrm>
          <a:custGeom xmlns:a="http://schemas.openxmlformats.org/drawingml/2006/main">
            <a:pathLst>
              <a:path w="1294104" h="768222">
                <a:moveTo>
                  <a:pt x="0" y="0"/>
                </a:moveTo>
                <a:lnTo>
                  <a:pt x="1294104" y="0"/>
                </a:lnTo>
                <a:lnTo>
                  <a:pt x="1294104" y="768222"/>
                </a:lnTo>
                <a:lnTo>
                  <a:pt x="0" y="7682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Localizeto">
            <a:extLst xmlns:a="http://schemas.openxmlformats.org/drawingml/2006/main">
              <a:ext uri="{FF2B5EF4-FFF2-40B4-BE49-F238E27FC236}">
                <a16:creationId xmlns:a16="http://schemas.microsoft.com/office/drawing/2014/main" id="{EB981A67-0979-4F44-A09C-5C626CE3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7726" y="1222776"/>
            <a:ext cx="815010" cy="123706"/>
          </a:xfrm>
          <a:custGeom xmlns:a="http://schemas.openxmlformats.org/drawingml/2006/main">
            <a:pathLst>
              <a:path w="815010" h="123706">
                <a:moveTo>
                  <a:pt x="14620" y="110370"/>
                </a:moveTo>
                <a:lnTo>
                  <a:pt x="53821" y="110370"/>
                </a:lnTo>
                <a:lnTo>
                  <a:pt x="53821" y="122260"/>
                </a:lnTo>
                <a:lnTo>
                  <a:pt x="0" y="122260"/>
                </a:lnTo>
                <a:lnTo>
                  <a:pt x="0" y="10281"/>
                </a:lnTo>
                <a:lnTo>
                  <a:pt x="14620" y="10281"/>
                </a:lnTo>
                <a:lnTo>
                  <a:pt x="14620" y="110370"/>
                </a:lnTo>
                <a:close/>
                <a:moveTo>
                  <a:pt x="107800" y="123706"/>
                </a:moveTo>
                <a:cubicBezTo>
                  <a:pt x="99554" y="123706"/>
                  <a:pt x="92083" y="121831"/>
                  <a:pt x="85389" y="118082"/>
                </a:cubicBezTo>
                <a:cubicBezTo>
                  <a:pt x="78695" y="114333"/>
                  <a:pt x="73447" y="109005"/>
                  <a:pt x="69644" y="102097"/>
                </a:cubicBezTo>
                <a:cubicBezTo>
                  <a:pt x="65842" y="95189"/>
                  <a:pt x="63942" y="87183"/>
                  <a:pt x="63942" y="78080"/>
                </a:cubicBezTo>
                <a:cubicBezTo>
                  <a:pt x="63942" y="69083"/>
                  <a:pt x="65896" y="61131"/>
                  <a:pt x="69806" y="54223"/>
                </a:cubicBezTo>
                <a:cubicBezTo>
                  <a:pt x="73715" y="47313"/>
                  <a:pt x="79043" y="42011"/>
                  <a:pt x="85791" y="38316"/>
                </a:cubicBezTo>
                <a:cubicBezTo>
                  <a:pt x="92539" y="34621"/>
                  <a:pt x="100090" y="32773"/>
                  <a:pt x="108445" y="32773"/>
                </a:cubicBezTo>
                <a:cubicBezTo>
                  <a:pt x="116798" y="32773"/>
                  <a:pt x="124348" y="34621"/>
                  <a:pt x="131096" y="38316"/>
                </a:cubicBezTo>
                <a:cubicBezTo>
                  <a:pt x="137844" y="42011"/>
                  <a:pt x="143172" y="47286"/>
                  <a:pt x="147082" y="54142"/>
                </a:cubicBezTo>
                <a:cubicBezTo>
                  <a:pt x="150991" y="60996"/>
                  <a:pt x="152945" y="68976"/>
                  <a:pt x="152945" y="78080"/>
                </a:cubicBezTo>
                <a:cubicBezTo>
                  <a:pt x="152945" y="87183"/>
                  <a:pt x="150937" y="95189"/>
                  <a:pt x="146920" y="102097"/>
                </a:cubicBezTo>
                <a:cubicBezTo>
                  <a:pt x="142904" y="109005"/>
                  <a:pt x="137469" y="114333"/>
                  <a:pt x="130613" y="118082"/>
                </a:cubicBezTo>
                <a:cubicBezTo>
                  <a:pt x="123759" y="121831"/>
                  <a:pt x="116155" y="123706"/>
                  <a:pt x="107800" y="123706"/>
                </a:cubicBezTo>
                <a:moveTo>
                  <a:pt x="107800" y="110853"/>
                </a:moveTo>
                <a:cubicBezTo>
                  <a:pt x="113049" y="110853"/>
                  <a:pt x="117977" y="109622"/>
                  <a:pt x="122582" y="107159"/>
                </a:cubicBezTo>
                <a:cubicBezTo>
                  <a:pt x="127188" y="104694"/>
                  <a:pt x="130909" y="100999"/>
                  <a:pt x="133746" y="96073"/>
                </a:cubicBezTo>
                <a:cubicBezTo>
                  <a:pt x="136585" y="91146"/>
                  <a:pt x="138004" y="85148"/>
                  <a:pt x="138004" y="78080"/>
                </a:cubicBezTo>
                <a:cubicBezTo>
                  <a:pt x="138004" y="71010"/>
                  <a:pt x="136612" y="65012"/>
                  <a:pt x="133827" y="60087"/>
                </a:cubicBezTo>
                <a:cubicBezTo>
                  <a:pt x="131042" y="55159"/>
                  <a:pt x="127400" y="51491"/>
                  <a:pt x="122901" y="49082"/>
                </a:cubicBezTo>
                <a:cubicBezTo>
                  <a:pt x="118403" y="46672"/>
                  <a:pt x="113531" y="45466"/>
                  <a:pt x="108283" y="45466"/>
                </a:cubicBezTo>
                <a:cubicBezTo>
                  <a:pt x="102927" y="45466"/>
                  <a:pt x="98027" y="46672"/>
                  <a:pt x="93582" y="49082"/>
                </a:cubicBezTo>
                <a:cubicBezTo>
                  <a:pt x="89138" y="51491"/>
                  <a:pt x="85577" y="55159"/>
                  <a:pt x="82899" y="60087"/>
                </a:cubicBezTo>
                <a:cubicBezTo>
                  <a:pt x="80222" y="65012"/>
                  <a:pt x="78883" y="71010"/>
                  <a:pt x="78883" y="78080"/>
                </a:cubicBezTo>
                <a:cubicBezTo>
                  <a:pt x="78883" y="85256"/>
                  <a:pt x="80195" y="91308"/>
                  <a:pt x="82818" y="96235"/>
                </a:cubicBezTo>
                <a:cubicBezTo>
                  <a:pt x="85442" y="101161"/>
                  <a:pt x="88950" y="104829"/>
                  <a:pt x="93342" y="107240"/>
                </a:cubicBezTo>
                <a:cubicBezTo>
                  <a:pt x="97733" y="109649"/>
                  <a:pt x="102552" y="110853"/>
                  <a:pt x="107800" y="110853"/>
                </a:cubicBezTo>
                <a:close/>
                <a:moveTo>
                  <a:pt x="166762" y="78080"/>
                </a:moveTo>
                <a:cubicBezTo>
                  <a:pt x="166762" y="68976"/>
                  <a:pt x="168582" y="61023"/>
                  <a:pt x="172224" y="54223"/>
                </a:cubicBezTo>
                <a:cubicBezTo>
                  <a:pt x="175865" y="47421"/>
                  <a:pt x="180925" y="42146"/>
                  <a:pt x="187405" y="38397"/>
                </a:cubicBezTo>
                <a:cubicBezTo>
                  <a:pt x="193885" y="34648"/>
                  <a:pt x="201302" y="32773"/>
                  <a:pt x="209657" y="32773"/>
                </a:cubicBezTo>
                <a:cubicBezTo>
                  <a:pt x="220474" y="32773"/>
                  <a:pt x="229391" y="35398"/>
                  <a:pt x="236407" y="40647"/>
                </a:cubicBezTo>
                <a:cubicBezTo>
                  <a:pt x="243422" y="45895"/>
                  <a:pt x="248055" y="53178"/>
                  <a:pt x="250304" y="62496"/>
                </a:cubicBezTo>
                <a:lnTo>
                  <a:pt x="234558" y="62496"/>
                </a:lnTo>
                <a:cubicBezTo>
                  <a:pt x="233060" y="57141"/>
                  <a:pt x="230141" y="52911"/>
                  <a:pt x="225802" y="49805"/>
                </a:cubicBezTo>
                <a:cubicBezTo>
                  <a:pt x="221464" y="46699"/>
                  <a:pt x="216083" y="45145"/>
                  <a:pt x="209657" y="45145"/>
                </a:cubicBezTo>
                <a:cubicBezTo>
                  <a:pt x="201302" y="45145"/>
                  <a:pt x="194554" y="48010"/>
                  <a:pt x="189413" y="53740"/>
                </a:cubicBezTo>
                <a:cubicBezTo>
                  <a:pt x="184273" y="59470"/>
                  <a:pt x="181703" y="67583"/>
                  <a:pt x="181703" y="78080"/>
                </a:cubicBezTo>
                <a:cubicBezTo>
                  <a:pt x="181703" y="88683"/>
                  <a:pt x="184273" y="96877"/>
                  <a:pt x="189413" y="102660"/>
                </a:cubicBezTo>
                <a:cubicBezTo>
                  <a:pt x="194554" y="108444"/>
                  <a:pt x="201302" y="111336"/>
                  <a:pt x="209657" y="111336"/>
                </a:cubicBezTo>
                <a:cubicBezTo>
                  <a:pt x="216083" y="111336"/>
                  <a:pt x="221437" y="109837"/>
                  <a:pt x="225721" y="106838"/>
                </a:cubicBezTo>
                <a:cubicBezTo>
                  <a:pt x="230006" y="103839"/>
                  <a:pt x="232952" y="99555"/>
                  <a:pt x="234558" y="93985"/>
                </a:cubicBezTo>
                <a:lnTo>
                  <a:pt x="250304" y="93985"/>
                </a:lnTo>
                <a:cubicBezTo>
                  <a:pt x="247947" y="102982"/>
                  <a:pt x="243234" y="110185"/>
                  <a:pt x="236164" y="115594"/>
                </a:cubicBezTo>
                <a:cubicBezTo>
                  <a:pt x="229096" y="121002"/>
                  <a:pt x="220260" y="123706"/>
                  <a:pt x="209657" y="123706"/>
                </a:cubicBezTo>
                <a:cubicBezTo>
                  <a:pt x="201302" y="123706"/>
                  <a:pt x="193885" y="121831"/>
                  <a:pt x="187405" y="118082"/>
                </a:cubicBezTo>
                <a:cubicBezTo>
                  <a:pt x="180925" y="114333"/>
                  <a:pt x="175865" y="109032"/>
                  <a:pt x="172224" y="102178"/>
                </a:cubicBezTo>
                <a:cubicBezTo>
                  <a:pt x="168582" y="95323"/>
                  <a:pt x="166762" y="87291"/>
                  <a:pt x="166762" y="78080"/>
                </a:cubicBezTo>
                <a:close/>
                <a:moveTo>
                  <a:pt x="264280" y="77918"/>
                </a:moveTo>
                <a:cubicBezTo>
                  <a:pt x="264280" y="68922"/>
                  <a:pt x="266101" y="61023"/>
                  <a:pt x="269742" y="54223"/>
                </a:cubicBezTo>
                <a:cubicBezTo>
                  <a:pt x="273383" y="47421"/>
                  <a:pt x="278389" y="42146"/>
                  <a:pt x="284762" y="38397"/>
                </a:cubicBezTo>
                <a:cubicBezTo>
                  <a:pt x="291135" y="34648"/>
                  <a:pt x="298231" y="32773"/>
                  <a:pt x="306050" y="32773"/>
                </a:cubicBezTo>
                <a:cubicBezTo>
                  <a:pt x="313762" y="32773"/>
                  <a:pt x="320456" y="34433"/>
                  <a:pt x="326132" y="37754"/>
                </a:cubicBezTo>
                <a:cubicBezTo>
                  <a:pt x="331809" y="41075"/>
                  <a:pt x="336040" y="45252"/>
                  <a:pt x="338825" y="50286"/>
                </a:cubicBezTo>
                <a:lnTo>
                  <a:pt x="338825" y="34219"/>
                </a:lnTo>
                <a:lnTo>
                  <a:pt x="353605" y="34219"/>
                </a:lnTo>
                <a:lnTo>
                  <a:pt x="353605" y="122260"/>
                </a:lnTo>
                <a:lnTo>
                  <a:pt x="338825" y="122260"/>
                </a:lnTo>
                <a:lnTo>
                  <a:pt x="338825" y="105872"/>
                </a:lnTo>
                <a:cubicBezTo>
                  <a:pt x="335932" y="111013"/>
                  <a:pt x="331621" y="115271"/>
                  <a:pt x="325891" y="118646"/>
                </a:cubicBezTo>
                <a:cubicBezTo>
                  <a:pt x="320162" y="122019"/>
                  <a:pt x="313495" y="123706"/>
                  <a:pt x="305890" y="123706"/>
                </a:cubicBezTo>
                <a:cubicBezTo>
                  <a:pt x="298072" y="123706"/>
                  <a:pt x="291003" y="121778"/>
                  <a:pt x="284683" y="117923"/>
                </a:cubicBezTo>
                <a:cubicBezTo>
                  <a:pt x="278363" y="114066"/>
                  <a:pt x="273383" y="108657"/>
                  <a:pt x="269742" y="101697"/>
                </a:cubicBezTo>
                <a:cubicBezTo>
                  <a:pt x="266101" y="94735"/>
                  <a:pt x="264280" y="86809"/>
                  <a:pt x="264280" y="77918"/>
                </a:cubicBezTo>
                <a:moveTo>
                  <a:pt x="338825" y="78080"/>
                </a:moveTo>
                <a:cubicBezTo>
                  <a:pt x="338825" y="71438"/>
                  <a:pt x="337486" y="65655"/>
                  <a:pt x="334807" y="60729"/>
                </a:cubicBezTo>
                <a:cubicBezTo>
                  <a:pt x="332130" y="55802"/>
                  <a:pt x="328515" y="52026"/>
                  <a:pt x="323962" y="49403"/>
                </a:cubicBezTo>
                <a:cubicBezTo>
                  <a:pt x="319411" y="46779"/>
                  <a:pt x="314404" y="45466"/>
                  <a:pt x="308942" y="45466"/>
                </a:cubicBezTo>
                <a:cubicBezTo>
                  <a:pt x="303481" y="45466"/>
                  <a:pt x="298500" y="46752"/>
                  <a:pt x="294001" y="49323"/>
                </a:cubicBezTo>
                <a:cubicBezTo>
                  <a:pt x="289503" y="51893"/>
                  <a:pt x="285915" y="55642"/>
                  <a:pt x="283237" y="60570"/>
                </a:cubicBezTo>
                <a:cubicBezTo>
                  <a:pt x="280560" y="65495"/>
                  <a:pt x="279221" y="71278"/>
                  <a:pt x="279221" y="77918"/>
                </a:cubicBezTo>
                <a:cubicBezTo>
                  <a:pt x="279221" y="84666"/>
                  <a:pt x="280560" y="90531"/>
                  <a:pt x="283237" y="95512"/>
                </a:cubicBezTo>
                <a:cubicBezTo>
                  <a:pt x="285915" y="100492"/>
                  <a:pt x="289503" y="104294"/>
                  <a:pt x="294001" y="106919"/>
                </a:cubicBezTo>
                <a:cubicBezTo>
                  <a:pt x="298500" y="109542"/>
                  <a:pt x="303481" y="110853"/>
                  <a:pt x="308942" y="110853"/>
                </a:cubicBezTo>
                <a:cubicBezTo>
                  <a:pt x="314404" y="110853"/>
                  <a:pt x="319411" y="109542"/>
                  <a:pt x="323962" y="106919"/>
                </a:cubicBezTo>
                <a:cubicBezTo>
                  <a:pt x="328515" y="104294"/>
                  <a:pt x="332130" y="100492"/>
                  <a:pt x="334807" y="95512"/>
                </a:cubicBezTo>
                <a:cubicBezTo>
                  <a:pt x="337486" y="90531"/>
                  <a:pt x="338825" y="84720"/>
                  <a:pt x="338825" y="78080"/>
                </a:cubicBezTo>
                <a:close/>
                <a:moveTo>
                  <a:pt x="392965" y="3373"/>
                </a:moveTo>
                <a:lnTo>
                  <a:pt x="392965" y="122260"/>
                </a:lnTo>
                <a:lnTo>
                  <a:pt x="378345" y="122260"/>
                </a:lnTo>
                <a:lnTo>
                  <a:pt x="378345" y="3373"/>
                </a:lnTo>
                <a:lnTo>
                  <a:pt x="392965" y="3373"/>
                </a:lnTo>
                <a:close/>
                <a:moveTo>
                  <a:pt x="425417" y="19923"/>
                </a:moveTo>
                <a:cubicBezTo>
                  <a:pt x="422634" y="19923"/>
                  <a:pt x="420278" y="18958"/>
                  <a:pt x="418349" y="17030"/>
                </a:cubicBezTo>
                <a:cubicBezTo>
                  <a:pt x="416421" y="15102"/>
                  <a:pt x="415457" y="12745"/>
                  <a:pt x="415457" y="9960"/>
                </a:cubicBezTo>
                <a:cubicBezTo>
                  <a:pt x="415457" y="7175"/>
                  <a:pt x="416421" y="4819"/>
                  <a:pt x="418349" y="2893"/>
                </a:cubicBezTo>
                <a:cubicBezTo>
                  <a:pt x="420278" y="964"/>
                  <a:pt x="422634" y="0"/>
                  <a:pt x="425417" y="0"/>
                </a:cubicBezTo>
                <a:cubicBezTo>
                  <a:pt x="428095" y="0"/>
                  <a:pt x="430372" y="964"/>
                  <a:pt x="432247" y="2893"/>
                </a:cubicBezTo>
                <a:cubicBezTo>
                  <a:pt x="434121" y="4819"/>
                  <a:pt x="435058" y="7175"/>
                  <a:pt x="435058" y="9960"/>
                </a:cubicBezTo>
                <a:cubicBezTo>
                  <a:pt x="435058" y="12745"/>
                  <a:pt x="434121" y="15102"/>
                  <a:pt x="432247" y="17030"/>
                </a:cubicBezTo>
                <a:cubicBezTo>
                  <a:pt x="430372" y="18958"/>
                  <a:pt x="428095" y="19923"/>
                  <a:pt x="425417" y="19923"/>
                </a:cubicBezTo>
                <a:moveTo>
                  <a:pt x="432487" y="34219"/>
                </a:moveTo>
                <a:lnTo>
                  <a:pt x="432487" y="122260"/>
                </a:lnTo>
                <a:lnTo>
                  <a:pt x="417867" y="122260"/>
                </a:lnTo>
                <a:lnTo>
                  <a:pt x="417867" y="34219"/>
                </a:lnTo>
                <a:lnTo>
                  <a:pt x="432487" y="34219"/>
                </a:lnTo>
                <a:close/>
                <a:moveTo>
                  <a:pt x="468314" y="110211"/>
                </a:moveTo>
                <a:lnTo>
                  <a:pt x="511530" y="110211"/>
                </a:lnTo>
                <a:lnTo>
                  <a:pt x="511530" y="122260"/>
                </a:lnTo>
                <a:lnTo>
                  <a:pt x="451605" y="122260"/>
                </a:lnTo>
                <a:lnTo>
                  <a:pt x="451605" y="110211"/>
                </a:lnTo>
                <a:lnTo>
                  <a:pt x="494341" y="46109"/>
                </a:lnTo>
                <a:lnTo>
                  <a:pt x="451927" y="46109"/>
                </a:lnTo>
                <a:lnTo>
                  <a:pt x="451927" y="34219"/>
                </a:lnTo>
                <a:lnTo>
                  <a:pt x="511209" y="34219"/>
                </a:lnTo>
                <a:lnTo>
                  <a:pt x="511209" y="46109"/>
                </a:lnTo>
                <a:lnTo>
                  <a:pt x="468314" y="110211"/>
                </a:lnTo>
                <a:close/>
                <a:moveTo>
                  <a:pt x="610815" y="74866"/>
                </a:moveTo>
                <a:cubicBezTo>
                  <a:pt x="610815" y="77651"/>
                  <a:pt x="610655" y="80596"/>
                  <a:pt x="610334" y="83701"/>
                </a:cubicBezTo>
                <a:lnTo>
                  <a:pt x="539967" y="83701"/>
                </a:lnTo>
                <a:cubicBezTo>
                  <a:pt x="540503" y="92378"/>
                  <a:pt x="543474" y="99152"/>
                  <a:pt x="548882" y="104026"/>
                </a:cubicBezTo>
                <a:cubicBezTo>
                  <a:pt x="554292" y="108899"/>
                  <a:pt x="560852" y="111336"/>
                  <a:pt x="568562" y="111336"/>
                </a:cubicBezTo>
                <a:cubicBezTo>
                  <a:pt x="574882" y="111336"/>
                  <a:pt x="580157" y="109864"/>
                  <a:pt x="584386" y="106919"/>
                </a:cubicBezTo>
                <a:cubicBezTo>
                  <a:pt x="588617" y="103972"/>
                  <a:pt x="591590" y="100035"/>
                  <a:pt x="593304" y="95108"/>
                </a:cubicBezTo>
                <a:lnTo>
                  <a:pt x="609047" y="95108"/>
                </a:lnTo>
                <a:cubicBezTo>
                  <a:pt x="606692" y="103570"/>
                  <a:pt x="601980" y="110452"/>
                  <a:pt x="594910" y="115753"/>
                </a:cubicBezTo>
                <a:cubicBezTo>
                  <a:pt x="587842" y="121055"/>
                  <a:pt x="579059" y="123706"/>
                  <a:pt x="568562" y="123706"/>
                </a:cubicBezTo>
                <a:cubicBezTo>
                  <a:pt x="560208" y="123706"/>
                  <a:pt x="552738" y="121831"/>
                  <a:pt x="546151" y="118082"/>
                </a:cubicBezTo>
                <a:cubicBezTo>
                  <a:pt x="539565" y="114333"/>
                  <a:pt x="534398" y="109005"/>
                  <a:pt x="530649" y="102097"/>
                </a:cubicBezTo>
                <a:cubicBezTo>
                  <a:pt x="526900" y="95189"/>
                  <a:pt x="525025" y="87183"/>
                  <a:pt x="525025" y="78080"/>
                </a:cubicBezTo>
                <a:cubicBezTo>
                  <a:pt x="525025" y="68976"/>
                  <a:pt x="526846" y="60996"/>
                  <a:pt x="530487" y="54142"/>
                </a:cubicBezTo>
                <a:cubicBezTo>
                  <a:pt x="534128" y="47286"/>
                  <a:pt x="539242" y="42011"/>
                  <a:pt x="545828" y="38316"/>
                </a:cubicBezTo>
                <a:cubicBezTo>
                  <a:pt x="552416" y="34621"/>
                  <a:pt x="559994" y="32773"/>
                  <a:pt x="568562" y="32773"/>
                </a:cubicBezTo>
                <a:cubicBezTo>
                  <a:pt x="576917" y="32773"/>
                  <a:pt x="584307" y="34594"/>
                  <a:pt x="590733" y="38237"/>
                </a:cubicBezTo>
                <a:cubicBezTo>
                  <a:pt x="597159" y="41878"/>
                  <a:pt x="602112" y="46886"/>
                  <a:pt x="605593" y="53259"/>
                </a:cubicBezTo>
                <a:cubicBezTo>
                  <a:pt x="609074" y="59632"/>
                  <a:pt x="610815" y="66834"/>
                  <a:pt x="610815" y="74866"/>
                </a:cubicBezTo>
                <a:moveTo>
                  <a:pt x="595714" y="71814"/>
                </a:moveTo>
                <a:cubicBezTo>
                  <a:pt x="595714" y="66245"/>
                  <a:pt x="594482" y="61452"/>
                  <a:pt x="592017" y="57437"/>
                </a:cubicBezTo>
                <a:cubicBezTo>
                  <a:pt x="589555" y="53420"/>
                  <a:pt x="586208" y="50367"/>
                  <a:pt x="581976" y="48278"/>
                </a:cubicBezTo>
                <a:cubicBezTo>
                  <a:pt x="577747" y="46190"/>
                  <a:pt x="573061" y="45145"/>
                  <a:pt x="567920" y="45145"/>
                </a:cubicBezTo>
                <a:cubicBezTo>
                  <a:pt x="560530" y="45145"/>
                  <a:pt x="554237" y="47502"/>
                  <a:pt x="549042" y="52215"/>
                </a:cubicBezTo>
                <a:cubicBezTo>
                  <a:pt x="543848" y="56927"/>
                  <a:pt x="540876" y="63460"/>
                  <a:pt x="540126" y="71814"/>
                </a:cubicBezTo>
                <a:lnTo>
                  <a:pt x="595714" y="71814"/>
                </a:lnTo>
                <a:close/>
                <a:moveTo>
                  <a:pt x="690823" y="46268"/>
                </a:moveTo>
                <a:lnTo>
                  <a:pt x="690823" y="98162"/>
                </a:lnTo>
                <a:cubicBezTo>
                  <a:pt x="690823" y="102446"/>
                  <a:pt x="691733" y="105471"/>
                  <a:pt x="693554" y="107240"/>
                </a:cubicBezTo>
                <a:cubicBezTo>
                  <a:pt x="695374" y="109006"/>
                  <a:pt x="698534" y="109890"/>
                  <a:pt x="703033" y="109890"/>
                </a:cubicBezTo>
                <a:lnTo>
                  <a:pt x="713795" y="109890"/>
                </a:lnTo>
                <a:lnTo>
                  <a:pt x="713795" y="122260"/>
                </a:lnTo>
                <a:lnTo>
                  <a:pt x="700621" y="122260"/>
                </a:lnTo>
                <a:cubicBezTo>
                  <a:pt x="692482" y="122260"/>
                  <a:pt x="686378" y="120385"/>
                  <a:pt x="682307" y="116636"/>
                </a:cubicBezTo>
                <a:cubicBezTo>
                  <a:pt x="678237" y="112887"/>
                  <a:pt x="676202" y="106729"/>
                  <a:pt x="676202" y="98162"/>
                </a:cubicBezTo>
                <a:lnTo>
                  <a:pt x="676202" y="46268"/>
                </a:lnTo>
                <a:lnTo>
                  <a:pt x="664796" y="46268"/>
                </a:lnTo>
                <a:lnTo>
                  <a:pt x="664796" y="34219"/>
                </a:lnTo>
                <a:lnTo>
                  <a:pt x="676202" y="34219"/>
                </a:lnTo>
                <a:lnTo>
                  <a:pt x="676202" y="12049"/>
                </a:lnTo>
                <a:lnTo>
                  <a:pt x="690823" y="12049"/>
                </a:lnTo>
                <a:lnTo>
                  <a:pt x="690823" y="34219"/>
                </a:lnTo>
                <a:lnTo>
                  <a:pt x="713795" y="34219"/>
                </a:lnTo>
                <a:lnTo>
                  <a:pt x="713795" y="46268"/>
                </a:lnTo>
                <a:lnTo>
                  <a:pt x="690823" y="46268"/>
                </a:lnTo>
                <a:close/>
                <a:moveTo>
                  <a:pt x="769864" y="123706"/>
                </a:moveTo>
                <a:cubicBezTo>
                  <a:pt x="761618" y="123706"/>
                  <a:pt x="754147" y="121831"/>
                  <a:pt x="747453" y="118082"/>
                </a:cubicBezTo>
                <a:cubicBezTo>
                  <a:pt x="740759" y="114333"/>
                  <a:pt x="735511" y="109005"/>
                  <a:pt x="731708" y="102097"/>
                </a:cubicBezTo>
                <a:cubicBezTo>
                  <a:pt x="727907" y="95189"/>
                  <a:pt x="726006" y="87183"/>
                  <a:pt x="726006" y="78080"/>
                </a:cubicBezTo>
                <a:cubicBezTo>
                  <a:pt x="726006" y="69083"/>
                  <a:pt x="727961" y="61131"/>
                  <a:pt x="731870" y="54223"/>
                </a:cubicBezTo>
                <a:cubicBezTo>
                  <a:pt x="735779" y="47313"/>
                  <a:pt x="741107" y="42011"/>
                  <a:pt x="747855" y="38316"/>
                </a:cubicBezTo>
                <a:cubicBezTo>
                  <a:pt x="754603" y="34621"/>
                  <a:pt x="762155" y="32773"/>
                  <a:pt x="770509" y="32773"/>
                </a:cubicBezTo>
                <a:cubicBezTo>
                  <a:pt x="778862" y="32773"/>
                  <a:pt x="786412" y="34621"/>
                  <a:pt x="793160" y="38316"/>
                </a:cubicBezTo>
                <a:cubicBezTo>
                  <a:pt x="799908" y="42011"/>
                  <a:pt x="805237" y="47286"/>
                  <a:pt x="809146" y="54142"/>
                </a:cubicBezTo>
                <a:cubicBezTo>
                  <a:pt x="813055" y="60996"/>
                  <a:pt x="815010" y="68976"/>
                  <a:pt x="815010" y="78080"/>
                </a:cubicBezTo>
                <a:cubicBezTo>
                  <a:pt x="815010" y="87183"/>
                  <a:pt x="813001" y="95189"/>
                  <a:pt x="808984" y="102097"/>
                </a:cubicBezTo>
                <a:cubicBezTo>
                  <a:pt x="804969" y="109005"/>
                  <a:pt x="799533" y="114333"/>
                  <a:pt x="792677" y="118082"/>
                </a:cubicBezTo>
                <a:cubicBezTo>
                  <a:pt x="785823" y="121831"/>
                  <a:pt x="778219" y="123706"/>
                  <a:pt x="769864" y="123706"/>
                </a:cubicBezTo>
                <a:moveTo>
                  <a:pt x="769864" y="110853"/>
                </a:moveTo>
                <a:cubicBezTo>
                  <a:pt x="775114" y="110853"/>
                  <a:pt x="780041" y="109622"/>
                  <a:pt x="784646" y="107159"/>
                </a:cubicBezTo>
                <a:cubicBezTo>
                  <a:pt x="789252" y="104694"/>
                  <a:pt x="792973" y="100999"/>
                  <a:pt x="795810" y="96073"/>
                </a:cubicBezTo>
                <a:cubicBezTo>
                  <a:pt x="798649" y="91146"/>
                  <a:pt x="800068" y="85148"/>
                  <a:pt x="800068" y="78080"/>
                </a:cubicBezTo>
                <a:cubicBezTo>
                  <a:pt x="800068" y="71010"/>
                  <a:pt x="798676" y="65012"/>
                  <a:pt x="795891" y="60087"/>
                </a:cubicBezTo>
                <a:cubicBezTo>
                  <a:pt x="793106" y="55159"/>
                  <a:pt x="789464" y="51491"/>
                  <a:pt x="784965" y="49082"/>
                </a:cubicBezTo>
                <a:cubicBezTo>
                  <a:pt x="780467" y="46672"/>
                  <a:pt x="775595" y="45466"/>
                  <a:pt x="770347" y="45466"/>
                </a:cubicBezTo>
                <a:cubicBezTo>
                  <a:pt x="764992" y="45466"/>
                  <a:pt x="760091" y="46672"/>
                  <a:pt x="755646" y="49082"/>
                </a:cubicBezTo>
                <a:cubicBezTo>
                  <a:pt x="751202" y="51491"/>
                  <a:pt x="747641" y="55159"/>
                  <a:pt x="744963" y="60087"/>
                </a:cubicBezTo>
                <a:cubicBezTo>
                  <a:pt x="742286" y="65012"/>
                  <a:pt x="740947" y="71010"/>
                  <a:pt x="740947" y="78080"/>
                </a:cubicBezTo>
                <a:cubicBezTo>
                  <a:pt x="740947" y="85256"/>
                  <a:pt x="742259" y="91308"/>
                  <a:pt x="744882" y="96235"/>
                </a:cubicBezTo>
                <a:cubicBezTo>
                  <a:pt x="747507" y="101161"/>
                  <a:pt x="751014" y="104829"/>
                  <a:pt x="755406" y="107240"/>
                </a:cubicBezTo>
                <a:cubicBezTo>
                  <a:pt x="759797" y="109649"/>
                  <a:pt x="764617" y="110853"/>
                  <a:pt x="769864" y="1108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Classes&amp;">
            <a:extLst xmlns:a="http://schemas.openxmlformats.org/drawingml/2006/main">
              <a:ext uri="{FF2B5EF4-FFF2-40B4-BE49-F238E27FC236}">
                <a16:creationId xmlns:a16="http://schemas.microsoft.com/office/drawing/2014/main" id="{D34136CD-3B07-465A-98AB-8F9851DD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2264" y="1418936"/>
            <a:ext cx="776773" cy="120813"/>
          </a:xfrm>
          <a:custGeom xmlns:a="http://schemas.openxmlformats.org/drawingml/2006/main">
            <a:pathLst>
              <a:path w="776773" h="120813">
                <a:moveTo>
                  <a:pt x="0" y="62818"/>
                </a:moveTo>
                <a:cubicBezTo>
                  <a:pt x="0" y="51892"/>
                  <a:pt x="2463" y="42065"/>
                  <a:pt x="7389" y="33337"/>
                </a:cubicBezTo>
                <a:cubicBezTo>
                  <a:pt x="12316" y="24608"/>
                  <a:pt x="19037" y="17781"/>
                  <a:pt x="27551" y="12855"/>
                </a:cubicBezTo>
                <a:cubicBezTo>
                  <a:pt x="36068" y="7928"/>
                  <a:pt x="45520" y="5464"/>
                  <a:pt x="55909" y="5464"/>
                </a:cubicBezTo>
                <a:cubicBezTo>
                  <a:pt x="68119" y="5464"/>
                  <a:pt x="78775" y="8410"/>
                  <a:pt x="87878" y="14302"/>
                </a:cubicBezTo>
                <a:cubicBezTo>
                  <a:pt x="96983" y="20192"/>
                  <a:pt x="103624" y="28545"/>
                  <a:pt x="107801" y="39362"/>
                </a:cubicBezTo>
                <a:lnTo>
                  <a:pt x="90288" y="39362"/>
                </a:lnTo>
                <a:cubicBezTo>
                  <a:pt x="87183" y="32614"/>
                  <a:pt x="82712" y="27420"/>
                  <a:pt x="76874" y="23779"/>
                </a:cubicBezTo>
                <a:cubicBezTo>
                  <a:pt x="71036" y="20136"/>
                  <a:pt x="64048" y="18315"/>
                  <a:pt x="55909" y="18315"/>
                </a:cubicBezTo>
                <a:cubicBezTo>
                  <a:pt x="48089" y="18315"/>
                  <a:pt x="41073" y="20136"/>
                  <a:pt x="34862" y="23779"/>
                </a:cubicBezTo>
                <a:cubicBezTo>
                  <a:pt x="28650" y="27420"/>
                  <a:pt x="23776" y="32587"/>
                  <a:pt x="20241" y="39282"/>
                </a:cubicBezTo>
                <a:cubicBezTo>
                  <a:pt x="16708" y="45976"/>
                  <a:pt x="14941" y="53821"/>
                  <a:pt x="14941" y="62818"/>
                </a:cubicBezTo>
                <a:cubicBezTo>
                  <a:pt x="14941" y="71706"/>
                  <a:pt x="16708" y="79498"/>
                  <a:pt x="20241" y="86192"/>
                </a:cubicBezTo>
                <a:cubicBezTo>
                  <a:pt x="23776" y="92886"/>
                  <a:pt x="28650" y="98054"/>
                  <a:pt x="34862" y="101697"/>
                </a:cubicBezTo>
                <a:cubicBezTo>
                  <a:pt x="41073" y="105338"/>
                  <a:pt x="48089" y="107159"/>
                  <a:pt x="55909" y="107159"/>
                </a:cubicBezTo>
                <a:cubicBezTo>
                  <a:pt x="64048" y="107159"/>
                  <a:pt x="71036" y="105365"/>
                  <a:pt x="76874" y="101778"/>
                </a:cubicBezTo>
                <a:cubicBezTo>
                  <a:pt x="82712" y="98189"/>
                  <a:pt x="87183" y="93021"/>
                  <a:pt x="90288" y="86273"/>
                </a:cubicBezTo>
                <a:lnTo>
                  <a:pt x="107801" y="86273"/>
                </a:lnTo>
                <a:cubicBezTo>
                  <a:pt x="103624" y="96984"/>
                  <a:pt x="96983" y="105258"/>
                  <a:pt x="87878" y="111096"/>
                </a:cubicBezTo>
                <a:cubicBezTo>
                  <a:pt x="78775" y="116932"/>
                  <a:pt x="68119" y="119850"/>
                  <a:pt x="55909" y="119850"/>
                </a:cubicBezTo>
                <a:cubicBezTo>
                  <a:pt x="45520" y="119850"/>
                  <a:pt x="36068" y="117413"/>
                  <a:pt x="27551" y="112540"/>
                </a:cubicBezTo>
                <a:cubicBezTo>
                  <a:pt x="19037" y="107666"/>
                  <a:pt x="12316" y="100892"/>
                  <a:pt x="7389" y="92217"/>
                </a:cubicBezTo>
                <a:cubicBezTo>
                  <a:pt x="2463" y="83543"/>
                  <a:pt x="0" y="73743"/>
                  <a:pt x="0" y="62818"/>
                </a:cubicBezTo>
                <a:close/>
                <a:moveTo>
                  <a:pt x="144109" y="0"/>
                </a:moveTo>
                <a:lnTo>
                  <a:pt x="144109" y="118886"/>
                </a:lnTo>
                <a:lnTo>
                  <a:pt x="129489" y="118886"/>
                </a:lnTo>
                <a:lnTo>
                  <a:pt x="129489" y="0"/>
                </a:lnTo>
                <a:lnTo>
                  <a:pt x="144109" y="0"/>
                </a:lnTo>
                <a:close/>
                <a:moveTo>
                  <a:pt x="163548" y="74545"/>
                </a:moveTo>
                <a:cubicBezTo>
                  <a:pt x="163548" y="65548"/>
                  <a:pt x="165369" y="57650"/>
                  <a:pt x="169010" y="50850"/>
                </a:cubicBezTo>
                <a:cubicBezTo>
                  <a:pt x="172651" y="44048"/>
                  <a:pt x="177658" y="38772"/>
                  <a:pt x="184030" y="35023"/>
                </a:cubicBezTo>
                <a:cubicBezTo>
                  <a:pt x="190403" y="31274"/>
                  <a:pt x="197499" y="29400"/>
                  <a:pt x="205318" y="29400"/>
                </a:cubicBezTo>
                <a:cubicBezTo>
                  <a:pt x="213030" y="29400"/>
                  <a:pt x="219724" y="31060"/>
                  <a:pt x="225400" y="34381"/>
                </a:cubicBezTo>
                <a:cubicBezTo>
                  <a:pt x="231077" y="37702"/>
                  <a:pt x="235308" y="41879"/>
                  <a:pt x="238093" y="46913"/>
                </a:cubicBezTo>
                <a:lnTo>
                  <a:pt x="238093" y="30846"/>
                </a:lnTo>
                <a:lnTo>
                  <a:pt x="252873" y="30846"/>
                </a:lnTo>
                <a:lnTo>
                  <a:pt x="252873" y="118886"/>
                </a:lnTo>
                <a:lnTo>
                  <a:pt x="238093" y="118886"/>
                </a:lnTo>
                <a:lnTo>
                  <a:pt x="238093" y="102499"/>
                </a:lnTo>
                <a:cubicBezTo>
                  <a:pt x="235201" y="107640"/>
                  <a:pt x="230889" y="111898"/>
                  <a:pt x="225160" y="115273"/>
                </a:cubicBezTo>
                <a:cubicBezTo>
                  <a:pt x="219430" y="118646"/>
                  <a:pt x="212763" y="120333"/>
                  <a:pt x="205159" y="120333"/>
                </a:cubicBezTo>
                <a:cubicBezTo>
                  <a:pt x="197340" y="120333"/>
                  <a:pt x="190271" y="118405"/>
                  <a:pt x="183951" y="114550"/>
                </a:cubicBezTo>
                <a:cubicBezTo>
                  <a:pt x="177632" y="110693"/>
                  <a:pt x="172651" y="105284"/>
                  <a:pt x="169010" y="98324"/>
                </a:cubicBezTo>
                <a:cubicBezTo>
                  <a:pt x="165369" y="91362"/>
                  <a:pt x="163548" y="83436"/>
                  <a:pt x="163548" y="74545"/>
                </a:cubicBezTo>
                <a:moveTo>
                  <a:pt x="238093" y="74707"/>
                </a:moveTo>
                <a:cubicBezTo>
                  <a:pt x="238093" y="68065"/>
                  <a:pt x="236754" y="62282"/>
                  <a:pt x="234075" y="57356"/>
                </a:cubicBezTo>
                <a:cubicBezTo>
                  <a:pt x="231398" y="52428"/>
                  <a:pt x="227783" y="48653"/>
                  <a:pt x="223230" y="46030"/>
                </a:cubicBezTo>
                <a:cubicBezTo>
                  <a:pt x="218679" y="43406"/>
                  <a:pt x="213672" y="42093"/>
                  <a:pt x="208211" y="42093"/>
                </a:cubicBezTo>
                <a:cubicBezTo>
                  <a:pt x="202749" y="42093"/>
                  <a:pt x="197768" y="43379"/>
                  <a:pt x="193269" y="45949"/>
                </a:cubicBezTo>
                <a:cubicBezTo>
                  <a:pt x="188772" y="48520"/>
                  <a:pt x="185184" y="52269"/>
                  <a:pt x="182505" y="57196"/>
                </a:cubicBezTo>
                <a:cubicBezTo>
                  <a:pt x="179828" y="62122"/>
                  <a:pt x="178490" y="67905"/>
                  <a:pt x="178490" y="74545"/>
                </a:cubicBezTo>
                <a:cubicBezTo>
                  <a:pt x="178490" y="81293"/>
                  <a:pt x="179828" y="87158"/>
                  <a:pt x="182505" y="92139"/>
                </a:cubicBezTo>
                <a:cubicBezTo>
                  <a:pt x="185184" y="97119"/>
                  <a:pt x="188772" y="100921"/>
                  <a:pt x="193269" y="103545"/>
                </a:cubicBezTo>
                <a:cubicBezTo>
                  <a:pt x="197768" y="106168"/>
                  <a:pt x="202749" y="107480"/>
                  <a:pt x="208211" y="107480"/>
                </a:cubicBezTo>
                <a:cubicBezTo>
                  <a:pt x="213672" y="107480"/>
                  <a:pt x="218679" y="106168"/>
                  <a:pt x="223230" y="103545"/>
                </a:cubicBezTo>
                <a:cubicBezTo>
                  <a:pt x="227783" y="100921"/>
                  <a:pt x="231398" y="97119"/>
                  <a:pt x="234075" y="92139"/>
                </a:cubicBezTo>
                <a:cubicBezTo>
                  <a:pt x="236754" y="87158"/>
                  <a:pt x="238093" y="81347"/>
                  <a:pt x="238093" y="74707"/>
                </a:cubicBezTo>
                <a:close/>
                <a:moveTo>
                  <a:pt x="308781" y="120333"/>
                </a:moveTo>
                <a:cubicBezTo>
                  <a:pt x="302033" y="120333"/>
                  <a:pt x="295981" y="119181"/>
                  <a:pt x="290625" y="116879"/>
                </a:cubicBezTo>
                <a:cubicBezTo>
                  <a:pt x="285271" y="114576"/>
                  <a:pt x="281041" y="111363"/>
                  <a:pt x="277934" y="107240"/>
                </a:cubicBezTo>
                <a:cubicBezTo>
                  <a:pt x="274829" y="103116"/>
                  <a:pt x="273116" y="98377"/>
                  <a:pt x="272794" y="93021"/>
                </a:cubicBezTo>
                <a:lnTo>
                  <a:pt x="287897" y="93021"/>
                </a:lnTo>
                <a:cubicBezTo>
                  <a:pt x="288325" y="97413"/>
                  <a:pt x="290387" y="101001"/>
                  <a:pt x="294082" y="103786"/>
                </a:cubicBezTo>
                <a:cubicBezTo>
                  <a:pt x="297777" y="106570"/>
                  <a:pt x="302623" y="107963"/>
                  <a:pt x="308621" y="107963"/>
                </a:cubicBezTo>
                <a:cubicBezTo>
                  <a:pt x="314191" y="107963"/>
                  <a:pt x="318582" y="106731"/>
                  <a:pt x="321795" y="104269"/>
                </a:cubicBezTo>
                <a:cubicBezTo>
                  <a:pt x="325008" y="101804"/>
                  <a:pt x="326615" y="98697"/>
                  <a:pt x="326615" y="94948"/>
                </a:cubicBezTo>
                <a:cubicBezTo>
                  <a:pt x="326615" y="91093"/>
                  <a:pt x="324900" y="88228"/>
                  <a:pt x="321472" y="86354"/>
                </a:cubicBezTo>
                <a:cubicBezTo>
                  <a:pt x="318044" y="84479"/>
                  <a:pt x="312744" y="82632"/>
                  <a:pt x="305569" y="80811"/>
                </a:cubicBezTo>
                <a:cubicBezTo>
                  <a:pt x="299035" y="79097"/>
                  <a:pt x="293707" y="77356"/>
                  <a:pt x="289583" y="75589"/>
                </a:cubicBezTo>
                <a:cubicBezTo>
                  <a:pt x="285460" y="73823"/>
                  <a:pt x="281925" y="71199"/>
                  <a:pt x="278979" y="67718"/>
                </a:cubicBezTo>
                <a:cubicBezTo>
                  <a:pt x="276034" y="64237"/>
                  <a:pt x="274561" y="59658"/>
                  <a:pt x="274561" y="53980"/>
                </a:cubicBezTo>
                <a:cubicBezTo>
                  <a:pt x="274561" y="49483"/>
                  <a:pt x="275900" y="45359"/>
                  <a:pt x="278577" y="41610"/>
                </a:cubicBezTo>
                <a:cubicBezTo>
                  <a:pt x="281255" y="37861"/>
                  <a:pt x="285057" y="34889"/>
                  <a:pt x="289983" y="32695"/>
                </a:cubicBezTo>
                <a:cubicBezTo>
                  <a:pt x="294910" y="30498"/>
                  <a:pt x="300534" y="29400"/>
                  <a:pt x="306854" y="29400"/>
                </a:cubicBezTo>
                <a:cubicBezTo>
                  <a:pt x="316601" y="29400"/>
                  <a:pt x="324473" y="31864"/>
                  <a:pt x="330471" y="36791"/>
                </a:cubicBezTo>
                <a:cubicBezTo>
                  <a:pt x="336468" y="41718"/>
                  <a:pt x="339681" y="48466"/>
                  <a:pt x="340110" y="57035"/>
                </a:cubicBezTo>
                <a:lnTo>
                  <a:pt x="325489" y="57035"/>
                </a:lnTo>
                <a:cubicBezTo>
                  <a:pt x="325167" y="52429"/>
                  <a:pt x="323320" y="48734"/>
                  <a:pt x="319947" y="45949"/>
                </a:cubicBezTo>
                <a:cubicBezTo>
                  <a:pt x="316574" y="43165"/>
                  <a:pt x="312048" y="41772"/>
                  <a:pt x="306371" y="41772"/>
                </a:cubicBezTo>
                <a:cubicBezTo>
                  <a:pt x="301123" y="41772"/>
                  <a:pt x="296946" y="42897"/>
                  <a:pt x="293839" y="45145"/>
                </a:cubicBezTo>
                <a:cubicBezTo>
                  <a:pt x="290734" y="47394"/>
                  <a:pt x="289181" y="50339"/>
                  <a:pt x="289181" y="53980"/>
                </a:cubicBezTo>
                <a:cubicBezTo>
                  <a:pt x="289181" y="56873"/>
                  <a:pt x="290119" y="59256"/>
                  <a:pt x="291993" y="61131"/>
                </a:cubicBezTo>
                <a:cubicBezTo>
                  <a:pt x="293868" y="63006"/>
                  <a:pt x="296224" y="64505"/>
                  <a:pt x="299061" y="65629"/>
                </a:cubicBezTo>
                <a:cubicBezTo>
                  <a:pt x="301899" y="66754"/>
                  <a:pt x="305836" y="68012"/>
                  <a:pt x="310869" y="69405"/>
                </a:cubicBezTo>
                <a:cubicBezTo>
                  <a:pt x="317189" y="71117"/>
                  <a:pt x="322330" y="72804"/>
                  <a:pt x="326293" y="74464"/>
                </a:cubicBezTo>
                <a:cubicBezTo>
                  <a:pt x="330257" y="76125"/>
                  <a:pt x="333657" y="78615"/>
                  <a:pt x="336494" y="81936"/>
                </a:cubicBezTo>
                <a:cubicBezTo>
                  <a:pt x="339333" y="85255"/>
                  <a:pt x="340805" y="89593"/>
                  <a:pt x="340911" y="94948"/>
                </a:cubicBezTo>
                <a:cubicBezTo>
                  <a:pt x="340911" y="99768"/>
                  <a:pt x="339573" y="104106"/>
                  <a:pt x="336896" y="107963"/>
                </a:cubicBezTo>
                <a:cubicBezTo>
                  <a:pt x="334219" y="111818"/>
                  <a:pt x="330444" y="114844"/>
                  <a:pt x="325570" y="117040"/>
                </a:cubicBezTo>
                <a:cubicBezTo>
                  <a:pt x="320697" y="119235"/>
                  <a:pt x="315100" y="120333"/>
                  <a:pt x="308781" y="120333"/>
                </a:cubicBezTo>
                <a:close/>
                <a:moveTo>
                  <a:pt x="392644" y="120333"/>
                </a:moveTo>
                <a:cubicBezTo>
                  <a:pt x="385896" y="120333"/>
                  <a:pt x="379844" y="119181"/>
                  <a:pt x="374488" y="116879"/>
                </a:cubicBezTo>
                <a:cubicBezTo>
                  <a:pt x="369134" y="114576"/>
                  <a:pt x="364904" y="111363"/>
                  <a:pt x="361797" y="107240"/>
                </a:cubicBezTo>
                <a:cubicBezTo>
                  <a:pt x="358692" y="103116"/>
                  <a:pt x="356979" y="98377"/>
                  <a:pt x="356657" y="93021"/>
                </a:cubicBezTo>
                <a:lnTo>
                  <a:pt x="371760" y="93021"/>
                </a:lnTo>
                <a:cubicBezTo>
                  <a:pt x="372188" y="97413"/>
                  <a:pt x="374250" y="101001"/>
                  <a:pt x="377945" y="103786"/>
                </a:cubicBezTo>
                <a:cubicBezTo>
                  <a:pt x="381640" y="106570"/>
                  <a:pt x="386486" y="107963"/>
                  <a:pt x="392484" y="107963"/>
                </a:cubicBezTo>
                <a:cubicBezTo>
                  <a:pt x="398054" y="107963"/>
                  <a:pt x="402445" y="106731"/>
                  <a:pt x="405658" y="104269"/>
                </a:cubicBezTo>
                <a:cubicBezTo>
                  <a:pt x="408871" y="101804"/>
                  <a:pt x="410478" y="98697"/>
                  <a:pt x="410478" y="94948"/>
                </a:cubicBezTo>
                <a:cubicBezTo>
                  <a:pt x="410478" y="91093"/>
                  <a:pt x="408763" y="88228"/>
                  <a:pt x="405335" y="86354"/>
                </a:cubicBezTo>
                <a:cubicBezTo>
                  <a:pt x="401907" y="84479"/>
                  <a:pt x="396607" y="82632"/>
                  <a:pt x="389432" y="80811"/>
                </a:cubicBezTo>
                <a:cubicBezTo>
                  <a:pt x="382898" y="79097"/>
                  <a:pt x="377570" y="77356"/>
                  <a:pt x="373447" y="75589"/>
                </a:cubicBezTo>
                <a:cubicBezTo>
                  <a:pt x="369323" y="73823"/>
                  <a:pt x="365788" y="71199"/>
                  <a:pt x="362842" y="67718"/>
                </a:cubicBezTo>
                <a:cubicBezTo>
                  <a:pt x="359897" y="64237"/>
                  <a:pt x="358424" y="59658"/>
                  <a:pt x="358424" y="53980"/>
                </a:cubicBezTo>
                <a:cubicBezTo>
                  <a:pt x="358424" y="49483"/>
                  <a:pt x="359763" y="45359"/>
                  <a:pt x="362440" y="41610"/>
                </a:cubicBezTo>
                <a:cubicBezTo>
                  <a:pt x="365118" y="37861"/>
                  <a:pt x="368920" y="34889"/>
                  <a:pt x="373846" y="32695"/>
                </a:cubicBezTo>
                <a:cubicBezTo>
                  <a:pt x="378773" y="30498"/>
                  <a:pt x="384397" y="29400"/>
                  <a:pt x="390717" y="29400"/>
                </a:cubicBezTo>
                <a:cubicBezTo>
                  <a:pt x="400464" y="29400"/>
                  <a:pt x="408336" y="31864"/>
                  <a:pt x="414334" y="36791"/>
                </a:cubicBezTo>
                <a:cubicBezTo>
                  <a:pt x="420332" y="41718"/>
                  <a:pt x="423545" y="48466"/>
                  <a:pt x="423973" y="57035"/>
                </a:cubicBezTo>
                <a:lnTo>
                  <a:pt x="409352" y="57035"/>
                </a:lnTo>
                <a:cubicBezTo>
                  <a:pt x="409030" y="52429"/>
                  <a:pt x="407183" y="48734"/>
                  <a:pt x="403810" y="45949"/>
                </a:cubicBezTo>
                <a:cubicBezTo>
                  <a:pt x="400437" y="43165"/>
                  <a:pt x="395911" y="41772"/>
                  <a:pt x="390234" y="41772"/>
                </a:cubicBezTo>
                <a:cubicBezTo>
                  <a:pt x="384986" y="41772"/>
                  <a:pt x="380809" y="42897"/>
                  <a:pt x="377702" y="45145"/>
                </a:cubicBezTo>
                <a:cubicBezTo>
                  <a:pt x="374597" y="47394"/>
                  <a:pt x="373044" y="50339"/>
                  <a:pt x="373044" y="53980"/>
                </a:cubicBezTo>
                <a:cubicBezTo>
                  <a:pt x="373044" y="56873"/>
                  <a:pt x="373982" y="59256"/>
                  <a:pt x="375856" y="61131"/>
                </a:cubicBezTo>
                <a:cubicBezTo>
                  <a:pt x="377731" y="63006"/>
                  <a:pt x="380087" y="64505"/>
                  <a:pt x="382924" y="65629"/>
                </a:cubicBezTo>
                <a:cubicBezTo>
                  <a:pt x="385762" y="66754"/>
                  <a:pt x="389699" y="68012"/>
                  <a:pt x="394732" y="69405"/>
                </a:cubicBezTo>
                <a:cubicBezTo>
                  <a:pt x="401052" y="71117"/>
                  <a:pt x="406193" y="72804"/>
                  <a:pt x="410156" y="74464"/>
                </a:cubicBezTo>
                <a:cubicBezTo>
                  <a:pt x="414120" y="76125"/>
                  <a:pt x="417520" y="78615"/>
                  <a:pt x="420357" y="81936"/>
                </a:cubicBezTo>
                <a:cubicBezTo>
                  <a:pt x="423196" y="85255"/>
                  <a:pt x="424668" y="89593"/>
                  <a:pt x="424774" y="94948"/>
                </a:cubicBezTo>
                <a:cubicBezTo>
                  <a:pt x="424774" y="99768"/>
                  <a:pt x="423436" y="104106"/>
                  <a:pt x="420759" y="107963"/>
                </a:cubicBezTo>
                <a:cubicBezTo>
                  <a:pt x="418082" y="111818"/>
                  <a:pt x="414307" y="114844"/>
                  <a:pt x="409433" y="117040"/>
                </a:cubicBezTo>
                <a:cubicBezTo>
                  <a:pt x="404560" y="119235"/>
                  <a:pt x="398963" y="120333"/>
                  <a:pt x="392644" y="120333"/>
                </a:cubicBezTo>
                <a:close/>
                <a:moveTo>
                  <a:pt x="525666" y="71493"/>
                </a:moveTo>
                <a:cubicBezTo>
                  <a:pt x="525666" y="74278"/>
                  <a:pt x="525506" y="77223"/>
                  <a:pt x="525186" y="80328"/>
                </a:cubicBezTo>
                <a:lnTo>
                  <a:pt x="454818" y="80328"/>
                </a:lnTo>
                <a:cubicBezTo>
                  <a:pt x="455354" y="89004"/>
                  <a:pt x="458326" y="95779"/>
                  <a:pt x="463734" y="100653"/>
                </a:cubicBezTo>
                <a:cubicBezTo>
                  <a:pt x="469143" y="105526"/>
                  <a:pt x="475703" y="107963"/>
                  <a:pt x="483414" y="107963"/>
                </a:cubicBezTo>
                <a:cubicBezTo>
                  <a:pt x="489734" y="107963"/>
                  <a:pt x="495008" y="106490"/>
                  <a:pt x="499238" y="103545"/>
                </a:cubicBezTo>
                <a:cubicBezTo>
                  <a:pt x="503469" y="100599"/>
                  <a:pt x="506442" y="96662"/>
                  <a:pt x="508156" y="91734"/>
                </a:cubicBezTo>
                <a:lnTo>
                  <a:pt x="523899" y="91734"/>
                </a:lnTo>
                <a:cubicBezTo>
                  <a:pt x="521544" y="100197"/>
                  <a:pt x="516832" y="107079"/>
                  <a:pt x="509762" y="112380"/>
                </a:cubicBezTo>
                <a:cubicBezTo>
                  <a:pt x="502693" y="117682"/>
                  <a:pt x="493911" y="120333"/>
                  <a:pt x="483414" y="120333"/>
                </a:cubicBezTo>
                <a:cubicBezTo>
                  <a:pt x="475059" y="120333"/>
                  <a:pt x="467589" y="118458"/>
                  <a:pt x="461003" y="114709"/>
                </a:cubicBezTo>
                <a:cubicBezTo>
                  <a:pt x="454417" y="110960"/>
                  <a:pt x="449249" y="105632"/>
                  <a:pt x="445500" y="98723"/>
                </a:cubicBezTo>
                <a:cubicBezTo>
                  <a:pt x="441751" y="91815"/>
                  <a:pt x="439877" y="83810"/>
                  <a:pt x="439877" y="74707"/>
                </a:cubicBezTo>
                <a:cubicBezTo>
                  <a:pt x="439877" y="65602"/>
                  <a:pt x="441697" y="57623"/>
                  <a:pt x="445338" y="50769"/>
                </a:cubicBezTo>
                <a:cubicBezTo>
                  <a:pt x="448980" y="43913"/>
                  <a:pt x="454093" y="38638"/>
                  <a:pt x="460679" y="34943"/>
                </a:cubicBezTo>
                <a:cubicBezTo>
                  <a:pt x="467267" y="31247"/>
                  <a:pt x="474845" y="29400"/>
                  <a:pt x="483414" y="29400"/>
                </a:cubicBezTo>
                <a:cubicBezTo>
                  <a:pt x="491768" y="29400"/>
                  <a:pt x="499158" y="31221"/>
                  <a:pt x="505584" y="34864"/>
                </a:cubicBezTo>
                <a:cubicBezTo>
                  <a:pt x="512010" y="38505"/>
                  <a:pt x="516964" y="43513"/>
                  <a:pt x="520445" y="49886"/>
                </a:cubicBezTo>
                <a:cubicBezTo>
                  <a:pt x="523926" y="56258"/>
                  <a:pt x="525666" y="63461"/>
                  <a:pt x="525666" y="71493"/>
                </a:cubicBezTo>
                <a:moveTo>
                  <a:pt x="510566" y="68441"/>
                </a:moveTo>
                <a:cubicBezTo>
                  <a:pt x="510566" y="62871"/>
                  <a:pt x="509334" y="58079"/>
                  <a:pt x="506869" y="54064"/>
                </a:cubicBezTo>
                <a:cubicBezTo>
                  <a:pt x="504406" y="50046"/>
                  <a:pt x="501059" y="46994"/>
                  <a:pt x="496828" y="44905"/>
                </a:cubicBezTo>
                <a:cubicBezTo>
                  <a:pt x="492599" y="42816"/>
                  <a:pt x="487913" y="41772"/>
                  <a:pt x="482772" y="41772"/>
                </a:cubicBezTo>
                <a:cubicBezTo>
                  <a:pt x="475381" y="41772"/>
                  <a:pt x="469089" y="44129"/>
                  <a:pt x="463893" y="48842"/>
                </a:cubicBezTo>
                <a:cubicBezTo>
                  <a:pt x="458699" y="53554"/>
                  <a:pt x="455728" y="60087"/>
                  <a:pt x="454977" y="68441"/>
                </a:cubicBezTo>
                <a:lnTo>
                  <a:pt x="510566" y="68441"/>
                </a:lnTo>
                <a:close/>
                <a:moveTo>
                  <a:pt x="576113" y="120333"/>
                </a:moveTo>
                <a:cubicBezTo>
                  <a:pt x="569365" y="120333"/>
                  <a:pt x="563313" y="119181"/>
                  <a:pt x="557958" y="116879"/>
                </a:cubicBezTo>
                <a:cubicBezTo>
                  <a:pt x="552604" y="114576"/>
                  <a:pt x="548373" y="111363"/>
                  <a:pt x="545267" y="107240"/>
                </a:cubicBezTo>
                <a:cubicBezTo>
                  <a:pt x="542161" y="103116"/>
                  <a:pt x="540448" y="98377"/>
                  <a:pt x="540126" y="93021"/>
                </a:cubicBezTo>
                <a:lnTo>
                  <a:pt x="555229" y="93021"/>
                </a:lnTo>
                <a:cubicBezTo>
                  <a:pt x="555657" y="97413"/>
                  <a:pt x="557719" y="101001"/>
                  <a:pt x="561414" y="103786"/>
                </a:cubicBezTo>
                <a:cubicBezTo>
                  <a:pt x="565109" y="106570"/>
                  <a:pt x="569956" y="107963"/>
                  <a:pt x="575953" y="107963"/>
                </a:cubicBezTo>
                <a:cubicBezTo>
                  <a:pt x="581523" y="107963"/>
                  <a:pt x="585914" y="106731"/>
                  <a:pt x="589127" y="104269"/>
                </a:cubicBezTo>
                <a:cubicBezTo>
                  <a:pt x="592340" y="101804"/>
                  <a:pt x="593947" y="98697"/>
                  <a:pt x="593947" y="94948"/>
                </a:cubicBezTo>
                <a:cubicBezTo>
                  <a:pt x="593947" y="91093"/>
                  <a:pt x="592232" y="88228"/>
                  <a:pt x="588804" y="86354"/>
                </a:cubicBezTo>
                <a:cubicBezTo>
                  <a:pt x="585377" y="84479"/>
                  <a:pt x="580076" y="82632"/>
                  <a:pt x="572901" y="80811"/>
                </a:cubicBezTo>
                <a:cubicBezTo>
                  <a:pt x="566368" y="79097"/>
                  <a:pt x="561039" y="77356"/>
                  <a:pt x="556916" y="75589"/>
                </a:cubicBezTo>
                <a:cubicBezTo>
                  <a:pt x="552792" y="73823"/>
                  <a:pt x="549258" y="71199"/>
                  <a:pt x="546311" y="67718"/>
                </a:cubicBezTo>
                <a:cubicBezTo>
                  <a:pt x="543366" y="64237"/>
                  <a:pt x="541893" y="59658"/>
                  <a:pt x="541893" y="53980"/>
                </a:cubicBezTo>
                <a:cubicBezTo>
                  <a:pt x="541893" y="49483"/>
                  <a:pt x="543232" y="45359"/>
                  <a:pt x="545909" y="41610"/>
                </a:cubicBezTo>
                <a:cubicBezTo>
                  <a:pt x="548587" y="37861"/>
                  <a:pt x="552390" y="34889"/>
                  <a:pt x="557315" y="32695"/>
                </a:cubicBezTo>
                <a:cubicBezTo>
                  <a:pt x="562243" y="30498"/>
                  <a:pt x="567866" y="29400"/>
                  <a:pt x="574186" y="29400"/>
                </a:cubicBezTo>
                <a:cubicBezTo>
                  <a:pt x="583933" y="29400"/>
                  <a:pt x="591805" y="31864"/>
                  <a:pt x="597803" y="36791"/>
                </a:cubicBezTo>
                <a:cubicBezTo>
                  <a:pt x="603801" y="41718"/>
                  <a:pt x="607014" y="48466"/>
                  <a:pt x="607442" y="57035"/>
                </a:cubicBezTo>
                <a:lnTo>
                  <a:pt x="592822" y="57035"/>
                </a:lnTo>
                <a:cubicBezTo>
                  <a:pt x="592500" y="52429"/>
                  <a:pt x="590652" y="48734"/>
                  <a:pt x="587279" y="45949"/>
                </a:cubicBezTo>
                <a:cubicBezTo>
                  <a:pt x="583906" y="43165"/>
                  <a:pt x="579381" y="41772"/>
                  <a:pt x="573703" y="41772"/>
                </a:cubicBezTo>
                <a:cubicBezTo>
                  <a:pt x="568455" y="41772"/>
                  <a:pt x="564278" y="42897"/>
                  <a:pt x="561171" y="45145"/>
                </a:cubicBezTo>
                <a:cubicBezTo>
                  <a:pt x="558066" y="47394"/>
                  <a:pt x="556514" y="50339"/>
                  <a:pt x="556514" y="53980"/>
                </a:cubicBezTo>
                <a:cubicBezTo>
                  <a:pt x="556514" y="56873"/>
                  <a:pt x="557451" y="59256"/>
                  <a:pt x="559325" y="61131"/>
                </a:cubicBezTo>
                <a:cubicBezTo>
                  <a:pt x="561200" y="63006"/>
                  <a:pt x="563556" y="64505"/>
                  <a:pt x="566393" y="65629"/>
                </a:cubicBezTo>
                <a:cubicBezTo>
                  <a:pt x="569232" y="66754"/>
                  <a:pt x="573168" y="68012"/>
                  <a:pt x="578201" y="69405"/>
                </a:cubicBezTo>
                <a:cubicBezTo>
                  <a:pt x="584521" y="71117"/>
                  <a:pt x="589663" y="72804"/>
                  <a:pt x="593626" y="74464"/>
                </a:cubicBezTo>
                <a:cubicBezTo>
                  <a:pt x="597589" y="76125"/>
                  <a:pt x="600989" y="78615"/>
                  <a:pt x="603826" y="81936"/>
                </a:cubicBezTo>
                <a:cubicBezTo>
                  <a:pt x="606665" y="85255"/>
                  <a:pt x="608137" y="89593"/>
                  <a:pt x="608244" y="94948"/>
                </a:cubicBezTo>
                <a:cubicBezTo>
                  <a:pt x="608244" y="99768"/>
                  <a:pt x="606905" y="104106"/>
                  <a:pt x="604228" y="107963"/>
                </a:cubicBezTo>
                <a:cubicBezTo>
                  <a:pt x="601551" y="111818"/>
                  <a:pt x="597776" y="114844"/>
                  <a:pt x="592903" y="117040"/>
                </a:cubicBezTo>
                <a:cubicBezTo>
                  <a:pt x="588029" y="119235"/>
                  <a:pt x="582433" y="120333"/>
                  <a:pt x="576113" y="120333"/>
                </a:cubicBezTo>
                <a:close/>
                <a:moveTo>
                  <a:pt x="757654" y="118886"/>
                </a:moveTo>
                <a:lnTo>
                  <a:pt x="743034" y="104107"/>
                </a:lnTo>
                <a:cubicBezTo>
                  <a:pt x="737572" y="109783"/>
                  <a:pt x="731735" y="113986"/>
                  <a:pt x="725524" y="116717"/>
                </a:cubicBezTo>
                <a:cubicBezTo>
                  <a:pt x="719312" y="119448"/>
                  <a:pt x="712297" y="120813"/>
                  <a:pt x="704478" y="120813"/>
                </a:cubicBezTo>
                <a:cubicBezTo>
                  <a:pt x="696766" y="120813"/>
                  <a:pt x="689938" y="119422"/>
                  <a:pt x="683994" y="116638"/>
                </a:cubicBezTo>
                <a:cubicBezTo>
                  <a:pt x="678050" y="113854"/>
                  <a:pt x="673445" y="109890"/>
                  <a:pt x="670178" y="104749"/>
                </a:cubicBezTo>
                <a:cubicBezTo>
                  <a:pt x="666911" y="99608"/>
                  <a:pt x="665278" y="93610"/>
                  <a:pt x="665278" y="86756"/>
                </a:cubicBezTo>
                <a:cubicBezTo>
                  <a:pt x="665278" y="78937"/>
                  <a:pt x="667499" y="72056"/>
                  <a:pt x="671943" y="66112"/>
                </a:cubicBezTo>
                <a:cubicBezTo>
                  <a:pt x="676388" y="60167"/>
                  <a:pt x="682949" y="55480"/>
                  <a:pt x="691625" y="52053"/>
                </a:cubicBezTo>
                <a:cubicBezTo>
                  <a:pt x="688198" y="47984"/>
                  <a:pt x="685735" y="44236"/>
                  <a:pt x="684234" y="40809"/>
                </a:cubicBezTo>
                <a:cubicBezTo>
                  <a:pt x="682736" y="37380"/>
                  <a:pt x="681986" y="33631"/>
                  <a:pt x="681986" y="29562"/>
                </a:cubicBezTo>
                <a:cubicBezTo>
                  <a:pt x="681986" y="24848"/>
                  <a:pt x="683191" y="20591"/>
                  <a:pt x="685600" y="16790"/>
                </a:cubicBezTo>
                <a:cubicBezTo>
                  <a:pt x="688010" y="12987"/>
                  <a:pt x="691464" y="10015"/>
                  <a:pt x="695962" y="7874"/>
                </a:cubicBezTo>
                <a:cubicBezTo>
                  <a:pt x="700461" y="5731"/>
                  <a:pt x="705656" y="4660"/>
                  <a:pt x="711546" y="4660"/>
                </a:cubicBezTo>
                <a:cubicBezTo>
                  <a:pt x="717329" y="4660"/>
                  <a:pt x="722363" y="5785"/>
                  <a:pt x="726646" y="8033"/>
                </a:cubicBezTo>
                <a:cubicBezTo>
                  <a:pt x="730931" y="10282"/>
                  <a:pt x="734144" y="13415"/>
                  <a:pt x="736285" y="17432"/>
                </a:cubicBezTo>
                <a:cubicBezTo>
                  <a:pt x="738428" y="21449"/>
                  <a:pt x="739392" y="25920"/>
                  <a:pt x="739178" y="30846"/>
                </a:cubicBezTo>
                <a:lnTo>
                  <a:pt x="724560" y="30846"/>
                </a:lnTo>
                <a:cubicBezTo>
                  <a:pt x="724666" y="26455"/>
                  <a:pt x="723434" y="23001"/>
                  <a:pt x="720863" y="20484"/>
                </a:cubicBezTo>
                <a:cubicBezTo>
                  <a:pt x="718293" y="17967"/>
                  <a:pt x="714973" y="16709"/>
                  <a:pt x="710903" y="16709"/>
                </a:cubicBezTo>
                <a:cubicBezTo>
                  <a:pt x="706620" y="16709"/>
                  <a:pt x="703166" y="17914"/>
                  <a:pt x="700541" y="20325"/>
                </a:cubicBezTo>
                <a:cubicBezTo>
                  <a:pt x="697917" y="22734"/>
                  <a:pt x="696604" y="25813"/>
                  <a:pt x="696604" y="29562"/>
                </a:cubicBezTo>
                <a:cubicBezTo>
                  <a:pt x="696604" y="32775"/>
                  <a:pt x="697488" y="35881"/>
                  <a:pt x="699254" y="38879"/>
                </a:cubicBezTo>
                <a:cubicBezTo>
                  <a:pt x="701023" y="41878"/>
                  <a:pt x="703995" y="45573"/>
                  <a:pt x="708172" y="49965"/>
                </a:cubicBezTo>
                <a:lnTo>
                  <a:pt x="741588" y="83542"/>
                </a:lnTo>
                <a:lnTo>
                  <a:pt x="744480" y="79043"/>
                </a:lnTo>
                <a:lnTo>
                  <a:pt x="755406" y="60729"/>
                </a:lnTo>
                <a:lnTo>
                  <a:pt x="771149" y="60729"/>
                </a:lnTo>
                <a:lnTo>
                  <a:pt x="757975" y="83542"/>
                </a:lnTo>
                <a:cubicBezTo>
                  <a:pt x="756155" y="86755"/>
                  <a:pt x="754013" y="90129"/>
                  <a:pt x="751550" y="93664"/>
                </a:cubicBezTo>
                <a:lnTo>
                  <a:pt x="776773" y="118886"/>
                </a:lnTo>
                <a:lnTo>
                  <a:pt x="757654" y="118886"/>
                </a:lnTo>
                <a:moveTo>
                  <a:pt x="704478" y="108284"/>
                </a:moveTo>
                <a:cubicBezTo>
                  <a:pt x="710262" y="108284"/>
                  <a:pt x="715483" y="107160"/>
                  <a:pt x="720140" y="104911"/>
                </a:cubicBezTo>
                <a:cubicBezTo>
                  <a:pt x="724800" y="102660"/>
                  <a:pt x="729218" y="99179"/>
                  <a:pt x="733395" y="94468"/>
                </a:cubicBezTo>
                <a:lnTo>
                  <a:pt x="700460" y="61371"/>
                </a:lnTo>
                <a:cubicBezTo>
                  <a:pt x="686752" y="66619"/>
                  <a:pt x="679898" y="74919"/>
                  <a:pt x="679898" y="86273"/>
                </a:cubicBezTo>
                <a:cubicBezTo>
                  <a:pt x="679898" y="92592"/>
                  <a:pt x="682174" y="97841"/>
                  <a:pt x="686725" y="102018"/>
                </a:cubicBezTo>
                <a:cubicBezTo>
                  <a:pt x="691276" y="106195"/>
                  <a:pt x="697194" y="108284"/>
                  <a:pt x="704478" y="1082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Functions">
            <a:extLst xmlns:a="http://schemas.openxmlformats.org/drawingml/2006/main">
              <a:ext uri="{FF2B5EF4-FFF2-40B4-BE49-F238E27FC236}">
                <a16:creationId xmlns:a16="http://schemas.microsoft.com/office/drawing/2014/main" id="{01FAA142-9165-4A63-A1F2-24EF04DB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7726" y="1608350"/>
            <a:ext cx="751067" cy="123706"/>
          </a:xfrm>
          <a:custGeom xmlns:a="http://schemas.openxmlformats.org/drawingml/2006/main">
            <a:pathLst>
              <a:path w="751067" h="123706">
                <a:moveTo>
                  <a:pt x="63298" y="10281"/>
                </a:moveTo>
                <a:lnTo>
                  <a:pt x="63298" y="22171"/>
                </a:lnTo>
                <a:lnTo>
                  <a:pt x="14620" y="22171"/>
                </a:lnTo>
                <a:lnTo>
                  <a:pt x="14620" y="59925"/>
                </a:lnTo>
                <a:lnTo>
                  <a:pt x="54142" y="59925"/>
                </a:lnTo>
                <a:lnTo>
                  <a:pt x="54142" y="71814"/>
                </a:lnTo>
                <a:lnTo>
                  <a:pt x="14620" y="71814"/>
                </a:lnTo>
                <a:lnTo>
                  <a:pt x="14620" y="122260"/>
                </a:lnTo>
                <a:lnTo>
                  <a:pt x="0" y="122260"/>
                </a:lnTo>
                <a:lnTo>
                  <a:pt x="0" y="10281"/>
                </a:lnTo>
                <a:lnTo>
                  <a:pt x="63298" y="10281"/>
                </a:lnTo>
                <a:close/>
                <a:moveTo>
                  <a:pt x="159051" y="34219"/>
                </a:moveTo>
                <a:lnTo>
                  <a:pt x="159051" y="122260"/>
                </a:lnTo>
                <a:lnTo>
                  <a:pt x="144431" y="122260"/>
                </a:lnTo>
                <a:lnTo>
                  <a:pt x="144431" y="109247"/>
                </a:lnTo>
                <a:cubicBezTo>
                  <a:pt x="141646" y="113745"/>
                  <a:pt x="137763" y="117252"/>
                  <a:pt x="132781" y="119769"/>
                </a:cubicBezTo>
                <a:cubicBezTo>
                  <a:pt x="127802" y="122286"/>
                  <a:pt x="122313" y="123544"/>
                  <a:pt x="116315" y="123544"/>
                </a:cubicBezTo>
                <a:cubicBezTo>
                  <a:pt x="109461" y="123544"/>
                  <a:pt x="103302" y="122126"/>
                  <a:pt x="97839" y="119288"/>
                </a:cubicBezTo>
                <a:cubicBezTo>
                  <a:pt x="92377" y="116450"/>
                  <a:pt x="88067" y="112192"/>
                  <a:pt x="84908" y="106517"/>
                </a:cubicBezTo>
                <a:cubicBezTo>
                  <a:pt x="81749" y="100839"/>
                  <a:pt x="80169" y="93930"/>
                  <a:pt x="80169" y="85790"/>
                </a:cubicBezTo>
                <a:lnTo>
                  <a:pt x="80169" y="34219"/>
                </a:lnTo>
                <a:lnTo>
                  <a:pt x="94628" y="34219"/>
                </a:lnTo>
                <a:lnTo>
                  <a:pt x="94628" y="83863"/>
                </a:lnTo>
                <a:cubicBezTo>
                  <a:pt x="94628" y="92538"/>
                  <a:pt x="96823" y="99205"/>
                  <a:pt x="101214" y="103864"/>
                </a:cubicBezTo>
                <a:cubicBezTo>
                  <a:pt x="105606" y="108523"/>
                  <a:pt x="111604" y="110853"/>
                  <a:pt x="119208" y="110853"/>
                </a:cubicBezTo>
                <a:cubicBezTo>
                  <a:pt x="127026" y="110853"/>
                  <a:pt x="133184" y="108443"/>
                  <a:pt x="137682" y="103624"/>
                </a:cubicBezTo>
                <a:cubicBezTo>
                  <a:pt x="142181" y="98804"/>
                  <a:pt x="144431" y="91789"/>
                  <a:pt x="144431" y="82578"/>
                </a:cubicBezTo>
                <a:lnTo>
                  <a:pt x="144431" y="34219"/>
                </a:lnTo>
                <a:lnTo>
                  <a:pt x="159051" y="34219"/>
                </a:lnTo>
                <a:close/>
                <a:moveTo>
                  <a:pt x="226686" y="32614"/>
                </a:moveTo>
                <a:cubicBezTo>
                  <a:pt x="237397" y="32614"/>
                  <a:pt x="246072" y="35854"/>
                  <a:pt x="252712" y="42334"/>
                </a:cubicBezTo>
                <a:cubicBezTo>
                  <a:pt x="259352" y="48813"/>
                  <a:pt x="262672" y="58158"/>
                  <a:pt x="262672" y="70368"/>
                </a:cubicBezTo>
                <a:lnTo>
                  <a:pt x="262672" y="122260"/>
                </a:lnTo>
                <a:lnTo>
                  <a:pt x="248214" y="122260"/>
                </a:lnTo>
                <a:lnTo>
                  <a:pt x="248214" y="72457"/>
                </a:lnTo>
                <a:cubicBezTo>
                  <a:pt x="248214" y="63674"/>
                  <a:pt x="246018" y="56953"/>
                  <a:pt x="241627" y="52294"/>
                </a:cubicBezTo>
                <a:cubicBezTo>
                  <a:pt x="237236" y="47634"/>
                  <a:pt x="231238" y="45305"/>
                  <a:pt x="223634" y="45305"/>
                </a:cubicBezTo>
                <a:cubicBezTo>
                  <a:pt x="215923" y="45305"/>
                  <a:pt x="209791" y="47714"/>
                  <a:pt x="205238" y="52534"/>
                </a:cubicBezTo>
                <a:cubicBezTo>
                  <a:pt x="200687" y="57353"/>
                  <a:pt x="198411" y="64369"/>
                  <a:pt x="198411" y="73582"/>
                </a:cubicBezTo>
                <a:lnTo>
                  <a:pt x="198411" y="122260"/>
                </a:lnTo>
                <a:lnTo>
                  <a:pt x="183791" y="122260"/>
                </a:lnTo>
                <a:lnTo>
                  <a:pt x="183791" y="34219"/>
                </a:lnTo>
                <a:lnTo>
                  <a:pt x="198411" y="34219"/>
                </a:lnTo>
                <a:lnTo>
                  <a:pt x="198411" y="46751"/>
                </a:lnTo>
                <a:cubicBezTo>
                  <a:pt x="201304" y="42253"/>
                  <a:pt x="205240" y="38773"/>
                  <a:pt x="210219" y="36310"/>
                </a:cubicBezTo>
                <a:cubicBezTo>
                  <a:pt x="215199" y="33846"/>
                  <a:pt x="220688" y="32614"/>
                  <a:pt x="226686" y="32614"/>
                </a:cubicBezTo>
                <a:close/>
                <a:moveTo>
                  <a:pt x="281149" y="78080"/>
                </a:moveTo>
                <a:cubicBezTo>
                  <a:pt x="281149" y="68976"/>
                  <a:pt x="282970" y="61023"/>
                  <a:pt x="286611" y="54223"/>
                </a:cubicBezTo>
                <a:cubicBezTo>
                  <a:pt x="290252" y="47421"/>
                  <a:pt x="295312" y="42146"/>
                  <a:pt x="301792" y="38397"/>
                </a:cubicBezTo>
                <a:cubicBezTo>
                  <a:pt x="308272" y="34648"/>
                  <a:pt x="315689" y="32773"/>
                  <a:pt x="324044" y="32773"/>
                </a:cubicBezTo>
                <a:cubicBezTo>
                  <a:pt x="334861" y="32773"/>
                  <a:pt x="343778" y="35398"/>
                  <a:pt x="350794" y="40647"/>
                </a:cubicBezTo>
                <a:cubicBezTo>
                  <a:pt x="357810" y="45895"/>
                  <a:pt x="362442" y="53178"/>
                  <a:pt x="364691" y="62496"/>
                </a:cubicBezTo>
                <a:lnTo>
                  <a:pt x="348945" y="62496"/>
                </a:lnTo>
                <a:cubicBezTo>
                  <a:pt x="347447" y="57141"/>
                  <a:pt x="344528" y="52911"/>
                  <a:pt x="340189" y="49805"/>
                </a:cubicBezTo>
                <a:cubicBezTo>
                  <a:pt x="335851" y="46699"/>
                  <a:pt x="330470" y="45145"/>
                  <a:pt x="324044" y="45145"/>
                </a:cubicBezTo>
                <a:cubicBezTo>
                  <a:pt x="315689" y="45145"/>
                  <a:pt x="308941" y="48010"/>
                  <a:pt x="303800" y="53740"/>
                </a:cubicBezTo>
                <a:cubicBezTo>
                  <a:pt x="298660" y="59470"/>
                  <a:pt x="296090" y="67583"/>
                  <a:pt x="296090" y="78080"/>
                </a:cubicBezTo>
                <a:cubicBezTo>
                  <a:pt x="296090" y="88683"/>
                  <a:pt x="298660" y="96877"/>
                  <a:pt x="303800" y="102660"/>
                </a:cubicBezTo>
                <a:cubicBezTo>
                  <a:pt x="308941" y="108444"/>
                  <a:pt x="315689" y="111336"/>
                  <a:pt x="324044" y="111336"/>
                </a:cubicBezTo>
                <a:cubicBezTo>
                  <a:pt x="330470" y="111336"/>
                  <a:pt x="335825" y="109837"/>
                  <a:pt x="340108" y="106838"/>
                </a:cubicBezTo>
                <a:cubicBezTo>
                  <a:pt x="344393" y="103839"/>
                  <a:pt x="347339" y="99555"/>
                  <a:pt x="348945" y="93985"/>
                </a:cubicBezTo>
                <a:lnTo>
                  <a:pt x="364691" y="93985"/>
                </a:lnTo>
                <a:cubicBezTo>
                  <a:pt x="362334" y="102982"/>
                  <a:pt x="357621" y="110185"/>
                  <a:pt x="350551" y="115594"/>
                </a:cubicBezTo>
                <a:cubicBezTo>
                  <a:pt x="343483" y="121002"/>
                  <a:pt x="334647" y="123706"/>
                  <a:pt x="324044" y="123706"/>
                </a:cubicBezTo>
                <a:cubicBezTo>
                  <a:pt x="315689" y="123706"/>
                  <a:pt x="308272" y="121831"/>
                  <a:pt x="301792" y="118082"/>
                </a:cubicBezTo>
                <a:cubicBezTo>
                  <a:pt x="295312" y="114333"/>
                  <a:pt x="290252" y="109032"/>
                  <a:pt x="286611" y="102178"/>
                </a:cubicBezTo>
                <a:cubicBezTo>
                  <a:pt x="282970" y="95323"/>
                  <a:pt x="281149" y="87291"/>
                  <a:pt x="281149" y="78080"/>
                </a:cubicBezTo>
                <a:close/>
                <a:moveTo>
                  <a:pt x="401963" y="46268"/>
                </a:moveTo>
                <a:lnTo>
                  <a:pt x="401963" y="98162"/>
                </a:lnTo>
                <a:cubicBezTo>
                  <a:pt x="401963" y="102446"/>
                  <a:pt x="402873" y="105471"/>
                  <a:pt x="404694" y="107240"/>
                </a:cubicBezTo>
                <a:cubicBezTo>
                  <a:pt x="406514" y="109006"/>
                  <a:pt x="409674" y="109890"/>
                  <a:pt x="414173" y="109890"/>
                </a:cubicBezTo>
                <a:lnTo>
                  <a:pt x="424935" y="109890"/>
                </a:lnTo>
                <a:lnTo>
                  <a:pt x="424935" y="122260"/>
                </a:lnTo>
                <a:lnTo>
                  <a:pt x="411761" y="122260"/>
                </a:lnTo>
                <a:cubicBezTo>
                  <a:pt x="403622" y="122260"/>
                  <a:pt x="397517" y="120385"/>
                  <a:pt x="393446" y="116636"/>
                </a:cubicBezTo>
                <a:cubicBezTo>
                  <a:pt x="389377" y="112887"/>
                  <a:pt x="387342" y="106729"/>
                  <a:pt x="387342" y="98162"/>
                </a:cubicBezTo>
                <a:lnTo>
                  <a:pt x="387342" y="46268"/>
                </a:lnTo>
                <a:lnTo>
                  <a:pt x="375936" y="46268"/>
                </a:lnTo>
                <a:lnTo>
                  <a:pt x="375936" y="34219"/>
                </a:lnTo>
                <a:lnTo>
                  <a:pt x="387342" y="34219"/>
                </a:lnTo>
                <a:lnTo>
                  <a:pt x="387342" y="12049"/>
                </a:lnTo>
                <a:lnTo>
                  <a:pt x="401963" y="12049"/>
                </a:lnTo>
                <a:lnTo>
                  <a:pt x="401963" y="34219"/>
                </a:lnTo>
                <a:lnTo>
                  <a:pt x="424935" y="34219"/>
                </a:lnTo>
                <a:lnTo>
                  <a:pt x="424935" y="46268"/>
                </a:lnTo>
                <a:lnTo>
                  <a:pt x="401963" y="46268"/>
                </a:lnTo>
                <a:close/>
                <a:moveTo>
                  <a:pt x="450158" y="19923"/>
                </a:moveTo>
                <a:cubicBezTo>
                  <a:pt x="447375" y="19923"/>
                  <a:pt x="445019" y="18958"/>
                  <a:pt x="443090" y="17030"/>
                </a:cubicBezTo>
                <a:cubicBezTo>
                  <a:pt x="441162" y="15102"/>
                  <a:pt x="440198" y="12745"/>
                  <a:pt x="440198" y="9960"/>
                </a:cubicBezTo>
                <a:cubicBezTo>
                  <a:pt x="440198" y="7175"/>
                  <a:pt x="441162" y="4819"/>
                  <a:pt x="443090" y="2893"/>
                </a:cubicBezTo>
                <a:cubicBezTo>
                  <a:pt x="445019" y="964"/>
                  <a:pt x="447375" y="0"/>
                  <a:pt x="450158" y="0"/>
                </a:cubicBezTo>
                <a:cubicBezTo>
                  <a:pt x="452836" y="0"/>
                  <a:pt x="455113" y="964"/>
                  <a:pt x="456987" y="2893"/>
                </a:cubicBezTo>
                <a:cubicBezTo>
                  <a:pt x="458862" y="4819"/>
                  <a:pt x="459799" y="7175"/>
                  <a:pt x="459799" y="9960"/>
                </a:cubicBezTo>
                <a:cubicBezTo>
                  <a:pt x="459799" y="12745"/>
                  <a:pt x="458862" y="15102"/>
                  <a:pt x="456987" y="17030"/>
                </a:cubicBezTo>
                <a:cubicBezTo>
                  <a:pt x="455113" y="18958"/>
                  <a:pt x="452836" y="19923"/>
                  <a:pt x="450158" y="19923"/>
                </a:cubicBezTo>
                <a:moveTo>
                  <a:pt x="457228" y="34219"/>
                </a:moveTo>
                <a:lnTo>
                  <a:pt x="457228" y="122260"/>
                </a:lnTo>
                <a:lnTo>
                  <a:pt x="442607" y="122260"/>
                </a:lnTo>
                <a:lnTo>
                  <a:pt x="442607" y="34219"/>
                </a:lnTo>
                <a:lnTo>
                  <a:pt x="457228" y="34219"/>
                </a:lnTo>
                <a:close/>
                <a:moveTo>
                  <a:pt x="520526" y="123706"/>
                </a:moveTo>
                <a:cubicBezTo>
                  <a:pt x="512279" y="123706"/>
                  <a:pt x="504809" y="121831"/>
                  <a:pt x="498115" y="118082"/>
                </a:cubicBezTo>
                <a:cubicBezTo>
                  <a:pt x="491421" y="114333"/>
                  <a:pt x="486173" y="109005"/>
                  <a:pt x="482370" y="102097"/>
                </a:cubicBezTo>
                <a:cubicBezTo>
                  <a:pt x="478568" y="95189"/>
                  <a:pt x="476668" y="87183"/>
                  <a:pt x="476668" y="78080"/>
                </a:cubicBezTo>
                <a:cubicBezTo>
                  <a:pt x="476668" y="69083"/>
                  <a:pt x="478622" y="61131"/>
                  <a:pt x="482531" y="54223"/>
                </a:cubicBezTo>
                <a:cubicBezTo>
                  <a:pt x="486441" y="47313"/>
                  <a:pt x="491769" y="42011"/>
                  <a:pt x="498517" y="38316"/>
                </a:cubicBezTo>
                <a:cubicBezTo>
                  <a:pt x="505265" y="34621"/>
                  <a:pt x="512816" y="32773"/>
                  <a:pt x="521171" y="32773"/>
                </a:cubicBezTo>
                <a:cubicBezTo>
                  <a:pt x="529523" y="32773"/>
                  <a:pt x="537074" y="34621"/>
                  <a:pt x="543822" y="38316"/>
                </a:cubicBezTo>
                <a:cubicBezTo>
                  <a:pt x="550570" y="42011"/>
                  <a:pt x="555898" y="47286"/>
                  <a:pt x="559807" y="54142"/>
                </a:cubicBezTo>
                <a:cubicBezTo>
                  <a:pt x="563717" y="60996"/>
                  <a:pt x="565671" y="68976"/>
                  <a:pt x="565671" y="78080"/>
                </a:cubicBezTo>
                <a:cubicBezTo>
                  <a:pt x="565671" y="87183"/>
                  <a:pt x="563663" y="95189"/>
                  <a:pt x="559646" y="102097"/>
                </a:cubicBezTo>
                <a:cubicBezTo>
                  <a:pt x="555630" y="109005"/>
                  <a:pt x="550195" y="114333"/>
                  <a:pt x="543339" y="118082"/>
                </a:cubicBezTo>
                <a:cubicBezTo>
                  <a:pt x="536485" y="121831"/>
                  <a:pt x="528880" y="123706"/>
                  <a:pt x="520526" y="123706"/>
                </a:cubicBezTo>
                <a:moveTo>
                  <a:pt x="520526" y="110853"/>
                </a:moveTo>
                <a:cubicBezTo>
                  <a:pt x="525775" y="110853"/>
                  <a:pt x="530703" y="109622"/>
                  <a:pt x="535308" y="107159"/>
                </a:cubicBezTo>
                <a:cubicBezTo>
                  <a:pt x="539913" y="104694"/>
                  <a:pt x="543635" y="100999"/>
                  <a:pt x="546472" y="96073"/>
                </a:cubicBezTo>
                <a:cubicBezTo>
                  <a:pt x="549310" y="91146"/>
                  <a:pt x="550730" y="85148"/>
                  <a:pt x="550730" y="78080"/>
                </a:cubicBezTo>
                <a:cubicBezTo>
                  <a:pt x="550730" y="71010"/>
                  <a:pt x="549337" y="65012"/>
                  <a:pt x="546553" y="60087"/>
                </a:cubicBezTo>
                <a:cubicBezTo>
                  <a:pt x="543768" y="55159"/>
                  <a:pt x="540126" y="51491"/>
                  <a:pt x="535627" y="49082"/>
                </a:cubicBezTo>
                <a:cubicBezTo>
                  <a:pt x="531129" y="46672"/>
                  <a:pt x="526257" y="45466"/>
                  <a:pt x="521009" y="45466"/>
                </a:cubicBezTo>
                <a:cubicBezTo>
                  <a:pt x="515653" y="45466"/>
                  <a:pt x="510753" y="46672"/>
                  <a:pt x="506308" y="49082"/>
                </a:cubicBezTo>
                <a:cubicBezTo>
                  <a:pt x="501864" y="51491"/>
                  <a:pt x="498303" y="55159"/>
                  <a:pt x="495624" y="60087"/>
                </a:cubicBezTo>
                <a:cubicBezTo>
                  <a:pt x="492948" y="65012"/>
                  <a:pt x="491609" y="71010"/>
                  <a:pt x="491609" y="78080"/>
                </a:cubicBezTo>
                <a:cubicBezTo>
                  <a:pt x="491609" y="85256"/>
                  <a:pt x="492921" y="91308"/>
                  <a:pt x="495544" y="96235"/>
                </a:cubicBezTo>
                <a:cubicBezTo>
                  <a:pt x="498168" y="101161"/>
                  <a:pt x="501676" y="104829"/>
                  <a:pt x="506067" y="107240"/>
                </a:cubicBezTo>
                <a:cubicBezTo>
                  <a:pt x="510459" y="109649"/>
                  <a:pt x="515278" y="110853"/>
                  <a:pt x="520526" y="110853"/>
                </a:cubicBezTo>
                <a:close/>
                <a:moveTo>
                  <a:pt x="627844" y="32614"/>
                </a:moveTo>
                <a:cubicBezTo>
                  <a:pt x="638555" y="32614"/>
                  <a:pt x="647231" y="35854"/>
                  <a:pt x="653871" y="42334"/>
                </a:cubicBezTo>
                <a:cubicBezTo>
                  <a:pt x="660511" y="48813"/>
                  <a:pt x="663831" y="58158"/>
                  <a:pt x="663831" y="70368"/>
                </a:cubicBezTo>
                <a:lnTo>
                  <a:pt x="663831" y="122260"/>
                </a:lnTo>
                <a:lnTo>
                  <a:pt x="649373" y="122260"/>
                </a:lnTo>
                <a:lnTo>
                  <a:pt x="649373" y="72457"/>
                </a:lnTo>
                <a:cubicBezTo>
                  <a:pt x="649373" y="63674"/>
                  <a:pt x="647177" y="56953"/>
                  <a:pt x="642786" y="52294"/>
                </a:cubicBezTo>
                <a:cubicBezTo>
                  <a:pt x="638394" y="47634"/>
                  <a:pt x="632397" y="45305"/>
                  <a:pt x="624792" y="45305"/>
                </a:cubicBezTo>
                <a:cubicBezTo>
                  <a:pt x="617082" y="45305"/>
                  <a:pt x="610950" y="47714"/>
                  <a:pt x="606397" y="52534"/>
                </a:cubicBezTo>
                <a:cubicBezTo>
                  <a:pt x="601845" y="57353"/>
                  <a:pt x="599570" y="64369"/>
                  <a:pt x="599570" y="73582"/>
                </a:cubicBezTo>
                <a:lnTo>
                  <a:pt x="599570" y="122260"/>
                </a:lnTo>
                <a:lnTo>
                  <a:pt x="584949" y="122260"/>
                </a:lnTo>
                <a:lnTo>
                  <a:pt x="584949" y="34219"/>
                </a:lnTo>
                <a:lnTo>
                  <a:pt x="599570" y="34219"/>
                </a:lnTo>
                <a:lnTo>
                  <a:pt x="599570" y="46751"/>
                </a:lnTo>
                <a:cubicBezTo>
                  <a:pt x="602462" y="42253"/>
                  <a:pt x="606398" y="38773"/>
                  <a:pt x="611378" y="36310"/>
                </a:cubicBezTo>
                <a:cubicBezTo>
                  <a:pt x="616358" y="33846"/>
                  <a:pt x="621846" y="32614"/>
                  <a:pt x="627844" y="32614"/>
                </a:cubicBezTo>
                <a:close/>
                <a:moveTo>
                  <a:pt x="718936" y="123706"/>
                </a:moveTo>
                <a:cubicBezTo>
                  <a:pt x="712188" y="123706"/>
                  <a:pt x="706136" y="122555"/>
                  <a:pt x="700781" y="120252"/>
                </a:cubicBezTo>
                <a:cubicBezTo>
                  <a:pt x="695427" y="117949"/>
                  <a:pt x="691197" y="114736"/>
                  <a:pt x="688090" y="110613"/>
                </a:cubicBezTo>
                <a:cubicBezTo>
                  <a:pt x="684985" y="106490"/>
                  <a:pt x="683271" y="101750"/>
                  <a:pt x="682949" y="96395"/>
                </a:cubicBezTo>
                <a:lnTo>
                  <a:pt x="698053" y="96395"/>
                </a:lnTo>
                <a:cubicBezTo>
                  <a:pt x="698481" y="100786"/>
                  <a:pt x="700542" y="104374"/>
                  <a:pt x="704237" y="107159"/>
                </a:cubicBezTo>
                <a:cubicBezTo>
                  <a:pt x="707933" y="109944"/>
                  <a:pt x="712779" y="111336"/>
                  <a:pt x="718777" y="111336"/>
                </a:cubicBezTo>
                <a:cubicBezTo>
                  <a:pt x="724346" y="111336"/>
                  <a:pt x="728738" y="110105"/>
                  <a:pt x="731951" y="107642"/>
                </a:cubicBezTo>
                <a:cubicBezTo>
                  <a:pt x="735164" y="105177"/>
                  <a:pt x="736770" y="102070"/>
                  <a:pt x="736770" y="98321"/>
                </a:cubicBezTo>
                <a:cubicBezTo>
                  <a:pt x="736770" y="94466"/>
                  <a:pt x="735056" y="91601"/>
                  <a:pt x="731627" y="89727"/>
                </a:cubicBezTo>
                <a:cubicBezTo>
                  <a:pt x="728200" y="87852"/>
                  <a:pt x="722899" y="86005"/>
                  <a:pt x="715725" y="84184"/>
                </a:cubicBezTo>
                <a:cubicBezTo>
                  <a:pt x="709191" y="82470"/>
                  <a:pt x="703862" y="80729"/>
                  <a:pt x="699739" y="78963"/>
                </a:cubicBezTo>
                <a:cubicBezTo>
                  <a:pt x="695616" y="77196"/>
                  <a:pt x="692081" y="74572"/>
                  <a:pt x="689134" y="71091"/>
                </a:cubicBezTo>
                <a:cubicBezTo>
                  <a:pt x="686189" y="67610"/>
                  <a:pt x="684717" y="63031"/>
                  <a:pt x="684717" y="57353"/>
                </a:cubicBezTo>
                <a:cubicBezTo>
                  <a:pt x="684717" y="52856"/>
                  <a:pt x="686055" y="48733"/>
                  <a:pt x="688732" y="44984"/>
                </a:cubicBezTo>
                <a:cubicBezTo>
                  <a:pt x="691411" y="41234"/>
                  <a:pt x="695213" y="38263"/>
                  <a:pt x="700139" y="36068"/>
                </a:cubicBezTo>
                <a:cubicBezTo>
                  <a:pt x="705066" y="33871"/>
                  <a:pt x="710690" y="32773"/>
                  <a:pt x="717009" y="32773"/>
                </a:cubicBezTo>
                <a:cubicBezTo>
                  <a:pt x="726756" y="32773"/>
                  <a:pt x="734628" y="35237"/>
                  <a:pt x="740626" y="40164"/>
                </a:cubicBezTo>
                <a:cubicBezTo>
                  <a:pt x="746624" y="45091"/>
                  <a:pt x="749837" y="51839"/>
                  <a:pt x="750265" y="60408"/>
                </a:cubicBezTo>
                <a:lnTo>
                  <a:pt x="735645" y="60408"/>
                </a:lnTo>
                <a:cubicBezTo>
                  <a:pt x="735323" y="55802"/>
                  <a:pt x="733475" y="52107"/>
                  <a:pt x="730102" y="49323"/>
                </a:cubicBezTo>
                <a:cubicBezTo>
                  <a:pt x="726729" y="46538"/>
                  <a:pt x="722204" y="45145"/>
                  <a:pt x="716526" y="45145"/>
                </a:cubicBezTo>
                <a:cubicBezTo>
                  <a:pt x="711279" y="45145"/>
                  <a:pt x="707102" y="46270"/>
                  <a:pt x="703995" y="48518"/>
                </a:cubicBezTo>
                <a:cubicBezTo>
                  <a:pt x="700890" y="50767"/>
                  <a:pt x="699337" y="53712"/>
                  <a:pt x="699337" y="57353"/>
                </a:cubicBezTo>
                <a:cubicBezTo>
                  <a:pt x="699337" y="60246"/>
                  <a:pt x="700274" y="62630"/>
                  <a:pt x="702149" y="64504"/>
                </a:cubicBezTo>
                <a:cubicBezTo>
                  <a:pt x="704023" y="66379"/>
                  <a:pt x="706379" y="67878"/>
                  <a:pt x="709216" y="69002"/>
                </a:cubicBezTo>
                <a:cubicBezTo>
                  <a:pt x="712055" y="70127"/>
                  <a:pt x="715991" y="71385"/>
                  <a:pt x="721025" y="72778"/>
                </a:cubicBezTo>
                <a:cubicBezTo>
                  <a:pt x="727344" y="74490"/>
                  <a:pt x="732486" y="76177"/>
                  <a:pt x="736449" y="77837"/>
                </a:cubicBezTo>
                <a:cubicBezTo>
                  <a:pt x="740412" y="79498"/>
                  <a:pt x="743812" y="81988"/>
                  <a:pt x="746649" y="85309"/>
                </a:cubicBezTo>
                <a:cubicBezTo>
                  <a:pt x="749488" y="88629"/>
                  <a:pt x="750961" y="92966"/>
                  <a:pt x="751067" y="98321"/>
                </a:cubicBezTo>
                <a:cubicBezTo>
                  <a:pt x="751067" y="103141"/>
                  <a:pt x="749728" y="107479"/>
                  <a:pt x="747051" y="111336"/>
                </a:cubicBezTo>
                <a:cubicBezTo>
                  <a:pt x="744374" y="115191"/>
                  <a:pt x="740599" y="118217"/>
                  <a:pt x="735726" y="120414"/>
                </a:cubicBezTo>
                <a:cubicBezTo>
                  <a:pt x="730852" y="122608"/>
                  <a:pt x="725256" y="123706"/>
                  <a:pt x="718936" y="1237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3b5745f61c4c50"/>
          <a:stretch xmlns:a="http://schemas.openxmlformats.org/drawingml/2006/main"/>
        </p:blipFill>
        <p:spPr>
          <a:xfrm xmlns:a="http://schemas.openxmlformats.org/drawingml/2006/main">
            <a:off x="7507158" y="4944289"/>
            <a:ext cx="639937" cy="639937"/>
          </a:xfrm>
          <a:prstGeom xmlns:a="http://schemas.openxmlformats.org/drawingml/2006/main" prst="rect">
            <a:avLst/>
          </a:prstGeom>
        </p:spPr>
      </p:pic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26A2B8-A637-40F1-BDD8-B8199DA6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37" y="5013142"/>
            <a:ext cx="433379" cy="433379"/>
          </a:xfrm>
          <a:custGeom xmlns:a="http://schemas.openxmlformats.org/drawingml/2006/main">
            <a:pathLst>
              <a:path w="433379" h="433379">
                <a:moveTo>
                  <a:pt x="0" y="0"/>
                </a:moveTo>
                <a:lnTo>
                  <a:pt x="433379" y="0"/>
                </a:lnTo>
                <a:lnTo>
                  <a:pt x="433379" y="433379"/>
                </a:lnTo>
                <a:lnTo>
                  <a:pt x="0" y="43337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affa9096674027"/>
          <a:stretch xmlns:a="http://schemas.openxmlformats.org/drawingml/2006/main"/>
        </p:blipFill>
        <p:spPr>
          <a:xfrm xmlns:a="http://schemas.openxmlformats.org/drawingml/2006/main">
            <a:off x="7610437" y="5013142"/>
            <a:ext cx="433379" cy="433379"/>
          </a:xfrm>
          <a:prstGeom xmlns:a="http://schemas.openxmlformats.org/drawingml/2006/main" prst="rect">
            <a:avLst/>
          </a:prstGeom>
        </p:spPr>
      </p:pic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7A6E05-482F-4F04-AD58-D7FF041B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1981" y="4223008"/>
            <a:ext cx="1294104" cy="527509"/>
          </a:xfrm>
          <a:custGeom xmlns:a="http://schemas.openxmlformats.org/drawingml/2006/main">
            <a:pathLst>
              <a:path w="1294104" h="527509">
                <a:moveTo>
                  <a:pt x="0" y="0"/>
                </a:moveTo>
                <a:lnTo>
                  <a:pt x="1294104" y="0"/>
                </a:lnTo>
                <a:lnTo>
                  <a:pt x="1294104" y="527509"/>
                </a:lnTo>
                <a:lnTo>
                  <a:pt x="0" y="52750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Generate">
            <a:extLst xmlns:a="http://schemas.openxmlformats.org/drawingml/2006/main">
              <a:ext uri="{FF2B5EF4-FFF2-40B4-BE49-F238E27FC236}">
                <a16:creationId xmlns:a16="http://schemas.microsoft.com/office/drawing/2014/main" id="{3034EC0B-9F58-48A6-B1B6-3C67161E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3808" y="4418894"/>
            <a:ext cx="739821" cy="114709"/>
          </a:xfrm>
          <a:custGeom xmlns:a="http://schemas.openxmlformats.org/drawingml/2006/main">
            <a:pathLst>
              <a:path w="739821" h="114709">
                <a:moveTo>
                  <a:pt x="90288" y="33739"/>
                </a:moveTo>
                <a:cubicBezTo>
                  <a:pt x="87183" y="27205"/>
                  <a:pt x="82685" y="22144"/>
                  <a:pt x="76793" y="18557"/>
                </a:cubicBezTo>
                <a:cubicBezTo>
                  <a:pt x="70903" y="14968"/>
                  <a:pt x="64049" y="13174"/>
                  <a:pt x="56231" y="13174"/>
                </a:cubicBezTo>
                <a:cubicBezTo>
                  <a:pt x="48412" y="13174"/>
                  <a:pt x="41370" y="14968"/>
                  <a:pt x="35104" y="18557"/>
                </a:cubicBezTo>
                <a:cubicBezTo>
                  <a:pt x="28838" y="22144"/>
                  <a:pt x="23911" y="27285"/>
                  <a:pt x="20322" y="33979"/>
                </a:cubicBezTo>
                <a:cubicBezTo>
                  <a:pt x="16735" y="40673"/>
                  <a:pt x="14941" y="48411"/>
                  <a:pt x="14941" y="57194"/>
                </a:cubicBezTo>
                <a:cubicBezTo>
                  <a:pt x="14941" y="65977"/>
                  <a:pt x="16735" y="73688"/>
                  <a:pt x="20322" y="80328"/>
                </a:cubicBezTo>
                <a:cubicBezTo>
                  <a:pt x="23911" y="86968"/>
                  <a:pt x="28838" y="92083"/>
                  <a:pt x="35104" y="95671"/>
                </a:cubicBezTo>
                <a:cubicBezTo>
                  <a:pt x="41370" y="99259"/>
                  <a:pt x="48412" y="101052"/>
                  <a:pt x="56231" y="101052"/>
                </a:cubicBezTo>
                <a:cubicBezTo>
                  <a:pt x="67154" y="101052"/>
                  <a:pt x="76150" y="97786"/>
                  <a:pt x="83218" y="91254"/>
                </a:cubicBezTo>
                <a:cubicBezTo>
                  <a:pt x="90288" y="84720"/>
                  <a:pt x="94412" y="75884"/>
                  <a:pt x="95591" y="64744"/>
                </a:cubicBezTo>
                <a:lnTo>
                  <a:pt x="50928" y="64744"/>
                </a:lnTo>
                <a:lnTo>
                  <a:pt x="50928" y="52855"/>
                </a:lnTo>
                <a:lnTo>
                  <a:pt x="111174" y="52855"/>
                </a:lnTo>
                <a:lnTo>
                  <a:pt x="111174" y="64102"/>
                </a:lnTo>
                <a:cubicBezTo>
                  <a:pt x="110318" y="73313"/>
                  <a:pt x="107426" y="81747"/>
                  <a:pt x="102499" y="89406"/>
                </a:cubicBezTo>
                <a:cubicBezTo>
                  <a:pt x="97571" y="97064"/>
                  <a:pt x="91091" y="103116"/>
                  <a:pt x="83059" y="107561"/>
                </a:cubicBezTo>
                <a:cubicBezTo>
                  <a:pt x="75026" y="112004"/>
                  <a:pt x="66084" y="114226"/>
                  <a:pt x="56231" y="114226"/>
                </a:cubicBezTo>
                <a:cubicBezTo>
                  <a:pt x="45842" y="114226"/>
                  <a:pt x="36363" y="111790"/>
                  <a:pt x="27794" y="106916"/>
                </a:cubicBezTo>
                <a:cubicBezTo>
                  <a:pt x="19226" y="102043"/>
                  <a:pt x="12451" y="95269"/>
                  <a:pt x="7469" y="86594"/>
                </a:cubicBezTo>
                <a:cubicBezTo>
                  <a:pt x="2490" y="77919"/>
                  <a:pt x="0" y="68119"/>
                  <a:pt x="0" y="57194"/>
                </a:cubicBezTo>
                <a:cubicBezTo>
                  <a:pt x="0" y="46269"/>
                  <a:pt x="2490" y="36442"/>
                  <a:pt x="7469" y="27713"/>
                </a:cubicBezTo>
                <a:cubicBezTo>
                  <a:pt x="12451" y="18985"/>
                  <a:pt x="19226" y="12184"/>
                  <a:pt x="27794" y="7310"/>
                </a:cubicBezTo>
                <a:cubicBezTo>
                  <a:pt x="36363" y="2437"/>
                  <a:pt x="45842" y="0"/>
                  <a:pt x="56231" y="0"/>
                </a:cubicBezTo>
                <a:cubicBezTo>
                  <a:pt x="68118" y="0"/>
                  <a:pt x="78641" y="2946"/>
                  <a:pt x="87798" y="8837"/>
                </a:cubicBezTo>
                <a:cubicBezTo>
                  <a:pt x="96956" y="14727"/>
                  <a:pt x="103624" y="23028"/>
                  <a:pt x="107801" y="33739"/>
                </a:cubicBezTo>
                <a:lnTo>
                  <a:pt x="90288" y="33739"/>
                </a:lnTo>
                <a:close/>
                <a:moveTo>
                  <a:pt x="210780" y="65870"/>
                </a:moveTo>
                <a:cubicBezTo>
                  <a:pt x="210780" y="68654"/>
                  <a:pt x="210620" y="71599"/>
                  <a:pt x="210300" y="74704"/>
                </a:cubicBezTo>
                <a:lnTo>
                  <a:pt x="139932" y="74704"/>
                </a:lnTo>
                <a:cubicBezTo>
                  <a:pt x="140468" y="83381"/>
                  <a:pt x="143440" y="90156"/>
                  <a:pt x="148848" y="95029"/>
                </a:cubicBezTo>
                <a:cubicBezTo>
                  <a:pt x="154257" y="99903"/>
                  <a:pt x="160817" y="102339"/>
                  <a:pt x="168528" y="102339"/>
                </a:cubicBezTo>
                <a:cubicBezTo>
                  <a:pt x="174847" y="102339"/>
                  <a:pt x="180122" y="100867"/>
                  <a:pt x="184352" y="97922"/>
                </a:cubicBezTo>
                <a:cubicBezTo>
                  <a:pt x="188583" y="94975"/>
                  <a:pt x="191555" y="91038"/>
                  <a:pt x="193270" y="86111"/>
                </a:cubicBezTo>
                <a:lnTo>
                  <a:pt x="209013" y="86111"/>
                </a:lnTo>
                <a:cubicBezTo>
                  <a:pt x="206658" y="94573"/>
                  <a:pt x="201945" y="101455"/>
                  <a:pt x="194875" y="106757"/>
                </a:cubicBezTo>
                <a:cubicBezTo>
                  <a:pt x="187807" y="112058"/>
                  <a:pt x="179025" y="114709"/>
                  <a:pt x="168528" y="114709"/>
                </a:cubicBezTo>
                <a:cubicBezTo>
                  <a:pt x="160173" y="114709"/>
                  <a:pt x="152703" y="112835"/>
                  <a:pt x="146117" y="109086"/>
                </a:cubicBezTo>
                <a:cubicBezTo>
                  <a:pt x="139531" y="105337"/>
                  <a:pt x="134363" y="100008"/>
                  <a:pt x="130614" y="93100"/>
                </a:cubicBezTo>
                <a:cubicBezTo>
                  <a:pt x="126865" y="86192"/>
                  <a:pt x="124990" y="78186"/>
                  <a:pt x="124990" y="69083"/>
                </a:cubicBezTo>
                <a:cubicBezTo>
                  <a:pt x="124990" y="59979"/>
                  <a:pt x="126811" y="51999"/>
                  <a:pt x="130452" y="45145"/>
                </a:cubicBezTo>
                <a:cubicBezTo>
                  <a:pt x="134093" y="38290"/>
                  <a:pt x="139207" y="33014"/>
                  <a:pt x="145793" y="29319"/>
                </a:cubicBezTo>
                <a:cubicBezTo>
                  <a:pt x="152381" y="25624"/>
                  <a:pt x="159959" y="23776"/>
                  <a:pt x="168528" y="23776"/>
                </a:cubicBezTo>
                <a:cubicBezTo>
                  <a:pt x="176882" y="23776"/>
                  <a:pt x="184272" y="25598"/>
                  <a:pt x="190698" y="29241"/>
                </a:cubicBezTo>
                <a:cubicBezTo>
                  <a:pt x="197124" y="32882"/>
                  <a:pt x="202078" y="37889"/>
                  <a:pt x="205559" y="44263"/>
                </a:cubicBezTo>
                <a:cubicBezTo>
                  <a:pt x="209040" y="50635"/>
                  <a:pt x="210780" y="57837"/>
                  <a:pt x="210780" y="65870"/>
                </a:cubicBezTo>
                <a:moveTo>
                  <a:pt x="195680" y="62818"/>
                </a:moveTo>
                <a:cubicBezTo>
                  <a:pt x="195680" y="57248"/>
                  <a:pt x="194447" y="52455"/>
                  <a:pt x="191983" y="48440"/>
                </a:cubicBezTo>
                <a:cubicBezTo>
                  <a:pt x="189520" y="44423"/>
                  <a:pt x="186173" y="41370"/>
                  <a:pt x="181942" y="39282"/>
                </a:cubicBezTo>
                <a:cubicBezTo>
                  <a:pt x="177712" y="37193"/>
                  <a:pt x="173027" y="36149"/>
                  <a:pt x="167885" y="36149"/>
                </a:cubicBezTo>
                <a:cubicBezTo>
                  <a:pt x="160495" y="36149"/>
                  <a:pt x="154202" y="38505"/>
                  <a:pt x="149007" y="43218"/>
                </a:cubicBezTo>
                <a:cubicBezTo>
                  <a:pt x="143813" y="47930"/>
                  <a:pt x="140841" y="54463"/>
                  <a:pt x="140091" y="62818"/>
                </a:cubicBezTo>
                <a:lnTo>
                  <a:pt x="195680" y="62818"/>
                </a:lnTo>
                <a:close/>
                <a:moveTo>
                  <a:pt x="272954" y="23617"/>
                </a:moveTo>
                <a:cubicBezTo>
                  <a:pt x="283665" y="23617"/>
                  <a:pt x="292341" y="26857"/>
                  <a:pt x="298981" y="33337"/>
                </a:cubicBezTo>
                <a:cubicBezTo>
                  <a:pt x="305621" y="39817"/>
                  <a:pt x="308941" y="49162"/>
                  <a:pt x="308941" y="61371"/>
                </a:cubicBezTo>
                <a:lnTo>
                  <a:pt x="308941" y="113263"/>
                </a:lnTo>
                <a:lnTo>
                  <a:pt x="294483" y="113263"/>
                </a:lnTo>
                <a:lnTo>
                  <a:pt x="294483" y="63460"/>
                </a:lnTo>
                <a:cubicBezTo>
                  <a:pt x="294483" y="54677"/>
                  <a:pt x="292287" y="47956"/>
                  <a:pt x="287896" y="43297"/>
                </a:cubicBezTo>
                <a:cubicBezTo>
                  <a:pt x="283504" y="38638"/>
                  <a:pt x="277506" y="36308"/>
                  <a:pt x="269902" y="36308"/>
                </a:cubicBezTo>
                <a:cubicBezTo>
                  <a:pt x="262192" y="36308"/>
                  <a:pt x="256060" y="38718"/>
                  <a:pt x="251507" y="43537"/>
                </a:cubicBezTo>
                <a:cubicBezTo>
                  <a:pt x="246955" y="48357"/>
                  <a:pt x="244680" y="55373"/>
                  <a:pt x="244680" y="64585"/>
                </a:cubicBezTo>
                <a:lnTo>
                  <a:pt x="244680" y="113263"/>
                </a:lnTo>
                <a:lnTo>
                  <a:pt x="230059" y="113263"/>
                </a:lnTo>
                <a:lnTo>
                  <a:pt x="230059" y="25223"/>
                </a:lnTo>
                <a:lnTo>
                  <a:pt x="244680" y="25223"/>
                </a:lnTo>
                <a:lnTo>
                  <a:pt x="244680" y="37754"/>
                </a:lnTo>
                <a:cubicBezTo>
                  <a:pt x="247572" y="33257"/>
                  <a:pt x="251508" y="29777"/>
                  <a:pt x="256488" y="27314"/>
                </a:cubicBezTo>
                <a:cubicBezTo>
                  <a:pt x="261468" y="24849"/>
                  <a:pt x="266956" y="23617"/>
                  <a:pt x="272954" y="23617"/>
                </a:cubicBezTo>
                <a:close/>
                <a:moveTo>
                  <a:pt x="413207" y="65870"/>
                </a:moveTo>
                <a:cubicBezTo>
                  <a:pt x="413207" y="68654"/>
                  <a:pt x="413047" y="71599"/>
                  <a:pt x="412726" y="74704"/>
                </a:cubicBezTo>
                <a:lnTo>
                  <a:pt x="342358" y="74704"/>
                </a:lnTo>
                <a:cubicBezTo>
                  <a:pt x="342894" y="83381"/>
                  <a:pt x="345866" y="90156"/>
                  <a:pt x="351274" y="95029"/>
                </a:cubicBezTo>
                <a:cubicBezTo>
                  <a:pt x="356684" y="99903"/>
                  <a:pt x="363244" y="102339"/>
                  <a:pt x="370954" y="102339"/>
                </a:cubicBezTo>
                <a:cubicBezTo>
                  <a:pt x="377274" y="102339"/>
                  <a:pt x="382548" y="100867"/>
                  <a:pt x="386778" y="97922"/>
                </a:cubicBezTo>
                <a:cubicBezTo>
                  <a:pt x="391009" y="94975"/>
                  <a:pt x="393982" y="91038"/>
                  <a:pt x="395696" y="86111"/>
                </a:cubicBezTo>
                <a:lnTo>
                  <a:pt x="411439" y="86111"/>
                </a:lnTo>
                <a:cubicBezTo>
                  <a:pt x="409084" y="94573"/>
                  <a:pt x="404372" y="101455"/>
                  <a:pt x="397302" y="106757"/>
                </a:cubicBezTo>
                <a:cubicBezTo>
                  <a:pt x="390234" y="112058"/>
                  <a:pt x="381451" y="114709"/>
                  <a:pt x="370954" y="114709"/>
                </a:cubicBezTo>
                <a:cubicBezTo>
                  <a:pt x="362600" y="114709"/>
                  <a:pt x="355129" y="112835"/>
                  <a:pt x="348543" y="109086"/>
                </a:cubicBezTo>
                <a:cubicBezTo>
                  <a:pt x="341957" y="105337"/>
                  <a:pt x="336790" y="100008"/>
                  <a:pt x="333040" y="93100"/>
                </a:cubicBezTo>
                <a:cubicBezTo>
                  <a:pt x="329291" y="86192"/>
                  <a:pt x="327417" y="78186"/>
                  <a:pt x="327417" y="69083"/>
                </a:cubicBezTo>
                <a:cubicBezTo>
                  <a:pt x="327417" y="59979"/>
                  <a:pt x="329238" y="51999"/>
                  <a:pt x="332879" y="45145"/>
                </a:cubicBezTo>
                <a:cubicBezTo>
                  <a:pt x="336520" y="38290"/>
                  <a:pt x="341634" y="33014"/>
                  <a:pt x="348220" y="29319"/>
                </a:cubicBezTo>
                <a:cubicBezTo>
                  <a:pt x="354807" y="25624"/>
                  <a:pt x="362386" y="23776"/>
                  <a:pt x="370954" y="23776"/>
                </a:cubicBezTo>
                <a:cubicBezTo>
                  <a:pt x="379309" y="23776"/>
                  <a:pt x="386699" y="25598"/>
                  <a:pt x="393125" y="29241"/>
                </a:cubicBezTo>
                <a:cubicBezTo>
                  <a:pt x="399551" y="32882"/>
                  <a:pt x="404504" y="37889"/>
                  <a:pt x="407985" y="44263"/>
                </a:cubicBezTo>
                <a:cubicBezTo>
                  <a:pt x="411466" y="50635"/>
                  <a:pt x="413207" y="57837"/>
                  <a:pt x="413207" y="65870"/>
                </a:cubicBezTo>
                <a:moveTo>
                  <a:pt x="398106" y="62818"/>
                </a:moveTo>
                <a:cubicBezTo>
                  <a:pt x="398106" y="57248"/>
                  <a:pt x="396874" y="52455"/>
                  <a:pt x="394409" y="48440"/>
                </a:cubicBezTo>
                <a:cubicBezTo>
                  <a:pt x="391946" y="44423"/>
                  <a:pt x="388599" y="41370"/>
                  <a:pt x="384368" y="39282"/>
                </a:cubicBezTo>
                <a:cubicBezTo>
                  <a:pt x="380139" y="37193"/>
                  <a:pt x="375453" y="36149"/>
                  <a:pt x="370312" y="36149"/>
                </a:cubicBezTo>
                <a:cubicBezTo>
                  <a:pt x="362922" y="36149"/>
                  <a:pt x="356629" y="38505"/>
                  <a:pt x="351433" y="43218"/>
                </a:cubicBezTo>
                <a:cubicBezTo>
                  <a:pt x="346240" y="47930"/>
                  <a:pt x="343268" y="54463"/>
                  <a:pt x="342518" y="62818"/>
                </a:cubicBezTo>
                <a:lnTo>
                  <a:pt x="398106" y="62818"/>
                </a:lnTo>
                <a:close/>
                <a:moveTo>
                  <a:pt x="447106" y="39522"/>
                </a:moveTo>
                <a:cubicBezTo>
                  <a:pt x="449676" y="34488"/>
                  <a:pt x="453345" y="30579"/>
                  <a:pt x="458110" y="27794"/>
                </a:cubicBezTo>
                <a:cubicBezTo>
                  <a:pt x="462877" y="25009"/>
                  <a:pt x="468688" y="23617"/>
                  <a:pt x="475542" y="23617"/>
                </a:cubicBezTo>
                <a:lnTo>
                  <a:pt x="475542" y="38718"/>
                </a:lnTo>
                <a:lnTo>
                  <a:pt x="471686" y="38718"/>
                </a:lnTo>
                <a:cubicBezTo>
                  <a:pt x="455299" y="38718"/>
                  <a:pt x="447106" y="47607"/>
                  <a:pt x="447106" y="65387"/>
                </a:cubicBezTo>
                <a:lnTo>
                  <a:pt x="447106" y="113263"/>
                </a:lnTo>
                <a:lnTo>
                  <a:pt x="432485" y="113263"/>
                </a:lnTo>
                <a:lnTo>
                  <a:pt x="432485" y="25223"/>
                </a:lnTo>
                <a:lnTo>
                  <a:pt x="447106" y="25223"/>
                </a:lnTo>
                <a:lnTo>
                  <a:pt x="447106" y="39522"/>
                </a:lnTo>
                <a:close/>
                <a:moveTo>
                  <a:pt x="486948" y="68922"/>
                </a:moveTo>
                <a:cubicBezTo>
                  <a:pt x="486948" y="59925"/>
                  <a:pt x="488769" y="52026"/>
                  <a:pt x="492410" y="45226"/>
                </a:cubicBezTo>
                <a:cubicBezTo>
                  <a:pt x="496051" y="38424"/>
                  <a:pt x="501058" y="33149"/>
                  <a:pt x="507430" y="29400"/>
                </a:cubicBezTo>
                <a:cubicBezTo>
                  <a:pt x="513804" y="25651"/>
                  <a:pt x="520900" y="23776"/>
                  <a:pt x="528718" y="23776"/>
                </a:cubicBezTo>
                <a:cubicBezTo>
                  <a:pt x="536430" y="23776"/>
                  <a:pt x="543124" y="25437"/>
                  <a:pt x="548800" y="28758"/>
                </a:cubicBezTo>
                <a:cubicBezTo>
                  <a:pt x="554477" y="32078"/>
                  <a:pt x="558709" y="36256"/>
                  <a:pt x="561493" y="41289"/>
                </a:cubicBezTo>
                <a:lnTo>
                  <a:pt x="561493" y="25223"/>
                </a:lnTo>
                <a:lnTo>
                  <a:pt x="576273" y="25223"/>
                </a:lnTo>
                <a:lnTo>
                  <a:pt x="576273" y="113263"/>
                </a:lnTo>
                <a:lnTo>
                  <a:pt x="561493" y="113263"/>
                </a:lnTo>
                <a:lnTo>
                  <a:pt x="561493" y="96875"/>
                </a:lnTo>
                <a:cubicBezTo>
                  <a:pt x="558601" y="102017"/>
                  <a:pt x="554290" y="106275"/>
                  <a:pt x="548560" y="109649"/>
                </a:cubicBezTo>
                <a:cubicBezTo>
                  <a:pt x="542830" y="113023"/>
                  <a:pt x="536163" y="114709"/>
                  <a:pt x="528559" y="114709"/>
                </a:cubicBezTo>
                <a:cubicBezTo>
                  <a:pt x="520740" y="114709"/>
                  <a:pt x="513671" y="112782"/>
                  <a:pt x="507351" y="108926"/>
                </a:cubicBezTo>
                <a:cubicBezTo>
                  <a:pt x="501032" y="105069"/>
                  <a:pt x="496051" y="99661"/>
                  <a:pt x="492410" y="92700"/>
                </a:cubicBezTo>
                <a:cubicBezTo>
                  <a:pt x="488769" y="85738"/>
                  <a:pt x="486948" y="77812"/>
                  <a:pt x="486948" y="68922"/>
                </a:cubicBezTo>
                <a:moveTo>
                  <a:pt x="561493" y="69083"/>
                </a:moveTo>
                <a:cubicBezTo>
                  <a:pt x="561493" y="62442"/>
                  <a:pt x="560154" y="56658"/>
                  <a:pt x="557476" y="51732"/>
                </a:cubicBezTo>
                <a:cubicBezTo>
                  <a:pt x="554799" y="46805"/>
                  <a:pt x="551184" y="43030"/>
                  <a:pt x="546630" y="40407"/>
                </a:cubicBezTo>
                <a:cubicBezTo>
                  <a:pt x="542079" y="37782"/>
                  <a:pt x="537072" y="36470"/>
                  <a:pt x="531611" y="36470"/>
                </a:cubicBezTo>
                <a:cubicBezTo>
                  <a:pt x="526149" y="36470"/>
                  <a:pt x="521168" y="37755"/>
                  <a:pt x="516669" y="40326"/>
                </a:cubicBezTo>
                <a:cubicBezTo>
                  <a:pt x="512172" y="42897"/>
                  <a:pt x="508584" y="46646"/>
                  <a:pt x="505905" y="51573"/>
                </a:cubicBezTo>
                <a:cubicBezTo>
                  <a:pt x="503228" y="56499"/>
                  <a:pt x="501890" y="62282"/>
                  <a:pt x="501890" y="68922"/>
                </a:cubicBezTo>
                <a:cubicBezTo>
                  <a:pt x="501890" y="75670"/>
                  <a:pt x="503228" y="81534"/>
                  <a:pt x="505905" y="86515"/>
                </a:cubicBezTo>
                <a:cubicBezTo>
                  <a:pt x="508584" y="91495"/>
                  <a:pt x="512172" y="95297"/>
                  <a:pt x="516669" y="97922"/>
                </a:cubicBezTo>
                <a:cubicBezTo>
                  <a:pt x="521168" y="100545"/>
                  <a:pt x="526149" y="101856"/>
                  <a:pt x="531611" y="101856"/>
                </a:cubicBezTo>
                <a:cubicBezTo>
                  <a:pt x="537072" y="101856"/>
                  <a:pt x="542079" y="100545"/>
                  <a:pt x="546630" y="97922"/>
                </a:cubicBezTo>
                <a:cubicBezTo>
                  <a:pt x="551184" y="95297"/>
                  <a:pt x="554799" y="91495"/>
                  <a:pt x="557476" y="86515"/>
                </a:cubicBezTo>
                <a:cubicBezTo>
                  <a:pt x="560154" y="81534"/>
                  <a:pt x="561493" y="75723"/>
                  <a:pt x="561493" y="69083"/>
                </a:cubicBezTo>
                <a:close/>
                <a:moveTo>
                  <a:pt x="618848" y="37271"/>
                </a:moveTo>
                <a:lnTo>
                  <a:pt x="618848" y="89165"/>
                </a:lnTo>
                <a:cubicBezTo>
                  <a:pt x="618848" y="93449"/>
                  <a:pt x="619758" y="96475"/>
                  <a:pt x="621579" y="98243"/>
                </a:cubicBezTo>
                <a:cubicBezTo>
                  <a:pt x="623399" y="100010"/>
                  <a:pt x="626559" y="100893"/>
                  <a:pt x="631058" y="100893"/>
                </a:cubicBezTo>
                <a:lnTo>
                  <a:pt x="641820" y="100893"/>
                </a:lnTo>
                <a:lnTo>
                  <a:pt x="641820" y="113263"/>
                </a:lnTo>
                <a:lnTo>
                  <a:pt x="628646" y="113263"/>
                </a:lnTo>
                <a:cubicBezTo>
                  <a:pt x="620507" y="113263"/>
                  <a:pt x="614402" y="111388"/>
                  <a:pt x="610331" y="107639"/>
                </a:cubicBezTo>
                <a:cubicBezTo>
                  <a:pt x="606262" y="103890"/>
                  <a:pt x="604227" y="97732"/>
                  <a:pt x="604227" y="89165"/>
                </a:cubicBezTo>
                <a:lnTo>
                  <a:pt x="604227" y="37271"/>
                </a:lnTo>
                <a:lnTo>
                  <a:pt x="592821" y="37271"/>
                </a:lnTo>
                <a:lnTo>
                  <a:pt x="592821" y="25223"/>
                </a:lnTo>
                <a:lnTo>
                  <a:pt x="604227" y="25223"/>
                </a:lnTo>
                <a:lnTo>
                  <a:pt x="604227" y="3052"/>
                </a:lnTo>
                <a:lnTo>
                  <a:pt x="618848" y="3052"/>
                </a:lnTo>
                <a:lnTo>
                  <a:pt x="618848" y="25223"/>
                </a:lnTo>
                <a:lnTo>
                  <a:pt x="641820" y="25223"/>
                </a:lnTo>
                <a:lnTo>
                  <a:pt x="641820" y="37271"/>
                </a:lnTo>
                <a:lnTo>
                  <a:pt x="618848" y="37271"/>
                </a:lnTo>
                <a:close/>
                <a:moveTo>
                  <a:pt x="739821" y="65870"/>
                </a:moveTo>
                <a:cubicBezTo>
                  <a:pt x="739821" y="68654"/>
                  <a:pt x="739661" y="71599"/>
                  <a:pt x="739340" y="74704"/>
                </a:cubicBezTo>
                <a:lnTo>
                  <a:pt x="668972" y="74704"/>
                </a:lnTo>
                <a:cubicBezTo>
                  <a:pt x="669508" y="83381"/>
                  <a:pt x="672480" y="90156"/>
                  <a:pt x="677888" y="95029"/>
                </a:cubicBezTo>
                <a:cubicBezTo>
                  <a:pt x="683298" y="99903"/>
                  <a:pt x="689858" y="102339"/>
                  <a:pt x="697568" y="102339"/>
                </a:cubicBezTo>
                <a:cubicBezTo>
                  <a:pt x="703888" y="102339"/>
                  <a:pt x="709162" y="100867"/>
                  <a:pt x="713392" y="97922"/>
                </a:cubicBezTo>
                <a:cubicBezTo>
                  <a:pt x="717623" y="94975"/>
                  <a:pt x="720596" y="91038"/>
                  <a:pt x="722310" y="86111"/>
                </a:cubicBezTo>
                <a:lnTo>
                  <a:pt x="738053" y="86111"/>
                </a:lnTo>
                <a:cubicBezTo>
                  <a:pt x="735698" y="94573"/>
                  <a:pt x="730986" y="101455"/>
                  <a:pt x="723916" y="106757"/>
                </a:cubicBezTo>
                <a:cubicBezTo>
                  <a:pt x="716848" y="112058"/>
                  <a:pt x="708065" y="114709"/>
                  <a:pt x="697568" y="114709"/>
                </a:cubicBezTo>
                <a:cubicBezTo>
                  <a:pt x="689214" y="114709"/>
                  <a:pt x="681743" y="112835"/>
                  <a:pt x="675157" y="109086"/>
                </a:cubicBezTo>
                <a:cubicBezTo>
                  <a:pt x="668571" y="105337"/>
                  <a:pt x="663403" y="100008"/>
                  <a:pt x="659654" y="93100"/>
                </a:cubicBezTo>
                <a:cubicBezTo>
                  <a:pt x="655905" y="86192"/>
                  <a:pt x="654031" y="78186"/>
                  <a:pt x="654031" y="69083"/>
                </a:cubicBezTo>
                <a:cubicBezTo>
                  <a:pt x="654031" y="59979"/>
                  <a:pt x="655851" y="51999"/>
                  <a:pt x="659493" y="45145"/>
                </a:cubicBezTo>
                <a:cubicBezTo>
                  <a:pt x="663134" y="38290"/>
                  <a:pt x="668247" y="33014"/>
                  <a:pt x="674834" y="29319"/>
                </a:cubicBezTo>
                <a:cubicBezTo>
                  <a:pt x="681421" y="25624"/>
                  <a:pt x="689000" y="23776"/>
                  <a:pt x="697568" y="23776"/>
                </a:cubicBezTo>
                <a:cubicBezTo>
                  <a:pt x="705922" y="23776"/>
                  <a:pt x="713313" y="25598"/>
                  <a:pt x="719739" y="29241"/>
                </a:cubicBezTo>
                <a:cubicBezTo>
                  <a:pt x="726165" y="32882"/>
                  <a:pt x="731118" y="37889"/>
                  <a:pt x="734599" y="44263"/>
                </a:cubicBezTo>
                <a:cubicBezTo>
                  <a:pt x="738080" y="50635"/>
                  <a:pt x="739821" y="57837"/>
                  <a:pt x="739821" y="65870"/>
                </a:cubicBezTo>
                <a:moveTo>
                  <a:pt x="724720" y="62818"/>
                </a:moveTo>
                <a:cubicBezTo>
                  <a:pt x="724720" y="57248"/>
                  <a:pt x="723488" y="52455"/>
                  <a:pt x="721023" y="48440"/>
                </a:cubicBezTo>
                <a:cubicBezTo>
                  <a:pt x="718560" y="44423"/>
                  <a:pt x="715213" y="41370"/>
                  <a:pt x="710982" y="39282"/>
                </a:cubicBezTo>
                <a:cubicBezTo>
                  <a:pt x="706753" y="37193"/>
                  <a:pt x="702067" y="36149"/>
                  <a:pt x="696926" y="36149"/>
                </a:cubicBezTo>
                <a:cubicBezTo>
                  <a:pt x="689536" y="36149"/>
                  <a:pt x="683243" y="38505"/>
                  <a:pt x="678047" y="43218"/>
                </a:cubicBezTo>
                <a:cubicBezTo>
                  <a:pt x="672854" y="47930"/>
                  <a:pt x="669882" y="54463"/>
                  <a:pt x="669132" y="62818"/>
                </a:cubicBezTo>
                <a:lnTo>
                  <a:pt x="724720" y="628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Patches">
            <a:extLst xmlns:a="http://schemas.openxmlformats.org/drawingml/2006/main">
              <a:ext uri="{FF2B5EF4-FFF2-40B4-BE49-F238E27FC236}">
                <a16:creationId xmlns:a16="http://schemas.microsoft.com/office/drawing/2014/main" id="{74272BEE-5CCA-4577-9A42-667EDD93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9270" y="4606057"/>
            <a:ext cx="623345" cy="120333"/>
          </a:xfrm>
          <a:custGeom xmlns:a="http://schemas.openxmlformats.org/drawingml/2006/main">
            <a:pathLst>
              <a:path w="623345" h="120333">
                <a:moveTo>
                  <a:pt x="74866" y="39684"/>
                </a:moveTo>
                <a:cubicBezTo>
                  <a:pt x="74866" y="49001"/>
                  <a:pt x="71679" y="56739"/>
                  <a:pt x="65306" y="62898"/>
                </a:cubicBezTo>
                <a:cubicBezTo>
                  <a:pt x="58934" y="69056"/>
                  <a:pt x="49215" y="72135"/>
                  <a:pt x="36149" y="72135"/>
                </a:cubicBezTo>
                <a:lnTo>
                  <a:pt x="14620" y="72135"/>
                </a:lnTo>
                <a:lnTo>
                  <a:pt x="14620" y="118886"/>
                </a:lnTo>
                <a:lnTo>
                  <a:pt x="0" y="118886"/>
                </a:lnTo>
                <a:lnTo>
                  <a:pt x="0" y="6908"/>
                </a:lnTo>
                <a:lnTo>
                  <a:pt x="36149" y="6908"/>
                </a:lnTo>
                <a:cubicBezTo>
                  <a:pt x="48786" y="6908"/>
                  <a:pt x="58398" y="9961"/>
                  <a:pt x="64985" y="16067"/>
                </a:cubicBezTo>
                <a:cubicBezTo>
                  <a:pt x="71572" y="22172"/>
                  <a:pt x="74866" y="30045"/>
                  <a:pt x="74866" y="39684"/>
                </a:cubicBezTo>
                <a:moveTo>
                  <a:pt x="36149" y="60087"/>
                </a:moveTo>
                <a:cubicBezTo>
                  <a:pt x="44289" y="60087"/>
                  <a:pt x="50287" y="58319"/>
                  <a:pt x="54142" y="54784"/>
                </a:cubicBezTo>
                <a:cubicBezTo>
                  <a:pt x="57997" y="51249"/>
                  <a:pt x="59925" y="46216"/>
                  <a:pt x="59925" y="39684"/>
                </a:cubicBezTo>
                <a:cubicBezTo>
                  <a:pt x="59925" y="25867"/>
                  <a:pt x="51999" y="18959"/>
                  <a:pt x="36149" y="18959"/>
                </a:cubicBezTo>
                <a:lnTo>
                  <a:pt x="14620" y="18959"/>
                </a:lnTo>
                <a:lnTo>
                  <a:pt x="14620" y="60087"/>
                </a:lnTo>
                <a:lnTo>
                  <a:pt x="36149" y="60087"/>
                </a:lnTo>
                <a:close/>
                <a:moveTo>
                  <a:pt x="87557" y="74545"/>
                </a:moveTo>
                <a:cubicBezTo>
                  <a:pt x="87557" y="65548"/>
                  <a:pt x="89378" y="57650"/>
                  <a:pt x="93019" y="50850"/>
                </a:cubicBezTo>
                <a:cubicBezTo>
                  <a:pt x="96660" y="44048"/>
                  <a:pt x="101667" y="38772"/>
                  <a:pt x="108039" y="35023"/>
                </a:cubicBezTo>
                <a:cubicBezTo>
                  <a:pt x="114413" y="31274"/>
                  <a:pt x="121509" y="29400"/>
                  <a:pt x="129327" y="29400"/>
                </a:cubicBezTo>
                <a:cubicBezTo>
                  <a:pt x="137039" y="29400"/>
                  <a:pt x="143733" y="31060"/>
                  <a:pt x="149409" y="34381"/>
                </a:cubicBezTo>
                <a:cubicBezTo>
                  <a:pt x="155086" y="37702"/>
                  <a:pt x="159318" y="41879"/>
                  <a:pt x="162102" y="46913"/>
                </a:cubicBezTo>
                <a:lnTo>
                  <a:pt x="162102" y="30846"/>
                </a:lnTo>
                <a:lnTo>
                  <a:pt x="176882" y="30846"/>
                </a:lnTo>
                <a:lnTo>
                  <a:pt x="176882" y="118886"/>
                </a:lnTo>
                <a:lnTo>
                  <a:pt x="162102" y="118886"/>
                </a:lnTo>
                <a:lnTo>
                  <a:pt x="162102" y="102499"/>
                </a:lnTo>
                <a:cubicBezTo>
                  <a:pt x="159210" y="107640"/>
                  <a:pt x="154899" y="111898"/>
                  <a:pt x="149169" y="115273"/>
                </a:cubicBezTo>
                <a:cubicBezTo>
                  <a:pt x="143439" y="118646"/>
                  <a:pt x="136772" y="120333"/>
                  <a:pt x="129168" y="120333"/>
                </a:cubicBezTo>
                <a:cubicBezTo>
                  <a:pt x="121349" y="120333"/>
                  <a:pt x="114280" y="118405"/>
                  <a:pt x="107960" y="114550"/>
                </a:cubicBezTo>
                <a:cubicBezTo>
                  <a:pt x="101641" y="110693"/>
                  <a:pt x="96660" y="105284"/>
                  <a:pt x="93019" y="98324"/>
                </a:cubicBezTo>
                <a:cubicBezTo>
                  <a:pt x="89378" y="91362"/>
                  <a:pt x="87557" y="83436"/>
                  <a:pt x="87557" y="74545"/>
                </a:cubicBezTo>
                <a:moveTo>
                  <a:pt x="162102" y="74707"/>
                </a:moveTo>
                <a:cubicBezTo>
                  <a:pt x="162102" y="68065"/>
                  <a:pt x="160763" y="62282"/>
                  <a:pt x="158085" y="57356"/>
                </a:cubicBezTo>
                <a:cubicBezTo>
                  <a:pt x="155408" y="52428"/>
                  <a:pt x="151793" y="48653"/>
                  <a:pt x="147240" y="46030"/>
                </a:cubicBezTo>
                <a:cubicBezTo>
                  <a:pt x="142688" y="43406"/>
                  <a:pt x="137681" y="42093"/>
                  <a:pt x="132220" y="42093"/>
                </a:cubicBezTo>
                <a:cubicBezTo>
                  <a:pt x="126758" y="42093"/>
                  <a:pt x="121777" y="43379"/>
                  <a:pt x="117278" y="45949"/>
                </a:cubicBezTo>
                <a:cubicBezTo>
                  <a:pt x="112781" y="48520"/>
                  <a:pt x="109193" y="52269"/>
                  <a:pt x="106514" y="57196"/>
                </a:cubicBezTo>
                <a:cubicBezTo>
                  <a:pt x="103837" y="62122"/>
                  <a:pt x="102499" y="67905"/>
                  <a:pt x="102499" y="74545"/>
                </a:cubicBezTo>
                <a:cubicBezTo>
                  <a:pt x="102499" y="81293"/>
                  <a:pt x="103837" y="87158"/>
                  <a:pt x="106514" y="92139"/>
                </a:cubicBezTo>
                <a:cubicBezTo>
                  <a:pt x="109193" y="97119"/>
                  <a:pt x="112781" y="100921"/>
                  <a:pt x="117278" y="103545"/>
                </a:cubicBezTo>
                <a:cubicBezTo>
                  <a:pt x="121777" y="106168"/>
                  <a:pt x="126758" y="107480"/>
                  <a:pt x="132220" y="107480"/>
                </a:cubicBezTo>
                <a:cubicBezTo>
                  <a:pt x="137681" y="107480"/>
                  <a:pt x="142688" y="106168"/>
                  <a:pt x="147240" y="103545"/>
                </a:cubicBezTo>
                <a:cubicBezTo>
                  <a:pt x="151793" y="100921"/>
                  <a:pt x="155408" y="97119"/>
                  <a:pt x="158085" y="92139"/>
                </a:cubicBezTo>
                <a:cubicBezTo>
                  <a:pt x="160763" y="87158"/>
                  <a:pt x="162102" y="81347"/>
                  <a:pt x="162102" y="74707"/>
                </a:cubicBezTo>
                <a:close/>
                <a:moveTo>
                  <a:pt x="219458" y="42895"/>
                </a:moveTo>
                <a:lnTo>
                  <a:pt x="219458" y="94789"/>
                </a:lnTo>
                <a:cubicBezTo>
                  <a:pt x="219458" y="99072"/>
                  <a:pt x="220368" y="102098"/>
                  <a:pt x="222188" y="103867"/>
                </a:cubicBezTo>
                <a:cubicBezTo>
                  <a:pt x="224009" y="105633"/>
                  <a:pt x="227169" y="106517"/>
                  <a:pt x="231668" y="106517"/>
                </a:cubicBezTo>
                <a:lnTo>
                  <a:pt x="242430" y="106517"/>
                </a:lnTo>
                <a:lnTo>
                  <a:pt x="242430" y="118886"/>
                </a:lnTo>
                <a:lnTo>
                  <a:pt x="229256" y="118886"/>
                </a:lnTo>
                <a:cubicBezTo>
                  <a:pt x="221117" y="118886"/>
                  <a:pt x="215012" y="117012"/>
                  <a:pt x="210941" y="113263"/>
                </a:cubicBezTo>
                <a:cubicBezTo>
                  <a:pt x="206872" y="109514"/>
                  <a:pt x="204837" y="103356"/>
                  <a:pt x="204837" y="94789"/>
                </a:cubicBezTo>
                <a:lnTo>
                  <a:pt x="204837" y="42895"/>
                </a:lnTo>
                <a:lnTo>
                  <a:pt x="193431" y="42895"/>
                </a:lnTo>
                <a:lnTo>
                  <a:pt x="193431" y="30846"/>
                </a:lnTo>
                <a:lnTo>
                  <a:pt x="204837" y="30846"/>
                </a:lnTo>
                <a:lnTo>
                  <a:pt x="204837" y="8676"/>
                </a:lnTo>
                <a:lnTo>
                  <a:pt x="219458" y="8676"/>
                </a:lnTo>
                <a:lnTo>
                  <a:pt x="219458" y="30846"/>
                </a:lnTo>
                <a:lnTo>
                  <a:pt x="242430" y="30846"/>
                </a:lnTo>
                <a:lnTo>
                  <a:pt x="242430" y="42895"/>
                </a:lnTo>
                <a:lnTo>
                  <a:pt x="219458" y="42895"/>
                </a:lnTo>
                <a:close/>
                <a:moveTo>
                  <a:pt x="254641" y="74707"/>
                </a:moveTo>
                <a:cubicBezTo>
                  <a:pt x="254641" y="65602"/>
                  <a:pt x="256461" y="57650"/>
                  <a:pt x="260103" y="50850"/>
                </a:cubicBezTo>
                <a:cubicBezTo>
                  <a:pt x="263744" y="44048"/>
                  <a:pt x="268804" y="38772"/>
                  <a:pt x="275284" y="35023"/>
                </a:cubicBezTo>
                <a:cubicBezTo>
                  <a:pt x="281764" y="31274"/>
                  <a:pt x="289181" y="29400"/>
                  <a:pt x="297536" y="29400"/>
                </a:cubicBezTo>
                <a:cubicBezTo>
                  <a:pt x="308353" y="29400"/>
                  <a:pt x="317270" y="32024"/>
                  <a:pt x="324286" y="37274"/>
                </a:cubicBezTo>
                <a:cubicBezTo>
                  <a:pt x="331301" y="42521"/>
                  <a:pt x="335934" y="49805"/>
                  <a:pt x="338183" y="59123"/>
                </a:cubicBezTo>
                <a:lnTo>
                  <a:pt x="322437" y="59123"/>
                </a:lnTo>
                <a:cubicBezTo>
                  <a:pt x="320939" y="53768"/>
                  <a:pt x="318020" y="49537"/>
                  <a:pt x="313681" y="46432"/>
                </a:cubicBezTo>
                <a:cubicBezTo>
                  <a:pt x="309343" y="43326"/>
                  <a:pt x="303962" y="41772"/>
                  <a:pt x="297536" y="41772"/>
                </a:cubicBezTo>
                <a:cubicBezTo>
                  <a:pt x="289181" y="41772"/>
                  <a:pt x="282433" y="44637"/>
                  <a:pt x="277292" y="50367"/>
                </a:cubicBezTo>
                <a:cubicBezTo>
                  <a:pt x="272152" y="56097"/>
                  <a:pt x="269582" y="64210"/>
                  <a:pt x="269582" y="74707"/>
                </a:cubicBezTo>
                <a:cubicBezTo>
                  <a:pt x="269582" y="85310"/>
                  <a:pt x="272152" y="93504"/>
                  <a:pt x="277292" y="99287"/>
                </a:cubicBezTo>
                <a:cubicBezTo>
                  <a:pt x="282433" y="105071"/>
                  <a:pt x="289181" y="107963"/>
                  <a:pt x="297536" y="107963"/>
                </a:cubicBezTo>
                <a:cubicBezTo>
                  <a:pt x="303962" y="107963"/>
                  <a:pt x="309316" y="106463"/>
                  <a:pt x="313600" y="103465"/>
                </a:cubicBezTo>
                <a:cubicBezTo>
                  <a:pt x="317885" y="100466"/>
                  <a:pt x="320831" y="96181"/>
                  <a:pt x="322437" y="90612"/>
                </a:cubicBezTo>
                <a:lnTo>
                  <a:pt x="338183" y="90612"/>
                </a:lnTo>
                <a:cubicBezTo>
                  <a:pt x="335826" y="99608"/>
                  <a:pt x="331113" y="106812"/>
                  <a:pt x="324043" y="112221"/>
                </a:cubicBezTo>
                <a:cubicBezTo>
                  <a:pt x="316975" y="117629"/>
                  <a:pt x="308139" y="120333"/>
                  <a:pt x="297536" y="120333"/>
                </a:cubicBezTo>
                <a:cubicBezTo>
                  <a:pt x="289181" y="120333"/>
                  <a:pt x="281764" y="118458"/>
                  <a:pt x="275284" y="114709"/>
                </a:cubicBezTo>
                <a:cubicBezTo>
                  <a:pt x="268804" y="110960"/>
                  <a:pt x="263744" y="105659"/>
                  <a:pt x="260103" y="98804"/>
                </a:cubicBezTo>
                <a:cubicBezTo>
                  <a:pt x="256461" y="91950"/>
                  <a:pt x="254641" y="83918"/>
                  <a:pt x="254641" y="74707"/>
                </a:cubicBezTo>
                <a:close/>
                <a:moveTo>
                  <a:pt x="401319" y="29241"/>
                </a:moveTo>
                <a:cubicBezTo>
                  <a:pt x="407959" y="29241"/>
                  <a:pt x="413957" y="30660"/>
                  <a:pt x="419312" y="33499"/>
                </a:cubicBezTo>
                <a:cubicBezTo>
                  <a:pt x="424668" y="36336"/>
                  <a:pt x="428871" y="40593"/>
                  <a:pt x="431923" y="46270"/>
                </a:cubicBezTo>
                <a:cubicBezTo>
                  <a:pt x="434975" y="51946"/>
                  <a:pt x="436502" y="58854"/>
                  <a:pt x="436502" y="66995"/>
                </a:cubicBezTo>
                <a:lnTo>
                  <a:pt x="436502" y="118886"/>
                </a:lnTo>
                <a:lnTo>
                  <a:pt x="422043" y="118886"/>
                </a:lnTo>
                <a:lnTo>
                  <a:pt x="422043" y="69083"/>
                </a:lnTo>
                <a:cubicBezTo>
                  <a:pt x="422043" y="60301"/>
                  <a:pt x="419848" y="53580"/>
                  <a:pt x="415456" y="48920"/>
                </a:cubicBezTo>
                <a:cubicBezTo>
                  <a:pt x="411065" y="44261"/>
                  <a:pt x="405067" y="41931"/>
                  <a:pt x="397463" y="41931"/>
                </a:cubicBezTo>
                <a:cubicBezTo>
                  <a:pt x="389752" y="41931"/>
                  <a:pt x="383621" y="44341"/>
                  <a:pt x="379068" y="49161"/>
                </a:cubicBezTo>
                <a:cubicBezTo>
                  <a:pt x="374516" y="53980"/>
                  <a:pt x="372240" y="60996"/>
                  <a:pt x="372240" y="70209"/>
                </a:cubicBezTo>
                <a:lnTo>
                  <a:pt x="372240" y="118886"/>
                </a:lnTo>
                <a:lnTo>
                  <a:pt x="357620" y="118886"/>
                </a:lnTo>
                <a:lnTo>
                  <a:pt x="357620" y="0"/>
                </a:lnTo>
                <a:lnTo>
                  <a:pt x="372240" y="0"/>
                </a:lnTo>
                <a:lnTo>
                  <a:pt x="372240" y="43378"/>
                </a:lnTo>
                <a:cubicBezTo>
                  <a:pt x="375133" y="38880"/>
                  <a:pt x="379122" y="35400"/>
                  <a:pt x="384208" y="32937"/>
                </a:cubicBezTo>
                <a:cubicBezTo>
                  <a:pt x="389296" y="30473"/>
                  <a:pt x="394999" y="29241"/>
                  <a:pt x="401319" y="29241"/>
                </a:cubicBezTo>
                <a:close/>
                <a:moveTo>
                  <a:pt x="540768" y="71493"/>
                </a:moveTo>
                <a:cubicBezTo>
                  <a:pt x="540768" y="74278"/>
                  <a:pt x="540608" y="77223"/>
                  <a:pt x="540288" y="80328"/>
                </a:cubicBezTo>
                <a:lnTo>
                  <a:pt x="469920" y="80328"/>
                </a:lnTo>
                <a:cubicBezTo>
                  <a:pt x="470456" y="89004"/>
                  <a:pt x="473428" y="95779"/>
                  <a:pt x="478836" y="100653"/>
                </a:cubicBezTo>
                <a:cubicBezTo>
                  <a:pt x="484245" y="105526"/>
                  <a:pt x="490805" y="107963"/>
                  <a:pt x="498516" y="107963"/>
                </a:cubicBezTo>
                <a:cubicBezTo>
                  <a:pt x="504836" y="107963"/>
                  <a:pt x="510110" y="106490"/>
                  <a:pt x="514340" y="103545"/>
                </a:cubicBezTo>
                <a:cubicBezTo>
                  <a:pt x="518571" y="100599"/>
                  <a:pt x="521544" y="96662"/>
                  <a:pt x="523258" y="91734"/>
                </a:cubicBezTo>
                <a:lnTo>
                  <a:pt x="539001" y="91734"/>
                </a:lnTo>
                <a:cubicBezTo>
                  <a:pt x="536646" y="100197"/>
                  <a:pt x="531934" y="107079"/>
                  <a:pt x="524864" y="112380"/>
                </a:cubicBezTo>
                <a:cubicBezTo>
                  <a:pt x="517795" y="117682"/>
                  <a:pt x="509013" y="120333"/>
                  <a:pt x="498516" y="120333"/>
                </a:cubicBezTo>
                <a:cubicBezTo>
                  <a:pt x="490161" y="120333"/>
                  <a:pt x="482691" y="118458"/>
                  <a:pt x="476105" y="114709"/>
                </a:cubicBezTo>
                <a:cubicBezTo>
                  <a:pt x="469519" y="110960"/>
                  <a:pt x="464351" y="105632"/>
                  <a:pt x="460602" y="98723"/>
                </a:cubicBezTo>
                <a:cubicBezTo>
                  <a:pt x="456853" y="91815"/>
                  <a:pt x="454979" y="83810"/>
                  <a:pt x="454979" y="74707"/>
                </a:cubicBezTo>
                <a:cubicBezTo>
                  <a:pt x="454979" y="65602"/>
                  <a:pt x="456799" y="57623"/>
                  <a:pt x="460440" y="50769"/>
                </a:cubicBezTo>
                <a:cubicBezTo>
                  <a:pt x="464082" y="43913"/>
                  <a:pt x="469195" y="38638"/>
                  <a:pt x="475781" y="34943"/>
                </a:cubicBezTo>
                <a:cubicBezTo>
                  <a:pt x="482369" y="31247"/>
                  <a:pt x="489947" y="29400"/>
                  <a:pt x="498516" y="29400"/>
                </a:cubicBezTo>
                <a:cubicBezTo>
                  <a:pt x="506870" y="29400"/>
                  <a:pt x="514260" y="31221"/>
                  <a:pt x="520686" y="34864"/>
                </a:cubicBezTo>
                <a:cubicBezTo>
                  <a:pt x="527112" y="38505"/>
                  <a:pt x="532066" y="43513"/>
                  <a:pt x="535547" y="49886"/>
                </a:cubicBezTo>
                <a:cubicBezTo>
                  <a:pt x="539028" y="56258"/>
                  <a:pt x="540768" y="63461"/>
                  <a:pt x="540768" y="71493"/>
                </a:cubicBezTo>
                <a:moveTo>
                  <a:pt x="525668" y="68441"/>
                </a:moveTo>
                <a:cubicBezTo>
                  <a:pt x="525668" y="62871"/>
                  <a:pt x="524435" y="58079"/>
                  <a:pt x="521971" y="54064"/>
                </a:cubicBezTo>
                <a:cubicBezTo>
                  <a:pt x="519508" y="50046"/>
                  <a:pt x="516161" y="46994"/>
                  <a:pt x="511930" y="44905"/>
                </a:cubicBezTo>
                <a:cubicBezTo>
                  <a:pt x="507700" y="42816"/>
                  <a:pt x="503015" y="41772"/>
                  <a:pt x="497874" y="41772"/>
                </a:cubicBezTo>
                <a:cubicBezTo>
                  <a:pt x="490483" y="41772"/>
                  <a:pt x="484191" y="44129"/>
                  <a:pt x="478995" y="48842"/>
                </a:cubicBezTo>
                <a:cubicBezTo>
                  <a:pt x="473801" y="53554"/>
                  <a:pt x="470830" y="60087"/>
                  <a:pt x="470079" y="68441"/>
                </a:cubicBezTo>
                <a:lnTo>
                  <a:pt x="525668" y="68441"/>
                </a:lnTo>
                <a:close/>
                <a:moveTo>
                  <a:pt x="591215" y="120333"/>
                </a:moveTo>
                <a:cubicBezTo>
                  <a:pt x="584467" y="120333"/>
                  <a:pt x="578415" y="119181"/>
                  <a:pt x="573060" y="116879"/>
                </a:cubicBezTo>
                <a:cubicBezTo>
                  <a:pt x="567706" y="114576"/>
                  <a:pt x="563475" y="111363"/>
                  <a:pt x="560369" y="107240"/>
                </a:cubicBezTo>
                <a:cubicBezTo>
                  <a:pt x="557263" y="103116"/>
                  <a:pt x="555550" y="98377"/>
                  <a:pt x="555228" y="93021"/>
                </a:cubicBezTo>
                <a:lnTo>
                  <a:pt x="570331" y="93021"/>
                </a:lnTo>
                <a:cubicBezTo>
                  <a:pt x="570759" y="97413"/>
                  <a:pt x="572821" y="101001"/>
                  <a:pt x="576516" y="103786"/>
                </a:cubicBezTo>
                <a:cubicBezTo>
                  <a:pt x="580211" y="106570"/>
                  <a:pt x="585058" y="107963"/>
                  <a:pt x="591055" y="107963"/>
                </a:cubicBezTo>
                <a:cubicBezTo>
                  <a:pt x="596625" y="107963"/>
                  <a:pt x="601016" y="106731"/>
                  <a:pt x="604229" y="104269"/>
                </a:cubicBezTo>
                <a:cubicBezTo>
                  <a:pt x="607442" y="101804"/>
                  <a:pt x="609049" y="98697"/>
                  <a:pt x="609049" y="94948"/>
                </a:cubicBezTo>
                <a:cubicBezTo>
                  <a:pt x="609049" y="91093"/>
                  <a:pt x="607334" y="88228"/>
                  <a:pt x="603906" y="86354"/>
                </a:cubicBezTo>
                <a:cubicBezTo>
                  <a:pt x="600479" y="84479"/>
                  <a:pt x="595178" y="82632"/>
                  <a:pt x="588003" y="80811"/>
                </a:cubicBezTo>
                <a:cubicBezTo>
                  <a:pt x="581470" y="79097"/>
                  <a:pt x="576141" y="77356"/>
                  <a:pt x="572018" y="75589"/>
                </a:cubicBezTo>
                <a:cubicBezTo>
                  <a:pt x="567894" y="73823"/>
                  <a:pt x="564359" y="71199"/>
                  <a:pt x="561413" y="67718"/>
                </a:cubicBezTo>
                <a:cubicBezTo>
                  <a:pt x="558468" y="64237"/>
                  <a:pt x="556995" y="59658"/>
                  <a:pt x="556995" y="53980"/>
                </a:cubicBezTo>
                <a:cubicBezTo>
                  <a:pt x="556995" y="49483"/>
                  <a:pt x="558334" y="45359"/>
                  <a:pt x="561011" y="41610"/>
                </a:cubicBezTo>
                <a:cubicBezTo>
                  <a:pt x="563689" y="37861"/>
                  <a:pt x="567492" y="34889"/>
                  <a:pt x="572417" y="32695"/>
                </a:cubicBezTo>
                <a:cubicBezTo>
                  <a:pt x="577345" y="30498"/>
                  <a:pt x="582968" y="29400"/>
                  <a:pt x="589288" y="29400"/>
                </a:cubicBezTo>
                <a:cubicBezTo>
                  <a:pt x="599035" y="29400"/>
                  <a:pt x="606907" y="31864"/>
                  <a:pt x="612905" y="36791"/>
                </a:cubicBezTo>
                <a:cubicBezTo>
                  <a:pt x="618903" y="41718"/>
                  <a:pt x="622116" y="48466"/>
                  <a:pt x="622544" y="57035"/>
                </a:cubicBezTo>
                <a:lnTo>
                  <a:pt x="607924" y="57035"/>
                </a:lnTo>
                <a:cubicBezTo>
                  <a:pt x="607602" y="52429"/>
                  <a:pt x="605754" y="48734"/>
                  <a:pt x="602381" y="45949"/>
                </a:cubicBezTo>
                <a:cubicBezTo>
                  <a:pt x="599008" y="43165"/>
                  <a:pt x="594482" y="41772"/>
                  <a:pt x="588805" y="41772"/>
                </a:cubicBezTo>
                <a:cubicBezTo>
                  <a:pt x="583557" y="41772"/>
                  <a:pt x="579380" y="42897"/>
                  <a:pt x="576273" y="45145"/>
                </a:cubicBezTo>
                <a:cubicBezTo>
                  <a:pt x="573168" y="47394"/>
                  <a:pt x="571616" y="50339"/>
                  <a:pt x="571616" y="53980"/>
                </a:cubicBezTo>
                <a:cubicBezTo>
                  <a:pt x="571616" y="56873"/>
                  <a:pt x="572553" y="59256"/>
                  <a:pt x="574427" y="61131"/>
                </a:cubicBezTo>
                <a:cubicBezTo>
                  <a:pt x="576302" y="63006"/>
                  <a:pt x="578658" y="64505"/>
                  <a:pt x="581495" y="65629"/>
                </a:cubicBezTo>
                <a:cubicBezTo>
                  <a:pt x="584334" y="66754"/>
                  <a:pt x="588270" y="68012"/>
                  <a:pt x="593303" y="69405"/>
                </a:cubicBezTo>
                <a:cubicBezTo>
                  <a:pt x="599623" y="71117"/>
                  <a:pt x="604765" y="72804"/>
                  <a:pt x="608728" y="74464"/>
                </a:cubicBezTo>
                <a:cubicBezTo>
                  <a:pt x="612691" y="76125"/>
                  <a:pt x="616091" y="78615"/>
                  <a:pt x="618928" y="81936"/>
                </a:cubicBezTo>
                <a:cubicBezTo>
                  <a:pt x="621767" y="85255"/>
                  <a:pt x="623239" y="89593"/>
                  <a:pt x="623345" y="94948"/>
                </a:cubicBezTo>
                <a:cubicBezTo>
                  <a:pt x="623345" y="99768"/>
                  <a:pt x="622007" y="104106"/>
                  <a:pt x="619330" y="107963"/>
                </a:cubicBezTo>
                <a:cubicBezTo>
                  <a:pt x="616653" y="111818"/>
                  <a:pt x="612878" y="114844"/>
                  <a:pt x="608005" y="117040"/>
                </a:cubicBezTo>
                <a:cubicBezTo>
                  <a:pt x="603131" y="119235"/>
                  <a:pt x="597534" y="120333"/>
                  <a:pt x="591215" y="1203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df79b81804cbb"/>
          <a:stretch xmlns:a="http://schemas.openxmlformats.org/drawingml/2006/main"/>
        </p:blipFill>
        <p:spPr>
          <a:xfrm xmlns:a="http://schemas.openxmlformats.org/drawingml/2006/main">
            <a:off x="9838478" y="1922861"/>
            <a:ext cx="639937" cy="639937"/>
          </a:xfrm>
          <a:prstGeom xmlns:a="http://schemas.openxmlformats.org/drawingml/2006/main" prst="rect">
            <a:avLst/>
          </a:prstGeom>
        </p:spPr>
      </p:pic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94E45C-922B-43A9-8FDF-D49F5441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1757" y="1991714"/>
            <a:ext cx="433379" cy="433379"/>
          </a:xfrm>
          <a:custGeom xmlns:a="http://schemas.openxmlformats.org/drawingml/2006/main">
            <a:pathLst>
              <a:path w="433379" h="433379">
                <a:moveTo>
                  <a:pt x="0" y="0"/>
                </a:moveTo>
                <a:lnTo>
                  <a:pt x="433379" y="0"/>
                </a:lnTo>
                <a:lnTo>
                  <a:pt x="433379" y="433379"/>
                </a:lnTo>
                <a:lnTo>
                  <a:pt x="0" y="43337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8678575e994a7c"/>
          <a:stretch xmlns:a="http://schemas.openxmlformats.org/drawingml/2006/main"/>
        </p:blipFill>
        <p:spPr>
          <a:xfrm xmlns:a="http://schemas.openxmlformats.org/drawingml/2006/main">
            <a:off x="9941758" y="1991715"/>
            <a:ext cx="433378" cy="433378"/>
          </a:xfrm>
          <a:prstGeom xmlns:a="http://schemas.openxmlformats.org/drawingml/2006/main" prst="rect">
            <a:avLst/>
          </a:prstGeom>
        </p:spPr>
      </p:pic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000852-E73E-4C6C-8365-59F9811F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7" y="2547482"/>
            <a:ext cx="236556" cy="236556"/>
          </a:xfrm>
          <a:custGeom xmlns:a="http://schemas.openxmlformats.org/drawingml/2006/main">
            <a:pathLst>
              <a:path w="236556" h="236556">
                <a:moveTo>
                  <a:pt x="0" y="0"/>
                </a:moveTo>
                <a:lnTo>
                  <a:pt x="236556" y="0"/>
                </a:lnTo>
                <a:lnTo>
                  <a:pt x="236556" y="236556"/>
                </a:lnTo>
                <a:lnTo>
                  <a:pt x="0" y="2365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dd6f657afd47f3"/>
          <a:stretch xmlns:a="http://schemas.openxmlformats.org/drawingml/2006/main"/>
        </p:blipFill>
        <p:spPr>
          <a:xfrm xmlns:a="http://schemas.openxmlformats.org/drawingml/2006/main">
            <a:off x="289427" y="2547482"/>
            <a:ext cx="236556" cy="236556"/>
          </a:xfrm>
          <a:prstGeom xmlns:a="http://schemas.openxmlformats.org/drawingml/2006/main" prst="rect">
            <a:avLst/>
          </a:prstGeom>
        </p:spPr>
      </p:pic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3A84AA-F527-4E61-BFEF-0C61F888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7" y="2325857"/>
            <a:ext cx="236556" cy="236556"/>
          </a:xfrm>
          <a:custGeom xmlns:a="http://schemas.openxmlformats.org/drawingml/2006/main">
            <a:pathLst>
              <a:path w="236556" h="236556">
                <a:moveTo>
                  <a:pt x="0" y="0"/>
                </a:moveTo>
                <a:lnTo>
                  <a:pt x="236556" y="0"/>
                </a:lnTo>
                <a:lnTo>
                  <a:pt x="236556" y="236556"/>
                </a:lnTo>
                <a:lnTo>
                  <a:pt x="0" y="2365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3136b2eb4640ad"/>
          <a:stretch xmlns:a="http://schemas.openxmlformats.org/drawingml/2006/main"/>
        </p:blipFill>
        <p:spPr>
          <a:xfrm xmlns:a="http://schemas.openxmlformats.org/drawingml/2006/main">
            <a:off x="289427" y="2325857"/>
            <a:ext cx="236556" cy="236556"/>
          </a:xfrm>
          <a:prstGeom xmlns:a="http://schemas.openxmlformats.org/drawingml/2006/main" prst="rect">
            <a:avLst/>
          </a:prstGeom>
        </p:spPr>
      </p:pic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F1E2FA-9135-4F19-BF46-5F3D45AD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63" y="1672119"/>
            <a:ext cx="236556" cy="236556"/>
          </a:xfrm>
          <a:custGeom xmlns:a="http://schemas.openxmlformats.org/drawingml/2006/main">
            <a:pathLst>
              <a:path w="236556" h="236556">
                <a:moveTo>
                  <a:pt x="0" y="0"/>
                </a:moveTo>
                <a:lnTo>
                  <a:pt x="236556" y="0"/>
                </a:lnTo>
                <a:lnTo>
                  <a:pt x="236556" y="236556"/>
                </a:lnTo>
                <a:lnTo>
                  <a:pt x="0" y="2365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0a0ffcf18a41ae"/>
          <a:stretch xmlns:a="http://schemas.openxmlformats.org/drawingml/2006/main"/>
        </p:blipFill>
        <p:spPr>
          <a:xfrm xmlns:a="http://schemas.openxmlformats.org/drawingml/2006/main">
            <a:off x="697663" y="1672119"/>
            <a:ext cx="236556" cy="236556"/>
          </a:xfrm>
          <a:prstGeom xmlns:a="http://schemas.openxmlformats.org/drawingml/2006/main" prst="rect">
            <a:avLst/>
          </a:prstGeom>
        </p:spPr>
      </p:pic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BB9108-C532-47CE-A42E-22205D52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319" y="2098178"/>
            <a:ext cx="236556" cy="236556"/>
          </a:xfrm>
          <a:custGeom xmlns:a="http://schemas.openxmlformats.org/drawingml/2006/main">
            <a:pathLst>
              <a:path w="236556" h="236556">
                <a:moveTo>
                  <a:pt x="0" y="0"/>
                </a:moveTo>
                <a:lnTo>
                  <a:pt x="236556" y="0"/>
                </a:lnTo>
                <a:lnTo>
                  <a:pt x="236556" y="236556"/>
                </a:lnTo>
                <a:lnTo>
                  <a:pt x="0" y="2365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3cd31870e24bfb"/>
          <a:stretch xmlns:a="http://schemas.openxmlformats.org/drawingml/2006/main"/>
        </p:blipFill>
        <p:spPr>
          <a:xfrm xmlns:a="http://schemas.openxmlformats.org/drawingml/2006/main">
            <a:off x="709319" y="2098178"/>
            <a:ext cx="236556" cy="236556"/>
          </a:xfrm>
          <a:prstGeom xmlns:a="http://schemas.openxmlformats.org/drawingml/2006/main" prst="rect">
            <a:avLst/>
          </a:prstGeom>
        </p:spPr>
      </p:pic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7C535D-7E67-4872-B7E9-60BF2568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203" y="1871651"/>
            <a:ext cx="413658" cy="10"/>
          </a:xfrm>
          <a:custGeom xmlns:a="http://schemas.openxmlformats.org/drawingml/2006/main">
            <a:pathLst>
              <a:path w="413658" h="1">
                <a:moveTo>
                  <a:pt x="0" y="0"/>
                </a:moveTo>
                <a:lnTo>
                  <a:pt x="413658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5D9965-8E6F-4092-8470-15512648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203" y="1871651"/>
            <a:ext cx="207100" cy="10"/>
          </a:xfrm>
          <a:custGeom xmlns:a="http://schemas.openxmlformats.org/drawingml/2006/main">
            <a:pathLst>
              <a:path w="207100" h="1" fill="none">
                <a:moveTo>
                  <a:pt x="0" y="0"/>
                </a:moveTo>
                <a:lnTo>
                  <a:pt x="207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426" cap="flat">
            <a:solidFill>
              <a:srgbClr val="000000"/>
            </a:solidFill>
            <a:round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4C5A40-5B66-4857-B93D-BF4C5BB8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303" y="1814788"/>
            <a:ext cx="156230" cy="113726"/>
          </a:xfrm>
          <a:custGeom xmlns:a="http://schemas.openxmlformats.org/drawingml/2006/main">
            <a:pathLst>
              <a:path w="156230" h="113726">
                <a:moveTo>
                  <a:pt x="0" y="113726"/>
                </a:moveTo>
                <a:lnTo>
                  <a:pt x="0" y="0"/>
                </a:lnTo>
                <a:lnTo>
                  <a:pt x="156230" y="56863"/>
                </a:lnTo>
                <a:lnTo>
                  <a:pt x="0" y="1137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2FEB85-E878-47C3-9F73-7D34FAEB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303" y="1814788"/>
            <a:ext cx="156230" cy="113726"/>
          </a:xfrm>
          <a:custGeom xmlns:a="http://schemas.openxmlformats.org/drawingml/2006/main">
            <a:pathLst>
              <a:path w="156230" h="113726" fill="none">
                <a:moveTo>
                  <a:pt x="0" y="113726"/>
                </a:moveTo>
                <a:lnTo>
                  <a:pt x="156230" y="56863"/>
                </a:lnTo>
                <a:lnTo>
                  <a:pt x="0" y="0"/>
                </a:lnTo>
                <a:lnTo>
                  <a:pt x="0" y="11372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426" cap="flat">
            <a:solidFill>
              <a:srgbClr val="000000"/>
            </a:solidFill>
            <a:miter/>
          </a:ln>
        </p:spPr>
      </p:sp>
      <p:pic>
        <p:nvPicPr>
          <p:cNvPr id="7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2270630bd047cb"/>
          <a:stretch xmlns:a="http://schemas.openxmlformats.org/drawingml/2006/main"/>
        </p:blipFill>
        <p:spPr>
          <a:xfrm xmlns:a="http://schemas.openxmlformats.org/drawingml/2006/main">
            <a:off x="9777384" y="3187328"/>
            <a:ext cx="886526" cy="477360"/>
          </a:xfrm>
          <a:prstGeom xmlns:a="http://schemas.openxmlformats.org/drawingml/2006/main" prst="rect">
            <a:avLst/>
          </a:prstGeom>
        </p:spPr>
      </p:pic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EE842E-EF84-4022-A0E5-8AC5B574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714" y="3273394"/>
            <a:ext cx="647865" cy="236376"/>
          </a:xfrm>
          <a:custGeom xmlns:a="http://schemas.openxmlformats.org/drawingml/2006/main">
            <a:pathLst>
              <a:path w="647865" h="236376">
                <a:moveTo>
                  <a:pt x="0" y="39397"/>
                </a:moveTo>
                <a:lnTo>
                  <a:pt x="0" y="39397"/>
                </a:lnTo>
                <a:cubicBezTo>
                  <a:pt x="0" y="17639"/>
                  <a:pt x="17639" y="0"/>
                  <a:pt x="39397" y="0"/>
                </a:cubicBezTo>
                <a:lnTo>
                  <a:pt x="608469" y="0"/>
                </a:lnTo>
                <a:cubicBezTo>
                  <a:pt x="618917" y="0"/>
                  <a:pt x="628938" y="4151"/>
                  <a:pt x="636326" y="11539"/>
                </a:cubicBezTo>
                <a:cubicBezTo>
                  <a:pt x="643714" y="18928"/>
                  <a:pt x="647865" y="28948"/>
                  <a:pt x="647865" y="39397"/>
                </a:cubicBezTo>
                <a:lnTo>
                  <a:pt x="647865" y="196979"/>
                </a:lnTo>
                <a:cubicBezTo>
                  <a:pt x="647865" y="218738"/>
                  <a:pt x="630226" y="236376"/>
                  <a:pt x="608469" y="236376"/>
                </a:cubicBezTo>
                <a:lnTo>
                  <a:pt x="39397" y="236376"/>
                </a:lnTo>
                <a:cubicBezTo>
                  <a:pt x="17639" y="236376"/>
                  <a:pt x="0" y="218738"/>
                  <a:pt x="0" y="196979"/>
                </a:cubicBezTo>
                <a:lnTo>
                  <a:pt x="0" y="39397"/>
                </a:lnTo>
                <a:close/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7C7A0B-489F-41D7-BC92-A267EE08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714" y="3273394"/>
            <a:ext cx="647865" cy="236376"/>
          </a:xfrm>
          <a:custGeom xmlns:a="http://schemas.openxmlformats.org/drawingml/2006/main">
            <a:pathLst>
              <a:path w="647865" h="236376" fill="none">
                <a:moveTo>
                  <a:pt x="0" y="39397"/>
                </a:moveTo>
                <a:lnTo>
                  <a:pt x="0" y="39397"/>
                </a:lnTo>
                <a:cubicBezTo>
                  <a:pt x="0" y="17639"/>
                  <a:pt x="17639" y="0"/>
                  <a:pt x="39397" y="0"/>
                </a:cubicBezTo>
                <a:lnTo>
                  <a:pt x="608469" y="0"/>
                </a:lnTo>
                <a:cubicBezTo>
                  <a:pt x="618917" y="0"/>
                  <a:pt x="628938" y="4151"/>
                  <a:pt x="636326" y="11539"/>
                </a:cubicBezTo>
                <a:cubicBezTo>
                  <a:pt x="643714" y="18928"/>
                  <a:pt x="647865" y="28948"/>
                  <a:pt x="647865" y="39397"/>
                </a:cubicBezTo>
                <a:lnTo>
                  <a:pt x="647865" y="196979"/>
                </a:lnTo>
                <a:cubicBezTo>
                  <a:pt x="647865" y="218738"/>
                  <a:pt x="630226" y="236376"/>
                  <a:pt x="608469" y="236376"/>
                </a:cubicBezTo>
                <a:lnTo>
                  <a:pt x="39397" y="236376"/>
                </a:lnTo>
                <a:cubicBezTo>
                  <a:pt x="17639" y="236376"/>
                  <a:pt x="0" y="218738"/>
                  <a:pt x="0" y="196979"/>
                </a:cubicBezTo>
                <a:lnTo>
                  <a:pt x="0" y="393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426" cap="flat">
            <a:solidFill>
              <a:srgbClr val="3D85C6"/>
            </a:solidFill>
            <a:custDash>
              <a:ds d="400000" sp="300000"/>
              <a:ds d="100000" sp="300000"/>
            </a:custDash>
            <a:round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A93289-8746-4CE9-BA15-0E14175F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4176" y="3498757"/>
            <a:ext cx="1482636" cy="236376"/>
          </a:xfrm>
          <a:custGeom xmlns:a="http://schemas.openxmlformats.org/drawingml/2006/main">
            <a:pathLst>
              <a:path w="1482636" h="236376">
                <a:moveTo>
                  <a:pt x="1482636" y="236376"/>
                </a:moveTo>
                <a:lnTo>
                  <a:pt x="0" y="236376"/>
                </a:lnTo>
                <a:lnTo>
                  <a:pt x="0" y="0"/>
                </a:lnTo>
                <a:lnTo>
                  <a:pt x="1482636" y="0"/>
                </a:lnTo>
                <a:lnTo>
                  <a:pt x="1482636" y="23637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Localization">
            <a:extLst xmlns:a="http://schemas.openxmlformats.org/drawingml/2006/main">
              <a:ext uri="{FF2B5EF4-FFF2-40B4-BE49-F238E27FC236}">
                <a16:creationId xmlns:a16="http://schemas.microsoft.com/office/drawing/2014/main" id="{AE0D1814-0839-4371-8625-D425AF66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1466" y="3530727"/>
            <a:ext cx="918791" cy="123706"/>
          </a:xfrm>
          <a:custGeom xmlns:a="http://schemas.openxmlformats.org/drawingml/2006/main">
            <a:pathLst>
              <a:path w="918791" h="123706">
                <a:moveTo>
                  <a:pt x="14620" y="110370"/>
                </a:moveTo>
                <a:lnTo>
                  <a:pt x="53821" y="110370"/>
                </a:lnTo>
                <a:lnTo>
                  <a:pt x="53821" y="122260"/>
                </a:lnTo>
                <a:lnTo>
                  <a:pt x="0" y="122260"/>
                </a:lnTo>
                <a:lnTo>
                  <a:pt x="0" y="10281"/>
                </a:lnTo>
                <a:lnTo>
                  <a:pt x="14620" y="10281"/>
                </a:lnTo>
                <a:lnTo>
                  <a:pt x="14620" y="110370"/>
                </a:lnTo>
                <a:close/>
                <a:moveTo>
                  <a:pt x="107800" y="123706"/>
                </a:moveTo>
                <a:cubicBezTo>
                  <a:pt x="99553" y="123706"/>
                  <a:pt x="92083" y="121831"/>
                  <a:pt x="85389" y="118082"/>
                </a:cubicBezTo>
                <a:cubicBezTo>
                  <a:pt x="78695" y="114333"/>
                  <a:pt x="73446" y="109005"/>
                  <a:pt x="69643" y="102097"/>
                </a:cubicBezTo>
                <a:cubicBezTo>
                  <a:pt x="65842" y="95189"/>
                  <a:pt x="63941" y="87183"/>
                  <a:pt x="63941" y="78080"/>
                </a:cubicBezTo>
                <a:cubicBezTo>
                  <a:pt x="63941" y="69083"/>
                  <a:pt x="65896" y="61131"/>
                  <a:pt x="69805" y="54223"/>
                </a:cubicBezTo>
                <a:cubicBezTo>
                  <a:pt x="73714" y="47313"/>
                  <a:pt x="79043" y="42011"/>
                  <a:pt x="85791" y="38316"/>
                </a:cubicBezTo>
                <a:cubicBezTo>
                  <a:pt x="92539" y="34621"/>
                  <a:pt x="100090" y="32773"/>
                  <a:pt x="108444" y="32773"/>
                </a:cubicBezTo>
                <a:cubicBezTo>
                  <a:pt x="116797" y="32773"/>
                  <a:pt x="124347" y="34621"/>
                  <a:pt x="131095" y="38316"/>
                </a:cubicBezTo>
                <a:cubicBezTo>
                  <a:pt x="137843" y="42011"/>
                  <a:pt x="143172" y="47286"/>
                  <a:pt x="147081" y="54142"/>
                </a:cubicBezTo>
                <a:cubicBezTo>
                  <a:pt x="150990" y="60996"/>
                  <a:pt x="152945" y="68976"/>
                  <a:pt x="152945" y="78080"/>
                </a:cubicBezTo>
                <a:cubicBezTo>
                  <a:pt x="152945" y="87183"/>
                  <a:pt x="150936" y="95189"/>
                  <a:pt x="146919" y="102097"/>
                </a:cubicBezTo>
                <a:cubicBezTo>
                  <a:pt x="142904" y="109005"/>
                  <a:pt x="137468" y="114333"/>
                  <a:pt x="130612" y="118082"/>
                </a:cubicBezTo>
                <a:cubicBezTo>
                  <a:pt x="123758" y="121831"/>
                  <a:pt x="116154" y="123706"/>
                  <a:pt x="107800" y="123706"/>
                </a:cubicBezTo>
                <a:moveTo>
                  <a:pt x="107800" y="110853"/>
                </a:moveTo>
                <a:cubicBezTo>
                  <a:pt x="113049" y="110853"/>
                  <a:pt x="117976" y="109622"/>
                  <a:pt x="122582" y="107159"/>
                </a:cubicBezTo>
                <a:cubicBezTo>
                  <a:pt x="127187" y="104694"/>
                  <a:pt x="130908" y="100999"/>
                  <a:pt x="133745" y="96073"/>
                </a:cubicBezTo>
                <a:cubicBezTo>
                  <a:pt x="136584" y="91146"/>
                  <a:pt x="138003" y="85148"/>
                  <a:pt x="138003" y="78080"/>
                </a:cubicBezTo>
                <a:cubicBezTo>
                  <a:pt x="138003" y="71010"/>
                  <a:pt x="136611" y="65012"/>
                  <a:pt x="133826" y="60087"/>
                </a:cubicBezTo>
                <a:cubicBezTo>
                  <a:pt x="131041" y="55159"/>
                  <a:pt x="127399" y="51491"/>
                  <a:pt x="122900" y="49082"/>
                </a:cubicBezTo>
                <a:cubicBezTo>
                  <a:pt x="118403" y="46672"/>
                  <a:pt x="113530" y="45466"/>
                  <a:pt x="108282" y="45466"/>
                </a:cubicBezTo>
                <a:cubicBezTo>
                  <a:pt x="102927" y="45466"/>
                  <a:pt x="98027" y="46672"/>
                  <a:pt x="93581" y="49082"/>
                </a:cubicBezTo>
                <a:cubicBezTo>
                  <a:pt x="89138" y="51491"/>
                  <a:pt x="85577" y="55159"/>
                  <a:pt x="82898" y="60087"/>
                </a:cubicBezTo>
                <a:cubicBezTo>
                  <a:pt x="80221" y="65012"/>
                  <a:pt x="78883" y="71010"/>
                  <a:pt x="78883" y="78080"/>
                </a:cubicBezTo>
                <a:cubicBezTo>
                  <a:pt x="78883" y="85256"/>
                  <a:pt x="80194" y="91308"/>
                  <a:pt x="82817" y="96235"/>
                </a:cubicBezTo>
                <a:cubicBezTo>
                  <a:pt x="85442" y="101161"/>
                  <a:pt x="88950" y="104829"/>
                  <a:pt x="93341" y="107240"/>
                </a:cubicBezTo>
                <a:cubicBezTo>
                  <a:pt x="97732" y="109649"/>
                  <a:pt x="102552" y="110853"/>
                  <a:pt x="107800" y="110853"/>
                </a:cubicBezTo>
                <a:close/>
                <a:moveTo>
                  <a:pt x="166761" y="78080"/>
                </a:moveTo>
                <a:cubicBezTo>
                  <a:pt x="166761" y="68976"/>
                  <a:pt x="168581" y="61023"/>
                  <a:pt x="172223" y="54223"/>
                </a:cubicBezTo>
                <a:cubicBezTo>
                  <a:pt x="175864" y="47421"/>
                  <a:pt x="180924" y="42146"/>
                  <a:pt x="187404" y="38397"/>
                </a:cubicBezTo>
                <a:cubicBezTo>
                  <a:pt x="193884" y="34648"/>
                  <a:pt x="201301" y="32773"/>
                  <a:pt x="209656" y="32773"/>
                </a:cubicBezTo>
                <a:cubicBezTo>
                  <a:pt x="220473" y="32773"/>
                  <a:pt x="229390" y="35398"/>
                  <a:pt x="236406" y="40647"/>
                </a:cubicBezTo>
                <a:cubicBezTo>
                  <a:pt x="243422" y="45895"/>
                  <a:pt x="248054" y="53178"/>
                  <a:pt x="250303" y="62496"/>
                </a:cubicBezTo>
                <a:lnTo>
                  <a:pt x="234557" y="62496"/>
                </a:lnTo>
                <a:cubicBezTo>
                  <a:pt x="233059" y="57141"/>
                  <a:pt x="230140" y="52911"/>
                  <a:pt x="225801" y="49805"/>
                </a:cubicBezTo>
                <a:cubicBezTo>
                  <a:pt x="221463" y="46699"/>
                  <a:pt x="216082" y="45145"/>
                  <a:pt x="209656" y="45145"/>
                </a:cubicBezTo>
                <a:cubicBezTo>
                  <a:pt x="201301" y="45145"/>
                  <a:pt x="194553" y="48010"/>
                  <a:pt x="189412" y="53740"/>
                </a:cubicBezTo>
                <a:cubicBezTo>
                  <a:pt x="184272" y="59470"/>
                  <a:pt x="181702" y="67583"/>
                  <a:pt x="181702" y="78080"/>
                </a:cubicBezTo>
                <a:cubicBezTo>
                  <a:pt x="181702" y="88683"/>
                  <a:pt x="184272" y="96877"/>
                  <a:pt x="189412" y="102660"/>
                </a:cubicBezTo>
                <a:cubicBezTo>
                  <a:pt x="194553" y="108444"/>
                  <a:pt x="201301" y="111336"/>
                  <a:pt x="209656" y="111336"/>
                </a:cubicBezTo>
                <a:cubicBezTo>
                  <a:pt x="216082" y="111336"/>
                  <a:pt x="221436" y="109837"/>
                  <a:pt x="225720" y="106838"/>
                </a:cubicBezTo>
                <a:cubicBezTo>
                  <a:pt x="230005" y="103839"/>
                  <a:pt x="232951" y="99555"/>
                  <a:pt x="234557" y="93985"/>
                </a:cubicBezTo>
                <a:lnTo>
                  <a:pt x="250303" y="93985"/>
                </a:lnTo>
                <a:cubicBezTo>
                  <a:pt x="247946" y="102982"/>
                  <a:pt x="243233" y="110185"/>
                  <a:pt x="236163" y="115594"/>
                </a:cubicBezTo>
                <a:cubicBezTo>
                  <a:pt x="229095" y="121002"/>
                  <a:pt x="220259" y="123706"/>
                  <a:pt x="209656" y="123706"/>
                </a:cubicBezTo>
                <a:cubicBezTo>
                  <a:pt x="201301" y="123706"/>
                  <a:pt x="193884" y="121831"/>
                  <a:pt x="187404" y="118082"/>
                </a:cubicBezTo>
                <a:cubicBezTo>
                  <a:pt x="180924" y="114333"/>
                  <a:pt x="175864" y="109032"/>
                  <a:pt x="172223" y="102178"/>
                </a:cubicBezTo>
                <a:cubicBezTo>
                  <a:pt x="168581" y="95323"/>
                  <a:pt x="166761" y="87291"/>
                  <a:pt x="166761" y="78080"/>
                </a:cubicBezTo>
                <a:close/>
                <a:moveTo>
                  <a:pt x="264279" y="77918"/>
                </a:moveTo>
                <a:cubicBezTo>
                  <a:pt x="264279" y="68922"/>
                  <a:pt x="266100" y="61023"/>
                  <a:pt x="269741" y="54223"/>
                </a:cubicBezTo>
                <a:cubicBezTo>
                  <a:pt x="273382" y="47421"/>
                  <a:pt x="278389" y="42146"/>
                  <a:pt x="284761" y="38397"/>
                </a:cubicBezTo>
                <a:cubicBezTo>
                  <a:pt x="291135" y="34648"/>
                  <a:pt x="298231" y="32773"/>
                  <a:pt x="306049" y="32773"/>
                </a:cubicBezTo>
                <a:cubicBezTo>
                  <a:pt x="313761" y="32773"/>
                  <a:pt x="320455" y="34433"/>
                  <a:pt x="326131" y="37754"/>
                </a:cubicBezTo>
                <a:cubicBezTo>
                  <a:pt x="331809" y="41075"/>
                  <a:pt x="336040" y="45252"/>
                  <a:pt x="338825" y="50286"/>
                </a:cubicBezTo>
                <a:lnTo>
                  <a:pt x="338825" y="34219"/>
                </a:lnTo>
                <a:lnTo>
                  <a:pt x="353604" y="34219"/>
                </a:lnTo>
                <a:lnTo>
                  <a:pt x="353604" y="122260"/>
                </a:lnTo>
                <a:lnTo>
                  <a:pt x="338825" y="122260"/>
                </a:lnTo>
                <a:lnTo>
                  <a:pt x="338825" y="105872"/>
                </a:lnTo>
                <a:cubicBezTo>
                  <a:pt x="335932" y="111013"/>
                  <a:pt x="331621" y="115271"/>
                  <a:pt x="325891" y="118646"/>
                </a:cubicBezTo>
                <a:cubicBezTo>
                  <a:pt x="320161" y="122019"/>
                  <a:pt x="313494" y="123706"/>
                  <a:pt x="305890" y="123706"/>
                </a:cubicBezTo>
                <a:cubicBezTo>
                  <a:pt x="298071" y="123706"/>
                  <a:pt x="291002" y="121778"/>
                  <a:pt x="284683" y="117923"/>
                </a:cubicBezTo>
                <a:cubicBezTo>
                  <a:pt x="278363" y="114066"/>
                  <a:pt x="273382" y="108657"/>
                  <a:pt x="269741" y="101697"/>
                </a:cubicBezTo>
                <a:cubicBezTo>
                  <a:pt x="266100" y="94735"/>
                  <a:pt x="264279" y="86809"/>
                  <a:pt x="264279" y="77918"/>
                </a:cubicBezTo>
                <a:moveTo>
                  <a:pt x="338825" y="78080"/>
                </a:moveTo>
                <a:cubicBezTo>
                  <a:pt x="338825" y="71438"/>
                  <a:pt x="337485" y="65655"/>
                  <a:pt x="334807" y="60729"/>
                </a:cubicBezTo>
                <a:cubicBezTo>
                  <a:pt x="332130" y="55802"/>
                  <a:pt x="328515" y="52026"/>
                  <a:pt x="323962" y="49403"/>
                </a:cubicBezTo>
                <a:cubicBezTo>
                  <a:pt x="319410" y="46779"/>
                  <a:pt x="314404" y="45466"/>
                  <a:pt x="308942" y="45466"/>
                </a:cubicBezTo>
                <a:cubicBezTo>
                  <a:pt x="303480" y="45466"/>
                  <a:pt x="298500" y="46752"/>
                  <a:pt x="294000" y="49323"/>
                </a:cubicBezTo>
                <a:cubicBezTo>
                  <a:pt x="289503" y="51893"/>
                  <a:pt x="285915" y="55642"/>
                  <a:pt x="283236" y="60570"/>
                </a:cubicBezTo>
                <a:cubicBezTo>
                  <a:pt x="280559" y="65495"/>
                  <a:pt x="279221" y="71278"/>
                  <a:pt x="279221" y="77918"/>
                </a:cubicBezTo>
                <a:cubicBezTo>
                  <a:pt x="279221" y="84666"/>
                  <a:pt x="280559" y="90531"/>
                  <a:pt x="283236" y="95512"/>
                </a:cubicBezTo>
                <a:cubicBezTo>
                  <a:pt x="285915" y="100492"/>
                  <a:pt x="289503" y="104294"/>
                  <a:pt x="294000" y="106919"/>
                </a:cubicBezTo>
                <a:cubicBezTo>
                  <a:pt x="298500" y="109542"/>
                  <a:pt x="303480" y="110853"/>
                  <a:pt x="308942" y="110853"/>
                </a:cubicBezTo>
                <a:cubicBezTo>
                  <a:pt x="314404" y="110853"/>
                  <a:pt x="319410" y="109542"/>
                  <a:pt x="323962" y="106919"/>
                </a:cubicBezTo>
                <a:cubicBezTo>
                  <a:pt x="328515" y="104294"/>
                  <a:pt x="332130" y="100492"/>
                  <a:pt x="334807" y="95512"/>
                </a:cubicBezTo>
                <a:cubicBezTo>
                  <a:pt x="337485" y="90531"/>
                  <a:pt x="338825" y="84720"/>
                  <a:pt x="338825" y="78080"/>
                </a:cubicBezTo>
                <a:close/>
                <a:moveTo>
                  <a:pt x="392965" y="3373"/>
                </a:moveTo>
                <a:lnTo>
                  <a:pt x="392965" y="122260"/>
                </a:lnTo>
                <a:lnTo>
                  <a:pt x="378345" y="122260"/>
                </a:lnTo>
                <a:lnTo>
                  <a:pt x="378345" y="3373"/>
                </a:lnTo>
                <a:lnTo>
                  <a:pt x="392965" y="3373"/>
                </a:lnTo>
                <a:close/>
                <a:moveTo>
                  <a:pt x="425416" y="19923"/>
                </a:moveTo>
                <a:cubicBezTo>
                  <a:pt x="422633" y="19923"/>
                  <a:pt x="420277" y="18958"/>
                  <a:pt x="418348" y="17030"/>
                </a:cubicBezTo>
                <a:cubicBezTo>
                  <a:pt x="416420" y="15102"/>
                  <a:pt x="415456" y="12745"/>
                  <a:pt x="415456" y="9960"/>
                </a:cubicBezTo>
                <a:cubicBezTo>
                  <a:pt x="415456" y="7175"/>
                  <a:pt x="416420" y="4819"/>
                  <a:pt x="418348" y="2893"/>
                </a:cubicBezTo>
                <a:cubicBezTo>
                  <a:pt x="420277" y="964"/>
                  <a:pt x="422633" y="0"/>
                  <a:pt x="425416" y="0"/>
                </a:cubicBezTo>
                <a:cubicBezTo>
                  <a:pt x="428094" y="0"/>
                  <a:pt x="430371" y="964"/>
                  <a:pt x="432245" y="2893"/>
                </a:cubicBezTo>
                <a:cubicBezTo>
                  <a:pt x="434120" y="4819"/>
                  <a:pt x="435057" y="7175"/>
                  <a:pt x="435057" y="9960"/>
                </a:cubicBezTo>
                <a:cubicBezTo>
                  <a:pt x="435057" y="12745"/>
                  <a:pt x="434120" y="15102"/>
                  <a:pt x="432245" y="17030"/>
                </a:cubicBezTo>
                <a:cubicBezTo>
                  <a:pt x="430371" y="18958"/>
                  <a:pt x="428094" y="19923"/>
                  <a:pt x="425416" y="19923"/>
                </a:cubicBezTo>
                <a:moveTo>
                  <a:pt x="432486" y="34219"/>
                </a:moveTo>
                <a:lnTo>
                  <a:pt x="432486" y="122260"/>
                </a:lnTo>
                <a:lnTo>
                  <a:pt x="417865" y="122260"/>
                </a:lnTo>
                <a:lnTo>
                  <a:pt x="417865" y="34219"/>
                </a:lnTo>
                <a:lnTo>
                  <a:pt x="432486" y="34219"/>
                </a:lnTo>
                <a:close/>
                <a:moveTo>
                  <a:pt x="468313" y="110211"/>
                </a:moveTo>
                <a:lnTo>
                  <a:pt x="511529" y="110211"/>
                </a:lnTo>
                <a:lnTo>
                  <a:pt x="511529" y="122260"/>
                </a:lnTo>
                <a:lnTo>
                  <a:pt x="451605" y="122260"/>
                </a:lnTo>
                <a:lnTo>
                  <a:pt x="451605" y="110211"/>
                </a:lnTo>
                <a:lnTo>
                  <a:pt x="494340" y="46109"/>
                </a:lnTo>
                <a:lnTo>
                  <a:pt x="451926" y="46109"/>
                </a:lnTo>
                <a:lnTo>
                  <a:pt x="451926" y="34219"/>
                </a:lnTo>
                <a:lnTo>
                  <a:pt x="511208" y="34219"/>
                </a:lnTo>
                <a:lnTo>
                  <a:pt x="511208" y="46109"/>
                </a:lnTo>
                <a:lnTo>
                  <a:pt x="468313" y="110211"/>
                </a:lnTo>
                <a:close/>
                <a:moveTo>
                  <a:pt x="525025" y="77918"/>
                </a:moveTo>
                <a:cubicBezTo>
                  <a:pt x="525025" y="68922"/>
                  <a:pt x="526845" y="61023"/>
                  <a:pt x="530486" y="54223"/>
                </a:cubicBezTo>
                <a:cubicBezTo>
                  <a:pt x="534127" y="47421"/>
                  <a:pt x="539134" y="42146"/>
                  <a:pt x="545506" y="38397"/>
                </a:cubicBezTo>
                <a:cubicBezTo>
                  <a:pt x="551880" y="34648"/>
                  <a:pt x="558976" y="32773"/>
                  <a:pt x="566794" y="32773"/>
                </a:cubicBezTo>
                <a:cubicBezTo>
                  <a:pt x="574506" y="32773"/>
                  <a:pt x="581200" y="34433"/>
                  <a:pt x="586876" y="37754"/>
                </a:cubicBezTo>
                <a:cubicBezTo>
                  <a:pt x="592554" y="41075"/>
                  <a:pt x="596785" y="45252"/>
                  <a:pt x="599570" y="50286"/>
                </a:cubicBezTo>
                <a:lnTo>
                  <a:pt x="599570" y="34219"/>
                </a:lnTo>
                <a:lnTo>
                  <a:pt x="614349" y="34219"/>
                </a:lnTo>
                <a:lnTo>
                  <a:pt x="614349" y="122260"/>
                </a:lnTo>
                <a:lnTo>
                  <a:pt x="599570" y="122260"/>
                </a:lnTo>
                <a:lnTo>
                  <a:pt x="599570" y="105872"/>
                </a:lnTo>
                <a:cubicBezTo>
                  <a:pt x="596677" y="111013"/>
                  <a:pt x="592366" y="115271"/>
                  <a:pt x="586636" y="118646"/>
                </a:cubicBezTo>
                <a:cubicBezTo>
                  <a:pt x="580906" y="122019"/>
                  <a:pt x="574239" y="123706"/>
                  <a:pt x="566635" y="123706"/>
                </a:cubicBezTo>
                <a:cubicBezTo>
                  <a:pt x="558817" y="123706"/>
                  <a:pt x="551747" y="121778"/>
                  <a:pt x="545428" y="117923"/>
                </a:cubicBezTo>
                <a:cubicBezTo>
                  <a:pt x="539108" y="114066"/>
                  <a:pt x="534127" y="108657"/>
                  <a:pt x="530486" y="101697"/>
                </a:cubicBezTo>
                <a:cubicBezTo>
                  <a:pt x="526845" y="94735"/>
                  <a:pt x="525025" y="86809"/>
                  <a:pt x="525025" y="77918"/>
                </a:cubicBezTo>
                <a:moveTo>
                  <a:pt x="599570" y="78080"/>
                </a:moveTo>
                <a:cubicBezTo>
                  <a:pt x="599570" y="71438"/>
                  <a:pt x="598230" y="65655"/>
                  <a:pt x="595552" y="60729"/>
                </a:cubicBezTo>
                <a:cubicBezTo>
                  <a:pt x="592875" y="55802"/>
                  <a:pt x="589260" y="52026"/>
                  <a:pt x="584707" y="49403"/>
                </a:cubicBezTo>
                <a:cubicBezTo>
                  <a:pt x="580155" y="46779"/>
                  <a:pt x="575149" y="45466"/>
                  <a:pt x="569687" y="45466"/>
                </a:cubicBezTo>
                <a:cubicBezTo>
                  <a:pt x="564225" y="45466"/>
                  <a:pt x="559245" y="46752"/>
                  <a:pt x="554746" y="49323"/>
                </a:cubicBezTo>
                <a:cubicBezTo>
                  <a:pt x="550248" y="51893"/>
                  <a:pt x="546660" y="55642"/>
                  <a:pt x="543981" y="60570"/>
                </a:cubicBezTo>
                <a:cubicBezTo>
                  <a:pt x="541304" y="65495"/>
                  <a:pt x="539966" y="71278"/>
                  <a:pt x="539966" y="77918"/>
                </a:cubicBezTo>
                <a:cubicBezTo>
                  <a:pt x="539966" y="84666"/>
                  <a:pt x="541304" y="90531"/>
                  <a:pt x="543981" y="95512"/>
                </a:cubicBezTo>
                <a:cubicBezTo>
                  <a:pt x="546660" y="100492"/>
                  <a:pt x="550248" y="104294"/>
                  <a:pt x="554746" y="106919"/>
                </a:cubicBezTo>
                <a:cubicBezTo>
                  <a:pt x="559245" y="109542"/>
                  <a:pt x="564225" y="110853"/>
                  <a:pt x="569687" y="110853"/>
                </a:cubicBezTo>
                <a:cubicBezTo>
                  <a:pt x="575149" y="110853"/>
                  <a:pt x="580155" y="109542"/>
                  <a:pt x="584707" y="106919"/>
                </a:cubicBezTo>
                <a:cubicBezTo>
                  <a:pt x="589260" y="104294"/>
                  <a:pt x="592875" y="100492"/>
                  <a:pt x="595552" y="95512"/>
                </a:cubicBezTo>
                <a:cubicBezTo>
                  <a:pt x="598230" y="90531"/>
                  <a:pt x="599570" y="84720"/>
                  <a:pt x="599570" y="78080"/>
                </a:cubicBezTo>
                <a:close/>
                <a:moveTo>
                  <a:pt x="656923" y="46268"/>
                </a:moveTo>
                <a:lnTo>
                  <a:pt x="656923" y="98162"/>
                </a:lnTo>
                <a:cubicBezTo>
                  <a:pt x="656923" y="102446"/>
                  <a:pt x="657833" y="105471"/>
                  <a:pt x="659654" y="107240"/>
                </a:cubicBezTo>
                <a:cubicBezTo>
                  <a:pt x="661475" y="109006"/>
                  <a:pt x="664634" y="109890"/>
                  <a:pt x="669134" y="109890"/>
                </a:cubicBezTo>
                <a:lnTo>
                  <a:pt x="679895" y="109890"/>
                </a:lnTo>
                <a:lnTo>
                  <a:pt x="679895" y="122260"/>
                </a:lnTo>
                <a:lnTo>
                  <a:pt x="666721" y="122260"/>
                </a:lnTo>
                <a:cubicBezTo>
                  <a:pt x="658583" y="122260"/>
                  <a:pt x="652478" y="120385"/>
                  <a:pt x="648407" y="116636"/>
                </a:cubicBezTo>
                <a:cubicBezTo>
                  <a:pt x="644338" y="112887"/>
                  <a:pt x="642303" y="106729"/>
                  <a:pt x="642303" y="98162"/>
                </a:cubicBezTo>
                <a:lnTo>
                  <a:pt x="642303" y="46268"/>
                </a:lnTo>
                <a:lnTo>
                  <a:pt x="630896" y="46268"/>
                </a:lnTo>
                <a:lnTo>
                  <a:pt x="630896" y="34219"/>
                </a:lnTo>
                <a:lnTo>
                  <a:pt x="642303" y="34219"/>
                </a:lnTo>
                <a:lnTo>
                  <a:pt x="642303" y="12049"/>
                </a:lnTo>
                <a:lnTo>
                  <a:pt x="656923" y="12049"/>
                </a:lnTo>
                <a:lnTo>
                  <a:pt x="656923" y="34219"/>
                </a:lnTo>
                <a:lnTo>
                  <a:pt x="679895" y="34219"/>
                </a:lnTo>
                <a:lnTo>
                  <a:pt x="679895" y="46268"/>
                </a:lnTo>
                <a:lnTo>
                  <a:pt x="656923" y="46268"/>
                </a:lnTo>
                <a:close/>
                <a:moveTo>
                  <a:pt x="705118" y="19923"/>
                </a:moveTo>
                <a:cubicBezTo>
                  <a:pt x="702335" y="19923"/>
                  <a:pt x="699979" y="18958"/>
                  <a:pt x="698051" y="17030"/>
                </a:cubicBezTo>
                <a:cubicBezTo>
                  <a:pt x="696123" y="15102"/>
                  <a:pt x="695158" y="12745"/>
                  <a:pt x="695158" y="9960"/>
                </a:cubicBezTo>
                <a:cubicBezTo>
                  <a:pt x="695158" y="7175"/>
                  <a:pt x="696123" y="4819"/>
                  <a:pt x="698051" y="2893"/>
                </a:cubicBezTo>
                <a:cubicBezTo>
                  <a:pt x="699979" y="964"/>
                  <a:pt x="702335" y="0"/>
                  <a:pt x="705118" y="0"/>
                </a:cubicBezTo>
                <a:cubicBezTo>
                  <a:pt x="707797" y="0"/>
                  <a:pt x="710074" y="964"/>
                  <a:pt x="711948" y="2893"/>
                </a:cubicBezTo>
                <a:cubicBezTo>
                  <a:pt x="713823" y="4819"/>
                  <a:pt x="714760" y="7175"/>
                  <a:pt x="714760" y="9960"/>
                </a:cubicBezTo>
                <a:cubicBezTo>
                  <a:pt x="714760" y="12745"/>
                  <a:pt x="713823" y="15102"/>
                  <a:pt x="711948" y="17030"/>
                </a:cubicBezTo>
                <a:cubicBezTo>
                  <a:pt x="710074" y="18958"/>
                  <a:pt x="707797" y="19923"/>
                  <a:pt x="705118" y="19923"/>
                </a:cubicBezTo>
                <a:moveTo>
                  <a:pt x="712188" y="34219"/>
                </a:moveTo>
                <a:lnTo>
                  <a:pt x="712188" y="122260"/>
                </a:lnTo>
                <a:lnTo>
                  <a:pt x="697568" y="122260"/>
                </a:lnTo>
                <a:lnTo>
                  <a:pt x="697568" y="34219"/>
                </a:lnTo>
                <a:lnTo>
                  <a:pt x="712188" y="34219"/>
                </a:lnTo>
                <a:close/>
                <a:moveTo>
                  <a:pt x="775486" y="123706"/>
                </a:moveTo>
                <a:cubicBezTo>
                  <a:pt x="767240" y="123706"/>
                  <a:pt x="759770" y="121831"/>
                  <a:pt x="753076" y="118082"/>
                </a:cubicBezTo>
                <a:cubicBezTo>
                  <a:pt x="746382" y="114333"/>
                  <a:pt x="741133" y="109005"/>
                  <a:pt x="737330" y="102097"/>
                </a:cubicBezTo>
                <a:cubicBezTo>
                  <a:pt x="733529" y="95189"/>
                  <a:pt x="731628" y="87183"/>
                  <a:pt x="731628" y="78080"/>
                </a:cubicBezTo>
                <a:cubicBezTo>
                  <a:pt x="731628" y="69083"/>
                  <a:pt x="733583" y="61131"/>
                  <a:pt x="737492" y="54223"/>
                </a:cubicBezTo>
                <a:cubicBezTo>
                  <a:pt x="741401" y="47313"/>
                  <a:pt x="746730" y="42011"/>
                  <a:pt x="753478" y="38316"/>
                </a:cubicBezTo>
                <a:cubicBezTo>
                  <a:pt x="760225" y="34621"/>
                  <a:pt x="767777" y="32773"/>
                  <a:pt x="776131" y="32773"/>
                </a:cubicBezTo>
                <a:cubicBezTo>
                  <a:pt x="784484" y="32773"/>
                  <a:pt x="792034" y="34621"/>
                  <a:pt x="798782" y="38316"/>
                </a:cubicBezTo>
                <a:cubicBezTo>
                  <a:pt x="805530" y="42011"/>
                  <a:pt x="810859" y="47286"/>
                  <a:pt x="814768" y="54142"/>
                </a:cubicBezTo>
                <a:cubicBezTo>
                  <a:pt x="818677" y="60996"/>
                  <a:pt x="820632" y="68976"/>
                  <a:pt x="820632" y="78080"/>
                </a:cubicBezTo>
                <a:cubicBezTo>
                  <a:pt x="820632" y="87183"/>
                  <a:pt x="818623" y="95189"/>
                  <a:pt x="814606" y="102097"/>
                </a:cubicBezTo>
                <a:cubicBezTo>
                  <a:pt x="810591" y="109005"/>
                  <a:pt x="805155" y="114333"/>
                  <a:pt x="798299" y="118082"/>
                </a:cubicBezTo>
                <a:cubicBezTo>
                  <a:pt x="791445" y="121831"/>
                  <a:pt x="783841" y="123706"/>
                  <a:pt x="775486" y="123706"/>
                </a:cubicBezTo>
                <a:moveTo>
                  <a:pt x="775486" y="110853"/>
                </a:moveTo>
                <a:cubicBezTo>
                  <a:pt x="780736" y="110853"/>
                  <a:pt x="785663" y="109622"/>
                  <a:pt x="790268" y="107159"/>
                </a:cubicBezTo>
                <a:cubicBezTo>
                  <a:pt x="794874" y="104694"/>
                  <a:pt x="798595" y="100999"/>
                  <a:pt x="801432" y="96073"/>
                </a:cubicBezTo>
                <a:cubicBezTo>
                  <a:pt x="804271" y="91146"/>
                  <a:pt x="805690" y="85148"/>
                  <a:pt x="805690" y="78080"/>
                </a:cubicBezTo>
                <a:cubicBezTo>
                  <a:pt x="805690" y="71010"/>
                  <a:pt x="804298" y="65012"/>
                  <a:pt x="801513" y="60087"/>
                </a:cubicBezTo>
                <a:cubicBezTo>
                  <a:pt x="798728" y="55159"/>
                  <a:pt x="795086" y="51491"/>
                  <a:pt x="790587" y="49082"/>
                </a:cubicBezTo>
                <a:cubicBezTo>
                  <a:pt x="786090" y="46672"/>
                  <a:pt x="781217" y="45466"/>
                  <a:pt x="775969" y="45466"/>
                </a:cubicBezTo>
                <a:cubicBezTo>
                  <a:pt x="770614" y="45466"/>
                  <a:pt x="765713" y="46672"/>
                  <a:pt x="761268" y="49082"/>
                </a:cubicBezTo>
                <a:cubicBezTo>
                  <a:pt x="756825" y="51491"/>
                  <a:pt x="753263" y="55159"/>
                  <a:pt x="750585" y="60087"/>
                </a:cubicBezTo>
                <a:cubicBezTo>
                  <a:pt x="747908" y="65012"/>
                  <a:pt x="746569" y="71010"/>
                  <a:pt x="746569" y="78080"/>
                </a:cubicBezTo>
                <a:cubicBezTo>
                  <a:pt x="746569" y="85256"/>
                  <a:pt x="747881" y="91308"/>
                  <a:pt x="750504" y="96235"/>
                </a:cubicBezTo>
                <a:cubicBezTo>
                  <a:pt x="753129" y="101161"/>
                  <a:pt x="756637" y="104829"/>
                  <a:pt x="761028" y="107240"/>
                </a:cubicBezTo>
                <a:cubicBezTo>
                  <a:pt x="765419" y="109649"/>
                  <a:pt x="770239" y="110853"/>
                  <a:pt x="775486" y="110853"/>
                </a:cubicBezTo>
                <a:close/>
                <a:moveTo>
                  <a:pt x="882804" y="32614"/>
                </a:moveTo>
                <a:cubicBezTo>
                  <a:pt x="893516" y="32614"/>
                  <a:pt x="902191" y="35854"/>
                  <a:pt x="908831" y="42334"/>
                </a:cubicBezTo>
                <a:cubicBezTo>
                  <a:pt x="915471" y="48813"/>
                  <a:pt x="918791" y="58158"/>
                  <a:pt x="918791" y="70368"/>
                </a:cubicBezTo>
                <a:lnTo>
                  <a:pt x="918791" y="122260"/>
                </a:lnTo>
                <a:lnTo>
                  <a:pt x="904333" y="122260"/>
                </a:lnTo>
                <a:lnTo>
                  <a:pt x="904333" y="72457"/>
                </a:lnTo>
                <a:cubicBezTo>
                  <a:pt x="904333" y="63674"/>
                  <a:pt x="902137" y="56953"/>
                  <a:pt x="897746" y="52294"/>
                </a:cubicBezTo>
                <a:cubicBezTo>
                  <a:pt x="893355" y="47634"/>
                  <a:pt x="887357" y="45305"/>
                  <a:pt x="879752" y="45305"/>
                </a:cubicBezTo>
                <a:cubicBezTo>
                  <a:pt x="872042" y="45305"/>
                  <a:pt x="865910" y="47714"/>
                  <a:pt x="861357" y="52534"/>
                </a:cubicBezTo>
                <a:cubicBezTo>
                  <a:pt x="856806" y="57353"/>
                  <a:pt x="854530" y="64369"/>
                  <a:pt x="854530" y="73582"/>
                </a:cubicBezTo>
                <a:lnTo>
                  <a:pt x="854530" y="122260"/>
                </a:lnTo>
                <a:lnTo>
                  <a:pt x="839910" y="122260"/>
                </a:lnTo>
                <a:lnTo>
                  <a:pt x="839910" y="34219"/>
                </a:lnTo>
                <a:lnTo>
                  <a:pt x="854530" y="34219"/>
                </a:lnTo>
                <a:lnTo>
                  <a:pt x="854530" y="46751"/>
                </a:lnTo>
                <a:cubicBezTo>
                  <a:pt x="857422" y="42253"/>
                  <a:pt x="861359" y="38773"/>
                  <a:pt x="866338" y="36310"/>
                </a:cubicBezTo>
                <a:cubicBezTo>
                  <a:pt x="871318" y="33846"/>
                  <a:pt x="876807" y="32614"/>
                  <a:pt x="882804" y="326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0fca35805f4105"/>
          <a:stretch xmlns:a="http://schemas.openxmlformats.org/drawingml/2006/main"/>
        </p:blipFill>
        <p:spPr>
          <a:xfrm xmlns:a="http://schemas.openxmlformats.org/drawingml/2006/main">
            <a:off x="9765909" y="3607460"/>
            <a:ext cx="886526" cy="477360"/>
          </a:xfrm>
          <a:prstGeom xmlns:a="http://schemas.openxmlformats.org/drawingml/2006/main" prst="rect">
            <a:avLst/>
          </a:prstGeom>
        </p:spPr>
      </p:pic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F95391-445C-4C37-84B4-A6D21DDF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5238" y="3693526"/>
            <a:ext cx="647865" cy="236376"/>
          </a:xfrm>
          <a:custGeom xmlns:a="http://schemas.openxmlformats.org/drawingml/2006/main">
            <a:pathLst>
              <a:path w="647865" h="236376">
                <a:moveTo>
                  <a:pt x="0" y="39397"/>
                </a:moveTo>
                <a:lnTo>
                  <a:pt x="0" y="39397"/>
                </a:lnTo>
                <a:cubicBezTo>
                  <a:pt x="0" y="17639"/>
                  <a:pt x="17639" y="0"/>
                  <a:pt x="39397" y="0"/>
                </a:cubicBezTo>
                <a:lnTo>
                  <a:pt x="608469" y="0"/>
                </a:lnTo>
                <a:cubicBezTo>
                  <a:pt x="618917" y="0"/>
                  <a:pt x="628938" y="4151"/>
                  <a:pt x="636326" y="11539"/>
                </a:cubicBezTo>
                <a:cubicBezTo>
                  <a:pt x="643714" y="18928"/>
                  <a:pt x="647865" y="28948"/>
                  <a:pt x="647865" y="39397"/>
                </a:cubicBezTo>
                <a:lnTo>
                  <a:pt x="647865" y="196979"/>
                </a:lnTo>
                <a:cubicBezTo>
                  <a:pt x="647865" y="218738"/>
                  <a:pt x="630226" y="236376"/>
                  <a:pt x="608469" y="236376"/>
                </a:cubicBezTo>
                <a:lnTo>
                  <a:pt x="39397" y="236376"/>
                </a:lnTo>
                <a:cubicBezTo>
                  <a:pt x="17639" y="236376"/>
                  <a:pt x="0" y="218738"/>
                  <a:pt x="0" y="196979"/>
                </a:cubicBezTo>
                <a:lnTo>
                  <a:pt x="0" y="39397"/>
                </a:lnTo>
                <a:close/>
              </a:path>
            </a:pathLst>
          </a:custGeom>
          <a:solidFill xmlns:a="http://schemas.openxmlformats.org/drawingml/2006/main">
            <a:srgbClr val="D9D2E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E6C529-5CC9-448C-95CA-9CF0576A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5238" y="3693526"/>
            <a:ext cx="647865" cy="236376"/>
          </a:xfrm>
          <a:custGeom xmlns:a="http://schemas.openxmlformats.org/drawingml/2006/main">
            <a:pathLst>
              <a:path w="647865" h="236376" fill="none">
                <a:moveTo>
                  <a:pt x="0" y="39397"/>
                </a:moveTo>
                <a:lnTo>
                  <a:pt x="0" y="39397"/>
                </a:lnTo>
                <a:cubicBezTo>
                  <a:pt x="0" y="17639"/>
                  <a:pt x="17639" y="0"/>
                  <a:pt x="39397" y="0"/>
                </a:cubicBezTo>
                <a:lnTo>
                  <a:pt x="608469" y="0"/>
                </a:lnTo>
                <a:cubicBezTo>
                  <a:pt x="618917" y="0"/>
                  <a:pt x="628938" y="4151"/>
                  <a:pt x="636326" y="11539"/>
                </a:cubicBezTo>
                <a:cubicBezTo>
                  <a:pt x="643714" y="18928"/>
                  <a:pt x="647865" y="28948"/>
                  <a:pt x="647865" y="39397"/>
                </a:cubicBezTo>
                <a:lnTo>
                  <a:pt x="647865" y="196979"/>
                </a:lnTo>
                <a:cubicBezTo>
                  <a:pt x="647865" y="218738"/>
                  <a:pt x="630226" y="236376"/>
                  <a:pt x="608469" y="236376"/>
                </a:cubicBezTo>
                <a:lnTo>
                  <a:pt x="39397" y="236376"/>
                </a:lnTo>
                <a:cubicBezTo>
                  <a:pt x="17639" y="236376"/>
                  <a:pt x="0" y="218738"/>
                  <a:pt x="0" y="196979"/>
                </a:cubicBezTo>
                <a:lnTo>
                  <a:pt x="0" y="393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426" cap="flat">
            <a:solidFill>
              <a:srgbClr val="674EA7"/>
            </a:solidFill>
            <a:custDash>
              <a:ds d="400000" sp="300000"/>
            </a:custDash>
            <a:round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57FDB7-D0A7-465E-B77C-A001BB16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852" y="3907648"/>
            <a:ext cx="1193807" cy="236376"/>
          </a:xfrm>
          <a:custGeom xmlns:a="http://schemas.openxmlformats.org/drawingml/2006/main">
            <a:pathLst>
              <a:path w="1193807" h="236376">
                <a:moveTo>
                  <a:pt x="0" y="0"/>
                </a:moveTo>
                <a:lnTo>
                  <a:pt x="1193807" y="0"/>
                </a:lnTo>
                <a:lnTo>
                  <a:pt x="1193807" y="236376"/>
                </a:lnTo>
                <a:lnTo>
                  <a:pt x="0" y="23637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Repair">
            <a:extLst xmlns:a="http://schemas.openxmlformats.org/drawingml/2006/main">
              <a:ext uri="{FF2B5EF4-FFF2-40B4-BE49-F238E27FC236}">
                <a16:creationId xmlns:a16="http://schemas.microsoft.com/office/drawing/2014/main" id="{4DCA9D02-6D48-48D6-A104-32826B1D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2142" y="3939618"/>
            <a:ext cx="497070" cy="164029"/>
          </a:xfrm>
          <a:custGeom xmlns:a="http://schemas.openxmlformats.org/drawingml/2006/main">
            <a:pathLst>
              <a:path w="497070" h="164029">
                <a:moveTo>
                  <a:pt x="58961" y="122260"/>
                </a:moveTo>
                <a:lnTo>
                  <a:pt x="32293" y="76472"/>
                </a:lnTo>
                <a:lnTo>
                  <a:pt x="14620" y="76472"/>
                </a:lnTo>
                <a:lnTo>
                  <a:pt x="14620" y="122260"/>
                </a:lnTo>
                <a:lnTo>
                  <a:pt x="0" y="122260"/>
                </a:lnTo>
                <a:lnTo>
                  <a:pt x="0" y="10281"/>
                </a:lnTo>
                <a:lnTo>
                  <a:pt x="36149" y="10281"/>
                </a:lnTo>
                <a:cubicBezTo>
                  <a:pt x="44609" y="10281"/>
                  <a:pt x="51758" y="11728"/>
                  <a:pt x="57596" y="14620"/>
                </a:cubicBezTo>
                <a:cubicBezTo>
                  <a:pt x="63434" y="17511"/>
                  <a:pt x="67798" y="21420"/>
                  <a:pt x="70689" y="26348"/>
                </a:cubicBezTo>
                <a:cubicBezTo>
                  <a:pt x="73582" y="31275"/>
                  <a:pt x="75028" y="36898"/>
                  <a:pt x="75028" y="43216"/>
                </a:cubicBezTo>
                <a:cubicBezTo>
                  <a:pt x="75028" y="50928"/>
                  <a:pt x="72805" y="57730"/>
                  <a:pt x="68360" y="63622"/>
                </a:cubicBezTo>
                <a:cubicBezTo>
                  <a:pt x="63915" y="69512"/>
                  <a:pt x="57248" y="73420"/>
                  <a:pt x="48359" y="75347"/>
                </a:cubicBezTo>
                <a:lnTo>
                  <a:pt x="76472" y="122260"/>
                </a:lnTo>
                <a:lnTo>
                  <a:pt x="58961" y="122260"/>
                </a:lnTo>
                <a:moveTo>
                  <a:pt x="14620" y="64744"/>
                </a:moveTo>
                <a:lnTo>
                  <a:pt x="36149" y="64744"/>
                </a:lnTo>
                <a:cubicBezTo>
                  <a:pt x="44075" y="64744"/>
                  <a:pt x="50019" y="62790"/>
                  <a:pt x="53980" y="58881"/>
                </a:cubicBezTo>
                <a:cubicBezTo>
                  <a:pt x="57943" y="54971"/>
                  <a:pt x="59925" y="49750"/>
                  <a:pt x="59925" y="43216"/>
                </a:cubicBezTo>
                <a:cubicBezTo>
                  <a:pt x="59925" y="36576"/>
                  <a:pt x="57970" y="31435"/>
                  <a:pt x="54061" y="27794"/>
                </a:cubicBezTo>
                <a:cubicBezTo>
                  <a:pt x="50152" y="24153"/>
                  <a:pt x="44181" y="22332"/>
                  <a:pt x="36149" y="22332"/>
                </a:cubicBezTo>
                <a:lnTo>
                  <a:pt x="14620" y="22332"/>
                </a:lnTo>
                <a:lnTo>
                  <a:pt x="14620" y="64744"/>
                </a:lnTo>
                <a:close/>
                <a:moveTo>
                  <a:pt x="178007" y="74866"/>
                </a:moveTo>
                <a:cubicBezTo>
                  <a:pt x="178007" y="77651"/>
                  <a:pt x="177847" y="80596"/>
                  <a:pt x="177526" y="83701"/>
                </a:cubicBezTo>
                <a:lnTo>
                  <a:pt x="107158" y="83701"/>
                </a:lnTo>
                <a:cubicBezTo>
                  <a:pt x="107694" y="92378"/>
                  <a:pt x="110666" y="99152"/>
                  <a:pt x="116074" y="104026"/>
                </a:cubicBezTo>
                <a:cubicBezTo>
                  <a:pt x="121484" y="108899"/>
                  <a:pt x="128044" y="111336"/>
                  <a:pt x="135754" y="111336"/>
                </a:cubicBezTo>
                <a:cubicBezTo>
                  <a:pt x="142074" y="111336"/>
                  <a:pt x="147349" y="109864"/>
                  <a:pt x="151578" y="106919"/>
                </a:cubicBezTo>
                <a:cubicBezTo>
                  <a:pt x="155809" y="103972"/>
                  <a:pt x="158782" y="100035"/>
                  <a:pt x="160496" y="95108"/>
                </a:cubicBezTo>
                <a:lnTo>
                  <a:pt x="176239" y="95108"/>
                </a:lnTo>
                <a:cubicBezTo>
                  <a:pt x="173884" y="103570"/>
                  <a:pt x="169172" y="110452"/>
                  <a:pt x="162102" y="115753"/>
                </a:cubicBezTo>
                <a:cubicBezTo>
                  <a:pt x="155034" y="121055"/>
                  <a:pt x="146251" y="123706"/>
                  <a:pt x="135754" y="123706"/>
                </a:cubicBezTo>
                <a:cubicBezTo>
                  <a:pt x="127400" y="123706"/>
                  <a:pt x="119929" y="121831"/>
                  <a:pt x="113343" y="118082"/>
                </a:cubicBezTo>
                <a:cubicBezTo>
                  <a:pt x="106757" y="114333"/>
                  <a:pt x="101590" y="109005"/>
                  <a:pt x="97841" y="102097"/>
                </a:cubicBezTo>
                <a:cubicBezTo>
                  <a:pt x="94092" y="95189"/>
                  <a:pt x="92217" y="87183"/>
                  <a:pt x="92217" y="78080"/>
                </a:cubicBezTo>
                <a:cubicBezTo>
                  <a:pt x="92217" y="68976"/>
                  <a:pt x="94038" y="60996"/>
                  <a:pt x="97679" y="54142"/>
                </a:cubicBezTo>
                <a:cubicBezTo>
                  <a:pt x="101320" y="47286"/>
                  <a:pt x="106434" y="42011"/>
                  <a:pt x="113020" y="38316"/>
                </a:cubicBezTo>
                <a:cubicBezTo>
                  <a:pt x="119608" y="34621"/>
                  <a:pt x="127186" y="32773"/>
                  <a:pt x="135754" y="32773"/>
                </a:cubicBezTo>
                <a:cubicBezTo>
                  <a:pt x="144109" y="32773"/>
                  <a:pt x="151499" y="34594"/>
                  <a:pt x="157925" y="38237"/>
                </a:cubicBezTo>
                <a:cubicBezTo>
                  <a:pt x="164351" y="41878"/>
                  <a:pt x="169304" y="46886"/>
                  <a:pt x="172785" y="53259"/>
                </a:cubicBezTo>
                <a:cubicBezTo>
                  <a:pt x="176266" y="59632"/>
                  <a:pt x="178007" y="66834"/>
                  <a:pt x="178007" y="74866"/>
                </a:cubicBezTo>
                <a:moveTo>
                  <a:pt x="162906" y="71814"/>
                </a:moveTo>
                <a:cubicBezTo>
                  <a:pt x="162906" y="66245"/>
                  <a:pt x="161674" y="61452"/>
                  <a:pt x="159209" y="57437"/>
                </a:cubicBezTo>
                <a:cubicBezTo>
                  <a:pt x="156746" y="53420"/>
                  <a:pt x="153399" y="50367"/>
                  <a:pt x="149168" y="48278"/>
                </a:cubicBezTo>
                <a:cubicBezTo>
                  <a:pt x="144939" y="46190"/>
                  <a:pt x="140253" y="45145"/>
                  <a:pt x="135112" y="45145"/>
                </a:cubicBezTo>
                <a:cubicBezTo>
                  <a:pt x="127722" y="45145"/>
                  <a:pt x="121429" y="47502"/>
                  <a:pt x="116234" y="52215"/>
                </a:cubicBezTo>
                <a:cubicBezTo>
                  <a:pt x="111040" y="56927"/>
                  <a:pt x="108068" y="63460"/>
                  <a:pt x="107318" y="71814"/>
                </a:cubicBezTo>
                <a:lnTo>
                  <a:pt x="162906" y="71814"/>
                </a:lnTo>
                <a:close/>
                <a:moveTo>
                  <a:pt x="211905" y="50445"/>
                </a:moveTo>
                <a:cubicBezTo>
                  <a:pt x="214798" y="45412"/>
                  <a:pt x="219109" y="41208"/>
                  <a:pt x="224839" y="37835"/>
                </a:cubicBezTo>
                <a:cubicBezTo>
                  <a:pt x="230569" y="34460"/>
                  <a:pt x="237236" y="32773"/>
                  <a:pt x="244840" y="32773"/>
                </a:cubicBezTo>
                <a:cubicBezTo>
                  <a:pt x="252658" y="32773"/>
                  <a:pt x="259754" y="34648"/>
                  <a:pt x="266126" y="38397"/>
                </a:cubicBezTo>
                <a:cubicBezTo>
                  <a:pt x="272499" y="42146"/>
                  <a:pt x="277507" y="47421"/>
                  <a:pt x="281148" y="54223"/>
                </a:cubicBezTo>
                <a:cubicBezTo>
                  <a:pt x="284789" y="61023"/>
                  <a:pt x="286610" y="68922"/>
                  <a:pt x="286610" y="77918"/>
                </a:cubicBezTo>
                <a:cubicBezTo>
                  <a:pt x="286610" y="86809"/>
                  <a:pt x="284789" y="94735"/>
                  <a:pt x="281148" y="101697"/>
                </a:cubicBezTo>
                <a:cubicBezTo>
                  <a:pt x="277507" y="108657"/>
                  <a:pt x="272499" y="114066"/>
                  <a:pt x="266126" y="117923"/>
                </a:cubicBezTo>
                <a:cubicBezTo>
                  <a:pt x="259754" y="121778"/>
                  <a:pt x="252658" y="123706"/>
                  <a:pt x="244840" y="123706"/>
                </a:cubicBezTo>
                <a:cubicBezTo>
                  <a:pt x="237342" y="123706"/>
                  <a:pt x="230728" y="122019"/>
                  <a:pt x="224998" y="118646"/>
                </a:cubicBezTo>
                <a:cubicBezTo>
                  <a:pt x="219268" y="115271"/>
                  <a:pt x="214904" y="111067"/>
                  <a:pt x="211905" y="106034"/>
                </a:cubicBezTo>
                <a:lnTo>
                  <a:pt x="211905" y="164029"/>
                </a:lnTo>
                <a:lnTo>
                  <a:pt x="197285" y="164029"/>
                </a:lnTo>
                <a:lnTo>
                  <a:pt x="197285" y="34219"/>
                </a:lnTo>
                <a:lnTo>
                  <a:pt x="211905" y="34219"/>
                </a:lnTo>
                <a:lnTo>
                  <a:pt x="211905" y="50445"/>
                </a:lnTo>
                <a:moveTo>
                  <a:pt x="271668" y="77918"/>
                </a:moveTo>
                <a:cubicBezTo>
                  <a:pt x="271668" y="71278"/>
                  <a:pt x="270330" y="65495"/>
                  <a:pt x="267653" y="60570"/>
                </a:cubicBezTo>
                <a:cubicBezTo>
                  <a:pt x="264976" y="55642"/>
                  <a:pt x="261361" y="51893"/>
                  <a:pt x="256808" y="49323"/>
                </a:cubicBezTo>
                <a:cubicBezTo>
                  <a:pt x="252256" y="46752"/>
                  <a:pt x="247250" y="45466"/>
                  <a:pt x="241788" y="45466"/>
                </a:cubicBezTo>
                <a:cubicBezTo>
                  <a:pt x="236432" y="45466"/>
                  <a:pt x="231478" y="46779"/>
                  <a:pt x="226925" y="49403"/>
                </a:cubicBezTo>
                <a:cubicBezTo>
                  <a:pt x="222374" y="52026"/>
                  <a:pt x="218732" y="55829"/>
                  <a:pt x="216002" y="60810"/>
                </a:cubicBezTo>
                <a:cubicBezTo>
                  <a:pt x="213271" y="65790"/>
                  <a:pt x="211905" y="71546"/>
                  <a:pt x="211905" y="78080"/>
                </a:cubicBezTo>
                <a:cubicBezTo>
                  <a:pt x="211905" y="84720"/>
                  <a:pt x="213271" y="90531"/>
                  <a:pt x="216002" y="95512"/>
                </a:cubicBezTo>
                <a:cubicBezTo>
                  <a:pt x="218732" y="100492"/>
                  <a:pt x="222374" y="104294"/>
                  <a:pt x="226925" y="106919"/>
                </a:cubicBezTo>
                <a:cubicBezTo>
                  <a:pt x="231478" y="109542"/>
                  <a:pt x="236432" y="110853"/>
                  <a:pt x="241788" y="110853"/>
                </a:cubicBezTo>
                <a:cubicBezTo>
                  <a:pt x="247250" y="110853"/>
                  <a:pt x="252256" y="109542"/>
                  <a:pt x="256808" y="106919"/>
                </a:cubicBezTo>
                <a:cubicBezTo>
                  <a:pt x="261361" y="104294"/>
                  <a:pt x="264976" y="100492"/>
                  <a:pt x="267653" y="95512"/>
                </a:cubicBezTo>
                <a:cubicBezTo>
                  <a:pt x="270330" y="90531"/>
                  <a:pt x="271668" y="84666"/>
                  <a:pt x="271668" y="77918"/>
                </a:cubicBezTo>
                <a:close/>
                <a:moveTo>
                  <a:pt x="300427" y="77918"/>
                </a:moveTo>
                <a:cubicBezTo>
                  <a:pt x="300427" y="68922"/>
                  <a:pt x="302248" y="61023"/>
                  <a:pt x="305889" y="54223"/>
                </a:cubicBezTo>
                <a:cubicBezTo>
                  <a:pt x="309530" y="47421"/>
                  <a:pt x="314537" y="42146"/>
                  <a:pt x="320909" y="38397"/>
                </a:cubicBezTo>
                <a:cubicBezTo>
                  <a:pt x="327282" y="34648"/>
                  <a:pt x="334378" y="32773"/>
                  <a:pt x="342197" y="32773"/>
                </a:cubicBezTo>
                <a:cubicBezTo>
                  <a:pt x="349909" y="32773"/>
                  <a:pt x="356603" y="34433"/>
                  <a:pt x="362279" y="37754"/>
                </a:cubicBezTo>
                <a:cubicBezTo>
                  <a:pt x="367956" y="41075"/>
                  <a:pt x="372187" y="45252"/>
                  <a:pt x="374972" y="50286"/>
                </a:cubicBezTo>
                <a:lnTo>
                  <a:pt x="374972" y="34219"/>
                </a:lnTo>
                <a:lnTo>
                  <a:pt x="389752" y="34219"/>
                </a:lnTo>
                <a:lnTo>
                  <a:pt x="389752" y="122260"/>
                </a:lnTo>
                <a:lnTo>
                  <a:pt x="374972" y="122260"/>
                </a:lnTo>
                <a:lnTo>
                  <a:pt x="374972" y="105872"/>
                </a:lnTo>
                <a:cubicBezTo>
                  <a:pt x="372080" y="111013"/>
                  <a:pt x="367768" y="115271"/>
                  <a:pt x="362039" y="118646"/>
                </a:cubicBezTo>
                <a:cubicBezTo>
                  <a:pt x="356309" y="122019"/>
                  <a:pt x="349642" y="123706"/>
                  <a:pt x="342037" y="123706"/>
                </a:cubicBezTo>
                <a:cubicBezTo>
                  <a:pt x="334219" y="123706"/>
                  <a:pt x="327150" y="121778"/>
                  <a:pt x="320830" y="117923"/>
                </a:cubicBezTo>
                <a:cubicBezTo>
                  <a:pt x="314510" y="114066"/>
                  <a:pt x="309530" y="108657"/>
                  <a:pt x="305889" y="101697"/>
                </a:cubicBezTo>
                <a:cubicBezTo>
                  <a:pt x="302248" y="94735"/>
                  <a:pt x="300427" y="86809"/>
                  <a:pt x="300427" y="77918"/>
                </a:cubicBezTo>
                <a:moveTo>
                  <a:pt x="374972" y="78080"/>
                </a:moveTo>
                <a:cubicBezTo>
                  <a:pt x="374972" y="71438"/>
                  <a:pt x="373633" y="65655"/>
                  <a:pt x="370954" y="60729"/>
                </a:cubicBezTo>
                <a:cubicBezTo>
                  <a:pt x="368277" y="55802"/>
                  <a:pt x="364662" y="52026"/>
                  <a:pt x="360109" y="49403"/>
                </a:cubicBezTo>
                <a:cubicBezTo>
                  <a:pt x="355558" y="46779"/>
                  <a:pt x="350551" y="45466"/>
                  <a:pt x="345089" y="45466"/>
                </a:cubicBezTo>
                <a:cubicBezTo>
                  <a:pt x="339628" y="45466"/>
                  <a:pt x="334647" y="46752"/>
                  <a:pt x="330148" y="49323"/>
                </a:cubicBezTo>
                <a:cubicBezTo>
                  <a:pt x="325650" y="51893"/>
                  <a:pt x="322062" y="55642"/>
                  <a:pt x="319384" y="60570"/>
                </a:cubicBezTo>
                <a:cubicBezTo>
                  <a:pt x="316707" y="65495"/>
                  <a:pt x="315368" y="71278"/>
                  <a:pt x="315368" y="77918"/>
                </a:cubicBezTo>
                <a:cubicBezTo>
                  <a:pt x="315368" y="84666"/>
                  <a:pt x="316707" y="90531"/>
                  <a:pt x="319384" y="95512"/>
                </a:cubicBezTo>
                <a:cubicBezTo>
                  <a:pt x="322062" y="100492"/>
                  <a:pt x="325650" y="104294"/>
                  <a:pt x="330148" y="106919"/>
                </a:cubicBezTo>
                <a:cubicBezTo>
                  <a:pt x="334647" y="109542"/>
                  <a:pt x="339628" y="110853"/>
                  <a:pt x="345089" y="110853"/>
                </a:cubicBezTo>
                <a:cubicBezTo>
                  <a:pt x="350551" y="110853"/>
                  <a:pt x="355558" y="109542"/>
                  <a:pt x="360109" y="106919"/>
                </a:cubicBezTo>
                <a:cubicBezTo>
                  <a:pt x="364662" y="104294"/>
                  <a:pt x="368277" y="100492"/>
                  <a:pt x="370954" y="95512"/>
                </a:cubicBezTo>
                <a:cubicBezTo>
                  <a:pt x="373633" y="90531"/>
                  <a:pt x="374972" y="84720"/>
                  <a:pt x="374972" y="78080"/>
                </a:cubicBezTo>
                <a:close/>
                <a:moveTo>
                  <a:pt x="422043" y="19923"/>
                </a:moveTo>
                <a:cubicBezTo>
                  <a:pt x="419260" y="19923"/>
                  <a:pt x="416904" y="18958"/>
                  <a:pt x="414976" y="17030"/>
                </a:cubicBezTo>
                <a:cubicBezTo>
                  <a:pt x="413047" y="15102"/>
                  <a:pt x="412083" y="12745"/>
                  <a:pt x="412083" y="9960"/>
                </a:cubicBezTo>
                <a:cubicBezTo>
                  <a:pt x="412083" y="7175"/>
                  <a:pt x="413047" y="4819"/>
                  <a:pt x="414976" y="2893"/>
                </a:cubicBezTo>
                <a:cubicBezTo>
                  <a:pt x="416904" y="964"/>
                  <a:pt x="419260" y="0"/>
                  <a:pt x="422043" y="0"/>
                </a:cubicBezTo>
                <a:cubicBezTo>
                  <a:pt x="424722" y="0"/>
                  <a:pt x="426998" y="964"/>
                  <a:pt x="428873" y="2893"/>
                </a:cubicBezTo>
                <a:cubicBezTo>
                  <a:pt x="430747" y="4819"/>
                  <a:pt x="431684" y="7175"/>
                  <a:pt x="431684" y="9960"/>
                </a:cubicBezTo>
                <a:cubicBezTo>
                  <a:pt x="431684" y="12745"/>
                  <a:pt x="430747" y="15102"/>
                  <a:pt x="428873" y="17030"/>
                </a:cubicBezTo>
                <a:cubicBezTo>
                  <a:pt x="426998" y="18958"/>
                  <a:pt x="424722" y="19923"/>
                  <a:pt x="422043" y="19923"/>
                </a:cubicBezTo>
                <a:moveTo>
                  <a:pt x="429113" y="34219"/>
                </a:moveTo>
                <a:lnTo>
                  <a:pt x="429113" y="122260"/>
                </a:lnTo>
                <a:lnTo>
                  <a:pt x="414493" y="122260"/>
                </a:lnTo>
                <a:lnTo>
                  <a:pt x="414493" y="34219"/>
                </a:lnTo>
                <a:lnTo>
                  <a:pt x="429113" y="34219"/>
                </a:lnTo>
                <a:close/>
                <a:moveTo>
                  <a:pt x="468634" y="48518"/>
                </a:moveTo>
                <a:cubicBezTo>
                  <a:pt x="471204" y="43485"/>
                  <a:pt x="474872" y="39576"/>
                  <a:pt x="479638" y="36791"/>
                </a:cubicBezTo>
                <a:cubicBezTo>
                  <a:pt x="484405" y="34006"/>
                  <a:pt x="490216" y="32614"/>
                  <a:pt x="497070" y="32614"/>
                </a:cubicBezTo>
                <a:lnTo>
                  <a:pt x="497070" y="47714"/>
                </a:lnTo>
                <a:lnTo>
                  <a:pt x="493214" y="47714"/>
                </a:lnTo>
                <a:cubicBezTo>
                  <a:pt x="476827" y="47714"/>
                  <a:pt x="468634" y="56604"/>
                  <a:pt x="468634" y="74383"/>
                </a:cubicBezTo>
                <a:lnTo>
                  <a:pt x="468634" y="122260"/>
                </a:lnTo>
                <a:lnTo>
                  <a:pt x="454013" y="122260"/>
                </a:lnTo>
                <a:lnTo>
                  <a:pt x="454013" y="34219"/>
                </a:lnTo>
                <a:lnTo>
                  <a:pt x="468634" y="34219"/>
                </a:lnTo>
                <a:lnTo>
                  <a:pt x="468634" y="485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9434F8-4FD2-417D-81CE-1A42145F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840" y="1902866"/>
            <a:ext cx="191875" cy="191875"/>
          </a:xfrm>
          <a:custGeom xmlns:a="http://schemas.openxmlformats.org/drawingml/2006/main">
            <a:pathLst>
              <a:path w="191875" h="191875">
                <a:moveTo>
                  <a:pt x="0" y="0"/>
                </a:moveTo>
                <a:lnTo>
                  <a:pt x="191875" y="0"/>
                </a:lnTo>
                <a:lnTo>
                  <a:pt x="191875" y="191875"/>
                </a:lnTo>
                <a:lnTo>
                  <a:pt x="0" y="1918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a179b34bf6433d"/>
          <a:stretch xmlns:a="http://schemas.openxmlformats.org/drawingml/2006/main"/>
        </p:blipFill>
        <p:spPr>
          <a:xfrm xmlns:a="http://schemas.openxmlformats.org/drawingml/2006/main">
            <a:off x="422840" y="1902866"/>
            <a:ext cx="191875" cy="191875"/>
          </a:xfrm>
          <a:prstGeom xmlns:a="http://schemas.openxmlformats.org/drawingml/2006/main" prst="rect">
            <a:avLst/>
          </a:prstGeom>
        </p:spPr>
      </p:pic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D22F8F-CD67-478B-B744-115A2EA6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840" y="2114709"/>
            <a:ext cx="191875" cy="191875"/>
          </a:xfrm>
          <a:custGeom xmlns:a="http://schemas.openxmlformats.org/drawingml/2006/main">
            <a:pathLst>
              <a:path w="191875" h="191875">
                <a:moveTo>
                  <a:pt x="0" y="0"/>
                </a:moveTo>
                <a:lnTo>
                  <a:pt x="191875" y="0"/>
                </a:lnTo>
                <a:lnTo>
                  <a:pt x="191875" y="191875"/>
                </a:lnTo>
                <a:lnTo>
                  <a:pt x="0" y="1918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2b305925ac4d19"/>
          <a:stretch xmlns:a="http://schemas.openxmlformats.org/drawingml/2006/main"/>
        </p:blipFill>
        <p:spPr>
          <a:xfrm xmlns:a="http://schemas.openxmlformats.org/drawingml/2006/main">
            <a:off x="422840" y="2114709"/>
            <a:ext cx="191875" cy="191875"/>
          </a:xfrm>
          <a:prstGeom xmlns:a="http://schemas.openxmlformats.org/drawingml/2006/main" prst="rect">
            <a:avLst/>
          </a:prstGeom>
        </p:spPr>
      </p:pic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A04227-71DC-4EC3-B7C1-735EF006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208" y="1902843"/>
            <a:ext cx="191875" cy="191875"/>
          </a:xfrm>
          <a:custGeom xmlns:a="http://schemas.openxmlformats.org/drawingml/2006/main">
            <a:pathLst>
              <a:path w="191875" h="191875">
                <a:moveTo>
                  <a:pt x="0" y="0"/>
                </a:moveTo>
                <a:lnTo>
                  <a:pt x="191875" y="0"/>
                </a:lnTo>
                <a:lnTo>
                  <a:pt x="191875" y="191875"/>
                </a:lnTo>
                <a:lnTo>
                  <a:pt x="0" y="1918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1963785ff34fa3"/>
          <a:stretch xmlns:a="http://schemas.openxmlformats.org/drawingml/2006/main"/>
        </p:blipFill>
        <p:spPr>
          <a:xfrm xmlns:a="http://schemas.openxmlformats.org/drawingml/2006/main">
            <a:off x="854208" y="1902843"/>
            <a:ext cx="191875" cy="191875"/>
          </a:xfrm>
          <a:prstGeom xmlns:a="http://schemas.openxmlformats.org/drawingml/2006/main" prst="rect">
            <a:avLst/>
          </a:prstGeom>
        </p:spPr>
      </p:pic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382E70-C688-4589-88D1-A64FB125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840" y="2750715"/>
            <a:ext cx="191875" cy="191875"/>
          </a:xfrm>
          <a:custGeom xmlns:a="http://schemas.openxmlformats.org/drawingml/2006/main">
            <a:pathLst>
              <a:path w="191875" h="191875">
                <a:moveTo>
                  <a:pt x="0" y="0"/>
                </a:moveTo>
                <a:lnTo>
                  <a:pt x="191875" y="0"/>
                </a:lnTo>
                <a:lnTo>
                  <a:pt x="191875" y="191875"/>
                </a:lnTo>
                <a:lnTo>
                  <a:pt x="0" y="1918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8ad434511f4465"/>
          <a:stretch xmlns:a="http://schemas.openxmlformats.org/drawingml/2006/main"/>
        </p:blipFill>
        <p:spPr>
          <a:xfrm xmlns:a="http://schemas.openxmlformats.org/drawingml/2006/main">
            <a:off x="422840" y="2750715"/>
            <a:ext cx="191875" cy="191875"/>
          </a:xfrm>
          <a:prstGeom xmlns:a="http://schemas.openxmlformats.org/drawingml/2006/main" prst="rect">
            <a:avLst/>
          </a:prstGeom>
        </p:spPr>
      </p:pic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75EE49-C122-428C-8341-D38843D5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923" y="2338232"/>
            <a:ext cx="191875" cy="191875"/>
          </a:xfrm>
          <a:custGeom xmlns:a="http://schemas.openxmlformats.org/drawingml/2006/main">
            <a:pathLst>
              <a:path w="191875" h="191875">
                <a:moveTo>
                  <a:pt x="0" y="0"/>
                </a:moveTo>
                <a:lnTo>
                  <a:pt x="191875" y="0"/>
                </a:lnTo>
                <a:lnTo>
                  <a:pt x="191875" y="191875"/>
                </a:lnTo>
                <a:lnTo>
                  <a:pt x="0" y="1918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41932486c34357"/>
          <a:stretch xmlns:a="http://schemas.openxmlformats.org/drawingml/2006/main"/>
        </p:blipFill>
        <p:spPr>
          <a:xfrm xmlns:a="http://schemas.openxmlformats.org/drawingml/2006/main">
            <a:off x="859923" y="2338232"/>
            <a:ext cx="191875" cy="191875"/>
          </a:xfrm>
          <a:prstGeom xmlns:a="http://schemas.openxmlformats.org/drawingml/2006/main" prst="rect">
            <a:avLst/>
          </a:prstGeom>
        </p:spPr>
      </p:pic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CFB334-CB2B-48E7-B69F-24C7BFB4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923" y="2551228"/>
            <a:ext cx="191875" cy="191875"/>
          </a:xfrm>
          <a:custGeom xmlns:a="http://schemas.openxmlformats.org/drawingml/2006/main">
            <a:pathLst>
              <a:path w="191875" h="191875">
                <a:moveTo>
                  <a:pt x="0" y="0"/>
                </a:moveTo>
                <a:lnTo>
                  <a:pt x="191875" y="0"/>
                </a:lnTo>
                <a:lnTo>
                  <a:pt x="191875" y="191875"/>
                </a:lnTo>
                <a:lnTo>
                  <a:pt x="0" y="1918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2b4513f594e99"/>
          <a:stretch xmlns:a="http://schemas.openxmlformats.org/drawingml/2006/main"/>
        </p:blipFill>
        <p:spPr>
          <a:xfrm xmlns:a="http://schemas.openxmlformats.org/drawingml/2006/main">
            <a:off x="859923" y="2551228"/>
            <a:ext cx="191875" cy="191875"/>
          </a:xfrm>
          <a:prstGeom xmlns:a="http://schemas.openxmlformats.org/drawingml/2006/main" prst="rect">
            <a:avLst/>
          </a:prstGeom>
        </p:spPr>
      </p:pic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75D140-4F9A-40E5-8B7E-34E9AF7F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923" y="2764269"/>
            <a:ext cx="191875" cy="191875"/>
          </a:xfrm>
          <a:custGeom xmlns:a="http://schemas.openxmlformats.org/drawingml/2006/main">
            <a:pathLst>
              <a:path w="191875" h="191875">
                <a:moveTo>
                  <a:pt x="0" y="0"/>
                </a:moveTo>
                <a:lnTo>
                  <a:pt x="191875" y="0"/>
                </a:lnTo>
                <a:lnTo>
                  <a:pt x="191875" y="191875"/>
                </a:lnTo>
                <a:lnTo>
                  <a:pt x="0" y="1918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cf5daf04bb4f60"/>
          <a:stretch xmlns:a="http://schemas.openxmlformats.org/drawingml/2006/main"/>
        </p:blipFill>
        <p:spPr>
          <a:xfrm xmlns:a="http://schemas.openxmlformats.org/drawingml/2006/main">
            <a:off x="859923" y="2764269"/>
            <a:ext cx="191875" cy="191875"/>
          </a:xfrm>
          <a:prstGeom xmlns:a="http://schemas.openxmlformats.org/drawingml/2006/main" prst="rect">
            <a:avLst/>
          </a:prstGeom>
        </p:spPr>
      </p:pic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319993-BEEF-401F-A4C1-CC221B68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160" y="1673723"/>
            <a:ext cx="236556" cy="236556"/>
          </a:xfrm>
          <a:custGeom xmlns:a="http://schemas.openxmlformats.org/drawingml/2006/main">
            <a:pathLst>
              <a:path w="236556" h="236556">
                <a:moveTo>
                  <a:pt x="0" y="0"/>
                </a:moveTo>
                <a:lnTo>
                  <a:pt x="236556" y="0"/>
                </a:lnTo>
                <a:lnTo>
                  <a:pt x="236556" y="236556"/>
                </a:lnTo>
                <a:lnTo>
                  <a:pt x="0" y="2365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4c8497a57c4330"/>
          <a:stretch xmlns:a="http://schemas.openxmlformats.org/drawingml/2006/main"/>
        </p:blipFill>
        <p:spPr>
          <a:xfrm xmlns:a="http://schemas.openxmlformats.org/drawingml/2006/main">
            <a:off x="1104160" y="1673723"/>
            <a:ext cx="236556" cy="236556"/>
          </a:xfrm>
          <a:prstGeom xmlns:a="http://schemas.openxmlformats.org/drawingml/2006/main" prst="rect">
            <a:avLst/>
          </a:prstGeom>
        </p:spPr>
      </p:pic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AD094A-A405-4253-AB82-F6B34B39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14" y="1887938"/>
            <a:ext cx="236556" cy="236556"/>
          </a:xfrm>
          <a:custGeom xmlns:a="http://schemas.openxmlformats.org/drawingml/2006/main">
            <a:pathLst>
              <a:path w="236556" h="236556">
                <a:moveTo>
                  <a:pt x="0" y="0"/>
                </a:moveTo>
                <a:lnTo>
                  <a:pt x="236556" y="0"/>
                </a:lnTo>
                <a:lnTo>
                  <a:pt x="236556" y="236556"/>
                </a:lnTo>
                <a:lnTo>
                  <a:pt x="0" y="2365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f872fd368e4c40"/>
          <a:stretch xmlns:a="http://schemas.openxmlformats.org/drawingml/2006/main"/>
        </p:blipFill>
        <p:spPr>
          <a:xfrm xmlns:a="http://schemas.openxmlformats.org/drawingml/2006/main">
            <a:off x="1109514" y="1887939"/>
            <a:ext cx="236556" cy="236556"/>
          </a:xfrm>
          <a:prstGeom xmlns:a="http://schemas.openxmlformats.org/drawingml/2006/main" prst="rect">
            <a:avLst/>
          </a:prstGeom>
        </p:spPr>
      </p:pic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202384-5A32-45C3-A057-B6D51D8B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14" y="2740034"/>
            <a:ext cx="236556" cy="236556"/>
          </a:xfrm>
          <a:custGeom xmlns:a="http://schemas.openxmlformats.org/drawingml/2006/main">
            <a:pathLst>
              <a:path w="236556" h="236556">
                <a:moveTo>
                  <a:pt x="0" y="0"/>
                </a:moveTo>
                <a:lnTo>
                  <a:pt x="236556" y="0"/>
                </a:lnTo>
                <a:lnTo>
                  <a:pt x="236556" y="236556"/>
                </a:lnTo>
                <a:lnTo>
                  <a:pt x="0" y="2365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22ac56b484494f"/>
          <a:stretch xmlns:a="http://schemas.openxmlformats.org/drawingml/2006/main"/>
        </p:blipFill>
        <p:spPr>
          <a:xfrm xmlns:a="http://schemas.openxmlformats.org/drawingml/2006/main">
            <a:off x="1109514" y="2740034"/>
            <a:ext cx="236556" cy="236556"/>
          </a:xfrm>
          <a:prstGeom xmlns:a="http://schemas.openxmlformats.org/drawingml/2006/main" prst="rect">
            <a:avLst/>
          </a:prstGeom>
        </p:spPr>
      </p:pic>
      <p:pic>
        <p:nvPicPr>
          <p:cNvPr id="7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b4ff7fb4a04c19"/>
          <a:stretch xmlns:a="http://schemas.openxmlformats.org/drawingml/2006/main"/>
        </p:blipFill>
        <p:spPr>
          <a:xfrm xmlns:a="http://schemas.openxmlformats.org/drawingml/2006/main">
            <a:off x="9762443" y="4929698"/>
            <a:ext cx="531263" cy="531263"/>
          </a:xfrm>
          <a:prstGeom xmlns:a="http://schemas.openxmlformats.org/drawingml/2006/main" prst="rect">
            <a:avLst/>
          </a:prstGeom>
        </p:spPr>
      </p:pic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316DC4-880D-4AEF-AA39-B42A366A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5722" y="4998529"/>
            <a:ext cx="324705" cy="324747"/>
          </a:xfrm>
          <a:custGeom xmlns:a="http://schemas.openxmlformats.org/drawingml/2006/main">
            <a:pathLst>
              <a:path w="324705" h="324747">
                <a:moveTo>
                  <a:pt x="0" y="0"/>
                </a:moveTo>
                <a:lnTo>
                  <a:pt x="324705" y="0"/>
                </a:lnTo>
                <a:lnTo>
                  <a:pt x="324705" y="324747"/>
                </a:lnTo>
                <a:lnTo>
                  <a:pt x="0" y="32474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5074b8708e4153"/>
          <a:stretch xmlns:a="http://schemas.openxmlformats.org/drawingml/2006/main"/>
        </p:blipFill>
        <p:spPr>
          <a:xfrm xmlns:a="http://schemas.openxmlformats.org/drawingml/2006/main">
            <a:off x="9865722" y="4998551"/>
            <a:ext cx="324705" cy="324705"/>
          </a:xfrm>
          <a:prstGeom xmlns:a="http://schemas.openxmlformats.org/drawingml/2006/main" prst="rect">
            <a:avLst/>
          </a:prstGeom>
        </p:spPr>
      </p:pic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A5F9C5-ED24-40CC-B342-04C37991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4997" y="4894321"/>
            <a:ext cx="1121815" cy="527509"/>
          </a:xfrm>
          <a:custGeom xmlns:a="http://schemas.openxmlformats.org/drawingml/2006/main">
            <a:pathLst>
              <a:path w="1121815" h="527509">
                <a:moveTo>
                  <a:pt x="1121815" y="527509"/>
                </a:moveTo>
                <a:lnTo>
                  <a:pt x="0" y="527509"/>
                </a:lnTo>
                <a:lnTo>
                  <a:pt x="0" y="0"/>
                </a:lnTo>
                <a:lnTo>
                  <a:pt x="1121815" y="0"/>
                </a:lnTo>
                <a:lnTo>
                  <a:pt x="1121815" y="52750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LLM">
            <a:extLst xmlns:a="http://schemas.openxmlformats.org/drawingml/2006/main">
              <a:ext uri="{FF2B5EF4-FFF2-40B4-BE49-F238E27FC236}">
                <a16:creationId xmlns:a16="http://schemas.microsoft.com/office/drawing/2014/main" id="{296A727A-9802-4D40-BE1F-9BCE8B14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286" y="5091492"/>
            <a:ext cx="252390" cy="111978"/>
          </a:xfrm>
          <a:custGeom xmlns:a="http://schemas.openxmlformats.org/drawingml/2006/main">
            <a:pathLst>
              <a:path w="252390" h="111978">
                <a:moveTo>
                  <a:pt x="14620" y="100089"/>
                </a:moveTo>
                <a:lnTo>
                  <a:pt x="53821" y="100089"/>
                </a:lnTo>
                <a:lnTo>
                  <a:pt x="53821" y="111978"/>
                </a:lnTo>
                <a:lnTo>
                  <a:pt x="0" y="111978"/>
                </a:lnTo>
                <a:lnTo>
                  <a:pt x="0" y="0"/>
                </a:lnTo>
                <a:lnTo>
                  <a:pt x="14620" y="0"/>
                </a:lnTo>
                <a:lnTo>
                  <a:pt x="14620" y="100089"/>
                </a:lnTo>
                <a:close/>
                <a:moveTo>
                  <a:pt x="84023" y="100089"/>
                </a:moveTo>
                <a:lnTo>
                  <a:pt x="123224" y="100089"/>
                </a:lnTo>
                <a:lnTo>
                  <a:pt x="123224" y="111978"/>
                </a:lnTo>
                <a:lnTo>
                  <a:pt x="69403" y="111978"/>
                </a:lnTo>
                <a:lnTo>
                  <a:pt x="69403" y="0"/>
                </a:lnTo>
                <a:lnTo>
                  <a:pt x="84023" y="0"/>
                </a:lnTo>
                <a:lnTo>
                  <a:pt x="84023" y="100089"/>
                </a:lnTo>
                <a:close/>
                <a:moveTo>
                  <a:pt x="252390" y="804"/>
                </a:moveTo>
                <a:lnTo>
                  <a:pt x="252390" y="111978"/>
                </a:lnTo>
                <a:lnTo>
                  <a:pt x="237770" y="111978"/>
                </a:lnTo>
                <a:lnTo>
                  <a:pt x="237770" y="29079"/>
                </a:lnTo>
                <a:lnTo>
                  <a:pt x="200820" y="111978"/>
                </a:lnTo>
                <a:lnTo>
                  <a:pt x="190538" y="111978"/>
                </a:lnTo>
                <a:lnTo>
                  <a:pt x="153426" y="28919"/>
                </a:lnTo>
                <a:lnTo>
                  <a:pt x="153426" y="111978"/>
                </a:lnTo>
                <a:lnTo>
                  <a:pt x="138806" y="111978"/>
                </a:lnTo>
                <a:lnTo>
                  <a:pt x="138806" y="804"/>
                </a:lnTo>
                <a:lnTo>
                  <a:pt x="154552" y="804"/>
                </a:lnTo>
                <a:lnTo>
                  <a:pt x="195679" y="92700"/>
                </a:lnTo>
                <a:lnTo>
                  <a:pt x="236807" y="804"/>
                </a:lnTo>
                <a:lnTo>
                  <a:pt x="252390" y="8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bc8d7d46d74bf0"/>
          <a:stretch xmlns:a="http://schemas.openxmlformats.org/drawingml/2006/main"/>
        </p:blipFill>
        <p:spPr>
          <a:xfrm xmlns:a="http://schemas.openxmlformats.org/drawingml/2006/main">
            <a:off x="28593" y="245438"/>
            <a:ext cx="1625699" cy="1001751"/>
          </a:xfrm>
          <a:prstGeom xmlns:a="http://schemas.openxmlformats.org/drawingml/2006/main" prst="rect">
            <a:avLst/>
          </a:prstGeom>
        </p:spPr>
      </p:pic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1C4749-053C-4355-A5E2-B3AE9D43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22" y="322897"/>
            <a:ext cx="1403640" cy="777980"/>
          </a:xfrm>
          <a:custGeom xmlns:a="http://schemas.openxmlformats.org/drawingml/2006/main">
            <a:pathLst>
              <a:path w="1403640" h="777980">
                <a:moveTo>
                  <a:pt x="0" y="65327"/>
                </a:moveTo>
                <a:lnTo>
                  <a:pt x="0" y="65327"/>
                </a:lnTo>
                <a:cubicBezTo>
                  <a:pt x="0" y="29248"/>
                  <a:pt x="29248" y="0"/>
                  <a:pt x="65327" y="0"/>
                </a:cubicBezTo>
                <a:lnTo>
                  <a:pt x="1338313" y="0"/>
                </a:lnTo>
                <a:cubicBezTo>
                  <a:pt x="1355639" y="0"/>
                  <a:pt x="1372255" y="6883"/>
                  <a:pt x="1384506" y="19134"/>
                </a:cubicBezTo>
                <a:cubicBezTo>
                  <a:pt x="1396758" y="31385"/>
                  <a:pt x="1403640" y="48001"/>
                  <a:pt x="1403640" y="65327"/>
                </a:cubicBezTo>
                <a:lnTo>
                  <a:pt x="1403640" y="712653"/>
                </a:lnTo>
                <a:cubicBezTo>
                  <a:pt x="1403640" y="748732"/>
                  <a:pt x="1374392" y="777980"/>
                  <a:pt x="1338313" y="777980"/>
                </a:cubicBezTo>
                <a:lnTo>
                  <a:pt x="65327" y="777980"/>
                </a:lnTo>
                <a:cubicBezTo>
                  <a:pt x="29248" y="777980"/>
                  <a:pt x="0" y="748732"/>
                  <a:pt x="0" y="712653"/>
                </a:cubicBezTo>
                <a:lnTo>
                  <a:pt x="0" y="65327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BEA327-C6B0-4CCD-89ED-1D76F440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22" y="322897"/>
            <a:ext cx="1403640" cy="777980"/>
          </a:xfrm>
          <a:custGeom xmlns:a="http://schemas.openxmlformats.org/drawingml/2006/main">
            <a:pathLst>
              <a:path w="1403640" h="777980" fill="none">
                <a:moveTo>
                  <a:pt x="0" y="65327"/>
                </a:moveTo>
                <a:lnTo>
                  <a:pt x="0" y="65327"/>
                </a:lnTo>
                <a:cubicBezTo>
                  <a:pt x="0" y="29248"/>
                  <a:pt x="29248" y="0"/>
                  <a:pt x="65327" y="0"/>
                </a:cubicBezTo>
                <a:lnTo>
                  <a:pt x="1338313" y="0"/>
                </a:lnTo>
                <a:cubicBezTo>
                  <a:pt x="1355639" y="0"/>
                  <a:pt x="1372255" y="6883"/>
                  <a:pt x="1384506" y="19134"/>
                </a:cubicBezTo>
                <a:cubicBezTo>
                  <a:pt x="1396758" y="31385"/>
                  <a:pt x="1403640" y="48001"/>
                  <a:pt x="1403640" y="65327"/>
                </a:cubicBezTo>
                <a:lnTo>
                  <a:pt x="1403640" y="712653"/>
                </a:lnTo>
                <a:cubicBezTo>
                  <a:pt x="1403640" y="748732"/>
                  <a:pt x="1374392" y="777980"/>
                  <a:pt x="1338313" y="777980"/>
                </a:cubicBezTo>
                <a:lnTo>
                  <a:pt x="65327" y="777980"/>
                </a:lnTo>
                <a:cubicBezTo>
                  <a:pt x="29248" y="777980"/>
                  <a:pt x="0" y="748732"/>
                  <a:pt x="0" y="712653"/>
                </a:cubicBezTo>
                <a:lnTo>
                  <a:pt x="0" y="6532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213" cap="flat">
            <a:solidFill>
              <a:srgbClr val="CC0000"/>
            </a:solidFill>
            <a:round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5D0E34-3546-4314-B32A-B119F6CC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36" y="216139"/>
            <a:ext cx="1049610" cy="528593"/>
          </a:xfrm>
          <a:custGeom xmlns:a="http://schemas.openxmlformats.org/drawingml/2006/main">
            <a:pathLst>
              <a:path w="1049610" h="528593">
                <a:moveTo>
                  <a:pt x="0" y="0"/>
                </a:moveTo>
                <a:lnTo>
                  <a:pt x="1049610" y="0"/>
                </a:lnTo>
                <a:lnTo>
                  <a:pt x="1049610" y="528593"/>
                </a:lnTo>
                <a:lnTo>
                  <a:pt x="0" y="5285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Issue:">
            <a:extLst xmlns:a="http://schemas.openxmlformats.org/drawingml/2006/main">
              <a:ext uri="{FF2B5EF4-FFF2-40B4-BE49-F238E27FC236}">
                <a16:creationId xmlns:a16="http://schemas.microsoft.com/office/drawing/2014/main" id="{84A86E27-741B-48EF-8CB9-0ACBD1CD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015" y="412508"/>
            <a:ext cx="486869" cy="114386"/>
          </a:xfrm>
          <a:custGeom xmlns:a="http://schemas.openxmlformats.org/drawingml/2006/main">
            <a:pathLst>
              <a:path w="486869" h="114386">
                <a:moveTo>
                  <a:pt x="27473" y="0"/>
                </a:moveTo>
                <a:lnTo>
                  <a:pt x="27473" y="112780"/>
                </a:lnTo>
                <a:lnTo>
                  <a:pt x="0" y="112780"/>
                </a:lnTo>
                <a:lnTo>
                  <a:pt x="0" y="0"/>
                </a:lnTo>
                <a:lnTo>
                  <a:pt x="27473" y="0"/>
                </a:lnTo>
                <a:close/>
                <a:moveTo>
                  <a:pt x="83863" y="114064"/>
                </a:moveTo>
                <a:cubicBezTo>
                  <a:pt x="76045" y="114064"/>
                  <a:pt x="69083" y="112726"/>
                  <a:pt x="62977" y="110049"/>
                </a:cubicBezTo>
                <a:cubicBezTo>
                  <a:pt x="56873" y="107370"/>
                  <a:pt x="52054" y="103702"/>
                  <a:pt x="48519" y="99045"/>
                </a:cubicBezTo>
                <a:cubicBezTo>
                  <a:pt x="44984" y="94385"/>
                  <a:pt x="43002" y="89164"/>
                  <a:pt x="42574" y="83380"/>
                </a:cubicBezTo>
                <a:lnTo>
                  <a:pt x="69726" y="83380"/>
                </a:lnTo>
                <a:cubicBezTo>
                  <a:pt x="70046" y="86485"/>
                  <a:pt x="71492" y="89002"/>
                  <a:pt x="74062" y="90930"/>
                </a:cubicBezTo>
                <a:cubicBezTo>
                  <a:pt x="76633" y="92859"/>
                  <a:pt x="79793" y="93823"/>
                  <a:pt x="83542" y="93823"/>
                </a:cubicBezTo>
                <a:cubicBezTo>
                  <a:pt x="86969" y="93823"/>
                  <a:pt x="89620" y="93154"/>
                  <a:pt x="91495" y="91815"/>
                </a:cubicBezTo>
                <a:cubicBezTo>
                  <a:pt x="93369" y="90475"/>
                  <a:pt x="94306" y="88735"/>
                  <a:pt x="94306" y="86594"/>
                </a:cubicBezTo>
                <a:cubicBezTo>
                  <a:pt x="94306" y="84023"/>
                  <a:pt x="92967" y="82122"/>
                  <a:pt x="90288" y="80889"/>
                </a:cubicBezTo>
                <a:cubicBezTo>
                  <a:pt x="87611" y="79657"/>
                  <a:pt x="83274" y="78292"/>
                  <a:pt x="77276" y="76793"/>
                </a:cubicBezTo>
                <a:cubicBezTo>
                  <a:pt x="70850" y="75293"/>
                  <a:pt x="65495" y="73713"/>
                  <a:pt x="61210" y="72055"/>
                </a:cubicBezTo>
                <a:cubicBezTo>
                  <a:pt x="56926" y="70394"/>
                  <a:pt x="53231" y="67770"/>
                  <a:pt x="50124" y="64183"/>
                </a:cubicBezTo>
                <a:cubicBezTo>
                  <a:pt x="47019" y="60594"/>
                  <a:pt x="45467" y="55747"/>
                  <a:pt x="45467" y="49641"/>
                </a:cubicBezTo>
                <a:cubicBezTo>
                  <a:pt x="45467" y="44501"/>
                  <a:pt x="46885" y="39816"/>
                  <a:pt x="49722" y="35585"/>
                </a:cubicBezTo>
                <a:cubicBezTo>
                  <a:pt x="52561" y="31354"/>
                  <a:pt x="56738" y="28007"/>
                  <a:pt x="62254" y="25544"/>
                </a:cubicBezTo>
                <a:cubicBezTo>
                  <a:pt x="67770" y="23081"/>
                  <a:pt x="74330" y="21849"/>
                  <a:pt x="81934" y="21849"/>
                </a:cubicBezTo>
                <a:cubicBezTo>
                  <a:pt x="93181" y="21849"/>
                  <a:pt x="102045" y="24634"/>
                  <a:pt x="108525" y="30204"/>
                </a:cubicBezTo>
                <a:cubicBezTo>
                  <a:pt x="115004" y="35772"/>
                  <a:pt x="118726" y="43161"/>
                  <a:pt x="119688" y="52372"/>
                </a:cubicBezTo>
                <a:lnTo>
                  <a:pt x="94306" y="52372"/>
                </a:lnTo>
                <a:cubicBezTo>
                  <a:pt x="93878" y="49267"/>
                  <a:pt x="92513" y="46804"/>
                  <a:pt x="90210" y="44984"/>
                </a:cubicBezTo>
                <a:cubicBezTo>
                  <a:pt x="87907" y="43163"/>
                  <a:pt x="84881" y="42253"/>
                  <a:pt x="81132" y="42253"/>
                </a:cubicBezTo>
                <a:cubicBezTo>
                  <a:pt x="77919" y="42253"/>
                  <a:pt x="75456" y="42869"/>
                  <a:pt x="73741" y="44101"/>
                </a:cubicBezTo>
                <a:cubicBezTo>
                  <a:pt x="72029" y="45332"/>
                  <a:pt x="71172" y="47018"/>
                  <a:pt x="71172" y="49161"/>
                </a:cubicBezTo>
                <a:cubicBezTo>
                  <a:pt x="71172" y="51731"/>
                  <a:pt x="72538" y="53659"/>
                  <a:pt x="75269" y="54944"/>
                </a:cubicBezTo>
                <a:cubicBezTo>
                  <a:pt x="77999" y="56228"/>
                  <a:pt x="82257" y="57514"/>
                  <a:pt x="88040" y="58800"/>
                </a:cubicBezTo>
                <a:cubicBezTo>
                  <a:pt x="94681" y="60512"/>
                  <a:pt x="100089" y="62199"/>
                  <a:pt x="104266" y="63859"/>
                </a:cubicBezTo>
                <a:cubicBezTo>
                  <a:pt x="108444" y="65520"/>
                  <a:pt x="112112" y="68198"/>
                  <a:pt x="115271" y="71893"/>
                </a:cubicBezTo>
                <a:cubicBezTo>
                  <a:pt x="118432" y="75588"/>
                  <a:pt x="120065" y="80541"/>
                  <a:pt x="120171" y="86753"/>
                </a:cubicBezTo>
                <a:cubicBezTo>
                  <a:pt x="120171" y="92001"/>
                  <a:pt x="118699" y="96687"/>
                  <a:pt x="115754" y="100812"/>
                </a:cubicBezTo>
                <a:cubicBezTo>
                  <a:pt x="112809" y="104935"/>
                  <a:pt x="108578" y="108175"/>
                  <a:pt x="103060" y="110532"/>
                </a:cubicBezTo>
                <a:cubicBezTo>
                  <a:pt x="97545" y="112887"/>
                  <a:pt x="91146" y="114064"/>
                  <a:pt x="83863" y="114064"/>
                </a:cubicBezTo>
                <a:close/>
                <a:moveTo>
                  <a:pt x="173509" y="114064"/>
                </a:moveTo>
                <a:cubicBezTo>
                  <a:pt x="165691" y="114064"/>
                  <a:pt x="158729" y="112726"/>
                  <a:pt x="152623" y="110049"/>
                </a:cubicBezTo>
                <a:cubicBezTo>
                  <a:pt x="146519" y="107370"/>
                  <a:pt x="141700" y="103702"/>
                  <a:pt x="138165" y="99045"/>
                </a:cubicBezTo>
                <a:cubicBezTo>
                  <a:pt x="134630" y="94385"/>
                  <a:pt x="132648" y="89164"/>
                  <a:pt x="132220" y="83380"/>
                </a:cubicBezTo>
                <a:lnTo>
                  <a:pt x="159372" y="83380"/>
                </a:lnTo>
                <a:cubicBezTo>
                  <a:pt x="159692" y="86485"/>
                  <a:pt x="161138" y="89002"/>
                  <a:pt x="163709" y="90930"/>
                </a:cubicBezTo>
                <a:cubicBezTo>
                  <a:pt x="166279" y="92859"/>
                  <a:pt x="169439" y="93823"/>
                  <a:pt x="173188" y="93823"/>
                </a:cubicBezTo>
                <a:cubicBezTo>
                  <a:pt x="176615" y="93823"/>
                  <a:pt x="179266" y="93154"/>
                  <a:pt x="181141" y="91815"/>
                </a:cubicBezTo>
                <a:cubicBezTo>
                  <a:pt x="183015" y="90475"/>
                  <a:pt x="183952" y="88735"/>
                  <a:pt x="183952" y="86594"/>
                </a:cubicBezTo>
                <a:cubicBezTo>
                  <a:pt x="183952" y="84023"/>
                  <a:pt x="182613" y="82122"/>
                  <a:pt x="179935" y="80889"/>
                </a:cubicBezTo>
                <a:cubicBezTo>
                  <a:pt x="177258" y="79657"/>
                  <a:pt x="172920" y="78292"/>
                  <a:pt x="166922" y="76793"/>
                </a:cubicBezTo>
                <a:cubicBezTo>
                  <a:pt x="160496" y="75293"/>
                  <a:pt x="155141" y="73713"/>
                  <a:pt x="150856" y="72055"/>
                </a:cubicBezTo>
                <a:cubicBezTo>
                  <a:pt x="146572" y="70394"/>
                  <a:pt x="142877" y="67770"/>
                  <a:pt x="139771" y="64183"/>
                </a:cubicBezTo>
                <a:cubicBezTo>
                  <a:pt x="136665" y="60594"/>
                  <a:pt x="135113" y="55747"/>
                  <a:pt x="135113" y="49641"/>
                </a:cubicBezTo>
                <a:cubicBezTo>
                  <a:pt x="135113" y="44501"/>
                  <a:pt x="136531" y="39816"/>
                  <a:pt x="139368" y="35585"/>
                </a:cubicBezTo>
                <a:cubicBezTo>
                  <a:pt x="142207" y="31354"/>
                  <a:pt x="146384" y="28007"/>
                  <a:pt x="151900" y="25544"/>
                </a:cubicBezTo>
                <a:cubicBezTo>
                  <a:pt x="157416" y="23081"/>
                  <a:pt x="163976" y="21849"/>
                  <a:pt x="171580" y="21849"/>
                </a:cubicBezTo>
                <a:cubicBezTo>
                  <a:pt x="182827" y="21849"/>
                  <a:pt x="191691" y="24634"/>
                  <a:pt x="198171" y="30204"/>
                </a:cubicBezTo>
                <a:cubicBezTo>
                  <a:pt x="204651" y="35772"/>
                  <a:pt x="208372" y="43161"/>
                  <a:pt x="209334" y="52372"/>
                </a:cubicBezTo>
                <a:lnTo>
                  <a:pt x="183952" y="52372"/>
                </a:lnTo>
                <a:cubicBezTo>
                  <a:pt x="183524" y="49267"/>
                  <a:pt x="182159" y="46804"/>
                  <a:pt x="179856" y="44984"/>
                </a:cubicBezTo>
                <a:cubicBezTo>
                  <a:pt x="177553" y="43163"/>
                  <a:pt x="174528" y="42253"/>
                  <a:pt x="170778" y="42253"/>
                </a:cubicBezTo>
                <a:cubicBezTo>
                  <a:pt x="167566" y="42253"/>
                  <a:pt x="165102" y="42869"/>
                  <a:pt x="163387" y="44101"/>
                </a:cubicBezTo>
                <a:cubicBezTo>
                  <a:pt x="161675" y="45332"/>
                  <a:pt x="160818" y="47018"/>
                  <a:pt x="160818" y="49161"/>
                </a:cubicBezTo>
                <a:cubicBezTo>
                  <a:pt x="160818" y="51731"/>
                  <a:pt x="162184" y="53659"/>
                  <a:pt x="164915" y="54944"/>
                </a:cubicBezTo>
                <a:cubicBezTo>
                  <a:pt x="167646" y="56228"/>
                  <a:pt x="171903" y="57514"/>
                  <a:pt x="177687" y="58800"/>
                </a:cubicBezTo>
                <a:cubicBezTo>
                  <a:pt x="184327" y="60512"/>
                  <a:pt x="189735" y="62199"/>
                  <a:pt x="193913" y="63859"/>
                </a:cubicBezTo>
                <a:cubicBezTo>
                  <a:pt x="198090" y="65520"/>
                  <a:pt x="201758" y="68198"/>
                  <a:pt x="204917" y="71893"/>
                </a:cubicBezTo>
                <a:cubicBezTo>
                  <a:pt x="208078" y="75588"/>
                  <a:pt x="209711" y="80541"/>
                  <a:pt x="209817" y="86753"/>
                </a:cubicBezTo>
                <a:cubicBezTo>
                  <a:pt x="209817" y="92001"/>
                  <a:pt x="208345" y="96687"/>
                  <a:pt x="205400" y="100812"/>
                </a:cubicBezTo>
                <a:cubicBezTo>
                  <a:pt x="202455" y="104935"/>
                  <a:pt x="198224" y="108175"/>
                  <a:pt x="192706" y="110532"/>
                </a:cubicBezTo>
                <a:cubicBezTo>
                  <a:pt x="187191" y="112887"/>
                  <a:pt x="180792" y="114064"/>
                  <a:pt x="173509" y="114064"/>
                </a:cubicBezTo>
                <a:close/>
                <a:moveTo>
                  <a:pt x="315209" y="23134"/>
                </a:moveTo>
                <a:lnTo>
                  <a:pt x="315209" y="112780"/>
                </a:lnTo>
                <a:lnTo>
                  <a:pt x="287736" y="112780"/>
                </a:lnTo>
                <a:lnTo>
                  <a:pt x="287736" y="100569"/>
                </a:lnTo>
                <a:cubicBezTo>
                  <a:pt x="284951" y="104533"/>
                  <a:pt x="281175" y="107719"/>
                  <a:pt x="276408" y="110130"/>
                </a:cubicBezTo>
                <a:cubicBezTo>
                  <a:pt x="271642" y="112539"/>
                  <a:pt x="266368" y="113743"/>
                  <a:pt x="260584" y="113743"/>
                </a:cubicBezTo>
                <a:cubicBezTo>
                  <a:pt x="253730" y="113743"/>
                  <a:pt x="247678" y="112218"/>
                  <a:pt x="242429" y="109167"/>
                </a:cubicBezTo>
                <a:cubicBezTo>
                  <a:pt x="237181" y="106114"/>
                  <a:pt x="233112" y="101695"/>
                  <a:pt x="230221" y="95912"/>
                </a:cubicBezTo>
                <a:cubicBezTo>
                  <a:pt x="227330" y="90128"/>
                  <a:pt x="225884" y="83327"/>
                  <a:pt x="225884" y="75509"/>
                </a:cubicBezTo>
                <a:lnTo>
                  <a:pt x="225884" y="23134"/>
                </a:lnTo>
                <a:lnTo>
                  <a:pt x="253195" y="23134"/>
                </a:lnTo>
                <a:lnTo>
                  <a:pt x="253195" y="71812"/>
                </a:lnTo>
                <a:cubicBezTo>
                  <a:pt x="253195" y="77810"/>
                  <a:pt x="254748" y="82469"/>
                  <a:pt x="257853" y="85790"/>
                </a:cubicBezTo>
                <a:cubicBezTo>
                  <a:pt x="260960" y="89111"/>
                  <a:pt x="265137" y="90771"/>
                  <a:pt x="270385" y="90771"/>
                </a:cubicBezTo>
                <a:cubicBezTo>
                  <a:pt x="275740" y="90771"/>
                  <a:pt x="279971" y="89111"/>
                  <a:pt x="283076" y="85790"/>
                </a:cubicBezTo>
                <a:cubicBezTo>
                  <a:pt x="286182" y="82469"/>
                  <a:pt x="287736" y="77810"/>
                  <a:pt x="287736" y="71812"/>
                </a:cubicBezTo>
                <a:lnTo>
                  <a:pt x="287736" y="23134"/>
                </a:lnTo>
                <a:lnTo>
                  <a:pt x="315209" y="23134"/>
                </a:lnTo>
                <a:close/>
                <a:moveTo>
                  <a:pt x="419473" y="66512"/>
                </a:moveTo>
                <a:cubicBezTo>
                  <a:pt x="419473" y="69081"/>
                  <a:pt x="419313" y="71758"/>
                  <a:pt x="418993" y="74543"/>
                </a:cubicBezTo>
                <a:lnTo>
                  <a:pt x="356817" y="74543"/>
                </a:lnTo>
                <a:cubicBezTo>
                  <a:pt x="357246" y="80112"/>
                  <a:pt x="359039" y="84370"/>
                  <a:pt x="362198" y="87317"/>
                </a:cubicBezTo>
                <a:cubicBezTo>
                  <a:pt x="365359" y="90262"/>
                  <a:pt x="369242" y="91734"/>
                  <a:pt x="373847" y="91734"/>
                </a:cubicBezTo>
                <a:cubicBezTo>
                  <a:pt x="380702" y="91734"/>
                  <a:pt x="385468" y="88843"/>
                  <a:pt x="388147" y="83059"/>
                </a:cubicBezTo>
                <a:lnTo>
                  <a:pt x="417385" y="83059"/>
                </a:lnTo>
                <a:cubicBezTo>
                  <a:pt x="415886" y="88949"/>
                  <a:pt x="413182" y="94250"/>
                  <a:pt x="409273" y="98964"/>
                </a:cubicBezTo>
                <a:cubicBezTo>
                  <a:pt x="405364" y="103675"/>
                  <a:pt x="400463" y="107370"/>
                  <a:pt x="394572" y="110049"/>
                </a:cubicBezTo>
                <a:cubicBezTo>
                  <a:pt x="388682" y="112726"/>
                  <a:pt x="382095" y="114064"/>
                  <a:pt x="374811" y="114064"/>
                </a:cubicBezTo>
                <a:cubicBezTo>
                  <a:pt x="366028" y="114064"/>
                  <a:pt x="358210" y="112191"/>
                  <a:pt x="351356" y="108443"/>
                </a:cubicBezTo>
                <a:cubicBezTo>
                  <a:pt x="344501" y="104694"/>
                  <a:pt x="339146" y="99339"/>
                  <a:pt x="335289" y="92377"/>
                </a:cubicBezTo>
                <a:cubicBezTo>
                  <a:pt x="331434" y="85415"/>
                  <a:pt x="329506" y="77274"/>
                  <a:pt x="329506" y="67956"/>
                </a:cubicBezTo>
                <a:cubicBezTo>
                  <a:pt x="329506" y="58639"/>
                  <a:pt x="331407" y="50499"/>
                  <a:pt x="335208" y="43537"/>
                </a:cubicBezTo>
                <a:cubicBezTo>
                  <a:pt x="339011" y="36575"/>
                  <a:pt x="344340" y="31220"/>
                  <a:pt x="351194" y="27473"/>
                </a:cubicBezTo>
                <a:cubicBezTo>
                  <a:pt x="358050" y="23724"/>
                  <a:pt x="365922" y="21849"/>
                  <a:pt x="374811" y="21849"/>
                </a:cubicBezTo>
                <a:cubicBezTo>
                  <a:pt x="383487" y="21849"/>
                  <a:pt x="391199" y="23670"/>
                  <a:pt x="397945" y="27311"/>
                </a:cubicBezTo>
                <a:cubicBezTo>
                  <a:pt x="404693" y="30952"/>
                  <a:pt x="409967" y="36147"/>
                  <a:pt x="413769" y="42895"/>
                </a:cubicBezTo>
                <a:cubicBezTo>
                  <a:pt x="417572" y="49643"/>
                  <a:pt x="419473" y="57515"/>
                  <a:pt x="419473" y="66512"/>
                </a:cubicBezTo>
                <a:moveTo>
                  <a:pt x="391358" y="59283"/>
                </a:moveTo>
                <a:cubicBezTo>
                  <a:pt x="391358" y="54569"/>
                  <a:pt x="389751" y="50820"/>
                  <a:pt x="386538" y="48036"/>
                </a:cubicBezTo>
                <a:cubicBezTo>
                  <a:pt x="383325" y="45251"/>
                  <a:pt x="379309" y="43858"/>
                  <a:pt x="374490" y="43858"/>
                </a:cubicBezTo>
                <a:cubicBezTo>
                  <a:pt x="369884" y="43858"/>
                  <a:pt x="366001" y="45198"/>
                  <a:pt x="362841" y="47876"/>
                </a:cubicBezTo>
                <a:cubicBezTo>
                  <a:pt x="359681" y="50553"/>
                  <a:pt x="357728" y="54355"/>
                  <a:pt x="356979" y="59283"/>
                </a:cubicBezTo>
                <a:lnTo>
                  <a:pt x="391358" y="59283"/>
                </a:lnTo>
                <a:close/>
                <a:moveTo>
                  <a:pt x="471927" y="49803"/>
                </a:moveTo>
                <a:cubicBezTo>
                  <a:pt x="467428" y="49803"/>
                  <a:pt x="463813" y="48545"/>
                  <a:pt x="461082" y="46028"/>
                </a:cubicBezTo>
                <a:cubicBezTo>
                  <a:pt x="458351" y="43511"/>
                  <a:pt x="456986" y="40271"/>
                  <a:pt x="456986" y="36308"/>
                </a:cubicBezTo>
                <a:cubicBezTo>
                  <a:pt x="456986" y="32237"/>
                  <a:pt x="458351" y="28970"/>
                  <a:pt x="461082" y="26507"/>
                </a:cubicBezTo>
                <a:cubicBezTo>
                  <a:pt x="463813" y="24044"/>
                  <a:pt x="467428" y="22813"/>
                  <a:pt x="471927" y="22813"/>
                </a:cubicBezTo>
                <a:cubicBezTo>
                  <a:pt x="476425" y="22813"/>
                  <a:pt x="480039" y="24044"/>
                  <a:pt x="482770" y="26507"/>
                </a:cubicBezTo>
                <a:cubicBezTo>
                  <a:pt x="485502" y="28970"/>
                  <a:pt x="486869" y="32237"/>
                  <a:pt x="486869" y="36308"/>
                </a:cubicBezTo>
                <a:cubicBezTo>
                  <a:pt x="486869" y="40271"/>
                  <a:pt x="485502" y="43511"/>
                  <a:pt x="482770" y="46028"/>
                </a:cubicBezTo>
                <a:cubicBezTo>
                  <a:pt x="480039" y="48545"/>
                  <a:pt x="476425" y="49803"/>
                  <a:pt x="471927" y="49803"/>
                </a:cubicBezTo>
                <a:moveTo>
                  <a:pt x="471927" y="114386"/>
                </a:moveTo>
                <a:cubicBezTo>
                  <a:pt x="467428" y="114386"/>
                  <a:pt x="463813" y="113154"/>
                  <a:pt x="461082" y="110691"/>
                </a:cubicBezTo>
                <a:cubicBezTo>
                  <a:pt x="458351" y="108228"/>
                  <a:pt x="456986" y="104962"/>
                  <a:pt x="456986" y="100891"/>
                </a:cubicBezTo>
                <a:cubicBezTo>
                  <a:pt x="456986" y="96821"/>
                  <a:pt x="458351" y="93555"/>
                  <a:pt x="461082" y="91092"/>
                </a:cubicBezTo>
                <a:cubicBezTo>
                  <a:pt x="463813" y="88628"/>
                  <a:pt x="467428" y="87395"/>
                  <a:pt x="471927" y="87395"/>
                </a:cubicBezTo>
                <a:cubicBezTo>
                  <a:pt x="476425" y="87395"/>
                  <a:pt x="480039" y="88628"/>
                  <a:pt x="482770" y="91092"/>
                </a:cubicBezTo>
                <a:cubicBezTo>
                  <a:pt x="485502" y="93555"/>
                  <a:pt x="486869" y="96821"/>
                  <a:pt x="486869" y="100891"/>
                </a:cubicBezTo>
                <a:cubicBezTo>
                  <a:pt x="486869" y="104962"/>
                  <a:pt x="485502" y="108228"/>
                  <a:pt x="482770" y="110691"/>
                </a:cubicBezTo>
                <a:cubicBezTo>
                  <a:pt x="480039" y="113154"/>
                  <a:pt x="476425" y="114386"/>
                  <a:pt x="471927" y="1143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BA66DF-FB73-4C7D-B807-02CA4D22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97" y="383843"/>
            <a:ext cx="171275" cy="171275"/>
          </a:xfrm>
          <a:custGeom xmlns:a="http://schemas.openxmlformats.org/drawingml/2006/main">
            <a:pathLst>
              <a:path w="171275" h="171275">
                <a:moveTo>
                  <a:pt x="0" y="0"/>
                </a:moveTo>
                <a:lnTo>
                  <a:pt x="171275" y="0"/>
                </a:lnTo>
                <a:lnTo>
                  <a:pt x="171275" y="171275"/>
                </a:lnTo>
                <a:lnTo>
                  <a:pt x="0" y="1712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8ee53ad524b72"/>
          <a:stretch xmlns:a="http://schemas.openxmlformats.org/drawingml/2006/main"/>
        </p:blipFill>
        <p:spPr>
          <a:xfrm xmlns:a="http://schemas.openxmlformats.org/drawingml/2006/main">
            <a:off x="178897" y="383843"/>
            <a:ext cx="171275" cy="171275"/>
          </a:xfrm>
          <a:prstGeom xmlns:a="http://schemas.openxmlformats.org/drawingml/2006/main" prst="rect">
            <a:avLst/>
          </a:prstGeom>
        </p:spPr>
      </p:pic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444D61-49B8-4111-B45E-7E83478F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20" y="590198"/>
            <a:ext cx="1304404" cy="360527"/>
          </a:xfrm>
          <a:custGeom xmlns:a="http://schemas.openxmlformats.org/drawingml/2006/main">
            <a:pathLst>
              <a:path w="1304404" h="360527">
                <a:moveTo>
                  <a:pt x="0" y="15265"/>
                </a:moveTo>
                <a:lnTo>
                  <a:pt x="0" y="15265"/>
                </a:lnTo>
                <a:cubicBezTo>
                  <a:pt x="0" y="6834"/>
                  <a:pt x="6834" y="0"/>
                  <a:pt x="15265" y="0"/>
                </a:cubicBezTo>
                <a:lnTo>
                  <a:pt x="1289140" y="0"/>
                </a:lnTo>
                <a:cubicBezTo>
                  <a:pt x="1293188" y="0"/>
                  <a:pt x="1297071" y="1608"/>
                  <a:pt x="1299934" y="4471"/>
                </a:cubicBezTo>
                <a:cubicBezTo>
                  <a:pt x="1302796" y="7334"/>
                  <a:pt x="1304404" y="11216"/>
                  <a:pt x="1304404" y="15265"/>
                </a:cubicBezTo>
                <a:lnTo>
                  <a:pt x="1304404" y="345263"/>
                </a:lnTo>
                <a:cubicBezTo>
                  <a:pt x="1304404" y="353693"/>
                  <a:pt x="1297570" y="360527"/>
                  <a:pt x="1289140" y="360527"/>
                </a:cubicBezTo>
                <a:lnTo>
                  <a:pt x="15265" y="360527"/>
                </a:lnTo>
                <a:cubicBezTo>
                  <a:pt x="6834" y="360527"/>
                  <a:pt x="0" y="353693"/>
                  <a:pt x="0" y="345263"/>
                </a:cubicBezTo>
                <a:lnTo>
                  <a:pt x="0" y="1526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Lambdif">
            <a:extLst xmlns:a="http://schemas.openxmlformats.org/drawingml/2006/main">
              <a:ext uri="{FF2B5EF4-FFF2-40B4-BE49-F238E27FC236}">
                <a16:creationId xmlns:a16="http://schemas.microsoft.com/office/drawing/2014/main" id="{F41E8506-5072-4CFF-9A52-791E3652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01" y="609266"/>
            <a:ext cx="393194" cy="74268"/>
          </a:xfrm>
          <a:custGeom xmlns:a="http://schemas.openxmlformats.org/drawingml/2006/main">
            <a:pathLst>
              <a:path w="393194" h="74268">
                <a:moveTo>
                  <a:pt x="17810" y="61599"/>
                </a:moveTo>
                <a:lnTo>
                  <a:pt x="38374" y="61599"/>
                </a:lnTo>
                <a:lnTo>
                  <a:pt x="36263" y="73534"/>
                </a:lnTo>
                <a:lnTo>
                  <a:pt x="0" y="73534"/>
                </a:lnTo>
                <a:lnTo>
                  <a:pt x="11383" y="9088"/>
                </a:lnTo>
                <a:lnTo>
                  <a:pt x="27082" y="9088"/>
                </a:lnTo>
                <a:lnTo>
                  <a:pt x="17810" y="61599"/>
                </a:lnTo>
                <a:close/>
                <a:moveTo>
                  <a:pt x="45258" y="47829"/>
                </a:moveTo>
                <a:cubicBezTo>
                  <a:pt x="46177" y="42566"/>
                  <a:pt x="47983" y="37945"/>
                  <a:pt x="50675" y="33967"/>
                </a:cubicBezTo>
                <a:cubicBezTo>
                  <a:pt x="53369" y="29989"/>
                  <a:pt x="56612" y="26929"/>
                  <a:pt x="60407" y="24787"/>
                </a:cubicBezTo>
                <a:cubicBezTo>
                  <a:pt x="64201" y="22645"/>
                  <a:pt x="68210" y="21574"/>
                  <a:pt x="72433" y="21574"/>
                </a:cubicBezTo>
                <a:cubicBezTo>
                  <a:pt x="76044" y="21574"/>
                  <a:pt x="79073" y="22308"/>
                  <a:pt x="81521" y="23777"/>
                </a:cubicBezTo>
                <a:cubicBezTo>
                  <a:pt x="83970" y="25245"/>
                  <a:pt x="85745" y="27173"/>
                  <a:pt x="86846" y="29560"/>
                </a:cubicBezTo>
                <a:lnTo>
                  <a:pt x="88132" y="22308"/>
                </a:lnTo>
                <a:lnTo>
                  <a:pt x="103829" y="22308"/>
                </a:lnTo>
                <a:lnTo>
                  <a:pt x="94741" y="73534"/>
                </a:lnTo>
                <a:lnTo>
                  <a:pt x="79043" y="73534"/>
                </a:lnTo>
                <a:lnTo>
                  <a:pt x="80420" y="66282"/>
                </a:lnTo>
                <a:cubicBezTo>
                  <a:pt x="78462" y="68669"/>
                  <a:pt x="75983" y="70597"/>
                  <a:pt x="72983" y="72066"/>
                </a:cubicBezTo>
                <a:cubicBezTo>
                  <a:pt x="69984" y="73534"/>
                  <a:pt x="66680" y="74268"/>
                  <a:pt x="63068" y="74268"/>
                </a:cubicBezTo>
                <a:cubicBezTo>
                  <a:pt x="59458" y="74268"/>
                  <a:pt x="56260" y="73442"/>
                  <a:pt x="53475" y="71790"/>
                </a:cubicBezTo>
                <a:cubicBezTo>
                  <a:pt x="50691" y="70137"/>
                  <a:pt x="48533" y="67796"/>
                  <a:pt x="47002" y="64766"/>
                </a:cubicBezTo>
                <a:cubicBezTo>
                  <a:pt x="45473" y="61737"/>
                  <a:pt x="44708" y="58172"/>
                  <a:pt x="44708" y="54071"/>
                </a:cubicBezTo>
                <a:cubicBezTo>
                  <a:pt x="44708" y="52113"/>
                  <a:pt x="44891" y="50032"/>
                  <a:pt x="45258" y="47829"/>
                </a:cubicBezTo>
                <a:moveTo>
                  <a:pt x="83634" y="47920"/>
                </a:moveTo>
                <a:cubicBezTo>
                  <a:pt x="83817" y="46819"/>
                  <a:pt x="83908" y="45810"/>
                  <a:pt x="83908" y="44892"/>
                </a:cubicBezTo>
                <a:cubicBezTo>
                  <a:pt x="83908" y="41893"/>
                  <a:pt x="83036" y="39537"/>
                  <a:pt x="81291" y="37823"/>
                </a:cubicBezTo>
                <a:cubicBezTo>
                  <a:pt x="79548" y="36109"/>
                  <a:pt x="77329" y="35251"/>
                  <a:pt x="74636" y="35251"/>
                </a:cubicBezTo>
                <a:cubicBezTo>
                  <a:pt x="71515" y="35251"/>
                  <a:pt x="68669" y="36369"/>
                  <a:pt x="66098" y="38604"/>
                </a:cubicBezTo>
                <a:cubicBezTo>
                  <a:pt x="63528" y="40837"/>
                  <a:pt x="61906" y="43913"/>
                  <a:pt x="61233" y="47829"/>
                </a:cubicBezTo>
                <a:cubicBezTo>
                  <a:pt x="61049" y="48931"/>
                  <a:pt x="60957" y="49941"/>
                  <a:pt x="60957" y="50859"/>
                </a:cubicBezTo>
                <a:cubicBezTo>
                  <a:pt x="60957" y="53858"/>
                  <a:pt x="61829" y="56229"/>
                  <a:pt x="63574" y="57974"/>
                </a:cubicBezTo>
                <a:cubicBezTo>
                  <a:pt x="65318" y="59717"/>
                  <a:pt x="67506" y="60589"/>
                  <a:pt x="70138" y="60589"/>
                </a:cubicBezTo>
                <a:cubicBezTo>
                  <a:pt x="73259" y="60589"/>
                  <a:pt x="76105" y="59457"/>
                  <a:pt x="78675" y="57194"/>
                </a:cubicBezTo>
                <a:cubicBezTo>
                  <a:pt x="81246" y="54929"/>
                  <a:pt x="82899" y="51838"/>
                  <a:pt x="83634" y="47920"/>
                </a:cubicBezTo>
                <a:close/>
                <a:moveTo>
                  <a:pt x="180669" y="21757"/>
                </a:moveTo>
                <a:cubicBezTo>
                  <a:pt x="186177" y="21757"/>
                  <a:pt x="190476" y="23211"/>
                  <a:pt x="193566" y="26118"/>
                </a:cubicBezTo>
                <a:cubicBezTo>
                  <a:pt x="196657" y="29025"/>
                  <a:pt x="198203" y="33080"/>
                  <a:pt x="198203" y="38281"/>
                </a:cubicBezTo>
                <a:cubicBezTo>
                  <a:pt x="198203" y="39873"/>
                  <a:pt x="198019" y="41647"/>
                  <a:pt x="197652" y="43606"/>
                </a:cubicBezTo>
                <a:lnTo>
                  <a:pt x="192328" y="73534"/>
                </a:lnTo>
                <a:lnTo>
                  <a:pt x="176721" y="73534"/>
                </a:lnTo>
                <a:lnTo>
                  <a:pt x="181679" y="45718"/>
                </a:lnTo>
                <a:cubicBezTo>
                  <a:pt x="181801" y="45106"/>
                  <a:pt x="181862" y="44279"/>
                  <a:pt x="181862" y="43239"/>
                </a:cubicBezTo>
                <a:cubicBezTo>
                  <a:pt x="181862" y="40669"/>
                  <a:pt x="181143" y="38710"/>
                  <a:pt x="179705" y="37364"/>
                </a:cubicBezTo>
                <a:cubicBezTo>
                  <a:pt x="178267" y="36017"/>
                  <a:pt x="176262" y="35344"/>
                  <a:pt x="173691" y="35344"/>
                </a:cubicBezTo>
                <a:cubicBezTo>
                  <a:pt x="170632" y="35344"/>
                  <a:pt x="168062" y="36247"/>
                  <a:pt x="165980" y="38053"/>
                </a:cubicBezTo>
                <a:cubicBezTo>
                  <a:pt x="163899" y="39858"/>
                  <a:pt x="162584" y="42413"/>
                  <a:pt x="162033" y="45718"/>
                </a:cubicBezTo>
                <a:lnTo>
                  <a:pt x="157075" y="73534"/>
                </a:lnTo>
                <a:lnTo>
                  <a:pt x="141469" y="73534"/>
                </a:lnTo>
                <a:lnTo>
                  <a:pt x="146426" y="45718"/>
                </a:lnTo>
                <a:cubicBezTo>
                  <a:pt x="146548" y="45106"/>
                  <a:pt x="146610" y="44279"/>
                  <a:pt x="146610" y="43239"/>
                </a:cubicBezTo>
                <a:cubicBezTo>
                  <a:pt x="146610" y="40669"/>
                  <a:pt x="145891" y="38710"/>
                  <a:pt x="144452" y="37364"/>
                </a:cubicBezTo>
                <a:cubicBezTo>
                  <a:pt x="143014" y="36017"/>
                  <a:pt x="141010" y="35344"/>
                  <a:pt x="138440" y="35344"/>
                </a:cubicBezTo>
                <a:cubicBezTo>
                  <a:pt x="135380" y="35344"/>
                  <a:pt x="132809" y="36247"/>
                  <a:pt x="130727" y="38053"/>
                </a:cubicBezTo>
                <a:cubicBezTo>
                  <a:pt x="128647" y="39858"/>
                  <a:pt x="127331" y="42413"/>
                  <a:pt x="126780" y="45718"/>
                </a:cubicBezTo>
                <a:lnTo>
                  <a:pt x="126780" y="45259"/>
                </a:lnTo>
                <a:lnTo>
                  <a:pt x="121824" y="73534"/>
                </a:lnTo>
                <a:lnTo>
                  <a:pt x="106125" y="73534"/>
                </a:lnTo>
                <a:lnTo>
                  <a:pt x="115121" y="22308"/>
                </a:lnTo>
                <a:lnTo>
                  <a:pt x="130820" y="22308"/>
                </a:lnTo>
                <a:lnTo>
                  <a:pt x="129719" y="28826"/>
                </a:lnTo>
                <a:cubicBezTo>
                  <a:pt x="131677" y="26623"/>
                  <a:pt x="134049" y="24894"/>
                  <a:pt x="136833" y="23640"/>
                </a:cubicBezTo>
                <a:cubicBezTo>
                  <a:pt x="139618" y="22385"/>
                  <a:pt x="142632" y="21757"/>
                  <a:pt x="145876" y="21757"/>
                </a:cubicBezTo>
                <a:cubicBezTo>
                  <a:pt x="149792" y="21757"/>
                  <a:pt x="153112" y="22584"/>
                  <a:pt x="155835" y="24237"/>
                </a:cubicBezTo>
                <a:cubicBezTo>
                  <a:pt x="158559" y="25889"/>
                  <a:pt x="160503" y="28275"/>
                  <a:pt x="161666" y="31396"/>
                </a:cubicBezTo>
                <a:cubicBezTo>
                  <a:pt x="163930" y="28520"/>
                  <a:pt x="166745" y="26195"/>
                  <a:pt x="170111" y="24420"/>
                </a:cubicBezTo>
                <a:cubicBezTo>
                  <a:pt x="173478" y="22645"/>
                  <a:pt x="176997" y="21757"/>
                  <a:pt x="180669" y="21757"/>
                </a:cubicBezTo>
                <a:close/>
                <a:moveTo>
                  <a:pt x="226755" y="29560"/>
                </a:moveTo>
                <a:cubicBezTo>
                  <a:pt x="228713" y="27173"/>
                  <a:pt x="231192" y="25245"/>
                  <a:pt x="234191" y="23777"/>
                </a:cubicBezTo>
                <a:cubicBezTo>
                  <a:pt x="237189" y="22308"/>
                  <a:pt x="240463" y="21574"/>
                  <a:pt x="244013" y="21574"/>
                </a:cubicBezTo>
                <a:cubicBezTo>
                  <a:pt x="249522" y="21574"/>
                  <a:pt x="253975" y="23364"/>
                  <a:pt x="257371" y="26945"/>
                </a:cubicBezTo>
                <a:cubicBezTo>
                  <a:pt x="260768" y="30524"/>
                  <a:pt x="262466" y="35405"/>
                  <a:pt x="262466" y="41586"/>
                </a:cubicBezTo>
                <a:cubicBezTo>
                  <a:pt x="262466" y="43545"/>
                  <a:pt x="262282" y="45626"/>
                  <a:pt x="261915" y="47829"/>
                </a:cubicBezTo>
                <a:cubicBezTo>
                  <a:pt x="260997" y="53093"/>
                  <a:pt x="259192" y="57729"/>
                  <a:pt x="256498" y="61738"/>
                </a:cubicBezTo>
                <a:cubicBezTo>
                  <a:pt x="253806" y="65746"/>
                  <a:pt x="250562" y="68837"/>
                  <a:pt x="246767" y="71010"/>
                </a:cubicBezTo>
                <a:cubicBezTo>
                  <a:pt x="242973" y="73182"/>
                  <a:pt x="238964" y="74268"/>
                  <a:pt x="234741" y="74268"/>
                </a:cubicBezTo>
                <a:cubicBezTo>
                  <a:pt x="231131" y="74268"/>
                  <a:pt x="228101" y="73549"/>
                  <a:pt x="225653" y="72111"/>
                </a:cubicBezTo>
                <a:cubicBezTo>
                  <a:pt x="223205" y="70673"/>
                  <a:pt x="221430" y="68760"/>
                  <a:pt x="220328" y="66373"/>
                </a:cubicBezTo>
                <a:lnTo>
                  <a:pt x="219044" y="73534"/>
                </a:lnTo>
                <a:lnTo>
                  <a:pt x="203345" y="73534"/>
                </a:lnTo>
                <a:lnTo>
                  <a:pt x="215371" y="5599"/>
                </a:lnTo>
                <a:lnTo>
                  <a:pt x="231070" y="5599"/>
                </a:lnTo>
                <a:lnTo>
                  <a:pt x="226755" y="29560"/>
                </a:lnTo>
                <a:moveTo>
                  <a:pt x="246033" y="47829"/>
                </a:moveTo>
                <a:cubicBezTo>
                  <a:pt x="246217" y="46789"/>
                  <a:pt x="246309" y="45840"/>
                  <a:pt x="246309" y="44983"/>
                </a:cubicBezTo>
                <a:cubicBezTo>
                  <a:pt x="246309" y="41923"/>
                  <a:pt x="245437" y="39537"/>
                  <a:pt x="243692" y="37823"/>
                </a:cubicBezTo>
                <a:cubicBezTo>
                  <a:pt x="241948" y="36109"/>
                  <a:pt x="239729" y="35251"/>
                  <a:pt x="237037" y="35251"/>
                </a:cubicBezTo>
                <a:cubicBezTo>
                  <a:pt x="233915" y="35251"/>
                  <a:pt x="231069" y="36384"/>
                  <a:pt x="228498" y="38648"/>
                </a:cubicBezTo>
                <a:cubicBezTo>
                  <a:pt x="225928" y="40913"/>
                  <a:pt x="224276" y="44004"/>
                  <a:pt x="223542" y="47920"/>
                </a:cubicBezTo>
                <a:cubicBezTo>
                  <a:pt x="223358" y="49022"/>
                  <a:pt x="223266" y="50032"/>
                  <a:pt x="223266" y="50950"/>
                </a:cubicBezTo>
                <a:cubicBezTo>
                  <a:pt x="223266" y="53949"/>
                  <a:pt x="224122" y="56305"/>
                  <a:pt x="225836" y="58019"/>
                </a:cubicBezTo>
                <a:cubicBezTo>
                  <a:pt x="227550" y="59732"/>
                  <a:pt x="229753" y="60589"/>
                  <a:pt x="232447" y="60589"/>
                </a:cubicBezTo>
                <a:cubicBezTo>
                  <a:pt x="235568" y="60589"/>
                  <a:pt x="238428" y="59442"/>
                  <a:pt x="241029" y="57147"/>
                </a:cubicBezTo>
                <a:cubicBezTo>
                  <a:pt x="243631" y="54852"/>
                  <a:pt x="245299" y="51746"/>
                  <a:pt x="246033" y="47829"/>
                </a:cubicBezTo>
                <a:close/>
                <a:moveTo>
                  <a:pt x="267147" y="47829"/>
                </a:moveTo>
                <a:cubicBezTo>
                  <a:pt x="268066" y="42566"/>
                  <a:pt x="269872" y="37945"/>
                  <a:pt x="272564" y="33967"/>
                </a:cubicBezTo>
                <a:cubicBezTo>
                  <a:pt x="275258" y="29989"/>
                  <a:pt x="278501" y="26929"/>
                  <a:pt x="282296" y="24787"/>
                </a:cubicBezTo>
                <a:cubicBezTo>
                  <a:pt x="286090" y="22645"/>
                  <a:pt x="290099" y="21574"/>
                  <a:pt x="294322" y="21574"/>
                </a:cubicBezTo>
                <a:cubicBezTo>
                  <a:pt x="297688" y="21574"/>
                  <a:pt x="300641" y="22278"/>
                  <a:pt x="303180" y="23685"/>
                </a:cubicBezTo>
                <a:cubicBezTo>
                  <a:pt x="305720" y="25092"/>
                  <a:pt x="307572" y="26989"/>
                  <a:pt x="308735" y="29376"/>
                </a:cubicBezTo>
                <a:lnTo>
                  <a:pt x="312958" y="5599"/>
                </a:lnTo>
                <a:lnTo>
                  <a:pt x="328657" y="5599"/>
                </a:lnTo>
                <a:lnTo>
                  <a:pt x="316630" y="73534"/>
                </a:lnTo>
                <a:lnTo>
                  <a:pt x="300932" y="73534"/>
                </a:lnTo>
                <a:lnTo>
                  <a:pt x="302217" y="66190"/>
                </a:lnTo>
                <a:cubicBezTo>
                  <a:pt x="300258" y="68638"/>
                  <a:pt x="297810" y="70597"/>
                  <a:pt x="294872" y="72066"/>
                </a:cubicBezTo>
                <a:cubicBezTo>
                  <a:pt x="291935" y="73534"/>
                  <a:pt x="288661" y="74268"/>
                  <a:pt x="285050" y="74268"/>
                </a:cubicBezTo>
                <a:cubicBezTo>
                  <a:pt x="281438" y="74268"/>
                  <a:pt x="278240" y="73442"/>
                  <a:pt x="275456" y="71790"/>
                </a:cubicBezTo>
                <a:cubicBezTo>
                  <a:pt x="272672" y="70137"/>
                  <a:pt x="270499" y="67781"/>
                  <a:pt x="268938" y="64722"/>
                </a:cubicBezTo>
                <a:cubicBezTo>
                  <a:pt x="267377" y="61661"/>
                  <a:pt x="266597" y="58081"/>
                  <a:pt x="266597" y="53980"/>
                </a:cubicBezTo>
                <a:cubicBezTo>
                  <a:pt x="266597" y="52083"/>
                  <a:pt x="266780" y="50032"/>
                  <a:pt x="267147" y="47829"/>
                </a:cubicBezTo>
                <a:moveTo>
                  <a:pt x="305523" y="47920"/>
                </a:moveTo>
                <a:cubicBezTo>
                  <a:pt x="305706" y="46819"/>
                  <a:pt x="305797" y="45810"/>
                  <a:pt x="305797" y="44892"/>
                </a:cubicBezTo>
                <a:cubicBezTo>
                  <a:pt x="305797" y="41893"/>
                  <a:pt x="304925" y="39537"/>
                  <a:pt x="303180" y="37823"/>
                </a:cubicBezTo>
                <a:cubicBezTo>
                  <a:pt x="301437" y="36109"/>
                  <a:pt x="299218" y="35251"/>
                  <a:pt x="296525" y="35251"/>
                </a:cubicBezTo>
                <a:cubicBezTo>
                  <a:pt x="293404" y="35251"/>
                  <a:pt x="290558" y="36369"/>
                  <a:pt x="287987" y="38604"/>
                </a:cubicBezTo>
                <a:cubicBezTo>
                  <a:pt x="285417" y="40837"/>
                  <a:pt x="283795" y="43913"/>
                  <a:pt x="283122" y="47829"/>
                </a:cubicBezTo>
                <a:cubicBezTo>
                  <a:pt x="282938" y="48931"/>
                  <a:pt x="282846" y="49941"/>
                  <a:pt x="282846" y="50859"/>
                </a:cubicBezTo>
                <a:cubicBezTo>
                  <a:pt x="282846" y="53858"/>
                  <a:pt x="283718" y="56229"/>
                  <a:pt x="285463" y="57974"/>
                </a:cubicBezTo>
                <a:cubicBezTo>
                  <a:pt x="287207" y="59717"/>
                  <a:pt x="289395" y="60589"/>
                  <a:pt x="292027" y="60589"/>
                </a:cubicBezTo>
                <a:cubicBezTo>
                  <a:pt x="295148" y="60589"/>
                  <a:pt x="297994" y="59457"/>
                  <a:pt x="300564" y="57194"/>
                </a:cubicBezTo>
                <a:cubicBezTo>
                  <a:pt x="303135" y="54929"/>
                  <a:pt x="304788" y="51838"/>
                  <a:pt x="305523" y="47920"/>
                </a:cubicBezTo>
                <a:close/>
                <a:moveTo>
                  <a:pt x="345915" y="16983"/>
                </a:moveTo>
                <a:cubicBezTo>
                  <a:pt x="343467" y="16983"/>
                  <a:pt x="341524" y="16326"/>
                  <a:pt x="340086" y="15010"/>
                </a:cubicBezTo>
                <a:cubicBezTo>
                  <a:pt x="338648" y="13694"/>
                  <a:pt x="337929" y="12026"/>
                  <a:pt x="337929" y="10006"/>
                </a:cubicBezTo>
                <a:cubicBezTo>
                  <a:pt x="337929" y="7252"/>
                  <a:pt x="338999" y="4896"/>
                  <a:pt x="341141" y="2938"/>
                </a:cubicBezTo>
                <a:cubicBezTo>
                  <a:pt x="343283" y="979"/>
                  <a:pt x="345884" y="0"/>
                  <a:pt x="348945" y="0"/>
                </a:cubicBezTo>
                <a:cubicBezTo>
                  <a:pt x="351393" y="0"/>
                  <a:pt x="353321" y="658"/>
                  <a:pt x="354729" y="1974"/>
                </a:cubicBezTo>
                <a:cubicBezTo>
                  <a:pt x="356136" y="3290"/>
                  <a:pt x="356840" y="4988"/>
                  <a:pt x="356840" y="7068"/>
                </a:cubicBezTo>
                <a:cubicBezTo>
                  <a:pt x="356840" y="9762"/>
                  <a:pt x="355769" y="12088"/>
                  <a:pt x="353626" y="14046"/>
                </a:cubicBezTo>
                <a:cubicBezTo>
                  <a:pt x="351485" y="16004"/>
                  <a:pt x="348914" y="16983"/>
                  <a:pt x="345915" y="16983"/>
                </a:cubicBezTo>
                <a:moveTo>
                  <a:pt x="352709" y="22308"/>
                </a:moveTo>
                <a:lnTo>
                  <a:pt x="343713" y="73534"/>
                </a:lnTo>
                <a:lnTo>
                  <a:pt x="328014" y="73534"/>
                </a:lnTo>
                <a:lnTo>
                  <a:pt x="337010" y="22308"/>
                </a:lnTo>
                <a:lnTo>
                  <a:pt x="352709" y="22308"/>
                </a:lnTo>
                <a:close/>
                <a:moveTo>
                  <a:pt x="390899" y="14963"/>
                </a:moveTo>
                <a:cubicBezTo>
                  <a:pt x="387901" y="14779"/>
                  <a:pt x="385712" y="15208"/>
                  <a:pt x="384335" y="16249"/>
                </a:cubicBezTo>
                <a:cubicBezTo>
                  <a:pt x="382958" y="17290"/>
                  <a:pt x="382025" y="19156"/>
                  <a:pt x="381535" y="21848"/>
                </a:cubicBezTo>
                <a:lnTo>
                  <a:pt x="381444" y="22308"/>
                </a:lnTo>
                <a:lnTo>
                  <a:pt x="389889" y="22308"/>
                </a:lnTo>
                <a:lnTo>
                  <a:pt x="387595" y="35344"/>
                </a:lnTo>
                <a:lnTo>
                  <a:pt x="379148" y="35344"/>
                </a:lnTo>
                <a:lnTo>
                  <a:pt x="372446" y="73534"/>
                </a:lnTo>
                <a:lnTo>
                  <a:pt x="356656" y="73534"/>
                </a:lnTo>
                <a:lnTo>
                  <a:pt x="363358" y="35344"/>
                </a:lnTo>
                <a:lnTo>
                  <a:pt x="357666" y="35344"/>
                </a:lnTo>
                <a:lnTo>
                  <a:pt x="359961" y="22308"/>
                </a:lnTo>
                <a:lnTo>
                  <a:pt x="365654" y="22308"/>
                </a:lnTo>
                <a:lnTo>
                  <a:pt x="365928" y="20838"/>
                </a:lnTo>
                <a:cubicBezTo>
                  <a:pt x="367091" y="14535"/>
                  <a:pt x="369768" y="9746"/>
                  <a:pt x="373961" y="6472"/>
                </a:cubicBezTo>
                <a:cubicBezTo>
                  <a:pt x="378154" y="3198"/>
                  <a:pt x="383739" y="1561"/>
                  <a:pt x="390716" y="1561"/>
                </a:cubicBezTo>
                <a:cubicBezTo>
                  <a:pt x="391818" y="1561"/>
                  <a:pt x="392644" y="1591"/>
                  <a:pt x="393194" y="1652"/>
                </a:cubicBezTo>
                <a:lnTo>
                  <a:pt x="390899" y="149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ymisinter">
            <a:extLst xmlns:a="http://schemas.openxmlformats.org/drawingml/2006/main">
              <a:ext uri="{FF2B5EF4-FFF2-40B4-BE49-F238E27FC236}">
                <a16:creationId xmlns:a16="http://schemas.microsoft.com/office/drawing/2014/main" id="{1A4BEFAF-8BC0-4E0A-A14D-9AC68C51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28" y="609266"/>
            <a:ext cx="479397" cy="97862"/>
          </a:xfrm>
          <a:custGeom xmlns:a="http://schemas.openxmlformats.org/drawingml/2006/main">
            <a:pathLst>
              <a:path w="479397" h="97862">
                <a:moveTo>
                  <a:pt x="21665" y="22308"/>
                </a:moveTo>
                <a:lnTo>
                  <a:pt x="27907" y="54347"/>
                </a:lnTo>
                <a:lnTo>
                  <a:pt x="45350" y="22308"/>
                </a:lnTo>
                <a:lnTo>
                  <a:pt x="62333" y="22308"/>
                </a:lnTo>
                <a:lnTo>
                  <a:pt x="16891" y="97862"/>
                </a:lnTo>
                <a:lnTo>
                  <a:pt x="0" y="97862"/>
                </a:lnTo>
                <a:lnTo>
                  <a:pt x="16340" y="71790"/>
                </a:lnTo>
                <a:lnTo>
                  <a:pt x="4222" y="22308"/>
                </a:lnTo>
                <a:lnTo>
                  <a:pt x="21665" y="22308"/>
                </a:lnTo>
                <a:close/>
                <a:moveTo>
                  <a:pt x="154688" y="21757"/>
                </a:moveTo>
                <a:cubicBezTo>
                  <a:pt x="160196" y="21757"/>
                  <a:pt x="164495" y="23211"/>
                  <a:pt x="167585" y="26118"/>
                </a:cubicBezTo>
                <a:cubicBezTo>
                  <a:pt x="170676" y="29025"/>
                  <a:pt x="172222" y="33080"/>
                  <a:pt x="172222" y="38281"/>
                </a:cubicBezTo>
                <a:cubicBezTo>
                  <a:pt x="172222" y="39873"/>
                  <a:pt x="172039" y="41647"/>
                  <a:pt x="171671" y="43606"/>
                </a:cubicBezTo>
                <a:lnTo>
                  <a:pt x="166347" y="73534"/>
                </a:lnTo>
                <a:lnTo>
                  <a:pt x="150741" y="73534"/>
                </a:lnTo>
                <a:lnTo>
                  <a:pt x="155698" y="45718"/>
                </a:lnTo>
                <a:cubicBezTo>
                  <a:pt x="155820" y="45106"/>
                  <a:pt x="155882" y="44279"/>
                  <a:pt x="155882" y="43239"/>
                </a:cubicBezTo>
                <a:cubicBezTo>
                  <a:pt x="155882" y="40669"/>
                  <a:pt x="155162" y="38710"/>
                  <a:pt x="153724" y="37364"/>
                </a:cubicBezTo>
                <a:cubicBezTo>
                  <a:pt x="152286" y="36017"/>
                  <a:pt x="150282" y="35344"/>
                  <a:pt x="147711" y="35344"/>
                </a:cubicBezTo>
                <a:cubicBezTo>
                  <a:pt x="144651" y="35344"/>
                  <a:pt x="142081" y="36247"/>
                  <a:pt x="139999" y="38053"/>
                </a:cubicBezTo>
                <a:cubicBezTo>
                  <a:pt x="137919" y="39858"/>
                  <a:pt x="136603" y="42413"/>
                  <a:pt x="136052" y="45718"/>
                </a:cubicBezTo>
                <a:lnTo>
                  <a:pt x="131094" y="73534"/>
                </a:lnTo>
                <a:lnTo>
                  <a:pt x="115488" y="73534"/>
                </a:lnTo>
                <a:lnTo>
                  <a:pt x="120445" y="45718"/>
                </a:lnTo>
                <a:cubicBezTo>
                  <a:pt x="120568" y="45106"/>
                  <a:pt x="120629" y="44279"/>
                  <a:pt x="120629" y="43239"/>
                </a:cubicBezTo>
                <a:cubicBezTo>
                  <a:pt x="120629" y="40669"/>
                  <a:pt x="119910" y="38710"/>
                  <a:pt x="118472" y="37364"/>
                </a:cubicBezTo>
                <a:cubicBezTo>
                  <a:pt x="117033" y="36017"/>
                  <a:pt x="115029" y="35344"/>
                  <a:pt x="112459" y="35344"/>
                </a:cubicBezTo>
                <a:cubicBezTo>
                  <a:pt x="109399" y="35344"/>
                  <a:pt x="106828" y="36247"/>
                  <a:pt x="104746" y="38053"/>
                </a:cubicBezTo>
                <a:cubicBezTo>
                  <a:pt x="102666" y="39858"/>
                  <a:pt x="101350" y="42413"/>
                  <a:pt x="100799" y="45718"/>
                </a:cubicBezTo>
                <a:lnTo>
                  <a:pt x="100799" y="45259"/>
                </a:lnTo>
                <a:lnTo>
                  <a:pt x="95843" y="73534"/>
                </a:lnTo>
                <a:lnTo>
                  <a:pt x="80144" y="73534"/>
                </a:lnTo>
                <a:lnTo>
                  <a:pt x="89140" y="22308"/>
                </a:lnTo>
                <a:lnTo>
                  <a:pt x="104839" y="22308"/>
                </a:lnTo>
                <a:lnTo>
                  <a:pt x="103738" y="28826"/>
                </a:lnTo>
                <a:cubicBezTo>
                  <a:pt x="105696" y="26623"/>
                  <a:pt x="108068" y="24894"/>
                  <a:pt x="110853" y="23640"/>
                </a:cubicBezTo>
                <a:cubicBezTo>
                  <a:pt x="113637" y="22385"/>
                  <a:pt x="116651" y="21757"/>
                  <a:pt x="119895" y="21757"/>
                </a:cubicBezTo>
                <a:cubicBezTo>
                  <a:pt x="123811" y="21757"/>
                  <a:pt x="127131" y="22584"/>
                  <a:pt x="129855" y="24237"/>
                </a:cubicBezTo>
                <a:cubicBezTo>
                  <a:pt x="132579" y="25889"/>
                  <a:pt x="134522" y="28275"/>
                  <a:pt x="135685" y="31396"/>
                </a:cubicBezTo>
                <a:cubicBezTo>
                  <a:pt x="137949" y="28520"/>
                  <a:pt x="140764" y="26195"/>
                  <a:pt x="144130" y="24420"/>
                </a:cubicBezTo>
                <a:cubicBezTo>
                  <a:pt x="147497" y="22645"/>
                  <a:pt x="151016" y="21757"/>
                  <a:pt x="154688" y="21757"/>
                </a:cubicBezTo>
                <a:close/>
                <a:moveTo>
                  <a:pt x="195265" y="16983"/>
                </a:moveTo>
                <a:cubicBezTo>
                  <a:pt x="192817" y="16983"/>
                  <a:pt x="190874" y="16326"/>
                  <a:pt x="189436" y="15010"/>
                </a:cubicBezTo>
                <a:cubicBezTo>
                  <a:pt x="187998" y="13694"/>
                  <a:pt x="187279" y="12026"/>
                  <a:pt x="187279" y="10006"/>
                </a:cubicBezTo>
                <a:cubicBezTo>
                  <a:pt x="187279" y="7252"/>
                  <a:pt x="188349" y="4896"/>
                  <a:pt x="190491" y="2938"/>
                </a:cubicBezTo>
                <a:cubicBezTo>
                  <a:pt x="192633" y="979"/>
                  <a:pt x="195234" y="0"/>
                  <a:pt x="198295" y="0"/>
                </a:cubicBezTo>
                <a:cubicBezTo>
                  <a:pt x="200743" y="0"/>
                  <a:pt x="202671" y="658"/>
                  <a:pt x="204079" y="1974"/>
                </a:cubicBezTo>
                <a:cubicBezTo>
                  <a:pt x="205486" y="3290"/>
                  <a:pt x="206190" y="4988"/>
                  <a:pt x="206190" y="7068"/>
                </a:cubicBezTo>
                <a:cubicBezTo>
                  <a:pt x="206190" y="9762"/>
                  <a:pt x="205119" y="12088"/>
                  <a:pt x="202976" y="14046"/>
                </a:cubicBezTo>
                <a:cubicBezTo>
                  <a:pt x="200835" y="16004"/>
                  <a:pt x="198264" y="16983"/>
                  <a:pt x="195265" y="16983"/>
                </a:cubicBezTo>
                <a:moveTo>
                  <a:pt x="202059" y="22308"/>
                </a:moveTo>
                <a:lnTo>
                  <a:pt x="193063" y="73534"/>
                </a:lnTo>
                <a:lnTo>
                  <a:pt x="177364" y="73534"/>
                </a:lnTo>
                <a:lnTo>
                  <a:pt x="186360" y="22308"/>
                </a:lnTo>
                <a:lnTo>
                  <a:pt x="202059" y="22308"/>
                </a:lnTo>
                <a:close/>
                <a:moveTo>
                  <a:pt x="225744" y="74268"/>
                </a:moveTo>
                <a:cubicBezTo>
                  <a:pt x="221705" y="74268"/>
                  <a:pt x="218079" y="73626"/>
                  <a:pt x="214865" y="72341"/>
                </a:cubicBezTo>
                <a:cubicBezTo>
                  <a:pt x="211653" y="71056"/>
                  <a:pt x="209128" y="69266"/>
                  <a:pt x="207291" y="66971"/>
                </a:cubicBezTo>
                <a:cubicBezTo>
                  <a:pt x="205455" y="64676"/>
                  <a:pt x="204537" y="62028"/>
                  <a:pt x="204537" y="59029"/>
                </a:cubicBezTo>
                <a:cubicBezTo>
                  <a:pt x="204537" y="58601"/>
                  <a:pt x="204599" y="57836"/>
                  <a:pt x="204722" y="56734"/>
                </a:cubicBezTo>
                <a:lnTo>
                  <a:pt x="219869" y="56734"/>
                </a:lnTo>
                <a:cubicBezTo>
                  <a:pt x="219746" y="58632"/>
                  <a:pt x="220312" y="60147"/>
                  <a:pt x="221567" y="61278"/>
                </a:cubicBezTo>
                <a:cubicBezTo>
                  <a:pt x="222822" y="62410"/>
                  <a:pt x="224612" y="62976"/>
                  <a:pt x="226937" y="62976"/>
                </a:cubicBezTo>
                <a:cubicBezTo>
                  <a:pt x="228896" y="62976"/>
                  <a:pt x="230517" y="62609"/>
                  <a:pt x="231802" y="61875"/>
                </a:cubicBezTo>
                <a:cubicBezTo>
                  <a:pt x="233088" y="61140"/>
                  <a:pt x="233731" y="60100"/>
                  <a:pt x="233731" y="58754"/>
                </a:cubicBezTo>
                <a:cubicBezTo>
                  <a:pt x="233731" y="57468"/>
                  <a:pt x="233042" y="56443"/>
                  <a:pt x="231665" y="55678"/>
                </a:cubicBezTo>
                <a:cubicBezTo>
                  <a:pt x="230288" y="54913"/>
                  <a:pt x="228009" y="53980"/>
                  <a:pt x="224826" y="52878"/>
                </a:cubicBezTo>
                <a:cubicBezTo>
                  <a:pt x="221521" y="51777"/>
                  <a:pt x="218752" y="50691"/>
                  <a:pt x="216518" y="49619"/>
                </a:cubicBezTo>
                <a:cubicBezTo>
                  <a:pt x="214284" y="48548"/>
                  <a:pt x="212372" y="47003"/>
                  <a:pt x="210780" y="44984"/>
                </a:cubicBezTo>
                <a:cubicBezTo>
                  <a:pt x="209189" y="42964"/>
                  <a:pt x="208393" y="40424"/>
                  <a:pt x="208393" y="37364"/>
                </a:cubicBezTo>
                <a:cubicBezTo>
                  <a:pt x="208393" y="34365"/>
                  <a:pt x="209280" y="31657"/>
                  <a:pt x="211055" y="29239"/>
                </a:cubicBezTo>
                <a:cubicBezTo>
                  <a:pt x="212830" y="26821"/>
                  <a:pt x="215324" y="24940"/>
                  <a:pt x="218537" y="23594"/>
                </a:cubicBezTo>
                <a:cubicBezTo>
                  <a:pt x="221750" y="22247"/>
                  <a:pt x="225468" y="21574"/>
                  <a:pt x="229691" y="21574"/>
                </a:cubicBezTo>
                <a:cubicBezTo>
                  <a:pt x="233914" y="21574"/>
                  <a:pt x="237586" y="22263"/>
                  <a:pt x="240707" y="23640"/>
                </a:cubicBezTo>
                <a:cubicBezTo>
                  <a:pt x="243829" y="25017"/>
                  <a:pt x="246247" y="26929"/>
                  <a:pt x="247961" y="29378"/>
                </a:cubicBezTo>
                <a:cubicBezTo>
                  <a:pt x="249674" y="31825"/>
                  <a:pt x="250531" y="34579"/>
                  <a:pt x="250531" y="37638"/>
                </a:cubicBezTo>
                <a:lnTo>
                  <a:pt x="250439" y="39015"/>
                </a:lnTo>
                <a:lnTo>
                  <a:pt x="236209" y="39015"/>
                </a:lnTo>
                <a:cubicBezTo>
                  <a:pt x="236332" y="37179"/>
                  <a:pt x="235781" y="35711"/>
                  <a:pt x="234556" y="34610"/>
                </a:cubicBezTo>
                <a:cubicBezTo>
                  <a:pt x="233333" y="33508"/>
                  <a:pt x="231589" y="32957"/>
                  <a:pt x="229324" y="32957"/>
                </a:cubicBezTo>
                <a:cubicBezTo>
                  <a:pt x="227550" y="32957"/>
                  <a:pt x="226096" y="33324"/>
                  <a:pt x="224963" y="34059"/>
                </a:cubicBezTo>
                <a:cubicBezTo>
                  <a:pt x="223832" y="34793"/>
                  <a:pt x="223266" y="35803"/>
                  <a:pt x="223266" y="37088"/>
                </a:cubicBezTo>
                <a:cubicBezTo>
                  <a:pt x="223266" y="38434"/>
                  <a:pt x="224015" y="39552"/>
                  <a:pt x="225514" y="40440"/>
                </a:cubicBezTo>
                <a:cubicBezTo>
                  <a:pt x="227014" y="41327"/>
                  <a:pt x="229355" y="42321"/>
                  <a:pt x="232538" y="43422"/>
                </a:cubicBezTo>
                <a:cubicBezTo>
                  <a:pt x="235843" y="44524"/>
                  <a:pt x="238581" y="45611"/>
                  <a:pt x="240753" y="46682"/>
                </a:cubicBezTo>
                <a:cubicBezTo>
                  <a:pt x="242927" y="47753"/>
                  <a:pt x="244793" y="49252"/>
                  <a:pt x="246354" y="51180"/>
                </a:cubicBezTo>
                <a:cubicBezTo>
                  <a:pt x="247914" y="53108"/>
                  <a:pt x="248695" y="55510"/>
                  <a:pt x="248695" y="58387"/>
                </a:cubicBezTo>
                <a:cubicBezTo>
                  <a:pt x="248695" y="61692"/>
                  <a:pt x="247700" y="64538"/>
                  <a:pt x="245711" y="66925"/>
                </a:cubicBezTo>
                <a:cubicBezTo>
                  <a:pt x="243722" y="69311"/>
                  <a:pt x="240998" y="71132"/>
                  <a:pt x="237540" y="72387"/>
                </a:cubicBezTo>
                <a:cubicBezTo>
                  <a:pt x="234083" y="73641"/>
                  <a:pt x="230151" y="74268"/>
                  <a:pt x="225744" y="74268"/>
                </a:cubicBezTo>
                <a:close/>
                <a:moveTo>
                  <a:pt x="273573" y="16983"/>
                </a:moveTo>
                <a:cubicBezTo>
                  <a:pt x="271125" y="16983"/>
                  <a:pt x="269183" y="16326"/>
                  <a:pt x="267744" y="15010"/>
                </a:cubicBezTo>
                <a:cubicBezTo>
                  <a:pt x="266306" y="13694"/>
                  <a:pt x="265587" y="12026"/>
                  <a:pt x="265587" y="10006"/>
                </a:cubicBezTo>
                <a:cubicBezTo>
                  <a:pt x="265587" y="7252"/>
                  <a:pt x="266658" y="4896"/>
                  <a:pt x="268799" y="2938"/>
                </a:cubicBezTo>
                <a:cubicBezTo>
                  <a:pt x="270941" y="979"/>
                  <a:pt x="273543" y="0"/>
                  <a:pt x="276603" y="0"/>
                </a:cubicBezTo>
                <a:cubicBezTo>
                  <a:pt x="279052" y="0"/>
                  <a:pt x="280980" y="658"/>
                  <a:pt x="282387" y="1974"/>
                </a:cubicBezTo>
                <a:cubicBezTo>
                  <a:pt x="283794" y="3290"/>
                  <a:pt x="284498" y="4988"/>
                  <a:pt x="284498" y="7068"/>
                </a:cubicBezTo>
                <a:cubicBezTo>
                  <a:pt x="284498" y="9762"/>
                  <a:pt x="283427" y="12088"/>
                  <a:pt x="281285" y="14046"/>
                </a:cubicBezTo>
                <a:cubicBezTo>
                  <a:pt x="279143" y="16004"/>
                  <a:pt x="276573" y="16983"/>
                  <a:pt x="273573" y="16983"/>
                </a:cubicBezTo>
                <a:moveTo>
                  <a:pt x="280367" y="22308"/>
                </a:moveTo>
                <a:lnTo>
                  <a:pt x="271371" y="73534"/>
                </a:lnTo>
                <a:lnTo>
                  <a:pt x="255672" y="73534"/>
                </a:lnTo>
                <a:lnTo>
                  <a:pt x="264668" y="22308"/>
                </a:lnTo>
                <a:lnTo>
                  <a:pt x="280367" y="22308"/>
                </a:lnTo>
                <a:close/>
                <a:moveTo>
                  <a:pt x="323056" y="21757"/>
                </a:moveTo>
                <a:cubicBezTo>
                  <a:pt x="328197" y="21757"/>
                  <a:pt x="332236" y="23196"/>
                  <a:pt x="335174" y="26072"/>
                </a:cubicBezTo>
                <a:cubicBezTo>
                  <a:pt x="338112" y="28948"/>
                  <a:pt x="339581" y="32957"/>
                  <a:pt x="339581" y="38098"/>
                </a:cubicBezTo>
                <a:cubicBezTo>
                  <a:pt x="339581" y="39811"/>
                  <a:pt x="339397" y="41647"/>
                  <a:pt x="339029" y="43606"/>
                </a:cubicBezTo>
                <a:lnTo>
                  <a:pt x="333704" y="73534"/>
                </a:lnTo>
                <a:lnTo>
                  <a:pt x="318098" y="73534"/>
                </a:lnTo>
                <a:lnTo>
                  <a:pt x="323056" y="45718"/>
                </a:lnTo>
                <a:cubicBezTo>
                  <a:pt x="323240" y="44677"/>
                  <a:pt x="323332" y="43759"/>
                  <a:pt x="323332" y="42964"/>
                </a:cubicBezTo>
                <a:cubicBezTo>
                  <a:pt x="323332" y="40393"/>
                  <a:pt x="322612" y="38404"/>
                  <a:pt x="321174" y="36997"/>
                </a:cubicBezTo>
                <a:cubicBezTo>
                  <a:pt x="319736" y="35589"/>
                  <a:pt x="317732" y="34884"/>
                  <a:pt x="315161" y="34884"/>
                </a:cubicBezTo>
                <a:cubicBezTo>
                  <a:pt x="312100" y="34884"/>
                  <a:pt x="309530" y="35833"/>
                  <a:pt x="307449" y="37731"/>
                </a:cubicBezTo>
                <a:cubicBezTo>
                  <a:pt x="305368" y="39628"/>
                  <a:pt x="304022" y="42291"/>
                  <a:pt x="303409" y="45718"/>
                </a:cubicBezTo>
                <a:lnTo>
                  <a:pt x="303409" y="45259"/>
                </a:lnTo>
                <a:lnTo>
                  <a:pt x="298453" y="73534"/>
                </a:lnTo>
                <a:lnTo>
                  <a:pt x="282754" y="73534"/>
                </a:lnTo>
                <a:lnTo>
                  <a:pt x="291750" y="22308"/>
                </a:lnTo>
                <a:lnTo>
                  <a:pt x="307449" y="22308"/>
                </a:lnTo>
                <a:lnTo>
                  <a:pt x="306256" y="29193"/>
                </a:lnTo>
                <a:cubicBezTo>
                  <a:pt x="308276" y="26928"/>
                  <a:pt x="310739" y="25123"/>
                  <a:pt x="313646" y="23777"/>
                </a:cubicBezTo>
                <a:cubicBezTo>
                  <a:pt x="316553" y="22431"/>
                  <a:pt x="319690" y="21757"/>
                  <a:pt x="323056" y="21757"/>
                </a:cubicBezTo>
                <a:close/>
                <a:moveTo>
                  <a:pt x="365928" y="55908"/>
                </a:moveTo>
                <a:cubicBezTo>
                  <a:pt x="365867" y="56214"/>
                  <a:pt x="365837" y="56612"/>
                  <a:pt x="365837" y="57101"/>
                </a:cubicBezTo>
                <a:cubicBezTo>
                  <a:pt x="365837" y="58203"/>
                  <a:pt x="366158" y="58999"/>
                  <a:pt x="366800" y="59488"/>
                </a:cubicBezTo>
                <a:cubicBezTo>
                  <a:pt x="367443" y="59978"/>
                  <a:pt x="368499" y="60222"/>
                  <a:pt x="369968" y="60222"/>
                </a:cubicBezTo>
                <a:lnTo>
                  <a:pt x="375568" y="60222"/>
                </a:lnTo>
                <a:lnTo>
                  <a:pt x="373181" y="73534"/>
                </a:lnTo>
                <a:lnTo>
                  <a:pt x="365194" y="73534"/>
                </a:lnTo>
                <a:cubicBezTo>
                  <a:pt x="354912" y="73534"/>
                  <a:pt x="349771" y="69219"/>
                  <a:pt x="349771" y="60589"/>
                </a:cubicBezTo>
                <a:cubicBezTo>
                  <a:pt x="349771" y="59304"/>
                  <a:pt x="349924" y="57683"/>
                  <a:pt x="350230" y="55724"/>
                </a:cubicBezTo>
                <a:lnTo>
                  <a:pt x="353902" y="35344"/>
                </a:lnTo>
                <a:lnTo>
                  <a:pt x="347660" y="35344"/>
                </a:lnTo>
                <a:lnTo>
                  <a:pt x="349954" y="22308"/>
                </a:lnTo>
                <a:lnTo>
                  <a:pt x="356196" y="22308"/>
                </a:lnTo>
                <a:lnTo>
                  <a:pt x="358400" y="9822"/>
                </a:lnTo>
                <a:lnTo>
                  <a:pt x="374099" y="9822"/>
                </a:lnTo>
                <a:lnTo>
                  <a:pt x="371895" y="22308"/>
                </a:lnTo>
                <a:lnTo>
                  <a:pt x="382177" y="22308"/>
                </a:lnTo>
                <a:lnTo>
                  <a:pt x="379883" y="35344"/>
                </a:lnTo>
                <a:lnTo>
                  <a:pt x="369601" y="35344"/>
                </a:lnTo>
                <a:lnTo>
                  <a:pt x="365928" y="55908"/>
                </a:lnTo>
                <a:close/>
                <a:moveTo>
                  <a:pt x="413849" y="21574"/>
                </a:moveTo>
                <a:cubicBezTo>
                  <a:pt x="420459" y="21574"/>
                  <a:pt x="425707" y="23364"/>
                  <a:pt x="429593" y="26945"/>
                </a:cubicBezTo>
                <a:cubicBezTo>
                  <a:pt x="433479" y="30524"/>
                  <a:pt x="435423" y="35405"/>
                  <a:pt x="435423" y="41586"/>
                </a:cubicBezTo>
                <a:cubicBezTo>
                  <a:pt x="435423" y="43606"/>
                  <a:pt x="435270" y="45411"/>
                  <a:pt x="434965" y="47003"/>
                </a:cubicBezTo>
                <a:cubicBezTo>
                  <a:pt x="434720" y="48410"/>
                  <a:pt x="434353" y="49909"/>
                  <a:pt x="433862" y="51501"/>
                </a:cubicBezTo>
                <a:lnTo>
                  <a:pt x="398335" y="51501"/>
                </a:lnTo>
                <a:cubicBezTo>
                  <a:pt x="398273" y="51869"/>
                  <a:pt x="398242" y="52451"/>
                  <a:pt x="398242" y="53246"/>
                </a:cubicBezTo>
                <a:cubicBezTo>
                  <a:pt x="398242" y="55939"/>
                  <a:pt x="398977" y="57989"/>
                  <a:pt x="400446" y="59397"/>
                </a:cubicBezTo>
                <a:cubicBezTo>
                  <a:pt x="401915" y="60804"/>
                  <a:pt x="403873" y="61508"/>
                  <a:pt x="406321" y="61508"/>
                </a:cubicBezTo>
                <a:cubicBezTo>
                  <a:pt x="410239" y="61508"/>
                  <a:pt x="413238" y="59856"/>
                  <a:pt x="415318" y="56551"/>
                </a:cubicBezTo>
                <a:lnTo>
                  <a:pt x="432027" y="56551"/>
                </a:lnTo>
                <a:cubicBezTo>
                  <a:pt x="429823" y="61752"/>
                  <a:pt x="426242" y="66006"/>
                  <a:pt x="421284" y="69311"/>
                </a:cubicBezTo>
                <a:cubicBezTo>
                  <a:pt x="416327" y="72616"/>
                  <a:pt x="410758" y="74268"/>
                  <a:pt x="404577" y="74268"/>
                </a:cubicBezTo>
                <a:cubicBezTo>
                  <a:pt x="397967" y="74268"/>
                  <a:pt x="392688" y="72432"/>
                  <a:pt x="388741" y="68760"/>
                </a:cubicBezTo>
                <a:cubicBezTo>
                  <a:pt x="384793" y="65088"/>
                  <a:pt x="382820" y="60100"/>
                  <a:pt x="382820" y="53797"/>
                </a:cubicBezTo>
                <a:cubicBezTo>
                  <a:pt x="382820" y="51899"/>
                  <a:pt x="383003" y="49940"/>
                  <a:pt x="383370" y="47920"/>
                </a:cubicBezTo>
                <a:cubicBezTo>
                  <a:pt x="384289" y="42596"/>
                  <a:pt x="386187" y="37945"/>
                  <a:pt x="389063" y="33967"/>
                </a:cubicBezTo>
                <a:cubicBezTo>
                  <a:pt x="391939" y="29989"/>
                  <a:pt x="395519" y="26929"/>
                  <a:pt x="399803" y="24787"/>
                </a:cubicBezTo>
                <a:cubicBezTo>
                  <a:pt x="404088" y="22645"/>
                  <a:pt x="408770" y="21574"/>
                  <a:pt x="413849" y="21574"/>
                </a:cubicBezTo>
                <a:moveTo>
                  <a:pt x="419542" y="43515"/>
                </a:moveTo>
                <a:cubicBezTo>
                  <a:pt x="419664" y="42657"/>
                  <a:pt x="419725" y="42076"/>
                  <a:pt x="419725" y="41771"/>
                </a:cubicBezTo>
                <a:cubicBezTo>
                  <a:pt x="419725" y="39322"/>
                  <a:pt x="418960" y="37440"/>
                  <a:pt x="417429" y="36124"/>
                </a:cubicBezTo>
                <a:cubicBezTo>
                  <a:pt x="415900" y="34808"/>
                  <a:pt x="413880" y="34150"/>
                  <a:pt x="411371" y="34150"/>
                </a:cubicBezTo>
                <a:cubicBezTo>
                  <a:pt x="408678" y="34150"/>
                  <a:pt x="406306" y="34961"/>
                  <a:pt x="404255" y="36584"/>
                </a:cubicBezTo>
                <a:cubicBezTo>
                  <a:pt x="402205" y="38205"/>
                  <a:pt x="400721" y="40515"/>
                  <a:pt x="399803" y="43515"/>
                </a:cubicBezTo>
                <a:lnTo>
                  <a:pt x="419542" y="43515"/>
                </a:lnTo>
                <a:close/>
                <a:moveTo>
                  <a:pt x="461495" y="31580"/>
                </a:moveTo>
                <a:cubicBezTo>
                  <a:pt x="463882" y="28520"/>
                  <a:pt x="466620" y="26118"/>
                  <a:pt x="469711" y="24374"/>
                </a:cubicBezTo>
                <a:cubicBezTo>
                  <a:pt x="472802" y="22630"/>
                  <a:pt x="476031" y="21757"/>
                  <a:pt x="479397" y="21757"/>
                </a:cubicBezTo>
                <a:lnTo>
                  <a:pt x="476460" y="38374"/>
                </a:lnTo>
                <a:lnTo>
                  <a:pt x="472145" y="38374"/>
                </a:lnTo>
                <a:cubicBezTo>
                  <a:pt x="468228" y="38374"/>
                  <a:pt x="465137" y="39215"/>
                  <a:pt x="462872" y="40898"/>
                </a:cubicBezTo>
                <a:cubicBezTo>
                  <a:pt x="460608" y="42581"/>
                  <a:pt x="459109" y="45534"/>
                  <a:pt x="458374" y="49757"/>
                </a:cubicBezTo>
                <a:lnTo>
                  <a:pt x="454152" y="73534"/>
                </a:lnTo>
                <a:lnTo>
                  <a:pt x="438453" y="73534"/>
                </a:lnTo>
                <a:lnTo>
                  <a:pt x="447449" y="22308"/>
                </a:lnTo>
                <a:lnTo>
                  <a:pt x="463148" y="22308"/>
                </a:lnTo>
                <a:lnTo>
                  <a:pt x="461495" y="315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prets">
            <a:extLst xmlns:a="http://schemas.openxmlformats.org/drawingml/2006/main">
              <a:ext uri="{FF2B5EF4-FFF2-40B4-BE49-F238E27FC236}">
                <a16:creationId xmlns:a16="http://schemas.microsoft.com/office/drawing/2014/main" id="{F2C45F6A-D02F-4D4B-B8B8-936962CC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59" y="619088"/>
            <a:ext cx="245849" cy="88132"/>
          </a:xfrm>
          <a:custGeom xmlns:a="http://schemas.openxmlformats.org/drawingml/2006/main">
            <a:pathLst>
              <a:path w="245849" h="88132">
                <a:moveTo>
                  <a:pt x="27725" y="19737"/>
                </a:moveTo>
                <a:cubicBezTo>
                  <a:pt x="29683" y="17350"/>
                  <a:pt x="32146" y="15423"/>
                  <a:pt x="35114" y="13955"/>
                </a:cubicBezTo>
                <a:cubicBezTo>
                  <a:pt x="38083" y="12486"/>
                  <a:pt x="41372" y="11751"/>
                  <a:pt x="44983" y="11751"/>
                </a:cubicBezTo>
                <a:cubicBezTo>
                  <a:pt x="50492" y="11751"/>
                  <a:pt x="54944" y="13557"/>
                  <a:pt x="58341" y="17168"/>
                </a:cubicBezTo>
                <a:cubicBezTo>
                  <a:pt x="61737" y="20779"/>
                  <a:pt x="63436" y="25675"/>
                  <a:pt x="63436" y="31856"/>
                </a:cubicBezTo>
                <a:cubicBezTo>
                  <a:pt x="63436" y="33753"/>
                  <a:pt x="63252" y="35804"/>
                  <a:pt x="62885" y="38007"/>
                </a:cubicBezTo>
                <a:cubicBezTo>
                  <a:pt x="61967" y="43270"/>
                  <a:pt x="60162" y="47906"/>
                  <a:pt x="57468" y="51915"/>
                </a:cubicBezTo>
                <a:cubicBezTo>
                  <a:pt x="54776" y="55924"/>
                  <a:pt x="51532" y="59014"/>
                  <a:pt x="47737" y="61187"/>
                </a:cubicBezTo>
                <a:cubicBezTo>
                  <a:pt x="43942" y="63360"/>
                  <a:pt x="39934" y="64446"/>
                  <a:pt x="35711" y="64446"/>
                </a:cubicBezTo>
                <a:cubicBezTo>
                  <a:pt x="32161" y="64446"/>
                  <a:pt x="29162" y="63712"/>
                  <a:pt x="26713" y="62244"/>
                </a:cubicBezTo>
                <a:cubicBezTo>
                  <a:pt x="24266" y="60775"/>
                  <a:pt x="22461" y="58877"/>
                  <a:pt x="21298" y="56551"/>
                </a:cubicBezTo>
                <a:lnTo>
                  <a:pt x="15697" y="88132"/>
                </a:lnTo>
                <a:lnTo>
                  <a:pt x="0" y="88132"/>
                </a:lnTo>
                <a:lnTo>
                  <a:pt x="13310" y="12485"/>
                </a:lnTo>
                <a:lnTo>
                  <a:pt x="29009" y="12485"/>
                </a:lnTo>
                <a:lnTo>
                  <a:pt x="27725" y="19737"/>
                </a:lnTo>
                <a:moveTo>
                  <a:pt x="47003" y="38007"/>
                </a:moveTo>
                <a:cubicBezTo>
                  <a:pt x="47187" y="36966"/>
                  <a:pt x="47279" y="36018"/>
                  <a:pt x="47279" y="35160"/>
                </a:cubicBezTo>
                <a:cubicBezTo>
                  <a:pt x="47279" y="32101"/>
                  <a:pt x="46406" y="29714"/>
                  <a:pt x="44662" y="28001"/>
                </a:cubicBezTo>
                <a:cubicBezTo>
                  <a:pt x="42918" y="26286"/>
                  <a:pt x="40699" y="25429"/>
                  <a:pt x="38007" y="25429"/>
                </a:cubicBezTo>
                <a:cubicBezTo>
                  <a:pt x="34885" y="25429"/>
                  <a:pt x="32038" y="26561"/>
                  <a:pt x="29467" y="28826"/>
                </a:cubicBezTo>
                <a:cubicBezTo>
                  <a:pt x="26897" y="31091"/>
                  <a:pt x="25245" y="34181"/>
                  <a:pt x="24511" y="38098"/>
                </a:cubicBezTo>
                <a:cubicBezTo>
                  <a:pt x="24327" y="39200"/>
                  <a:pt x="24235" y="40210"/>
                  <a:pt x="24235" y="41128"/>
                </a:cubicBezTo>
                <a:cubicBezTo>
                  <a:pt x="24235" y="44126"/>
                  <a:pt x="25092" y="46483"/>
                  <a:pt x="26806" y="48196"/>
                </a:cubicBezTo>
                <a:cubicBezTo>
                  <a:pt x="28520" y="49910"/>
                  <a:pt x="30723" y="50767"/>
                  <a:pt x="33416" y="50767"/>
                </a:cubicBezTo>
                <a:cubicBezTo>
                  <a:pt x="36537" y="50767"/>
                  <a:pt x="39398" y="49619"/>
                  <a:pt x="41999" y="47325"/>
                </a:cubicBezTo>
                <a:cubicBezTo>
                  <a:pt x="44601" y="45030"/>
                  <a:pt x="46269" y="41923"/>
                  <a:pt x="47003" y="38007"/>
                </a:cubicBezTo>
                <a:close/>
                <a:moveTo>
                  <a:pt x="89691" y="21757"/>
                </a:moveTo>
                <a:cubicBezTo>
                  <a:pt x="92078" y="18697"/>
                  <a:pt x="94817" y="16295"/>
                  <a:pt x="97907" y="14552"/>
                </a:cubicBezTo>
                <a:cubicBezTo>
                  <a:pt x="100998" y="12807"/>
                  <a:pt x="104227" y="11935"/>
                  <a:pt x="107593" y="11935"/>
                </a:cubicBezTo>
                <a:lnTo>
                  <a:pt x="104656" y="28551"/>
                </a:lnTo>
                <a:lnTo>
                  <a:pt x="100341" y="28551"/>
                </a:lnTo>
                <a:cubicBezTo>
                  <a:pt x="96424" y="28551"/>
                  <a:pt x="93333" y="29393"/>
                  <a:pt x="91068" y="31076"/>
                </a:cubicBezTo>
                <a:cubicBezTo>
                  <a:pt x="88804" y="32758"/>
                  <a:pt x="87305" y="35711"/>
                  <a:pt x="86570" y="39934"/>
                </a:cubicBezTo>
                <a:lnTo>
                  <a:pt x="82348" y="63712"/>
                </a:lnTo>
                <a:lnTo>
                  <a:pt x="66649" y="63712"/>
                </a:lnTo>
                <a:lnTo>
                  <a:pt x="75645" y="12485"/>
                </a:lnTo>
                <a:lnTo>
                  <a:pt x="91344" y="12485"/>
                </a:lnTo>
                <a:lnTo>
                  <a:pt x="89691" y="21757"/>
                </a:lnTo>
                <a:close/>
                <a:moveTo>
                  <a:pt x="137888" y="11751"/>
                </a:moveTo>
                <a:cubicBezTo>
                  <a:pt x="144498" y="11751"/>
                  <a:pt x="149746" y="13542"/>
                  <a:pt x="153631" y="17122"/>
                </a:cubicBezTo>
                <a:cubicBezTo>
                  <a:pt x="157518" y="20702"/>
                  <a:pt x="159462" y="25582"/>
                  <a:pt x="159462" y="31763"/>
                </a:cubicBezTo>
                <a:cubicBezTo>
                  <a:pt x="159462" y="33783"/>
                  <a:pt x="159309" y="35589"/>
                  <a:pt x="159004" y="37180"/>
                </a:cubicBezTo>
                <a:cubicBezTo>
                  <a:pt x="158759" y="38588"/>
                  <a:pt x="158391" y="40087"/>
                  <a:pt x="157901" y="41678"/>
                </a:cubicBezTo>
                <a:lnTo>
                  <a:pt x="122374" y="41678"/>
                </a:lnTo>
                <a:cubicBezTo>
                  <a:pt x="122312" y="42046"/>
                  <a:pt x="122281" y="42628"/>
                  <a:pt x="122281" y="43424"/>
                </a:cubicBezTo>
                <a:cubicBezTo>
                  <a:pt x="122281" y="46116"/>
                  <a:pt x="123016" y="48166"/>
                  <a:pt x="124485" y="49575"/>
                </a:cubicBezTo>
                <a:cubicBezTo>
                  <a:pt x="125954" y="50982"/>
                  <a:pt x="127912" y="51686"/>
                  <a:pt x="130360" y="51686"/>
                </a:cubicBezTo>
                <a:cubicBezTo>
                  <a:pt x="134277" y="51686"/>
                  <a:pt x="137277" y="50033"/>
                  <a:pt x="139357" y="46728"/>
                </a:cubicBezTo>
                <a:lnTo>
                  <a:pt x="156066" y="46728"/>
                </a:lnTo>
                <a:cubicBezTo>
                  <a:pt x="153862" y="51930"/>
                  <a:pt x="150281" y="56183"/>
                  <a:pt x="145323" y="59488"/>
                </a:cubicBezTo>
                <a:cubicBezTo>
                  <a:pt x="140366" y="62793"/>
                  <a:pt x="134797" y="64446"/>
                  <a:pt x="128616" y="64446"/>
                </a:cubicBezTo>
                <a:cubicBezTo>
                  <a:pt x="122006" y="64446"/>
                  <a:pt x="116727" y="62610"/>
                  <a:pt x="112780" y="58938"/>
                </a:cubicBezTo>
                <a:cubicBezTo>
                  <a:pt x="108832" y="55266"/>
                  <a:pt x="106858" y="50278"/>
                  <a:pt x="106858" y="43974"/>
                </a:cubicBezTo>
                <a:cubicBezTo>
                  <a:pt x="106858" y="42077"/>
                  <a:pt x="107042" y="40118"/>
                  <a:pt x="107409" y="38098"/>
                </a:cubicBezTo>
                <a:cubicBezTo>
                  <a:pt x="108328" y="32774"/>
                  <a:pt x="110226" y="28123"/>
                  <a:pt x="113102" y="24144"/>
                </a:cubicBezTo>
                <a:cubicBezTo>
                  <a:pt x="115978" y="20166"/>
                  <a:pt x="119558" y="17106"/>
                  <a:pt x="123842" y="14965"/>
                </a:cubicBezTo>
                <a:cubicBezTo>
                  <a:pt x="128126" y="12823"/>
                  <a:pt x="132808" y="11751"/>
                  <a:pt x="137888" y="11751"/>
                </a:cubicBezTo>
                <a:moveTo>
                  <a:pt x="143581" y="33692"/>
                </a:moveTo>
                <a:cubicBezTo>
                  <a:pt x="143703" y="32835"/>
                  <a:pt x="143764" y="32254"/>
                  <a:pt x="143764" y="31948"/>
                </a:cubicBezTo>
                <a:cubicBezTo>
                  <a:pt x="143764" y="29500"/>
                  <a:pt x="142999" y="27617"/>
                  <a:pt x="141468" y="26302"/>
                </a:cubicBezTo>
                <a:cubicBezTo>
                  <a:pt x="139939" y="24986"/>
                  <a:pt x="137919" y="24328"/>
                  <a:pt x="135410" y="24328"/>
                </a:cubicBezTo>
                <a:cubicBezTo>
                  <a:pt x="132716" y="24328"/>
                  <a:pt x="130344" y="25139"/>
                  <a:pt x="128294" y="26761"/>
                </a:cubicBezTo>
                <a:cubicBezTo>
                  <a:pt x="126244" y="28382"/>
                  <a:pt x="124760" y="30693"/>
                  <a:pt x="123842" y="33692"/>
                </a:cubicBezTo>
                <a:lnTo>
                  <a:pt x="143581" y="33692"/>
                </a:lnTo>
                <a:close/>
                <a:moveTo>
                  <a:pt x="183790" y="46085"/>
                </a:moveTo>
                <a:cubicBezTo>
                  <a:pt x="183729" y="46392"/>
                  <a:pt x="183699" y="46789"/>
                  <a:pt x="183699" y="47279"/>
                </a:cubicBezTo>
                <a:cubicBezTo>
                  <a:pt x="183699" y="48381"/>
                  <a:pt x="184020" y="49176"/>
                  <a:pt x="184662" y="49666"/>
                </a:cubicBezTo>
                <a:cubicBezTo>
                  <a:pt x="185305" y="50155"/>
                  <a:pt x="186361" y="50400"/>
                  <a:pt x="187830" y="50400"/>
                </a:cubicBezTo>
                <a:lnTo>
                  <a:pt x="193430" y="50400"/>
                </a:lnTo>
                <a:lnTo>
                  <a:pt x="191043" y="63712"/>
                </a:lnTo>
                <a:lnTo>
                  <a:pt x="183056" y="63712"/>
                </a:lnTo>
                <a:cubicBezTo>
                  <a:pt x="172774" y="63712"/>
                  <a:pt x="167633" y="59397"/>
                  <a:pt x="167633" y="50767"/>
                </a:cubicBezTo>
                <a:cubicBezTo>
                  <a:pt x="167633" y="49482"/>
                  <a:pt x="167786" y="47860"/>
                  <a:pt x="168092" y="45902"/>
                </a:cubicBezTo>
                <a:lnTo>
                  <a:pt x="171764" y="25521"/>
                </a:lnTo>
                <a:lnTo>
                  <a:pt x="165522" y="25521"/>
                </a:lnTo>
                <a:lnTo>
                  <a:pt x="167816" y="12485"/>
                </a:lnTo>
                <a:lnTo>
                  <a:pt x="174058" y="12485"/>
                </a:lnTo>
                <a:lnTo>
                  <a:pt x="176262" y="0"/>
                </a:lnTo>
                <a:lnTo>
                  <a:pt x="191961" y="0"/>
                </a:lnTo>
                <a:lnTo>
                  <a:pt x="189757" y="12485"/>
                </a:lnTo>
                <a:lnTo>
                  <a:pt x="200039" y="12485"/>
                </a:lnTo>
                <a:lnTo>
                  <a:pt x="197745" y="25521"/>
                </a:lnTo>
                <a:lnTo>
                  <a:pt x="187463" y="25521"/>
                </a:lnTo>
                <a:lnTo>
                  <a:pt x="183790" y="46085"/>
                </a:lnTo>
                <a:close/>
                <a:moveTo>
                  <a:pt x="221062" y="64446"/>
                </a:moveTo>
                <a:cubicBezTo>
                  <a:pt x="217023" y="64446"/>
                  <a:pt x="213397" y="63803"/>
                  <a:pt x="210183" y="62518"/>
                </a:cubicBezTo>
                <a:cubicBezTo>
                  <a:pt x="206971" y="61233"/>
                  <a:pt x="204446" y="59443"/>
                  <a:pt x="202609" y="57149"/>
                </a:cubicBezTo>
                <a:cubicBezTo>
                  <a:pt x="200773" y="54853"/>
                  <a:pt x="199855" y="52206"/>
                  <a:pt x="199855" y="49206"/>
                </a:cubicBezTo>
                <a:cubicBezTo>
                  <a:pt x="199855" y="48779"/>
                  <a:pt x="199917" y="48014"/>
                  <a:pt x="200040" y="46912"/>
                </a:cubicBezTo>
                <a:lnTo>
                  <a:pt x="215187" y="46912"/>
                </a:lnTo>
                <a:cubicBezTo>
                  <a:pt x="215065" y="48809"/>
                  <a:pt x="215631" y="50324"/>
                  <a:pt x="216885" y="51456"/>
                </a:cubicBezTo>
                <a:cubicBezTo>
                  <a:pt x="218140" y="52588"/>
                  <a:pt x="219930" y="53154"/>
                  <a:pt x="222256" y="53154"/>
                </a:cubicBezTo>
                <a:cubicBezTo>
                  <a:pt x="224214" y="53154"/>
                  <a:pt x="225836" y="52787"/>
                  <a:pt x="227121" y="52053"/>
                </a:cubicBezTo>
                <a:cubicBezTo>
                  <a:pt x="228407" y="51318"/>
                  <a:pt x="229049" y="50277"/>
                  <a:pt x="229049" y="48932"/>
                </a:cubicBezTo>
                <a:cubicBezTo>
                  <a:pt x="229049" y="47646"/>
                  <a:pt x="228361" y="46620"/>
                  <a:pt x="226983" y="45856"/>
                </a:cubicBezTo>
                <a:cubicBezTo>
                  <a:pt x="225607" y="45091"/>
                  <a:pt x="223327" y="44157"/>
                  <a:pt x="220145" y="43055"/>
                </a:cubicBezTo>
                <a:cubicBezTo>
                  <a:pt x="216840" y="41954"/>
                  <a:pt x="214070" y="40868"/>
                  <a:pt x="211836" y="39797"/>
                </a:cubicBezTo>
                <a:cubicBezTo>
                  <a:pt x="209603" y="38726"/>
                  <a:pt x="207690" y="37181"/>
                  <a:pt x="206099" y="35162"/>
                </a:cubicBezTo>
                <a:cubicBezTo>
                  <a:pt x="204507" y="33142"/>
                  <a:pt x="203712" y="30602"/>
                  <a:pt x="203712" y="27541"/>
                </a:cubicBezTo>
                <a:cubicBezTo>
                  <a:pt x="203712" y="24543"/>
                  <a:pt x="204599" y="21834"/>
                  <a:pt x="206373" y="19417"/>
                </a:cubicBezTo>
                <a:cubicBezTo>
                  <a:pt x="208148" y="16999"/>
                  <a:pt x="210642" y="15117"/>
                  <a:pt x="213855" y="13771"/>
                </a:cubicBezTo>
                <a:cubicBezTo>
                  <a:pt x="217068" y="12425"/>
                  <a:pt x="220787" y="11751"/>
                  <a:pt x="225010" y="11751"/>
                </a:cubicBezTo>
                <a:cubicBezTo>
                  <a:pt x="229233" y="11751"/>
                  <a:pt x="232905" y="12440"/>
                  <a:pt x="236026" y="13818"/>
                </a:cubicBezTo>
                <a:cubicBezTo>
                  <a:pt x="239147" y="15194"/>
                  <a:pt x="241565" y="17107"/>
                  <a:pt x="243279" y="19555"/>
                </a:cubicBezTo>
                <a:cubicBezTo>
                  <a:pt x="244993" y="22003"/>
                  <a:pt x="245849" y="24757"/>
                  <a:pt x="245849" y="27816"/>
                </a:cubicBezTo>
                <a:lnTo>
                  <a:pt x="245757" y="29193"/>
                </a:lnTo>
                <a:lnTo>
                  <a:pt x="231528" y="29193"/>
                </a:lnTo>
                <a:cubicBezTo>
                  <a:pt x="231650" y="27357"/>
                  <a:pt x="231099" y="25888"/>
                  <a:pt x="229875" y="24787"/>
                </a:cubicBezTo>
                <a:cubicBezTo>
                  <a:pt x="228651" y="23685"/>
                  <a:pt x="226907" y="23134"/>
                  <a:pt x="224643" y="23134"/>
                </a:cubicBezTo>
                <a:cubicBezTo>
                  <a:pt x="222868" y="23134"/>
                  <a:pt x="221415" y="23502"/>
                  <a:pt x="220282" y="24237"/>
                </a:cubicBezTo>
                <a:cubicBezTo>
                  <a:pt x="219150" y="24971"/>
                  <a:pt x="218584" y="25980"/>
                  <a:pt x="218584" y="27265"/>
                </a:cubicBezTo>
                <a:cubicBezTo>
                  <a:pt x="218584" y="28612"/>
                  <a:pt x="219333" y="29729"/>
                  <a:pt x="220832" y="30618"/>
                </a:cubicBezTo>
                <a:cubicBezTo>
                  <a:pt x="222332" y="31505"/>
                  <a:pt x="224673" y="32499"/>
                  <a:pt x="227856" y="33600"/>
                </a:cubicBezTo>
                <a:cubicBezTo>
                  <a:pt x="231161" y="34702"/>
                  <a:pt x="233900" y="35788"/>
                  <a:pt x="236072" y="36860"/>
                </a:cubicBezTo>
                <a:cubicBezTo>
                  <a:pt x="238245" y="37931"/>
                  <a:pt x="240112" y="39430"/>
                  <a:pt x="241672" y="41358"/>
                </a:cubicBezTo>
                <a:cubicBezTo>
                  <a:pt x="243233" y="43285"/>
                  <a:pt x="244013" y="45687"/>
                  <a:pt x="244013" y="48565"/>
                </a:cubicBezTo>
                <a:cubicBezTo>
                  <a:pt x="244013" y="51870"/>
                  <a:pt x="243018" y="54716"/>
                  <a:pt x="241029" y="57103"/>
                </a:cubicBezTo>
                <a:cubicBezTo>
                  <a:pt x="239040" y="59489"/>
                  <a:pt x="236316" y="61309"/>
                  <a:pt x="232858" y="62564"/>
                </a:cubicBezTo>
                <a:cubicBezTo>
                  <a:pt x="229401" y="63819"/>
                  <a:pt x="225469" y="64446"/>
                  <a:pt x="221062" y="644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somematri">
            <a:extLst xmlns:a="http://schemas.openxmlformats.org/drawingml/2006/main">
              <a:ext uri="{FF2B5EF4-FFF2-40B4-BE49-F238E27FC236}">
                <a16:creationId xmlns:a16="http://schemas.microsoft.com/office/drawing/2014/main" id="{64CD91A0-3765-473B-B63C-864E8CA2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92" y="712545"/>
            <a:ext cx="549536" cy="74268"/>
          </a:xfrm>
          <a:custGeom xmlns:a="http://schemas.openxmlformats.org/drawingml/2006/main">
            <a:pathLst>
              <a:path w="549536" h="74268">
                <a:moveTo>
                  <a:pt x="21207" y="74268"/>
                </a:moveTo>
                <a:cubicBezTo>
                  <a:pt x="17168" y="74268"/>
                  <a:pt x="13542" y="73626"/>
                  <a:pt x="10328" y="72341"/>
                </a:cubicBezTo>
                <a:cubicBezTo>
                  <a:pt x="7116" y="71056"/>
                  <a:pt x="4591" y="69266"/>
                  <a:pt x="2754" y="66971"/>
                </a:cubicBezTo>
                <a:cubicBezTo>
                  <a:pt x="918" y="64676"/>
                  <a:pt x="0" y="62028"/>
                  <a:pt x="0" y="59029"/>
                </a:cubicBezTo>
                <a:cubicBezTo>
                  <a:pt x="0" y="58601"/>
                  <a:pt x="62" y="57836"/>
                  <a:pt x="185" y="56734"/>
                </a:cubicBezTo>
                <a:lnTo>
                  <a:pt x="15332" y="56734"/>
                </a:lnTo>
                <a:cubicBezTo>
                  <a:pt x="15210" y="58632"/>
                  <a:pt x="15775" y="60147"/>
                  <a:pt x="17030" y="61278"/>
                </a:cubicBezTo>
                <a:cubicBezTo>
                  <a:pt x="18285" y="62410"/>
                  <a:pt x="20075" y="62976"/>
                  <a:pt x="22400" y="62976"/>
                </a:cubicBezTo>
                <a:cubicBezTo>
                  <a:pt x="24359" y="62976"/>
                  <a:pt x="25980" y="62609"/>
                  <a:pt x="27265" y="61875"/>
                </a:cubicBezTo>
                <a:cubicBezTo>
                  <a:pt x="28551" y="61140"/>
                  <a:pt x="29194" y="60100"/>
                  <a:pt x="29194" y="58754"/>
                </a:cubicBezTo>
                <a:cubicBezTo>
                  <a:pt x="29194" y="57468"/>
                  <a:pt x="28506" y="56443"/>
                  <a:pt x="27128" y="55678"/>
                </a:cubicBezTo>
                <a:cubicBezTo>
                  <a:pt x="25752" y="54913"/>
                  <a:pt x="23472" y="53980"/>
                  <a:pt x="20289" y="52878"/>
                </a:cubicBezTo>
                <a:cubicBezTo>
                  <a:pt x="16984" y="51777"/>
                  <a:pt x="14215" y="50691"/>
                  <a:pt x="11981" y="49619"/>
                </a:cubicBezTo>
                <a:cubicBezTo>
                  <a:pt x="9747" y="48548"/>
                  <a:pt x="7835" y="47003"/>
                  <a:pt x="6243" y="44984"/>
                </a:cubicBezTo>
                <a:cubicBezTo>
                  <a:pt x="4652" y="42964"/>
                  <a:pt x="3856" y="40424"/>
                  <a:pt x="3856" y="37364"/>
                </a:cubicBezTo>
                <a:cubicBezTo>
                  <a:pt x="3856" y="34365"/>
                  <a:pt x="4744" y="31657"/>
                  <a:pt x="6518" y="29239"/>
                </a:cubicBezTo>
                <a:cubicBezTo>
                  <a:pt x="8293" y="26821"/>
                  <a:pt x="10787" y="24940"/>
                  <a:pt x="14000" y="23594"/>
                </a:cubicBezTo>
                <a:cubicBezTo>
                  <a:pt x="17213" y="22247"/>
                  <a:pt x="20931" y="21574"/>
                  <a:pt x="25154" y="21574"/>
                </a:cubicBezTo>
                <a:cubicBezTo>
                  <a:pt x="29377" y="21574"/>
                  <a:pt x="33049" y="22263"/>
                  <a:pt x="36170" y="23640"/>
                </a:cubicBezTo>
                <a:cubicBezTo>
                  <a:pt x="39292" y="25017"/>
                  <a:pt x="41710" y="26929"/>
                  <a:pt x="43424" y="29378"/>
                </a:cubicBezTo>
                <a:cubicBezTo>
                  <a:pt x="45137" y="31825"/>
                  <a:pt x="45994" y="34579"/>
                  <a:pt x="45994" y="37638"/>
                </a:cubicBezTo>
                <a:lnTo>
                  <a:pt x="45902" y="39015"/>
                </a:lnTo>
                <a:lnTo>
                  <a:pt x="31672" y="39015"/>
                </a:lnTo>
                <a:cubicBezTo>
                  <a:pt x="31795" y="37179"/>
                  <a:pt x="31244" y="35711"/>
                  <a:pt x="30019" y="34610"/>
                </a:cubicBezTo>
                <a:cubicBezTo>
                  <a:pt x="28796" y="33508"/>
                  <a:pt x="27052" y="32957"/>
                  <a:pt x="24787" y="32957"/>
                </a:cubicBezTo>
                <a:cubicBezTo>
                  <a:pt x="23013" y="32957"/>
                  <a:pt x="21559" y="33324"/>
                  <a:pt x="20427" y="34059"/>
                </a:cubicBezTo>
                <a:cubicBezTo>
                  <a:pt x="19295" y="34793"/>
                  <a:pt x="18729" y="35803"/>
                  <a:pt x="18729" y="37088"/>
                </a:cubicBezTo>
                <a:cubicBezTo>
                  <a:pt x="18729" y="38434"/>
                  <a:pt x="19478" y="39552"/>
                  <a:pt x="20977" y="40440"/>
                </a:cubicBezTo>
                <a:cubicBezTo>
                  <a:pt x="22477" y="41327"/>
                  <a:pt x="24818" y="42321"/>
                  <a:pt x="28001" y="43422"/>
                </a:cubicBezTo>
                <a:cubicBezTo>
                  <a:pt x="31306" y="44524"/>
                  <a:pt x="34044" y="45611"/>
                  <a:pt x="36217" y="46682"/>
                </a:cubicBezTo>
                <a:cubicBezTo>
                  <a:pt x="38390" y="47753"/>
                  <a:pt x="40256" y="49252"/>
                  <a:pt x="41817" y="51180"/>
                </a:cubicBezTo>
                <a:cubicBezTo>
                  <a:pt x="43377" y="53108"/>
                  <a:pt x="44158" y="55510"/>
                  <a:pt x="44158" y="58387"/>
                </a:cubicBezTo>
                <a:cubicBezTo>
                  <a:pt x="44158" y="61692"/>
                  <a:pt x="43163" y="64538"/>
                  <a:pt x="41174" y="66925"/>
                </a:cubicBezTo>
                <a:cubicBezTo>
                  <a:pt x="39185" y="69311"/>
                  <a:pt x="36461" y="71132"/>
                  <a:pt x="33003" y="72387"/>
                </a:cubicBezTo>
                <a:cubicBezTo>
                  <a:pt x="29546" y="73641"/>
                  <a:pt x="25614" y="74268"/>
                  <a:pt x="21207" y="74268"/>
                </a:cubicBezTo>
                <a:close/>
                <a:moveTo>
                  <a:pt x="74546" y="74268"/>
                </a:moveTo>
                <a:cubicBezTo>
                  <a:pt x="70139" y="74268"/>
                  <a:pt x="66222" y="73381"/>
                  <a:pt x="62794" y="71607"/>
                </a:cubicBezTo>
                <a:cubicBezTo>
                  <a:pt x="59367" y="69831"/>
                  <a:pt x="56720" y="67322"/>
                  <a:pt x="54853" y="64079"/>
                </a:cubicBezTo>
                <a:cubicBezTo>
                  <a:pt x="52986" y="60834"/>
                  <a:pt x="52053" y="57070"/>
                  <a:pt x="52053" y="52787"/>
                </a:cubicBezTo>
                <a:cubicBezTo>
                  <a:pt x="52053" y="46972"/>
                  <a:pt x="53430" y="41678"/>
                  <a:pt x="56184" y="36904"/>
                </a:cubicBezTo>
                <a:cubicBezTo>
                  <a:pt x="58938" y="32130"/>
                  <a:pt x="62732" y="28382"/>
                  <a:pt x="67567" y="25659"/>
                </a:cubicBezTo>
                <a:cubicBezTo>
                  <a:pt x="72402" y="22935"/>
                  <a:pt x="77789" y="21574"/>
                  <a:pt x="83725" y="21574"/>
                </a:cubicBezTo>
                <a:cubicBezTo>
                  <a:pt x="88132" y="21574"/>
                  <a:pt x="92064" y="22476"/>
                  <a:pt x="95521" y="24282"/>
                </a:cubicBezTo>
                <a:cubicBezTo>
                  <a:pt x="98979" y="26087"/>
                  <a:pt x="101657" y="28612"/>
                  <a:pt x="103555" y="31856"/>
                </a:cubicBezTo>
                <a:cubicBezTo>
                  <a:pt x="105453" y="35099"/>
                  <a:pt x="106401" y="38863"/>
                  <a:pt x="106401" y="43148"/>
                </a:cubicBezTo>
                <a:cubicBezTo>
                  <a:pt x="106401" y="49023"/>
                  <a:pt x="105009" y="54332"/>
                  <a:pt x="102224" y="59075"/>
                </a:cubicBezTo>
                <a:cubicBezTo>
                  <a:pt x="99439" y="63818"/>
                  <a:pt x="95614" y="67536"/>
                  <a:pt x="90749" y="70230"/>
                </a:cubicBezTo>
                <a:cubicBezTo>
                  <a:pt x="85883" y="72922"/>
                  <a:pt x="80482" y="74268"/>
                  <a:pt x="74546" y="74268"/>
                </a:cubicBezTo>
                <a:moveTo>
                  <a:pt x="76748" y="60773"/>
                </a:moveTo>
                <a:cubicBezTo>
                  <a:pt x="79319" y="60773"/>
                  <a:pt x="81629" y="59992"/>
                  <a:pt x="83679" y="58432"/>
                </a:cubicBezTo>
                <a:cubicBezTo>
                  <a:pt x="85730" y="56871"/>
                  <a:pt x="87321" y="54852"/>
                  <a:pt x="88453" y="52373"/>
                </a:cubicBezTo>
                <a:cubicBezTo>
                  <a:pt x="89586" y="49895"/>
                  <a:pt x="90152" y="47309"/>
                  <a:pt x="90152" y="44616"/>
                </a:cubicBezTo>
                <a:cubicBezTo>
                  <a:pt x="90152" y="41555"/>
                  <a:pt x="89326" y="39199"/>
                  <a:pt x="87673" y="37547"/>
                </a:cubicBezTo>
                <a:cubicBezTo>
                  <a:pt x="86021" y="35894"/>
                  <a:pt x="83940" y="35068"/>
                  <a:pt x="81431" y="35068"/>
                </a:cubicBezTo>
                <a:cubicBezTo>
                  <a:pt x="78799" y="35068"/>
                  <a:pt x="76489" y="35849"/>
                  <a:pt x="74499" y="37410"/>
                </a:cubicBezTo>
                <a:cubicBezTo>
                  <a:pt x="72510" y="38971"/>
                  <a:pt x="70965" y="41005"/>
                  <a:pt x="69863" y="43515"/>
                </a:cubicBezTo>
                <a:cubicBezTo>
                  <a:pt x="68762" y="46024"/>
                  <a:pt x="68211" y="48656"/>
                  <a:pt x="68211" y="51410"/>
                </a:cubicBezTo>
                <a:cubicBezTo>
                  <a:pt x="68211" y="54408"/>
                  <a:pt x="69006" y="56719"/>
                  <a:pt x="70597" y="58341"/>
                </a:cubicBezTo>
                <a:cubicBezTo>
                  <a:pt x="72188" y="59962"/>
                  <a:pt x="74238" y="60773"/>
                  <a:pt x="76748" y="60773"/>
                </a:cubicBezTo>
                <a:close/>
                <a:moveTo>
                  <a:pt x="184158" y="21757"/>
                </a:moveTo>
                <a:cubicBezTo>
                  <a:pt x="189666" y="21757"/>
                  <a:pt x="193965" y="23211"/>
                  <a:pt x="197055" y="26118"/>
                </a:cubicBezTo>
                <a:cubicBezTo>
                  <a:pt x="200147" y="29025"/>
                  <a:pt x="201692" y="33080"/>
                  <a:pt x="201692" y="38281"/>
                </a:cubicBezTo>
                <a:cubicBezTo>
                  <a:pt x="201692" y="39873"/>
                  <a:pt x="201509" y="41647"/>
                  <a:pt x="201142" y="43606"/>
                </a:cubicBezTo>
                <a:lnTo>
                  <a:pt x="195817" y="73534"/>
                </a:lnTo>
                <a:lnTo>
                  <a:pt x="180211" y="73534"/>
                </a:lnTo>
                <a:lnTo>
                  <a:pt x="185168" y="45718"/>
                </a:lnTo>
                <a:cubicBezTo>
                  <a:pt x="185291" y="45106"/>
                  <a:pt x="185352" y="44279"/>
                  <a:pt x="185352" y="43239"/>
                </a:cubicBezTo>
                <a:cubicBezTo>
                  <a:pt x="185352" y="40669"/>
                  <a:pt x="184633" y="38710"/>
                  <a:pt x="183194" y="37364"/>
                </a:cubicBezTo>
                <a:cubicBezTo>
                  <a:pt x="181756" y="36017"/>
                  <a:pt x="179752" y="35344"/>
                  <a:pt x="177181" y="35344"/>
                </a:cubicBezTo>
                <a:cubicBezTo>
                  <a:pt x="174121" y="35344"/>
                  <a:pt x="171551" y="36247"/>
                  <a:pt x="169469" y="38053"/>
                </a:cubicBezTo>
                <a:cubicBezTo>
                  <a:pt x="167389" y="39858"/>
                  <a:pt x="166073" y="42413"/>
                  <a:pt x="165522" y="45718"/>
                </a:cubicBezTo>
                <a:lnTo>
                  <a:pt x="160564" y="73534"/>
                </a:lnTo>
                <a:lnTo>
                  <a:pt x="144958" y="73534"/>
                </a:lnTo>
                <a:lnTo>
                  <a:pt x="149915" y="45718"/>
                </a:lnTo>
                <a:cubicBezTo>
                  <a:pt x="150038" y="45106"/>
                  <a:pt x="150099" y="44279"/>
                  <a:pt x="150099" y="43239"/>
                </a:cubicBezTo>
                <a:cubicBezTo>
                  <a:pt x="150099" y="40669"/>
                  <a:pt x="149380" y="38710"/>
                  <a:pt x="147942" y="37364"/>
                </a:cubicBezTo>
                <a:cubicBezTo>
                  <a:pt x="146504" y="36017"/>
                  <a:pt x="144499" y="35344"/>
                  <a:pt x="141929" y="35344"/>
                </a:cubicBezTo>
                <a:cubicBezTo>
                  <a:pt x="138869" y="35344"/>
                  <a:pt x="136298" y="36247"/>
                  <a:pt x="134217" y="38053"/>
                </a:cubicBezTo>
                <a:cubicBezTo>
                  <a:pt x="132136" y="39858"/>
                  <a:pt x="130820" y="42413"/>
                  <a:pt x="130269" y="45718"/>
                </a:cubicBezTo>
                <a:lnTo>
                  <a:pt x="130269" y="45259"/>
                </a:lnTo>
                <a:lnTo>
                  <a:pt x="125313" y="73534"/>
                </a:lnTo>
                <a:lnTo>
                  <a:pt x="109614" y="73534"/>
                </a:lnTo>
                <a:lnTo>
                  <a:pt x="118610" y="22308"/>
                </a:lnTo>
                <a:lnTo>
                  <a:pt x="134309" y="22308"/>
                </a:lnTo>
                <a:lnTo>
                  <a:pt x="133208" y="28826"/>
                </a:lnTo>
                <a:cubicBezTo>
                  <a:pt x="135166" y="26623"/>
                  <a:pt x="137538" y="24894"/>
                  <a:pt x="140323" y="23640"/>
                </a:cubicBezTo>
                <a:cubicBezTo>
                  <a:pt x="143107" y="22385"/>
                  <a:pt x="146122" y="21757"/>
                  <a:pt x="149365" y="21757"/>
                </a:cubicBezTo>
                <a:cubicBezTo>
                  <a:pt x="153282" y="21757"/>
                  <a:pt x="156601" y="22584"/>
                  <a:pt x="159325" y="24237"/>
                </a:cubicBezTo>
                <a:cubicBezTo>
                  <a:pt x="162049" y="25889"/>
                  <a:pt x="163992" y="28275"/>
                  <a:pt x="165155" y="31396"/>
                </a:cubicBezTo>
                <a:cubicBezTo>
                  <a:pt x="167419" y="28520"/>
                  <a:pt x="170235" y="26195"/>
                  <a:pt x="173600" y="24420"/>
                </a:cubicBezTo>
                <a:cubicBezTo>
                  <a:pt x="176967" y="22645"/>
                  <a:pt x="180486" y="21757"/>
                  <a:pt x="184158" y="21757"/>
                </a:cubicBezTo>
                <a:close/>
                <a:moveTo>
                  <a:pt x="238781" y="21574"/>
                </a:moveTo>
                <a:cubicBezTo>
                  <a:pt x="245391" y="21574"/>
                  <a:pt x="250639" y="23364"/>
                  <a:pt x="254525" y="26945"/>
                </a:cubicBezTo>
                <a:cubicBezTo>
                  <a:pt x="258411" y="30524"/>
                  <a:pt x="260355" y="35405"/>
                  <a:pt x="260355" y="41586"/>
                </a:cubicBezTo>
                <a:cubicBezTo>
                  <a:pt x="260355" y="43606"/>
                  <a:pt x="260202" y="45411"/>
                  <a:pt x="259897" y="47003"/>
                </a:cubicBezTo>
                <a:cubicBezTo>
                  <a:pt x="259652" y="48410"/>
                  <a:pt x="259285" y="49909"/>
                  <a:pt x="258794" y="51501"/>
                </a:cubicBezTo>
                <a:lnTo>
                  <a:pt x="223267" y="51501"/>
                </a:lnTo>
                <a:cubicBezTo>
                  <a:pt x="223205" y="51869"/>
                  <a:pt x="223174" y="52451"/>
                  <a:pt x="223174" y="53246"/>
                </a:cubicBezTo>
                <a:cubicBezTo>
                  <a:pt x="223174" y="55939"/>
                  <a:pt x="223909" y="57989"/>
                  <a:pt x="225378" y="59397"/>
                </a:cubicBezTo>
                <a:cubicBezTo>
                  <a:pt x="226847" y="60804"/>
                  <a:pt x="228805" y="61508"/>
                  <a:pt x="231253" y="61508"/>
                </a:cubicBezTo>
                <a:cubicBezTo>
                  <a:pt x="235170" y="61508"/>
                  <a:pt x="238170" y="59856"/>
                  <a:pt x="240250" y="56551"/>
                </a:cubicBezTo>
                <a:lnTo>
                  <a:pt x="256959" y="56551"/>
                </a:lnTo>
                <a:cubicBezTo>
                  <a:pt x="254755" y="61752"/>
                  <a:pt x="251174" y="66006"/>
                  <a:pt x="246216" y="69311"/>
                </a:cubicBezTo>
                <a:cubicBezTo>
                  <a:pt x="241259" y="72616"/>
                  <a:pt x="235690" y="74268"/>
                  <a:pt x="229509" y="74268"/>
                </a:cubicBezTo>
                <a:cubicBezTo>
                  <a:pt x="222899" y="74268"/>
                  <a:pt x="217620" y="72432"/>
                  <a:pt x="213673" y="68760"/>
                </a:cubicBezTo>
                <a:cubicBezTo>
                  <a:pt x="209725" y="65088"/>
                  <a:pt x="207752" y="60100"/>
                  <a:pt x="207752" y="53797"/>
                </a:cubicBezTo>
                <a:cubicBezTo>
                  <a:pt x="207752" y="51899"/>
                  <a:pt x="207935" y="49940"/>
                  <a:pt x="208302" y="47920"/>
                </a:cubicBezTo>
                <a:cubicBezTo>
                  <a:pt x="209221" y="42596"/>
                  <a:pt x="211119" y="37945"/>
                  <a:pt x="213995" y="33967"/>
                </a:cubicBezTo>
                <a:cubicBezTo>
                  <a:pt x="216871" y="29989"/>
                  <a:pt x="220451" y="26929"/>
                  <a:pt x="224735" y="24787"/>
                </a:cubicBezTo>
                <a:cubicBezTo>
                  <a:pt x="229020" y="22645"/>
                  <a:pt x="233702" y="21574"/>
                  <a:pt x="238781" y="21574"/>
                </a:cubicBezTo>
                <a:moveTo>
                  <a:pt x="244474" y="43515"/>
                </a:moveTo>
                <a:cubicBezTo>
                  <a:pt x="244596" y="42657"/>
                  <a:pt x="244657" y="42076"/>
                  <a:pt x="244657" y="41771"/>
                </a:cubicBezTo>
                <a:cubicBezTo>
                  <a:pt x="244657" y="39322"/>
                  <a:pt x="243892" y="37440"/>
                  <a:pt x="242361" y="36124"/>
                </a:cubicBezTo>
                <a:cubicBezTo>
                  <a:pt x="240832" y="34808"/>
                  <a:pt x="238812" y="34150"/>
                  <a:pt x="236303" y="34150"/>
                </a:cubicBezTo>
                <a:cubicBezTo>
                  <a:pt x="233610" y="34150"/>
                  <a:pt x="231237" y="34961"/>
                  <a:pt x="229187" y="36584"/>
                </a:cubicBezTo>
                <a:cubicBezTo>
                  <a:pt x="227137" y="38205"/>
                  <a:pt x="225653" y="40515"/>
                  <a:pt x="224735" y="43515"/>
                </a:cubicBezTo>
                <a:lnTo>
                  <a:pt x="244474" y="43515"/>
                </a:lnTo>
                <a:close/>
                <a:moveTo>
                  <a:pt x="359136" y="21757"/>
                </a:moveTo>
                <a:cubicBezTo>
                  <a:pt x="364644" y="21757"/>
                  <a:pt x="368943" y="23211"/>
                  <a:pt x="372033" y="26118"/>
                </a:cubicBezTo>
                <a:cubicBezTo>
                  <a:pt x="375124" y="29025"/>
                  <a:pt x="376670" y="33080"/>
                  <a:pt x="376670" y="38281"/>
                </a:cubicBezTo>
                <a:cubicBezTo>
                  <a:pt x="376670" y="39873"/>
                  <a:pt x="376486" y="41647"/>
                  <a:pt x="376119" y="43606"/>
                </a:cubicBezTo>
                <a:lnTo>
                  <a:pt x="370795" y="73534"/>
                </a:lnTo>
                <a:lnTo>
                  <a:pt x="355188" y="73534"/>
                </a:lnTo>
                <a:lnTo>
                  <a:pt x="360146" y="45718"/>
                </a:lnTo>
                <a:cubicBezTo>
                  <a:pt x="360268" y="45106"/>
                  <a:pt x="360329" y="44279"/>
                  <a:pt x="360329" y="43239"/>
                </a:cubicBezTo>
                <a:cubicBezTo>
                  <a:pt x="360329" y="40669"/>
                  <a:pt x="359610" y="38710"/>
                  <a:pt x="358172" y="37364"/>
                </a:cubicBezTo>
                <a:cubicBezTo>
                  <a:pt x="356734" y="36017"/>
                  <a:pt x="354729" y="35344"/>
                  <a:pt x="352158" y="35344"/>
                </a:cubicBezTo>
                <a:cubicBezTo>
                  <a:pt x="349099" y="35344"/>
                  <a:pt x="346528" y="36247"/>
                  <a:pt x="344447" y="38053"/>
                </a:cubicBezTo>
                <a:cubicBezTo>
                  <a:pt x="342366" y="39858"/>
                  <a:pt x="341050" y="42413"/>
                  <a:pt x="340499" y="45718"/>
                </a:cubicBezTo>
                <a:lnTo>
                  <a:pt x="335542" y="73534"/>
                </a:lnTo>
                <a:lnTo>
                  <a:pt x="319935" y="73534"/>
                </a:lnTo>
                <a:lnTo>
                  <a:pt x="324893" y="45718"/>
                </a:lnTo>
                <a:cubicBezTo>
                  <a:pt x="325015" y="45106"/>
                  <a:pt x="325076" y="44279"/>
                  <a:pt x="325076" y="43239"/>
                </a:cubicBezTo>
                <a:cubicBezTo>
                  <a:pt x="325076" y="40669"/>
                  <a:pt x="324357" y="38710"/>
                  <a:pt x="322919" y="37364"/>
                </a:cubicBezTo>
                <a:cubicBezTo>
                  <a:pt x="321481" y="36017"/>
                  <a:pt x="319477" y="35344"/>
                  <a:pt x="316907" y="35344"/>
                </a:cubicBezTo>
                <a:cubicBezTo>
                  <a:pt x="313847" y="35344"/>
                  <a:pt x="311276" y="36247"/>
                  <a:pt x="309194" y="38053"/>
                </a:cubicBezTo>
                <a:cubicBezTo>
                  <a:pt x="307113" y="39858"/>
                  <a:pt x="305797" y="42413"/>
                  <a:pt x="305247" y="45718"/>
                </a:cubicBezTo>
                <a:lnTo>
                  <a:pt x="305247" y="45259"/>
                </a:lnTo>
                <a:lnTo>
                  <a:pt x="300290" y="73534"/>
                </a:lnTo>
                <a:lnTo>
                  <a:pt x="284592" y="73534"/>
                </a:lnTo>
                <a:lnTo>
                  <a:pt x="293588" y="22308"/>
                </a:lnTo>
                <a:lnTo>
                  <a:pt x="309286" y="22308"/>
                </a:lnTo>
                <a:lnTo>
                  <a:pt x="308185" y="28826"/>
                </a:lnTo>
                <a:cubicBezTo>
                  <a:pt x="310144" y="26623"/>
                  <a:pt x="312515" y="24894"/>
                  <a:pt x="315300" y="23640"/>
                </a:cubicBezTo>
                <a:cubicBezTo>
                  <a:pt x="318085" y="22385"/>
                  <a:pt x="321099" y="21757"/>
                  <a:pt x="324342" y="21757"/>
                </a:cubicBezTo>
                <a:cubicBezTo>
                  <a:pt x="328259" y="21757"/>
                  <a:pt x="331579" y="22584"/>
                  <a:pt x="334302" y="24237"/>
                </a:cubicBezTo>
                <a:cubicBezTo>
                  <a:pt x="337026" y="25889"/>
                  <a:pt x="338970" y="28275"/>
                  <a:pt x="340132" y="31396"/>
                </a:cubicBezTo>
                <a:cubicBezTo>
                  <a:pt x="342397" y="28520"/>
                  <a:pt x="345212" y="26195"/>
                  <a:pt x="348578" y="24420"/>
                </a:cubicBezTo>
                <a:cubicBezTo>
                  <a:pt x="351944" y="22645"/>
                  <a:pt x="355464" y="21757"/>
                  <a:pt x="359136" y="21757"/>
                </a:cubicBezTo>
                <a:close/>
                <a:moveTo>
                  <a:pt x="383280" y="47829"/>
                </a:moveTo>
                <a:cubicBezTo>
                  <a:pt x="384198" y="42566"/>
                  <a:pt x="386004" y="37945"/>
                  <a:pt x="388696" y="33967"/>
                </a:cubicBezTo>
                <a:cubicBezTo>
                  <a:pt x="391390" y="29989"/>
                  <a:pt x="394634" y="26929"/>
                  <a:pt x="398428" y="24787"/>
                </a:cubicBezTo>
                <a:cubicBezTo>
                  <a:pt x="402222" y="22645"/>
                  <a:pt x="406231" y="21574"/>
                  <a:pt x="410454" y="21574"/>
                </a:cubicBezTo>
                <a:cubicBezTo>
                  <a:pt x="414065" y="21574"/>
                  <a:pt x="417095" y="22308"/>
                  <a:pt x="419542" y="23777"/>
                </a:cubicBezTo>
                <a:cubicBezTo>
                  <a:pt x="421991" y="25245"/>
                  <a:pt x="423766" y="27173"/>
                  <a:pt x="424867" y="29560"/>
                </a:cubicBezTo>
                <a:lnTo>
                  <a:pt x="426153" y="22308"/>
                </a:lnTo>
                <a:lnTo>
                  <a:pt x="441850" y="22308"/>
                </a:lnTo>
                <a:lnTo>
                  <a:pt x="432762" y="73534"/>
                </a:lnTo>
                <a:lnTo>
                  <a:pt x="417064" y="73534"/>
                </a:lnTo>
                <a:lnTo>
                  <a:pt x="418441" y="66282"/>
                </a:lnTo>
                <a:cubicBezTo>
                  <a:pt x="416483" y="68669"/>
                  <a:pt x="414004" y="70597"/>
                  <a:pt x="411004" y="72066"/>
                </a:cubicBezTo>
                <a:cubicBezTo>
                  <a:pt x="408006" y="73534"/>
                  <a:pt x="404701" y="74268"/>
                  <a:pt x="401089" y="74268"/>
                </a:cubicBezTo>
                <a:cubicBezTo>
                  <a:pt x="397479" y="74268"/>
                  <a:pt x="394281" y="73442"/>
                  <a:pt x="391497" y="71790"/>
                </a:cubicBezTo>
                <a:cubicBezTo>
                  <a:pt x="388712" y="70137"/>
                  <a:pt x="386554" y="67796"/>
                  <a:pt x="385024" y="64766"/>
                </a:cubicBezTo>
                <a:cubicBezTo>
                  <a:pt x="383494" y="61737"/>
                  <a:pt x="382729" y="58172"/>
                  <a:pt x="382729" y="54071"/>
                </a:cubicBezTo>
                <a:cubicBezTo>
                  <a:pt x="382729" y="52113"/>
                  <a:pt x="382912" y="50032"/>
                  <a:pt x="383280" y="47829"/>
                </a:cubicBezTo>
                <a:moveTo>
                  <a:pt x="421655" y="47920"/>
                </a:moveTo>
                <a:cubicBezTo>
                  <a:pt x="421838" y="46819"/>
                  <a:pt x="421929" y="45810"/>
                  <a:pt x="421929" y="44892"/>
                </a:cubicBezTo>
                <a:cubicBezTo>
                  <a:pt x="421929" y="41893"/>
                  <a:pt x="421057" y="39537"/>
                  <a:pt x="419313" y="37823"/>
                </a:cubicBezTo>
                <a:cubicBezTo>
                  <a:pt x="417569" y="36109"/>
                  <a:pt x="415351" y="35251"/>
                  <a:pt x="412657" y="35251"/>
                </a:cubicBezTo>
                <a:cubicBezTo>
                  <a:pt x="409536" y="35251"/>
                  <a:pt x="406690" y="36369"/>
                  <a:pt x="404119" y="38604"/>
                </a:cubicBezTo>
                <a:cubicBezTo>
                  <a:pt x="401549" y="40837"/>
                  <a:pt x="399928" y="43913"/>
                  <a:pt x="399254" y="47829"/>
                </a:cubicBezTo>
                <a:cubicBezTo>
                  <a:pt x="399070" y="48931"/>
                  <a:pt x="398978" y="49941"/>
                  <a:pt x="398978" y="50859"/>
                </a:cubicBezTo>
                <a:cubicBezTo>
                  <a:pt x="398978" y="53858"/>
                  <a:pt x="399851" y="56229"/>
                  <a:pt x="401595" y="57974"/>
                </a:cubicBezTo>
                <a:cubicBezTo>
                  <a:pt x="403340" y="59717"/>
                  <a:pt x="405528" y="60589"/>
                  <a:pt x="408159" y="60589"/>
                </a:cubicBezTo>
                <a:cubicBezTo>
                  <a:pt x="411280" y="60589"/>
                  <a:pt x="414126" y="59457"/>
                  <a:pt x="416696" y="57194"/>
                </a:cubicBezTo>
                <a:cubicBezTo>
                  <a:pt x="419267" y="54929"/>
                  <a:pt x="420920" y="51838"/>
                  <a:pt x="421655" y="47920"/>
                </a:cubicBezTo>
                <a:close/>
                <a:moveTo>
                  <a:pt x="465444" y="55908"/>
                </a:moveTo>
                <a:cubicBezTo>
                  <a:pt x="465383" y="56214"/>
                  <a:pt x="465353" y="56612"/>
                  <a:pt x="465353" y="57101"/>
                </a:cubicBezTo>
                <a:cubicBezTo>
                  <a:pt x="465353" y="58203"/>
                  <a:pt x="465674" y="58999"/>
                  <a:pt x="466317" y="59488"/>
                </a:cubicBezTo>
                <a:cubicBezTo>
                  <a:pt x="466959" y="59978"/>
                  <a:pt x="468015" y="60222"/>
                  <a:pt x="469484" y="60222"/>
                </a:cubicBezTo>
                <a:lnTo>
                  <a:pt x="475084" y="60222"/>
                </a:lnTo>
                <a:lnTo>
                  <a:pt x="472697" y="73534"/>
                </a:lnTo>
                <a:lnTo>
                  <a:pt x="464710" y="73534"/>
                </a:lnTo>
                <a:cubicBezTo>
                  <a:pt x="454428" y="73534"/>
                  <a:pt x="449287" y="69219"/>
                  <a:pt x="449287" y="60589"/>
                </a:cubicBezTo>
                <a:cubicBezTo>
                  <a:pt x="449287" y="59304"/>
                  <a:pt x="449440" y="57683"/>
                  <a:pt x="449746" y="55724"/>
                </a:cubicBezTo>
                <a:lnTo>
                  <a:pt x="453418" y="35344"/>
                </a:lnTo>
                <a:lnTo>
                  <a:pt x="447176" y="35344"/>
                </a:lnTo>
                <a:lnTo>
                  <a:pt x="449470" y="22308"/>
                </a:lnTo>
                <a:lnTo>
                  <a:pt x="455713" y="22308"/>
                </a:lnTo>
                <a:lnTo>
                  <a:pt x="457916" y="9822"/>
                </a:lnTo>
                <a:lnTo>
                  <a:pt x="473615" y="9822"/>
                </a:lnTo>
                <a:lnTo>
                  <a:pt x="471411" y="22308"/>
                </a:lnTo>
                <a:lnTo>
                  <a:pt x="481693" y="22308"/>
                </a:lnTo>
                <a:lnTo>
                  <a:pt x="479399" y="35344"/>
                </a:lnTo>
                <a:lnTo>
                  <a:pt x="469117" y="35344"/>
                </a:lnTo>
                <a:lnTo>
                  <a:pt x="465444" y="55908"/>
                </a:lnTo>
                <a:close/>
                <a:moveTo>
                  <a:pt x="504460" y="31580"/>
                </a:moveTo>
                <a:cubicBezTo>
                  <a:pt x="506847" y="28520"/>
                  <a:pt x="509586" y="26118"/>
                  <a:pt x="512676" y="24374"/>
                </a:cubicBezTo>
                <a:cubicBezTo>
                  <a:pt x="515767" y="22630"/>
                  <a:pt x="518996" y="21757"/>
                  <a:pt x="522363" y="21757"/>
                </a:cubicBezTo>
                <a:lnTo>
                  <a:pt x="519425" y="38374"/>
                </a:lnTo>
                <a:lnTo>
                  <a:pt x="515111" y="38374"/>
                </a:lnTo>
                <a:cubicBezTo>
                  <a:pt x="511193" y="38374"/>
                  <a:pt x="508102" y="39215"/>
                  <a:pt x="505837" y="40898"/>
                </a:cubicBezTo>
                <a:cubicBezTo>
                  <a:pt x="503573" y="42581"/>
                  <a:pt x="502074" y="45534"/>
                  <a:pt x="501339" y="49757"/>
                </a:cubicBezTo>
                <a:lnTo>
                  <a:pt x="497117" y="73534"/>
                </a:lnTo>
                <a:lnTo>
                  <a:pt x="481418" y="73534"/>
                </a:lnTo>
                <a:lnTo>
                  <a:pt x="490414" y="22308"/>
                </a:lnTo>
                <a:lnTo>
                  <a:pt x="506113" y="22308"/>
                </a:lnTo>
                <a:lnTo>
                  <a:pt x="504460" y="31580"/>
                </a:lnTo>
                <a:close/>
                <a:moveTo>
                  <a:pt x="538611" y="16983"/>
                </a:moveTo>
                <a:cubicBezTo>
                  <a:pt x="536163" y="16983"/>
                  <a:pt x="534220" y="16326"/>
                  <a:pt x="532782" y="15010"/>
                </a:cubicBezTo>
                <a:cubicBezTo>
                  <a:pt x="531344" y="13694"/>
                  <a:pt x="530625" y="12026"/>
                  <a:pt x="530625" y="10006"/>
                </a:cubicBezTo>
                <a:cubicBezTo>
                  <a:pt x="530625" y="7252"/>
                  <a:pt x="531696" y="4896"/>
                  <a:pt x="533837" y="2938"/>
                </a:cubicBezTo>
                <a:cubicBezTo>
                  <a:pt x="535979" y="979"/>
                  <a:pt x="538581" y="0"/>
                  <a:pt x="541641" y="0"/>
                </a:cubicBezTo>
                <a:cubicBezTo>
                  <a:pt x="544090" y="0"/>
                  <a:pt x="546018" y="658"/>
                  <a:pt x="547425" y="1974"/>
                </a:cubicBezTo>
                <a:cubicBezTo>
                  <a:pt x="548832" y="3290"/>
                  <a:pt x="549536" y="4988"/>
                  <a:pt x="549536" y="7068"/>
                </a:cubicBezTo>
                <a:cubicBezTo>
                  <a:pt x="549536" y="9762"/>
                  <a:pt x="548465" y="12088"/>
                  <a:pt x="546322" y="14046"/>
                </a:cubicBezTo>
                <a:cubicBezTo>
                  <a:pt x="544181" y="16004"/>
                  <a:pt x="541611" y="16983"/>
                  <a:pt x="538611" y="16983"/>
                </a:cubicBezTo>
                <a:moveTo>
                  <a:pt x="545405" y="22308"/>
                </a:moveTo>
                <a:lnTo>
                  <a:pt x="536409" y="73534"/>
                </a:lnTo>
                <a:lnTo>
                  <a:pt x="520710" y="73534"/>
                </a:lnTo>
                <a:lnTo>
                  <a:pt x="529706" y="22308"/>
                </a:lnTo>
                <a:lnTo>
                  <a:pt x="545405" y="223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xex">
            <a:extLst xmlns:a="http://schemas.openxmlformats.org/drawingml/2006/main">
              <a:ext uri="{FF2B5EF4-FFF2-40B4-BE49-F238E27FC236}">
                <a16:creationId xmlns:a16="http://schemas.microsoft.com/office/drawing/2014/main" id="{EA35C148-CE2C-4A92-AE03-4010FCA0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810" y="734119"/>
            <a:ext cx="192972" cy="52694"/>
          </a:xfrm>
          <a:custGeom xmlns:a="http://schemas.openxmlformats.org/drawingml/2006/main">
            <a:pathLst>
              <a:path w="192972" h="52694">
                <a:moveTo>
                  <a:pt x="39567" y="26622"/>
                </a:moveTo>
                <a:lnTo>
                  <a:pt x="52696" y="51960"/>
                </a:lnTo>
                <a:lnTo>
                  <a:pt x="35069" y="51960"/>
                </a:lnTo>
                <a:lnTo>
                  <a:pt x="27725" y="37822"/>
                </a:lnTo>
                <a:lnTo>
                  <a:pt x="16983" y="51960"/>
                </a:lnTo>
                <a:lnTo>
                  <a:pt x="0" y="51960"/>
                </a:lnTo>
                <a:lnTo>
                  <a:pt x="21481" y="25796"/>
                </a:lnTo>
                <a:lnTo>
                  <a:pt x="8538" y="734"/>
                </a:lnTo>
                <a:lnTo>
                  <a:pt x="26164" y="734"/>
                </a:lnTo>
                <a:lnTo>
                  <a:pt x="33509" y="14963"/>
                </a:lnTo>
                <a:lnTo>
                  <a:pt x="44249" y="734"/>
                </a:lnTo>
                <a:lnTo>
                  <a:pt x="61234" y="734"/>
                </a:lnTo>
                <a:lnTo>
                  <a:pt x="39567" y="26622"/>
                </a:lnTo>
                <a:close/>
                <a:moveTo>
                  <a:pt x="111908" y="0"/>
                </a:moveTo>
                <a:cubicBezTo>
                  <a:pt x="118518" y="0"/>
                  <a:pt x="123766" y="1790"/>
                  <a:pt x="127652" y="5371"/>
                </a:cubicBezTo>
                <a:cubicBezTo>
                  <a:pt x="131538" y="8950"/>
                  <a:pt x="133482" y="13831"/>
                  <a:pt x="133482" y="20012"/>
                </a:cubicBezTo>
                <a:cubicBezTo>
                  <a:pt x="133482" y="22032"/>
                  <a:pt x="133329" y="23838"/>
                  <a:pt x="133024" y="25429"/>
                </a:cubicBezTo>
                <a:cubicBezTo>
                  <a:pt x="132779" y="26836"/>
                  <a:pt x="132412" y="28336"/>
                  <a:pt x="131921" y="29927"/>
                </a:cubicBezTo>
                <a:lnTo>
                  <a:pt x="96394" y="29927"/>
                </a:lnTo>
                <a:cubicBezTo>
                  <a:pt x="96332" y="30295"/>
                  <a:pt x="96301" y="30877"/>
                  <a:pt x="96301" y="31672"/>
                </a:cubicBezTo>
                <a:cubicBezTo>
                  <a:pt x="96301" y="34365"/>
                  <a:pt x="97036" y="36415"/>
                  <a:pt x="98505" y="37823"/>
                </a:cubicBezTo>
                <a:cubicBezTo>
                  <a:pt x="99974" y="39231"/>
                  <a:pt x="101932" y="39934"/>
                  <a:pt x="104380" y="39934"/>
                </a:cubicBezTo>
                <a:cubicBezTo>
                  <a:pt x="108298" y="39934"/>
                  <a:pt x="111297" y="38282"/>
                  <a:pt x="113377" y="34977"/>
                </a:cubicBezTo>
                <a:lnTo>
                  <a:pt x="130086" y="34977"/>
                </a:lnTo>
                <a:cubicBezTo>
                  <a:pt x="127882" y="40178"/>
                  <a:pt x="124301" y="44432"/>
                  <a:pt x="119343" y="47737"/>
                </a:cubicBezTo>
                <a:cubicBezTo>
                  <a:pt x="114386" y="51042"/>
                  <a:pt x="108817" y="52694"/>
                  <a:pt x="102636" y="52694"/>
                </a:cubicBezTo>
                <a:cubicBezTo>
                  <a:pt x="96026" y="52694"/>
                  <a:pt x="90747" y="50858"/>
                  <a:pt x="86800" y="47186"/>
                </a:cubicBezTo>
                <a:cubicBezTo>
                  <a:pt x="82852" y="43514"/>
                  <a:pt x="80879" y="38526"/>
                  <a:pt x="80879" y="32223"/>
                </a:cubicBezTo>
                <a:cubicBezTo>
                  <a:pt x="80879" y="30325"/>
                  <a:pt x="81062" y="28366"/>
                  <a:pt x="81429" y="26346"/>
                </a:cubicBezTo>
                <a:cubicBezTo>
                  <a:pt x="82348" y="21022"/>
                  <a:pt x="84246" y="16371"/>
                  <a:pt x="87122" y="12393"/>
                </a:cubicBezTo>
                <a:cubicBezTo>
                  <a:pt x="89998" y="8415"/>
                  <a:pt x="93578" y="5355"/>
                  <a:pt x="97862" y="3213"/>
                </a:cubicBezTo>
                <a:cubicBezTo>
                  <a:pt x="102147" y="1071"/>
                  <a:pt x="106829" y="0"/>
                  <a:pt x="111908" y="0"/>
                </a:cubicBezTo>
                <a:moveTo>
                  <a:pt x="117601" y="21941"/>
                </a:moveTo>
                <a:cubicBezTo>
                  <a:pt x="117723" y="21084"/>
                  <a:pt x="117784" y="20502"/>
                  <a:pt x="117784" y="20197"/>
                </a:cubicBezTo>
                <a:cubicBezTo>
                  <a:pt x="117784" y="17748"/>
                  <a:pt x="117019" y="15866"/>
                  <a:pt x="115488" y="14550"/>
                </a:cubicBezTo>
                <a:cubicBezTo>
                  <a:pt x="113959" y="13234"/>
                  <a:pt x="111939" y="12576"/>
                  <a:pt x="109430" y="12576"/>
                </a:cubicBezTo>
                <a:cubicBezTo>
                  <a:pt x="106737" y="12576"/>
                  <a:pt x="104364" y="13388"/>
                  <a:pt x="102314" y="15010"/>
                </a:cubicBezTo>
                <a:cubicBezTo>
                  <a:pt x="100264" y="16631"/>
                  <a:pt x="98780" y="18941"/>
                  <a:pt x="97862" y="21941"/>
                </a:cubicBezTo>
                <a:lnTo>
                  <a:pt x="117601" y="21941"/>
                </a:lnTo>
                <a:close/>
                <a:moveTo>
                  <a:pt x="171305" y="26622"/>
                </a:moveTo>
                <a:lnTo>
                  <a:pt x="184434" y="51960"/>
                </a:lnTo>
                <a:lnTo>
                  <a:pt x="166807" y="51960"/>
                </a:lnTo>
                <a:lnTo>
                  <a:pt x="159463" y="37822"/>
                </a:lnTo>
                <a:lnTo>
                  <a:pt x="148721" y="51960"/>
                </a:lnTo>
                <a:lnTo>
                  <a:pt x="131738" y="51960"/>
                </a:lnTo>
                <a:lnTo>
                  <a:pt x="153219" y="25796"/>
                </a:lnTo>
                <a:lnTo>
                  <a:pt x="140276" y="734"/>
                </a:lnTo>
                <a:lnTo>
                  <a:pt x="157902" y="734"/>
                </a:lnTo>
                <a:lnTo>
                  <a:pt x="165247" y="14963"/>
                </a:lnTo>
                <a:lnTo>
                  <a:pt x="175987" y="734"/>
                </a:lnTo>
                <a:lnTo>
                  <a:pt x="192972" y="734"/>
                </a:lnTo>
                <a:lnTo>
                  <a:pt x="171305" y="266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pressions">
            <a:extLst xmlns:a="http://schemas.openxmlformats.org/drawingml/2006/main">
              <a:ext uri="{FF2B5EF4-FFF2-40B4-BE49-F238E27FC236}">
                <a16:creationId xmlns:a16="http://schemas.microsoft.com/office/drawing/2014/main" id="{5929F7B6-D2DF-4B68-8AF4-142022AE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88" y="712545"/>
            <a:ext cx="458466" cy="97954"/>
          </a:xfrm>
          <a:custGeom xmlns:a="http://schemas.openxmlformats.org/drawingml/2006/main">
            <a:pathLst>
              <a:path w="458466" h="97954">
                <a:moveTo>
                  <a:pt x="27725" y="29560"/>
                </a:moveTo>
                <a:cubicBezTo>
                  <a:pt x="29683" y="27173"/>
                  <a:pt x="32146" y="25245"/>
                  <a:pt x="35114" y="23777"/>
                </a:cubicBezTo>
                <a:cubicBezTo>
                  <a:pt x="38083" y="22308"/>
                  <a:pt x="41372" y="21574"/>
                  <a:pt x="44983" y="21574"/>
                </a:cubicBezTo>
                <a:cubicBezTo>
                  <a:pt x="50492" y="21574"/>
                  <a:pt x="54944" y="23380"/>
                  <a:pt x="58341" y="26991"/>
                </a:cubicBezTo>
                <a:cubicBezTo>
                  <a:pt x="61737" y="30601"/>
                  <a:pt x="63436" y="35497"/>
                  <a:pt x="63436" y="41678"/>
                </a:cubicBezTo>
                <a:cubicBezTo>
                  <a:pt x="63436" y="43576"/>
                  <a:pt x="63252" y="45626"/>
                  <a:pt x="62885" y="47829"/>
                </a:cubicBezTo>
                <a:cubicBezTo>
                  <a:pt x="61967" y="53093"/>
                  <a:pt x="60162" y="57729"/>
                  <a:pt x="57468" y="61738"/>
                </a:cubicBezTo>
                <a:cubicBezTo>
                  <a:pt x="54776" y="65746"/>
                  <a:pt x="51532" y="68837"/>
                  <a:pt x="47737" y="71010"/>
                </a:cubicBezTo>
                <a:cubicBezTo>
                  <a:pt x="43942" y="73182"/>
                  <a:pt x="39934" y="74268"/>
                  <a:pt x="35711" y="74268"/>
                </a:cubicBezTo>
                <a:cubicBezTo>
                  <a:pt x="32161" y="74268"/>
                  <a:pt x="29162" y="73534"/>
                  <a:pt x="26713" y="72066"/>
                </a:cubicBezTo>
                <a:cubicBezTo>
                  <a:pt x="24266" y="70597"/>
                  <a:pt x="22461" y="68699"/>
                  <a:pt x="21298" y="66373"/>
                </a:cubicBezTo>
                <a:lnTo>
                  <a:pt x="15697" y="97954"/>
                </a:lnTo>
                <a:lnTo>
                  <a:pt x="0" y="97954"/>
                </a:lnTo>
                <a:lnTo>
                  <a:pt x="13310" y="22308"/>
                </a:lnTo>
                <a:lnTo>
                  <a:pt x="29009" y="22308"/>
                </a:lnTo>
                <a:lnTo>
                  <a:pt x="27725" y="29560"/>
                </a:lnTo>
                <a:moveTo>
                  <a:pt x="47003" y="47829"/>
                </a:moveTo>
                <a:cubicBezTo>
                  <a:pt x="47187" y="46789"/>
                  <a:pt x="47279" y="45840"/>
                  <a:pt x="47279" y="44983"/>
                </a:cubicBezTo>
                <a:cubicBezTo>
                  <a:pt x="47279" y="41923"/>
                  <a:pt x="46406" y="39537"/>
                  <a:pt x="44662" y="37823"/>
                </a:cubicBezTo>
                <a:cubicBezTo>
                  <a:pt x="42918" y="36109"/>
                  <a:pt x="40699" y="35251"/>
                  <a:pt x="38007" y="35251"/>
                </a:cubicBezTo>
                <a:cubicBezTo>
                  <a:pt x="34885" y="35251"/>
                  <a:pt x="32038" y="36384"/>
                  <a:pt x="29467" y="38648"/>
                </a:cubicBezTo>
                <a:cubicBezTo>
                  <a:pt x="26897" y="40913"/>
                  <a:pt x="25245" y="44004"/>
                  <a:pt x="24511" y="47920"/>
                </a:cubicBezTo>
                <a:cubicBezTo>
                  <a:pt x="24327" y="49022"/>
                  <a:pt x="24235" y="50032"/>
                  <a:pt x="24235" y="50950"/>
                </a:cubicBezTo>
                <a:cubicBezTo>
                  <a:pt x="24235" y="53949"/>
                  <a:pt x="25092" y="56305"/>
                  <a:pt x="26806" y="58019"/>
                </a:cubicBezTo>
                <a:cubicBezTo>
                  <a:pt x="28520" y="59732"/>
                  <a:pt x="30723" y="60589"/>
                  <a:pt x="33416" y="60589"/>
                </a:cubicBezTo>
                <a:cubicBezTo>
                  <a:pt x="36537" y="60589"/>
                  <a:pt x="39398" y="59442"/>
                  <a:pt x="41999" y="57147"/>
                </a:cubicBezTo>
                <a:cubicBezTo>
                  <a:pt x="44601" y="54852"/>
                  <a:pt x="46269" y="51746"/>
                  <a:pt x="47003" y="47829"/>
                </a:cubicBezTo>
                <a:close/>
                <a:moveTo>
                  <a:pt x="89691" y="31580"/>
                </a:moveTo>
                <a:cubicBezTo>
                  <a:pt x="92078" y="28520"/>
                  <a:pt x="94817" y="26118"/>
                  <a:pt x="97907" y="24374"/>
                </a:cubicBezTo>
                <a:cubicBezTo>
                  <a:pt x="100998" y="22630"/>
                  <a:pt x="104227" y="21757"/>
                  <a:pt x="107593" y="21757"/>
                </a:cubicBezTo>
                <a:lnTo>
                  <a:pt x="104656" y="38374"/>
                </a:lnTo>
                <a:lnTo>
                  <a:pt x="100341" y="38374"/>
                </a:lnTo>
                <a:cubicBezTo>
                  <a:pt x="96424" y="38374"/>
                  <a:pt x="93333" y="39215"/>
                  <a:pt x="91068" y="40898"/>
                </a:cubicBezTo>
                <a:cubicBezTo>
                  <a:pt x="88804" y="42581"/>
                  <a:pt x="87305" y="45534"/>
                  <a:pt x="86570" y="49757"/>
                </a:cubicBezTo>
                <a:lnTo>
                  <a:pt x="82348" y="73534"/>
                </a:lnTo>
                <a:lnTo>
                  <a:pt x="66649" y="73534"/>
                </a:lnTo>
                <a:lnTo>
                  <a:pt x="75645" y="22308"/>
                </a:lnTo>
                <a:lnTo>
                  <a:pt x="91344" y="22308"/>
                </a:lnTo>
                <a:lnTo>
                  <a:pt x="89691" y="31580"/>
                </a:lnTo>
                <a:close/>
                <a:moveTo>
                  <a:pt x="137888" y="21574"/>
                </a:moveTo>
                <a:cubicBezTo>
                  <a:pt x="144498" y="21574"/>
                  <a:pt x="149746" y="23364"/>
                  <a:pt x="153631" y="26945"/>
                </a:cubicBezTo>
                <a:cubicBezTo>
                  <a:pt x="157518" y="30524"/>
                  <a:pt x="159462" y="35405"/>
                  <a:pt x="159462" y="41586"/>
                </a:cubicBezTo>
                <a:cubicBezTo>
                  <a:pt x="159462" y="43606"/>
                  <a:pt x="159309" y="45411"/>
                  <a:pt x="159004" y="47003"/>
                </a:cubicBezTo>
                <a:cubicBezTo>
                  <a:pt x="158759" y="48410"/>
                  <a:pt x="158391" y="49909"/>
                  <a:pt x="157901" y="51501"/>
                </a:cubicBezTo>
                <a:lnTo>
                  <a:pt x="122374" y="51501"/>
                </a:lnTo>
                <a:cubicBezTo>
                  <a:pt x="122312" y="51869"/>
                  <a:pt x="122281" y="52451"/>
                  <a:pt x="122281" y="53246"/>
                </a:cubicBezTo>
                <a:cubicBezTo>
                  <a:pt x="122281" y="55939"/>
                  <a:pt x="123016" y="57989"/>
                  <a:pt x="124485" y="59397"/>
                </a:cubicBezTo>
                <a:cubicBezTo>
                  <a:pt x="125954" y="60804"/>
                  <a:pt x="127912" y="61508"/>
                  <a:pt x="130360" y="61508"/>
                </a:cubicBezTo>
                <a:cubicBezTo>
                  <a:pt x="134277" y="61508"/>
                  <a:pt x="137277" y="59856"/>
                  <a:pt x="139357" y="56551"/>
                </a:cubicBezTo>
                <a:lnTo>
                  <a:pt x="156066" y="56551"/>
                </a:lnTo>
                <a:cubicBezTo>
                  <a:pt x="153862" y="61752"/>
                  <a:pt x="150281" y="66006"/>
                  <a:pt x="145323" y="69311"/>
                </a:cubicBezTo>
                <a:cubicBezTo>
                  <a:pt x="140366" y="72616"/>
                  <a:pt x="134797" y="74268"/>
                  <a:pt x="128616" y="74268"/>
                </a:cubicBezTo>
                <a:cubicBezTo>
                  <a:pt x="122006" y="74268"/>
                  <a:pt x="116727" y="72432"/>
                  <a:pt x="112780" y="68760"/>
                </a:cubicBezTo>
                <a:cubicBezTo>
                  <a:pt x="108832" y="65088"/>
                  <a:pt x="106858" y="60100"/>
                  <a:pt x="106858" y="53797"/>
                </a:cubicBezTo>
                <a:cubicBezTo>
                  <a:pt x="106858" y="51899"/>
                  <a:pt x="107042" y="49940"/>
                  <a:pt x="107409" y="47920"/>
                </a:cubicBezTo>
                <a:cubicBezTo>
                  <a:pt x="108328" y="42596"/>
                  <a:pt x="110226" y="37945"/>
                  <a:pt x="113102" y="33967"/>
                </a:cubicBezTo>
                <a:cubicBezTo>
                  <a:pt x="115978" y="29989"/>
                  <a:pt x="119558" y="26929"/>
                  <a:pt x="123842" y="24787"/>
                </a:cubicBezTo>
                <a:cubicBezTo>
                  <a:pt x="128126" y="22645"/>
                  <a:pt x="132808" y="21574"/>
                  <a:pt x="137888" y="21574"/>
                </a:cubicBezTo>
                <a:moveTo>
                  <a:pt x="143581" y="43515"/>
                </a:moveTo>
                <a:cubicBezTo>
                  <a:pt x="143703" y="42657"/>
                  <a:pt x="143764" y="42076"/>
                  <a:pt x="143764" y="41771"/>
                </a:cubicBezTo>
                <a:cubicBezTo>
                  <a:pt x="143764" y="39322"/>
                  <a:pt x="142999" y="37440"/>
                  <a:pt x="141468" y="36124"/>
                </a:cubicBezTo>
                <a:cubicBezTo>
                  <a:pt x="139939" y="34808"/>
                  <a:pt x="137919" y="34150"/>
                  <a:pt x="135410" y="34150"/>
                </a:cubicBezTo>
                <a:cubicBezTo>
                  <a:pt x="132716" y="34150"/>
                  <a:pt x="130344" y="34961"/>
                  <a:pt x="128294" y="36584"/>
                </a:cubicBezTo>
                <a:cubicBezTo>
                  <a:pt x="126244" y="38205"/>
                  <a:pt x="124760" y="40515"/>
                  <a:pt x="123842" y="43515"/>
                </a:cubicBezTo>
                <a:lnTo>
                  <a:pt x="143581" y="43515"/>
                </a:lnTo>
                <a:close/>
                <a:moveTo>
                  <a:pt x="183790" y="74268"/>
                </a:moveTo>
                <a:cubicBezTo>
                  <a:pt x="179751" y="74268"/>
                  <a:pt x="176125" y="73626"/>
                  <a:pt x="172911" y="72341"/>
                </a:cubicBezTo>
                <a:cubicBezTo>
                  <a:pt x="169699" y="71056"/>
                  <a:pt x="167174" y="69266"/>
                  <a:pt x="165337" y="66971"/>
                </a:cubicBezTo>
                <a:cubicBezTo>
                  <a:pt x="163501" y="64676"/>
                  <a:pt x="162583" y="62028"/>
                  <a:pt x="162583" y="59029"/>
                </a:cubicBezTo>
                <a:cubicBezTo>
                  <a:pt x="162583" y="58601"/>
                  <a:pt x="162645" y="57836"/>
                  <a:pt x="162768" y="56734"/>
                </a:cubicBezTo>
                <a:lnTo>
                  <a:pt x="177915" y="56734"/>
                </a:lnTo>
                <a:cubicBezTo>
                  <a:pt x="177792" y="58632"/>
                  <a:pt x="178358" y="60147"/>
                  <a:pt x="179613" y="61278"/>
                </a:cubicBezTo>
                <a:cubicBezTo>
                  <a:pt x="180868" y="62410"/>
                  <a:pt x="182658" y="62976"/>
                  <a:pt x="184983" y="62976"/>
                </a:cubicBezTo>
                <a:cubicBezTo>
                  <a:pt x="186942" y="62976"/>
                  <a:pt x="188563" y="62609"/>
                  <a:pt x="189848" y="61875"/>
                </a:cubicBezTo>
                <a:cubicBezTo>
                  <a:pt x="191134" y="61140"/>
                  <a:pt x="191777" y="60100"/>
                  <a:pt x="191777" y="58754"/>
                </a:cubicBezTo>
                <a:cubicBezTo>
                  <a:pt x="191777" y="57468"/>
                  <a:pt x="191088" y="56443"/>
                  <a:pt x="189711" y="55678"/>
                </a:cubicBezTo>
                <a:cubicBezTo>
                  <a:pt x="188334" y="54913"/>
                  <a:pt x="186055" y="53980"/>
                  <a:pt x="182872" y="52878"/>
                </a:cubicBezTo>
                <a:cubicBezTo>
                  <a:pt x="179567" y="51777"/>
                  <a:pt x="176798" y="50691"/>
                  <a:pt x="174564" y="49619"/>
                </a:cubicBezTo>
                <a:cubicBezTo>
                  <a:pt x="172330" y="48548"/>
                  <a:pt x="170418" y="47003"/>
                  <a:pt x="168826" y="44984"/>
                </a:cubicBezTo>
                <a:cubicBezTo>
                  <a:pt x="167235" y="42964"/>
                  <a:pt x="166439" y="40424"/>
                  <a:pt x="166439" y="37364"/>
                </a:cubicBezTo>
                <a:cubicBezTo>
                  <a:pt x="166439" y="34365"/>
                  <a:pt x="167327" y="31657"/>
                  <a:pt x="169101" y="29239"/>
                </a:cubicBezTo>
                <a:cubicBezTo>
                  <a:pt x="170876" y="26821"/>
                  <a:pt x="173370" y="24940"/>
                  <a:pt x="176583" y="23594"/>
                </a:cubicBezTo>
                <a:cubicBezTo>
                  <a:pt x="179796" y="22247"/>
                  <a:pt x="183514" y="21574"/>
                  <a:pt x="187737" y="21574"/>
                </a:cubicBezTo>
                <a:cubicBezTo>
                  <a:pt x="191960" y="21574"/>
                  <a:pt x="195632" y="22263"/>
                  <a:pt x="198753" y="23640"/>
                </a:cubicBezTo>
                <a:cubicBezTo>
                  <a:pt x="201875" y="25017"/>
                  <a:pt x="204293" y="26929"/>
                  <a:pt x="206007" y="29378"/>
                </a:cubicBezTo>
                <a:cubicBezTo>
                  <a:pt x="207720" y="31825"/>
                  <a:pt x="208577" y="34579"/>
                  <a:pt x="208577" y="37638"/>
                </a:cubicBezTo>
                <a:lnTo>
                  <a:pt x="208485" y="39015"/>
                </a:lnTo>
                <a:lnTo>
                  <a:pt x="194255" y="39015"/>
                </a:lnTo>
                <a:cubicBezTo>
                  <a:pt x="194378" y="37179"/>
                  <a:pt x="193827" y="35711"/>
                  <a:pt x="192602" y="34610"/>
                </a:cubicBezTo>
                <a:cubicBezTo>
                  <a:pt x="191379" y="33508"/>
                  <a:pt x="189635" y="32957"/>
                  <a:pt x="187370" y="32957"/>
                </a:cubicBezTo>
                <a:cubicBezTo>
                  <a:pt x="185596" y="32957"/>
                  <a:pt x="184142" y="33324"/>
                  <a:pt x="183010" y="34059"/>
                </a:cubicBezTo>
                <a:cubicBezTo>
                  <a:pt x="181878" y="34793"/>
                  <a:pt x="181312" y="35803"/>
                  <a:pt x="181312" y="37088"/>
                </a:cubicBezTo>
                <a:cubicBezTo>
                  <a:pt x="181312" y="38434"/>
                  <a:pt x="182061" y="39552"/>
                  <a:pt x="183560" y="40440"/>
                </a:cubicBezTo>
                <a:cubicBezTo>
                  <a:pt x="185060" y="41327"/>
                  <a:pt x="187401" y="42321"/>
                  <a:pt x="190584" y="43422"/>
                </a:cubicBezTo>
                <a:cubicBezTo>
                  <a:pt x="193889" y="44524"/>
                  <a:pt x="196627" y="45611"/>
                  <a:pt x="198799" y="46682"/>
                </a:cubicBezTo>
                <a:cubicBezTo>
                  <a:pt x="200973" y="47753"/>
                  <a:pt x="202839" y="49252"/>
                  <a:pt x="204400" y="51180"/>
                </a:cubicBezTo>
                <a:cubicBezTo>
                  <a:pt x="205960" y="53108"/>
                  <a:pt x="206741" y="55510"/>
                  <a:pt x="206741" y="58387"/>
                </a:cubicBezTo>
                <a:cubicBezTo>
                  <a:pt x="206741" y="61692"/>
                  <a:pt x="205746" y="64538"/>
                  <a:pt x="203757" y="66925"/>
                </a:cubicBezTo>
                <a:cubicBezTo>
                  <a:pt x="201768" y="69311"/>
                  <a:pt x="199044" y="71132"/>
                  <a:pt x="195586" y="72387"/>
                </a:cubicBezTo>
                <a:cubicBezTo>
                  <a:pt x="192129" y="73641"/>
                  <a:pt x="188197" y="74268"/>
                  <a:pt x="183790" y="74268"/>
                </a:cubicBezTo>
                <a:close/>
                <a:moveTo>
                  <a:pt x="235016" y="74268"/>
                </a:moveTo>
                <a:cubicBezTo>
                  <a:pt x="230977" y="74268"/>
                  <a:pt x="227351" y="73626"/>
                  <a:pt x="224137" y="72341"/>
                </a:cubicBezTo>
                <a:cubicBezTo>
                  <a:pt x="220925" y="71056"/>
                  <a:pt x="218400" y="69266"/>
                  <a:pt x="216563" y="66971"/>
                </a:cubicBezTo>
                <a:cubicBezTo>
                  <a:pt x="214727" y="64676"/>
                  <a:pt x="213809" y="62028"/>
                  <a:pt x="213809" y="59029"/>
                </a:cubicBezTo>
                <a:cubicBezTo>
                  <a:pt x="213809" y="58601"/>
                  <a:pt x="213871" y="57836"/>
                  <a:pt x="213994" y="56734"/>
                </a:cubicBezTo>
                <a:lnTo>
                  <a:pt x="229141" y="56734"/>
                </a:lnTo>
                <a:cubicBezTo>
                  <a:pt x="229019" y="58632"/>
                  <a:pt x="229585" y="60147"/>
                  <a:pt x="230839" y="61278"/>
                </a:cubicBezTo>
                <a:cubicBezTo>
                  <a:pt x="232094" y="62410"/>
                  <a:pt x="233884" y="62976"/>
                  <a:pt x="236210" y="62976"/>
                </a:cubicBezTo>
                <a:cubicBezTo>
                  <a:pt x="238168" y="62976"/>
                  <a:pt x="239790" y="62609"/>
                  <a:pt x="241075" y="61875"/>
                </a:cubicBezTo>
                <a:cubicBezTo>
                  <a:pt x="242361" y="61140"/>
                  <a:pt x="243004" y="60100"/>
                  <a:pt x="243004" y="58754"/>
                </a:cubicBezTo>
                <a:cubicBezTo>
                  <a:pt x="243004" y="57468"/>
                  <a:pt x="242315" y="56443"/>
                  <a:pt x="240937" y="55678"/>
                </a:cubicBezTo>
                <a:cubicBezTo>
                  <a:pt x="239561" y="54913"/>
                  <a:pt x="237281" y="53980"/>
                  <a:pt x="234099" y="52878"/>
                </a:cubicBezTo>
                <a:cubicBezTo>
                  <a:pt x="230794" y="51777"/>
                  <a:pt x="228024" y="50691"/>
                  <a:pt x="225790" y="49619"/>
                </a:cubicBezTo>
                <a:cubicBezTo>
                  <a:pt x="223557" y="48548"/>
                  <a:pt x="221644" y="47003"/>
                  <a:pt x="220053" y="44984"/>
                </a:cubicBezTo>
                <a:cubicBezTo>
                  <a:pt x="218461" y="42964"/>
                  <a:pt x="217666" y="40424"/>
                  <a:pt x="217666" y="37364"/>
                </a:cubicBezTo>
                <a:cubicBezTo>
                  <a:pt x="217666" y="34365"/>
                  <a:pt x="218553" y="31657"/>
                  <a:pt x="220327" y="29239"/>
                </a:cubicBezTo>
                <a:cubicBezTo>
                  <a:pt x="222103" y="26821"/>
                  <a:pt x="224596" y="24940"/>
                  <a:pt x="227809" y="23594"/>
                </a:cubicBezTo>
                <a:cubicBezTo>
                  <a:pt x="231022" y="22247"/>
                  <a:pt x="234741" y="21574"/>
                  <a:pt x="238964" y="21574"/>
                </a:cubicBezTo>
                <a:cubicBezTo>
                  <a:pt x="243187" y="21574"/>
                  <a:pt x="246859" y="22263"/>
                  <a:pt x="249980" y="23640"/>
                </a:cubicBezTo>
                <a:cubicBezTo>
                  <a:pt x="253102" y="25017"/>
                  <a:pt x="255519" y="26929"/>
                  <a:pt x="257233" y="29378"/>
                </a:cubicBezTo>
                <a:cubicBezTo>
                  <a:pt x="258947" y="31825"/>
                  <a:pt x="259803" y="34579"/>
                  <a:pt x="259803" y="37638"/>
                </a:cubicBezTo>
                <a:lnTo>
                  <a:pt x="259711" y="39015"/>
                </a:lnTo>
                <a:lnTo>
                  <a:pt x="245482" y="39015"/>
                </a:lnTo>
                <a:cubicBezTo>
                  <a:pt x="245604" y="37179"/>
                  <a:pt x="245053" y="35711"/>
                  <a:pt x="243829" y="34610"/>
                </a:cubicBezTo>
                <a:cubicBezTo>
                  <a:pt x="242605" y="33508"/>
                  <a:pt x="240861" y="32957"/>
                  <a:pt x="238597" y="32957"/>
                </a:cubicBezTo>
                <a:cubicBezTo>
                  <a:pt x="236822" y="32957"/>
                  <a:pt x="235369" y="33324"/>
                  <a:pt x="234236" y="34059"/>
                </a:cubicBezTo>
                <a:cubicBezTo>
                  <a:pt x="233104" y="34793"/>
                  <a:pt x="232538" y="35803"/>
                  <a:pt x="232538" y="37088"/>
                </a:cubicBezTo>
                <a:cubicBezTo>
                  <a:pt x="232538" y="38434"/>
                  <a:pt x="233288" y="39552"/>
                  <a:pt x="234786" y="40440"/>
                </a:cubicBezTo>
                <a:cubicBezTo>
                  <a:pt x="236286" y="41327"/>
                  <a:pt x="238627" y="42321"/>
                  <a:pt x="241810" y="43422"/>
                </a:cubicBezTo>
                <a:cubicBezTo>
                  <a:pt x="245115" y="44524"/>
                  <a:pt x="247854" y="45611"/>
                  <a:pt x="250026" y="46682"/>
                </a:cubicBezTo>
                <a:cubicBezTo>
                  <a:pt x="252199" y="47753"/>
                  <a:pt x="254066" y="49252"/>
                  <a:pt x="255626" y="51180"/>
                </a:cubicBezTo>
                <a:cubicBezTo>
                  <a:pt x="257187" y="53108"/>
                  <a:pt x="257967" y="55510"/>
                  <a:pt x="257967" y="58387"/>
                </a:cubicBezTo>
                <a:cubicBezTo>
                  <a:pt x="257967" y="61692"/>
                  <a:pt x="256972" y="64538"/>
                  <a:pt x="254983" y="66925"/>
                </a:cubicBezTo>
                <a:cubicBezTo>
                  <a:pt x="252994" y="69311"/>
                  <a:pt x="250270" y="71132"/>
                  <a:pt x="246812" y="72387"/>
                </a:cubicBezTo>
                <a:cubicBezTo>
                  <a:pt x="243355" y="73641"/>
                  <a:pt x="239423" y="74268"/>
                  <a:pt x="235016" y="74268"/>
                </a:cubicBezTo>
                <a:close/>
                <a:moveTo>
                  <a:pt x="282845" y="16983"/>
                </a:moveTo>
                <a:cubicBezTo>
                  <a:pt x="280398" y="16983"/>
                  <a:pt x="278455" y="16326"/>
                  <a:pt x="277017" y="15010"/>
                </a:cubicBezTo>
                <a:cubicBezTo>
                  <a:pt x="275579" y="13694"/>
                  <a:pt x="274859" y="12026"/>
                  <a:pt x="274859" y="10006"/>
                </a:cubicBezTo>
                <a:cubicBezTo>
                  <a:pt x="274859" y="7252"/>
                  <a:pt x="275930" y="4896"/>
                  <a:pt x="278071" y="2938"/>
                </a:cubicBezTo>
                <a:cubicBezTo>
                  <a:pt x="280214" y="979"/>
                  <a:pt x="282815" y="0"/>
                  <a:pt x="285875" y="0"/>
                </a:cubicBezTo>
                <a:cubicBezTo>
                  <a:pt x="288324" y="0"/>
                  <a:pt x="290252" y="658"/>
                  <a:pt x="291659" y="1974"/>
                </a:cubicBezTo>
                <a:cubicBezTo>
                  <a:pt x="293067" y="3290"/>
                  <a:pt x="293770" y="4988"/>
                  <a:pt x="293770" y="7068"/>
                </a:cubicBezTo>
                <a:cubicBezTo>
                  <a:pt x="293770" y="9762"/>
                  <a:pt x="292699" y="12088"/>
                  <a:pt x="290557" y="14046"/>
                </a:cubicBezTo>
                <a:cubicBezTo>
                  <a:pt x="288416" y="16004"/>
                  <a:pt x="285845" y="16983"/>
                  <a:pt x="282845" y="16983"/>
                </a:cubicBezTo>
                <a:moveTo>
                  <a:pt x="289639" y="22308"/>
                </a:moveTo>
                <a:lnTo>
                  <a:pt x="280643" y="73534"/>
                </a:lnTo>
                <a:lnTo>
                  <a:pt x="264944" y="73534"/>
                </a:lnTo>
                <a:lnTo>
                  <a:pt x="273940" y="22308"/>
                </a:lnTo>
                <a:lnTo>
                  <a:pt x="289639" y="22308"/>
                </a:lnTo>
                <a:close/>
                <a:moveTo>
                  <a:pt x="315437" y="74268"/>
                </a:moveTo>
                <a:cubicBezTo>
                  <a:pt x="311030" y="74268"/>
                  <a:pt x="307113" y="73381"/>
                  <a:pt x="303686" y="71607"/>
                </a:cubicBezTo>
                <a:cubicBezTo>
                  <a:pt x="300258" y="69831"/>
                  <a:pt x="297611" y="67322"/>
                  <a:pt x="295744" y="64079"/>
                </a:cubicBezTo>
                <a:cubicBezTo>
                  <a:pt x="293878" y="60834"/>
                  <a:pt x="292944" y="57070"/>
                  <a:pt x="292944" y="52787"/>
                </a:cubicBezTo>
                <a:cubicBezTo>
                  <a:pt x="292944" y="46972"/>
                  <a:pt x="294321" y="41678"/>
                  <a:pt x="297075" y="36904"/>
                </a:cubicBezTo>
                <a:cubicBezTo>
                  <a:pt x="299829" y="32130"/>
                  <a:pt x="303623" y="28382"/>
                  <a:pt x="308458" y="25659"/>
                </a:cubicBezTo>
                <a:cubicBezTo>
                  <a:pt x="313294" y="22935"/>
                  <a:pt x="318680" y="21574"/>
                  <a:pt x="324616" y="21574"/>
                </a:cubicBezTo>
                <a:cubicBezTo>
                  <a:pt x="329023" y="21574"/>
                  <a:pt x="332955" y="22476"/>
                  <a:pt x="336413" y="24282"/>
                </a:cubicBezTo>
                <a:cubicBezTo>
                  <a:pt x="339871" y="26087"/>
                  <a:pt x="342549" y="28612"/>
                  <a:pt x="344446" y="31856"/>
                </a:cubicBezTo>
                <a:cubicBezTo>
                  <a:pt x="346344" y="35099"/>
                  <a:pt x="347293" y="38863"/>
                  <a:pt x="347293" y="43148"/>
                </a:cubicBezTo>
                <a:cubicBezTo>
                  <a:pt x="347293" y="49023"/>
                  <a:pt x="345900" y="54332"/>
                  <a:pt x="343116" y="59075"/>
                </a:cubicBezTo>
                <a:cubicBezTo>
                  <a:pt x="340331" y="63818"/>
                  <a:pt x="336506" y="67536"/>
                  <a:pt x="331640" y="70230"/>
                </a:cubicBezTo>
                <a:cubicBezTo>
                  <a:pt x="326775" y="72922"/>
                  <a:pt x="321374" y="74268"/>
                  <a:pt x="315437" y="74268"/>
                </a:cubicBezTo>
                <a:moveTo>
                  <a:pt x="317639" y="60773"/>
                </a:moveTo>
                <a:cubicBezTo>
                  <a:pt x="320210" y="60773"/>
                  <a:pt x="322520" y="59992"/>
                  <a:pt x="324570" y="58432"/>
                </a:cubicBezTo>
                <a:cubicBezTo>
                  <a:pt x="326621" y="56871"/>
                  <a:pt x="328212" y="54852"/>
                  <a:pt x="329344" y="52373"/>
                </a:cubicBezTo>
                <a:cubicBezTo>
                  <a:pt x="330477" y="49895"/>
                  <a:pt x="331043" y="47309"/>
                  <a:pt x="331043" y="44616"/>
                </a:cubicBezTo>
                <a:cubicBezTo>
                  <a:pt x="331043" y="41555"/>
                  <a:pt x="330217" y="39199"/>
                  <a:pt x="328564" y="37547"/>
                </a:cubicBezTo>
                <a:cubicBezTo>
                  <a:pt x="326912" y="35894"/>
                  <a:pt x="324831" y="35068"/>
                  <a:pt x="322322" y="35068"/>
                </a:cubicBezTo>
                <a:cubicBezTo>
                  <a:pt x="319690" y="35068"/>
                  <a:pt x="317380" y="35849"/>
                  <a:pt x="315391" y="37410"/>
                </a:cubicBezTo>
                <a:cubicBezTo>
                  <a:pt x="313402" y="38971"/>
                  <a:pt x="311856" y="41005"/>
                  <a:pt x="310754" y="43515"/>
                </a:cubicBezTo>
                <a:cubicBezTo>
                  <a:pt x="309653" y="46024"/>
                  <a:pt x="309102" y="48656"/>
                  <a:pt x="309102" y="51410"/>
                </a:cubicBezTo>
                <a:cubicBezTo>
                  <a:pt x="309102" y="54408"/>
                  <a:pt x="309898" y="56719"/>
                  <a:pt x="311488" y="58341"/>
                </a:cubicBezTo>
                <a:cubicBezTo>
                  <a:pt x="313079" y="59962"/>
                  <a:pt x="315130" y="60773"/>
                  <a:pt x="317639" y="60773"/>
                </a:cubicBezTo>
                <a:close/>
                <a:moveTo>
                  <a:pt x="390807" y="21757"/>
                </a:moveTo>
                <a:cubicBezTo>
                  <a:pt x="395948" y="21757"/>
                  <a:pt x="399987" y="23196"/>
                  <a:pt x="402925" y="26072"/>
                </a:cubicBezTo>
                <a:cubicBezTo>
                  <a:pt x="405863" y="28948"/>
                  <a:pt x="407332" y="32957"/>
                  <a:pt x="407332" y="38098"/>
                </a:cubicBezTo>
                <a:cubicBezTo>
                  <a:pt x="407332" y="39811"/>
                  <a:pt x="407148" y="41647"/>
                  <a:pt x="406780" y="43606"/>
                </a:cubicBezTo>
                <a:lnTo>
                  <a:pt x="401456" y="73534"/>
                </a:lnTo>
                <a:lnTo>
                  <a:pt x="385849" y="73534"/>
                </a:lnTo>
                <a:lnTo>
                  <a:pt x="390807" y="45718"/>
                </a:lnTo>
                <a:cubicBezTo>
                  <a:pt x="390991" y="44677"/>
                  <a:pt x="391083" y="43759"/>
                  <a:pt x="391083" y="42964"/>
                </a:cubicBezTo>
                <a:cubicBezTo>
                  <a:pt x="391083" y="40393"/>
                  <a:pt x="390364" y="38404"/>
                  <a:pt x="388925" y="36997"/>
                </a:cubicBezTo>
                <a:cubicBezTo>
                  <a:pt x="387487" y="35589"/>
                  <a:pt x="385483" y="34884"/>
                  <a:pt x="382912" y="34884"/>
                </a:cubicBezTo>
                <a:cubicBezTo>
                  <a:pt x="379851" y="34884"/>
                  <a:pt x="377281" y="35833"/>
                  <a:pt x="375200" y="37731"/>
                </a:cubicBezTo>
                <a:cubicBezTo>
                  <a:pt x="373120" y="39628"/>
                  <a:pt x="371773" y="42291"/>
                  <a:pt x="371160" y="45718"/>
                </a:cubicBezTo>
                <a:lnTo>
                  <a:pt x="371160" y="45259"/>
                </a:lnTo>
                <a:lnTo>
                  <a:pt x="366204" y="73534"/>
                </a:lnTo>
                <a:lnTo>
                  <a:pt x="350505" y="73534"/>
                </a:lnTo>
                <a:lnTo>
                  <a:pt x="359501" y="22308"/>
                </a:lnTo>
                <a:lnTo>
                  <a:pt x="375200" y="22308"/>
                </a:lnTo>
                <a:lnTo>
                  <a:pt x="374007" y="29193"/>
                </a:lnTo>
                <a:cubicBezTo>
                  <a:pt x="376027" y="26928"/>
                  <a:pt x="378490" y="25123"/>
                  <a:pt x="381397" y="23777"/>
                </a:cubicBezTo>
                <a:cubicBezTo>
                  <a:pt x="384305" y="22431"/>
                  <a:pt x="387441" y="21757"/>
                  <a:pt x="390807" y="21757"/>
                </a:cubicBezTo>
                <a:close/>
                <a:moveTo>
                  <a:pt x="433679" y="74268"/>
                </a:moveTo>
                <a:cubicBezTo>
                  <a:pt x="429640" y="74268"/>
                  <a:pt x="426014" y="73626"/>
                  <a:pt x="422800" y="72341"/>
                </a:cubicBezTo>
                <a:cubicBezTo>
                  <a:pt x="419588" y="71056"/>
                  <a:pt x="417063" y="69266"/>
                  <a:pt x="415226" y="66971"/>
                </a:cubicBezTo>
                <a:cubicBezTo>
                  <a:pt x="413390" y="64676"/>
                  <a:pt x="412472" y="62028"/>
                  <a:pt x="412472" y="59029"/>
                </a:cubicBezTo>
                <a:cubicBezTo>
                  <a:pt x="412472" y="58601"/>
                  <a:pt x="412534" y="57836"/>
                  <a:pt x="412657" y="56734"/>
                </a:cubicBezTo>
                <a:lnTo>
                  <a:pt x="427804" y="56734"/>
                </a:lnTo>
                <a:cubicBezTo>
                  <a:pt x="427682" y="58632"/>
                  <a:pt x="428247" y="60147"/>
                  <a:pt x="429502" y="61278"/>
                </a:cubicBezTo>
                <a:cubicBezTo>
                  <a:pt x="430757" y="62410"/>
                  <a:pt x="432547" y="62976"/>
                  <a:pt x="434872" y="62976"/>
                </a:cubicBezTo>
                <a:cubicBezTo>
                  <a:pt x="436831" y="62976"/>
                  <a:pt x="438452" y="62609"/>
                  <a:pt x="439737" y="61875"/>
                </a:cubicBezTo>
                <a:cubicBezTo>
                  <a:pt x="441023" y="61140"/>
                  <a:pt x="441666" y="60100"/>
                  <a:pt x="441666" y="58754"/>
                </a:cubicBezTo>
                <a:cubicBezTo>
                  <a:pt x="441666" y="57468"/>
                  <a:pt x="440978" y="56443"/>
                  <a:pt x="439600" y="55678"/>
                </a:cubicBezTo>
                <a:cubicBezTo>
                  <a:pt x="438224" y="54913"/>
                  <a:pt x="435944" y="53980"/>
                  <a:pt x="432761" y="52878"/>
                </a:cubicBezTo>
                <a:cubicBezTo>
                  <a:pt x="429456" y="51777"/>
                  <a:pt x="426687" y="50691"/>
                  <a:pt x="424453" y="49619"/>
                </a:cubicBezTo>
                <a:cubicBezTo>
                  <a:pt x="422219" y="48548"/>
                  <a:pt x="420307" y="47003"/>
                  <a:pt x="418715" y="44984"/>
                </a:cubicBezTo>
                <a:cubicBezTo>
                  <a:pt x="417124" y="42964"/>
                  <a:pt x="416328" y="40424"/>
                  <a:pt x="416328" y="37364"/>
                </a:cubicBezTo>
                <a:cubicBezTo>
                  <a:pt x="416328" y="34365"/>
                  <a:pt x="417216" y="31657"/>
                  <a:pt x="418990" y="29239"/>
                </a:cubicBezTo>
                <a:cubicBezTo>
                  <a:pt x="420765" y="26821"/>
                  <a:pt x="423259" y="24940"/>
                  <a:pt x="426472" y="23594"/>
                </a:cubicBezTo>
                <a:cubicBezTo>
                  <a:pt x="429685" y="22247"/>
                  <a:pt x="433403" y="21574"/>
                  <a:pt x="437626" y="21574"/>
                </a:cubicBezTo>
                <a:cubicBezTo>
                  <a:pt x="441849" y="21574"/>
                  <a:pt x="445521" y="22263"/>
                  <a:pt x="448642" y="23640"/>
                </a:cubicBezTo>
                <a:cubicBezTo>
                  <a:pt x="451764" y="25017"/>
                  <a:pt x="454182" y="26929"/>
                  <a:pt x="455896" y="29378"/>
                </a:cubicBezTo>
                <a:cubicBezTo>
                  <a:pt x="457609" y="31825"/>
                  <a:pt x="458466" y="34579"/>
                  <a:pt x="458466" y="37638"/>
                </a:cubicBezTo>
                <a:lnTo>
                  <a:pt x="458374" y="39015"/>
                </a:lnTo>
                <a:lnTo>
                  <a:pt x="444144" y="39015"/>
                </a:lnTo>
                <a:cubicBezTo>
                  <a:pt x="444267" y="37179"/>
                  <a:pt x="443716" y="35711"/>
                  <a:pt x="442491" y="34610"/>
                </a:cubicBezTo>
                <a:cubicBezTo>
                  <a:pt x="441268" y="33508"/>
                  <a:pt x="439524" y="32957"/>
                  <a:pt x="437259" y="32957"/>
                </a:cubicBezTo>
                <a:cubicBezTo>
                  <a:pt x="435485" y="32957"/>
                  <a:pt x="434031" y="33324"/>
                  <a:pt x="432899" y="34059"/>
                </a:cubicBezTo>
                <a:cubicBezTo>
                  <a:pt x="431767" y="34793"/>
                  <a:pt x="431201" y="35803"/>
                  <a:pt x="431201" y="37088"/>
                </a:cubicBezTo>
                <a:cubicBezTo>
                  <a:pt x="431201" y="38434"/>
                  <a:pt x="431950" y="39552"/>
                  <a:pt x="433449" y="40440"/>
                </a:cubicBezTo>
                <a:cubicBezTo>
                  <a:pt x="434949" y="41327"/>
                  <a:pt x="437290" y="42321"/>
                  <a:pt x="440473" y="43422"/>
                </a:cubicBezTo>
                <a:cubicBezTo>
                  <a:pt x="443778" y="44524"/>
                  <a:pt x="446516" y="45611"/>
                  <a:pt x="448689" y="46682"/>
                </a:cubicBezTo>
                <a:cubicBezTo>
                  <a:pt x="450862" y="47753"/>
                  <a:pt x="452728" y="49252"/>
                  <a:pt x="454289" y="51180"/>
                </a:cubicBezTo>
                <a:cubicBezTo>
                  <a:pt x="455849" y="53108"/>
                  <a:pt x="456630" y="55510"/>
                  <a:pt x="456630" y="58387"/>
                </a:cubicBezTo>
                <a:cubicBezTo>
                  <a:pt x="456630" y="61692"/>
                  <a:pt x="455635" y="64538"/>
                  <a:pt x="453646" y="66925"/>
                </a:cubicBezTo>
                <a:cubicBezTo>
                  <a:pt x="451657" y="69311"/>
                  <a:pt x="448933" y="71132"/>
                  <a:pt x="445475" y="72387"/>
                </a:cubicBezTo>
                <a:cubicBezTo>
                  <a:pt x="442018" y="73641"/>
                  <a:pt x="438086" y="74268"/>
                  <a:pt x="433679" y="742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Usinglambdif">
            <a:extLst xmlns:a="http://schemas.openxmlformats.org/drawingml/2006/main">
              <a:ext uri="{FF2B5EF4-FFF2-40B4-BE49-F238E27FC236}">
                <a16:creationId xmlns:a16="http://schemas.microsoft.com/office/drawing/2014/main" id="{CFC7AA1D-95F7-4354-8FA0-168105B8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56" y="815824"/>
            <a:ext cx="661077" cy="98780"/>
          </a:xfrm>
          <a:custGeom xmlns:a="http://schemas.openxmlformats.org/drawingml/2006/main">
            <a:pathLst>
              <a:path w="661077" h="98780">
                <a:moveTo>
                  <a:pt x="22951" y="9088"/>
                </a:moveTo>
                <a:lnTo>
                  <a:pt x="16158" y="47553"/>
                </a:lnTo>
                <a:cubicBezTo>
                  <a:pt x="15914" y="49145"/>
                  <a:pt x="15791" y="50247"/>
                  <a:pt x="15791" y="50859"/>
                </a:cubicBezTo>
                <a:cubicBezTo>
                  <a:pt x="15791" y="53674"/>
                  <a:pt x="16587" y="55831"/>
                  <a:pt x="18177" y="57331"/>
                </a:cubicBezTo>
                <a:cubicBezTo>
                  <a:pt x="19768" y="58831"/>
                  <a:pt x="22125" y="59581"/>
                  <a:pt x="25247" y="59581"/>
                </a:cubicBezTo>
                <a:cubicBezTo>
                  <a:pt x="28919" y="59581"/>
                  <a:pt x="31917" y="58540"/>
                  <a:pt x="34243" y="56460"/>
                </a:cubicBezTo>
                <a:cubicBezTo>
                  <a:pt x="36569" y="54378"/>
                  <a:pt x="38069" y="51409"/>
                  <a:pt x="38742" y="47553"/>
                </a:cubicBezTo>
                <a:lnTo>
                  <a:pt x="45535" y="9088"/>
                </a:lnTo>
                <a:lnTo>
                  <a:pt x="61234" y="9088"/>
                </a:lnTo>
                <a:lnTo>
                  <a:pt x="54440" y="47553"/>
                </a:lnTo>
                <a:cubicBezTo>
                  <a:pt x="53399" y="53368"/>
                  <a:pt x="51334" y="58279"/>
                  <a:pt x="48242" y="62288"/>
                </a:cubicBezTo>
                <a:cubicBezTo>
                  <a:pt x="45152" y="66297"/>
                  <a:pt x="41388" y="69280"/>
                  <a:pt x="36951" y="71240"/>
                </a:cubicBezTo>
                <a:cubicBezTo>
                  <a:pt x="32514" y="73198"/>
                  <a:pt x="27694" y="74177"/>
                  <a:pt x="22493" y="74177"/>
                </a:cubicBezTo>
                <a:cubicBezTo>
                  <a:pt x="15761" y="74177"/>
                  <a:pt x="10329" y="72433"/>
                  <a:pt x="6197" y="68945"/>
                </a:cubicBezTo>
                <a:cubicBezTo>
                  <a:pt x="2066" y="65456"/>
                  <a:pt x="0" y="60407"/>
                  <a:pt x="0" y="53797"/>
                </a:cubicBezTo>
                <a:cubicBezTo>
                  <a:pt x="0" y="51838"/>
                  <a:pt x="184" y="49757"/>
                  <a:pt x="552" y="47553"/>
                </a:cubicBezTo>
                <a:lnTo>
                  <a:pt x="7253" y="9088"/>
                </a:lnTo>
                <a:lnTo>
                  <a:pt x="22951" y="9088"/>
                </a:lnTo>
                <a:close/>
                <a:moveTo>
                  <a:pt x="82164" y="74268"/>
                </a:moveTo>
                <a:cubicBezTo>
                  <a:pt x="78125" y="74268"/>
                  <a:pt x="74499" y="73626"/>
                  <a:pt x="71286" y="72341"/>
                </a:cubicBezTo>
                <a:cubicBezTo>
                  <a:pt x="68073" y="71056"/>
                  <a:pt x="65548" y="69266"/>
                  <a:pt x="63711" y="66971"/>
                </a:cubicBezTo>
                <a:cubicBezTo>
                  <a:pt x="61875" y="64676"/>
                  <a:pt x="60957" y="62028"/>
                  <a:pt x="60957" y="59029"/>
                </a:cubicBezTo>
                <a:cubicBezTo>
                  <a:pt x="60957" y="58601"/>
                  <a:pt x="61019" y="57836"/>
                  <a:pt x="61142" y="56734"/>
                </a:cubicBezTo>
                <a:lnTo>
                  <a:pt x="76289" y="56734"/>
                </a:lnTo>
                <a:cubicBezTo>
                  <a:pt x="76167" y="58632"/>
                  <a:pt x="76733" y="60147"/>
                  <a:pt x="77987" y="61278"/>
                </a:cubicBezTo>
                <a:cubicBezTo>
                  <a:pt x="79242" y="62410"/>
                  <a:pt x="81032" y="62976"/>
                  <a:pt x="83358" y="62976"/>
                </a:cubicBezTo>
                <a:cubicBezTo>
                  <a:pt x="85316" y="62976"/>
                  <a:pt x="86938" y="62609"/>
                  <a:pt x="88223" y="61875"/>
                </a:cubicBezTo>
                <a:cubicBezTo>
                  <a:pt x="89509" y="61140"/>
                  <a:pt x="90152" y="60100"/>
                  <a:pt x="90152" y="58754"/>
                </a:cubicBezTo>
                <a:cubicBezTo>
                  <a:pt x="90152" y="57468"/>
                  <a:pt x="89463" y="56443"/>
                  <a:pt x="88086" y="55678"/>
                </a:cubicBezTo>
                <a:cubicBezTo>
                  <a:pt x="86709" y="54913"/>
                  <a:pt x="84429" y="53980"/>
                  <a:pt x="81247" y="52878"/>
                </a:cubicBezTo>
                <a:cubicBezTo>
                  <a:pt x="77942" y="51777"/>
                  <a:pt x="75172" y="50691"/>
                  <a:pt x="72939" y="49619"/>
                </a:cubicBezTo>
                <a:cubicBezTo>
                  <a:pt x="70705" y="48548"/>
                  <a:pt x="68792" y="47003"/>
                  <a:pt x="67201" y="44984"/>
                </a:cubicBezTo>
                <a:cubicBezTo>
                  <a:pt x="65610" y="42964"/>
                  <a:pt x="64814" y="40424"/>
                  <a:pt x="64814" y="37364"/>
                </a:cubicBezTo>
                <a:cubicBezTo>
                  <a:pt x="64814" y="34365"/>
                  <a:pt x="65701" y="31657"/>
                  <a:pt x="67475" y="29239"/>
                </a:cubicBezTo>
                <a:cubicBezTo>
                  <a:pt x="69251" y="26821"/>
                  <a:pt x="71745" y="24940"/>
                  <a:pt x="74957" y="23594"/>
                </a:cubicBezTo>
                <a:cubicBezTo>
                  <a:pt x="78171" y="22247"/>
                  <a:pt x="81889" y="21574"/>
                  <a:pt x="86112" y="21574"/>
                </a:cubicBezTo>
                <a:cubicBezTo>
                  <a:pt x="90335" y="21574"/>
                  <a:pt x="94007" y="22263"/>
                  <a:pt x="97128" y="23640"/>
                </a:cubicBezTo>
                <a:cubicBezTo>
                  <a:pt x="100250" y="25017"/>
                  <a:pt x="102668" y="26929"/>
                  <a:pt x="104381" y="29378"/>
                </a:cubicBezTo>
                <a:cubicBezTo>
                  <a:pt x="106095" y="31825"/>
                  <a:pt x="106952" y="34579"/>
                  <a:pt x="106952" y="37638"/>
                </a:cubicBezTo>
                <a:lnTo>
                  <a:pt x="106859" y="39015"/>
                </a:lnTo>
                <a:lnTo>
                  <a:pt x="92630" y="39015"/>
                </a:lnTo>
                <a:cubicBezTo>
                  <a:pt x="92752" y="37179"/>
                  <a:pt x="92201" y="35711"/>
                  <a:pt x="90977" y="34610"/>
                </a:cubicBezTo>
                <a:cubicBezTo>
                  <a:pt x="89753" y="33508"/>
                  <a:pt x="88009" y="32957"/>
                  <a:pt x="85745" y="32957"/>
                </a:cubicBezTo>
                <a:cubicBezTo>
                  <a:pt x="83970" y="32957"/>
                  <a:pt x="82517" y="33324"/>
                  <a:pt x="81384" y="34059"/>
                </a:cubicBezTo>
                <a:cubicBezTo>
                  <a:pt x="80252" y="34793"/>
                  <a:pt x="79686" y="35803"/>
                  <a:pt x="79686" y="37088"/>
                </a:cubicBezTo>
                <a:cubicBezTo>
                  <a:pt x="79686" y="38434"/>
                  <a:pt x="80436" y="39552"/>
                  <a:pt x="81935" y="40440"/>
                </a:cubicBezTo>
                <a:cubicBezTo>
                  <a:pt x="83434" y="41327"/>
                  <a:pt x="85776" y="42321"/>
                  <a:pt x="88958" y="43422"/>
                </a:cubicBezTo>
                <a:cubicBezTo>
                  <a:pt x="92263" y="44524"/>
                  <a:pt x="95002" y="45611"/>
                  <a:pt x="97174" y="46682"/>
                </a:cubicBezTo>
                <a:cubicBezTo>
                  <a:pt x="99347" y="47753"/>
                  <a:pt x="101214" y="49252"/>
                  <a:pt x="102774" y="51180"/>
                </a:cubicBezTo>
                <a:cubicBezTo>
                  <a:pt x="104335" y="53108"/>
                  <a:pt x="105115" y="55510"/>
                  <a:pt x="105115" y="58387"/>
                </a:cubicBezTo>
                <a:cubicBezTo>
                  <a:pt x="105115" y="61692"/>
                  <a:pt x="104121" y="64538"/>
                  <a:pt x="102131" y="66925"/>
                </a:cubicBezTo>
                <a:cubicBezTo>
                  <a:pt x="100142" y="69311"/>
                  <a:pt x="97419" y="71132"/>
                  <a:pt x="93961" y="72387"/>
                </a:cubicBezTo>
                <a:cubicBezTo>
                  <a:pt x="90503" y="73641"/>
                  <a:pt x="86571" y="74268"/>
                  <a:pt x="82164" y="74268"/>
                </a:cubicBezTo>
                <a:close/>
                <a:moveTo>
                  <a:pt x="129994" y="16983"/>
                </a:moveTo>
                <a:cubicBezTo>
                  <a:pt x="127546" y="16983"/>
                  <a:pt x="125603" y="16326"/>
                  <a:pt x="124165" y="15010"/>
                </a:cubicBezTo>
                <a:cubicBezTo>
                  <a:pt x="122727" y="13694"/>
                  <a:pt x="122008" y="12026"/>
                  <a:pt x="122008" y="10006"/>
                </a:cubicBezTo>
                <a:cubicBezTo>
                  <a:pt x="122008" y="7252"/>
                  <a:pt x="123078" y="4896"/>
                  <a:pt x="125220" y="2938"/>
                </a:cubicBezTo>
                <a:cubicBezTo>
                  <a:pt x="127362" y="979"/>
                  <a:pt x="129963" y="0"/>
                  <a:pt x="133024" y="0"/>
                </a:cubicBezTo>
                <a:cubicBezTo>
                  <a:pt x="135472" y="0"/>
                  <a:pt x="137400" y="658"/>
                  <a:pt x="138808" y="1974"/>
                </a:cubicBezTo>
                <a:cubicBezTo>
                  <a:pt x="140215" y="3290"/>
                  <a:pt x="140919" y="4988"/>
                  <a:pt x="140919" y="7068"/>
                </a:cubicBezTo>
                <a:cubicBezTo>
                  <a:pt x="140919" y="9762"/>
                  <a:pt x="139847" y="12088"/>
                  <a:pt x="137705" y="14046"/>
                </a:cubicBezTo>
                <a:cubicBezTo>
                  <a:pt x="135564" y="16004"/>
                  <a:pt x="132993" y="16983"/>
                  <a:pt x="129994" y="16983"/>
                </a:cubicBezTo>
                <a:moveTo>
                  <a:pt x="136788" y="22308"/>
                </a:moveTo>
                <a:lnTo>
                  <a:pt x="127792" y="73534"/>
                </a:lnTo>
                <a:lnTo>
                  <a:pt x="112093" y="73534"/>
                </a:lnTo>
                <a:lnTo>
                  <a:pt x="121089" y="22308"/>
                </a:lnTo>
                <a:lnTo>
                  <a:pt x="136788" y="22308"/>
                </a:lnTo>
                <a:close/>
                <a:moveTo>
                  <a:pt x="179476" y="21757"/>
                </a:moveTo>
                <a:cubicBezTo>
                  <a:pt x="184617" y="21757"/>
                  <a:pt x="188657" y="23196"/>
                  <a:pt x="191595" y="26072"/>
                </a:cubicBezTo>
                <a:cubicBezTo>
                  <a:pt x="194532" y="28948"/>
                  <a:pt x="196001" y="32957"/>
                  <a:pt x="196001" y="38098"/>
                </a:cubicBezTo>
                <a:cubicBezTo>
                  <a:pt x="196001" y="39811"/>
                  <a:pt x="195817" y="41647"/>
                  <a:pt x="195450" y="43606"/>
                </a:cubicBezTo>
                <a:lnTo>
                  <a:pt x="190125" y="73534"/>
                </a:lnTo>
                <a:lnTo>
                  <a:pt x="174519" y="73534"/>
                </a:lnTo>
                <a:lnTo>
                  <a:pt x="179476" y="45718"/>
                </a:lnTo>
                <a:cubicBezTo>
                  <a:pt x="179660" y="44677"/>
                  <a:pt x="179752" y="43759"/>
                  <a:pt x="179752" y="42964"/>
                </a:cubicBezTo>
                <a:cubicBezTo>
                  <a:pt x="179752" y="40393"/>
                  <a:pt x="179033" y="38404"/>
                  <a:pt x="177595" y="36997"/>
                </a:cubicBezTo>
                <a:cubicBezTo>
                  <a:pt x="176157" y="35589"/>
                  <a:pt x="174152" y="34884"/>
                  <a:pt x="171581" y="34884"/>
                </a:cubicBezTo>
                <a:cubicBezTo>
                  <a:pt x="168521" y="34884"/>
                  <a:pt x="165950" y="35833"/>
                  <a:pt x="163870" y="37731"/>
                </a:cubicBezTo>
                <a:cubicBezTo>
                  <a:pt x="161789" y="39628"/>
                  <a:pt x="160442" y="42291"/>
                  <a:pt x="159830" y="45718"/>
                </a:cubicBezTo>
                <a:lnTo>
                  <a:pt x="159830" y="45259"/>
                </a:lnTo>
                <a:lnTo>
                  <a:pt x="154874" y="73534"/>
                </a:lnTo>
                <a:lnTo>
                  <a:pt x="139175" y="73534"/>
                </a:lnTo>
                <a:lnTo>
                  <a:pt x="148171" y="22308"/>
                </a:lnTo>
                <a:lnTo>
                  <a:pt x="163870" y="22308"/>
                </a:lnTo>
                <a:lnTo>
                  <a:pt x="162676" y="29193"/>
                </a:lnTo>
                <a:cubicBezTo>
                  <a:pt x="164696" y="26928"/>
                  <a:pt x="167160" y="25123"/>
                  <a:pt x="170067" y="23777"/>
                </a:cubicBezTo>
                <a:cubicBezTo>
                  <a:pt x="172974" y="22431"/>
                  <a:pt x="176110" y="21757"/>
                  <a:pt x="179476" y="21757"/>
                </a:cubicBezTo>
                <a:close/>
                <a:moveTo>
                  <a:pt x="229693" y="21574"/>
                </a:moveTo>
                <a:cubicBezTo>
                  <a:pt x="233304" y="21574"/>
                  <a:pt x="236364" y="22308"/>
                  <a:pt x="238874" y="23777"/>
                </a:cubicBezTo>
                <a:cubicBezTo>
                  <a:pt x="241383" y="25245"/>
                  <a:pt x="243127" y="27173"/>
                  <a:pt x="244106" y="29560"/>
                </a:cubicBezTo>
                <a:lnTo>
                  <a:pt x="245392" y="22308"/>
                </a:lnTo>
                <a:lnTo>
                  <a:pt x="261089" y="22308"/>
                </a:lnTo>
                <a:lnTo>
                  <a:pt x="252093" y="73442"/>
                </a:lnTo>
                <a:cubicBezTo>
                  <a:pt x="251236" y="78155"/>
                  <a:pt x="249537" y="82424"/>
                  <a:pt x="246997" y="86249"/>
                </a:cubicBezTo>
                <a:cubicBezTo>
                  <a:pt x="244458" y="90074"/>
                  <a:pt x="241061" y="93119"/>
                  <a:pt x="236807" y="95383"/>
                </a:cubicBezTo>
                <a:cubicBezTo>
                  <a:pt x="232554" y="97647"/>
                  <a:pt x="227612" y="98780"/>
                  <a:pt x="221981" y="98780"/>
                </a:cubicBezTo>
                <a:cubicBezTo>
                  <a:pt x="214393" y="98780"/>
                  <a:pt x="208548" y="96989"/>
                  <a:pt x="204447" y="93409"/>
                </a:cubicBezTo>
                <a:cubicBezTo>
                  <a:pt x="200347" y="89829"/>
                  <a:pt x="198511" y="84979"/>
                  <a:pt x="198939" y="78859"/>
                </a:cubicBezTo>
                <a:lnTo>
                  <a:pt x="214453" y="78859"/>
                </a:lnTo>
                <a:cubicBezTo>
                  <a:pt x="214637" y="80817"/>
                  <a:pt x="215540" y="82362"/>
                  <a:pt x="217161" y="83494"/>
                </a:cubicBezTo>
                <a:cubicBezTo>
                  <a:pt x="218783" y="84627"/>
                  <a:pt x="220941" y="85193"/>
                  <a:pt x="223634" y="85193"/>
                </a:cubicBezTo>
                <a:cubicBezTo>
                  <a:pt x="226878" y="85193"/>
                  <a:pt x="229632" y="84260"/>
                  <a:pt x="231896" y="82393"/>
                </a:cubicBezTo>
                <a:cubicBezTo>
                  <a:pt x="234161" y="80526"/>
                  <a:pt x="235660" y="77542"/>
                  <a:pt x="236394" y="73442"/>
                </a:cubicBezTo>
                <a:lnTo>
                  <a:pt x="237680" y="66190"/>
                </a:lnTo>
                <a:cubicBezTo>
                  <a:pt x="235722" y="68577"/>
                  <a:pt x="233258" y="70520"/>
                  <a:pt x="230289" y="72020"/>
                </a:cubicBezTo>
                <a:cubicBezTo>
                  <a:pt x="227322" y="73519"/>
                  <a:pt x="224032" y="74268"/>
                  <a:pt x="220421" y="74268"/>
                </a:cubicBezTo>
                <a:cubicBezTo>
                  <a:pt x="216809" y="74268"/>
                  <a:pt x="213611" y="73442"/>
                  <a:pt x="210827" y="71790"/>
                </a:cubicBezTo>
                <a:cubicBezTo>
                  <a:pt x="208043" y="70137"/>
                  <a:pt x="205870" y="67781"/>
                  <a:pt x="204309" y="64722"/>
                </a:cubicBezTo>
                <a:cubicBezTo>
                  <a:pt x="202748" y="61661"/>
                  <a:pt x="201968" y="58081"/>
                  <a:pt x="201968" y="53980"/>
                </a:cubicBezTo>
                <a:cubicBezTo>
                  <a:pt x="201968" y="52083"/>
                  <a:pt x="202151" y="50032"/>
                  <a:pt x="202518" y="47829"/>
                </a:cubicBezTo>
                <a:cubicBezTo>
                  <a:pt x="203437" y="42566"/>
                  <a:pt x="205243" y="37945"/>
                  <a:pt x="207935" y="33967"/>
                </a:cubicBezTo>
                <a:cubicBezTo>
                  <a:pt x="210629" y="29989"/>
                  <a:pt x="213872" y="26929"/>
                  <a:pt x="217667" y="24787"/>
                </a:cubicBezTo>
                <a:cubicBezTo>
                  <a:pt x="221461" y="22645"/>
                  <a:pt x="225470" y="21574"/>
                  <a:pt x="229693" y="21574"/>
                </a:cubicBezTo>
                <a:moveTo>
                  <a:pt x="240894" y="47920"/>
                </a:moveTo>
                <a:cubicBezTo>
                  <a:pt x="241077" y="46819"/>
                  <a:pt x="241168" y="45810"/>
                  <a:pt x="241168" y="44892"/>
                </a:cubicBezTo>
                <a:cubicBezTo>
                  <a:pt x="241168" y="41893"/>
                  <a:pt x="240296" y="39537"/>
                  <a:pt x="238551" y="37823"/>
                </a:cubicBezTo>
                <a:cubicBezTo>
                  <a:pt x="236808" y="36109"/>
                  <a:pt x="234589" y="35251"/>
                  <a:pt x="231896" y="35251"/>
                </a:cubicBezTo>
                <a:cubicBezTo>
                  <a:pt x="228775" y="35251"/>
                  <a:pt x="225929" y="36369"/>
                  <a:pt x="223358" y="38604"/>
                </a:cubicBezTo>
                <a:cubicBezTo>
                  <a:pt x="220788" y="40837"/>
                  <a:pt x="219167" y="43913"/>
                  <a:pt x="218493" y="47829"/>
                </a:cubicBezTo>
                <a:cubicBezTo>
                  <a:pt x="218309" y="48931"/>
                  <a:pt x="218217" y="49941"/>
                  <a:pt x="218217" y="50859"/>
                </a:cubicBezTo>
                <a:cubicBezTo>
                  <a:pt x="218217" y="53858"/>
                  <a:pt x="219089" y="56229"/>
                  <a:pt x="220834" y="57974"/>
                </a:cubicBezTo>
                <a:cubicBezTo>
                  <a:pt x="222578" y="59717"/>
                  <a:pt x="224767" y="60589"/>
                  <a:pt x="227398" y="60589"/>
                </a:cubicBezTo>
                <a:cubicBezTo>
                  <a:pt x="230519" y="60589"/>
                  <a:pt x="233365" y="59457"/>
                  <a:pt x="235935" y="57194"/>
                </a:cubicBezTo>
                <a:cubicBezTo>
                  <a:pt x="238506" y="54929"/>
                  <a:pt x="240159" y="51838"/>
                  <a:pt x="240894" y="47920"/>
                </a:cubicBezTo>
                <a:close/>
                <a:moveTo>
                  <a:pt x="312316" y="5599"/>
                </a:moveTo>
                <a:lnTo>
                  <a:pt x="300290" y="73534"/>
                </a:lnTo>
                <a:lnTo>
                  <a:pt x="284592" y="73534"/>
                </a:lnTo>
                <a:lnTo>
                  <a:pt x="296617" y="5599"/>
                </a:lnTo>
                <a:lnTo>
                  <a:pt x="312316" y="5599"/>
                </a:lnTo>
                <a:close/>
                <a:moveTo>
                  <a:pt x="313142" y="47829"/>
                </a:moveTo>
                <a:cubicBezTo>
                  <a:pt x="314061" y="42566"/>
                  <a:pt x="315866" y="37945"/>
                  <a:pt x="318559" y="33967"/>
                </a:cubicBezTo>
                <a:cubicBezTo>
                  <a:pt x="321252" y="29989"/>
                  <a:pt x="324496" y="26929"/>
                  <a:pt x="328290" y="24787"/>
                </a:cubicBezTo>
                <a:cubicBezTo>
                  <a:pt x="332084" y="22645"/>
                  <a:pt x="336093" y="21574"/>
                  <a:pt x="340316" y="21574"/>
                </a:cubicBezTo>
                <a:cubicBezTo>
                  <a:pt x="343927" y="21574"/>
                  <a:pt x="346957" y="22308"/>
                  <a:pt x="349404" y="23777"/>
                </a:cubicBezTo>
                <a:cubicBezTo>
                  <a:pt x="351853" y="25245"/>
                  <a:pt x="353628" y="27173"/>
                  <a:pt x="354729" y="29560"/>
                </a:cubicBezTo>
                <a:lnTo>
                  <a:pt x="356015" y="22308"/>
                </a:lnTo>
                <a:lnTo>
                  <a:pt x="371712" y="22308"/>
                </a:lnTo>
                <a:lnTo>
                  <a:pt x="362624" y="73534"/>
                </a:lnTo>
                <a:lnTo>
                  <a:pt x="346926" y="73534"/>
                </a:lnTo>
                <a:lnTo>
                  <a:pt x="348303" y="66282"/>
                </a:lnTo>
                <a:cubicBezTo>
                  <a:pt x="346345" y="68669"/>
                  <a:pt x="343866" y="70597"/>
                  <a:pt x="340866" y="72066"/>
                </a:cubicBezTo>
                <a:cubicBezTo>
                  <a:pt x="337868" y="73534"/>
                  <a:pt x="334563" y="74268"/>
                  <a:pt x="330952" y="74268"/>
                </a:cubicBezTo>
                <a:cubicBezTo>
                  <a:pt x="327341" y="74268"/>
                  <a:pt x="324144" y="73442"/>
                  <a:pt x="321359" y="71790"/>
                </a:cubicBezTo>
                <a:cubicBezTo>
                  <a:pt x="318574" y="70137"/>
                  <a:pt x="316416" y="67796"/>
                  <a:pt x="314886" y="64766"/>
                </a:cubicBezTo>
                <a:cubicBezTo>
                  <a:pt x="313356" y="61737"/>
                  <a:pt x="312591" y="58172"/>
                  <a:pt x="312591" y="54071"/>
                </a:cubicBezTo>
                <a:cubicBezTo>
                  <a:pt x="312591" y="52113"/>
                  <a:pt x="312775" y="50032"/>
                  <a:pt x="313142" y="47829"/>
                </a:cubicBezTo>
                <a:moveTo>
                  <a:pt x="351517" y="47920"/>
                </a:moveTo>
                <a:cubicBezTo>
                  <a:pt x="351700" y="46819"/>
                  <a:pt x="351791" y="45810"/>
                  <a:pt x="351791" y="44892"/>
                </a:cubicBezTo>
                <a:cubicBezTo>
                  <a:pt x="351791" y="41893"/>
                  <a:pt x="350919" y="39537"/>
                  <a:pt x="349175" y="37823"/>
                </a:cubicBezTo>
                <a:cubicBezTo>
                  <a:pt x="347431" y="36109"/>
                  <a:pt x="345213" y="35251"/>
                  <a:pt x="342519" y="35251"/>
                </a:cubicBezTo>
                <a:cubicBezTo>
                  <a:pt x="339398" y="35251"/>
                  <a:pt x="336552" y="36369"/>
                  <a:pt x="333981" y="38604"/>
                </a:cubicBezTo>
                <a:cubicBezTo>
                  <a:pt x="331411" y="40837"/>
                  <a:pt x="329790" y="43913"/>
                  <a:pt x="329116" y="47829"/>
                </a:cubicBezTo>
                <a:cubicBezTo>
                  <a:pt x="328932" y="48931"/>
                  <a:pt x="328841" y="49941"/>
                  <a:pt x="328841" y="50859"/>
                </a:cubicBezTo>
                <a:cubicBezTo>
                  <a:pt x="328841" y="53858"/>
                  <a:pt x="329713" y="56229"/>
                  <a:pt x="331457" y="57974"/>
                </a:cubicBezTo>
                <a:cubicBezTo>
                  <a:pt x="333202" y="59717"/>
                  <a:pt x="335390" y="60589"/>
                  <a:pt x="338021" y="60589"/>
                </a:cubicBezTo>
                <a:cubicBezTo>
                  <a:pt x="341142" y="60589"/>
                  <a:pt x="343988" y="59457"/>
                  <a:pt x="346558" y="57194"/>
                </a:cubicBezTo>
                <a:cubicBezTo>
                  <a:pt x="349129" y="54929"/>
                  <a:pt x="350782" y="51838"/>
                  <a:pt x="351517" y="47920"/>
                </a:cubicBezTo>
                <a:close/>
                <a:moveTo>
                  <a:pt x="448552" y="21757"/>
                </a:moveTo>
                <a:cubicBezTo>
                  <a:pt x="454060" y="21757"/>
                  <a:pt x="458359" y="23211"/>
                  <a:pt x="461449" y="26118"/>
                </a:cubicBezTo>
                <a:cubicBezTo>
                  <a:pt x="464541" y="29025"/>
                  <a:pt x="466086" y="33080"/>
                  <a:pt x="466086" y="38281"/>
                </a:cubicBezTo>
                <a:cubicBezTo>
                  <a:pt x="466086" y="39873"/>
                  <a:pt x="465903" y="41647"/>
                  <a:pt x="465536" y="43606"/>
                </a:cubicBezTo>
                <a:lnTo>
                  <a:pt x="460211" y="73534"/>
                </a:lnTo>
                <a:lnTo>
                  <a:pt x="444605" y="73534"/>
                </a:lnTo>
                <a:lnTo>
                  <a:pt x="449562" y="45718"/>
                </a:lnTo>
                <a:cubicBezTo>
                  <a:pt x="449685" y="45106"/>
                  <a:pt x="449746" y="44279"/>
                  <a:pt x="449746" y="43239"/>
                </a:cubicBezTo>
                <a:cubicBezTo>
                  <a:pt x="449746" y="40669"/>
                  <a:pt x="449027" y="38710"/>
                  <a:pt x="447588" y="37364"/>
                </a:cubicBezTo>
                <a:cubicBezTo>
                  <a:pt x="446150" y="36017"/>
                  <a:pt x="444146" y="35344"/>
                  <a:pt x="441575" y="35344"/>
                </a:cubicBezTo>
                <a:cubicBezTo>
                  <a:pt x="438515" y="35344"/>
                  <a:pt x="435945" y="36247"/>
                  <a:pt x="433863" y="38053"/>
                </a:cubicBezTo>
                <a:cubicBezTo>
                  <a:pt x="431783" y="39858"/>
                  <a:pt x="430467" y="42413"/>
                  <a:pt x="429916" y="45718"/>
                </a:cubicBezTo>
                <a:lnTo>
                  <a:pt x="424958" y="73534"/>
                </a:lnTo>
                <a:lnTo>
                  <a:pt x="409352" y="73534"/>
                </a:lnTo>
                <a:lnTo>
                  <a:pt x="414309" y="45718"/>
                </a:lnTo>
                <a:cubicBezTo>
                  <a:pt x="414432" y="45106"/>
                  <a:pt x="414493" y="44279"/>
                  <a:pt x="414493" y="43239"/>
                </a:cubicBezTo>
                <a:cubicBezTo>
                  <a:pt x="414493" y="40669"/>
                  <a:pt x="413774" y="38710"/>
                  <a:pt x="412336" y="37364"/>
                </a:cubicBezTo>
                <a:cubicBezTo>
                  <a:pt x="410898" y="36017"/>
                  <a:pt x="408893" y="35344"/>
                  <a:pt x="406323" y="35344"/>
                </a:cubicBezTo>
                <a:cubicBezTo>
                  <a:pt x="403263" y="35344"/>
                  <a:pt x="400692" y="36247"/>
                  <a:pt x="398611" y="38053"/>
                </a:cubicBezTo>
                <a:cubicBezTo>
                  <a:pt x="396530" y="39858"/>
                  <a:pt x="395214" y="42413"/>
                  <a:pt x="394663" y="45718"/>
                </a:cubicBezTo>
                <a:lnTo>
                  <a:pt x="394663" y="45259"/>
                </a:lnTo>
                <a:lnTo>
                  <a:pt x="389707" y="73534"/>
                </a:lnTo>
                <a:lnTo>
                  <a:pt x="374008" y="73534"/>
                </a:lnTo>
                <a:lnTo>
                  <a:pt x="383004" y="22308"/>
                </a:lnTo>
                <a:lnTo>
                  <a:pt x="398703" y="22308"/>
                </a:lnTo>
                <a:lnTo>
                  <a:pt x="397602" y="28826"/>
                </a:lnTo>
                <a:cubicBezTo>
                  <a:pt x="399560" y="26623"/>
                  <a:pt x="401932" y="24894"/>
                  <a:pt x="404717" y="23640"/>
                </a:cubicBezTo>
                <a:cubicBezTo>
                  <a:pt x="407501" y="22385"/>
                  <a:pt x="410516" y="21757"/>
                  <a:pt x="413759" y="21757"/>
                </a:cubicBezTo>
                <a:cubicBezTo>
                  <a:pt x="417676" y="21757"/>
                  <a:pt x="420995" y="22584"/>
                  <a:pt x="423719" y="24237"/>
                </a:cubicBezTo>
                <a:cubicBezTo>
                  <a:pt x="426443" y="25889"/>
                  <a:pt x="428386" y="28275"/>
                  <a:pt x="429549" y="31396"/>
                </a:cubicBezTo>
                <a:cubicBezTo>
                  <a:pt x="431813" y="28520"/>
                  <a:pt x="434629" y="26195"/>
                  <a:pt x="437994" y="24420"/>
                </a:cubicBezTo>
                <a:cubicBezTo>
                  <a:pt x="441361" y="22645"/>
                  <a:pt x="444880" y="21757"/>
                  <a:pt x="448552" y="21757"/>
                </a:cubicBezTo>
                <a:close/>
                <a:moveTo>
                  <a:pt x="494638" y="29560"/>
                </a:moveTo>
                <a:cubicBezTo>
                  <a:pt x="496597" y="27173"/>
                  <a:pt x="499075" y="25245"/>
                  <a:pt x="502074" y="23777"/>
                </a:cubicBezTo>
                <a:cubicBezTo>
                  <a:pt x="505072" y="22308"/>
                  <a:pt x="508347" y="21574"/>
                  <a:pt x="511896" y="21574"/>
                </a:cubicBezTo>
                <a:cubicBezTo>
                  <a:pt x="517405" y="21574"/>
                  <a:pt x="521858" y="23364"/>
                  <a:pt x="525254" y="26945"/>
                </a:cubicBezTo>
                <a:cubicBezTo>
                  <a:pt x="528651" y="30524"/>
                  <a:pt x="530349" y="35405"/>
                  <a:pt x="530349" y="41586"/>
                </a:cubicBezTo>
                <a:cubicBezTo>
                  <a:pt x="530349" y="43545"/>
                  <a:pt x="530166" y="45626"/>
                  <a:pt x="529799" y="47829"/>
                </a:cubicBezTo>
                <a:cubicBezTo>
                  <a:pt x="528881" y="53093"/>
                  <a:pt x="527075" y="57729"/>
                  <a:pt x="524382" y="61738"/>
                </a:cubicBezTo>
                <a:cubicBezTo>
                  <a:pt x="521689" y="65746"/>
                  <a:pt x="518446" y="68837"/>
                  <a:pt x="514650" y="71010"/>
                </a:cubicBezTo>
                <a:cubicBezTo>
                  <a:pt x="510856" y="73182"/>
                  <a:pt x="506847" y="74268"/>
                  <a:pt x="502624" y="74268"/>
                </a:cubicBezTo>
                <a:cubicBezTo>
                  <a:pt x="499014" y="74268"/>
                  <a:pt x="495984" y="73549"/>
                  <a:pt x="493536" y="72111"/>
                </a:cubicBezTo>
                <a:cubicBezTo>
                  <a:pt x="491088" y="70673"/>
                  <a:pt x="489313" y="68760"/>
                  <a:pt x="488211" y="66373"/>
                </a:cubicBezTo>
                <a:lnTo>
                  <a:pt x="486927" y="73534"/>
                </a:lnTo>
                <a:lnTo>
                  <a:pt x="471228" y="73534"/>
                </a:lnTo>
                <a:lnTo>
                  <a:pt x="483254" y="5599"/>
                </a:lnTo>
                <a:lnTo>
                  <a:pt x="498953" y="5599"/>
                </a:lnTo>
                <a:lnTo>
                  <a:pt x="494638" y="29560"/>
                </a:lnTo>
                <a:moveTo>
                  <a:pt x="513916" y="47829"/>
                </a:moveTo>
                <a:cubicBezTo>
                  <a:pt x="514100" y="46789"/>
                  <a:pt x="514192" y="45840"/>
                  <a:pt x="514192" y="44983"/>
                </a:cubicBezTo>
                <a:cubicBezTo>
                  <a:pt x="514192" y="41923"/>
                  <a:pt x="513320" y="39537"/>
                  <a:pt x="511576" y="37823"/>
                </a:cubicBezTo>
                <a:cubicBezTo>
                  <a:pt x="509831" y="36109"/>
                  <a:pt x="507613" y="35251"/>
                  <a:pt x="504920" y="35251"/>
                </a:cubicBezTo>
                <a:cubicBezTo>
                  <a:pt x="501798" y="35251"/>
                  <a:pt x="498952" y="36384"/>
                  <a:pt x="496381" y="38648"/>
                </a:cubicBezTo>
                <a:cubicBezTo>
                  <a:pt x="493811" y="40913"/>
                  <a:pt x="492159" y="44004"/>
                  <a:pt x="491425" y="47920"/>
                </a:cubicBezTo>
                <a:cubicBezTo>
                  <a:pt x="491241" y="49022"/>
                  <a:pt x="491149" y="50032"/>
                  <a:pt x="491149" y="50950"/>
                </a:cubicBezTo>
                <a:cubicBezTo>
                  <a:pt x="491149" y="53949"/>
                  <a:pt x="492006" y="56305"/>
                  <a:pt x="493719" y="58019"/>
                </a:cubicBezTo>
                <a:cubicBezTo>
                  <a:pt x="495433" y="59732"/>
                  <a:pt x="497637" y="60589"/>
                  <a:pt x="500330" y="60589"/>
                </a:cubicBezTo>
                <a:cubicBezTo>
                  <a:pt x="503451" y="60589"/>
                  <a:pt x="506312" y="59442"/>
                  <a:pt x="508913" y="57147"/>
                </a:cubicBezTo>
                <a:cubicBezTo>
                  <a:pt x="511514" y="54852"/>
                  <a:pt x="513182" y="51746"/>
                  <a:pt x="513916" y="47829"/>
                </a:cubicBezTo>
                <a:close/>
                <a:moveTo>
                  <a:pt x="535031" y="47829"/>
                </a:moveTo>
                <a:cubicBezTo>
                  <a:pt x="535950" y="42566"/>
                  <a:pt x="537755" y="37945"/>
                  <a:pt x="540448" y="33967"/>
                </a:cubicBezTo>
                <a:cubicBezTo>
                  <a:pt x="543141" y="29989"/>
                  <a:pt x="546385" y="26929"/>
                  <a:pt x="550179" y="24787"/>
                </a:cubicBezTo>
                <a:cubicBezTo>
                  <a:pt x="553973" y="22645"/>
                  <a:pt x="557982" y="21574"/>
                  <a:pt x="562205" y="21574"/>
                </a:cubicBezTo>
                <a:cubicBezTo>
                  <a:pt x="565572" y="21574"/>
                  <a:pt x="568524" y="22278"/>
                  <a:pt x="571064" y="23685"/>
                </a:cubicBezTo>
                <a:cubicBezTo>
                  <a:pt x="573604" y="25092"/>
                  <a:pt x="575455" y="26989"/>
                  <a:pt x="576618" y="29376"/>
                </a:cubicBezTo>
                <a:lnTo>
                  <a:pt x="580841" y="5599"/>
                </a:lnTo>
                <a:lnTo>
                  <a:pt x="596540" y="5599"/>
                </a:lnTo>
                <a:lnTo>
                  <a:pt x="584513" y="73534"/>
                </a:lnTo>
                <a:lnTo>
                  <a:pt x="568815" y="73534"/>
                </a:lnTo>
                <a:lnTo>
                  <a:pt x="570100" y="66190"/>
                </a:lnTo>
                <a:cubicBezTo>
                  <a:pt x="568142" y="68638"/>
                  <a:pt x="565693" y="70597"/>
                  <a:pt x="562755" y="72066"/>
                </a:cubicBezTo>
                <a:cubicBezTo>
                  <a:pt x="559818" y="73534"/>
                  <a:pt x="556544" y="74268"/>
                  <a:pt x="552933" y="74268"/>
                </a:cubicBezTo>
                <a:cubicBezTo>
                  <a:pt x="549322" y="74268"/>
                  <a:pt x="546124" y="73442"/>
                  <a:pt x="543339" y="71790"/>
                </a:cubicBezTo>
                <a:cubicBezTo>
                  <a:pt x="540555" y="70137"/>
                  <a:pt x="538382" y="67781"/>
                  <a:pt x="536821" y="64722"/>
                </a:cubicBezTo>
                <a:cubicBezTo>
                  <a:pt x="535260" y="61661"/>
                  <a:pt x="534480" y="58081"/>
                  <a:pt x="534480" y="53980"/>
                </a:cubicBezTo>
                <a:cubicBezTo>
                  <a:pt x="534480" y="52083"/>
                  <a:pt x="534664" y="50032"/>
                  <a:pt x="535031" y="47829"/>
                </a:cubicBezTo>
                <a:moveTo>
                  <a:pt x="573406" y="47920"/>
                </a:moveTo>
                <a:cubicBezTo>
                  <a:pt x="573589" y="46819"/>
                  <a:pt x="573680" y="45810"/>
                  <a:pt x="573680" y="44892"/>
                </a:cubicBezTo>
                <a:cubicBezTo>
                  <a:pt x="573680" y="41893"/>
                  <a:pt x="572808" y="39537"/>
                  <a:pt x="571064" y="37823"/>
                </a:cubicBezTo>
                <a:cubicBezTo>
                  <a:pt x="569320" y="36109"/>
                  <a:pt x="567102" y="35251"/>
                  <a:pt x="564408" y="35251"/>
                </a:cubicBezTo>
                <a:cubicBezTo>
                  <a:pt x="561287" y="35251"/>
                  <a:pt x="558441" y="36369"/>
                  <a:pt x="555870" y="38604"/>
                </a:cubicBezTo>
                <a:cubicBezTo>
                  <a:pt x="553300" y="40837"/>
                  <a:pt x="551679" y="43913"/>
                  <a:pt x="551005" y="47829"/>
                </a:cubicBezTo>
                <a:cubicBezTo>
                  <a:pt x="550821" y="48931"/>
                  <a:pt x="550729" y="49941"/>
                  <a:pt x="550729" y="50859"/>
                </a:cubicBezTo>
                <a:cubicBezTo>
                  <a:pt x="550729" y="53858"/>
                  <a:pt x="551602" y="56229"/>
                  <a:pt x="553346" y="57974"/>
                </a:cubicBezTo>
                <a:cubicBezTo>
                  <a:pt x="555091" y="59717"/>
                  <a:pt x="557279" y="60589"/>
                  <a:pt x="559910" y="60589"/>
                </a:cubicBezTo>
                <a:cubicBezTo>
                  <a:pt x="563031" y="60589"/>
                  <a:pt x="565877" y="59457"/>
                  <a:pt x="568447" y="57194"/>
                </a:cubicBezTo>
                <a:cubicBezTo>
                  <a:pt x="571018" y="54929"/>
                  <a:pt x="572671" y="51838"/>
                  <a:pt x="573406" y="47920"/>
                </a:cubicBezTo>
                <a:close/>
                <a:moveTo>
                  <a:pt x="613798" y="16983"/>
                </a:moveTo>
                <a:cubicBezTo>
                  <a:pt x="611350" y="16983"/>
                  <a:pt x="609407" y="16326"/>
                  <a:pt x="607969" y="15010"/>
                </a:cubicBezTo>
                <a:cubicBezTo>
                  <a:pt x="606531" y="13694"/>
                  <a:pt x="605812" y="12026"/>
                  <a:pt x="605812" y="10006"/>
                </a:cubicBezTo>
                <a:cubicBezTo>
                  <a:pt x="605812" y="7252"/>
                  <a:pt x="606883" y="4896"/>
                  <a:pt x="609024" y="2938"/>
                </a:cubicBezTo>
                <a:cubicBezTo>
                  <a:pt x="611166" y="979"/>
                  <a:pt x="613768" y="0"/>
                  <a:pt x="616828" y="0"/>
                </a:cubicBezTo>
                <a:cubicBezTo>
                  <a:pt x="619277" y="0"/>
                  <a:pt x="621205" y="658"/>
                  <a:pt x="622612" y="1974"/>
                </a:cubicBezTo>
                <a:cubicBezTo>
                  <a:pt x="624019" y="3290"/>
                  <a:pt x="624723" y="4988"/>
                  <a:pt x="624723" y="7068"/>
                </a:cubicBezTo>
                <a:cubicBezTo>
                  <a:pt x="624723" y="9762"/>
                  <a:pt x="623652" y="12088"/>
                  <a:pt x="621509" y="14046"/>
                </a:cubicBezTo>
                <a:cubicBezTo>
                  <a:pt x="619368" y="16004"/>
                  <a:pt x="616798" y="16983"/>
                  <a:pt x="613798" y="16983"/>
                </a:cubicBezTo>
                <a:moveTo>
                  <a:pt x="620592" y="22308"/>
                </a:moveTo>
                <a:lnTo>
                  <a:pt x="611596" y="73534"/>
                </a:lnTo>
                <a:lnTo>
                  <a:pt x="595897" y="73534"/>
                </a:lnTo>
                <a:lnTo>
                  <a:pt x="604893" y="22308"/>
                </a:lnTo>
                <a:lnTo>
                  <a:pt x="620592" y="22308"/>
                </a:lnTo>
                <a:close/>
                <a:moveTo>
                  <a:pt x="658782" y="14963"/>
                </a:moveTo>
                <a:cubicBezTo>
                  <a:pt x="655784" y="14779"/>
                  <a:pt x="653596" y="15208"/>
                  <a:pt x="652218" y="16249"/>
                </a:cubicBezTo>
                <a:cubicBezTo>
                  <a:pt x="650842" y="17290"/>
                  <a:pt x="649908" y="19156"/>
                  <a:pt x="649418" y="21848"/>
                </a:cubicBezTo>
                <a:lnTo>
                  <a:pt x="649327" y="22308"/>
                </a:lnTo>
                <a:lnTo>
                  <a:pt x="657772" y="22308"/>
                </a:lnTo>
                <a:lnTo>
                  <a:pt x="655478" y="35344"/>
                </a:lnTo>
                <a:lnTo>
                  <a:pt x="647031" y="35344"/>
                </a:lnTo>
                <a:lnTo>
                  <a:pt x="640330" y="73534"/>
                </a:lnTo>
                <a:lnTo>
                  <a:pt x="624540" y="73534"/>
                </a:lnTo>
                <a:lnTo>
                  <a:pt x="631241" y="35344"/>
                </a:lnTo>
                <a:lnTo>
                  <a:pt x="625550" y="35344"/>
                </a:lnTo>
                <a:lnTo>
                  <a:pt x="627844" y="22308"/>
                </a:lnTo>
                <a:lnTo>
                  <a:pt x="633537" y="22308"/>
                </a:lnTo>
                <a:lnTo>
                  <a:pt x="633812" y="20838"/>
                </a:lnTo>
                <a:cubicBezTo>
                  <a:pt x="634974" y="14535"/>
                  <a:pt x="637652" y="9746"/>
                  <a:pt x="641844" y="6472"/>
                </a:cubicBezTo>
                <a:cubicBezTo>
                  <a:pt x="646037" y="3198"/>
                  <a:pt x="651622" y="1561"/>
                  <a:pt x="658599" y="1561"/>
                </a:cubicBezTo>
                <a:cubicBezTo>
                  <a:pt x="659701" y="1561"/>
                  <a:pt x="660527" y="1591"/>
                  <a:pt x="661077" y="1652"/>
                </a:cubicBezTo>
                <a:lnTo>
                  <a:pt x="658782" y="149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yonan...">
            <a:extLst xmlns:a="http://schemas.openxmlformats.org/drawingml/2006/main">
              <a:ext uri="{FF2B5EF4-FFF2-40B4-BE49-F238E27FC236}">
                <a16:creationId xmlns:a16="http://schemas.microsoft.com/office/drawing/2014/main" id="{AFC41934-B9E5-4FD6-A94F-D2902CD9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67" y="837398"/>
            <a:ext cx="436983" cy="76288"/>
          </a:xfrm>
          <a:custGeom xmlns:a="http://schemas.openxmlformats.org/drawingml/2006/main">
            <a:pathLst>
              <a:path w="436983" h="76288">
                <a:moveTo>
                  <a:pt x="21665" y="734"/>
                </a:moveTo>
                <a:lnTo>
                  <a:pt x="27907" y="32773"/>
                </a:lnTo>
                <a:lnTo>
                  <a:pt x="45350" y="734"/>
                </a:lnTo>
                <a:lnTo>
                  <a:pt x="62333" y="734"/>
                </a:lnTo>
                <a:lnTo>
                  <a:pt x="16891" y="76288"/>
                </a:lnTo>
                <a:lnTo>
                  <a:pt x="0" y="76288"/>
                </a:lnTo>
                <a:lnTo>
                  <a:pt x="16340" y="50216"/>
                </a:lnTo>
                <a:lnTo>
                  <a:pt x="4222" y="734"/>
                </a:lnTo>
                <a:lnTo>
                  <a:pt x="21665" y="734"/>
                </a:lnTo>
                <a:close/>
                <a:moveTo>
                  <a:pt x="103554" y="52694"/>
                </a:moveTo>
                <a:cubicBezTo>
                  <a:pt x="99147" y="52694"/>
                  <a:pt x="95230" y="51807"/>
                  <a:pt x="91803" y="50033"/>
                </a:cubicBezTo>
                <a:cubicBezTo>
                  <a:pt x="88376" y="48257"/>
                  <a:pt x="85728" y="45748"/>
                  <a:pt x="83862" y="42505"/>
                </a:cubicBezTo>
                <a:cubicBezTo>
                  <a:pt x="81995" y="39261"/>
                  <a:pt x="81061" y="35497"/>
                  <a:pt x="81061" y="31213"/>
                </a:cubicBezTo>
                <a:cubicBezTo>
                  <a:pt x="81061" y="25399"/>
                  <a:pt x="82438" y="20104"/>
                  <a:pt x="85192" y="15330"/>
                </a:cubicBezTo>
                <a:cubicBezTo>
                  <a:pt x="87946" y="10557"/>
                  <a:pt x="91741" y="6808"/>
                  <a:pt x="96575" y="4085"/>
                </a:cubicBezTo>
                <a:cubicBezTo>
                  <a:pt x="101411" y="1362"/>
                  <a:pt x="106797" y="0"/>
                  <a:pt x="112734" y="0"/>
                </a:cubicBezTo>
                <a:cubicBezTo>
                  <a:pt x="117141" y="0"/>
                  <a:pt x="121073" y="903"/>
                  <a:pt x="124530" y="2708"/>
                </a:cubicBezTo>
                <a:cubicBezTo>
                  <a:pt x="127988" y="4513"/>
                  <a:pt x="130666" y="7038"/>
                  <a:pt x="132564" y="10282"/>
                </a:cubicBezTo>
                <a:cubicBezTo>
                  <a:pt x="134461" y="13525"/>
                  <a:pt x="135410" y="17289"/>
                  <a:pt x="135410" y="21574"/>
                </a:cubicBezTo>
                <a:cubicBezTo>
                  <a:pt x="135410" y="27449"/>
                  <a:pt x="134018" y="32758"/>
                  <a:pt x="131233" y="37501"/>
                </a:cubicBezTo>
                <a:cubicBezTo>
                  <a:pt x="128448" y="42244"/>
                  <a:pt x="124623" y="45962"/>
                  <a:pt x="119757" y="48656"/>
                </a:cubicBezTo>
                <a:cubicBezTo>
                  <a:pt x="114892" y="51348"/>
                  <a:pt x="109491" y="52694"/>
                  <a:pt x="103554" y="52694"/>
                </a:cubicBezTo>
                <a:moveTo>
                  <a:pt x="105756" y="39199"/>
                </a:moveTo>
                <a:cubicBezTo>
                  <a:pt x="108327" y="39199"/>
                  <a:pt x="110638" y="38419"/>
                  <a:pt x="112688" y="36858"/>
                </a:cubicBezTo>
                <a:cubicBezTo>
                  <a:pt x="114738" y="35298"/>
                  <a:pt x="116330" y="33278"/>
                  <a:pt x="117461" y="30800"/>
                </a:cubicBezTo>
                <a:cubicBezTo>
                  <a:pt x="118594" y="28321"/>
                  <a:pt x="119161" y="25735"/>
                  <a:pt x="119161" y="23042"/>
                </a:cubicBezTo>
                <a:cubicBezTo>
                  <a:pt x="119161" y="19982"/>
                  <a:pt x="118334" y="17625"/>
                  <a:pt x="116681" y="15973"/>
                </a:cubicBezTo>
                <a:cubicBezTo>
                  <a:pt x="115029" y="14320"/>
                  <a:pt x="112949" y="13494"/>
                  <a:pt x="110439" y="13494"/>
                </a:cubicBezTo>
                <a:cubicBezTo>
                  <a:pt x="107808" y="13494"/>
                  <a:pt x="105497" y="14275"/>
                  <a:pt x="103508" y="15836"/>
                </a:cubicBezTo>
                <a:cubicBezTo>
                  <a:pt x="101519" y="17397"/>
                  <a:pt x="99973" y="19432"/>
                  <a:pt x="98871" y="21941"/>
                </a:cubicBezTo>
                <a:cubicBezTo>
                  <a:pt x="97770" y="24450"/>
                  <a:pt x="97220" y="27082"/>
                  <a:pt x="97220" y="29836"/>
                </a:cubicBezTo>
                <a:cubicBezTo>
                  <a:pt x="97220" y="32835"/>
                  <a:pt x="98015" y="35145"/>
                  <a:pt x="99605" y="36767"/>
                </a:cubicBezTo>
                <a:cubicBezTo>
                  <a:pt x="101197" y="38388"/>
                  <a:pt x="103247" y="39199"/>
                  <a:pt x="105756" y="39199"/>
                </a:cubicBezTo>
                <a:close/>
                <a:moveTo>
                  <a:pt x="178924" y="184"/>
                </a:moveTo>
                <a:cubicBezTo>
                  <a:pt x="184065" y="184"/>
                  <a:pt x="188105" y="1622"/>
                  <a:pt x="191042" y="4498"/>
                </a:cubicBezTo>
                <a:cubicBezTo>
                  <a:pt x="193980" y="7374"/>
                  <a:pt x="195449" y="11383"/>
                  <a:pt x="195449" y="16524"/>
                </a:cubicBezTo>
                <a:cubicBezTo>
                  <a:pt x="195449" y="18238"/>
                  <a:pt x="195265" y="20074"/>
                  <a:pt x="194898" y="22032"/>
                </a:cubicBezTo>
                <a:lnTo>
                  <a:pt x="189573" y="51960"/>
                </a:lnTo>
                <a:lnTo>
                  <a:pt x="173967" y="51960"/>
                </a:lnTo>
                <a:lnTo>
                  <a:pt x="178924" y="24144"/>
                </a:lnTo>
                <a:cubicBezTo>
                  <a:pt x="179108" y="23103"/>
                  <a:pt x="179200" y="22185"/>
                  <a:pt x="179200" y="21390"/>
                </a:cubicBezTo>
                <a:cubicBezTo>
                  <a:pt x="179200" y="18819"/>
                  <a:pt x="178481" y="16830"/>
                  <a:pt x="177043" y="15423"/>
                </a:cubicBezTo>
                <a:cubicBezTo>
                  <a:pt x="175605" y="14015"/>
                  <a:pt x="173600" y="13310"/>
                  <a:pt x="171029" y="13310"/>
                </a:cubicBezTo>
                <a:cubicBezTo>
                  <a:pt x="167969" y="13310"/>
                  <a:pt x="165398" y="14259"/>
                  <a:pt x="163318" y="16157"/>
                </a:cubicBezTo>
                <a:cubicBezTo>
                  <a:pt x="161237" y="18055"/>
                  <a:pt x="159890" y="20717"/>
                  <a:pt x="159278" y="24144"/>
                </a:cubicBezTo>
                <a:lnTo>
                  <a:pt x="159278" y="23685"/>
                </a:lnTo>
                <a:lnTo>
                  <a:pt x="154322" y="51960"/>
                </a:lnTo>
                <a:lnTo>
                  <a:pt x="138623" y="51960"/>
                </a:lnTo>
                <a:lnTo>
                  <a:pt x="147619" y="734"/>
                </a:lnTo>
                <a:lnTo>
                  <a:pt x="163318" y="734"/>
                </a:lnTo>
                <a:lnTo>
                  <a:pt x="162124" y="7619"/>
                </a:lnTo>
                <a:cubicBezTo>
                  <a:pt x="164144" y="5354"/>
                  <a:pt x="166608" y="3549"/>
                  <a:pt x="169515" y="2203"/>
                </a:cubicBezTo>
                <a:cubicBezTo>
                  <a:pt x="172422" y="857"/>
                  <a:pt x="175558" y="184"/>
                  <a:pt x="178924" y="184"/>
                </a:cubicBezTo>
                <a:close/>
                <a:moveTo>
                  <a:pt x="223173" y="26255"/>
                </a:moveTo>
                <a:cubicBezTo>
                  <a:pt x="224092" y="20992"/>
                  <a:pt x="225897" y="16371"/>
                  <a:pt x="228590" y="12393"/>
                </a:cubicBezTo>
                <a:cubicBezTo>
                  <a:pt x="231283" y="8415"/>
                  <a:pt x="234527" y="5355"/>
                  <a:pt x="238321" y="3213"/>
                </a:cubicBezTo>
                <a:cubicBezTo>
                  <a:pt x="242116" y="1071"/>
                  <a:pt x="246124" y="0"/>
                  <a:pt x="250347" y="0"/>
                </a:cubicBezTo>
                <a:cubicBezTo>
                  <a:pt x="253958" y="0"/>
                  <a:pt x="256988" y="734"/>
                  <a:pt x="259436" y="2203"/>
                </a:cubicBezTo>
                <a:cubicBezTo>
                  <a:pt x="261884" y="3672"/>
                  <a:pt x="263659" y="5599"/>
                  <a:pt x="264760" y="7986"/>
                </a:cubicBezTo>
                <a:lnTo>
                  <a:pt x="266046" y="734"/>
                </a:lnTo>
                <a:lnTo>
                  <a:pt x="281744" y="734"/>
                </a:lnTo>
                <a:lnTo>
                  <a:pt x="272655" y="51960"/>
                </a:lnTo>
                <a:lnTo>
                  <a:pt x="256958" y="51960"/>
                </a:lnTo>
                <a:lnTo>
                  <a:pt x="258335" y="44708"/>
                </a:lnTo>
                <a:cubicBezTo>
                  <a:pt x="256376" y="47095"/>
                  <a:pt x="253897" y="49023"/>
                  <a:pt x="250898" y="50492"/>
                </a:cubicBezTo>
                <a:cubicBezTo>
                  <a:pt x="247899" y="51960"/>
                  <a:pt x="244594" y="52694"/>
                  <a:pt x="240983" y="52694"/>
                </a:cubicBezTo>
                <a:cubicBezTo>
                  <a:pt x="237372" y="52694"/>
                  <a:pt x="234175" y="51868"/>
                  <a:pt x="231390" y="50216"/>
                </a:cubicBezTo>
                <a:cubicBezTo>
                  <a:pt x="228605" y="48563"/>
                  <a:pt x="226448" y="46222"/>
                  <a:pt x="224917" y="43193"/>
                </a:cubicBezTo>
                <a:cubicBezTo>
                  <a:pt x="223387" y="40163"/>
                  <a:pt x="222622" y="36598"/>
                  <a:pt x="222622" y="32497"/>
                </a:cubicBezTo>
                <a:cubicBezTo>
                  <a:pt x="222622" y="30539"/>
                  <a:pt x="222806" y="28458"/>
                  <a:pt x="223173" y="26255"/>
                </a:cubicBezTo>
                <a:moveTo>
                  <a:pt x="261548" y="26346"/>
                </a:moveTo>
                <a:cubicBezTo>
                  <a:pt x="261731" y="25245"/>
                  <a:pt x="261823" y="24236"/>
                  <a:pt x="261823" y="23318"/>
                </a:cubicBezTo>
                <a:cubicBezTo>
                  <a:pt x="261823" y="20319"/>
                  <a:pt x="260950" y="17963"/>
                  <a:pt x="259206" y="16249"/>
                </a:cubicBezTo>
                <a:cubicBezTo>
                  <a:pt x="257462" y="14535"/>
                  <a:pt x="255244" y="13678"/>
                  <a:pt x="252551" y="13678"/>
                </a:cubicBezTo>
                <a:cubicBezTo>
                  <a:pt x="249430" y="13678"/>
                  <a:pt x="246584" y="14795"/>
                  <a:pt x="244013" y="17030"/>
                </a:cubicBezTo>
                <a:cubicBezTo>
                  <a:pt x="241443" y="19263"/>
                  <a:pt x="239821" y="22339"/>
                  <a:pt x="239148" y="26255"/>
                </a:cubicBezTo>
                <a:cubicBezTo>
                  <a:pt x="238964" y="27357"/>
                  <a:pt x="238872" y="28367"/>
                  <a:pt x="238872" y="29285"/>
                </a:cubicBezTo>
                <a:cubicBezTo>
                  <a:pt x="238872" y="32284"/>
                  <a:pt x="239744" y="34656"/>
                  <a:pt x="241488" y="36400"/>
                </a:cubicBezTo>
                <a:cubicBezTo>
                  <a:pt x="243233" y="38144"/>
                  <a:pt x="245421" y="39015"/>
                  <a:pt x="248053" y="39015"/>
                </a:cubicBezTo>
                <a:cubicBezTo>
                  <a:pt x="251174" y="39015"/>
                  <a:pt x="254019" y="37884"/>
                  <a:pt x="256589" y="35620"/>
                </a:cubicBezTo>
                <a:cubicBezTo>
                  <a:pt x="259160" y="33355"/>
                  <a:pt x="260813" y="30264"/>
                  <a:pt x="261548" y="26346"/>
                </a:cubicBezTo>
                <a:close/>
                <a:moveTo>
                  <a:pt x="324341" y="184"/>
                </a:moveTo>
                <a:cubicBezTo>
                  <a:pt x="329482" y="184"/>
                  <a:pt x="333521" y="1622"/>
                  <a:pt x="336459" y="4498"/>
                </a:cubicBezTo>
                <a:cubicBezTo>
                  <a:pt x="339397" y="7374"/>
                  <a:pt x="340866" y="11383"/>
                  <a:pt x="340866" y="16524"/>
                </a:cubicBezTo>
                <a:cubicBezTo>
                  <a:pt x="340866" y="18238"/>
                  <a:pt x="340682" y="20074"/>
                  <a:pt x="340314" y="22032"/>
                </a:cubicBezTo>
                <a:lnTo>
                  <a:pt x="334990" y="51960"/>
                </a:lnTo>
                <a:lnTo>
                  <a:pt x="319383" y="51960"/>
                </a:lnTo>
                <a:lnTo>
                  <a:pt x="324341" y="24144"/>
                </a:lnTo>
                <a:cubicBezTo>
                  <a:pt x="324525" y="23103"/>
                  <a:pt x="324617" y="22185"/>
                  <a:pt x="324617" y="21390"/>
                </a:cubicBezTo>
                <a:cubicBezTo>
                  <a:pt x="324617" y="18819"/>
                  <a:pt x="323898" y="16830"/>
                  <a:pt x="322459" y="15423"/>
                </a:cubicBezTo>
                <a:cubicBezTo>
                  <a:pt x="321021" y="14015"/>
                  <a:pt x="319017" y="13310"/>
                  <a:pt x="316446" y="13310"/>
                </a:cubicBezTo>
                <a:cubicBezTo>
                  <a:pt x="313385" y="13310"/>
                  <a:pt x="310815" y="14259"/>
                  <a:pt x="308734" y="16157"/>
                </a:cubicBezTo>
                <a:cubicBezTo>
                  <a:pt x="306654" y="18055"/>
                  <a:pt x="305307" y="20717"/>
                  <a:pt x="304694" y="24144"/>
                </a:cubicBezTo>
                <a:lnTo>
                  <a:pt x="304694" y="23685"/>
                </a:lnTo>
                <a:lnTo>
                  <a:pt x="299738" y="51960"/>
                </a:lnTo>
                <a:lnTo>
                  <a:pt x="284039" y="51960"/>
                </a:lnTo>
                <a:lnTo>
                  <a:pt x="293035" y="734"/>
                </a:lnTo>
                <a:lnTo>
                  <a:pt x="308734" y="734"/>
                </a:lnTo>
                <a:lnTo>
                  <a:pt x="307541" y="7619"/>
                </a:lnTo>
                <a:cubicBezTo>
                  <a:pt x="309561" y="5354"/>
                  <a:pt x="312024" y="3549"/>
                  <a:pt x="314931" y="2203"/>
                </a:cubicBezTo>
                <a:cubicBezTo>
                  <a:pt x="317839" y="857"/>
                  <a:pt x="320975" y="184"/>
                  <a:pt x="324341" y="184"/>
                </a:cubicBezTo>
                <a:close/>
                <a:moveTo>
                  <a:pt x="374373" y="52694"/>
                </a:moveTo>
                <a:cubicBezTo>
                  <a:pt x="371926" y="52694"/>
                  <a:pt x="369983" y="52036"/>
                  <a:pt x="368545" y="50721"/>
                </a:cubicBezTo>
                <a:cubicBezTo>
                  <a:pt x="367107" y="49405"/>
                  <a:pt x="366387" y="47737"/>
                  <a:pt x="366387" y="45718"/>
                </a:cubicBezTo>
                <a:cubicBezTo>
                  <a:pt x="366387" y="42903"/>
                  <a:pt x="367443" y="40516"/>
                  <a:pt x="369555" y="38557"/>
                </a:cubicBezTo>
                <a:cubicBezTo>
                  <a:pt x="371666" y="36599"/>
                  <a:pt x="374282" y="35620"/>
                  <a:pt x="377403" y="35620"/>
                </a:cubicBezTo>
                <a:cubicBezTo>
                  <a:pt x="379790" y="35620"/>
                  <a:pt x="381688" y="36278"/>
                  <a:pt x="383095" y="37594"/>
                </a:cubicBezTo>
                <a:cubicBezTo>
                  <a:pt x="384502" y="38909"/>
                  <a:pt x="385206" y="40608"/>
                  <a:pt x="385206" y="42688"/>
                </a:cubicBezTo>
                <a:cubicBezTo>
                  <a:pt x="385206" y="45442"/>
                  <a:pt x="384150" y="47798"/>
                  <a:pt x="382039" y="49757"/>
                </a:cubicBezTo>
                <a:cubicBezTo>
                  <a:pt x="379928" y="51715"/>
                  <a:pt x="377373" y="52694"/>
                  <a:pt x="374373" y="52694"/>
                </a:cubicBezTo>
                <a:close/>
                <a:moveTo>
                  <a:pt x="400262" y="52694"/>
                </a:moveTo>
                <a:cubicBezTo>
                  <a:pt x="397814" y="52694"/>
                  <a:pt x="395871" y="52036"/>
                  <a:pt x="394433" y="50721"/>
                </a:cubicBezTo>
                <a:cubicBezTo>
                  <a:pt x="392995" y="49405"/>
                  <a:pt x="392276" y="47737"/>
                  <a:pt x="392276" y="45718"/>
                </a:cubicBezTo>
                <a:cubicBezTo>
                  <a:pt x="392276" y="42903"/>
                  <a:pt x="393332" y="40516"/>
                  <a:pt x="395443" y="38557"/>
                </a:cubicBezTo>
                <a:cubicBezTo>
                  <a:pt x="397555" y="36599"/>
                  <a:pt x="400171" y="35620"/>
                  <a:pt x="403292" y="35620"/>
                </a:cubicBezTo>
                <a:cubicBezTo>
                  <a:pt x="405679" y="35620"/>
                  <a:pt x="407576" y="36278"/>
                  <a:pt x="408983" y="37594"/>
                </a:cubicBezTo>
                <a:cubicBezTo>
                  <a:pt x="410391" y="38909"/>
                  <a:pt x="411094" y="40608"/>
                  <a:pt x="411094" y="42688"/>
                </a:cubicBezTo>
                <a:cubicBezTo>
                  <a:pt x="411094" y="45442"/>
                  <a:pt x="410039" y="47798"/>
                  <a:pt x="407927" y="49757"/>
                </a:cubicBezTo>
                <a:cubicBezTo>
                  <a:pt x="405817" y="51715"/>
                  <a:pt x="403262" y="52694"/>
                  <a:pt x="400262" y="52694"/>
                </a:cubicBezTo>
                <a:close/>
                <a:moveTo>
                  <a:pt x="426151" y="52694"/>
                </a:moveTo>
                <a:cubicBezTo>
                  <a:pt x="423703" y="52694"/>
                  <a:pt x="421760" y="52036"/>
                  <a:pt x="420322" y="50721"/>
                </a:cubicBezTo>
                <a:cubicBezTo>
                  <a:pt x="418884" y="49405"/>
                  <a:pt x="418165" y="47737"/>
                  <a:pt x="418165" y="45718"/>
                </a:cubicBezTo>
                <a:cubicBezTo>
                  <a:pt x="418165" y="42903"/>
                  <a:pt x="419220" y="40516"/>
                  <a:pt x="421332" y="38557"/>
                </a:cubicBezTo>
                <a:cubicBezTo>
                  <a:pt x="423443" y="36599"/>
                  <a:pt x="426060" y="35620"/>
                  <a:pt x="429181" y="35620"/>
                </a:cubicBezTo>
                <a:cubicBezTo>
                  <a:pt x="431568" y="35620"/>
                  <a:pt x="433465" y="36278"/>
                  <a:pt x="434872" y="37594"/>
                </a:cubicBezTo>
                <a:cubicBezTo>
                  <a:pt x="436279" y="38909"/>
                  <a:pt x="436983" y="40608"/>
                  <a:pt x="436983" y="42688"/>
                </a:cubicBezTo>
                <a:cubicBezTo>
                  <a:pt x="436983" y="45442"/>
                  <a:pt x="435927" y="47798"/>
                  <a:pt x="433816" y="49757"/>
                </a:cubicBezTo>
                <a:cubicBezTo>
                  <a:pt x="431705" y="51715"/>
                  <a:pt x="429150" y="52694"/>
                  <a:pt x="426151" y="526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bd92a21994af6"/>
          <a:stretch xmlns:a="http://schemas.openxmlformats.org/drawingml/2006/main"/>
        </p:blipFill>
        <p:spPr>
          <a:xfrm xmlns:a="http://schemas.openxmlformats.org/drawingml/2006/main">
            <a:off x="1941557" y="247042"/>
            <a:ext cx="1625699" cy="1001751"/>
          </a:xfrm>
          <a:prstGeom xmlns:a="http://schemas.openxmlformats.org/drawingml/2006/main" prst="rect">
            <a:avLst/>
          </a:prstGeom>
        </p:spPr>
      </p:pic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A16513-DEF6-454A-86AA-6BA25C8D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586" y="324501"/>
            <a:ext cx="1403640" cy="777980"/>
          </a:xfrm>
          <a:custGeom xmlns:a="http://schemas.openxmlformats.org/drawingml/2006/main">
            <a:pathLst>
              <a:path w="1403640" h="777980">
                <a:moveTo>
                  <a:pt x="0" y="65327"/>
                </a:moveTo>
                <a:lnTo>
                  <a:pt x="0" y="65327"/>
                </a:lnTo>
                <a:cubicBezTo>
                  <a:pt x="0" y="29248"/>
                  <a:pt x="29248" y="0"/>
                  <a:pt x="65327" y="0"/>
                </a:cubicBezTo>
                <a:lnTo>
                  <a:pt x="1338313" y="0"/>
                </a:lnTo>
                <a:cubicBezTo>
                  <a:pt x="1355639" y="0"/>
                  <a:pt x="1372255" y="6883"/>
                  <a:pt x="1384507" y="19134"/>
                </a:cubicBezTo>
                <a:cubicBezTo>
                  <a:pt x="1396758" y="31385"/>
                  <a:pt x="1403640" y="48001"/>
                  <a:pt x="1403640" y="65327"/>
                </a:cubicBezTo>
                <a:lnTo>
                  <a:pt x="1403640" y="712653"/>
                </a:lnTo>
                <a:cubicBezTo>
                  <a:pt x="1403640" y="748732"/>
                  <a:pt x="1374392" y="777980"/>
                  <a:pt x="1338313" y="777980"/>
                </a:cubicBezTo>
                <a:lnTo>
                  <a:pt x="65327" y="777980"/>
                </a:lnTo>
                <a:cubicBezTo>
                  <a:pt x="29248" y="777980"/>
                  <a:pt x="0" y="748732"/>
                  <a:pt x="0" y="712653"/>
                </a:cubicBezTo>
                <a:lnTo>
                  <a:pt x="0" y="65327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078F0E-84B0-4575-AD49-CD9E0F7F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586" y="324501"/>
            <a:ext cx="1403640" cy="777980"/>
          </a:xfrm>
          <a:custGeom xmlns:a="http://schemas.openxmlformats.org/drawingml/2006/main">
            <a:pathLst>
              <a:path w="1403640" h="777980" fill="none">
                <a:moveTo>
                  <a:pt x="0" y="65327"/>
                </a:moveTo>
                <a:lnTo>
                  <a:pt x="0" y="65327"/>
                </a:lnTo>
                <a:cubicBezTo>
                  <a:pt x="0" y="29248"/>
                  <a:pt x="29248" y="0"/>
                  <a:pt x="65327" y="0"/>
                </a:cubicBezTo>
                <a:lnTo>
                  <a:pt x="1338313" y="0"/>
                </a:lnTo>
                <a:cubicBezTo>
                  <a:pt x="1355639" y="0"/>
                  <a:pt x="1372255" y="6883"/>
                  <a:pt x="1384507" y="19134"/>
                </a:cubicBezTo>
                <a:cubicBezTo>
                  <a:pt x="1396758" y="31385"/>
                  <a:pt x="1403640" y="48001"/>
                  <a:pt x="1403640" y="65327"/>
                </a:cubicBezTo>
                <a:lnTo>
                  <a:pt x="1403640" y="712653"/>
                </a:lnTo>
                <a:cubicBezTo>
                  <a:pt x="1403640" y="748732"/>
                  <a:pt x="1374392" y="777980"/>
                  <a:pt x="1338313" y="777980"/>
                </a:cubicBezTo>
                <a:lnTo>
                  <a:pt x="65327" y="777980"/>
                </a:lnTo>
                <a:cubicBezTo>
                  <a:pt x="29248" y="777980"/>
                  <a:pt x="0" y="748732"/>
                  <a:pt x="0" y="712653"/>
                </a:cubicBezTo>
                <a:lnTo>
                  <a:pt x="0" y="6532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213" cap="flat">
            <a:solidFill>
              <a:srgbClr val="CC0000"/>
            </a:solidFill>
            <a:round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C732D3-67B9-4331-AF2C-FA899F9C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100" y="217743"/>
            <a:ext cx="1049610" cy="528593"/>
          </a:xfrm>
          <a:custGeom xmlns:a="http://schemas.openxmlformats.org/drawingml/2006/main">
            <a:pathLst>
              <a:path w="1049610" h="528593">
                <a:moveTo>
                  <a:pt x="0" y="0"/>
                </a:moveTo>
                <a:lnTo>
                  <a:pt x="1049610" y="0"/>
                </a:lnTo>
                <a:lnTo>
                  <a:pt x="1049610" y="528593"/>
                </a:lnTo>
                <a:lnTo>
                  <a:pt x="0" y="5285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Text Issue:">
            <a:extLst xmlns:a="http://schemas.openxmlformats.org/drawingml/2006/main">
              <a:ext uri="{FF2B5EF4-FFF2-40B4-BE49-F238E27FC236}">
                <a16:creationId xmlns:a16="http://schemas.microsoft.com/office/drawing/2014/main" id="{628DE3EB-FB1A-402A-A636-CDB2938A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979" y="414111"/>
            <a:ext cx="486869" cy="114386"/>
          </a:xfrm>
          <a:custGeom xmlns:a="http://schemas.openxmlformats.org/drawingml/2006/main">
            <a:pathLst>
              <a:path w="486869" h="114386">
                <a:moveTo>
                  <a:pt x="27473" y="0"/>
                </a:moveTo>
                <a:lnTo>
                  <a:pt x="27473" y="112780"/>
                </a:lnTo>
                <a:lnTo>
                  <a:pt x="0" y="112780"/>
                </a:lnTo>
                <a:lnTo>
                  <a:pt x="0" y="0"/>
                </a:lnTo>
                <a:lnTo>
                  <a:pt x="27473" y="0"/>
                </a:lnTo>
                <a:close/>
                <a:moveTo>
                  <a:pt x="83863" y="114064"/>
                </a:moveTo>
                <a:cubicBezTo>
                  <a:pt x="76045" y="114064"/>
                  <a:pt x="69083" y="112726"/>
                  <a:pt x="62977" y="110049"/>
                </a:cubicBezTo>
                <a:cubicBezTo>
                  <a:pt x="56873" y="107370"/>
                  <a:pt x="52054" y="103702"/>
                  <a:pt x="48519" y="99045"/>
                </a:cubicBezTo>
                <a:cubicBezTo>
                  <a:pt x="44984" y="94385"/>
                  <a:pt x="43002" y="89164"/>
                  <a:pt x="42574" y="83380"/>
                </a:cubicBezTo>
                <a:lnTo>
                  <a:pt x="69726" y="83380"/>
                </a:lnTo>
                <a:cubicBezTo>
                  <a:pt x="70046" y="86485"/>
                  <a:pt x="71492" y="89002"/>
                  <a:pt x="74063" y="90930"/>
                </a:cubicBezTo>
                <a:cubicBezTo>
                  <a:pt x="76633" y="92859"/>
                  <a:pt x="79793" y="93823"/>
                  <a:pt x="83542" y="93823"/>
                </a:cubicBezTo>
                <a:cubicBezTo>
                  <a:pt x="86969" y="93823"/>
                  <a:pt x="89620" y="93154"/>
                  <a:pt x="91495" y="91815"/>
                </a:cubicBezTo>
                <a:cubicBezTo>
                  <a:pt x="93369" y="90475"/>
                  <a:pt x="94306" y="88735"/>
                  <a:pt x="94306" y="86594"/>
                </a:cubicBezTo>
                <a:cubicBezTo>
                  <a:pt x="94306" y="84023"/>
                  <a:pt x="92967" y="82122"/>
                  <a:pt x="90289" y="80889"/>
                </a:cubicBezTo>
                <a:cubicBezTo>
                  <a:pt x="87612" y="79657"/>
                  <a:pt x="83274" y="78292"/>
                  <a:pt x="77276" y="76793"/>
                </a:cubicBezTo>
                <a:cubicBezTo>
                  <a:pt x="70850" y="75293"/>
                  <a:pt x="65495" y="73713"/>
                  <a:pt x="61210" y="72055"/>
                </a:cubicBezTo>
                <a:cubicBezTo>
                  <a:pt x="56926" y="70394"/>
                  <a:pt x="53231" y="67770"/>
                  <a:pt x="50124" y="64183"/>
                </a:cubicBezTo>
                <a:cubicBezTo>
                  <a:pt x="47019" y="60594"/>
                  <a:pt x="45467" y="55747"/>
                  <a:pt x="45467" y="49641"/>
                </a:cubicBezTo>
                <a:cubicBezTo>
                  <a:pt x="45467" y="44501"/>
                  <a:pt x="46885" y="39816"/>
                  <a:pt x="49722" y="35585"/>
                </a:cubicBezTo>
                <a:cubicBezTo>
                  <a:pt x="52561" y="31354"/>
                  <a:pt x="56738" y="28007"/>
                  <a:pt x="62254" y="25544"/>
                </a:cubicBezTo>
                <a:cubicBezTo>
                  <a:pt x="67770" y="23081"/>
                  <a:pt x="74330" y="21849"/>
                  <a:pt x="81934" y="21849"/>
                </a:cubicBezTo>
                <a:cubicBezTo>
                  <a:pt x="93181" y="21849"/>
                  <a:pt x="102045" y="24634"/>
                  <a:pt x="108525" y="30204"/>
                </a:cubicBezTo>
                <a:cubicBezTo>
                  <a:pt x="115005" y="35772"/>
                  <a:pt x="118726" y="43161"/>
                  <a:pt x="119688" y="52372"/>
                </a:cubicBezTo>
                <a:lnTo>
                  <a:pt x="94306" y="52372"/>
                </a:lnTo>
                <a:cubicBezTo>
                  <a:pt x="93878" y="49267"/>
                  <a:pt x="92513" y="46804"/>
                  <a:pt x="90210" y="44984"/>
                </a:cubicBezTo>
                <a:cubicBezTo>
                  <a:pt x="87907" y="43163"/>
                  <a:pt x="84882" y="42253"/>
                  <a:pt x="81132" y="42253"/>
                </a:cubicBezTo>
                <a:cubicBezTo>
                  <a:pt x="77919" y="42253"/>
                  <a:pt x="75456" y="42869"/>
                  <a:pt x="73741" y="44101"/>
                </a:cubicBezTo>
                <a:cubicBezTo>
                  <a:pt x="72029" y="45332"/>
                  <a:pt x="71172" y="47018"/>
                  <a:pt x="71172" y="49161"/>
                </a:cubicBezTo>
                <a:cubicBezTo>
                  <a:pt x="71172" y="51731"/>
                  <a:pt x="72538" y="53659"/>
                  <a:pt x="75269" y="54944"/>
                </a:cubicBezTo>
                <a:cubicBezTo>
                  <a:pt x="78000" y="56228"/>
                  <a:pt x="82257" y="57514"/>
                  <a:pt x="88041" y="58800"/>
                </a:cubicBezTo>
                <a:cubicBezTo>
                  <a:pt x="94681" y="60512"/>
                  <a:pt x="100089" y="62199"/>
                  <a:pt x="104266" y="63859"/>
                </a:cubicBezTo>
                <a:cubicBezTo>
                  <a:pt x="108444" y="65520"/>
                  <a:pt x="112112" y="68198"/>
                  <a:pt x="115271" y="71893"/>
                </a:cubicBezTo>
                <a:cubicBezTo>
                  <a:pt x="118432" y="75588"/>
                  <a:pt x="120065" y="80541"/>
                  <a:pt x="120171" y="86753"/>
                </a:cubicBezTo>
                <a:cubicBezTo>
                  <a:pt x="120171" y="92001"/>
                  <a:pt x="118699" y="96687"/>
                  <a:pt x="115754" y="100812"/>
                </a:cubicBezTo>
                <a:cubicBezTo>
                  <a:pt x="112809" y="104935"/>
                  <a:pt x="108578" y="108175"/>
                  <a:pt x="103060" y="110532"/>
                </a:cubicBezTo>
                <a:cubicBezTo>
                  <a:pt x="97545" y="112887"/>
                  <a:pt x="91146" y="114064"/>
                  <a:pt x="83863" y="114064"/>
                </a:cubicBezTo>
                <a:close/>
                <a:moveTo>
                  <a:pt x="173509" y="114064"/>
                </a:moveTo>
                <a:cubicBezTo>
                  <a:pt x="165691" y="114064"/>
                  <a:pt x="158729" y="112726"/>
                  <a:pt x="152623" y="110049"/>
                </a:cubicBezTo>
                <a:cubicBezTo>
                  <a:pt x="146519" y="107370"/>
                  <a:pt x="141700" y="103702"/>
                  <a:pt x="138165" y="99045"/>
                </a:cubicBezTo>
                <a:cubicBezTo>
                  <a:pt x="134630" y="94385"/>
                  <a:pt x="132648" y="89164"/>
                  <a:pt x="132220" y="83380"/>
                </a:cubicBezTo>
                <a:lnTo>
                  <a:pt x="159372" y="83380"/>
                </a:lnTo>
                <a:cubicBezTo>
                  <a:pt x="159692" y="86485"/>
                  <a:pt x="161138" y="89002"/>
                  <a:pt x="163709" y="90930"/>
                </a:cubicBezTo>
                <a:cubicBezTo>
                  <a:pt x="166279" y="92859"/>
                  <a:pt x="169439" y="93823"/>
                  <a:pt x="173188" y="93823"/>
                </a:cubicBezTo>
                <a:cubicBezTo>
                  <a:pt x="176615" y="93823"/>
                  <a:pt x="179266" y="93154"/>
                  <a:pt x="181141" y="91815"/>
                </a:cubicBezTo>
                <a:cubicBezTo>
                  <a:pt x="183015" y="90475"/>
                  <a:pt x="183952" y="88735"/>
                  <a:pt x="183952" y="86594"/>
                </a:cubicBezTo>
                <a:cubicBezTo>
                  <a:pt x="183952" y="84023"/>
                  <a:pt x="182613" y="82122"/>
                  <a:pt x="179935" y="80889"/>
                </a:cubicBezTo>
                <a:cubicBezTo>
                  <a:pt x="177258" y="79657"/>
                  <a:pt x="172920" y="78292"/>
                  <a:pt x="166923" y="76793"/>
                </a:cubicBezTo>
                <a:cubicBezTo>
                  <a:pt x="160497" y="75293"/>
                  <a:pt x="155141" y="73713"/>
                  <a:pt x="150856" y="72055"/>
                </a:cubicBezTo>
                <a:cubicBezTo>
                  <a:pt x="146572" y="70394"/>
                  <a:pt x="142877" y="67770"/>
                  <a:pt x="139771" y="64183"/>
                </a:cubicBezTo>
                <a:cubicBezTo>
                  <a:pt x="136665" y="60594"/>
                  <a:pt x="135113" y="55747"/>
                  <a:pt x="135113" y="49641"/>
                </a:cubicBezTo>
                <a:cubicBezTo>
                  <a:pt x="135113" y="44501"/>
                  <a:pt x="136531" y="39816"/>
                  <a:pt x="139369" y="35585"/>
                </a:cubicBezTo>
                <a:cubicBezTo>
                  <a:pt x="142207" y="31354"/>
                  <a:pt x="146385" y="28007"/>
                  <a:pt x="151900" y="25544"/>
                </a:cubicBezTo>
                <a:cubicBezTo>
                  <a:pt x="157416" y="23081"/>
                  <a:pt x="163976" y="21849"/>
                  <a:pt x="171580" y="21849"/>
                </a:cubicBezTo>
                <a:cubicBezTo>
                  <a:pt x="182827" y="21849"/>
                  <a:pt x="191691" y="24634"/>
                  <a:pt x="198171" y="30204"/>
                </a:cubicBezTo>
                <a:cubicBezTo>
                  <a:pt x="204651" y="35772"/>
                  <a:pt x="208372" y="43161"/>
                  <a:pt x="209334" y="52372"/>
                </a:cubicBezTo>
                <a:lnTo>
                  <a:pt x="183952" y="52372"/>
                </a:lnTo>
                <a:cubicBezTo>
                  <a:pt x="183524" y="49267"/>
                  <a:pt x="182159" y="46804"/>
                  <a:pt x="179856" y="44984"/>
                </a:cubicBezTo>
                <a:cubicBezTo>
                  <a:pt x="177553" y="43163"/>
                  <a:pt x="174528" y="42253"/>
                  <a:pt x="170779" y="42253"/>
                </a:cubicBezTo>
                <a:cubicBezTo>
                  <a:pt x="167566" y="42253"/>
                  <a:pt x="165102" y="42869"/>
                  <a:pt x="163388" y="44101"/>
                </a:cubicBezTo>
                <a:cubicBezTo>
                  <a:pt x="161675" y="45332"/>
                  <a:pt x="160818" y="47018"/>
                  <a:pt x="160818" y="49161"/>
                </a:cubicBezTo>
                <a:cubicBezTo>
                  <a:pt x="160818" y="51731"/>
                  <a:pt x="162184" y="53659"/>
                  <a:pt x="164915" y="54944"/>
                </a:cubicBezTo>
                <a:cubicBezTo>
                  <a:pt x="167646" y="56228"/>
                  <a:pt x="171903" y="57514"/>
                  <a:pt x="177687" y="58800"/>
                </a:cubicBezTo>
                <a:cubicBezTo>
                  <a:pt x="184327" y="60512"/>
                  <a:pt x="189735" y="62199"/>
                  <a:pt x="193913" y="63859"/>
                </a:cubicBezTo>
                <a:cubicBezTo>
                  <a:pt x="198090" y="65520"/>
                  <a:pt x="201758" y="68198"/>
                  <a:pt x="204917" y="71893"/>
                </a:cubicBezTo>
                <a:cubicBezTo>
                  <a:pt x="208078" y="75588"/>
                  <a:pt x="209711" y="80541"/>
                  <a:pt x="209817" y="86753"/>
                </a:cubicBezTo>
                <a:cubicBezTo>
                  <a:pt x="209817" y="92001"/>
                  <a:pt x="208345" y="96687"/>
                  <a:pt x="205400" y="100812"/>
                </a:cubicBezTo>
                <a:cubicBezTo>
                  <a:pt x="202455" y="104935"/>
                  <a:pt x="198224" y="108175"/>
                  <a:pt x="192707" y="110532"/>
                </a:cubicBezTo>
                <a:cubicBezTo>
                  <a:pt x="187191" y="112887"/>
                  <a:pt x="180792" y="114064"/>
                  <a:pt x="173509" y="114064"/>
                </a:cubicBezTo>
                <a:close/>
                <a:moveTo>
                  <a:pt x="315209" y="23134"/>
                </a:moveTo>
                <a:lnTo>
                  <a:pt x="315209" y="112780"/>
                </a:lnTo>
                <a:lnTo>
                  <a:pt x="287736" y="112780"/>
                </a:lnTo>
                <a:lnTo>
                  <a:pt x="287736" y="100569"/>
                </a:lnTo>
                <a:cubicBezTo>
                  <a:pt x="284951" y="104533"/>
                  <a:pt x="281175" y="107719"/>
                  <a:pt x="276408" y="110130"/>
                </a:cubicBezTo>
                <a:cubicBezTo>
                  <a:pt x="271642" y="112539"/>
                  <a:pt x="266368" y="113743"/>
                  <a:pt x="260584" y="113743"/>
                </a:cubicBezTo>
                <a:cubicBezTo>
                  <a:pt x="253730" y="113743"/>
                  <a:pt x="247678" y="112218"/>
                  <a:pt x="242429" y="109167"/>
                </a:cubicBezTo>
                <a:cubicBezTo>
                  <a:pt x="237181" y="106114"/>
                  <a:pt x="233112" y="101695"/>
                  <a:pt x="230221" y="95912"/>
                </a:cubicBezTo>
                <a:cubicBezTo>
                  <a:pt x="227330" y="90128"/>
                  <a:pt x="225884" y="83327"/>
                  <a:pt x="225884" y="75509"/>
                </a:cubicBezTo>
                <a:lnTo>
                  <a:pt x="225884" y="23134"/>
                </a:lnTo>
                <a:lnTo>
                  <a:pt x="253195" y="23134"/>
                </a:lnTo>
                <a:lnTo>
                  <a:pt x="253195" y="71812"/>
                </a:lnTo>
                <a:cubicBezTo>
                  <a:pt x="253195" y="77810"/>
                  <a:pt x="254748" y="82469"/>
                  <a:pt x="257853" y="85790"/>
                </a:cubicBezTo>
                <a:cubicBezTo>
                  <a:pt x="260960" y="89111"/>
                  <a:pt x="265137" y="90771"/>
                  <a:pt x="270385" y="90771"/>
                </a:cubicBezTo>
                <a:cubicBezTo>
                  <a:pt x="275740" y="90771"/>
                  <a:pt x="279971" y="89111"/>
                  <a:pt x="283076" y="85790"/>
                </a:cubicBezTo>
                <a:cubicBezTo>
                  <a:pt x="286183" y="82469"/>
                  <a:pt x="287736" y="77810"/>
                  <a:pt x="287736" y="71812"/>
                </a:cubicBezTo>
                <a:lnTo>
                  <a:pt x="287736" y="23134"/>
                </a:lnTo>
                <a:lnTo>
                  <a:pt x="315209" y="23134"/>
                </a:lnTo>
                <a:close/>
                <a:moveTo>
                  <a:pt x="419473" y="66512"/>
                </a:moveTo>
                <a:cubicBezTo>
                  <a:pt x="419473" y="69081"/>
                  <a:pt x="419313" y="71758"/>
                  <a:pt x="418993" y="74543"/>
                </a:cubicBezTo>
                <a:lnTo>
                  <a:pt x="356817" y="74543"/>
                </a:lnTo>
                <a:cubicBezTo>
                  <a:pt x="357246" y="80112"/>
                  <a:pt x="359039" y="84370"/>
                  <a:pt x="362198" y="87317"/>
                </a:cubicBezTo>
                <a:cubicBezTo>
                  <a:pt x="365359" y="90262"/>
                  <a:pt x="369242" y="91734"/>
                  <a:pt x="373847" y="91734"/>
                </a:cubicBezTo>
                <a:cubicBezTo>
                  <a:pt x="380702" y="91734"/>
                  <a:pt x="385468" y="88843"/>
                  <a:pt x="388146" y="83059"/>
                </a:cubicBezTo>
                <a:lnTo>
                  <a:pt x="417385" y="83059"/>
                </a:lnTo>
                <a:cubicBezTo>
                  <a:pt x="415886" y="88949"/>
                  <a:pt x="413182" y="94250"/>
                  <a:pt x="409273" y="98964"/>
                </a:cubicBezTo>
                <a:cubicBezTo>
                  <a:pt x="405364" y="103675"/>
                  <a:pt x="400463" y="107370"/>
                  <a:pt x="394572" y="110049"/>
                </a:cubicBezTo>
                <a:cubicBezTo>
                  <a:pt x="388682" y="112726"/>
                  <a:pt x="382095" y="114064"/>
                  <a:pt x="374811" y="114064"/>
                </a:cubicBezTo>
                <a:cubicBezTo>
                  <a:pt x="366028" y="114064"/>
                  <a:pt x="358210" y="112191"/>
                  <a:pt x="351356" y="108443"/>
                </a:cubicBezTo>
                <a:cubicBezTo>
                  <a:pt x="344501" y="104694"/>
                  <a:pt x="339146" y="99339"/>
                  <a:pt x="335289" y="92377"/>
                </a:cubicBezTo>
                <a:cubicBezTo>
                  <a:pt x="331434" y="85415"/>
                  <a:pt x="329506" y="77274"/>
                  <a:pt x="329506" y="67956"/>
                </a:cubicBezTo>
                <a:cubicBezTo>
                  <a:pt x="329506" y="58639"/>
                  <a:pt x="331407" y="50499"/>
                  <a:pt x="335208" y="43537"/>
                </a:cubicBezTo>
                <a:cubicBezTo>
                  <a:pt x="339011" y="36575"/>
                  <a:pt x="344340" y="31220"/>
                  <a:pt x="351194" y="27473"/>
                </a:cubicBezTo>
                <a:cubicBezTo>
                  <a:pt x="358050" y="23724"/>
                  <a:pt x="365922" y="21849"/>
                  <a:pt x="374811" y="21849"/>
                </a:cubicBezTo>
                <a:cubicBezTo>
                  <a:pt x="383487" y="21849"/>
                  <a:pt x="391199" y="23670"/>
                  <a:pt x="397945" y="27311"/>
                </a:cubicBezTo>
                <a:cubicBezTo>
                  <a:pt x="404693" y="30952"/>
                  <a:pt x="409967" y="36147"/>
                  <a:pt x="413769" y="42895"/>
                </a:cubicBezTo>
                <a:cubicBezTo>
                  <a:pt x="417572" y="49643"/>
                  <a:pt x="419473" y="57515"/>
                  <a:pt x="419473" y="66512"/>
                </a:cubicBezTo>
                <a:moveTo>
                  <a:pt x="391358" y="59283"/>
                </a:moveTo>
                <a:cubicBezTo>
                  <a:pt x="391358" y="54569"/>
                  <a:pt x="389751" y="50820"/>
                  <a:pt x="386538" y="48036"/>
                </a:cubicBezTo>
                <a:cubicBezTo>
                  <a:pt x="383325" y="45251"/>
                  <a:pt x="379309" y="43858"/>
                  <a:pt x="374490" y="43858"/>
                </a:cubicBezTo>
                <a:cubicBezTo>
                  <a:pt x="369884" y="43858"/>
                  <a:pt x="366001" y="45198"/>
                  <a:pt x="362841" y="47876"/>
                </a:cubicBezTo>
                <a:cubicBezTo>
                  <a:pt x="359681" y="50553"/>
                  <a:pt x="357728" y="54355"/>
                  <a:pt x="356979" y="59283"/>
                </a:cubicBezTo>
                <a:lnTo>
                  <a:pt x="391358" y="59283"/>
                </a:lnTo>
                <a:close/>
                <a:moveTo>
                  <a:pt x="471927" y="49803"/>
                </a:moveTo>
                <a:cubicBezTo>
                  <a:pt x="467428" y="49803"/>
                  <a:pt x="463813" y="48545"/>
                  <a:pt x="461082" y="46028"/>
                </a:cubicBezTo>
                <a:cubicBezTo>
                  <a:pt x="458351" y="43511"/>
                  <a:pt x="456986" y="40271"/>
                  <a:pt x="456986" y="36308"/>
                </a:cubicBezTo>
                <a:cubicBezTo>
                  <a:pt x="456986" y="32237"/>
                  <a:pt x="458351" y="28970"/>
                  <a:pt x="461082" y="26507"/>
                </a:cubicBezTo>
                <a:cubicBezTo>
                  <a:pt x="463813" y="24044"/>
                  <a:pt x="467428" y="22813"/>
                  <a:pt x="471927" y="22813"/>
                </a:cubicBezTo>
                <a:cubicBezTo>
                  <a:pt x="476425" y="22813"/>
                  <a:pt x="480039" y="24044"/>
                  <a:pt x="482770" y="26507"/>
                </a:cubicBezTo>
                <a:cubicBezTo>
                  <a:pt x="485502" y="28970"/>
                  <a:pt x="486869" y="32237"/>
                  <a:pt x="486869" y="36308"/>
                </a:cubicBezTo>
                <a:cubicBezTo>
                  <a:pt x="486869" y="40271"/>
                  <a:pt x="485502" y="43511"/>
                  <a:pt x="482770" y="46028"/>
                </a:cubicBezTo>
                <a:cubicBezTo>
                  <a:pt x="480039" y="48545"/>
                  <a:pt x="476425" y="49803"/>
                  <a:pt x="471927" y="49803"/>
                </a:cubicBezTo>
                <a:moveTo>
                  <a:pt x="471927" y="114386"/>
                </a:moveTo>
                <a:cubicBezTo>
                  <a:pt x="467428" y="114386"/>
                  <a:pt x="463813" y="113154"/>
                  <a:pt x="461082" y="110691"/>
                </a:cubicBezTo>
                <a:cubicBezTo>
                  <a:pt x="458351" y="108228"/>
                  <a:pt x="456986" y="104962"/>
                  <a:pt x="456986" y="100891"/>
                </a:cubicBezTo>
                <a:cubicBezTo>
                  <a:pt x="456986" y="96821"/>
                  <a:pt x="458351" y="93555"/>
                  <a:pt x="461082" y="91092"/>
                </a:cubicBezTo>
                <a:cubicBezTo>
                  <a:pt x="463813" y="88628"/>
                  <a:pt x="467428" y="87395"/>
                  <a:pt x="471927" y="87395"/>
                </a:cubicBezTo>
                <a:cubicBezTo>
                  <a:pt x="476425" y="87395"/>
                  <a:pt x="480039" y="88628"/>
                  <a:pt x="482770" y="91092"/>
                </a:cubicBezTo>
                <a:cubicBezTo>
                  <a:pt x="485502" y="93555"/>
                  <a:pt x="486869" y="96821"/>
                  <a:pt x="486869" y="100891"/>
                </a:cubicBezTo>
                <a:cubicBezTo>
                  <a:pt x="486869" y="104962"/>
                  <a:pt x="485502" y="108228"/>
                  <a:pt x="482770" y="110691"/>
                </a:cubicBezTo>
                <a:cubicBezTo>
                  <a:pt x="480039" y="113154"/>
                  <a:pt x="476425" y="114386"/>
                  <a:pt x="471927" y="1143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68E878-A213-4497-AA3C-512CBD8A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1860" y="385447"/>
            <a:ext cx="171275" cy="171275"/>
          </a:xfrm>
          <a:custGeom xmlns:a="http://schemas.openxmlformats.org/drawingml/2006/main">
            <a:pathLst>
              <a:path w="171275" h="171275">
                <a:moveTo>
                  <a:pt x="0" y="0"/>
                </a:moveTo>
                <a:lnTo>
                  <a:pt x="171275" y="0"/>
                </a:lnTo>
                <a:lnTo>
                  <a:pt x="171275" y="171275"/>
                </a:lnTo>
                <a:lnTo>
                  <a:pt x="0" y="1712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bcf3bd797a4f5c"/>
          <a:stretch xmlns:a="http://schemas.openxmlformats.org/drawingml/2006/main"/>
        </p:blipFill>
        <p:spPr>
          <a:xfrm xmlns:a="http://schemas.openxmlformats.org/drawingml/2006/main">
            <a:off x="2091860" y="385447"/>
            <a:ext cx="171275" cy="171275"/>
          </a:xfrm>
          <a:prstGeom xmlns:a="http://schemas.openxmlformats.org/drawingml/2006/main" prst="rect">
            <a:avLst/>
          </a:prstGeom>
        </p:spPr>
      </p:pic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E9148F-99E7-47A2-8C6C-C1A06B98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184" y="591802"/>
            <a:ext cx="1304404" cy="360527"/>
          </a:xfrm>
          <a:custGeom xmlns:a="http://schemas.openxmlformats.org/drawingml/2006/main">
            <a:pathLst>
              <a:path w="1304404" h="360527">
                <a:moveTo>
                  <a:pt x="0" y="15265"/>
                </a:moveTo>
                <a:lnTo>
                  <a:pt x="0" y="15265"/>
                </a:lnTo>
                <a:cubicBezTo>
                  <a:pt x="0" y="6834"/>
                  <a:pt x="6834" y="0"/>
                  <a:pt x="15265" y="0"/>
                </a:cubicBezTo>
                <a:lnTo>
                  <a:pt x="1289140" y="0"/>
                </a:lnTo>
                <a:cubicBezTo>
                  <a:pt x="1293188" y="0"/>
                  <a:pt x="1297071" y="1608"/>
                  <a:pt x="1299934" y="4471"/>
                </a:cubicBezTo>
                <a:cubicBezTo>
                  <a:pt x="1302796" y="7334"/>
                  <a:pt x="1304404" y="11216"/>
                  <a:pt x="1304404" y="15265"/>
                </a:cubicBezTo>
                <a:lnTo>
                  <a:pt x="1304404" y="345263"/>
                </a:lnTo>
                <a:cubicBezTo>
                  <a:pt x="1304404" y="353693"/>
                  <a:pt x="1297570" y="360527"/>
                  <a:pt x="1289140" y="360527"/>
                </a:cubicBezTo>
                <a:lnTo>
                  <a:pt x="15265" y="360527"/>
                </a:lnTo>
                <a:cubicBezTo>
                  <a:pt x="6834" y="360527"/>
                  <a:pt x="0" y="353693"/>
                  <a:pt x="0" y="345263"/>
                </a:cubicBezTo>
                <a:lnTo>
                  <a:pt x="0" y="1526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Lambdif">
            <a:extLst xmlns:a="http://schemas.openxmlformats.org/drawingml/2006/main">
              <a:ext uri="{FF2B5EF4-FFF2-40B4-BE49-F238E27FC236}">
                <a16:creationId xmlns:a16="http://schemas.microsoft.com/office/drawing/2014/main" id="{8F4FCFB4-DCAE-4C56-8586-47849158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665" y="610870"/>
            <a:ext cx="393194" cy="74268"/>
          </a:xfrm>
          <a:custGeom xmlns:a="http://schemas.openxmlformats.org/drawingml/2006/main">
            <a:pathLst>
              <a:path w="393194" h="74268">
                <a:moveTo>
                  <a:pt x="17810" y="61599"/>
                </a:moveTo>
                <a:lnTo>
                  <a:pt x="38374" y="61599"/>
                </a:lnTo>
                <a:lnTo>
                  <a:pt x="36263" y="73534"/>
                </a:lnTo>
                <a:lnTo>
                  <a:pt x="0" y="73534"/>
                </a:lnTo>
                <a:lnTo>
                  <a:pt x="11383" y="9088"/>
                </a:lnTo>
                <a:lnTo>
                  <a:pt x="27082" y="9088"/>
                </a:lnTo>
                <a:lnTo>
                  <a:pt x="17810" y="61599"/>
                </a:lnTo>
                <a:close/>
                <a:moveTo>
                  <a:pt x="45258" y="47829"/>
                </a:moveTo>
                <a:cubicBezTo>
                  <a:pt x="46177" y="42566"/>
                  <a:pt x="47983" y="37945"/>
                  <a:pt x="50675" y="33967"/>
                </a:cubicBezTo>
                <a:cubicBezTo>
                  <a:pt x="53369" y="29989"/>
                  <a:pt x="56612" y="26929"/>
                  <a:pt x="60407" y="24787"/>
                </a:cubicBezTo>
                <a:cubicBezTo>
                  <a:pt x="64201" y="22645"/>
                  <a:pt x="68210" y="21574"/>
                  <a:pt x="72433" y="21574"/>
                </a:cubicBezTo>
                <a:cubicBezTo>
                  <a:pt x="76044" y="21574"/>
                  <a:pt x="79073" y="22308"/>
                  <a:pt x="81521" y="23777"/>
                </a:cubicBezTo>
                <a:cubicBezTo>
                  <a:pt x="83970" y="25245"/>
                  <a:pt x="85745" y="27173"/>
                  <a:pt x="86846" y="29560"/>
                </a:cubicBezTo>
                <a:lnTo>
                  <a:pt x="88132" y="22308"/>
                </a:lnTo>
                <a:lnTo>
                  <a:pt x="103829" y="22308"/>
                </a:lnTo>
                <a:lnTo>
                  <a:pt x="94741" y="73534"/>
                </a:lnTo>
                <a:lnTo>
                  <a:pt x="79043" y="73534"/>
                </a:lnTo>
                <a:lnTo>
                  <a:pt x="80420" y="66282"/>
                </a:lnTo>
                <a:cubicBezTo>
                  <a:pt x="78462" y="68669"/>
                  <a:pt x="75983" y="70597"/>
                  <a:pt x="72983" y="72066"/>
                </a:cubicBezTo>
                <a:cubicBezTo>
                  <a:pt x="69985" y="73534"/>
                  <a:pt x="66680" y="74268"/>
                  <a:pt x="63068" y="74268"/>
                </a:cubicBezTo>
                <a:cubicBezTo>
                  <a:pt x="59458" y="74268"/>
                  <a:pt x="56260" y="73442"/>
                  <a:pt x="53476" y="71790"/>
                </a:cubicBezTo>
                <a:cubicBezTo>
                  <a:pt x="50691" y="70137"/>
                  <a:pt x="48533" y="67796"/>
                  <a:pt x="47002" y="64766"/>
                </a:cubicBezTo>
                <a:cubicBezTo>
                  <a:pt x="45473" y="61737"/>
                  <a:pt x="44708" y="58172"/>
                  <a:pt x="44708" y="54071"/>
                </a:cubicBezTo>
                <a:cubicBezTo>
                  <a:pt x="44708" y="52113"/>
                  <a:pt x="44891" y="50032"/>
                  <a:pt x="45258" y="47829"/>
                </a:cubicBezTo>
                <a:moveTo>
                  <a:pt x="83634" y="47920"/>
                </a:moveTo>
                <a:cubicBezTo>
                  <a:pt x="83817" y="46819"/>
                  <a:pt x="83908" y="45810"/>
                  <a:pt x="83908" y="44892"/>
                </a:cubicBezTo>
                <a:cubicBezTo>
                  <a:pt x="83908" y="41893"/>
                  <a:pt x="83036" y="39537"/>
                  <a:pt x="81291" y="37823"/>
                </a:cubicBezTo>
                <a:cubicBezTo>
                  <a:pt x="79548" y="36109"/>
                  <a:pt x="77329" y="35251"/>
                  <a:pt x="74636" y="35251"/>
                </a:cubicBezTo>
                <a:cubicBezTo>
                  <a:pt x="71515" y="35251"/>
                  <a:pt x="68669" y="36369"/>
                  <a:pt x="66098" y="38604"/>
                </a:cubicBezTo>
                <a:cubicBezTo>
                  <a:pt x="63528" y="40837"/>
                  <a:pt x="61907" y="43913"/>
                  <a:pt x="61233" y="47829"/>
                </a:cubicBezTo>
                <a:cubicBezTo>
                  <a:pt x="61049" y="48931"/>
                  <a:pt x="60957" y="49941"/>
                  <a:pt x="60957" y="50859"/>
                </a:cubicBezTo>
                <a:cubicBezTo>
                  <a:pt x="60957" y="53858"/>
                  <a:pt x="61830" y="56229"/>
                  <a:pt x="63574" y="57974"/>
                </a:cubicBezTo>
                <a:cubicBezTo>
                  <a:pt x="65318" y="59717"/>
                  <a:pt x="67507" y="60589"/>
                  <a:pt x="70138" y="60589"/>
                </a:cubicBezTo>
                <a:cubicBezTo>
                  <a:pt x="73259" y="60589"/>
                  <a:pt x="76105" y="59457"/>
                  <a:pt x="78675" y="57194"/>
                </a:cubicBezTo>
                <a:cubicBezTo>
                  <a:pt x="81246" y="54929"/>
                  <a:pt x="82899" y="51838"/>
                  <a:pt x="83634" y="47920"/>
                </a:cubicBezTo>
                <a:close/>
                <a:moveTo>
                  <a:pt x="180669" y="21757"/>
                </a:moveTo>
                <a:cubicBezTo>
                  <a:pt x="186177" y="21757"/>
                  <a:pt x="190476" y="23211"/>
                  <a:pt x="193566" y="26118"/>
                </a:cubicBezTo>
                <a:cubicBezTo>
                  <a:pt x="196657" y="29025"/>
                  <a:pt x="198203" y="33080"/>
                  <a:pt x="198203" y="38281"/>
                </a:cubicBezTo>
                <a:cubicBezTo>
                  <a:pt x="198203" y="39873"/>
                  <a:pt x="198019" y="41647"/>
                  <a:pt x="197652" y="43606"/>
                </a:cubicBezTo>
                <a:lnTo>
                  <a:pt x="192328" y="73534"/>
                </a:lnTo>
                <a:lnTo>
                  <a:pt x="176721" y="73534"/>
                </a:lnTo>
                <a:lnTo>
                  <a:pt x="181679" y="45718"/>
                </a:lnTo>
                <a:cubicBezTo>
                  <a:pt x="181801" y="45106"/>
                  <a:pt x="181862" y="44279"/>
                  <a:pt x="181862" y="43239"/>
                </a:cubicBezTo>
                <a:cubicBezTo>
                  <a:pt x="181862" y="40669"/>
                  <a:pt x="181143" y="38710"/>
                  <a:pt x="179705" y="37364"/>
                </a:cubicBezTo>
                <a:cubicBezTo>
                  <a:pt x="178267" y="36017"/>
                  <a:pt x="176262" y="35344"/>
                  <a:pt x="173691" y="35344"/>
                </a:cubicBezTo>
                <a:cubicBezTo>
                  <a:pt x="170632" y="35344"/>
                  <a:pt x="168062" y="36247"/>
                  <a:pt x="165980" y="38053"/>
                </a:cubicBezTo>
                <a:cubicBezTo>
                  <a:pt x="163899" y="39858"/>
                  <a:pt x="162583" y="42413"/>
                  <a:pt x="162032" y="45718"/>
                </a:cubicBezTo>
                <a:lnTo>
                  <a:pt x="157075" y="73534"/>
                </a:lnTo>
                <a:lnTo>
                  <a:pt x="141469" y="73534"/>
                </a:lnTo>
                <a:lnTo>
                  <a:pt x="146426" y="45718"/>
                </a:lnTo>
                <a:cubicBezTo>
                  <a:pt x="146548" y="45106"/>
                  <a:pt x="146610" y="44279"/>
                  <a:pt x="146610" y="43239"/>
                </a:cubicBezTo>
                <a:cubicBezTo>
                  <a:pt x="146610" y="40669"/>
                  <a:pt x="145891" y="38710"/>
                  <a:pt x="144452" y="37364"/>
                </a:cubicBezTo>
                <a:cubicBezTo>
                  <a:pt x="143014" y="36017"/>
                  <a:pt x="141010" y="35344"/>
                  <a:pt x="138440" y="35344"/>
                </a:cubicBezTo>
                <a:cubicBezTo>
                  <a:pt x="135380" y="35344"/>
                  <a:pt x="132809" y="36247"/>
                  <a:pt x="130727" y="38053"/>
                </a:cubicBezTo>
                <a:cubicBezTo>
                  <a:pt x="128647" y="39858"/>
                  <a:pt x="127331" y="42413"/>
                  <a:pt x="126780" y="45718"/>
                </a:cubicBezTo>
                <a:lnTo>
                  <a:pt x="126780" y="45259"/>
                </a:lnTo>
                <a:lnTo>
                  <a:pt x="121824" y="73534"/>
                </a:lnTo>
                <a:lnTo>
                  <a:pt x="106125" y="73534"/>
                </a:lnTo>
                <a:lnTo>
                  <a:pt x="115121" y="22308"/>
                </a:lnTo>
                <a:lnTo>
                  <a:pt x="130820" y="22308"/>
                </a:lnTo>
                <a:lnTo>
                  <a:pt x="129719" y="28826"/>
                </a:lnTo>
                <a:cubicBezTo>
                  <a:pt x="131677" y="26623"/>
                  <a:pt x="134049" y="24894"/>
                  <a:pt x="136833" y="23640"/>
                </a:cubicBezTo>
                <a:cubicBezTo>
                  <a:pt x="139618" y="22385"/>
                  <a:pt x="142632" y="21757"/>
                  <a:pt x="145876" y="21757"/>
                </a:cubicBezTo>
                <a:cubicBezTo>
                  <a:pt x="149792" y="21757"/>
                  <a:pt x="153112" y="22584"/>
                  <a:pt x="155835" y="24237"/>
                </a:cubicBezTo>
                <a:cubicBezTo>
                  <a:pt x="158559" y="25889"/>
                  <a:pt x="160503" y="28275"/>
                  <a:pt x="161665" y="31396"/>
                </a:cubicBezTo>
                <a:cubicBezTo>
                  <a:pt x="163930" y="28520"/>
                  <a:pt x="166745" y="26195"/>
                  <a:pt x="170111" y="24420"/>
                </a:cubicBezTo>
                <a:cubicBezTo>
                  <a:pt x="173478" y="22645"/>
                  <a:pt x="176997" y="21757"/>
                  <a:pt x="180669" y="21757"/>
                </a:cubicBezTo>
                <a:close/>
                <a:moveTo>
                  <a:pt x="226755" y="29560"/>
                </a:moveTo>
                <a:cubicBezTo>
                  <a:pt x="228713" y="27173"/>
                  <a:pt x="231192" y="25245"/>
                  <a:pt x="234190" y="23777"/>
                </a:cubicBezTo>
                <a:cubicBezTo>
                  <a:pt x="237189" y="22308"/>
                  <a:pt x="240463" y="21574"/>
                  <a:pt x="244013" y="21574"/>
                </a:cubicBezTo>
                <a:cubicBezTo>
                  <a:pt x="249522" y="21574"/>
                  <a:pt x="253975" y="23364"/>
                  <a:pt x="257371" y="26945"/>
                </a:cubicBezTo>
                <a:cubicBezTo>
                  <a:pt x="260768" y="30524"/>
                  <a:pt x="262466" y="35405"/>
                  <a:pt x="262466" y="41586"/>
                </a:cubicBezTo>
                <a:cubicBezTo>
                  <a:pt x="262466" y="43545"/>
                  <a:pt x="262282" y="45626"/>
                  <a:pt x="261915" y="47829"/>
                </a:cubicBezTo>
                <a:cubicBezTo>
                  <a:pt x="260997" y="53093"/>
                  <a:pt x="259192" y="57729"/>
                  <a:pt x="256498" y="61738"/>
                </a:cubicBezTo>
                <a:cubicBezTo>
                  <a:pt x="253806" y="65746"/>
                  <a:pt x="250562" y="68837"/>
                  <a:pt x="246767" y="71010"/>
                </a:cubicBezTo>
                <a:cubicBezTo>
                  <a:pt x="242973" y="73182"/>
                  <a:pt x="238964" y="74268"/>
                  <a:pt x="234741" y="74268"/>
                </a:cubicBezTo>
                <a:cubicBezTo>
                  <a:pt x="231131" y="74268"/>
                  <a:pt x="228101" y="73549"/>
                  <a:pt x="225653" y="72111"/>
                </a:cubicBezTo>
                <a:cubicBezTo>
                  <a:pt x="223205" y="70673"/>
                  <a:pt x="221430" y="68760"/>
                  <a:pt x="220328" y="66373"/>
                </a:cubicBezTo>
                <a:lnTo>
                  <a:pt x="219044" y="73534"/>
                </a:lnTo>
                <a:lnTo>
                  <a:pt x="203345" y="73534"/>
                </a:lnTo>
                <a:lnTo>
                  <a:pt x="215371" y="5599"/>
                </a:lnTo>
                <a:lnTo>
                  <a:pt x="231069" y="5599"/>
                </a:lnTo>
                <a:lnTo>
                  <a:pt x="226755" y="29560"/>
                </a:lnTo>
                <a:moveTo>
                  <a:pt x="246033" y="47829"/>
                </a:moveTo>
                <a:cubicBezTo>
                  <a:pt x="246217" y="46789"/>
                  <a:pt x="246309" y="45840"/>
                  <a:pt x="246309" y="44983"/>
                </a:cubicBezTo>
                <a:cubicBezTo>
                  <a:pt x="246309" y="41923"/>
                  <a:pt x="245437" y="39537"/>
                  <a:pt x="243692" y="37823"/>
                </a:cubicBezTo>
                <a:cubicBezTo>
                  <a:pt x="241948" y="36109"/>
                  <a:pt x="239729" y="35251"/>
                  <a:pt x="237037" y="35251"/>
                </a:cubicBezTo>
                <a:cubicBezTo>
                  <a:pt x="233915" y="35251"/>
                  <a:pt x="231069" y="36384"/>
                  <a:pt x="228498" y="38648"/>
                </a:cubicBezTo>
                <a:cubicBezTo>
                  <a:pt x="225928" y="40913"/>
                  <a:pt x="224276" y="44004"/>
                  <a:pt x="223542" y="47920"/>
                </a:cubicBezTo>
                <a:cubicBezTo>
                  <a:pt x="223358" y="49022"/>
                  <a:pt x="223266" y="50032"/>
                  <a:pt x="223266" y="50950"/>
                </a:cubicBezTo>
                <a:cubicBezTo>
                  <a:pt x="223266" y="53949"/>
                  <a:pt x="224122" y="56305"/>
                  <a:pt x="225836" y="58019"/>
                </a:cubicBezTo>
                <a:cubicBezTo>
                  <a:pt x="227550" y="59732"/>
                  <a:pt x="229753" y="60589"/>
                  <a:pt x="232446" y="60589"/>
                </a:cubicBezTo>
                <a:cubicBezTo>
                  <a:pt x="235567" y="60589"/>
                  <a:pt x="238428" y="59442"/>
                  <a:pt x="241029" y="57147"/>
                </a:cubicBezTo>
                <a:cubicBezTo>
                  <a:pt x="243631" y="54852"/>
                  <a:pt x="245299" y="51746"/>
                  <a:pt x="246033" y="47829"/>
                </a:cubicBezTo>
                <a:close/>
                <a:moveTo>
                  <a:pt x="267147" y="47829"/>
                </a:moveTo>
                <a:cubicBezTo>
                  <a:pt x="268066" y="42566"/>
                  <a:pt x="269872" y="37945"/>
                  <a:pt x="272564" y="33967"/>
                </a:cubicBezTo>
                <a:cubicBezTo>
                  <a:pt x="275258" y="29989"/>
                  <a:pt x="278501" y="26929"/>
                  <a:pt x="282296" y="24787"/>
                </a:cubicBezTo>
                <a:cubicBezTo>
                  <a:pt x="286090" y="22645"/>
                  <a:pt x="290099" y="21574"/>
                  <a:pt x="294322" y="21574"/>
                </a:cubicBezTo>
                <a:cubicBezTo>
                  <a:pt x="297688" y="21574"/>
                  <a:pt x="300641" y="22278"/>
                  <a:pt x="303180" y="23685"/>
                </a:cubicBezTo>
                <a:cubicBezTo>
                  <a:pt x="305721" y="25092"/>
                  <a:pt x="307572" y="26989"/>
                  <a:pt x="308735" y="29376"/>
                </a:cubicBezTo>
                <a:lnTo>
                  <a:pt x="312958" y="5599"/>
                </a:lnTo>
                <a:lnTo>
                  <a:pt x="328657" y="5599"/>
                </a:lnTo>
                <a:lnTo>
                  <a:pt x="316630" y="73534"/>
                </a:lnTo>
                <a:lnTo>
                  <a:pt x="300932" y="73534"/>
                </a:lnTo>
                <a:lnTo>
                  <a:pt x="302217" y="66190"/>
                </a:lnTo>
                <a:cubicBezTo>
                  <a:pt x="300258" y="68638"/>
                  <a:pt x="297810" y="70597"/>
                  <a:pt x="294872" y="72066"/>
                </a:cubicBezTo>
                <a:cubicBezTo>
                  <a:pt x="291935" y="73534"/>
                  <a:pt x="288661" y="74268"/>
                  <a:pt x="285050" y="74268"/>
                </a:cubicBezTo>
                <a:cubicBezTo>
                  <a:pt x="281438" y="74268"/>
                  <a:pt x="278240" y="73442"/>
                  <a:pt x="275456" y="71790"/>
                </a:cubicBezTo>
                <a:cubicBezTo>
                  <a:pt x="272672" y="70137"/>
                  <a:pt x="270499" y="67781"/>
                  <a:pt x="268938" y="64722"/>
                </a:cubicBezTo>
                <a:cubicBezTo>
                  <a:pt x="267377" y="61661"/>
                  <a:pt x="266597" y="58081"/>
                  <a:pt x="266597" y="53980"/>
                </a:cubicBezTo>
                <a:cubicBezTo>
                  <a:pt x="266597" y="52083"/>
                  <a:pt x="266780" y="50032"/>
                  <a:pt x="267147" y="47829"/>
                </a:cubicBezTo>
                <a:moveTo>
                  <a:pt x="305523" y="47920"/>
                </a:moveTo>
                <a:cubicBezTo>
                  <a:pt x="305706" y="46819"/>
                  <a:pt x="305797" y="45810"/>
                  <a:pt x="305797" y="44892"/>
                </a:cubicBezTo>
                <a:cubicBezTo>
                  <a:pt x="305797" y="41893"/>
                  <a:pt x="304925" y="39537"/>
                  <a:pt x="303180" y="37823"/>
                </a:cubicBezTo>
                <a:cubicBezTo>
                  <a:pt x="301437" y="36109"/>
                  <a:pt x="299218" y="35251"/>
                  <a:pt x="296525" y="35251"/>
                </a:cubicBezTo>
                <a:cubicBezTo>
                  <a:pt x="293404" y="35251"/>
                  <a:pt x="290558" y="36369"/>
                  <a:pt x="287987" y="38604"/>
                </a:cubicBezTo>
                <a:cubicBezTo>
                  <a:pt x="285417" y="40837"/>
                  <a:pt x="283795" y="43913"/>
                  <a:pt x="283122" y="47829"/>
                </a:cubicBezTo>
                <a:cubicBezTo>
                  <a:pt x="282938" y="48931"/>
                  <a:pt x="282846" y="49941"/>
                  <a:pt x="282846" y="50859"/>
                </a:cubicBezTo>
                <a:cubicBezTo>
                  <a:pt x="282846" y="53858"/>
                  <a:pt x="283718" y="56229"/>
                  <a:pt x="285463" y="57974"/>
                </a:cubicBezTo>
                <a:cubicBezTo>
                  <a:pt x="287207" y="59717"/>
                  <a:pt x="289395" y="60589"/>
                  <a:pt x="292027" y="60589"/>
                </a:cubicBezTo>
                <a:cubicBezTo>
                  <a:pt x="295148" y="60589"/>
                  <a:pt x="297994" y="59457"/>
                  <a:pt x="300564" y="57194"/>
                </a:cubicBezTo>
                <a:cubicBezTo>
                  <a:pt x="303135" y="54929"/>
                  <a:pt x="304788" y="51838"/>
                  <a:pt x="305523" y="47920"/>
                </a:cubicBezTo>
                <a:close/>
                <a:moveTo>
                  <a:pt x="345915" y="16983"/>
                </a:moveTo>
                <a:cubicBezTo>
                  <a:pt x="343467" y="16983"/>
                  <a:pt x="341524" y="16326"/>
                  <a:pt x="340086" y="15010"/>
                </a:cubicBezTo>
                <a:cubicBezTo>
                  <a:pt x="338648" y="13694"/>
                  <a:pt x="337929" y="12026"/>
                  <a:pt x="337929" y="10006"/>
                </a:cubicBezTo>
                <a:cubicBezTo>
                  <a:pt x="337929" y="7252"/>
                  <a:pt x="338999" y="4896"/>
                  <a:pt x="341141" y="2938"/>
                </a:cubicBezTo>
                <a:cubicBezTo>
                  <a:pt x="343283" y="979"/>
                  <a:pt x="345884" y="0"/>
                  <a:pt x="348945" y="0"/>
                </a:cubicBezTo>
                <a:cubicBezTo>
                  <a:pt x="351393" y="0"/>
                  <a:pt x="353321" y="658"/>
                  <a:pt x="354728" y="1974"/>
                </a:cubicBezTo>
                <a:cubicBezTo>
                  <a:pt x="356136" y="3290"/>
                  <a:pt x="356840" y="4988"/>
                  <a:pt x="356840" y="7068"/>
                </a:cubicBezTo>
                <a:cubicBezTo>
                  <a:pt x="356840" y="9762"/>
                  <a:pt x="355768" y="12088"/>
                  <a:pt x="353626" y="14046"/>
                </a:cubicBezTo>
                <a:cubicBezTo>
                  <a:pt x="351485" y="16004"/>
                  <a:pt x="348914" y="16983"/>
                  <a:pt x="345915" y="16983"/>
                </a:cubicBezTo>
                <a:moveTo>
                  <a:pt x="352709" y="22308"/>
                </a:moveTo>
                <a:lnTo>
                  <a:pt x="343713" y="73534"/>
                </a:lnTo>
                <a:lnTo>
                  <a:pt x="328014" y="73534"/>
                </a:lnTo>
                <a:lnTo>
                  <a:pt x="337010" y="22308"/>
                </a:lnTo>
                <a:lnTo>
                  <a:pt x="352709" y="22308"/>
                </a:lnTo>
                <a:close/>
                <a:moveTo>
                  <a:pt x="390899" y="14963"/>
                </a:moveTo>
                <a:cubicBezTo>
                  <a:pt x="387901" y="14779"/>
                  <a:pt x="385712" y="15208"/>
                  <a:pt x="384335" y="16249"/>
                </a:cubicBezTo>
                <a:cubicBezTo>
                  <a:pt x="382958" y="17290"/>
                  <a:pt x="382025" y="19156"/>
                  <a:pt x="381535" y="21848"/>
                </a:cubicBezTo>
                <a:lnTo>
                  <a:pt x="381444" y="22308"/>
                </a:lnTo>
                <a:lnTo>
                  <a:pt x="389889" y="22308"/>
                </a:lnTo>
                <a:lnTo>
                  <a:pt x="387595" y="35344"/>
                </a:lnTo>
                <a:lnTo>
                  <a:pt x="379148" y="35344"/>
                </a:lnTo>
                <a:lnTo>
                  <a:pt x="372446" y="73534"/>
                </a:lnTo>
                <a:lnTo>
                  <a:pt x="356656" y="73534"/>
                </a:lnTo>
                <a:lnTo>
                  <a:pt x="363358" y="35344"/>
                </a:lnTo>
                <a:lnTo>
                  <a:pt x="357666" y="35344"/>
                </a:lnTo>
                <a:lnTo>
                  <a:pt x="359961" y="22308"/>
                </a:lnTo>
                <a:lnTo>
                  <a:pt x="365654" y="22308"/>
                </a:lnTo>
                <a:lnTo>
                  <a:pt x="365928" y="20838"/>
                </a:lnTo>
                <a:cubicBezTo>
                  <a:pt x="367091" y="14535"/>
                  <a:pt x="369768" y="9746"/>
                  <a:pt x="373961" y="6472"/>
                </a:cubicBezTo>
                <a:cubicBezTo>
                  <a:pt x="378154" y="3198"/>
                  <a:pt x="383739" y="1561"/>
                  <a:pt x="390716" y="1561"/>
                </a:cubicBezTo>
                <a:cubicBezTo>
                  <a:pt x="391818" y="1561"/>
                  <a:pt x="392644" y="1591"/>
                  <a:pt x="393194" y="1652"/>
                </a:cubicBezTo>
                <a:lnTo>
                  <a:pt x="390899" y="149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ymisinter">
            <a:extLst xmlns:a="http://schemas.openxmlformats.org/drawingml/2006/main">
              <a:ext uri="{FF2B5EF4-FFF2-40B4-BE49-F238E27FC236}">
                <a16:creationId xmlns:a16="http://schemas.microsoft.com/office/drawing/2014/main" id="{239AB953-56E6-4619-BC2E-EED8D71C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4892" y="610870"/>
            <a:ext cx="479397" cy="97862"/>
          </a:xfrm>
          <a:custGeom xmlns:a="http://schemas.openxmlformats.org/drawingml/2006/main">
            <a:pathLst>
              <a:path w="479397" h="97862">
                <a:moveTo>
                  <a:pt x="21665" y="22308"/>
                </a:moveTo>
                <a:lnTo>
                  <a:pt x="27907" y="54347"/>
                </a:lnTo>
                <a:lnTo>
                  <a:pt x="45350" y="22308"/>
                </a:lnTo>
                <a:lnTo>
                  <a:pt x="62333" y="22308"/>
                </a:lnTo>
                <a:lnTo>
                  <a:pt x="16891" y="97862"/>
                </a:lnTo>
                <a:lnTo>
                  <a:pt x="0" y="97862"/>
                </a:lnTo>
                <a:lnTo>
                  <a:pt x="16340" y="71790"/>
                </a:lnTo>
                <a:lnTo>
                  <a:pt x="4222" y="22308"/>
                </a:lnTo>
                <a:lnTo>
                  <a:pt x="21665" y="22308"/>
                </a:lnTo>
                <a:close/>
                <a:moveTo>
                  <a:pt x="154688" y="21757"/>
                </a:moveTo>
                <a:cubicBezTo>
                  <a:pt x="160196" y="21757"/>
                  <a:pt x="164495" y="23211"/>
                  <a:pt x="167585" y="26118"/>
                </a:cubicBezTo>
                <a:cubicBezTo>
                  <a:pt x="170676" y="29025"/>
                  <a:pt x="172222" y="33080"/>
                  <a:pt x="172222" y="38281"/>
                </a:cubicBezTo>
                <a:cubicBezTo>
                  <a:pt x="172222" y="39873"/>
                  <a:pt x="172038" y="41647"/>
                  <a:pt x="171671" y="43606"/>
                </a:cubicBezTo>
                <a:lnTo>
                  <a:pt x="166347" y="73534"/>
                </a:lnTo>
                <a:lnTo>
                  <a:pt x="150740" y="73534"/>
                </a:lnTo>
                <a:lnTo>
                  <a:pt x="155698" y="45718"/>
                </a:lnTo>
                <a:cubicBezTo>
                  <a:pt x="155820" y="45106"/>
                  <a:pt x="155881" y="44279"/>
                  <a:pt x="155881" y="43239"/>
                </a:cubicBezTo>
                <a:cubicBezTo>
                  <a:pt x="155881" y="40669"/>
                  <a:pt x="155162" y="38710"/>
                  <a:pt x="153724" y="37364"/>
                </a:cubicBezTo>
                <a:cubicBezTo>
                  <a:pt x="152286" y="36017"/>
                  <a:pt x="150281" y="35344"/>
                  <a:pt x="147710" y="35344"/>
                </a:cubicBezTo>
                <a:cubicBezTo>
                  <a:pt x="144651" y="35344"/>
                  <a:pt x="142081" y="36247"/>
                  <a:pt x="139999" y="38053"/>
                </a:cubicBezTo>
                <a:cubicBezTo>
                  <a:pt x="137918" y="39858"/>
                  <a:pt x="136602" y="42413"/>
                  <a:pt x="136051" y="45718"/>
                </a:cubicBezTo>
                <a:lnTo>
                  <a:pt x="131094" y="73534"/>
                </a:lnTo>
                <a:lnTo>
                  <a:pt x="115488" y="73534"/>
                </a:lnTo>
                <a:lnTo>
                  <a:pt x="120445" y="45718"/>
                </a:lnTo>
                <a:cubicBezTo>
                  <a:pt x="120567" y="45106"/>
                  <a:pt x="120629" y="44279"/>
                  <a:pt x="120629" y="43239"/>
                </a:cubicBezTo>
                <a:cubicBezTo>
                  <a:pt x="120629" y="40669"/>
                  <a:pt x="119909" y="38710"/>
                  <a:pt x="118471" y="37364"/>
                </a:cubicBezTo>
                <a:cubicBezTo>
                  <a:pt x="117033" y="36017"/>
                  <a:pt x="115029" y="35344"/>
                  <a:pt x="112459" y="35344"/>
                </a:cubicBezTo>
                <a:cubicBezTo>
                  <a:pt x="109399" y="35344"/>
                  <a:pt x="106828" y="36247"/>
                  <a:pt x="104746" y="38053"/>
                </a:cubicBezTo>
                <a:cubicBezTo>
                  <a:pt x="102665" y="39858"/>
                  <a:pt x="101350" y="42413"/>
                  <a:pt x="100799" y="45718"/>
                </a:cubicBezTo>
                <a:lnTo>
                  <a:pt x="100799" y="45259"/>
                </a:lnTo>
                <a:lnTo>
                  <a:pt x="95843" y="73534"/>
                </a:lnTo>
                <a:lnTo>
                  <a:pt x="80144" y="73534"/>
                </a:lnTo>
                <a:lnTo>
                  <a:pt x="89140" y="22308"/>
                </a:lnTo>
                <a:lnTo>
                  <a:pt x="104839" y="22308"/>
                </a:lnTo>
                <a:lnTo>
                  <a:pt x="103738" y="28826"/>
                </a:lnTo>
                <a:cubicBezTo>
                  <a:pt x="105696" y="26623"/>
                  <a:pt x="108067" y="24894"/>
                  <a:pt x="110852" y="23640"/>
                </a:cubicBezTo>
                <a:cubicBezTo>
                  <a:pt x="113637" y="22385"/>
                  <a:pt x="116651" y="21757"/>
                  <a:pt x="119895" y="21757"/>
                </a:cubicBezTo>
                <a:cubicBezTo>
                  <a:pt x="123811" y="21757"/>
                  <a:pt x="127131" y="22584"/>
                  <a:pt x="129854" y="24237"/>
                </a:cubicBezTo>
                <a:cubicBezTo>
                  <a:pt x="132578" y="25889"/>
                  <a:pt x="134522" y="28275"/>
                  <a:pt x="135684" y="31396"/>
                </a:cubicBezTo>
                <a:cubicBezTo>
                  <a:pt x="137949" y="28520"/>
                  <a:pt x="140764" y="26195"/>
                  <a:pt x="144130" y="24420"/>
                </a:cubicBezTo>
                <a:cubicBezTo>
                  <a:pt x="147497" y="22645"/>
                  <a:pt x="151016" y="21757"/>
                  <a:pt x="154688" y="21757"/>
                </a:cubicBezTo>
                <a:close/>
                <a:moveTo>
                  <a:pt x="195265" y="16983"/>
                </a:moveTo>
                <a:cubicBezTo>
                  <a:pt x="192817" y="16983"/>
                  <a:pt x="190874" y="16326"/>
                  <a:pt x="189436" y="15010"/>
                </a:cubicBezTo>
                <a:cubicBezTo>
                  <a:pt x="187998" y="13694"/>
                  <a:pt x="187279" y="12026"/>
                  <a:pt x="187279" y="10006"/>
                </a:cubicBezTo>
                <a:cubicBezTo>
                  <a:pt x="187279" y="7252"/>
                  <a:pt x="188349" y="4896"/>
                  <a:pt x="190491" y="2938"/>
                </a:cubicBezTo>
                <a:cubicBezTo>
                  <a:pt x="192633" y="979"/>
                  <a:pt x="195234" y="0"/>
                  <a:pt x="198295" y="0"/>
                </a:cubicBezTo>
                <a:cubicBezTo>
                  <a:pt x="200743" y="0"/>
                  <a:pt x="202671" y="658"/>
                  <a:pt x="204079" y="1974"/>
                </a:cubicBezTo>
                <a:cubicBezTo>
                  <a:pt x="205486" y="3290"/>
                  <a:pt x="206190" y="4988"/>
                  <a:pt x="206190" y="7068"/>
                </a:cubicBezTo>
                <a:cubicBezTo>
                  <a:pt x="206190" y="9762"/>
                  <a:pt x="205119" y="12088"/>
                  <a:pt x="202976" y="14046"/>
                </a:cubicBezTo>
                <a:cubicBezTo>
                  <a:pt x="200835" y="16004"/>
                  <a:pt x="198264" y="16983"/>
                  <a:pt x="195265" y="16983"/>
                </a:cubicBezTo>
                <a:moveTo>
                  <a:pt x="202059" y="22308"/>
                </a:moveTo>
                <a:lnTo>
                  <a:pt x="193063" y="73534"/>
                </a:lnTo>
                <a:lnTo>
                  <a:pt x="177364" y="73534"/>
                </a:lnTo>
                <a:lnTo>
                  <a:pt x="186360" y="22308"/>
                </a:lnTo>
                <a:lnTo>
                  <a:pt x="202059" y="22308"/>
                </a:lnTo>
                <a:close/>
                <a:moveTo>
                  <a:pt x="225743" y="74268"/>
                </a:moveTo>
                <a:cubicBezTo>
                  <a:pt x="221704" y="74268"/>
                  <a:pt x="218078" y="73626"/>
                  <a:pt x="214865" y="72341"/>
                </a:cubicBezTo>
                <a:cubicBezTo>
                  <a:pt x="211652" y="71056"/>
                  <a:pt x="209128" y="69266"/>
                  <a:pt x="207291" y="66971"/>
                </a:cubicBezTo>
                <a:cubicBezTo>
                  <a:pt x="205455" y="64676"/>
                  <a:pt x="204537" y="62028"/>
                  <a:pt x="204537" y="59029"/>
                </a:cubicBezTo>
                <a:cubicBezTo>
                  <a:pt x="204537" y="58601"/>
                  <a:pt x="204598" y="57836"/>
                  <a:pt x="204722" y="56734"/>
                </a:cubicBezTo>
                <a:lnTo>
                  <a:pt x="219868" y="56734"/>
                </a:lnTo>
                <a:cubicBezTo>
                  <a:pt x="219746" y="58632"/>
                  <a:pt x="220312" y="60147"/>
                  <a:pt x="221566" y="61278"/>
                </a:cubicBezTo>
                <a:cubicBezTo>
                  <a:pt x="222821" y="62410"/>
                  <a:pt x="224612" y="62976"/>
                  <a:pt x="226937" y="62976"/>
                </a:cubicBezTo>
                <a:cubicBezTo>
                  <a:pt x="228895" y="62976"/>
                  <a:pt x="230517" y="62609"/>
                  <a:pt x="231802" y="61875"/>
                </a:cubicBezTo>
                <a:cubicBezTo>
                  <a:pt x="233088" y="61140"/>
                  <a:pt x="233731" y="60100"/>
                  <a:pt x="233731" y="58754"/>
                </a:cubicBezTo>
                <a:cubicBezTo>
                  <a:pt x="233731" y="57468"/>
                  <a:pt x="233042" y="56443"/>
                  <a:pt x="231665" y="55678"/>
                </a:cubicBezTo>
                <a:cubicBezTo>
                  <a:pt x="230288" y="54913"/>
                  <a:pt x="228009" y="53980"/>
                  <a:pt x="224826" y="52878"/>
                </a:cubicBezTo>
                <a:cubicBezTo>
                  <a:pt x="221521" y="51777"/>
                  <a:pt x="218752" y="50691"/>
                  <a:pt x="216518" y="49619"/>
                </a:cubicBezTo>
                <a:cubicBezTo>
                  <a:pt x="214284" y="48548"/>
                  <a:pt x="212371" y="47003"/>
                  <a:pt x="210780" y="44984"/>
                </a:cubicBezTo>
                <a:cubicBezTo>
                  <a:pt x="209189" y="42964"/>
                  <a:pt x="208393" y="40424"/>
                  <a:pt x="208393" y="37364"/>
                </a:cubicBezTo>
                <a:cubicBezTo>
                  <a:pt x="208393" y="34365"/>
                  <a:pt x="209280" y="31657"/>
                  <a:pt x="211055" y="29239"/>
                </a:cubicBezTo>
                <a:cubicBezTo>
                  <a:pt x="212830" y="26821"/>
                  <a:pt x="215324" y="24940"/>
                  <a:pt x="218536" y="23594"/>
                </a:cubicBezTo>
                <a:cubicBezTo>
                  <a:pt x="221750" y="22247"/>
                  <a:pt x="225468" y="21574"/>
                  <a:pt x="229691" y="21574"/>
                </a:cubicBezTo>
                <a:cubicBezTo>
                  <a:pt x="233914" y="21574"/>
                  <a:pt x="237586" y="22263"/>
                  <a:pt x="240707" y="23640"/>
                </a:cubicBezTo>
                <a:cubicBezTo>
                  <a:pt x="243829" y="25017"/>
                  <a:pt x="246247" y="26929"/>
                  <a:pt x="247960" y="29378"/>
                </a:cubicBezTo>
                <a:cubicBezTo>
                  <a:pt x="249674" y="31825"/>
                  <a:pt x="250531" y="34579"/>
                  <a:pt x="250531" y="37638"/>
                </a:cubicBezTo>
                <a:lnTo>
                  <a:pt x="250438" y="39015"/>
                </a:lnTo>
                <a:lnTo>
                  <a:pt x="236209" y="39015"/>
                </a:lnTo>
                <a:cubicBezTo>
                  <a:pt x="236331" y="37179"/>
                  <a:pt x="235780" y="35711"/>
                  <a:pt x="234556" y="34610"/>
                </a:cubicBezTo>
                <a:cubicBezTo>
                  <a:pt x="233333" y="33508"/>
                  <a:pt x="231589" y="32957"/>
                  <a:pt x="229324" y="32957"/>
                </a:cubicBezTo>
                <a:cubicBezTo>
                  <a:pt x="227550" y="32957"/>
                  <a:pt x="226096" y="33324"/>
                  <a:pt x="224963" y="34059"/>
                </a:cubicBezTo>
                <a:cubicBezTo>
                  <a:pt x="223831" y="34793"/>
                  <a:pt x="223265" y="35803"/>
                  <a:pt x="223265" y="37088"/>
                </a:cubicBezTo>
                <a:cubicBezTo>
                  <a:pt x="223265" y="38434"/>
                  <a:pt x="224015" y="39552"/>
                  <a:pt x="225514" y="40440"/>
                </a:cubicBezTo>
                <a:cubicBezTo>
                  <a:pt x="227014" y="41327"/>
                  <a:pt x="229355" y="42321"/>
                  <a:pt x="232537" y="43422"/>
                </a:cubicBezTo>
                <a:cubicBezTo>
                  <a:pt x="235842" y="44524"/>
                  <a:pt x="238581" y="45611"/>
                  <a:pt x="240753" y="46682"/>
                </a:cubicBezTo>
                <a:cubicBezTo>
                  <a:pt x="242926" y="47753"/>
                  <a:pt x="244793" y="49252"/>
                  <a:pt x="246354" y="51180"/>
                </a:cubicBezTo>
                <a:cubicBezTo>
                  <a:pt x="247914" y="53108"/>
                  <a:pt x="248694" y="55510"/>
                  <a:pt x="248694" y="58387"/>
                </a:cubicBezTo>
                <a:cubicBezTo>
                  <a:pt x="248694" y="61692"/>
                  <a:pt x="247700" y="64538"/>
                  <a:pt x="245711" y="66925"/>
                </a:cubicBezTo>
                <a:cubicBezTo>
                  <a:pt x="243721" y="69311"/>
                  <a:pt x="240998" y="71132"/>
                  <a:pt x="237540" y="72387"/>
                </a:cubicBezTo>
                <a:cubicBezTo>
                  <a:pt x="234083" y="73641"/>
                  <a:pt x="230150" y="74268"/>
                  <a:pt x="225743" y="74268"/>
                </a:cubicBezTo>
                <a:close/>
                <a:moveTo>
                  <a:pt x="273573" y="16983"/>
                </a:moveTo>
                <a:cubicBezTo>
                  <a:pt x="271125" y="16983"/>
                  <a:pt x="269183" y="16326"/>
                  <a:pt x="267744" y="15010"/>
                </a:cubicBezTo>
                <a:cubicBezTo>
                  <a:pt x="266306" y="13694"/>
                  <a:pt x="265587" y="12026"/>
                  <a:pt x="265587" y="10006"/>
                </a:cubicBezTo>
                <a:cubicBezTo>
                  <a:pt x="265587" y="7252"/>
                  <a:pt x="266658" y="4896"/>
                  <a:pt x="268799" y="2938"/>
                </a:cubicBezTo>
                <a:cubicBezTo>
                  <a:pt x="270941" y="979"/>
                  <a:pt x="273543" y="0"/>
                  <a:pt x="276603" y="0"/>
                </a:cubicBezTo>
                <a:cubicBezTo>
                  <a:pt x="279052" y="0"/>
                  <a:pt x="280980" y="658"/>
                  <a:pt x="282387" y="1974"/>
                </a:cubicBezTo>
                <a:cubicBezTo>
                  <a:pt x="283794" y="3290"/>
                  <a:pt x="284498" y="4988"/>
                  <a:pt x="284498" y="7068"/>
                </a:cubicBezTo>
                <a:cubicBezTo>
                  <a:pt x="284498" y="9762"/>
                  <a:pt x="283427" y="12088"/>
                  <a:pt x="281285" y="14046"/>
                </a:cubicBezTo>
                <a:cubicBezTo>
                  <a:pt x="279143" y="16004"/>
                  <a:pt x="276573" y="16983"/>
                  <a:pt x="273573" y="16983"/>
                </a:cubicBezTo>
                <a:moveTo>
                  <a:pt x="280367" y="22308"/>
                </a:moveTo>
                <a:lnTo>
                  <a:pt x="271371" y="73534"/>
                </a:lnTo>
                <a:lnTo>
                  <a:pt x="255672" y="73534"/>
                </a:lnTo>
                <a:lnTo>
                  <a:pt x="264668" y="22308"/>
                </a:lnTo>
                <a:lnTo>
                  <a:pt x="280367" y="22308"/>
                </a:lnTo>
                <a:close/>
                <a:moveTo>
                  <a:pt x="323056" y="21757"/>
                </a:moveTo>
                <a:cubicBezTo>
                  <a:pt x="328196" y="21757"/>
                  <a:pt x="332236" y="23196"/>
                  <a:pt x="335174" y="26072"/>
                </a:cubicBezTo>
                <a:cubicBezTo>
                  <a:pt x="338112" y="28948"/>
                  <a:pt x="339581" y="32957"/>
                  <a:pt x="339581" y="38098"/>
                </a:cubicBezTo>
                <a:cubicBezTo>
                  <a:pt x="339581" y="39811"/>
                  <a:pt x="339397" y="41647"/>
                  <a:pt x="339029" y="43606"/>
                </a:cubicBezTo>
                <a:lnTo>
                  <a:pt x="333704" y="73534"/>
                </a:lnTo>
                <a:lnTo>
                  <a:pt x="318098" y="73534"/>
                </a:lnTo>
                <a:lnTo>
                  <a:pt x="323056" y="45718"/>
                </a:lnTo>
                <a:cubicBezTo>
                  <a:pt x="323239" y="44677"/>
                  <a:pt x="323331" y="43759"/>
                  <a:pt x="323331" y="42964"/>
                </a:cubicBezTo>
                <a:cubicBezTo>
                  <a:pt x="323331" y="40393"/>
                  <a:pt x="322612" y="38404"/>
                  <a:pt x="321174" y="36997"/>
                </a:cubicBezTo>
                <a:cubicBezTo>
                  <a:pt x="319736" y="35589"/>
                  <a:pt x="317732" y="34884"/>
                  <a:pt x="315161" y="34884"/>
                </a:cubicBezTo>
                <a:cubicBezTo>
                  <a:pt x="312100" y="34884"/>
                  <a:pt x="309530" y="35833"/>
                  <a:pt x="307449" y="37731"/>
                </a:cubicBezTo>
                <a:cubicBezTo>
                  <a:pt x="305368" y="39628"/>
                  <a:pt x="304022" y="42291"/>
                  <a:pt x="303409" y="45718"/>
                </a:cubicBezTo>
                <a:lnTo>
                  <a:pt x="303409" y="45259"/>
                </a:lnTo>
                <a:lnTo>
                  <a:pt x="298453" y="73534"/>
                </a:lnTo>
                <a:lnTo>
                  <a:pt x="282754" y="73534"/>
                </a:lnTo>
                <a:lnTo>
                  <a:pt x="291750" y="22308"/>
                </a:lnTo>
                <a:lnTo>
                  <a:pt x="307449" y="22308"/>
                </a:lnTo>
                <a:lnTo>
                  <a:pt x="306256" y="29193"/>
                </a:lnTo>
                <a:cubicBezTo>
                  <a:pt x="308276" y="26928"/>
                  <a:pt x="310739" y="25123"/>
                  <a:pt x="313646" y="23777"/>
                </a:cubicBezTo>
                <a:cubicBezTo>
                  <a:pt x="316553" y="22431"/>
                  <a:pt x="319690" y="21757"/>
                  <a:pt x="323056" y="21757"/>
                </a:cubicBezTo>
                <a:close/>
                <a:moveTo>
                  <a:pt x="365928" y="55908"/>
                </a:moveTo>
                <a:cubicBezTo>
                  <a:pt x="365867" y="56214"/>
                  <a:pt x="365836" y="56612"/>
                  <a:pt x="365836" y="57101"/>
                </a:cubicBezTo>
                <a:cubicBezTo>
                  <a:pt x="365836" y="58203"/>
                  <a:pt x="366158" y="58999"/>
                  <a:pt x="366800" y="59488"/>
                </a:cubicBezTo>
                <a:cubicBezTo>
                  <a:pt x="367443" y="59978"/>
                  <a:pt x="368498" y="60222"/>
                  <a:pt x="369967" y="60222"/>
                </a:cubicBezTo>
                <a:lnTo>
                  <a:pt x="375568" y="60222"/>
                </a:lnTo>
                <a:lnTo>
                  <a:pt x="373181" y="73534"/>
                </a:lnTo>
                <a:lnTo>
                  <a:pt x="365193" y="73534"/>
                </a:lnTo>
                <a:cubicBezTo>
                  <a:pt x="354912" y="73534"/>
                  <a:pt x="349771" y="69219"/>
                  <a:pt x="349771" y="60589"/>
                </a:cubicBezTo>
                <a:cubicBezTo>
                  <a:pt x="349771" y="59304"/>
                  <a:pt x="349924" y="57683"/>
                  <a:pt x="350230" y="55724"/>
                </a:cubicBezTo>
                <a:lnTo>
                  <a:pt x="353902" y="35344"/>
                </a:lnTo>
                <a:lnTo>
                  <a:pt x="347660" y="35344"/>
                </a:lnTo>
                <a:lnTo>
                  <a:pt x="349954" y="22308"/>
                </a:lnTo>
                <a:lnTo>
                  <a:pt x="356196" y="22308"/>
                </a:lnTo>
                <a:lnTo>
                  <a:pt x="358400" y="9822"/>
                </a:lnTo>
                <a:lnTo>
                  <a:pt x="374098" y="9822"/>
                </a:lnTo>
                <a:lnTo>
                  <a:pt x="371895" y="22308"/>
                </a:lnTo>
                <a:lnTo>
                  <a:pt x="382177" y="22308"/>
                </a:lnTo>
                <a:lnTo>
                  <a:pt x="379882" y="35344"/>
                </a:lnTo>
                <a:lnTo>
                  <a:pt x="369600" y="35344"/>
                </a:lnTo>
                <a:lnTo>
                  <a:pt x="365928" y="55908"/>
                </a:lnTo>
                <a:close/>
                <a:moveTo>
                  <a:pt x="413849" y="21574"/>
                </a:moveTo>
                <a:cubicBezTo>
                  <a:pt x="420459" y="21574"/>
                  <a:pt x="425706" y="23364"/>
                  <a:pt x="429592" y="26945"/>
                </a:cubicBezTo>
                <a:cubicBezTo>
                  <a:pt x="433479" y="30524"/>
                  <a:pt x="435422" y="35405"/>
                  <a:pt x="435422" y="41586"/>
                </a:cubicBezTo>
                <a:cubicBezTo>
                  <a:pt x="435422" y="43606"/>
                  <a:pt x="435270" y="45411"/>
                  <a:pt x="434964" y="47003"/>
                </a:cubicBezTo>
                <a:cubicBezTo>
                  <a:pt x="434720" y="48410"/>
                  <a:pt x="434352" y="49909"/>
                  <a:pt x="433862" y="51501"/>
                </a:cubicBezTo>
                <a:lnTo>
                  <a:pt x="398335" y="51501"/>
                </a:lnTo>
                <a:cubicBezTo>
                  <a:pt x="398273" y="51869"/>
                  <a:pt x="398242" y="52451"/>
                  <a:pt x="398242" y="53246"/>
                </a:cubicBezTo>
                <a:cubicBezTo>
                  <a:pt x="398242" y="55939"/>
                  <a:pt x="398977" y="57989"/>
                  <a:pt x="400446" y="59397"/>
                </a:cubicBezTo>
                <a:cubicBezTo>
                  <a:pt x="401915" y="60804"/>
                  <a:pt x="403873" y="61508"/>
                  <a:pt x="406321" y="61508"/>
                </a:cubicBezTo>
                <a:cubicBezTo>
                  <a:pt x="410238" y="61508"/>
                  <a:pt x="413237" y="59856"/>
                  <a:pt x="415318" y="56551"/>
                </a:cubicBezTo>
                <a:lnTo>
                  <a:pt x="432027" y="56551"/>
                </a:lnTo>
                <a:cubicBezTo>
                  <a:pt x="429823" y="61752"/>
                  <a:pt x="426242" y="66006"/>
                  <a:pt x="421284" y="69311"/>
                </a:cubicBezTo>
                <a:cubicBezTo>
                  <a:pt x="416327" y="72616"/>
                  <a:pt x="410758" y="74268"/>
                  <a:pt x="404577" y="74268"/>
                </a:cubicBezTo>
                <a:cubicBezTo>
                  <a:pt x="397967" y="74268"/>
                  <a:pt x="392688" y="72432"/>
                  <a:pt x="388741" y="68760"/>
                </a:cubicBezTo>
                <a:cubicBezTo>
                  <a:pt x="384793" y="65088"/>
                  <a:pt x="382819" y="60100"/>
                  <a:pt x="382819" y="53797"/>
                </a:cubicBezTo>
                <a:cubicBezTo>
                  <a:pt x="382819" y="51899"/>
                  <a:pt x="383003" y="49940"/>
                  <a:pt x="383370" y="47920"/>
                </a:cubicBezTo>
                <a:cubicBezTo>
                  <a:pt x="384289" y="42596"/>
                  <a:pt x="386186" y="37945"/>
                  <a:pt x="389063" y="33967"/>
                </a:cubicBezTo>
                <a:cubicBezTo>
                  <a:pt x="391939" y="29989"/>
                  <a:pt x="395519" y="26929"/>
                  <a:pt x="399803" y="24787"/>
                </a:cubicBezTo>
                <a:cubicBezTo>
                  <a:pt x="404087" y="22645"/>
                  <a:pt x="408769" y="21574"/>
                  <a:pt x="413849" y="21574"/>
                </a:cubicBezTo>
                <a:moveTo>
                  <a:pt x="419542" y="43515"/>
                </a:moveTo>
                <a:cubicBezTo>
                  <a:pt x="419664" y="42657"/>
                  <a:pt x="419725" y="42076"/>
                  <a:pt x="419725" y="41771"/>
                </a:cubicBezTo>
                <a:cubicBezTo>
                  <a:pt x="419725" y="39322"/>
                  <a:pt x="418960" y="37440"/>
                  <a:pt x="417429" y="36124"/>
                </a:cubicBezTo>
                <a:cubicBezTo>
                  <a:pt x="415899" y="34808"/>
                  <a:pt x="413880" y="34150"/>
                  <a:pt x="411371" y="34150"/>
                </a:cubicBezTo>
                <a:cubicBezTo>
                  <a:pt x="408677" y="34150"/>
                  <a:pt x="406305" y="34961"/>
                  <a:pt x="404254" y="36584"/>
                </a:cubicBezTo>
                <a:cubicBezTo>
                  <a:pt x="402205" y="38205"/>
                  <a:pt x="400721" y="40515"/>
                  <a:pt x="399803" y="43515"/>
                </a:cubicBezTo>
                <a:lnTo>
                  <a:pt x="419542" y="43515"/>
                </a:lnTo>
                <a:close/>
                <a:moveTo>
                  <a:pt x="461495" y="31580"/>
                </a:moveTo>
                <a:cubicBezTo>
                  <a:pt x="463882" y="28520"/>
                  <a:pt x="466620" y="26118"/>
                  <a:pt x="469710" y="24374"/>
                </a:cubicBezTo>
                <a:cubicBezTo>
                  <a:pt x="472802" y="22630"/>
                  <a:pt x="476030" y="21757"/>
                  <a:pt x="479397" y="21757"/>
                </a:cubicBezTo>
                <a:lnTo>
                  <a:pt x="476460" y="38374"/>
                </a:lnTo>
                <a:lnTo>
                  <a:pt x="472145" y="38374"/>
                </a:lnTo>
                <a:cubicBezTo>
                  <a:pt x="468227" y="38374"/>
                  <a:pt x="465136" y="39215"/>
                  <a:pt x="462872" y="40898"/>
                </a:cubicBezTo>
                <a:cubicBezTo>
                  <a:pt x="460608" y="42581"/>
                  <a:pt x="459109" y="45534"/>
                  <a:pt x="458374" y="49757"/>
                </a:cubicBezTo>
                <a:lnTo>
                  <a:pt x="454152" y="73534"/>
                </a:lnTo>
                <a:lnTo>
                  <a:pt x="438453" y="73534"/>
                </a:lnTo>
                <a:lnTo>
                  <a:pt x="447449" y="22308"/>
                </a:lnTo>
                <a:lnTo>
                  <a:pt x="463148" y="22308"/>
                </a:lnTo>
                <a:lnTo>
                  <a:pt x="461495" y="315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prets">
            <a:extLst xmlns:a="http://schemas.openxmlformats.org/drawingml/2006/main">
              <a:ext uri="{FF2B5EF4-FFF2-40B4-BE49-F238E27FC236}">
                <a16:creationId xmlns:a16="http://schemas.microsoft.com/office/drawing/2014/main" id="{06B2CA81-4BEE-4733-8B4F-1A3642B1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322" y="620692"/>
            <a:ext cx="245850" cy="88132"/>
          </a:xfrm>
          <a:custGeom xmlns:a="http://schemas.openxmlformats.org/drawingml/2006/main">
            <a:pathLst>
              <a:path w="245850" h="88132">
                <a:moveTo>
                  <a:pt x="27725" y="19737"/>
                </a:moveTo>
                <a:cubicBezTo>
                  <a:pt x="29683" y="17350"/>
                  <a:pt x="32146" y="15423"/>
                  <a:pt x="35114" y="13955"/>
                </a:cubicBezTo>
                <a:cubicBezTo>
                  <a:pt x="38083" y="12486"/>
                  <a:pt x="41372" y="11751"/>
                  <a:pt x="44983" y="11751"/>
                </a:cubicBezTo>
                <a:cubicBezTo>
                  <a:pt x="50492" y="11751"/>
                  <a:pt x="54944" y="13557"/>
                  <a:pt x="58341" y="17168"/>
                </a:cubicBezTo>
                <a:cubicBezTo>
                  <a:pt x="61737" y="20779"/>
                  <a:pt x="63436" y="25675"/>
                  <a:pt x="63436" y="31856"/>
                </a:cubicBezTo>
                <a:cubicBezTo>
                  <a:pt x="63436" y="33753"/>
                  <a:pt x="63252" y="35804"/>
                  <a:pt x="62885" y="38007"/>
                </a:cubicBezTo>
                <a:cubicBezTo>
                  <a:pt x="61967" y="43270"/>
                  <a:pt x="60162" y="47906"/>
                  <a:pt x="57468" y="51915"/>
                </a:cubicBezTo>
                <a:cubicBezTo>
                  <a:pt x="54776" y="55924"/>
                  <a:pt x="51532" y="59014"/>
                  <a:pt x="47737" y="61187"/>
                </a:cubicBezTo>
                <a:cubicBezTo>
                  <a:pt x="43942" y="63360"/>
                  <a:pt x="39934" y="64446"/>
                  <a:pt x="35711" y="64446"/>
                </a:cubicBezTo>
                <a:cubicBezTo>
                  <a:pt x="32161" y="64446"/>
                  <a:pt x="29162" y="63712"/>
                  <a:pt x="26713" y="62244"/>
                </a:cubicBezTo>
                <a:cubicBezTo>
                  <a:pt x="24266" y="60775"/>
                  <a:pt x="22461" y="58877"/>
                  <a:pt x="21298" y="56551"/>
                </a:cubicBezTo>
                <a:lnTo>
                  <a:pt x="15697" y="88132"/>
                </a:lnTo>
                <a:lnTo>
                  <a:pt x="0" y="88132"/>
                </a:lnTo>
                <a:lnTo>
                  <a:pt x="13310" y="12485"/>
                </a:lnTo>
                <a:lnTo>
                  <a:pt x="29009" y="12485"/>
                </a:lnTo>
                <a:lnTo>
                  <a:pt x="27725" y="19737"/>
                </a:lnTo>
                <a:moveTo>
                  <a:pt x="47003" y="38007"/>
                </a:moveTo>
                <a:cubicBezTo>
                  <a:pt x="47187" y="36966"/>
                  <a:pt x="47279" y="36018"/>
                  <a:pt x="47279" y="35160"/>
                </a:cubicBezTo>
                <a:cubicBezTo>
                  <a:pt x="47279" y="32101"/>
                  <a:pt x="46406" y="29714"/>
                  <a:pt x="44662" y="28001"/>
                </a:cubicBezTo>
                <a:cubicBezTo>
                  <a:pt x="42918" y="26286"/>
                  <a:pt x="40699" y="25429"/>
                  <a:pt x="38007" y="25429"/>
                </a:cubicBezTo>
                <a:cubicBezTo>
                  <a:pt x="34885" y="25429"/>
                  <a:pt x="32038" y="26561"/>
                  <a:pt x="29467" y="28826"/>
                </a:cubicBezTo>
                <a:cubicBezTo>
                  <a:pt x="26897" y="31091"/>
                  <a:pt x="25245" y="34181"/>
                  <a:pt x="24511" y="38098"/>
                </a:cubicBezTo>
                <a:cubicBezTo>
                  <a:pt x="24327" y="39200"/>
                  <a:pt x="24235" y="40210"/>
                  <a:pt x="24235" y="41128"/>
                </a:cubicBezTo>
                <a:cubicBezTo>
                  <a:pt x="24235" y="44126"/>
                  <a:pt x="25092" y="46483"/>
                  <a:pt x="26806" y="48196"/>
                </a:cubicBezTo>
                <a:cubicBezTo>
                  <a:pt x="28520" y="49910"/>
                  <a:pt x="30723" y="50767"/>
                  <a:pt x="33416" y="50767"/>
                </a:cubicBezTo>
                <a:cubicBezTo>
                  <a:pt x="36537" y="50767"/>
                  <a:pt x="39398" y="49619"/>
                  <a:pt x="41999" y="47325"/>
                </a:cubicBezTo>
                <a:cubicBezTo>
                  <a:pt x="44601" y="45030"/>
                  <a:pt x="46269" y="41923"/>
                  <a:pt x="47003" y="38007"/>
                </a:cubicBezTo>
                <a:close/>
                <a:moveTo>
                  <a:pt x="89691" y="21757"/>
                </a:moveTo>
                <a:cubicBezTo>
                  <a:pt x="92078" y="18697"/>
                  <a:pt x="94817" y="16295"/>
                  <a:pt x="97907" y="14552"/>
                </a:cubicBezTo>
                <a:cubicBezTo>
                  <a:pt x="100998" y="12807"/>
                  <a:pt x="104227" y="11935"/>
                  <a:pt x="107593" y="11935"/>
                </a:cubicBezTo>
                <a:lnTo>
                  <a:pt x="104656" y="28551"/>
                </a:lnTo>
                <a:lnTo>
                  <a:pt x="100341" y="28551"/>
                </a:lnTo>
                <a:cubicBezTo>
                  <a:pt x="96424" y="28551"/>
                  <a:pt x="93333" y="29393"/>
                  <a:pt x="91068" y="31076"/>
                </a:cubicBezTo>
                <a:cubicBezTo>
                  <a:pt x="88804" y="32758"/>
                  <a:pt x="87305" y="35711"/>
                  <a:pt x="86570" y="39934"/>
                </a:cubicBezTo>
                <a:lnTo>
                  <a:pt x="82348" y="63712"/>
                </a:lnTo>
                <a:lnTo>
                  <a:pt x="66649" y="63712"/>
                </a:lnTo>
                <a:lnTo>
                  <a:pt x="75645" y="12485"/>
                </a:lnTo>
                <a:lnTo>
                  <a:pt x="91344" y="12485"/>
                </a:lnTo>
                <a:lnTo>
                  <a:pt x="89691" y="21757"/>
                </a:lnTo>
                <a:close/>
                <a:moveTo>
                  <a:pt x="137888" y="11751"/>
                </a:moveTo>
                <a:cubicBezTo>
                  <a:pt x="144498" y="11751"/>
                  <a:pt x="149746" y="13542"/>
                  <a:pt x="153631" y="17122"/>
                </a:cubicBezTo>
                <a:cubicBezTo>
                  <a:pt x="157518" y="20702"/>
                  <a:pt x="159462" y="25582"/>
                  <a:pt x="159462" y="31763"/>
                </a:cubicBezTo>
                <a:cubicBezTo>
                  <a:pt x="159462" y="33783"/>
                  <a:pt x="159309" y="35589"/>
                  <a:pt x="159004" y="37180"/>
                </a:cubicBezTo>
                <a:cubicBezTo>
                  <a:pt x="158759" y="38588"/>
                  <a:pt x="158391" y="40087"/>
                  <a:pt x="157901" y="41678"/>
                </a:cubicBezTo>
                <a:lnTo>
                  <a:pt x="122374" y="41678"/>
                </a:lnTo>
                <a:cubicBezTo>
                  <a:pt x="122312" y="42046"/>
                  <a:pt x="122281" y="42628"/>
                  <a:pt x="122281" y="43424"/>
                </a:cubicBezTo>
                <a:cubicBezTo>
                  <a:pt x="122281" y="46116"/>
                  <a:pt x="123016" y="48166"/>
                  <a:pt x="124485" y="49575"/>
                </a:cubicBezTo>
                <a:cubicBezTo>
                  <a:pt x="125954" y="50982"/>
                  <a:pt x="127912" y="51686"/>
                  <a:pt x="130360" y="51686"/>
                </a:cubicBezTo>
                <a:cubicBezTo>
                  <a:pt x="134277" y="51686"/>
                  <a:pt x="137277" y="50033"/>
                  <a:pt x="139357" y="46728"/>
                </a:cubicBezTo>
                <a:lnTo>
                  <a:pt x="156066" y="46728"/>
                </a:lnTo>
                <a:cubicBezTo>
                  <a:pt x="153862" y="51930"/>
                  <a:pt x="150281" y="56183"/>
                  <a:pt x="145323" y="59488"/>
                </a:cubicBezTo>
                <a:cubicBezTo>
                  <a:pt x="140366" y="62793"/>
                  <a:pt x="134797" y="64446"/>
                  <a:pt x="128616" y="64446"/>
                </a:cubicBezTo>
                <a:cubicBezTo>
                  <a:pt x="122006" y="64446"/>
                  <a:pt x="116727" y="62610"/>
                  <a:pt x="112780" y="58938"/>
                </a:cubicBezTo>
                <a:cubicBezTo>
                  <a:pt x="108832" y="55266"/>
                  <a:pt x="106858" y="50278"/>
                  <a:pt x="106858" y="43974"/>
                </a:cubicBezTo>
                <a:cubicBezTo>
                  <a:pt x="106858" y="42077"/>
                  <a:pt x="107042" y="40118"/>
                  <a:pt x="107409" y="38098"/>
                </a:cubicBezTo>
                <a:cubicBezTo>
                  <a:pt x="108328" y="32774"/>
                  <a:pt x="110226" y="28123"/>
                  <a:pt x="113102" y="24144"/>
                </a:cubicBezTo>
                <a:cubicBezTo>
                  <a:pt x="115978" y="20166"/>
                  <a:pt x="119558" y="17106"/>
                  <a:pt x="123842" y="14965"/>
                </a:cubicBezTo>
                <a:cubicBezTo>
                  <a:pt x="128126" y="12823"/>
                  <a:pt x="132808" y="11751"/>
                  <a:pt x="137888" y="11751"/>
                </a:cubicBezTo>
                <a:moveTo>
                  <a:pt x="143581" y="33692"/>
                </a:moveTo>
                <a:cubicBezTo>
                  <a:pt x="143703" y="32835"/>
                  <a:pt x="143764" y="32254"/>
                  <a:pt x="143764" y="31948"/>
                </a:cubicBezTo>
                <a:cubicBezTo>
                  <a:pt x="143764" y="29500"/>
                  <a:pt x="142999" y="27617"/>
                  <a:pt x="141468" y="26302"/>
                </a:cubicBezTo>
                <a:cubicBezTo>
                  <a:pt x="139939" y="24986"/>
                  <a:pt x="137919" y="24328"/>
                  <a:pt x="135410" y="24328"/>
                </a:cubicBezTo>
                <a:cubicBezTo>
                  <a:pt x="132716" y="24328"/>
                  <a:pt x="130344" y="25139"/>
                  <a:pt x="128294" y="26761"/>
                </a:cubicBezTo>
                <a:cubicBezTo>
                  <a:pt x="126244" y="28382"/>
                  <a:pt x="124760" y="30693"/>
                  <a:pt x="123842" y="33692"/>
                </a:cubicBezTo>
                <a:lnTo>
                  <a:pt x="143581" y="33692"/>
                </a:lnTo>
                <a:close/>
                <a:moveTo>
                  <a:pt x="183790" y="46085"/>
                </a:moveTo>
                <a:cubicBezTo>
                  <a:pt x="183729" y="46392"/>
                  <a:pt x="183699" y="46789"/>
                  <a:pt x="183699" y="47279"/>
                </a:cubicBezTo>
                <a:cubicBezTo>
                  <a:pt x="183699" y="48381"/>
                  <a:pt x="184020" y="49176"/>
                  <a:pt x="184663" y="49666"/>
                </a:cubicBezTo>
                <a:cubicBezTo>
                  <a:pt x="185305" y="50155"/>
                  <a:pt x="186361" y="50400"/>
                  <a:pt x="187830" y="50400"/>
                </a:cubicBezTo>
                <a:lnTo>
                  <a:pt x="193430" y="50400"/>
                </a:lnTo>
                <a:lnTo>
                  <a:pt x="191043" y="63712"/>
                </a:lnTo>
                <a:lnTo>
                  <a:pt x="183056" y="63712"/>
                </a:lnTo>
                <a:cubicBezTo>
                  <a:pt x="172774" y="63712"/>
                  <a:pt x="167633" y="59397"/>
                  <a:pt x="167633" y="50767"/>
                </a:cubicBezTo>
                <a:cubicBezTo>
                  <a:pt x="167633" y="49482"/>
                  <a:pt x="167786" y="47860"/>
                  <a:pt x="168092" y="45902"/>
                </a:cubicBezTo>
                <a:lnTo>
                  <a:pt x="171764" y="25521"/>
                </a:lnTo>
                <a:lnTo>
                  <a:pt x="165522" y="25521"/>
                </a:lnTo>
                <a:lnTo>
                  <a:pt x="167816" y="12485"/>
                </a:lnTo>
                <a:lnTo>
                  <a:pt x="174058" y="12485"/>
                </a:lnTo>
                <a:lnTo>
                  <a:pt x="176262" y="0"/>
                </a:lnTo>
                <a:lnTo>
                  <a:pt x="191961" y="0"/>
                </a:lnTo>
                <a:lnTo>
                  <a:pt x="189757" y="12485"/>
                </a:lnTo>
                <a:lnTo>
                  <a:pt x="200039" y="12485"/>
                </a:lnTo>
                <a:lnTo>
                  <a:pt x="197745" y="25521"/>
                </a:lnTo>
                <a:lnTo>
                  <a:pt x="187463" y="25521"/>
                </a:lnTo>
                <a:lnTo>
                  <a:pt x="183790" y="46085"/>
                </a:lnTo>
                <a:close/>
                <a:moveTo>
                  <a:pt x="221062" y="64446"/>
                </a:moveTo>
                <a:cubicBezTo>
                  <a:pt x="217023" y="64446"/>
                  <a:pt x="213397" y="63803"/>
                  <a:pt x="210183" y="62518"/>
                </a:cubicBezTo>
                <a:cubicBezTo>
                  <a:pt x="206971" y="61233"/>
                  <a:pt x="204446" y="59443"/>
                  <a:pt x="202609" y="57149"/>
                </a:cubicBezTo>
                <a:cubicBezTo>
                  <a:pt x="200773" y="54853"/>
                  <a:pt x="199855" y="52206"/>
                  <a:pt x="199855" y="49206"/>
                </a:cubicBezTo>
                <a:cubicBezTo>
                  <a:pt x="199855" y="48779"/>
                  <a:pt x="199917" y="48014"/>
                  <a:pt x="200040" y="46912"/>
                </a:cubicBezTo>
                <a:lnTo>
                  <a:pt x="215187" y="46912"/>
                </a:lnTo>
                <a:cubicBezTo>
                  <a:pt x="215065" y="48809"/>
                  <a:pt x="215631" y="50324"/>
                  <a:pt x="216885" y="51456"/>
                </a:cubicBezTo>
                <a:cubicBezTo>
                  <a:pt x="218140" y="52588"/>
                  <a:pt x="219930" y="53154"/>
                  <a:pt x="222256" y="53154"/>
                </a:cubicBezTo>
                <a:cubicBezTo>
                  <a:pt x="224214" y="53154"/>
                  <a:pt x="225836" y="52787"/>
                  <a:pt x="227121" y="52053"/>
                </a:cubicBezTo>
                <a:cubicBezTo>
                  <a:pt x="228407" y="51318"/>
                  <a:pt x="229050" y="50277"/>
                  <a:pt x="229050" y="48932"/>
                </a:cubicBezTo>
                <a:cubicBezTo>
                  <a:pt x="229050" y="47646"/>
                  <a:pt x="228361" y="46620"/>
                  <a:pt x="226983" y="45856"/>
                </a:cubicBezTo>
                <a:cubicBezTo>
                  <a:pt x="225607" y="45091"/>
                  <a:pt x="223327" y="44157"/>
                  <a:pt x="220145" y="43055"/>
                </a:cubicBezTo>
                <a:cubicBezTo>
                  <a:pt x="216840" y="41954"/>
                  <a:pt x="214070" y="40868"/>
                  <a:pt x="211836" y="39797"/>
                </a:cubicBezTo>
                <a:cubicBezTo>
                  <a:pt x="209603" y="38726"/>
                  <a:pt x="207690" y="37181"/>
                  <a:pt x="206099" y="35162"/>
                </a:cubicBezTo>
                <a:cubicBezTo>
                  <a:pt x="204507" y="33142"/>
                  <a:pt x="203712" y="30602"/>
                  <a:pt x="203712" y="27541"/>
                </a:cubicBezTo>
                <a:cubicBezTo>
                  <a:pt x="203712" y="24543"/>
                  <a:pt x="204599" y="21834"/>
                  <a:pt x="206373" y="19417"/>
                </a:cubicBezTo>
                <a:cubicBezTo>
                  <a:pt x="208149" y="16999"/>
                  <a:pt x="210642" y="15117"/>
                  <a:pt x="213855" y="13771"/>
                </a:cubicBezTo>
                <a:cubicBezTo>
                  <a:pt x="217068" y="12425"/>
                  <a:pt x="220787" y="11751"/>
                  <a:pt x="225010" y="11751"/>
                </a:cubicBezTo>
                <a:cubicBezTo>
                  <a:pt x="229233" y="11751"/>
                  <a:pt x="232905" y="12440"/>
                  <a:pt x="236026" y="13818"/>
                </a:cubicBezTo>
                <a:cubicBezTo>
                  <a:pt x="239148" y="15194"/>
                  <a:pt x="241565" y="17107"/>
                  <a:pt x="243279" y="19555"/>
                </a:cubicBezTo>
                <a:cubicBezTo>
                  <a:pt x="244993" y="22003"/>
                  <a:pt x="245850" y="24757"/>
                  <a:pt x="245850" y="27816"/>
                </a:cubicBezTo>
                <a:lnTo>
                  <a:pt x="245757" y="29193"/>
                </a:lnTo>
                <a:lnTo>
                  <a:pt x="231528" y="29193"/>
                </a:lnTo>
                <a:cubicBezTo>
                  <a:pt x="231650" y="27357"/>
                  <a:pt x="231099" y="25888"/>
                  <a:pt x="229875" y="24787"/>
                </a:cubicBezTo>
                <a:cubicBezTo>
                  <a:pt x="228651" y="23685"/>
                  <a:pt x="226907" y="23134"/>
                  <a:pt x="224643" y="23134"/>
                </a:cubicBezTo>
                <a:cubicBezTo>
                  <a:pt x="222868" y="23134"/>
                  <a:pt x="221415" y="23502"/>
                  <a:pt x="220282" y="24237"/>
                </a:cubicBezTo>
                <a:cubicBezTo>
                  <a:pt x="219150" y="24971"/>
                  <a:pt x="218584" y="25980"/>
                  <a:pt x="218584" y="27265"/>
                </a:cubicBezTo>
                <a:cubicBezTo>
                  <a:pt x="218584" y="28612"/>
                  <a:pt x="219334" y="29729"/>
                  <a:pt x="220832" y="30618"/>
                </a:cubicBezTo>
                <a:cubicBezTo>
                  <a:pt x="222332" y="31505"/>
                  <a:pt x="224673" y="32499"/>
                  <a:pt x="227856" y="33600"/>
                </a:cubicBezTo>
                <a:cubicBezTo>
                  <a:pt x="231161" y="34702"/>
                  <a:pt x="233900" y="35788"/>
                  <a:pt x="236072" y="36860"/>
                </a:cubicBezTo>
                <a:cubicBezTo>
                  <a:pt x="238245" y="37931"/>
                  <a:pt x="240112" y="39430"/>
                  <a:pt x="241672" y="41358"/>
                </a:cubicBezTo>
                <a:cubicBezTo>
                  <a:pt x="243233" y="43285"/>
                  <a:pt x="244013" y="45687"/>
                  <a:pt x="244013" y="48565"/>
                </a:cubicBezTo>
                <a:cubicBezTo>
                  <a:pt x="244013" y="51870"/>
                  <a:pt x="243018" y="54716"/>
                  <a:pt x="241029" y="57103"/>
                </a:cubicBezTo>
                <a:cubicBezTo>
                  <a:pt x="239040" y="59489"/>
                  <a:pt x="236317" y="61309"/>
                  <a:pt x="232858" y="62564"/>
                </a:cubicBezTo>
                <a:cubicBezTo>
                  <a:pt x="229401" y="63819"/>
                  <a:pt x="225469" y="64446"/>
                  <a:pt x="221062" y="644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somematri">
            <a:extLst xmlns:a="http://schemas.openxmlformats.org/drawingml/2006/main">
              <a:ext uri="{FF2B5EF4-FFF2-40B4-BE49-F238E27FC236}">
                <a16:creationId xmlns:a16="http://schemas.microsoft.com/office/drawing/2014/main" id="{81C4C682-E1F0-42CD-B660-1EAB8A01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756" y="714149"/>
            <a:ext cx="549536" cy="74268"/>
          </a:xfrm>
          <a:custGeom xmlns:a="http://schemas.openxmlformats.org/drawingml/2006/main">
            <a:pathLst>
              <a:path w="549536" h="74268">
                <a:moveTo>
                  <a:pt x="21207" y="74268"/>
                </a:moveTo>
                <a:cubicBezTo>
                  <a:pt x="17168" y="74268"/>
                  <a:pt x="13542" y="73626"/>
                  <a:pt x="10328" y="72341"/>
                </a:cubicBezTo>
                <a:cubicBezTo>
                  <a:pt x="7116" y="71056"/>
                  <a:pt x="4591" y="69266"/>
                  <a:pt x="2754" y="66971"/>
                </a:cubicBezTo>
                <a:cubicBezTo>
                  <a:pt x="918" y="64676"/>
                  <a:pt x="0" y="62028"/>
                  <a:pt x="0" y="59029"/>
                </a:cubicBezTo>
                <a:cubicBezTo>
                  <a:pt x="0" y="58601"/>
                  <a:pt x="62" y="57836"/>
                  <a:pt x="185" y="56734"/>
                </a:cubicBezTo>
                <a:lnTo>
                  <a:pt x="15332" y="56734"/>
                </a:lnTo>
                <a:cubicBezTo>
                  <a:pt x="15210" y="58632"/>
                  <a:pt x="15775" y="60147"/>
                  <a:pt x="17030" y="61278"/>
                </a:cubicBezTo>
                <a:cubicBezTo>
                  <a:pt x="18285" y="62410"/>
                  <a:pt x="20075" y="62976"/>
                  <a:pt x="22400" y="62976"/>
                </a:cubicBezTo>
                <a:cubicBezTo>
                  <a:pt x="24359" y="62976"/>
                  <a:pt x="25980" y="62609"/>
                  <a:pt x="27265" y="61875"/>
                </a:cubicBezTo>
                <a:cubicBezTo>
                  <a:pt x="28551" y="61140"/>
                  <a:pt x="29194" y="60100"/>
                  <a:pt x="29194" y="58754"/>
                </a:cubicBezTo>
                <a:cubicBezTo>
                  <a:pt x="29194" y="57468"/>
                  <a:pt x="28506" y="56443"/>
                  <a:pt x="27128" y="55678"/>
                </a:cubicBezTo>
                <a:cubicBezTo>
                  <a:pt x="25752" y="54913"/>
                  <a:pt x="23472" y="53980"/>
                  <a:pt x="20289" y="52878"/>
                </a:cubicBezTo>
                <a:cubicBezTo>
                  <a:pt x="16984" y="51777"/>
                  <a:pt x="14215" y="50691"/>
                  <a:pt x="11981" y="49619"/>
                </a:cubicBezTo>
                <a:cubicBezTo>
                  <a:pt x="9747" y="48548"/>
                  <a:pt x="7835" y="47003"/>
                  <a:pt x="6243" y="44984"/>
                </a:cubicBezTo>
                <a:cubicBezTo>
                  <a:pt x="4652" y="42964"/>
                  <a:pt x="3856" y="40424"/>
                  <a:pt x="3856" y="37364"/>
                </a:cubicBezTo>
                <a:cubicBezTo>
                  <a:pt x="3856" y="34365"/>
                  <a:pt x="4744" y="31657"/>
                  <a:pt x="6518" y="29239"/>
                </a:cubicBezTo>
                <a:cubicBezTo>
                  <a:pt x="8293" y="26821"/>
                  <a:pt x="10787" y="24940"/>
                  <a:pt x="14000" y="23594"/>
                </a:cubicBezTo>
                <a:cubicBezTo>
                  <a:pt x="17213" y="22247"/>
                  <a:pt x="20931" y="21574"/>
                  <a:pt x="25154" y="21574"/>
                </a:cubicBezTo>
                <a:cubicBezTo>
                  <a:pt x="29377" y="21574"/>
                  <a:pt x="33049" y="22263"/>
                  <a:pt x="36170" y="23640"/>
                </a:cubicBezTo>
                <a:cubicBezTo>
                  <a:pt x="39292" y="25017"/>
                  <a:pt x="41710" y="26929"/>
                  <a:pt x="43424" y="29378"/>
                </a:cubicBezTo>
                <a:cubicBezTo>
                  <a:pt x="45137" y="31825"/>
                  <a:pt x="45994" y="34579"/>
                  <a:pt x="45994" y="37638"/>
                </a:cubicBezTo>
                <a:lnTo>
                  <a:pt x="45902" y="39015"/>
                </a:lnTo>
                <a:lnTo>
                  <a:pt x="31672" y="39015"/>
                </a:lnTo>
                <a:cubicBezTo>
                  <a:pt x="31795" y="37179"/>
                  <a:pt x="31244" y="35711"/>
                  <a:pt x="30019" y="34610"/>
                </a:cubicBezTo>
                <a:cubicBezTo>
                  <a:pt x="28796" y="33508"/>
                  <a:pt x="27052" y="32957"/>
                  <a:pt x="24787" y="32957"/>
                </a:cubicBezTo>
                <a:cubicBezTo>
                  <a:pt x="23013" y="32957"/>
                  <a:pt x="21559" y="33324"/>
                  <a:pt x="20427" y="34059"/>
                </a:cubicBezTo>
                <a:cubicBezTo>
                  <a:pt x="19295" y="34793"/>
                  <a:pt x="18729" y="35803"/>
                  <a:pt x="18729" y="37088"/>
                </a:cubicBezTo>
                <a:cubicBezTo>
                  <a:pt x="18729" y="38434"/>
                  <a:pt x="19478" y="39552"/>
                  <a:pt x="20977" y="40440"/>
                </a:cubicBezTo>
                <a:cubicBezTo>
                  <a:pt x="22477" y="41327"/>
                  <a:pt x="24818" y="42321"/>
                  <a:pt x="28001" y="43422"/>
                </a:cubicBezTo>
                <a:cubicBezTo>
                  <a:pt x="31306" y="44524"/>
                  <a:pt x="34044" y="45611"/>
                  <a:pt x="36217" y="46682"/>
                </a:cubicBezTo>
                <a:cubicBezTo>
                  <a:pt x="38390" y="47753"/>
                  <a:pt x="40256" y="49252"/>
                  <a:pt x="41817" y="51180"/>
                </a:cubicBezTo>
                <a:cubicBezTo>
                  <a:pt x="43377" y="53108"/>
                  <a:pt x="44158" y="55510"/>
                  <a:pt x="44158" y="58387"/>
                </a:cubicBezTo>
                <a:cubicBezTo>
                  <a:pt x="44158" y="61692"/>
                  <a:pt x="43163" y="64538"/>
                  <a:pt x="41174" y="66925"/>
                </a:cubicBezTo>
                <a:cubicBezTo>
                  <a:pt x="39185" y="69311"/>
                  <a:pt x="36461" y="71132"/>
                  <a:pt x="33003" y="72387"/>
                </a:cubicBezTo>
                <a:cubicBezTo>
                  <a:pt x="29546" y="73641"/>
                  <a:pt x="25614" y="74268"/>
                  <a:pt x="21207" y="74268"/>
                </a:cubicBezTo>
                <a:close/>
                <a:moveTo>
                  <a:pt x="74545" y="74268"/>
                </a:moveTo>
                <a:cubicBezTo>
                  <a:pt x="70139" y="74268"/>
                  <a:pt x="66221" y="73381"/>
                  <a:pt x="62794" y="71607"/>
                </a:cubicBezTo>
                <a:cubicBezTo>
                  <a:pt x="59367" y="69831"/>
                  <a:pt x="56720" y="67322"/>
                  <a:pt x="54853" y="64079"/>
                </a:cubicBezTo>
                <a:cubicBezTo>
                  <a:pt x="52986" y="60834"/>
                  <a:pt x="52053" y="57070"/>
                  <a:pt x="52053" y="52787"/>
                </a:cubicBezTo>
                <a:cubicBezTo>
                  <a:pt x="52053" y="46972"/>
                  <a:pt x="53430" y="41678"/>
                  <a:pt x="56184" y="36904"/>
                </a:cubicBezTo>
                <a:cubicBezTo>
                  <a:pt x="58938" y="32130"/>
                  <a:pt x="62732" y="28382"/>
                  <a:pt x="67567" y="25659"/>
                </a:cubicBezTo>
                <a:cubicBezTo>
                  <a:pt x="72402" y="22935"/>
                  <a:pt x="77788" y="21574"/>
                  <a:pt x="83725" y="21574"/>
                </a:cubicBezTo>
                <a:cubicBezTo>
                  <a:pt x="88132" y="21574"/>
                  <a:pt x="92064" y="22476"/>
                  <a:pt x="95521" y="24282"/>
                </a:cubicBezTo>
                <a:cubicBezTo>
                  <a:pt x="98979" y="26087"/>
                  <a:pt x="101657" y="28612"/>
                  <a:pt x="103555" y="31856"/>
                </a:cubicBezTo>
                <a:cubicBezTo>
                  <a:pt x="105452" y="35099"/>
                  <a:pt x="106401" y="38863"/>
                  <a:pt x="106401" y="43148"/>
                </a:cubicBezTo>
                <a:cubicBezTo>
                  <a:pt x="106401" y="49023"/>
                  <a:pt x="105009" y="54332"/>
                  <a:pt x="102224" y="59075"/>
                </a:cubicBezTo>
                <a:cubicBezTo>
                  <a:pt x="99439" y="63818"/>
                  <a:pt x="95614" y="67536"/>
                  <a:pt x="90749" y="70230"/>
                </a:cubicBezTo>
                <a:cubicBezTo>
                  <a:pt x="85883" y="72922"/>
                  <a:pt x="80482" y="74268"/>
                  <a:pt x="74545" y="74268"/>
                </a:cubicBezTo>
                <a:moveTo>
                  <a:pt x="76748" y="60773"/>
                </a:moveTo>
                <a:cubicBezTo>
                  <a:pt x="79319" y="60773"/>
                  <a:pt x="81629" y="59992"/>
                  <a:pt x="83679" y="58432"/>
                </a:cubicBezTo>
                <a:cubicBezTo>
                  <a:pt x="85730" y="56871"/>
                  <a:pt x="87321" y="54852"/>
                  <a:pt x="88453" y="52373"/>
                </a:cubicBezTo>
                <a:cubicBezTo>
                  <a:pt x="89586" y="49895"/>
                  <a:pt x="90152" y="47309"/>
                  <a:pt x="90152" y="44616"/>
                </a:cubicBezTo>
                <a:cubicBezTo>
                  <a:pt x="90152" y="41555"/>
                  <a:pt x="89325" y="39199"/>
                  <a:pt x="87672" y="37547"/>
                </a:cubicBezTo>
                <a:cubicBezTo>
                  <a:pt x="86020" y="35894"/>
                  <a:pt x="83940" y="35068"/>
                  <a:pt x="81430" y="35068"/>
                </a:cubicBezTo>
                <a:cubicBezTo>
                  <a:pt x="78799" y="35068"/>
                  <a:pt x="76488" y="35849"/>
                  <a:pt x="74499" y="37410"/>
                </a:cubicBezTo>
                <a:cubicBezTo>
                  <a:pt x="72510" y="38971"/>
                  <a:pt x="70965" y="41005"/>
                  <a:pt x="69863" y="43515"/>
                </a:cubicBezTo>
                <a:cubicBezTo>
                  <a:pt x="68762" y="46024"/>
                  <a:pt x="68211" y="48656"/>
                  <a:pt x="68211" y="51410"/>
                </a:cubicBezTo>
                <a:cubicBezTo>
                  <a:pt x="68211" y="54408"/>
                  <a:pt x="69006" y="56719"/>
                  <a:pt x="70597" y="58341"/>
                </a:cubicBezTo>
                <a:cubicBezTo>
                  <a:pt x="72188" y="59962"/>
                  <a:pt x="74238" y="60773"/>
                  <a:pt x="76748" y="60773"/>
                </a:cubicBezTo>
                <a:close/>
                <a:moveTo>
                  <a:pt x="184158" y="21757"/>
                </a:moveTo>
                <a:cubicBezTo>
                  <a:pt x="189666" y="21757"/>
                  <a:pt x="193965" y="23211"/>
                  <a:pt x="197056" y="26118"/>
                </a:cubicBezTo>
                <a:cubicBezTo>
                  <a:pt x="200147" y="29025"/>
                  <a:pt x="201692" y="33080"/>
                  <a:pt x="201692" y="38281"/>
                </a:cubicBezTo>
                <a:cubicBezTo>
                  <a:pt x="201692" y="39873"/>
                  <a:pt x="201509" y="41647"/>
                  <a:pt x="201142" y="43606"/>
                </a:cubicBezTo>
                <a:lnTo>
                  <a:pt x="195817" y="73534"/>
                </a:lnTo>
                <a:lnTo>
                  <a:pt x="180211" y="73534"/>
                </a:lnTo>
                <a:lnTo>
                  <a:pt x="185168" y="45718"/>
                </a:lnTo>
                <a:cubicBezTo>
                  <a:pt x="185291" y="45106"/>
                  <a:pt x="185352" y="44279"/>
                  <a:pt x="185352" y="43239"/>
                </a:cubicBezTo>
                <a:cubicBezTo>
                  <a:pt x="185352" y="40669"/>
                  <a:pt x="184633" y="38710"/>
                  <a:pt x="183195" y="37364"/>
                </a:cubicBezTo>
                <a:cubicBezTo>
                  <a:pt x="181756" y="36017"/>
                  <a:pt x="179752" y="35344"/>
                  <a:pt x="177181" y="35344"/>
                </a:cubicBezTo>
                <a:cubicBezTo>
                  <a:pt x="174121" y="35344"/>
                  <a:pt x="171551" y="36247"/>
                  <a:pt x="169469" y="38053"/>
                </a:cubicBezTo>
                <a:cubicBezTo>
                  <a:pt x="167389" y="39858"/>
                  <a:pt x="166073" y="42413"/>
                  <a:pt x="165522" y="45718"/>
                </a:cubicBezTo>
                <a:lnTo>
                  <a:pt x="160564" y="73534"/>
                </a:lnTo>
                <a:lnTo>
                  <a:pt x="144958" y="73534"/>
                </a:lnTo>
                <a:lnTo>
                  <a:pt x="149915" y="45718"/>
                </a:lnTo>
                <a:cubicBezTo>
                  <a:pt x="150038" y="45106"/>
                  <a:pt x="150099" y="44279"/>
                  <a:pt x="150099" y="43239"/>
                </a:cubicBezTo>
                <a:cubicBezTo>
                  <a:pt x="150099" y="40669"/>
                  <a:pt x="149380" y="38710"/>
                  <a:pt x="147942" y="37364"/>
                </a:cubicBezTo>
                <a:cubicBezTo>
                  <a:pt x="146504" y="36017"/>
                  <a:pt x="144499" y="35344"/>
                  <a:pt x="141929" y="35344"/>
                </a:cubicBezTo>
                <a:cubicBezTo>
                  <a:pt x="138869" y="35344"/>
                  <a:pt x="136298" y="36247"/>
                  <a:pt x="134217" y="38053"/>
                </a:cubicBezTo>
                <a:cubicBezTo>
                  <a:pt x="132136" y="39858"/>
                  <a:pt x="130820" y="42413"/>
                  <a:pt x="130269" y="45718"/>
                </a:cubicBezTo>
                <a:lnTo>
                  <a:pt x="130269" y="45259"/>
                </a:lnTo>
                <a:lnTo>
                  <a:pt x="125313" y="73534"/>
                </a:lnTo>
                <a:lnTo>
                  <a:pt x="109614" y="73534"/>
                </a:lnTo>
                <a:lnTo>
                  <a:pt x="118610" y="22308"/>
                </a:lnTo>
                <a:lnTo>
                  <a:pt x="134309" y="22308"/>
                </a:lnTo>
                <a:lnTo>
                  <a:pt x="133208" y="28826"/>
                </a:lnTo>
                <a:cubicBezTo>
                  <a:pt x="135166" y="26623"/>
                  <a:pt x="137538" y="24894"/>
                  <a:pt x="140323" y="23640"/>
                </a:cubicBezTo>
                <a:cubicBezTo>
                  <a:pt x="143108" y="22385"/>
                  <a:pt x="146122" y="21757"/>
                  <a:pt x="149365" y="21757"/>
                </a:cubicBezTo>
                <a:cubicBezTo>
                  <a:pt x="153282" y="21757"/>
                  <a:pt x="156602" y="22584"/>
                  <a:pt x="159325" y="24237"/>
                </a:cubicBezTo>
                <a:cubicBezTo>
                  <a:pt x="162049" y="25889"/>
                  <a:pt x="163992" y="28275"/>
                  <a:pt x="165155" y="31396"/>
                </a:cubicBezTo>
                <a:cubicBezTo>
                  <a:pt x="167420" y="28520"/>
                  <a:pt x="170235" y="26195"/>
                  <a:pt x="173600" y="24420"/>
                </a:cubicBezTo>
                <a:cubicBezTo>
                  <a:pt x="176967" y="22645"/>
                  <a:pt x="180486" y="21757"/>
                  <a:pt x="184158" y="21757"/>
                </a:cubicBezTo>
                <a:close/>
                <a:moveTo>
                  <a:pt x="238781" y="21574"/>
                </a:moveTo>
                <a:cubicBezTo>
                  <a:pt x="245391" y="21574"/>
                  <a:pt x="250639" y="23364"/>
                  <a:pt x="254525" y="26945"/>
                </a:cubicBezTo>
                <a:cubicBezTo>
                  <a:pt x="258411" y="30524"/>
                  <a:pt x="260355" y="35405"/>
                  <a:pt x="260355" y="41586"/>
                </a:cubicBezTo>
                <a:cubicBezTo>
                  <a:pt x="260355" y="43606"/>
                  <a:pt x="260202" y="45411"/>
                  <a:pt x="259897" y="47003"/>
                </a:cubicBezTo>
                <a:cubicBezTo>
                  <a:pt x="259652" y="48410"/>
                  <a:pt x="259284" y="49909"/>
                  <a:pt x="258794" y="51501"/>
                </a:cubicBezTo>
                <a:lnTo>
                  <a:pt x="223267" y="51501"/>
                </a:lnTo>
                <a:cubicBezTo>
                  <a:pt x="223205" y="51869"/>
                  <a:pt x="223174" y="52451"/>
                  <a:pt x="223174" y="53246"/>
                </a:cubicBezTo>
                <a:cubicBezTo>
                  <a:pt x="223174" y="55939"/>
                  <a:pt x="223909" y="57989"/>
                  <a:pt x="225378" y="59397"/>
                </a:cubicBezTo>
                <a:cubicBezTo>
                  <a:pt x="226847" y="60804"/>
                  <a:pt x="228805" y="61508"/>
                  <a:pt x="231253" y="61508"/>
                </a:cubicBezTo>
                <a:cubicBezTo>
                  <a:pt x="235170" y="61508"/>
                  <a:pt x="238170" y="59856"/>
                  <a:pt x="240250" y="56551"/>
                </a:cubicBezTo>
                <a:lnTo>
                  <a:pt x="256959" y="56551"/>
                </a:lnTo>
                <a:cubicBezTo>
                  <a:pt x="254755" y="61752"/>
                  <a:pt x="251174" y="66006"/>
                  <a:pt x="246216" y="69311"/>
                </a:cubicBezTo>
                <a:cubicBezTo>
                  <a:pt x="241259" y="72616"/>
                  <a:pt x="235690" y="74268"/>
                  <a:pt x="229509" y="74268"/>
                </a:cubicBezTo>
                <a:cubicBezTo>
                  <a:pt x="222899" y="74268"/>
                  <a:pt x="217620" y="72432"/>
                  <a:pt x="213673" y="68760"/>
                </a:cubicBezTo>
                <a:cubicBezTo>
                  <a:pt x="209725" y="65088"/>
                  <a:pt x="207751" y="60100"/>
                  <a:pt x="207751" y="53797"/>
                </a:cubicBezTo>
                <a:cubicBezTo>
                  <a:pt x="207751" y="51899"/>
                  <a:pt x="207935" y="49940"/>
                  <a:pt x="208302" y="47920"/>
                </a:cubicBezTo>
                <a:cubicBezTo>
                  <a:pt x="209221" y="42596"/>
                  <a:pt x="211119" y="37945"/>
                  <a:pt x="213995" y="33967"/>
                </a:cubicBezTo>
                <a:cubicBezTo>
                  <a:pt x="216871" y="29989"/>
                  <a:pt x="220451" y="26929"/>
                  <a:pt x="224735" y="24787"/>
                </a:cubicBezTo>
                <a:cubicBezTo>
                  <a:pt x="229020" y="22645"/>
                  <a:pt x="233701" y="21574"/>
                  <a:pt x="238781" y="21574"/>
                </a:cubicBezTo>
                <a:moveTo>
                  <a:pt x="244474" y="43515"/>
                </a:moveTo>
                <a:cubicBezTo>
                  <a:pt x="244596" y="42657"/>
                  <a:pt x="244657" y="42076"/>
                  <a:pt x="244657" y="41771"/>
                </a:cubicBezTo>
                <a:cubicBezTo>
                  <a:pt x="244657" y="39322"/>
                  <a:pt x="243892" y="37440"/>
                  <a:pt x="242361" y="36124"/>
                </a:cubicBezTo>
                <a:cubicBezTo>
                  <a:pt x="240832" y="34808"/>
                  <a:pt x="238812" y="34150"/>
                  <a:pt x="236303" y="34150"/>
                </a:cubicBezTo>
                <a:cubicBezTo>
                  <a:pt x="233610" y="34150"/>
                  <a:pt x="231237" y="34961"/>
                  <a:pt x="229187" y="36584"/>
                </a:cubicBezTo>
                <a:cubicBezTo>
                  <a:pt x="227137" y="38205"/>
                  <a:pt x="225653" y="40515"/>
                  <a:pt x="224735" y="43515"/>
                </a:cubicBezTo>
                <a:lnTo>
                  <a:pt x="244474" y="43515"/>
                </a:lnTo>
                <a:close/>
                <a:moveTo>
                  <a:pt x="359136" y="21757"/>
                </a:moveTo>
                <a:cubicBezTo>
                  <a:pt x="364644" y="21757"/>
                  <a:pt x="368943" y="23211"/>
                  <a:pt x="372033" y="26118"/>
                </a:cubicBezTo>
                <a:cubicBezTo>
                  <a:pt x="375124" y="29025"/>
                  <a:pt x="376670" y="33080"/>
                  <a:pt x="376670" y="38281"/>
                </a:cubicBezTo>
                <a:cubicBezTo>
                  <a:pt x="376670" y="39873"/>
                  <a:pt x="376486" y="41647"/>
                  <a:pt x="376119" y="43606"/>
                </a:cubicBezTo>
                <a:lnTo>
                  <a:pt x="370795" y="73534"/>
                </a:lnTo>
                <a:lnTo>
                  <a:pt x="355188" y="73534"/>
                </a:lnTo>
                <a:lnTo>
                  <a:pt x="360146" y="45718"/>
                </a:lnTo>
                <a:cubicBezTo>
                  <a:pt x="360268" y="45106"/>
                  <a:pt x="360329" y="44279"/>
                  <a:pt x="360329" y="43239"/>
                </a:cubicBezTo>
                <a:cubicBezTo>
                  <a:pt x="360329" y="40669"/>
                  <a:pt x="359610" y="38710"/>
                  <a:pt x="358172" y="37364"/>
                </a:cubicBezTo>
                <a:cubicBezTo>
                  <a:pt x="356734" y="36017"/>
                  <a:pt x="354729" y="35344"/>
                  <a:pt x="352158" y="35344"/>
                </a:cubicBezTo>
                <a:cubicBezTo>
                  <a:pt x="349099" y="35344"/>
                  <a:pt x="346528" y="36247"/>
                  <a:pt x="344447" y="38053"/>
                </a:cubicBezTo>
                <a:cubicBezTo>
                  <a:pt x="342366" y="39858"/>
                  <a:pt x="341050" y="42413"/>
                  <a:pt x="340499" y="45718"/>
                </a:cubicBezTo>
                <a:lnTo>
                  <a:pt x="335542" y="73534"/>
                </a:lnTo>
                <a:lnTo>
                  <a:pt x="319935" y="73534"/>
                </a:lnTo>
                <a:lnTo>
                  <a:pt x="324893" y="45718"/>
                </a:lnTo>
                <a:cubicBezTo>
                  <a:pt x="325015" y="45106"/>
                  <a:pt x="325076" y="44279"/>
                  <a:pt x="325076" y="43239"/>
                </a:cubicBezTo>
                <a:cubicBezTo>
                  <a:pt x="325076" y="40669"/>
                  <a:pt x="324357" y="38710"/>
                  <a:pt x="322919" y="37364"/>
                </a:cubicBezTo>
                <a:cubicBezTo>
                  <a:pt x="321481" y="36017"/>
                  <a:pt x="319477" y="35344"/>
                  <a:pt x="316907" y="35344"/>
                </a:cubicBezTo>
                <a:cubicBezTo>
                  <a:pt x="313846" y="35344"/>
                  <a:pt x="311275" y="36247"/>
                  <a:pt x="309194" y="38053"/>
                </a:cubicBezTo>
                <a:cubicBezTo>
                  <a:pt x="307113" y="39858"/>
                  <a:pt x="305797" y="42413"/>
                  <a:pt x="305246" y="45718"/>
                </a:cubicBezTo>
                <a:lnTo>
                  <a:pt x="305246" y="45259"/>
                </a:lnTo>
                <a:lnTo>
                  <a:pt x="300290" y="73534"/>
                </a:lnTo>
                <a:lnTo>
                  <a:pt x="284591" y="73534"/>
                </a:lnTo>
                <a:lnTo>
                  <a:pt x="293587" y="22308"/>
                </a:lnTo>
                <a:lnTo>
                  <a:pt x="309286" y="22308"/>
                </a:lnTo>
                <a:lnTo>
                  <a:pt x="308185" y="28826"/>
                </a:lnTo>
                <a:cubicBezTo>
                  <a:pt x="310144" y="26623"/>
                  <a:pt x="312515" y="24894"/>
                  <a:pt x="315300" y="23640"/>
                </a:cubicBezTo>
                <a:cubicBezTo>
                  <a:pt x="318085" y="22385"/>
                  <a:pt x="321099" y="21757"/>
                  <a:pt x="324342" y="21757"/>
                </a:cubicBezTo>
                <a:cubicBezTo>
                  <a:pt x="328259" y="21757"/>
                  <a:pt x="331579" y="22584"/>
                  <a:pt x="334302" y="24237"/>
                </a:cubicBezTo>
                <a:cubicBezTo>
                  <a:pt x="337026" y="25889"/>
                  <a:pt x="338970" y="28275"/>
                  <a:pt x="340132" y="31396"/>
                </a:cubicBezTo>
                <a:cubicBezTo>
                  <a:pt x="342397" y="28520"/>
                  <a:pt x="345212" y="26195"/>
                  <a:pt x="348578" y="24420"/>
                </a:cubicBezTo>
                <a:cubicBezTo>
                  <a:pt x="351944" y="22645"/>
                  <a:pt x="355464" y="21757"/>
                  <a:pt x="359136" y="21757"/>
                </a:cubicBezTo>
                <a:close/>
                <a:moveTo>
                  <a:pt x="383279" y="47829"/>
                </a:moveTo>
                <a:cubicBezTo>
                  <a:pt x="384198" y="42566"/>
                  <a:pt x="386004" y="37945"/>
                  <a:pt x="388696" y="33967"/>
                </a:cubicBezTo>
                <a:cubicBezTo>
                  <a:pt x="391390" y="29989"/>
                  <a:pt x="394633" y="26929"/>
                  <a:pt x="398428" y="24787"/>
                </a:cubicBezTo>
                <a:cubicBezTo>
                  <a:pt x="402222" y="22645"/>
                  <a:pt x="406231" y="21574"/>
                  <a:pt x="410454" y="21574"/>
                </a:cubicBezTo>
                <a:cubicBezTo>
                  <a:pt x="414065" y="21574"/>
                  <a:pt x="417094" y="22308"/>
                  <a:pt x="419542" y="23777"/>
                </a:cubicBezTo>
                <a:cubicBezTo>
                  <a:pt x="421991" y="25245"/>
                  <a:pt x="423766" y="27173"/>
                  <a:pt x="424867" y="29560"/>
                </a:cubicBezTo>
                <a:lnTo>
                  <a:pt x="426153" y="22308"/>
                </a:lnTo>
                <a:lnTo>
                  <a:pt x="441850" y="22308"/>
                </a:lnTo>
                <a:lnTo>
                  <a:pt x="432762" y="73534"/>
                </a:lnTo>
                <a:lnTo>
                  <a:pt x="417064" y="73534"/>
                </a:lnTo>
                <a:lnTo>
                  <a:pt x="418441" y="66282"/>
                </a:lnTo>
                <a:cubicBezTo>
                  <a:pt x="416483" y="68669"/>
                  <a:pt x="414004" y="70597"/>
                  <a:pt x="411004" y="72066"/>
                </a:cubicBezTo>
                <a:cubicBezTo>
                  <a:pt x="408006" y="73534"/>
                  <a:pt x="404701" y="74268"/>
                  <a:pt x="401089" y="74268"/>
                </a:cubicBezTo>
                <a:cubicBezTo>
                  <a:pt x="397479" y="74268"/>
                  <a:pt x="394281" y="73442"/>
                  <a:pt x="391497" y="71790"/>
                </a:cubicBezTo>
                <a:cubicBezTo>
                  <a:pt x="388712" y="70137"/>
                  <a:pt x="386554" y="67796"/>
                  <a:pt x="385023" y="64766"/>
                </a:cubicBezTo>
                <a:cubicBezTo>
                  <a:pt x="383494" y="61737"/>
                  <a:pt x="382729" y="58172"/>
                  <a:pt x="382729" y="54071"/>
                </a:cubicBezTo>
                <a:cubicBezTo>
                  <a:pt x="382729" y="52113"/>
                  <a:pt x="382912" y="50032"/>
                  <a:pt x="383279" y="47829"/>
                </a:cubicBezTo>
                <a:moveTo>
                  <a:pt x="421655" y="47920"/>
                </a:moveTo>
                <a:cubicBezTo>
                  <a:pt x="421838" y="46819"/>
                  <a:pt x="421929" y="45810"/>
                  <a:pt x="421929" y="44892"/>
                </a:cubicBezTo>
                <a:cubicBezTo>
                  <a:pt x="421929" y="41893"/>
                  <a:pt x="421057" y="39537"/>
                  <a:pt x="419312" y="37823"/>
                </a:cubicBezTo>
                <a:cubicBezTo>
                  <a:pt x="417569" y="36109"/>
                  <a:pt x="415350" y="35251"/>
                  <a:pt x="412657" y="35251"/>
                </a:cubicBezTo>
                <a:cubicBezTo>
                  <a:pt x="409536" y="35251"/>
                  <a:pt x="406690" y="36369"/>
                  <a:pt x="404119" y="38604"/>
                </a:cubicBezTo>
                <a:cubicBezTo>
                  <a:pt x="401549" y="40837"/>
                  <a:pt x="399928" y="43913"/>
                  <a:pt x="399254" y="47829"/>
                </a:cubicBezTo>
                <a:cubicBezTo>
                  <a:pt x="399070" y="48931"/>
                  <a:pt x="398978" y="49941"/>
                  <a:pt x="398978" y="50859"/>
                </a:cubicBezTo>
                <a:cubicBezTo>
                  <a:pt x="398978" y="53858"/>
                  <a:pt x="399850" y="56229"/>
                  <a:pt x="401595" y="57974"/>
                </a:cubicBezTo>
                <a:cubicBezTo>
                  <a:pt x="403339" y="59717"/>
                  <a:pt x="405528" y="60589"/>
                  <a:pt x="408159" y="60589"/>
                </a:cubicBezTo>
                <a:cubicBezTo>
                  <a:pt x="411280" y="60589"/>
                  <a:pt x="414126" y="59457"/>
                  <a:pt x="416696" y="57194"/>
                </a:cubicBezTo>
                <a:cubicBezTo>
                  <a:pt x="419267" y="54929"/>
                  <a:pt x="420920" y="51838"/>
                  <a:pt x="421655" y="47920"/>
                </a:cubicBezTo>
                <a:close/>
                <a:moveTo>
                  <a:pt x="465444" y="55908"/>
                </a:moveTo>
                <a:cubicBezTo>
                  <a:pt x="465383" y="56214"/>
                  <a:pt x="465353" y="56612"/>
                  <a:pt x="465353" y="57101"/>
                </a:cubicBezTo>
                <a:cubicBezTo>
                  <a:pt x="465353" y="58203"/>
                  <a:pt x="465674" y="58999"/>
                  <a:pt x="466317" y="59488"/>
                </a:cubicBezTo>
                <a:cubicBezTo>
                  <a:pt x="466959" y="59978"/>
                  <a:pt x="468015" y="60222"/>
                  <a:pt x="469484" y="60222"/>
                </a:cubicBezTo>
                <a:lnTo>
                  <a:pt x="475084" y="60222"/>
                </a:lnTo>
                <a:lnTo>
                  <a:pt x="472697" y="73534"/>
                </a:lnTo>
                <a:lnTo>
                  <a:pt x="464710" y="73534"/>
                </a:lnTo>
                <a:cubicBezTo>
                  <a:pt x="454428" y="73534"/>
                  <a:pt x="449287" y="69219"/>
                  <a:pt x="449287" y="60589"/>
                </a:cubicBezTo>
                <a:cubicBezTo>
                  <a:pt x="449287" y="59304"/>
                  <a:pt x="449440" y="57683"/>
                  <a:pt x="449746" y="55724"/>
                </a:cubicBezTo>
                <a:lnTo>
                  <a:pt x="453418" y="35344"/>
                </a:lnTo>
                <a:lnTo>
                  <a:pt x="447176" y="35344"/>
                </a:lnTo>
                <a:lnTo>
                  <a:pt x="449470" y="22308"/>
                </a:lnTo>
                <a:lnTo>
                  <a:pt x="455712" y="22308"/>
                </a:lnTo>
                <a:lnTo>
                  <a:pt x="457916" y="9822"/>
                </a:lnTo>
                <a:lnTo>
                  <a:pt x="473615" y="9822"/>
                </a:lnTo>
                <a:lnTo>
                  <a:pt x="471411" y="22308"/>
                </a:lnTo>
                <a:lnTo>
                  <a:pt x="481693" y="22308"/>
                </a:lnTo>
                <a:lnTo>
                  <a:pt x="479399" y="35344"/>
                </a:lnTo>
                <a:lnTo>
                  <a:pt x="469117" y="35344"/>
                </a:lnTo>
                <a:lnTo>
                  <a:pt x="465444" y="55908"/>
                </a:lnTo>
                <a:close/>
                <a:moveTo>
                  <a:pt x="504460" y="31580"/>
                </a:moveTo>
                <a:cubicBezTo>
                  <a:pt x="506847" y="28520"/>
                  <a:pt x="509586" y="26118"/>
                  <a:pt x="512676" y="24374"/>
                </a:cubicBezTo>
                <a:cubicBezTo>
                  <a:pt x="515767" y="22630"/>
                  <a:pt x="518996" y="21757"/>
                  <a:pt x="522362" y="21757"/>
                </a:cubicBezTo>
                <a:lnTo>
                  <a:pt x="519425" y="38374"/>
                </a:lnTo>
                <a:lnTo>
                  <a:pt x="515110" y="38374"/>
                </a:lnTo>
                <a:cubicBezTo>
                  <a:pt x="511193" y="38374"/>
                  <a:pt x="508102" y="39215"/>
                  <a:pt x="505837" y="40898"/>
                </a:cubicBezTo>
                <a:cubicBezTo>
                  <a:pt x="503573" y="42581"/>
                  <a:pt x="502074" y="45534"/>
                  <a:pt x="501339" y="49757"/>
                </a:cubicBezTo>
                <a:lnTo>
                  <a:pt x="497117" y="73534"/>
                </a:lnTo>
                <a:lnTo>
                  <a:pt x="481418" y="73534"/>
                </a:lnTo>
                <a:lnTo>
                  <a:pt x="490414" y="22308"/>
                </a:lnTo>
                <a:lnTo>
                  <a:pt x="506113" y="22308"/>
                </a:lnTo>
                <a:lnTo>
                  <a:pt x="504460" y="31580"/>
                </a:lnTo>
                <a:close/>
                <a:moveTo>
                  <a:pt x="538611" y="16983"/>
                </a:moveTo>
                <a:cubicBezTo>
                  <a:pt x="536163" y="16983"/>
                  <a:pt x="534220" y="16326"/>
                  <a:pt x="532782" y="15010"/>
                </a:cubicBezTo>
                <a:cubicBezTo>
                  <a:pt x="531344" y="13694"/>
                  <a:pt x="530625" y="12026"/>
                  <a:pt x="530625" y="10006"/>
                </a:cubicBezTo>
                <a:cubicBezTo>
                  <a:pt x="530625" y="7252"/>
                  <a:pt x="531696" y="4896"/>
                  <a:pt x="533837" y="2938"/>
                </a:cubicBezTo>
                <a:cubicBezTo>
                  <a:pt x="535979" y="979"/>
                  <a:pt x="538581" y="0"/>
                  <a:pt x="541641" y="0"/>
                </a:cubicBezTo>
                <a:cubicBezTo>
                  <a:pt x="544090" y="0"/>
                  <a:pt x="546018" y="658"/>
                  <a:pt x="547425" y="1974"/>
                </a:cubicBezTo>
                <a:cubicBezTo>
                  <a:pt x="548832" y="3290"/>
                  <a:pt x="549536" y="4988"/>
                  <a:pt x="549536" y="7068"/>
                </a:cubicBezTo>
                <a:cubicBezTo>
                  <a:pt x="549536" y="9762"/>
                  <a:pt x="548465" y="12088"/>
                  <a:pt x="546323" y="14046"/>
                </a:cubicBezTo>
                <a:cubicBezTo>
                  <a:pt x="544181" y="16004"/>
                  <a:pt x="541611" y="16983"/>
                  <a:pt x="538611" y="16983"/>
                </a:cubicBezTo>
                <a:moveTo>
                  <a:pt x="545405" y="22308"/>
                </a:moveTo>
                <a:lnTo>
                  <a:pt x="536409" y="73534"/>
                </a:lnTo>
                <a:lnTo>
                  <a:pt x="520710" y="73534"/>
                </a:lnTo>
                <a:lnTo>
                  <a:pt x="529706" y="22308"/>
                </a:lnTo>
                <a:lnTo>
                  <a:pt x="545405" y="223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xex">
            <a:extLst xmlns:a="http://schemas.openxmlformats.org/drawingml/2006/main">
              <a:ext uri="{FF2B5EF4-FFF2-40B4-BE49-F238E27FC236}">
                <a16:creationId xmlns:a16="http://schemas.microsoft.com/office/drawing/2014/main" id="{7C3C46AC-4304-4EA6-8602-73518C94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774" y="735722"/>
            <a:ext cx="192971" cy="52694"/>
          </a:xfrm>
          <a:custGeom xmlns:a="http://schemas.openxmlformats.org/drawingml/2006/main">
            <a:pathLst>
              <a:path w="192971" h="52694">
                <a:moveTo>
                  <a:pt x="39567" y="26622"/>
                </a:moveTo>
                <a:lnTo>
                  <a:pt x="52696" y="51960"/>
                </a:lnTo>
                <a:lnTo>
                  <a:pt x="35069" y="51960"/>
                </a:lnTo>
                <a:lnTo>
                  <a:pt x="27725" y="37822"/>
                </a:lnTo>
                <a:lnTo>
                  <a:pt x="16983" y="51960"/>
                </a:lnTo>
                <a:lnTo>
                  <a:pt x="0" y="51960"/>
                </a:lnTo>
                <a:lnTo>
                  <a:pt x="21481" y="25796"/>
                </a:lnTo>
                <a:lnTo>
                  <a:pt x="8538" y="734"/>
                </a:lnTo>
                <a:lnTo>
                  <a:pt x="26164" y="734"/>
                </a:lnTo>
                <a:lnTo>
                  <a:pt x="33509" y="14963"/>
                </a:lnTo>
                <a:lnTo>
                  <a:pt x="44249" y="734"/>
                </a:lnTo>
                <a:lnTo>
                  <a:pt x="61234" y="734"/>
                </a:lnTo>
                <a:lnTo>
                  <a:pt x="39567" y="26622"/>
                </a:lnTo>
                <a:close/>
                <a:moveTo>
                  <a:pt x="111908" y="0"/>
                </a:moveTo>
                <a:cubicBezTo>
                  <a:pt x="118518" y="0"/>
                  <a:pt x="123766" y="1790"/>
                  <a:pt x="127652" y="5371"/>
                </a:cubicBezTo>
                <a:cubicBezTo>
                  <a:pt x="131538" y="8950"/>
                  <a:pt x="133482" y="13831"/>
                  <a:pt x="133482" y="20012"/>
                </a:cubicBezTo>
                <a:cubicBezTo>
                  <a:pt x="133482" y="22032"/>
                  <a:pt x="133329" y="23838"/>
                  <a:pt x="133024" y="25429"/>
                </a:cubicBezTo>
                <a:cubicBezTo>
                  <a:pt x="132779" y="26836"/>
                  <a:pt x="132412" y="28336"/>
                  <a:pt x="131921" y="29927"/>
                </a:cubicBezTo>
                <a:lnTo>
                  <a:pt x="96394" y="29927"/>
                </a:lnTo>
                <a:cubicBezTo>
                  <a:pt x="96332" y="30295"/>
                  <a:pt x="96302" y="30877"/>
                  <a:pt x="96302" y="31672"/>
                </a:cubicBezTo>
                <a:cubicBezTo>
                  <a:pt x="96302" y="34365"/>
                  <a:pt x="97036" y="36415"/>
                  <a:pt x="98505" y="37823"/>
                </a:cubicBezTo>
                <a:cubicBezTo>
                  <a:pt x="99974" y="39231"/>
                  <a:pt x="101932" y="39934"/>
                  <a:pt x="104380" y="39934"/>
                </a:cubicBezTo>
                <a:cubicBezTo>
                  <a:pt x="108298" y="39934"/>
                  <a:pt x="111297" y="38282"/>
                  <a:pt x="113377" y="34977"/>
                </a:cubicBezTo>
                <a:lnTo>
                  <a:pt x="130086" y="34977"/>
                </a:lnTo>
                <a:cubicBezTo>
                  <a:pt x="127882" y="40178"/>
                  <a:pt x="124301" y="44432"/>
                  <a:pt x="119343" y="47737"/>
                </a:cubicBezTo>
                <a:cubicBezTo>
                  <a:pt x="114386" y="51042"/>
                  <a:pt x="108817" y="52694"/>
                  <a:pt x="102636" y="52694"/>
                </a:cubicBezTo>
                <a:cubicBezTo>
                  <a:pt x="96026" y="52694"/>
                  <a:pt x="90747" y="50858"/>
                  <a:pt x="86800" y="47186"/>
                </a:cubicBezTo>
                <a:cubicBezTo>
                  <a:pt x="82852" y="43514"/>
                  <a:pt x="80879" y="38526"/>
                  <a:pt x="80879" y="32223"/>
                </a:cubicBezTo>
                <a:cubicBezTo>
                  <a:pt x="80879" y="30325"/>
                  <a:pt x="81062" y="28366"/>
                  <a:pt x="81429" y="26346"/>
                </a:cubicBezTo>
                <a:cubicBezTo>
                  <a:pt x="82348" y="21022"/>
                  <a:pt x="84246" y="16371"/>
                  <a:pt x="87122" y="12393"/>
                </a:cubicBezTo>
                <a:cubicBezTo>
                  <a:pt x="89998" y="8415"/>
                  <a:pt x="93578" y="5355"/>
                  <a:pt x="97862" y="3213"/>
                </a:cubicBezTo>
                <a:cubicBezTo>
                  <a:pt x="102147" y="1071"/>
                  <a:pt x="106829" y="0"/>
                  <a:pt x="111908" y="0"/>
                </a:cubicBezTo>
                <a:moveTo>
                  <a:pt x="117601" y="21941"/>
                </a:moveTo>
                <a:cubicBezTo>
                  <a:pt x="117723" y="21084"/>
                  <a:pt x="117784" y="20502"/>
                  <a:pt x="117784" y="20197"/>
                </a:cubicBezTo>
                <a:cubicBezTo>
                  <a:pt x="117784" y="17748"/>
                  <a:pt x="117019" y="15866"/>
                  <a:pt x="115488" y="14550"/>
                </a:cubicBezTo>
                <a:cubicBezTo>
                  <a:pt x="113959" y="13234"/>
                  <a:pt x="111939" y="12576"/>
                  <a:pt x="109430" y="12576"/>
                </a:cubicBezTo>
                <a:cubicBezTo>
                  <a:pt x="106737" y="12576"/>
                  <a:pt x="104365" y="13388"/>
                  <a:pt x="102314" y="15010"/>
                </a:cubicBezTo>
                <a:cubicBezTo>
                  <a:pt x="100264" y="16631"/>
                  <a:pt x="98780" y="18941"/>
                  <a:pt x="97862" y="21941"/>
                </a:cubicBezTo>
                <a:lnTo>
                  <a:pt x="117601" y="21941"/>
                </a:lnTo>
                <a:close/>
                <a:moveTo>
                  <a:pt x="171305" y="26622"/>
                </a:moveTo>
                <a:lnTo>
                  <a:pt x="184434" y="51960"/>
                </a:lnTo>
                <a:lnTo>
                  <a:pt x="166807" y="51960"/>
                </a:lnTo>
                <a:lnTo>
                  <a:pt x="159463" y="37822"/>
                </a:lnTo>
                <a:lnTo>
                  <a:pt x="148721" y="51960"/>
                </a:lnTo>
                <a:lnTo>
                  <a:pt x="131738" y="51960"/>
                </a:lnTo>
                <a:lnTo>
                  <a:pt x="153219" y="25796"/>
                </a:lnTo>
                <a:lnTo>
                  <a:pt x="140276" y="734"/>
                </a:lnTo>
                <a:lnTo>
                  <a:pt x="157902" y="734"/>
                </a:lnTo>
                <a:lnTo>
                  <a:pt x="165247" y="14963"/>
                </a:lnTo>
                <a:lnTo>
                  <a:pt x="175987" y="734"/>
                </a:lnTo>
                <a:lnTo>
                  <a:pt x="192971" y="734"/>
                </a:lnTo>
                <a:lnTo>
                  <a:pt x="171305" y="266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pressions">
            <a:extLst xmlns:a="http://schemas.openxmlformats.org/drawingml/2006/main">
              <a:ext uri="{FF2B5EF4-FFF2-40B4-BE49-F238E27FC236}">
                <a16:creationId xmlns:a16="http://schemas.microsoft.com/office/drawing/2014/main" id="{97646898-9213-41F2-B0A7-597EB0AB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6952" y="714149"/>
            <a:ext cx="458466" cy="97954"/>
          </a:xfrm>
          <a:custGeom xmlns:a="http://schemas.openxmlformats.org/drawingml/2006/main">
            <a:pathLst>
              <a:path w="458466" h="97954">
                <a:moveTo>
                  <a:pt x="27725" y="29560"/>
                </a:moveTo>
                <a:cubicBezTo>
                  <a:pt x="29683" y="27173"/>
                  <a:pt x="32146" y="25245"/>
                  <a:pt x="35114" y="23777"/>
                </a:cubicBezTo>
                <a:cubicBezTo>
                  <a:pt x="38083" y="22308"/>
                  <a:pt x="41372" y="21574"/>
                  <a:pt x="44983" y="21574"/>
                </a:cubicBezTo>
                <a:cubicBezTo>
                  <a:pt x="50492" y="21574"/>
                  <a:pt x="54944" y="23380"/>
                  <a:pt x="58341" y="26991"/>
                </a:cubicBezTo>
                <a:cubicBezTo>
                  <a:pt x="61737" y="30601"/>
                  <a:pt x="63436" y="35497"/>
                  <a:pt x="63436" y="41678"/>
                </a:cubicBezTo>
                <a:cubicBezTo>
                  <a:pt x="63436" y="43576"/>
                  <a:pt x="63252" y="45626"/>
                  <a:pt x="62885" y="47829"/>
                </a:cubicBezTo>
                <a:cubicBezTo>
                  <a:pt x="61967" y="53093"/>
                  <a:pt x="60162" y="57729"/>
                  <a:pt x="57468" y="61738"/>
                </a:cubicBezTo>
                <a:cubicBezTo>
                  <a:pt x="54776" y="65746"/>
                  <a:pt x="51532" y="68837"/>
                  <a:pt x="47737" y="71010"/>
                </a:cubicBezTo>
                <a:cubicBezTo>
                  <a:pt x="43942" y="73182"/>
                  <a:pt x="39934" y="74268"/>
                  <a:pt x="35711" y="74268"/>
                </a:cubicBezTo>
                <a:cubicBezTo>
                  <a:pt x="32161" y="74268"/>
                  <a:pt x="29162" y="73534"/>
                  <a:pt x="26713" y="72066"/>
                </a:cubicBezTo>
                <a:cubicBezTo>
                  <a:pt x="24266" y="70597"/>
                  <a:pt x="22461" y="68699"/>
                  <a:pt x="21298" y="66373"/>
                </a:cubicBezTo>
                <a:lnTo>
                  <a:pt x="15697" y="97954"/>
                </a:lnTo>
                <a:lnTo>
                  <a:pt x="0" y="97954"/>
                </a:lnTo>
                <a:lnTo>
                  <a:pt x="13310" y="22308"/>
                </a:lnTo>
                <a:lnTo>
                  <a:pt x="29009" y="22308"/>
                </a:lnTo>
                <a:lnTo>
                  <a:pt x="27725" y="29560"/>
                </a:lnTo>
                <a:moveTo>
                  <a:pt x="47003" y="47829"/>
                </a:moveTo>
                <a:cubicBezTo>
                  <a:pt x="47187" y="46789"/>
                  <a:pt x="47279" y="45840"/>
                  <a:pt x="47279" y="44983"/>
                </a:cubicBezTo>
                <a:cubicBezTo>
                  <a:pt x="47279" y="41923"/>
                  <a:pt x="46406" y="39537"/>
                  <a:pt x="44662" y="37823"/>
                </a:cubicBezTo>
                <a:cubicBezTo>
                  <a:pt x="42918" y="36109"/>
                  <a:pt x="40699" y="35251"/>
                  <a:pt x="38007" y="35251"/>
                </a:cubicBezTo>
                <a:cubicBezTo>
                  <a:pt x="34885" y="35251"/>
                  <a:pt x="32038" y="36384"/>
                  <a:pt x="29467" y="38648"/>
                </a:cubicBezTo>
                <a:cubicBezTo>
                  <a:pt x="26897" y="40913"/>
                  <a:pt x="25245" y="44004"/>
                  <a:pt x="24511" y="47920"/>
                </a:cubicBezTo>
                <a:cubicBezTo>
                  <a:pt x="24327" y="49022"/>
                  <a:pt x="24235" y="50032"/>
                  <a:pt x="24235" y="50950"/>
                </a:cubicBezTo>
                <a:cubicBezTo>
                  <a:pt x="24235" y="53949"/>
                  <a:pt x="25092" y="56305"/>
                  <a:pt x="26806" y="58019"/>
                </a:cubicBezTo>
                <a:cubicBezTo>
                  <a:pt x="28520" y="59732"/>
                  <a:pt x="30723" y="60589"/>
                  <a:pt x="33416" y="60589"/>
                </a:cubicBezTo>
                <a:cubicBezTo>
                  <a:pt x="36537" y="60589"/>
                  <a:pt x="39398" y="59442"/>
                  <a:pt x="41999" y="57147"/>
                </a:cubicBezTo>
                <a:cubicBezTo>
                  <a:pt x="44601" y="54852"/>
                  <a:pt x="46269" y="51746"/>
                  <a:pt x="47003" y="47829"/>
                </a:cubicBezTo>
                <a:close/>
                <a:moveTo>
                  <a:pt x="89691" y="31580"/>
                </a:moveTo>
                <a:cubicBezTo>
                  <a:pt x="92078" y="28520"/>
                  <a:pt x="94816" y="26118"/>
                  <a:pt x="97907" y="24374"/>
                </a:cubicBezTo>
                <a:cubicBezTo>
                  <a:pt x="100998" y="22630"/>
                  <a:pt x="104227" y="21757"/>
                  <a:pt x="107593" y="21757"/>
                </a:cubicBezTo>
                <a:lnTo>
                  <a:pt x="104656" y="38374"/>
                </a:lnTo>
                <a:lnTo>
                  <a:pt x="100341" y="38374"/>
                </a:lnTo>
                <a:cubicBezTo>
                  <a:pt x="96424" y="38374"/>
                  <a:pt x="93332" y="39215"/>
                  <a:pt x="91068" y="40898"/>
                </a:cubicBezTo>
                <a:cubicBezTo>
                  <a:pt x="88804" y="42581"/>
                  <a:pt x="87305" y="45534"/>
                  <a:pt x="86570" y="49757"/>
                </a:cubicBezTo>
                <a:lnTo>
                  <a:pt x="82348" y="73534"/>
                </a:lnTo>
                <a:lnTo>
                  <a:pt x="66649" y="73534"/>
                </a:lnTo>
                <a:lnTo>
                  <a:pt x="75645" y="22308"/>
                </a:lnTo>
                <a:lnTo>
                  <a:pt x="91344" y="22308"/>
                </a:lnTo>
                <a:lnTo>
                  <a:pt x="89691" y="31580"/>
                </a:lnTo>
                <a:close/>
                <a:moveTo>
                  <a:pt x="137888" y="21574"/>
                </a:moveTo>
                <a:cubicBezTo>
                  <a:pt x="144498" y="21574"/>
                  <a:pt x="149746" y="23364"/>
                  <a:pt x="153631" y="26945"/>
                </a:cubicBezTo>
                <a:cubicBezTo>
                  <a:pt x="157518" y="30524"/>
                  <a:pt x="159462" y="35405"/>
                  <a:pt x="159462" y="41586"/>
                </a:cubicBezTo>
                <a:cubicBezTo>
                  <a:pt x="159462" y="43606"/>
                  <a:pt x="159309" y="45411"/>
                  <a:pt x="159004" y="47003"/>
                </a:cubicBezTo>
                <a:cubicBezTo>
                  <a:pt x="158759" y="48410"/>
                  <a:pt x="158391" y="49909"/>
                  <a:pt x="157901" y="51501"/>
                </a:cubicBezTo>
                <a:lnTo>
                  <a:pt x="122374" y="51501"/>
                </a:lnTo>
                <a:cubicBezTo>
                  <a:pt x="122312" y="51869"/>
                  <a:pt x="122281" y="52451"/>
                  <a:pt x="122281" y="53246"/>
                </a:cubicBezTo>
                <a:cubicBezTo>
                  <a:pt x="122281" y="55939"/>
                  <a:pt x="123016" y="57989"/>
                  <a:pt x="124485" y="59397"/>
                </a:cubicBezTo>
                <a:cubicBezTo>
                  <a:pt x="125954" y="60804"/>
                  <a:pt x="127912" y="61508"/>
                  <a:pt x="130360" y="61508"/>
                </a:cubicBezTo>
                <a:cubicBezTo>
                  <a:pt x="134277" y="61508"/>
                  <a:pt x="137277" y="59856"/>
                  <a:pt x="139357" y="56551"/>
                </a:cubicBezTo>
                <a:lnTo>
                  <a:pt x="156066" y="56551"/>
                </a:lnTo>
                <a:cubicBezTo>
                  <a:pt x="153862" y="61752"/>
                  <a:pt x="150281" y="66006"/>
                  <a:pt x="145323" y="69311"/>
                </a:cubicBezTo>
                <a:cubicBezTo>
                  <a:pt x="140366" y="72616"/>
                  <a:pt x="134797" y="74268"/>
                  <a:pt x="128616" y="74268"/>
                </a:cubicBezTo>
                <a:cubicBezTo>
                  <a:pt x="122006" y="74268"/>
                  <a:pt x="116727" y="72432"/>
                  <a:pt x="112780" y="68760"/>
                </a:cubicBezTo>
                <a:cubicBezTo>
                  <a:pt x="108832" y="65088"/>
                  <a:pt x="106858" y="60100"/>
                  <a:pt x="106858" y="53797"/>
                </a:cubicBezTo>
                <a:cubicBezTo>
                  <a:pt x="106858" y="51899"/>
                  <a:pt x="107042" y="49940"/>
                  <a:pt x="107409" y="47920"/>
                </a:cubicBezTo>
                <a:cubicBezTo>
                  <a:pt x="108328" y="42596"/>
                  <a:pt x="110226" y="37945"/>
                  <a:pt x="113102" y="33967"/>
                </a:cubicBezTo>
                <a:cubicBezTo>
                  <a:pt x="115978" y="29989"/>
                  <a:pt x="119558" y="26929"/>
                  <a:pt x="123842" y="24787"/>
                </a:cubicBezTo>
                <a:cubicBezTo>
                  <a:pt x="128126" y="22645"/>
                  <a:pt x="132808" y="21574"/>
                  <a:pt x="137888" y="21574"/>
                </a:cubicBezTo>
                <a:moveTo>
                  <a:pt x="143581" y="43515"/>
                </a:moveTo>
                <a:cubicBezTo>
                  <a:pt x="143703" y="42657"/>
                  <a:pt x="143764" y="42076"/>
                  <a:pt x="143764" y="41771"/>
                </a:cubicBezTo>
                <a:cubicBezTo>
                  <a:pt x="143764" y="39322"/>
                  <a:pt x="142999" y="37440"/>
                  <a:pt x="141468" y="36124"/>
                </a:cubicBezTo>
                <a:cubicBezTo>
                  <a:pt x="139939" y="34808"/>
                  <a:pt x="137919" y="34150"/>
                  <a:pt x="135410" y="34150"/>
                </a:cubicBezTo>
                <a:cubicBezTo>
                  <a:pt x="132716" y="34150"/>
                  <a:pt x="130344" y="34961"/>
                  <a:pt x="128294" y="36584"/>
                </a:cubicBezTo>
                <a:cubicBezTo>
                  <a:pt x="126244" y="38205"/>
                  <a:pt x="124760" y="40515"/>
                  <a:pt x="123842" y="43515"/>
                </a:cubicBezTo>
                <a:lnTo>
                  <a:pt x="143581" y="43515"/>
                </a:lnTo>
                <a:close/>
                <a:moveTo>
                  <a:pt x="183790" y="74268"/>
                </a:moveTo>
                <a:cubicBezTo>
                  <a:pt x="179751" y="74268"/>
                  <a:pt x="176124" y="73626"/>
                  <a:pt x="172911" y="72341"/>
                </a:cubicBezTo>
                <a:cubicBezTo>
                  <a:pt x="169698" y="71056"/>
                  <a:pt x="167174" y="69266"/>
                  <a:pt x="165337" y="66971"/>
                </a:cubicBezTo>
                <a:cubicBezTo>
                  <a:pt x="163501" y="64676"/>
                  <a:pt x="162583" y="62028"/>
                  <a:pt x="162583" y="59029"/>
                </a:cubicBezTo>
                <a:cubicBezTo>
                  <a:pt x="162583" y="58601"/>
                  <a:pt x="162644" y="57836"/>
                  <a:pt x="162768" y="56734"/>
                </a:cubicBezTo>
                <a:lnTo>
                  <a:pt x="177915" y="56734"/>
                </a:lnTo>
                <a:cubicBezTo>
                  <a:pt x="177792" y="58632"/>
                  <a:pt x="178358" y="60147"/>
                  <a:pt x="179612" y="61278"/>
                </a:cubicBezTo>
                <a:cubicBezTo>
                  <a:pt x="180868" y="62410"/>
                  <a:pt x="182658" y="62976"/>
                  <a:pt x="184983" y="62976"/>
                </a:cubicBezTo>
                <a:cubicBezTo>
                  <a:pt x="186941" y="62976"/>
                  <a:pt x="188563" y="62609"/>
                  <a:pt x="189848" y="61875"/>
                </a:cubicBezTo>
                <a:cubicBezTo>
                  <a:pt x="191134" y="61140"/>
                  <a:pt x="191777" y="60100"/>
                  <a:pt x="191777" y="58754"/>
                </a:cubicBezTo>
                <a:cubicBezTo>
                  <a:pt x="191777" y="57468"/>
                  <a:pt x="191088" y="56443"/>
                  <a:pt x="189711" y="55678"/>
                </a:cubicBezTo>
                <a:cubicBezTo>
                  <a:pt x="188334" y="54913"/>
                  <a:pt x="186055" y="53980"/>
                  <a:pt x="182872" y="52878"/>
                </a:cubicBezTo>
                <a:cubicBezTo>
                  <a:pt x="179567" y="51777"/>
                  <a:pt x="176798" y="50691"/>
                  <a:pt x="174564" y="49619"/>
                </a:cubicBezTo>
                <a:cubicBezTo>
                  <a:pt x="172330" y="48548"/>
                  <a:pt x="170417" y="47003"/>
                  <a:pt x="168826" y="44984"/>
                </a:cubicBezTo>
                <a:cubicBezTo>
                  <a:pt x="167235" y="42964"/>
                  <a:pt x="166439" y="40424"/>
                  <a:pt x="166439" y="37364"/>
                </a:cubicBezTo>
                <a:cubicBezTo>
                  <a:pt x="166439" y="34365"/>
                  <a:pt x="167326" y="31657"/>
                  <a:pt x="169101" y="29239"/>
                </a:cubicBezTo>
                <a:cubicBezTo>
                  <a:pt x="170876" y="26821"/>
                  <a:pt x="173370" y="24940"/>
                  <a:pt x="176582" y="23594"/>
                </a:cubicBezTo>
                <a:cubicBezTo>
                  <a:pt x="179796" y="22247"/>
                  <a:pt x="183514" y="21574"/>
                  <a:pt x="187737" y="21574"/>
                </a:cubicBezTo>
                <a:cubicBezTo>
                  <a:pt x="191960" y="21574"/>
                  <a:pt x="195632" y="22263"/>
                  <a:pt x="198753" y="23640"/>
                </a:cubicBezTo>
                <a:cubicBezTo>
                  <a:pt x="201875" y="25017"/>
                  <a:pt x="204293" y="26929"/>
                  <a:pt x="206006" y="29378"/>
                </a:cubicBezTo>
                <a:cubicBezTo>
                  <a:pt x="207720" y="31825"/>
                  <a:pt x="208577" y="34579"/>
                  <a:pt x="208577" y="37638"/>
                </a:cubicBezTo>
                <a:lnTo>
                  <a:pt x="208484" y="39015"/>
                </a:lnTo>
                <a:lnTo>
                  <a:pt x="194255" y="39015"/>
                </a:lnTo>
                <a:cubicBezTo>
                  <a:pt x="194377" y="37179"/>
                  <a:pt x="193826" y="35711"/>
                  <a:pt x="192602" y="34610"/>
                </a:cubicBezTo>
                <a:cubicBezTo>
                  <a:pt x="191379" y="33508"/>
                  <a:pt x="189635" y="32957"/>
                  <a:pt x="187370" y="32957"/>
                </a:cubicBezTo>
                <a:cubicBezTo>
                  <a:pt x="185596" y="32957"/>
                  <a:pt x="184142" y="33324"/>
                  <a:pt x="183009" y="34059"/>
                </a:cubicBezTo>
                <a:cubicBezTo>
                  <a:pt x="181878" y="34793"/>
                  <a:pt x="181312" y="35803"/>
                  <a:pt x="181312" y="37088"/>
                </a:cubicBezTo>
                <a:cubicBezTo>
                  <a:pt x="181312" y="38434"/>
                  <a:pt x="182061" y="39552"/>
                  <a:pt x="183560" y="40440"/>
                </a:cubicBezTo>
                <a:cubicBezTo>
                  <a:pt x="185060" y="41327"/>
                  <a:pt x="187401" y="42321"/>
                  <a:pt x="190584" y="43422"/>
                </a:cubicBezTo>
                <a:cubicBezTo>
                  <a:pt x="193889" y="44524"/>
                  <a:pt x="196627" y="45611"/>
                  <a:pt x="198799" y="46682"/>
                </a:cubicBezTo>
                <a:cubicBezTo>
                  <a:pt x="200972" y="47753"/>
                  <a:pt x="202839" y="49252"/>
                  <a:pt x="204400" y="51180"/>
                </a:cubicBezTo>
                <a:cubicBezTo>
                  <a:pt x="205960" y="53108"/>
                  <a:pt x="206740" y="55510"/>
                  <a:pt x="206740" y="58387"/>
                </a:cubicBezTo>
                <a:cubicBezTo>
                  <a:pt x="206740" y="61692"/>
                  <a:pt x="205746" y="64538"/>
                  <a:pt x="203757" y="66925"/>
                </a:cubicBezTo>
                <a:cubicBezTo>
                  <a:pt x="201768" y="69311"/>
                  <a:pt x="199044" y="71132"/>
                  <a:pt x="195586" y="72387"/>
                </a:cubicBezTo>
                <a:cubicBezTo>
                  <a:pt x="192129" y="73641"/>
                  <a:pt x="188197" y="74268"/>
                  <a:pt x="183790" y="74268"/>
                </a:cubicBezTo>
                <a:close/>
                <a:moveTo>
                  <a:pt x="235016" y="74268"/>
                </a:moveTo>
                <a:cubicBezTo>
                  <a:pt x="230977" y="74268"/>
                  <a:pt x="227351" y="73626"/>
                  <a:pt x="224138" y="72341"/>
                </a:cubicBezTo>
                <a:cubicBezTo>
                  <a:pt x="220925" y="71056"/>
                  <a:pt x="218400" y="69266"/>
                  <a:pt x="216563" y="66971"/>
                </a:cubicBezTo>
                <a:cubicBezTo>
                  <a:pt x="214727" y="64676"/>
                  <a:pt x="213809" y="62028"/>
                  <a:pt x="213809" y="59029"/>
                </a:cubicBezTo>
                <a:cubicBezTo>
                  <a:pt x="213809" y="58601"/>
                  <a:pt x="213871" y="57836"/>
                  <a:pt x="213994" y="56734"/>
                </a:cubicBezTo>
                <a:lnTo>
                  <a:pt x="229141" y="56734"/>
                </a:lnTo>
                <a:cubicBezTo>
                  <a:pt x="229019" y="58632"/>
                  <a:pt x="229585" y="60147"/>
                  <a:pt x="230839" y="61278"/>
                </a:cubicBezTo>
                <a:cubicBezTo>
                  <a:pt x="232094" y="62410"/>
                  <a:pt x="233884" y="62976"/>
                  <a:pt x="236210" y="62976"/>
                </a:cubicBezTo>
                <a:cubicBezTo>
                  <a:pt x="238168" y="62976"/>
                  <a:pt x="239790" y="62609"/>
                  <a:pt x="241075" y="61875"/>
                </a:cubicBezTo>
                <a:cubicBezTo>
                  <a:pt x="242361" y="61140"/>
                  <a:pt x="243004" y="60100"/>
                  <a:pt x="243004" y="58754"/>
                </a:cubicBezTo>
                <a:cubicBezTo>
                  <a:pt x="243004" y="57468"/>
                  <a:pt x="242315" y="56443"/>
                  <a:pt x="240937" y="55678"/>
                </a:cubicBezTo>
                <a:cubicBezTo>
                  <a:pt x="239561" y="54913"/>
                  <a:pt x="237281" y="53980"/>
                  <a:pt x="234099" y="52878"/>
                </a:cubicBezTo>
                <a:cubicBezTo>
                  <a:pt x="230794" y="51777"/>
                  <a:pt x="228024" y="50691"/>
                  <a:pt x="225791" y="49619"/>
                </a:cubicBezTo>
                <a:cubicBezTo>
                  <a:pt x="223557" y="48548"/>
                  <a:pt x="221644" y="47003"/>
                  <a:pt x="220053" y="44984"/>
                </a:cubicBezTo>
                <a:cubicBezTo>
                  <a:pt x="218461" y="42964"/>
                  <a:pt x="217666" y="40424"/>
                  <a:pt x="217666" y="37364"/>
                </a:cubicBezTo>
                <a:cubicBezTo>
                  <a:pt x="217666" y="34365"/>
                  <a:pt x="218553" y="31657"/>
                  <a:pt x="220327" y="29239"/>
                </a:cubicBezTo>
                <a:cubicBezTo>
                  <a:pt x="222103" y="26821"/>
                  <a:pt x="224597" y="24940"/>
                  <a:pt x="227809" y="23594"/>
                </a:cubicBezTo>
                <a:cubicBezTo>
                  <a:pt x="231023" y="22247"/>
                  <a:pt x="234741" y="21574"/>
                  <a:pt x="238964" y="21574"/>
                </a:cubicBezTo>
                <a:cubicBezTo>
                  <a:pt x="243187" y="21574"/>
                  <a:pt x="246859" y="22263"/>
                  <a:pt x="249980" y="23640"/>
                </a:cubicBezTo>
                <a:cubicBezTo>
                  <a:pt x="253102" y="25017"/>
                  <a:pt x="255519" y="26929"/>
                  <a:pt x="257233" y="29378"/>
                </a:cubicBezTo>
                <a:cubicBezTo>
                  <a:pt x="258947" y="31825"/>
                  <a:pt x="259804" y="34579"/>
                  <a:pt x="259804" y="37638"/>
                </a:cubicBezTo>
                <a:lnTo>
                  <a:pt x="259711" y="39015"/>
                </a:lnTo>
                <a:lnTo>
                  <a:pt x="245482" y="39015"/>
                </a:lnTo>
                <a:cubicBezTo>
                  <a:pt x="245604" y="37179"/>
                  <a:pt x="245053" y="35711"/>
                  <a:pt x="243829" y="34610"/>
                </a:cubicBezTo>
                <a:cubicBezTo>
                  <a:pt x="242605" y="33508"/>
                  <a:pt x="240861" y="32957"/>
                  <a:pt x="238597" y="32957"/>
                </a:cubicBezTo>
                <a:cubicBezTo>
                  <a:pt x="236822" y="32957"/>
                  <a:pt x="235369" y="33324"/>
                  <a:pt x="234236" y="34059"/>
                </a:cubicBezTo>
                <a:cubicBezTo>
                  <a:pt x="233104" y="34793"/>
                  <a:pt x="232538" y="35803"/>
                  <a:pt x="232538" y="37088"/>
                </a:cubicBezTo>
                <a:cubicBezTo>
                  <a:pt x="232538" y="38434"/>
                  <a:pt x="233288" y="39552"/>
                  <a:pt x="234787" y="40440"/>
                </a:cubicBezTo>
                <a:cubicBezTo>
                  <a:pt x="236286" y="41327"/>
                  <a:pt x="238628" y="42321"/>
                  <a:pt x="241810" y="43422"/>
                </a:cubicBezTo>
                <a:cubicBezTo>
                  <a:pt x="245115" y="44524"/>
                  <a:pt x="247854" y="45611"/>
                  <a:pt x="250026" y="46682"/>
                </a:cubicBezTo>
                <a:cubicBezTo>
                  <a:pt x="252199" y="47753"/>
                  <a:pt x="254066" y="49252"/>
                  <a:pt x="255626" y="51180"/>
                </a:cubicBezTo>
                <a:cubicBezTo>
                  <a:pt x="257187" y="53108"/>
                  <a:pt x="257967" y="55510"/>
                  <a:pt x="257967" y="58387"/>
                </a:cubicBezTo>
                <a:cubicBezTo>
                  <a:pt x="257967" y="61692"/>
                  <a:pt x="256973" y="64538"/>
                  <a:pt x="254983" y="66925"/>
                </a:cubicBezTo>
                <a:cubicBezTo>
                  <a:pt x="252994" y="69311"/>
                  <a:pt x="250271" y="71132"/>
                  <a:pt x="246812" y="72387"/>
                </a:cubicBezTo>
                <a:cubicBezTo>
                  <a:pt x="243355" y="73641"/>
                  <a:pt x="239423" y="74268"/>
                  <a:pt x="235016" y="74268"/>
                </a:cubicBezTo>
                <a:close/>
                <a:moveTo>
                  <a:pt x="282846" y="16983"/>
                </a:moveTo>
                <a:cubicBezTo>
                  <a:pt x="280398" y="16983"/>
                  <a:pt x="278455" y="16326"/>
                  <a:pt x="277017" y="15010"/>
                </a:cubicBezTo>
                <a:cubicBezTo>
                  <a:pt x="275579" y="13694"/>
                  <a:pt x="274860" y="12026"/>
                  <a:pt x="274860" y="10006"/>
                </a:cubicBezTo>
                <a:cubicBezTo>
                  <a:pt x="274860" y="7252"/>
                  <a:pt x="275930" y="4896"/>
                  <a:pt x="278072" y="2938"/>
                </a:cubicBezTo>
                <a:cubicBezTo>
                  <a:pt x="280214" y="979"/>
                  <a:pt x="282815" y="0"/>
                  <a:pt x="285876" y="0"/>
                </a:cubicBezTo>
                <a:cubicBezTo>
                  <a:pt x="288324" y="0"/>
                  <a:pt x="290252" y="658"/>
                  <a:pt x="291660" y="1974"/>
                </a:cubicBezTo>
                <a:cubicBezTo>
                  <a:pt x="293067" y="3290"/>
                  <a:pt x="293771" y="4988"/>
                  <a:pt x="293771" y="7068"/>
                </a:cubicBezTo>
                <a:cubicBezTo>
                  <a:pt x="293771" y="9762"/>
                  <a:pt x="292699" y="12088"/>
                  <a:pt x="290557" y="14046"/>
                </a:cubicBezTo>
                <a:cubicBezTo>
                  <a:pt x="288416" y="16004"/>
                  <a:pt x="285845" y="16983"/>
                  <a:pt x="282846" y="16983"/>
                </a:cubicBezTo>
                <a:moveTo>
                  <a:pt x="289640" y="22308"/>
                </a:moveTo>
                <a:lnTo>
                  <a:pt x="280644" y="73534"/>
                </a:lnTo>
                <a:lnTo>
                  <a:pt x="264945" y="73534"/>
                </a:lnTo>
                <a:lnTo>
                  <a:pt x="273941" y="22308"/>
                </a:lnTo>
                <a:lnTo>
                  <a:pt x="289640" y="22308"/>
                </a:lnTo>
                <a:close/>
                <a:moveTo>
                  <a:pt x="315437" y="74268"/>
                </a:moveTo>
                <a:cubicBezTo>
                  <a:pt x="311030" y="74268"/>
                  <a:pt x="307113" y="73381"/>
                  <a:pt x="303686" y="71607"/>
                </a:cubicBezTo>
                <a:cubicBezTo>
                  <a:pt x="300258" y="69831"/>
                  <a:pt x="297611" y="67322"/>
                  <a:pt x="295744" y="64079"/>
                </a:cubicBezTo>
                <a:cubicBezTo>
                  <a:pt x="293878" y="60834"/>
                  <a:pt x="292944" y="57070"/>
                  <a:pt x="292944" y="52787"/>
                </a:cubicBezTo>
                <a:cubicBezTo>
                  <a:pt x="292944" y="46972"/>
                  <a:pt x="294321" y="41678"/>
                  <a:pt x="297075" y="36904"/>
                </a:cubicBezTo>
                <a:cubicBezTo>
                  <a:pt x="299829" y="32130"/>
                  <a:pt x="303624" y="28382"/>
                  <a:pt x="308458" y="25659"/>
                </a:cubicBezTo>
                <a:cubicBezTo>
                  <a:pt x="313294" y="22935"/>
                  <a:pt x="318680" y="21574"/>
                  <a:pt x="324617" y="21574"/>
                </a:cubicBezTo>
                <a:cubicBezTo>
                  <a:pt x="329024" y="21574"/>
                  <a:pt x="332956" y="22476"/>
                  <a:pt x="336413" y="24282"/>
                </a:cubicBezTo>
                <a:cubicBezTo>
                  <a:pt x="339871" y="26087"/>
                  <a:pt x="342549" y="28612"/>
                  <a:pt x="344446" y="31856"/>
                </a:cubicBezTo>
                <a:cubicBezTo>
                  <a:pt x="346344" y="35099"/>
                  <a:pt x="347293" y="38863"/>
                  <a:pt x="347293" y="43148"/>
                </a:cubicBezTo>
                <a:cubicBezTo>
                  <a:pt x="347293" y="49023"/>
                  <a:pt x="345900" y="54332"/>
                  <a:pt x="343116" y="59075"/>
                </a:cubicBezTo>
                <a:cubicBezTo>
                  <a:pt x="340331" y="63818"/>
                  <a:pt x="336506" y="67536"/>
                  <a:pt x="331640" y="70230"/>
                </a:cubicBezTo>
                <a:cubicBezTo>
                  <a:pt x="326775" y="72922"/>
                  <a:pt x="321374" y="74268"/>
                  <a:pt x="315437" y="74268"/>
                </a:cubicBezTo>
                <a:moveTo>
                  <a:pt x="317639" y="60773"/>
                </a:moveTo>
                <a:cubicBezTo>
                  <a:pt x="320210" y="60773"/>
                  <a:pt x="322521" y="59992"/>
                  <a:pt x="324570" y="58432"/>
                </a:cubicBezTo>
                <a:cubicBezTo>
                  <a:pt x="326621" y="56871"/>
                  <a:pt x="328212" y="54852"/>
                  <a:pt x="329344" y="52373"/>
                </a:cubicBezTo>
                <a:cubicBezTo>
                  <a:pt x="330477" y="49895"/>
                  <a:pt x="331043" y="47309"/>
                  <a:pt x="331043" y="44616"/>
                </a:cubicBezTo>
                <a:cubicBezTo>
                  <a:pt x="331043" y="41555"/>
                  <a:pt x="330217" y="39199"/>
                  <a:pt x="328564" y="37547"/>
                </a:cubicBezTo>
                <a:cubicBezTo>
                  <a:pt x="326912" y="35894"/>
                  <a:pt x="324831" y="35068"/>
                  <a:pt x="322322" y="35068"/>
                </a:cubicBezTo>
                <a:cubicBezTo>
                  <a:pt x="319690" y="35068"/>
                  <a:pt x="317380" y="35849"/>
                  <a:pt x="315391" y="37410"/>
                </a:cubicBezTo>
                <a:cubicBezTo>
                  <a:pt x="313402" y="38971"/>
                  <a:pt x="311856" y="41005"/>
                  <a:pt x="310754" y="43515"/>
                </a:cubicBezTo>
                <a:cubicBezTo>
                  <a:pt x="309653" y="46024"/>
                  <a:pt x="309103" y="48656"/>
                  <a:pt x="309103" y="51410"/>
                </a:cubicBezTo>
                <a:cubicBezTo>
                  <a:pt x="309103" y="54408"/>
                  <a:pt x="309898" y="56719"/>
                  <a:pt x="311488" y="58341"/>
                </a:cubicBezTo>
                <a:cubicBezTo>
                  <a:pt x="313080" y="59962"/>
                  <a:pt x="315130" y="60773"/>
                  <a:pt x="317639" y="60773"/>
                </a:cubicBezTo>
                <a:close/>
                <a:moveTo>
                  <a:pt x="390806" y="21757"/>
                </a:moveTo>
                <a:cubicBezTo>
                  <a:pt x="395947" y="21757"/>
                  <a:pt x="399987" y="23196"/>
                  <a:pt x="402925" y="26072"/>
                </a:cubicBezTo>
                <a:cubicBezTo>
                  <a:pt x="405863" y="28948"/>
                  <a:pt x="407332" y="32957"/>
                  <a:pt x="407332" y="38098"/>
                </a:cubicBezTo>
                <a:cubicBezTo>
                  <a:pt x="407332" y="39811"/>
                  <a:pt x="407148" y="41647"/>
                  <a:pt x="406780" y="43606"/>
                </a:cubicBezTo>
                <a:lnTo>
                  <a:pt x="401455" y="73534"/>
                </a:lnTo>
                <a:lnTo>
                  <a:pt x="385849" y="73534"/>
                </a:lnTo>
                <a:lnTo>
                  <a:pt x="390806" y="45718"/>
                </a:lnTo>
                <a:cubicBezTo>
                  <a:pt x="390990" y="44677"/>
                  <a:pt x="391082" y="43759"/>
                  <a:pt x="391082" y="42964"/>
                </a:cubicBezTo>
                <a:cubicBezTo>
                  <a:pt x="391082" y="40393"/>
                  <a:pt x="390363" y="38404"/>
                  <a:pt x="388925" y="36997"/>
                </a:cubicBezTo>
                <a:cubicBezTo>
                  <a:pt x="387487" y="35589"/>
                  <a:pt x="385482" y="34884"/>
                  <a:pt x="382912" y="34884"/>
                </a:cubicBezTo>
                <a:cubicBezTo>
                  <a:pt x="379851" y="34884"/>
                  <a:pt x="377281" y="35833"/>
                  <a:pt x="375200" y="37731"/>
                </a:cubicBezTo>
                <a:cubicBezTo>
                  <a:pt x="373119" y="39628"/>
                  <a:pt x="371773" y="42291"/>
                  <a:pt x="371160" y="45718"/>
                </a:cubicBezTo>
                <a:lnTo>
                  <a:pt x="371160" y="45259"/>
                </a:lnTo>
                <a:lnTo>
                  <a:pt x="366204" y="73534"/>
                </a:lnTo>
                <a:lnTo>
                  <a:pt x="350505" y="73534"/>
                </a:lnTo>
                <a:lnTo>
                  <a:pt x="359501" y="22308"/>
                </a:lnTo>
                <a:lnTo>
                  <a:pt x="375200" y="22308"/>
                </a:lnTo>
                <a:lnTo>
                  <a:pt x="374007" y="29193"/>
                </a:lnTo>
                <a:cubicBezTo>
                  <a:pt x="376027" y="26928"/>
                  <a:pt x="378490" y="25123"/>
                  <a:pt x="381397" y="23777"/>
                </a:cubicBezTo>
                <a:cubicBezTo>
                  <a:pt x="384304" y="22431"/>
                  <a:pt x="387441" y="21757"/>
                  <a:pt x="390806" y="21757"/>
                </a:cubicBezTo>
                <a:close/>
                <a:moveTo>
                  <a:pt x="433679" y="74268"/>
                </a:moveTo>
                <a:cubicBezTo>
                  <a:pt x="429640" y="74268"/>
                  <a:pt x="426014" y="73626"/>
                  <a:pt x="422800" y="72341"/>
                </a:cubicBezTo>
                <a:cubicBezTo>
                  <a:pt x="419588" y="71056"/>
                  <a:pt x="417063" y="69266"/>
                  <a:pt x="415226" y="66971"/>
                </a:cubicBezTo>
                <a:cubicBezTo>
                  <a:pt x="413390" y="64676"/>
                  <a:pt x="412472" y="62028"/>
                  <a:pt x="412472" y="59029"/>
                </a:cubicBezTo>
                <a:cubicBezTo>
                  <a:pt x="412472" y="58601"/>
                  <a:pt x="412534" y="57836"/>
                  <a:pt x="412657" y="56734"/>
                </a:cubicBezTo>
                <a:lnTo>
                  <a:pt x="427804" y="56734"/>
                </a:lnTo>
                <a:cubicBezTo>
                  <a:pt x="427682" y="58632"/>
                  <a:pt x="428247" y="60147"/>
                  <a:pt x="429502" y="61278"/>
                </a:cubicBezTo>
                <a:cubicBezTo>
                  <a:pt x="430757" y="62410"/>
                  <a:pt x="432547" y="62976"/>
                  <a:pt x="434872" y="62976"/>
                </a:cubicBezTo>
                <a:cubicBezTo>
                  <a:pt x="436831" y="62976"/>
                  <a:pt x="438452" y="62609"/>
                  <a:pt x="439737" y="61875"/>
                </a:cubicBezTo>
                <a:cubicBezTo>
                  <a:pt x="441023" y="61140"/>
                  <a:pt x="441666" y="60100"/>
                  <a:pt x="441666" y="58754"/>
                </a:cubicBezTo>
                <a:cubicBezTo>
                  <a:pt x="441666" y="57468"/>
                  <a:pt x="440978" y="56443"/>
                  <a:pt x="439600" y="55678"/>
                </a:cubicBezTo>
                <a:cubicBezTo>
                  <a:pt x="438224" y="54913"/>
                  <a:pt x="435944" y="53980"/>
                  <a:pt x="432761" y="52878"/>
                </a:cubicBezTo>
                <a:cubicBezTo>
                  <a:pt x="429456" y="51777"/>
                  <a:pt x="426687" y="50691"/>
                  <a:pt x="424453" y="49619"/>
                </a:cubicBezTo>
                <a:cubicBezTo>
                  <a:pt x="422219" y="48548"/>
                  <a:pt x="420307" y="47003"/>
                  <a:pt x="418715" y="44984"/>
                </a:cubicBezTo>
                <a:cubicBezTo>
                  <a:pt x="417124" y="42964"/>
                  <a:pt x="416328" y="40424"/>
                  <a:pt x="416328" y="37364"/>
                </a:cubicBezTo>
                <a:cubicBezTo>
                  <a:pt x="416328" y="34365"/>
                  <a:pt x="417216" y="31657"/>
                  <a:pt x="418990" y="29239"/>
                </a:cubicBezTo>
                <a:cubicBezTo>
                  <a:pt x="420765" y="26821"/>
                  <a:pt x="423259" y="24940"/>
                  <a:pt x="426472" y="23594"/>
                </a:cubicBezTo>
                <a:cubicBezTo>
                  <a:pt x="429685" y="22247"/>
                  <a:pt x="433403" y="21574"/>
                  <a:pt x="437626" y="21574"/>
                </a:cubicBezTo>
                <a:cubicBezTo>
                  <a:pt x="441849" y="21574"/>
                  <a:pt x="445521" y="22263"/>
                  <a:pt x="448642" y="23640"/>
                </a:cubicBezTo>
                <a:cubicBezTo>
                  <a:pt x="451764" y="25017"/>
                  <a:pt x="454182" y="26929"/>
                  <a:pt x="455896" y="29378"/>
                </a:cubicBezTo>
                <a:cubicBezTo>
                  <a:pt x="457609" y="31825"/>
                  <a:pt x="458466" y="34579"/>
                  <a:pt x="458466" y="37638"/>
                </a:cubicBezTo>
                <a:lnTo>
                  <a:pt x="458374" y="39015"/>
                </a:lnTo>
                <a:lnTo>
                  <a:pt x="444144" y="39015"/>
                </a:lnTo>
                <a:cubicBezTo>
                  <a:pt x="444267" y="37179"/>
                  <a:pt x="443716" y="35711"/>
                  <a:pt x="442491" y="34610"/>
                </a:cubicBezTo>
                <a:cubicBezTo>
                  <a:pt x="441268" y="33508"/>
                  <a:pt x="439524" y="32957"/>
                  <a:pt x="437259" y="32957"/>
                </a:cubicBezTo>
                <a:cubicBezTo>
                  <a:pt x="435485" y="32957"/>
                  <a:pt x="434031" y="33324"/>
                  <a:pt x="432899" y="34059"/>
                </a:cubicBezTo>
                <a:cubicBezTo>
                  <a:pt x="431767" y="34793"/>
                  <a:pt x="431201" y="35803"/>
                  <a:pt x="431201" y="37088"/>
                </a:cubicBezTo>
                <a:cubicBezTo>
                  <a:pt x="431201" y="38434"/>
                  <a:pt x="431950" y="39552"/>
                  <a:pt x="433449" y="40440"/>
                </a:cubicBezTo>
                <a:cubicBezTo>
                  <a:pt x="434949" y="41327"/>
                  <a:pt x="437290" y="42321"/>
                  <a:pt x="440473" y="43422"/>
                </a:cubicBezTo>
                <a:cubicBezTo>
                  <a:pt x="443778" y="44524"/>
                  <a:pt x="446516" y="45611"/>
                  <a:pt x="448689" y="46682"/>
                </a:cubicBezTo>
                <a:cubicBezTo>
                  <a:pt x="450862" y="47753"/>
                  <a:pt x="452728" y="49252"/>
                  <a:pt x="454289" y="51180"/>
                </a:cubicBezTo>
                <a:cubicBezTo>
                  <a:pt x="455849" y="53108"/>
                  <a:pt x="456630" y="55510"/>
                  <a:pt x="456630" y="58387"/>
                </a:cubicBezTo>
                <a:cubicBezTo>
                  <a:pt x="456630" y="61692"/>
                  <a:pt x="455635" y="64538"/>
                  <a:pt x="453646" y="66925"/>
                </a:cubicBezTo>
                <a:cubicBezTo>
                  <a:pt x="451657" y="69311"/>
                  <a:pt x="448933" y="71132"/>
                  <a:pt x="445475" y="72387"/>
                </a:cubicBezTo>
                <a:cubicBezTo>
                  <a:pt x="442018" y="73641"/>
                  <a:pt x="438086" y="74268"/>
                  <a:pt x="433679" y="742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Usinglambdif">
            <a:extLst xmlns:a="http://schemas.openxmlformats.org/drawingml/2006/main">
              <a:ext uri="{FF2B5EF4-FFF2-40B4-BE49-F238E27FC236}">
                <a16:creationId xmlns:a16="http://schemas.microsoft.com/office/drawing/2014/main" id="{FB014AB4-B68C-4D59-AC5E-CE4C1089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520" y="817428"/>
            <a:ext cx="661077" cy="98780"/>
          </a:xfrm>
          <a:custGeom xmlns:a="http://schemas.openxmlformats.org/drawingml/2006/main">
            <a:pathLst>
              <a:path w="661077" h="98780">
                <a:moveTo>
                  <a:pt x="22951" y="9088"/>
                </a:moveTo>
                <a:lnTo>
                  <a:pt x="16158" y="47553"/>
                </a:lnTo>
                <a:cubicBezTo>
                  <a:pt x="15914" y="49145"/>
                  <a:pt x="15791" y="50247"/>
                  <a:pt x="15791" y="50859"/>
                </a:cubicBezTo>
                <a:cubicBezTo>
                  <a:pt x="15791" y="53674"/>
                  <a:pt x="16587" y="55831"/>
                  <a:pt x="18177" y="57331"/>
                </a:cubicBezTo>
                <a:cubicBezTo>
                  <a:pt x="19768" y="58831"/>
                  <a:pt x="22125" y="59581"/>
                  <a:pt x="25247" y="59581"/>
                </a:cubicBezTo>
                <a:cubicBezTo>
                  <a:pt x="28919" y="59581"/>
                  <a:pt x="31917" y="58540"/>
                  <a:pt x="34243" y="56460"/>
                </a:cubicBezTo>
                <a:cubicBezTo>
                  <a:pt x="36569" y="54378"/>
                  <a:pt x="38069" y="51409"/>
                  <a:pt x="38742" y="47553"/>
                </a:cubicBezTo>
                <a:lnTo>
                  <a:pt x="45535" y="9088"/>
                </a:lnTo>
                <a:lnTo>
                  <a:pt x="61234" y="9088"/>
                </a:lnTo>
                <a:lnTo>
                  <a:pt x="54440" y="47553"/>
                </a:lnTo>
                <a:cubicBezTo>
                  <a:pt x="53399" y="53368"/>
                  <a:pt x="51334" y="58279"/>
                  <a:pt x="48242" y="62288"/>
                </a:cubicBezTo>
                <a:cubicBezTo>
                  <a:pt x="45152" y="66297"/>
                  <a:pt x="41388" y="69280"/>
                  <a:pt x="36951" y="71240"/>
                </a:cubicBezTo>
                <a:cubicBezTo>
                  <a:pt x="32514" y="73198"/>
                  <a:pt x="27694" y="74177"/>
                  <a:pt x="22493" y="74177"/>
                </a:cubicBezTo>
                <a:cubicBezTo>
                  <a:pt x="15761" y="74177"/>
                  <a:pt x="10329" y="72433"/>
                  <a:pt x="6197" y="68945"/>
                </a:cubicBezTo>
                <a:cubicBezTo>
                  <a:pt x="2066" y="65456"/>
                  <a:pt x="0" y="60407"/>
                  <a:pt x="0" y="53797"/>
                </a:cubicBezTo>
                <a:cubicBezTo>
                  <a:pt x="0" y="51838"/>
                  <a:pt x="184" y="49757"/>
                  <a:pt x="552" y="47553"/>
                </a:cubicBezTo>
                <a:lnTo>
                  <a:pt x="7253" y="9088"/>
                </a:lnTo>
                <a:lnTo>
                  <a:pt x="22951" y="9088"/>
                </a:lnTo>
                <a:close/>
                <a:moveTo>
                  <a:pt x="82164" y="74268"/>
                </a:moveTo>
                <a:cubicBezTo>
                  <a:pt x="78125" y="74268"/>
                  <a:pt x="74499" y="73626"/>
                  <a:pt x="71286" y="72341"/>
                </a:cubicBezTo>
                <a:cubicBezTo>
                  <a:pt x="68073" y="71056"/>
                  <a:pt x="65548" y="69266"/>
                  <a:pt x="63711" y="66971"/>
                </a:cubicBezTo>
                <a:cubicBezTo>
                  <a:pt x="61875" y="64676"/>
                  <a:pt x="60957" y="62028"/>
                  <a:pt x="60957" y="59029"/>
                </a:cubicBezTo>
                <a:cubicBezTo>
                  <a:pt x="60957" y="58601"/>
                  <a:pt x="61019" y="57836"/>
                  <a:pt x="61142" y="56734"/>
                </a:cubicBezTo>
                <a:lnTo>
                  <a:pt x="76289" y="56734"/>
                </a:lnTo>
                <a:cubicBezTo>
                  <a:pt x="76167" y="58632"/>
                  <a:pt x="76733" y="60147"/>
                  <a:pt x="77987" y="61278"/>
                </a:cubicBezTo>
                <a:cubicBezTo>
                  <a:pt x="79242" y="62410"/>
                  <a:pt x="81032" y="62976"/>
                  <a:pt x="83358" y="62976"/>
                </a:cubicBezTo>
                <a:cubicBezTo>
                  <a:pt x="85316" y="62976"/>
                  <a:pt x="86938" y="62609"/>
                  <a:pt x="88223" y="61875"/>
                </a:cubicBezTo>
                <a:cubicBezTo>
                  <a:pt x="89509" y="61140"/>
                  <a:pt x="90152" y="60100"/>
                  <a:pt x="90152" y="58754"/>
                </a:cubicBezTo>
                <a:cubicBezTo>
                  <a:pt x="90152" y="57468"/>
                  <a:pt x="89463" y="56443"/>
                  <a:pt x="88085" y="55678"/>
                </a:cubicBezTo>
                <a:cubicBezTo>
                  <a:pt x="86709" y="54913"/>
                  <a:pt x="84429" y="53980"/>
                  <a:pt x="81247" y="52878"/>
                </a:cubicBezTo>
                <a:cubicBezTo>
                  <a:pt x="77942" y="51777"/>
                  <a:pt x="75172" y="50691"/>
                  <a:pt x="72938" y="49619"/>
                </a:cubicBezTo>
                <a:cubicBezTo>
                  <a:pt x="70705" y="48548"/>
                  <a:pt x="68792" y="47003"/>
                  <a:pt x="67201" y="44984"/>
                </a:cubicBezTo>
                <a:cubicBezTo>
                  <a:pt x="65609" y="42964"/>
                  <a:pt x="64814" y="40424"/>
                  <a:pt x="64814" y="37364"/>
                </a:cubicBezTo>
                <a:cubicBezTo>
                  <a:pt x="64814" y="34365"/>
                  <a:pt x="65701" y="31657"/>
                  <a:pt x="67475" y="29239"/>
                </a:cubicBezTo>
                <a:cubicBezTo>
                  <a:pt x="69251" y="26821"/>
                  <a:pt x="71745" y="24940"/>
                  <a:pt x="74957" y="23594"/>
                </a:cubicBezTo>
                <a:cubicBezTo>
                  <a:pt x="78170" y="22247"/>
                  <a:pt x="81889" y="21574"/>
                  <a:pt x="86112" y="21574"/>
                </a:cubicBezTo>
                <a:cubicBezTo>
                  <a:pt x="90335" y="21574"/>
                  <a:pt x="94007" y="22263"/>
                  <a:pt x="97128" y="23640"/>
                </a:cubicBezTo>
                <a:cubicBezTo>
                  <a:pt x="100250" y="25017"/>
                  <a:pt x="102667" y="26929"/>
                  <a:pt x="104381" y="29378"/>
                </a:cubicBezTo>
                <a:cubicBezTo>
                  <a:pt x="106095" y="31825"/>
                  <a:pt x="106952" y="34579"/>
                  <a:pt x="106952" y="37638"/>
                </a:cubicBezTo>
                <a:lnTo>
                  <a:pt x="106859" y="39015"/>
                </a:lnTo>
                <a:lnTo>
                  <a:pt x="92630" y="39015"/>
                </a:lnTo>
                <a:cubicBezTo>
                  <a:pt x="92752" y="37179"/>
                  <a:pt x="92201" y="35711"/>
                  <a:pt x="90977" y="34610"/>
                </a:cubicBezTo>
                <a:cubicBezTo>
                  <a:pt x="89753" y="33508"/>
                  <a:pt x="88009" y="32957"/>
                  <a:pt x="85745" y="32957"/>
                </a:cubicBezTo>
                <a:cubicBezTo>
                  <a:pt x="83970" y="32957"/>
                  <a:pt x="82517" y="33324"/>
                  <a:pt x="81384" y="34059"/>
                </a:cubicBezTo>
                <a:cubicBezTo>
                  <a:pt x="80252" y="34793"/>
                  <a:pt x="79686" y="35803"/>
                  <a:pt x="79686" y="37088"/>
                </a:cubicBezTo>
                <a:cubicBezTo>
                  <a:pt x="79686" y="38434"/>
                  <a:pt x="80436" y="39552"/>
                  <a:pt x="81934" y="40440"/>
                </a:cubicBezTo>
                <a:cubicBezTo>
                  <a:pt x="83434" y="41327"/>
                  <a:pt x="85775" y="42321"/>
                  <a:pt x="88958" y="43422"/>
                </a:cubicBezTo>
                <a:cubicBezTo>
                  <a:pt x="92263" y="44524"/>
                  <a:pt x="95002" y="45611"/>
                  <a:pt x="97174" y="46682"/>
                </a:cubicBezTo>
                <a:cubicBezTo>
                  <a:pt x="99347" y="47753"/>
                  <a:pt x="101214" y="49252"/>
                  <a:pt x="102774" y="51180"/>
                </a:cubicBezTo>
                <a:cubicBezTo>
                  <a:pt x="104335" y="53108"/>
                  <a:pt x="105115" y="55510"/>
                  <a:pt x="105115" y="58387"/>
                </a:cubicBezTo>
                <a:cubicBezTo>
                  <a:pt x="105115" y="61692"/>
                  <a:pt x="104120" y="64538"/>
                  <a:pt x="102131" y="66925"/>
                </a:cubicBezTo>
                <a:cubicBezTo>
                  <a:pt x="100142" y="69311"/>
                  <a:pt x="97419" y="71132"/>
                  <a:pt x="93960" y="72387"/>
                </a:cubicBezTo>
                <a:cubicBezTo>
                  <a:pt x="90503" y="73641"/>
                  <a:pt x="86571" y="74268"/>
                  <a:pt x="82164" y="74268"/>
                </a:cubicBezTo>
                <a:close/>
                <a:moveTo>
                  <a:pt x="129994" y="16983"/>
                </a:moveTo>
                <a:cubicBezTo>
                  <a:pt x="127546" y="16983"/>
                  <a:pt x="125603" y="16326"/>
                  <a:pt x="124165" y="15010"/>
                </a:cubicBezTo>
                <a:cubicBezTo>
                  <a:pt x="122727" y="13694"/>
                  <a:pt x="122008" y="12026"/>
                  <a:pt x="122008" y="10006"/>
                </a:cubicBezTo>
                <a:cubicBezTo>
                  <a:pt x="122008" y="7252"/>
                  <a:pt x="123078" y="4896"/>
                  <a:pt x="125220" y="2938"/>
                </a:cubicBezTo>
                <a:cubicBezTo>
                  <a:pt x="127362" y="979"/>
                  <a:pt x="129963" y="0"/>
                  <a:pt x="133024" y="0"/>
                </a:cubicBezTo>
                <a:cubicBezTo>
                  <a:pt x="135472" y="0"/>
                  <a:pt x="137400" y="658"/>
                  <a:pt x="138808" y="1974"/>
                </a:cubicBezTo>
                <a:cubicBezTo>
                  <a:pt x="140215" y="3290"/>
                  <a:pt x="140919" y="4988"/>
                  <a:pt x="140919" y="7068"/>
                </a:cubicBezTo>
                <a:cubicBezTo>
                  <a:pt x="140919" y="9762"/>
                  <a:pt x="139847" y="12088"/>
                  <a:pt x="137705" y="14046"/>
                </a:cubicBezTo>
                <a:cubicBezTo>
                  <a:pt x="135564" y="16004"/>
                  <a:pt x="132993" y="16983"/>
                  <a:pt x="129994" y="16983"/>
                </a:cubicBezTo>
                <a:moveTo>
                  <a:pt x="136788" y="22308"/>
                </a:moveTo>
                <a:lnTo>
                  <a:pt x="127792" y="73534"/>
                </a:lnTo>
                <a:lnTo>
                  <a:pt x="112093" y="73534"/>
                </a:lnTo>
                <a:lnTo>
                  <a:pt x="121089" y="22308"/>
                </a:lnTo>
                <a:lnTo>
                  <a:pt x="136788" y="22308"/>
                </a:lnTo>
                <a:close/>
                <a:moveTo>
                  <a:pt x="179476" y="21757"/>
                </a:moveTo>
                <a:cubicBezTo>
                  <a:pt x="184617" y="21757"/>
                  <a:pt x="188656" y="23196"/>
                  <a:pt x="191594" y="26072"/>
                </a:cubicBezTo>
                <a:cubicBezTo>
                  <a:pt x="194532" y="28948"/>
                  <a:pt x="196001" y="32957"/>
                  <a:pt x="196001" y="38098"/>
                </a:cubicBezTo>
                <a:cubicBezTo>
                  <a:pt x="196001" y="39811"/>
                  <a:pt x="195817" y="41647"/>
                  <a:pt x="195449" y="43606"/>
                </a:cubicBezTo>
                <a:lnTo>
                  <a:pt x="190125" y="73534"/>
                </a:lnTo>
                <a:lnTo>
                  <a:pt x="174518" y="73534"/>
                </a:lnTo>
                <a:lnTo>
                  <a:pt x="179476" y="45718"/>
                </a:lnTo>
                <a:cubicBezTo>
                  <a:pt x="179660" y="44677"/>
                  <a:pt x="179752" y="43759"/>
                  <a:pt x="179752" y="42964"/>
                </a:cubicBezTo>
                <a:cubicBezTo>
                  <a:pt x="179752" y="40393"/>
                  <a:pt x="179033" y="38404"/>
                  <a:pt x="177595" y="36997"/>
                </a:cubicBezTo>
                <a:cubicBezTo>
                  <a:pt x="176156" y="35589"/>
                  <a:pt x="174152" y="34884"/>
                  <a:pt x="171581" y="34884"/>
                </a:cubicBezTo>
                <a:cubicBezTo>
                  <a:pt x="168521" y="34884"/>
                  <a:pt x="165950" y="35833"/>
                  <a:pt x="163870" y="37731"/>
                </a:cubicBezTo>
                <a:cubicBezTo>
                  <a:pt x="161789" y="39628"/>
                  <a:pt x="160442" y="42291"/>
                  <a:pt x="159830" y="45718"/>
                </a:cubicBezTo>
                <a:lnTo>
                  <a:pt x="159830" y="45259"/>
                </a:lnTo>
                <a:lnTo>
                  <a:pt x="154874" y="73534"/>
                </a:lnTo>
                <a:lnTo>
                  <a:pt x="139175" y="73534"/>
                </a:lnTo>
                <a:lnTo>
                  <a:pt x="148171" y="22308"/>
                </a:lnTo>
                <a:lnTo>
                  <a:pt x="163870" y="22308"/>
                </a:lnTo>
                <a:lnTo>
                  <a:pt x="162676" y="29193"/>
                </a:lnTo>
                <a:cubicBezTo>
                  <a:pt x="164696" y="26928"/>
                  <a:pt x="167160" y="25123"/>
                  <a:pt x="170067" y="23777"/>
                </a:cubicBezTo>
                <a:cubicBezTo>
                  <a:pt x="172974" y="22431"/>
                  <a:pt x="176110" y="21757"/>
                  <a:pt x="179476" y="21757"/>
                </a:cubicBezTo>
                <a:close/>
                <a:moveTo>
                  <a:pt x="229693" y="21574"/>
                </a:moveTo>
                <a:cubicBezTo>
                  <a:pt x="233304" y="21574"/>
                  <a:pt x="236364" y="22308"/>
                  <a:pt x="238874" y="23777"/>
                </a:cubicBezTo>
                <a:cubicBezTo>
                  <a:pt x="241383" y="25245"/>
                  <a:pt x="243127" y="27173"/>
                  <a:pt x="244106" y="29560"/>
                </a:cubicBezTo>
                <a:lnTo>
                  <a:pt x="245392" y="22308"/>
                </a:lnTo>
                <a:lnTo>
                  <a:pt x="261089" y="22308"/>
                </a:lnTo>
                <a:lnTo>
                  <a:pt x="252093" y="73442"/>
                </a:lnTo>
                <a:cubicBezTo>
                  <a:pt x="251236" y="78155"/>
                  <a:pt x="249537" y="82424"/>
                  <a:pt x="246997" y="86249"/>
                </a:cubicBezTo>
                <a:cubicBezTo>
                  <a:pt x="244458" y="90074"/>
                  <a:pt x="241061" y="93119"/>
                  <a:pt x="236807" y="95383"/>
                </a:cubicBezTo>
                <a:cubicBezTo>
                  <a:pt x="232554" y="97647"/>
                  <a:pt x="227612" y="98780"/>
                  <a:pt x="221981" y="98780"/>
                </a:cubicBezTo>
                <a:cubicBezTo>
                  <a:pt x="214393" y="98780"/>
                  <a:pt x="208548" y="96989"/>
                  <a:pt x="204447" y="93409"/>
                </a:cubicBezTo>
                <a:cubicBezTo>
                  <a:pt x="200347" y="89829"/>
                  <a:pt x="198511" y="84979"/>
                  <a:pt x="198939" y="78859"/>
                </a:cubicBezTo>
                <a:lnTo>
                  <a:pt x="214453" y="78859"/>
                </a:lnTo>
                <a:cubicBezTo>
                  <a:pt x="214637" y="80817"/>
                  <a:pt x="215540" y="82362"/>
                  <a:pt x="217161" y="83494"/>
                </a:cubicBezTo>
                <a:cubicBezTo>
                  <a:pt x="218783" y="84627"/>
                  <a:pt x="220941" y="85193"/>
                  <a:pt x="223634" y="85193"/>
                </a:cubicBezTo>
                <a:cubicBezTo>
                  <a:pt x="226878" y="85193"/>
                  <a:pt x="229632" y="84260"/>
                  <a:pt x="231896" y="82393"/>
                </a:cubicBezTo>
                <a:cubicBezTo>
                  <a:pt x="234161" y="80526"/>
                  <a:pt x="235660" y="77542"/>
                  <a:pt x="236394" y="73442"/>
                </a:cubicBezTo>
                <a:lnTo>
                  <a:pt x="237680" y="66190"/>
                </a:lnTo>
                <a:cubicBezTo>
                  <a:pt x="235722" y="68577"/>
                  <a:pt x="233258" y="70520"/>
                  <a:pt x="230289" y="72020"/>
                </a:cubicBezTo>
                <a:cubicBezTo>
                  <a:pt x="227322" y="73519"/>
                  <a:pt x="224032" y="74268"/>
                  <a:pt x="220421" y="74268"/>
                </a:cubicBezTo>
                <a:cubicBezTo>
                  <a:pt x="216809" y="74268"/>
                  <a:pt x="213611" y="73442"/>
                  <a:pt x="210827" y="71790"/>
                </a:cubicBezTo>
                <a:cubicBezTo>
                  <a:pt x="208043" y="70137"/>
                  <a:pt x="205870" y="67781"/>
                  <a:pt x="204309" y="64722"/>
                </a:cubicBezTo>
                <a:cubicBezTo>
                  <a:pt x="202748" y="61661"/>
                  <a:pt x="201968" y="58081"/>
                  <a:pt x="201968" y="53980"/>
                </a:cubicBezTo>
                <a:cubicBezTo>
                  <a:pt x="201968" y="52083"/>
                  <a:pt x="202151" y="50032"/>
                  <a:pt x="202518" y="47829"/>
                </a:cubicBezTo>
                <a:cubicBezTo>
                  <a:pt x="203437" y="42566"/>
                  <a:pt x="205243" y="37945"/>
                  <a:pt x="207935" y="33967"/>
                </a:cubicBezTo>
                <a:cubicBezTo>
                  <a:pt x="210629" y="29989"/>
                  <a:pt x="213872" y="26929"/>
                  <a:pt x="217667" y="24787"/>
                </a:cubicBezTo>
                <a:cubicBezTo>
                  <a:pt x="221461" y="22645"/>
                  <a:pt x="225470" y="21574"/>
                  <a:pt x="229693" y="21574"/>
                </a:cubicBezTo>
                <a:moveTo>
                  <a:pt x="240894" y="47920"/>
                </a:moveTo>
                <a:cubicBezTo>
                  <a:pt x="241077" y="46819"/>
                  <a:pt x="241168" y="45810"/>
                  <a:pt x="241168" y="44892"/>
                </a:cubicBezTo>
                <a:cubicBezTo>
                  <a:pt x="241168" y="41893"/>
                  <a:pt x="240296" y="39537"/>
                  <a:pt x="238551" y="37823"/>
                </a:cubicBezTo>
                <a:cubicBezTo>
                  <a:pt x="236808" y="36109"/>
                  <a:pt x="234589" y="35251"/>
                  <a:pt x="231896" y="35251"/>
                </a:cubicBezTo>
                <a:cubicBezTo>
                  <a:pt x="228775" y="35251"/>
                  <a:pt x="225929" y="36369"/>
                  <a:pt x="223358" y="38604"/>
                </a:cubicBezTo>
                <a:cubicBezTo>
                  <a:pt x="220788" y="40837"/>
                  <a:pt x="219167" y="43913"/>
                  <a:pt x="218493" y="47829"/>
                </a:cubicBezTo>
                <a:cubicBezTo>
                  <a:pt x="218309" y="48931"/>
                  <a:pt x="218217" y="49941"/>
                  <a:pt x="218217" y="50859"/>
                </a:cubicBezTo>
                <a:cubicBezTo>
                  <a:pt x="218217" y="53858"/>
                  <a:pt x="219090" y="56229"/>
                  <a:pt x="220834" y="57974"/>
                </a:cubicBezTo>
                <a:cubicBezTo>
                  <a:pt x="222578" y="59717"/>
                  <a:pt x="224767" y="60589"/>
                  <a:pt x="227398" y="60589"/>
                </a:cubicBezTo>
                <a:cubicBezTo>
                  <a:pt x="230519" y="60589"/>
                  <a:pt x="233365" y="59457"/>
                  <a:pt x="235935" y="57194"/>
                </a:cubicBezTo>
                <a:cubicBezTo>
                  <a:pt x="238506" y="54929"/>
                  <a:pt x="240159" y="51838"/>
                  <a:pt x="240894" y="47920"/>
                </a:cubicBezTo>
                <a:close/>
                <a:moveTo>
                  <a:pt x="312316" y="5599"/>
                </a:moveTo>
                <a:lnTo>
                  <a:pt x="300290" y="73534"/>
                </a:lnTo>
                <a:lnTo>
                  <a:pt x="284591" y="73534"/>
                </a:lnTo>
                <a:lnTo>
                  <a:pt x="296617" y="5599"/>
                </a:lnTo>
                <a:lnTo>
                  <a:pt x="312316" y="5599"/>
                </a:lnTo>
                <a:close/>
                <a:moveTo>
                  <a:pt x="313142" y="47829"/>
                </a:moveTo>
                <a:cubicBezTo>
                  <a:pt x="314061" y="42566"/>
                  <a:pt x="315866" y="37945"/>
                  <a:pt x="318559" y="33967"/>
                </a:cubicBezTo>
                <a:cubicBezTo>
                  <a:pt x="321252" y="29989"/>
                  <a:pt x="324496" y="26929"/>
                  <a:pt x="328290" y="24787"/>
                </a:cubicBezTo>
                <a:cubicBezTo>
                  <a:pt x="332084" y="22645"/>
                  <a:pt x="336093" y="21574"/>
                  <a:pt x="340316" y="21574"/>
                </a:cubicBezTo>
                <a:cubicBezTo>
                  <a:pt x="343927" y="21574"/>
                  <a:pt x="346957" y="22308"/>
                  <a:pt x="349404" y="23777"/>
                </a:cubicBezTo>
                <a:cubicBezTo>
                  <a:pt x="351853" y="25245"/>
                  <a:pt x="353628" y="27173"/>
                  <a:pt x="354729" y="29560"/>
                </a:cubicBezTo>
                <a:lnTo>
                  <a:pt x="356015" y="22308"/>
                </a:lnTo>
                <a:lnTo>
                  <a:pt x="371712" y="22308"/>
                </a:lnTo>
                <a:lnTo>
                  <a:pt x="362624" y="73534"/>
                </a:lnTo>
                <a:lnTo>
                  <a:pt x="346926" y="73534"/>
                </a:lnTo>
                <a:lnTo>
                  <a:pt x="348303" y="66282"/>
                </a:lnTo>
                <a:cubicBezTo>
                  <a:pt x="346345" y="68669"/>
                  <a:pt x="343866" y="70597"/>
                  <a:pt x="340866" y="72066"/>
                </a:cubicBezTo>
                <a:cubicBezTo>
                  <a:pt x="337868" y="73534"/>
                  <a:pt x="334563" y="74268"/>
                  <a:pt x="330952" y="74268"/>
                </a:cubicBezTo>
                <a:cubicBezTo>
                  <a:pt x="327341" y="74268"/>
                  <a:pt x="324144" y="73442"/>
                  <a:pt x="321359" y="71790"/>
                </a:cubicBezTo>
                <a:cubicBezTo>
                  <a:pt x="318574" y="70137"/>
                  <a:pt x="316416" y="67796"/>
                  <a:pt x="314886" y="64766"/>
                </a:cubicBezTo>
                <a:cubicBezTo>
                  <a:pt x="313356" y="61737"/>
                  <a:pt x="312591" y="58172"/>
                  <a:pt x="312591" y="54071"/>
                </a:cubicBezTo>
                <a:cubicBezTo>
                  <a:pt x="312591" y="52113"/>
                  <a:pt x="312775" y="50032"/>
                  <a:pt x="313142" y="47829"/>
                </a:cubicBezTo>
                <a:moveTo>
                  <a:pt x="351517" y="47920"/>
                </a:moveTo>
                <a:cubicBezTo>
                  <a:pt x="351700" y="46819"/>
                  <a:pt x="351791" y="45810"/>
                  <a:pt x="351791" y="44892"/>
                </a:cubicBezTo>
                <a:cubicBezTo>
                  <a:pt x="351791" y="41893"/>
                  <a:pt x="350919" y="39537"/>
                  <a:pt x="349175" y="37823"/>
                </a:cubicBezTo>
                <a:cubicBezTo>
                  <a:pt x="347431" y="36109"/>
                  <a:pt x="345213" y="35251"/>
                  <a:pt x="342519" y="35251"/>
                </a:cubicBezTo>
                <a:cubicBezTo>
                  <a:pt x="339398" y="35251"/>
                  <a:pt x="336552" y="36369"/>
                  <a:pt x="333982" y="38604"/>
                </a:cubicBezTo>
                <a:cubicBezTo>
                  <a:pt x="331411" y="40837"/>
                  <a:pt x="329790" y="43913"/>
                  <a:pt x="329116" y="47829"/>
                </a:cubicBezTo>
                <a:cubicBezTo>
                  <a:pt x="328933" y="48931"/>
                  <a:pt x="328841" y="49941"/>
                  <a:pt x="328841" y="50859"/>
                </a:cubicBezTo>
                <a:cubicBezTo>
                  <a:pt x="328841" y="53858"/>
                  <a:pt x="329713" y="56229"/>
                  <a:pt x="331457" y="57974"/>
                </a:cubicBezTo>
                <a:cubicBezTo>
                  <a:pt x="333202" y="59717"/>
                  <a:pt x="335390" y="60589"/>
                  <a:pt x="338021" y="60589"/>
                </a:cubicBezTo>
                <a:cubicBezTo>
                  <a:pt x="341142" y="60589"/>
                  <a:pt x="343988" y="59457"/>
                  <a:pt x="346558" y="57194"/>
                </a:cubicBezTo>
                <a:cubicBezTo>
                  <a:pt x="349129" y="54929"/>
                  <a:pt x="350782" y="51838"/>
                  <a:pt x="351517" y="47920"/>
                </a:cubicBezTo>
                <a:close/>
                <a:moveTo>
                  <a:pt x="448552" y="21757"/>
                </a:moveTo>
                <a:cubicBezTo>
                  <a:pt x="454060" y="21757"/>
                  <a:pt x="458359" y="23211"/>
                  <a:pt x="461449" y="26118"/>
                </a:cubicBezTo>
                <a:cubicBezTo>
                  <a:pt x="464540" y="29025"/>
                  <a:pt x="466086" y="33080"/>
                  <a:pt x="466086" y="38281"/>
                </a:cubicBezTo>
                <a:cubicBezTo>
                  <a:pt x="466086" y="39873"/>
                  <a:pt x="465903" y="41647"/>
                  <a:pt x="465536" y="43606"/>
                </a:cubicBezTo>
                <a:lnTo>
                  <a:pt x="460211" y="73534"/>
                </a:lnTo>
                <a:lnTo>
                  <a:pt x="444605" y="73534"/>
                </a:lnTo>
                <a:lnTo>
                  <a:pt x="449562" y="45718"/>
                </a:lnTo>
                <a:cubicBezTo>
                  <a:pt x="449684" y="45106"/>
                  <a:pt x="449746" y="44279"/>
                  <a:pt x="449746" y="43239"/>
                </a:cubicBezTo>
                <a:cubicBezTo>
                  <a:pt x="449746" y="40669"/>
                  <a:pt x="449027" y="38710"/>
                  <a:pt x="447588" y="37364"/>
                </a:cubicBezTo>
                <a:cubicBezTo>
                  <a:pt x="446150" y="36017"/>
                  <a:pt x="444146" y="35344"/>
                  <a:pt x="441575" y="35344"/>
                </a:cubicBezTo>
                <a:cubicBezTo>
                  <a:pt x="438515" y="35344"/>
                  <a:pt x="435945" y="36247"/>
                  <a:pt x="433863" y="38053"/>
                </a:cubicBezTo>
                <a:cubicBezTo>
                  <a:pt x="431783" y="39858"/>
                  <a:pt x="430467" y="42413"/>
                  <a:pt x="429916" y="45718"/>
                </a:cubicBezTo>
                <a:lnTo>
                  <a:pt x="424958" y="73534"/>
                </a:lnTo>
                <a:lnTo>
                  <a:pt x="409352" y="73534"/>
                </a:lnTo>
                <a:lnTo>
                  <a:pt x="414309" y="45718"/>
                </a:lnTo>
                <a:cubicBezTo>
                  <a:pt x="414432" y="45106"/>
                  <a:pt x="414493" y="44279"/>
                  <a:pt x="414493" y="43239"/>
                </a:cubicBezTo>
                <a:cubicBezTo>
                  <a:pt x="414493" y="40669"/>
                  <a:pt x="413774" y="38710"/>
                  <a:pt x="412336" y="37364"/>
                </a:cubicBezTo>
                <a:cubicBezTo>
                  <a:pt x="410897" y="36017"/>
                  <a:pt x="408893" y="35344"/>
                  <a:pt x="406323" y="35344"/>
                </a:cubicBezTo>
                <a:cubicBezTo>
                  <a:pt x="403263" y="35344"/>
                  <a:pt x="400692" y="36247"/>
                  <a:pt x="398610" y="38053"/>
                </a:cubicBezTo>
                <a:cubicBezTo>
                  <a:pt x="396530" y="39858"/>
                  <a:pt x="395214" y="42413"/>
                  <a:pt x="394663" y="45718"/>
                </a:cubicBezTo>
                <a:lnTo>
                  <a:pt x="394663" y="45259"/>
                </a:lnTo>
                <a:lnTo>
                  <a:pt x="389707" y="73534"/>
                </a:lnTo>
                <a:lnTo>
                  <a:pt x="374008" y="73534"/>
                </a:lnTo>
                <a:lnTo>
                  <a:pt x="383004" y="22308"/>
                </a:lnTo>
                <a:lnTo>
                  <a:pt x="398703" y="22308"/>
                </a:lnTo>
                <a:lnTo>
                  <a:pt x="397602" y="28826"/>
                </a:lnTo>
                <a:cubicBezTo>
                  <a:pt x="399560" y="26623"/>
                  <a:pt x="401932" y="24894"/>
                  <a:pt x="404717" y="23640"/>
                </a:cubicBezTo>
                <a:cubicBezTo>
                  <a:pt x="407501" y="22385"/>
                  <a:pt x="410515" y="21757"/>
                  <a:pt x="413759" y="21757"/>
                </a:cubicBezTo>
                <a:cubicBezTo>
                  <a:pt x="417675" y="21757"/>
                  <a:pt x="420995" y="22584"/>
                  <a:pt x="423719" y="24237"/>
                </a:cubicBezTo>
                <a:cubicBezTo>
                  <a:pt x="426443" y="25889"/>
                  <a:pt x="428386" y="28275"/>
                  <a:pt x="429549" y="31396"/>
                </a:cubicBezTo>
                <a:cubicBezTo>
                  <a:pt x="431813" y="28520"/>
                  <a:pt x="434629" y="26195"/>
                  <a:pt x="437994" y="24420"/>
                </a:cubicBezTo>
                <a:cubicBezTo>
                  <a:pt x="441361" y="22645"/>
                  <a:pt x="444880" y="21757"/>
                  <a:pt x="448552" y="21757"/>
                </a:cubicBezTo>
                <a:close/>
                <a:moveTo>
                  <a:pt x="494638" y="29560"/>
                </a:moveTo>
                <a:cubicBezTo>
                  <a:pt x="496597" y="27173"/>
                  <a:pt x="499075" y="25245"/>
                  <a:pt x="502074" y="23777"/>
                </a:cubicBezTo>
                <a:cubicBezTo>
                  <a:pt x="505072" y="22308"/>
                  <a:pt x="508347" y="21574"/>
                  <a:pt x="511896" y="21574"/>
                </a:cubicBezTo>
                <a:cubicBezTo>
                  <a:pt x="517405" y="21574"/>
                  <a:pt x="521858" y="23364"/>
                  <a:pt x="525254" y="26945"/>
                </a:cubicBezTo>
                <a:cubicBezTo>
                  <a:pt x="528651" y="30524"/>
                  <a:pt x="530349" y="35405"/>
                  <a:pt x="530349" y="41586"/>
                </a:cubicBezTo>
                <a:cubicBezTo>
                  <a:pt x="530349" y="43545"/>
                  <a:pt x="530166" y="45626"/>
                  <a:pt x="529799" y="47829"/>
                </a:cubicBezTo>
                <a:cubicBezTo>
                  <a:pt x="528881" y="53093"/>
                  <a:pt x="527075" y="57729"/>
                  <a:pt x="524382" y="61738"/>
                </a:cubicBezTo>
                <a:cubicBezTo>
                  <a:pt x="521689" y="65746"/>
                  <a:pt x="518445" y="68837"/>
                  <a:pt x="514650" y="71010"/>
                </a:cubicBezTo>
                <a:cubicBezTo>
                  <a:pt x="510856" y="73182"/>
                  <a:pt x="506847" y="74268"/>
                  <a:pt x="502624" y="74268"/>
                </a:cubicBezTo>
                <a:cubicBezTo>
                  <a:pt x="499014" y="74268"/>
                  <a:pt x="495984" y="73549"/>
                  <a:pt x="493536" y="72111"/>
                </a:cubicBezTo>
                <a:cubicBezTo>
                  <a:pt x="491088" y="70673"/>
                  <a:pt x="489313" y="68760"/>
                  <a:pt x="488211" y="66373"/>
                </a:cubicBezTo>
                <a:lnTo>
                  <a:pt x="486927" y="73534"/>
                </a:lnTo>
                <a:lnTo>
                  <a:pt x="471228" y="73534"/>
                </a:lnTo>
                <a:lnTo>
                  <a:pt x="483254" y="5599"/>
                </a:lnTo>
                <a:lnTo>
                  <a:pt x="498953" y="5599"/>
                </a:lnTo>
                <a:lnTo>
                  <a:pt x="494638" y="29560"/>
                </a:lnTo>
                <a:moveTo>
                  <a:pt x="513916" y="47829"/>
                </a:moveTo>
                <a:cubicBezTo>
                  <a:pt x="514100" y="46789"/>
                  <a:pt x="514192" y="45840"/>
                  <a:pt x="514192" y="44983"/>
                </a:cubicBezTo>
                <a:cubicBezTo>
                  <a:pt x="514192" y="41923"/>
                  <a:pt x="513320" y="39537"/>
                  <a:pt x="511575" y="37823"/>
                </a:cubicBezTo>
                <a:cubicBezTo>
                  <a:pt x="509831" y="36109"/>
                  <a:pt x="507612" y="35251"/>
                  <a:pt x="504920" y="35251"/>
                </a:cubicBezTo>
                <a:cubicBezTo>
                  <a:pt x="501798" y="35251"/>
                  <a:pt x="498952" y="36384"/>
                  <a:pt x="496381" y="38648"/>
                </a:cubicBezTo>
                <a:cubicBezTo>
                  <a:pt x="493811" y="40913"/>
                  <a:pt x="492159" y="44004"/>
                  <a:pt x="491425" y="47920"/>
                </a:cubicBezTo>
                <a:cubicBezTo>
                  <a:pt x="491241" y="49022"/>
                  <a:pt x="491149" y="50032"/>
                  <a:pt x="491149" y="50950"/>
                </a:cubicBezTo>
                <a:cubicBezTo>
                  <a:pt x="491149" y="53949"/>
                  <a:pt x="492006" y="56305"/>
                  <a:pt x="493719" y="58019"/>
                </a:cubicBezTo>
                <a:cubicBezTo>
                  <a:pt x="495433" y="59732"/>
                  <a:pt x="497636" y="60589"/>
                  <a:pt x="500330" y="60589"/>
                </a:cubicBezTo>
                <a:cubicBezTo>
                  <a:pt x="503451" y="60589"/>
                  <a:pt x="506312" y="59442"/>
                  <a:pt x="508912" y="57147"/>
                </a:cubicBezTo>
                <a:cubicBezTo>
                  <a:pt x="511514" y="54852"/>
                  <a:pt x="513182" y="51746"/>
                  <a:pt x="513916" y="47829"/>
                </a:cubicBezTo>
                <a:close/>
                <a:moveTo>
                  <a:pt x="535031" y="47829"/>
                </a:moveTo>
                <a:cubicBezTo>
                  <a:pt x="535949" y="42566"/>
                  <a:pt x="537755" y="37945"/>
                  <a:pt x="540447" y="33967"/>
                </a:cubicBezTo>
                <a:cubicBezTo>
                  <a:pt x="543141" y="29989"/>
                  <a:pt x="546385" y="26929"/>
                  <a:pt x="550179" y="24787"/>
                </a:cubicBezTo>
                <a:cubicBezTo>
                  <a:pt x="553973" y="22645"/>
                  <a:pt x="557982" y="21574"/>
                  <a:pt x="562205" y="21574"/>
                </a:cubicBezTo>
                <a:cubicBezTo>
                  <a:pt x="565571" y="21574"/>
                  <a:pt x="568524" y="22278"/>
                  <a:pt x="571064" y="23685"/>
                </a:cubicBezTo>
                <a:cubicBezTo>
                  <a:pt x="573604" y="25092"/>
                  <a:pt x="575455" y="26989"/>
                  <a:pt x="576618" y="29376"/>
                </a:cubicBezTo>
                <a:lnTo>
                  <a:pt x="580841" y="5599"/>
                </a:lnTo>
                <a:lnTo>
                  <a:pt x="596540" y="5599"/>
                </a:lnTo>
                <a:lnTo>
                  <a:pt x="584513" y="73534"/>
                </a:lnTo>
                <a:lnTo>
                  <a:pt x="568815" y="73534"/>
                </a:lnTo>
                <a:lnTo>
                  <a:pt x="570100" y="66190"/>
                </a:lnTo>
                <a:cubicBezTo>
                  <a:pt x="568142" y="68638"/>
                  <a:pt x="565693" y="70597"/>
                  <a:pt x="562755" y="72066"/>
                </a:cubicBezTo>
                <a:cubicBezTo>
                  <a:pt x="559818" y="73534"/>
                  <a:pt x="556544" y="74268"/>
                  <a:pt x="552933" y="74268"/>
                </a:cubicBezTo>
                <a:cubicBezTo>
                  <a:pt x="549322" y="74268"/>
                  <a:pt x="546124" y="73442"/>
                  <a:pt x="543339" y="71790"/>
                </a:cubicBezTo>
                <a:cubicBezTo>
                  <a:pt x="540555" y="70137"/>
                  <a:pt x="538382" y="67781"/>
                  <a:pt x="536821" y="64722"/>
                </a:cubicBezTo>
                <a:cubicBezTo>
                  <a:pt x="535260" y="61661"/>
                  <a:pt x="534480" y="58081"/>
                  <a:pt x="534480" y="53980"/>
                </a:cubicBezTo>
                <a:cubicBezTo>
                  <a:pt x="534480" y="52083"/>
                  <a:pt x="534664" y="50032"/>
                  <a:pt x="535031" y="47829"/>
                </a:cubicBezTo>
                <a:moveTo>
                  <a:pt x="573406" y="47920"/>
                </a:moveTo>
                <a:cubicBezTo>
                  <a:pt x="573589" y="46819"/>
                  <a:pt x="573680" y="45810"/>
                  <a:pt x="573680" y="44892"/>
                </a:cubicBezTo>
                <a:cubicBezTo>
                  <a:pt x="573680" y="41893"/>
                  <a:pt x="572808" y="39537"/>
                  <a:pt x="571064" y="37823"/>
                </a:cubicBezTo>
                <a:cubicBezTo>
                  <a:pt x="569320" y="36109"/>
                  <a:pt x="567102" y="35251"/>
                  <a:pt x="564408" y="35251"/>
                </a:cubicBezTo>
                <a:cubicBezTo>
                  <a:pt x="561287" y="35251"/>
                  <a:pt x="558441" y="36369"/>
                  <a:pt x="555870" y="38604"/>
                </a:cubicBezTo>
                <a:cubicBezTo>
                  <a:pt x="553300" y="40837"/>
                  <a:pt x="551679" y="43913"/>
                  <a:pt x="551005" y="47829"/>
                </a:cubicBezTo>
                <a:cubicBezTo>
                  <a:pt x="550821" y="48931"/>
                  <a:pt x="550729" y="49941"/>
                  <a:pt x="550729" y="50859"/>
                </a:cubicBezTo>
                <a:cubicBezTo>
                  <a:pt x="550729" y="53858"/>
                  <a:pt x="551602" y="56229"/>
                  <a:pt x="553346" y="57974"/>
                </a:cubicBezTo>
                <a:cubicBezTo>
                  <a:pt x="555091" y="59717"/>
                  <a:pt x="557279" y="60589"/>
                  <a:pt x="559910" y="60589"/>
                </a:cubicBezTo>
                <a:cubicBezTo>
                  <a:pt x="563031" y="60589"/>
                  <a:pt x="565877" y="59457"/>
                  <a:pt x="568447" y="57194"/>
                </a:cubicBezTo>
                <a:cubicBezTo>
                  <a:pt x="571018" y="54929"/>
                  <a:pt x="572671" y="51838"/>
                  <a:pt x="573406" y="47920"/>
                </a:cubicBezTo>
                <a:close/>
                <a:moveTo>
                  <a:pt x="613798" y="16983"/>
                </a:moveTo>
                <a:cubicBezTo>
                  <a:pt x="611350" y="16983"/>
                  <a:pt x="609407" y="16326"/>
                  <a:pt x="607969" y="15010"/>
                </a:cubicBezTo>
                <a:cubicBezTo>
                  <a:pt x="606531" y="13694"/>
                  <a:pt x="605812" y="12026"/>
                  <a:pt x="605812" y="10006"/>
                </a:cubicBezTo>
                <a:cubicBezTo>
                  <a:pt x="605812" y="7252"/>
                  <a:pt x="606883" y="4896"/>
                  <a:pt x="609024" y="2938"/>
                </a:cubicBezTo>
                <a:cubicBezTo>
                  <a:pt x="611166" y="979"/>
                  <a:pt x="613768" y="0"/>
                  <a:pt x="616828" y="0"/>
                </a:cubicBezTo>
                <a:cubicBezTo>
                  <a:pt x="619277" y="0"/>
                  <a:pt x="621205" y="658"/>
                  <a:pt x="622612" y="1974"/>
                </a:cubicBezTo>
                <a:cubicBezTo>
                  <a:pt x="624019" y="3290"/>
                  <a:pt x="624723" y="4988"/>
                  <a:pt x="624723" y="7068"/>
                </a:cubicBezTo>
                <a:cubicBezTo>
                  <a:pt x="624723" y="9762"/>
                  <a:pt x="623652" y="12088"/>
                  <a:pt x="621510" y="14046"/>
                </a:cubicBezTo>
                <a:cubicBezTo>
                  <a:pt x="619368" y="16004"/>
                  <a:pt x="616798" y="16983"/>
                  <a:pt x="613798" y="16983"/>
                </a:cubicBezTo>
                <a:moveTo>
                  <a:pt x="620592" y="22308"/>
                </a:moveTo>
                <a:lnTo>
                  <a:pt x="611596" y="73534"/>
                </a:lnTo>
                <a:lnTo>
                  <a:pt x="595897" y="73534"/>
                </a:lnTo>
                <a:lnTo>
                  <a:pt x="604893" y="22308"/>
                </a:lnTo>
                <a:lnTo>
                  <a:pt x="620592" y="22308"/>
                </a:lnTo>
                <a:close/>
                <a:moveTo>
                  <a:pt x="658782" y="14963"/>
                </a:moveTo>
                <a:cubicBezTo>
                  <a:pt x="655784" y="14779"/>
                  <a:pt x="653596" y="15208"/>
                  <a:pt x="652218" y="16249"/>
                </a:cubicBezTo>
                <a:cubicBezTo>
                  <a:pt x="650842" y="17290"/>
                  <a:pt x="649908" y="19156"/>
                  <a:pt x="649418" y="21848"/>
                </a:cubicBezTo>
                <a:lnTo>
                  <a:pt x="649327" y="22308"/>
                </a:lnTo>
                <a:lnTo>
                  <a:pt x="657772" y="22308"/>
                </a:lnTo>
                <a:lnTo>
                  <a:pt x="655478" y="35344"/>
                </a:lnTo>
                <a:lnTo>
                  <a:pt x="647031" y="35344"/>
                </a:lnTo>
                <a:lnTo>
                  <a:pt x="640330" y="73534"/>
                </a:lnTo>
                <a:lnTo>
                  <a:pt x="624540" y="73534"/>
                </a:lnTo>
                <a:lnTo>
                  <a:pt x="631241" y="35344"/>
                </a:lnTo>
                <a:lnTo>
                  <a:pt x="625550" y="35344"/>
                </a:lnTo>
                <a:lnTo>
                  <a:pt x="627844" y="22308"/>
                </a:lnTo>
                <a:lnTo>
                  <a:pt x="633537" y="22308"/>
                </a:lnTo>
                <a:lnTo>
                  <a:pt x="633812" y="20838"/>
                </a:lnTo>
                <a:cubicBezTo>
                  <a:pt x="634974" y="14535"/>
                  <a:pt x="637652" y="9746"/>
                  <a:pt x="641844" y="6472"/>
                </a:cubicBezTo>
                <a:cubicBezTo>
                  <a:pt x="646037" y="3198"/>
                  <a:pt x="651622" y="1561"/>
                  <a:pt x="658599" y="1561"/>
                </a:cubicBezTo>
                <a:cubicBezTo>
                  <a:pt x="659701" y="1561"/>
                  <a:pt x="660527" y="1591"/>
                  <a:pt x="661077" y="1652"/>
                </a:cubicBezTo>
                <a:lnTo>
                  <a:pt x="658782" y="149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Text yonan...">
            <a:extLst xmlns:a="http://schemas.openxmlformats.org/drawingml/2006/main">
              <a:ext uri="{FF2B5EF4-FFF2-40B4-BE49-F238E27FC236}">
                <a16:creationId xmlns:a16="http://schemas.microsoft.com/office/drawing/2014/main" id="{627BE279-B1C6-4250-A837-7F1DB49E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631" y="839001"/>
            <a:ext cx="436983" cy="76288"/>
          </a:xfrm>
          <a:custGeom xmlns:a="http://schemas.openxmlformats.org/drawingml/2006/main">
            <a:pathLst>
              <a:path w="436983" h="76288">
                <a:moveTo>
                  <a:pt x="21665" y="734"/>
                </a:moveTo>
                <a:lnTo>
                  <a:pt x="27907" y="32773"/>
                </a:lnTo>
                <a:lnTo>
                  <a:pt x="45350" y="734"/>
                </a:lnTo>
                <a:lnTo>
                  <a:pt x="62333" y="734"/>
                </a:lnTo>
                <a:lnTo>
                  <a:pt x="16891" y="76288"/>
                </a:lnTo>
                <a:lnTo>
                  <a:pt x="0" y="76288"/>
                </a:lnTo>
                <a:lnTo>
                  <a:pt x="16340" y="50216"/>
                </a:lnTo>
                <a:lnTo>
                  <a:pt x="4222" y="734"/>
                </a:lnTo>
                <a:lnTo>
                  <a:pt x="21665" y="734"/>
                </a:lnTo>
                <a:close/>
                <a:moveTo>
                  <a:pt x="103554" y="52694"/>
                </a:moveTo>
                <a:cubicBezTo>
                  <a:pt x="99147" y="52694"/>
                  <a:pt x="95230" y="51807"/>
                  <a:pt x="91803" y="50033"/>
                </a:cubicBezTo>
                <a:cubicBezTo>
                  <a:pt x="88375" y="48257"/>
                  <a:pt x="85728" y="45748"/>
                  <a:pt x="83861" y="42505"/>
                </a:cubicBezTo>
                <a:cubicBezTo>
                  <a:pt x="81995" y="39261"/>
                  <a:pt x="81061" y="35497"/>
                  <a:pt x="81061" y="31213"/>
                </a:cubicBezTo>
                <a:cubicBezTo>
                  <a:pt x="81061" y="25399"/>
                  <a:pt x="82438" y="20104"/>
                  <a:pt x="85192" y="15330"/>
                </a:cubicBezTo>
                <a:cubicBezTo>
                  <a:pt x="87946" y="10557"/>
                  <a:pt x="91741" y="6808"/>
                  <a:pt x="96575" y="4085"/>
                </a:cubicBezTo>
                <a:cubicBezTo>
                  <a:pt x="101411" y="1362"/>
                  <a:pt x="106797" y="0"/>
                  <a:pt x="112734" y="0"/>
                </a:cubicBezTo>
                <a:cubicBezTo>
                  <a:pt x="117141" y="0"/>
                  <a:pt x="121073" y="903"/>
                  <a:pt x="124530" y="2708"/>
                </a:cubicBezTo>
                <a:cubicBezTo>
                  <a:pt x="127988" y="4513"/>
                  <a:pt x="130666" y="7038"/>
                  <a:pt x="132563" y="10282"/>
                </a:cubicBezTo>
                <a:cubicBezTo>
                  <a:pt x="134461" y="13525"/>
                  <a:pt x="135410" y="17289"/>
                  <a:pt x="135410" y="21574"/>
                </a:cubicBezTo>
                <a:cubicBezTo>
                  <a:pt x="135410" y="27449"/>
                  <a:pt x="134017" y="32758"/>
                  <a:pt x="131233" y="37501"/>
                </a:cubicBezTo>
                <a:cubicBezTo>
                  <a:pt x="128448" y="42244"/>
                  <a:pt x="124623" y="45962"/>
                  <a:pt x="119757" y="48656"/>
                </a:cubicBezTo>
                <a:cubicBezTo>
                  <a:pt x="114892" y="51348"/>
                  <a:pt x="109491" y="52694"/>
                  <a:pt x="103554" y="52694"/>
                </a:cubicBezTo>
                <a:moveTo>
                  <a:pt x="105756" y="39199"/>
                </a:moveTo>
                <a:cubicBezTo>
                  <a:pt x="108327" y="39199"/>
                  <a:pt x="110637" y="38419"/>
                  <a:pt x="112687" y="36858"/>
                </a:cubicBezTo>
                <a:cubicBezTo>
                  <a:pt x="114738" y="35298"/>
                  <a:pt x="116329" y="33278"/>
                  <a:pt x="117461" y="30800"/>
                </a:cubicBezTo>
                <a:cubicBezTo>
                  <a:pt x="118594" y="28321"/>
                  <a:pt x="119160" y="25735"/>
                  <a:pt x="119160" y="23042"/>
                </a:cubicBezTo>
                <a:cubicBezTo>
                  <a:pt x="119160" y="19982"/>
                  <a:pt x="118334" y="17625"/>
                  <a:pt x="116681" y="15973"/>
                </a:cubicBezTo>
                <a:cubicBezTo>
                  <a:pt x="115029" y="14320"/>
                  <a:pt x="112948" y="13494"/>
                  <a:pt x="110439" y="13494"/>
                </a:cubicBezTo>
                <a:cubicBezTo>
                  <a:pt x="107807" y="13494"/>
                  <a:pt x="105497" y="14275"/>
                  <a:pt x="103508" y="15836"/>
                </a:cubicBezTo>
                <a:cubicBezTo>
                  <a:pt x="101519" y="17397"/>
                  <a:pt x="99973" y="19432"/>
                  <a:pt x="98871" y="21941"/>
                </a:cubicBezTo>
                <a:cubicBezTo>
                  <a:pt x="97770" y="24450"/>
                  <a:pt x="97220" y="27082"/>
                  <a:pt x="97220" y="29836"/>
                </a:cubicBezTo>
                <a:cubicBezTo>
                  <a:pt x="97220" y="32835"/>
                  <a:pt x="98015" y="35145"/>
                  <a:pt x="99605" y="36767"/>
                </a:cubicBezTo>
                <a:cubicBezTo>
                  <a:pt x="101196" y="38388"/>
                  <a:pt x="103247" y="39199"/>
                  <a:pt x="105756" y="39199"/>
                </a:cubicBezTo>
                <a:close/>
                <a:moveTo>
                  <a:pt x="178924" y="184"/>
                </a:moveTo>
                <a:cubicBezTo>
                  <a:pt x="184065" y="184"/>
                  <a:pt x="188104" y="1622"/>
                  <a:pt x="191042" y="4498"/>
                </a:cubicBezTo>
                <a:cubicBezTo>
                  <a:pt x="193980" y="7374"/>
                  <a:pt x="195449" y="11383"/>
                  <a:pt x="195449" y="16524"/>
                </a:cubicBezTo>
                <a:cubicBezTo>
                  <a:pt x="195449" y="18238"/>
                  <a:pt x="195265" y="20074"/>
                  <a:pt x="194897" y="22032"/>
                </a:cubicBezTo>
                <a:lnTo>
                  <a:pt x="189573" y="51960"/>
                </a:lnTo>
                <a:lnTo>
                  <a:pt x="173967" y="51960"/>
                </a:lnTo>
                <a:lnTo>
                  <a:pt x="178924" y="24144"/>
                </a:lnTo>
                <a:cubicBezTo>
                  <a:pt x="179108" y="23103"/>
                  <a:pt x="179200" y="22185"/>
                  <a:pt x="179200" y="21390"/>
                </a:cubicBezTo>
                <a:cubicBezTo>
                  <a:pt x="179200" y="18819"/>
                  <a:pt x="178481" y="16830"/>
                  <a:pt x="177043" y="15423"/>
                </a:cubicBezTo>
                <a:cubicBezTo>
                  <a:pt x="175605" y="14015"/>
                  <a:pt x="173600" y="13310"/>
                  <a:pt x="171029" y="13310"/>
                </a:cubicBezTo>
                <a:cubicBezTo>
                  <a:pt x="167969" y="13310"/>
                  <a:pt x="165398" y="14259"/>
                  <a:pt x="163318" y="16157"/>
                </a:cubicBezTo>
                <a:cubicBezTo>
                  <a:pt x="161237" y="18055"/>
                  <a:pt x="159890" y="20717"/>
                  <a:pt x="159278" y="24144"/>
                </a:cubicBezTo>
                <a:lnTo>
                  <a:pt x="159278" y="23685"/>
                </a:lnTo>
                <a:lnTo>
                  <a:pt x="154322" y="51960"/>
                </a:lnTo>
                <a:lnTo>
                  <a:pt x="138623" y="51960"/>
                </a:lnTo>
                <a:lnTo>
                  <a:pt x="147619" y="734"/>
                </a:lnTo>
                <a:lnTo>
                  <a:pt x="163318" y="734"/>
                </a:lnTo>
                <a:lnTo>
                  <a:pt x="162124" y="7619"/>
                </a:lnTo>
                <a:cubicBezTo>
                  <a:pt x="164144" y="5354"/>
                  <a:pt x="166608" y="3549"/>
                  <a:pt x="169515" y="2203"/>
                </a:cubicBezTo>
                <a:cubicBezTo>
                  <a:pt x="172422" y="857"/>
                  <a:pt x="175558" y="184"/>
                  <a:pt x="178924" y="184"/>
                </a:cubicBezTo>
                <a:close/>
                <a:moveTo>
                  <a:pt x="223173" y="26255"/>
                </a:moveTo>
                <a:cubicBezTo>
                  <a:pt x="224092" y="20992"/>
                  <a:pt x="225897" y="16371"/>
                  <a:pt x="228590" y="12393"/>
                </a:cubicBezTo>
                <a:cubicBezTo>
                  <a:pt x="231283" y="8415"/>
                  <a:pt x="234527" y="5355"/>
                  <a:pt x="238321" y="3213"/>
                </a:cubicBezTo>
                <a:cubicBezTo>
                  <a:pt x="242116" y="1071"/>
                  <a:pt x="246124" y="0"/>
                  <a:pt x="250347" y="0"/>
                </a:cubicBezTo>
                <a:cubicBezTo>
                  <a:pt x="253958" y="0"/>
                  <a:pt x="256988" y="734"/>
                  <a:pt x="259436" y="2203"/>
                </a:cubicBezTo>
                <a:cubicBezTo>
                  <a:pt x="261884" y="3672"/>
                  <a:pt x="263659" y="5599"/>
                  <a:pt x="264760" y="7986"/>
                </a:cubicBezTo>
                <a:lnTo>
                  <a:pt x="266046" y="734"/>
                </a:lnTo>
                <a:lnTo>
                  <a:pt x="281744" y="734"/>
                </a:lnTo>
                <a:lnTo>
                  <a:pt x="272655" y="51960"/>
                </a:lnTo>
                <a:lnTo>
                  <a:pt x="256958" y="51960"/>
                </a:lnTo>
                <a:lnTo>
                  <a:pt x="258335" y="44708"/>
                </a:lnTo>
                <a:cubicBezTo>
                  <a:pt x="256376" y="47095"/>
                  <a:pt x="253897" y="49023"/>
                  <a:pt x="250898" y="50492"/>
                </a:cubicBezTo>
                <a:cubicBezTo>
                  <a:pt x="247899" y="51960"/>
                  <a:pt x="244594" y="52694"/>
                  <a:pt x="240983" y="52694"/>
                </a:cubicBezTo>
                <a:cubicBezTo>
                  <a:pt x="237372" y="52694"/>
                  <a:pt x="234175" y="51868"/>
                  <a:pt x="231390" y="50216"/>
                </a:cubicBezTo>
                <a:cubicBezTo>
                  <a:pt x="228605" y="48563"/>
                  <a:pt x="226448" y="46222"/>
                  <a:pt x="224917" y="43193"/>
                </a:cubicBezTo>
                <a:cubicBezTo>
                  <a:pt x="223387" y="40163"/>
                  <a:pt x="222622" y="36598"/>
                  <a:pt x="222622" y="32497"/>
                </a:cubicBezTo>
                <a:cubicBezTo>
                  <a:pt x="222622" y="30539"/>
                  <a:pt x="222806" y="28458"/>
                  <a:pt x="223173" y="26255"/>
                </a:cubicBezTo>
                <a:moveTo>
                  <a:pt x="261548" y="26346"/>
                </a:moveTo>
                <a:cubicBezTo>
                  <a:pt x="261731" y="25245"/>
                  <a:pt x="261823" y="24236"/>
                  <a:pt x="261823" y="23318"/>
                </a:cubicBezTo>
                <a:cubicBezTo>
                  <a:pt x="261823" y="20319"/>
                  <a:pt x="260950" y="17963"/>
                  <a:pt x="259206" y="16249"/>
                </a:cubicBezTo>
                <a:cubicBezTo>
                  <a:pt x="257462" y="14535"/>
                  <a:pt x="255244" y="13678"/>
                  <a:pt x="252551" y="13678"/>
                </a:cubicBezTo>
                <a:cubicBezTo>
                  <a:pt x="249430" y="13678"/>
                  <a:pt x="246584" y="14795"/>
                  <a:pt x="244013" y="17030"/>
                </a:cubicBezTo>
                <a:cubicBezTo>
                  <a:pt x="241443" y="19263"/>
                  <a:pt x="239821" y="22339"/>
                  <a:pt x="239148" y="26255"/>
                </a:cubicBezTo>
                <a:cubicBezTo>
                  <a:pt x="238964" y="27357"/>
                  <a:pt x="238872" y="28367"/>
                  <a:pt x="238872" y="29285"/>
                </a:cubicBezTo>
                <a:cubicBezTo>
                  <a:pt x="238872" y="32284"/>
                  <a:pt x="239744" y="34656"/>
                  <a:pt x="241488" y="36400"/>
                </a:cubicBezTo>
                <a:cubicBezTo>
                  <a:pt x="243233" y="38144"/>
                  <a:pt x="245421" y="39015"/>
                  <a:pt x="248053" y="39015"/>
                </a:cubicBezTo>
                <a:cubicBezTo>
                  <a:pt x="251174" y="39015"/>
                  <a:pt x="254019" y="37884"/>
                  <a:pt x="256589" y="35620"/>
                </a:cubicBezTo>
                <a:cubicBezTo>
                  <a:pt x="259160" y="33355"/>
                  <a:pt x="260813" y="30264"/>
                  <a:pt x="261548" y="26346"/>
                </a:cubicBezTo>
                <a:close/>
                <a:moveTo>
                  <a:pt x="324341" y="184"/>
                </a:moveTo>
                <a:cubicBezTo>
                  <a:pt x="329482" y="184"/>
                  <a:pt x="333521" y="1622"/>
                  <a:pt x="336459" y="4498"/>
                </a:cubicBezTo>
                <a:cubicBezTo>
                  <a:pt x="339397" y="7374"/>
                  <a:pt x="340866" y="11383"/>
                  <a:pt x="340866" y="16524"/>
                </a:cubicBezTo>
                <a:cubicBezTo>
                  <a:pt x="340866" y="18238"/>
                  <a:pt x="340682" y="20074"/>
                  <a:pt x="340314" y="22032"/>
                </a:cubicBezTo>
                <a:lnTo>
                  <a:pt x="334990" y="51960"/>
                </a:lnTo>
                <a:lnTo>
                  <a:pt x="319383" y="51960"/>
                </a:lnTo>
                <a:lnTo>
                  <a:pt x="324341" y="24144"/>
                </a:lnTo>
                <a:cubicBezTo>
                  <a:pt x="324525" y="23103"/>
                  <a:pt x="324617" y="22185"/>
                  <a:pt x="324617" y="21390"/>
                </a:cubicBezTo>
                <a:cubicBezTo>
                  <a:pt x="324617" y="18819"/>
                  <a:pt x="323898" y="16830"/>
                  <a:pt x="322459" y="15423"/>
                </a:cubicBezTo>
                <a:cubicBezTo>
                  <a:pt x="321021" y="14015"/>
                  <a:pt x="319017" y="13310"/>
                  <a:pt x="316446" y="13310"/>
                </a:cubicBezTo>
                <a:cubicBezTo>
                  <a:pt x="313385" y="13310"/>
                  <a:pt x="310815" y="14259"/>
                  <a:pt x="308734" y="16157"/>
                </a:cubicBezTo>
                <a:cubicBezTo>
                  <a:pt x="306654" y="18055"/>
                  <a:pt x="305307" y="20717"/>
                  <a:pt x="304694" y="24144"/>
                </a:cubicBezTo>
                <a:lnTo>
                  <a:pt x="304694" y="23685"/>
                </a:lnTo>
                <a:lnTo>
                  <a:pt x="299738" y="51960"/>
                </a:lnTo>
                <a:lnTo>
                  <a:pt x="284039" y="51960"/>
                </a:lnTo>
                <a:lnTo>
                  <a:pt x="293035" y="734"/>
                </a:lnTo>
                <a:lnTo>
                  <a:pt x="308734" y="734"/>
                </a:lnTo>
                <a:lnTo>
                  <a:pt x="307541" y="7619"/>
                </a:lnTo>
                <a:cubicBezTo>
                  <a:pt x="309561" y="5354"/>
                  <a:pt x="312024" y="3549"/>
                  <a:pt x="314931" y="2203"/>
                </a:cubicBezTo>
                <a:cubicBezTo>
                  <a:pt x="317839" y="857"/>
                  <a:pt x="320975" y="184"/>
                  <a:pt x="324341" y="184"/>
                </a:cubicBezTo>
                <a:close/>
                <a:moveTo>
                  <a:pt x="374373" y="52694"/>
                </a:moveTo>
                <a:cubicBezTo>
                  <a:pt x="371926" y="52694"/>
                  <a:pt x="369983" y="52036"/>
                  <a:pt x="368545" y="50721"/>
                </a:cubicBezTo>
                <a:cubicBezTo>
                  <a:pt x="367106" y="49405"/>
                  <a:pt x="366387" y="47737"/>
                  <a:pt x="366387" y="45718"/>
                </a:cubicBezTo>
                <a:cubicBezTo>
                  <a:pt x="366387" y="42903"/>
                  <a:pt x="367443" y="40516"/>
                  <a:pt x="369555" y="38557"/>
                </a:cubicBezTo>
                <a:cubicBezTo>
                  <a:pt x="371666" y="36599"/>
                  <a:pt x="374282" y="35620"/>
                  <a:pt x="377403" y="35620"/>
                </a:cubicBezTo>
                <a:cubicBezTo>
                  <a:pt x="379790" y="35620"/>
                  <a:pt x="381687" y="36278"/>
                  <a:pt x="383095" y="37594"/>
                </a:cubicBezTo>
                <a:cubicBezTo>
                  <a:pt x="384502" y="38909"/>
                  <a:pt x="385206" y="40608"/>
                  <a:pt x="385206" y="42688"/>
                </a:cubicBezTo>
                <a:cubicBezTo>
                  <a:pt x="385206" y="45442"/>
                  <a:pt x="384150" y="47798"/>
                  <a:pt x="382039" y="49757"/>
                </a:cubicBezTo>
                <a:cubicBezTo>
                  <a:pt x="379928" y="51715"/>
                  <a:pt x="377373" y="52694"/>
                  <a:pt x="374373" y="52694"/>
                </a:cubicBezTo>
                <a:close/>
                <a:moveTo>
                  <a:pt x="400262" y="52694"/>
                </a:moveTo>
                <a:cubicBezTo>
                  <a:pt x="397814" y="52694"/>
                  <a:pt x="395871" y="52036"/>
                  <a:pt x="394433" y="50721"/>
                </a:cubicBezTo>
                <a:cubicBezTo>
                  <a:pt x="392995" y="49405"/>
                  <a:pt x="392276" y="47737"/>
                  <a:pt x="392276" y="45718"/>
                </a:cubicBezTo>
                <a:cubicBezTo>
                  <a:pt x="392276" y="42903"/>
                  <a:pt x="393332" y="40516"/>
                  <a:pt x="395443" y="38557"/>
                </a:cubicBezTo>
                <a:cubicBezTo>
                  <a:pt x="397555" y="36599"/>
                  <a:pt x="400171" y="35620"/>
                  <a:pt x="403292" y="35620"/>
                </a:cubicBezTo>
                <a:cubicBezTo>
                  <a:pt x="405679" y="35620"/>
                  <a:pt x="407576" y="36278"/>
                  <a:pt x="408983" y="37594"/>
                </a:cubicBezTo>
                <a:cubicBezTo>
                  <a:pt x="410391" y="38909"/>
                  <a:pt x="411094" y="40608"/>
                  <a:pt x="411094" y="42688"/>
                </a:cubicBezTo>
                <a:cubicBezTo>
                  <a:pt x="411094" y="45442"/>
                  <a:pt x="410039" y="47798"/>
                  <a:pt x="407927" y="49757"/>
                </a:cubicBezTo>
                <a:cubicBezTo>
                  <a:pt x="405817" y="51715"/>
                  <a:pt x="403262" y="52694"/>
                  <a:pt x="400262" y="52694"/>
                </a:cubicBezTo>
                <a:close/>
                <a:moveTo>
                  <a:pt x="426151" y="52694"/>
                </a:moveTo>
                <a:cubicBezTo>
                  <a:pt x="423703" y="52694"/>
                  <a:pt x="421760" y="52036"/>
                  <a:pt x="420322" y="50721"/>
                </a:cubicBezTo>
                <a:cubicBezTo>
                  <a:pt x="418884" y="49405"/>
                  <a:pt x="418165" y="47737"/>
                  <a:pt x="418165" y="45718"/>
                </a:cubicBezTo>
                <a:cubicBezTo>
                  <a:pt x="418165" y="42903"/>
                  <a:pt x="419221" y="40516"/>
                  <a:pt x="421332" y="38557"/>
                </a:cubicBezTo>
                <a:cubicBezTo>
                  <a:pt x="423444" y="36599"/>
                  <a:pt x="426060" y="35620"/>
                  <a:pt x="429181" y="35620"/>
                </a:cubicBezTo>
                <a:cubicBezTo>
                  <a:pt x="431568" y="35620"/>
                  <a:pt x="433465" y="36278"/>
                  <a:pt x="434872" y="37594"/>
                </a:cubicBezTo>
                <a:cubicBezTo>
                  <a:pt x="436280" y="38909"/>
                  <a:pt x="436983" y="40608"/>
                  <a:pt x="436983" y="42688"/>
                </a:cubicBezTo>
                <a:cubicBezTo>
                  <a:pt x="436983" y="45442"/>
                  <a:pt x="435928" y="47798"/>
                  <a:pt x="433816" y="49757"/>
                </a:cubicBezTo>
                <a:cubicBezTo>
                  <a:pt x="431706" y="51715"/>
                  <a:pt x="429150" y="52694"/>
                  <a:pt x="426151" y="526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ae01abc3c44747"/>
          <a:stretch xmlns:a="http://schemas.openxmlformats.org/drawingml/2006/main"/>
        </p:blipFill>
        <p:spPr>
          <a:xfrm xmlns:a="http://schemas.openxmlformats.org/drawingml/2006/main">
            <a:off x="5448567" y="236831"/>
            <a:ext cx="1625699" cy="1001751"/>
          </a:xfrm>
          <a:prstGeom xmlns:a="http://schemas.openxmlformats.org/drawingml/2006/main" prst="rect">
            <a:avLst/>
          </a:prstGeom>
        </p:spPr>
      </p:pic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DE1B08-299C-4530-B2E7-175A88F0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96" y="314290"/>
            <a:ext cx="1403640" cy="777980"/>
          </a:xfrm>
          <a:custGeom xmlns:a="http://schemas.openxmlformats.org/drawingml/2006/main">
            <a:pathLst>
              <a:path w="1403640" h="777980">
                <a:moveTo>
                  <a:pt x="0" y="65327"/>
                </a:moveTo>
                <a:lnTo>
                  <a:pt x="0" y="65327"/>
                </a:lnTo>
                <a:cubicBezTo>
                  <a:pt x="0" y="29248"/>
                  <a:pt x="29248" y="0"/>
                  <a:pt x="65327" y="0"/>
                </a:cubicBezTo>
                <a:lnTo>
                  <a:pt x="1338313" y="0"/>
                </a:lnTo>
                <a:cubicBezTo>
                  <a:pt x="1355639" y="0"/>
                  <a:pt x="1372255" y="6883"/>
                  <a:pt x="1384506" y="19134"/>
                </a:cubicBezTo>
                <a:cubicBezTo>
                  <a:pt x="1396757" y="31385"/>
                  <a:pt x="1403640" y="48001"/>
                  <a:pt x="1403640" y="65327"/>
                </a:cubicBezTo>
                <a:lnTo>
                  <a:pt x="1403640" y="712653"/>
                </a:lnTo>
                <a:cubicBezTo>
                  <a:pt x="1403640" y="748732"/>
                  <a:pt x="1374392" y="777980"/>
                  <a:pt x="1338313" y="777980"/>
                </a:cubicBezTo>
                <a:lnTo>
                  <a:pt x="65327" y="777980"/>
                </a:lnTo>
                <a:cubicBezTo>
                  <a:pt x="29248" y="777980"/>
                  <a:pt x="0" y="748732"/>
                  <a:pt x="0" y="712653"/>
                </a:cubicBezTo>
                <a:lnTo>
                  <a:pt x="0" y="65327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9E5A3D-C162-4935-946D-0B5342B0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96" y="314290"/>
            <a:ext cx="1403640" cy="777980"/>
          </a:xfrm>
          <a:custGeom xmlns:a="http://schemas.openxmlformats.org/drawingml/2006/main">
            <a:pathLst>
              <a:path w="1403640" h="777980" fill="none">
                <a:moveTo>
                  <a:pt x="0" y="65327"/>
                </a:moveTo>
                <a:lnTo>
                  <a:pt x="0" y="65327"/>
                </a:lnTo>
                <a:cubicBezTo>
                  <a:pt x="0" y="29248"/>
                  <a:pt x="29248" y="0"/>
                  <a:pt x="65327" y="0"/>
                </a:cubicBezTo>
                <a:lnTo>
                  <a:pt x="1338313" y="0"/>
                </a:lnTo>
                <a:cubicBezTo>
                  <a:pt x="1355639" y="0"/>
                  <a:pt x="1372255" y="6883"/>
                  <a:pt x="1384506" y="19134"/>
                </a:cubicBezTo>
                <a:cubicBezTo>
                  <a:pt x="1396757" y="31385"/>
                  <a:pt x="1403640" y="48001"/>
                  <a:pt x="1403640" y="65327"/>
                </a:cubicBezTo>
                <a:lnTo>
                  <a:pt x="1403640" y="712653"/>
                </a:lnTo>
                <a:cubicBezTo>
                  <a:pt x="1403640" y="748732"/>
                  <a:pt x="1374392" y="777980"/>
                  <a:pt x="1338313" y="777980"/>
                </a:cubicBezTo>
                <a:lnTo>
                  <a:pt x="65327" y="777980"/>
                </a:lnTo>
                <a:cubicBezTo>
                  <a:pt x="29248" y="777980"/>
                  <a:pt x="0" y="748732"/>
                  <a:pt x="0" y="712653"/>
                </a:cubicBezTo>
                <a:lnTo>
                  <a:pt x="0" y="6532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213" cap="flat">
            <a:solidFill>
              <a:srgbClr val="CC0000"/>
            </a:solidFill>
            <a:round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D1CA58-B657-43A4-A441-E4F7532B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110" y="207533"/>
            <a:ext cx="1049610" cy="528593"/>
          </a:xfrm>
          <a:custGeom xmlns:a="http://schemas.openxmlformats.org/drawingml/2006/main">
            <a:pathLst>
              <a:path w="1049610" h="528593">
                <a:moveTo>
                  <a:pt x="0" y="0"/>
                </a:moveTo>
                <a:lnTo>
                  <a:pt x="1049610" y="0"/>
                </a:lnTo>
                <a:lnTo>
                  <a:pt x="1049610" y="528593"/>
                </a:lnTo>
                <a:lnTo>
                  <a:pt x="0" y="5285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Text Issue:">
            <a:extLst xmlns:a="http://schemas.openxmlformats.org/drawingml/2006/main">
              <a:ext uri="{FF2B5EF4-FFF2-40B4-BE49-F238E27FC236}">
                <a16:creationId xmlns:a16="http://schemas.microsoft.com/office/drawing/2014/main" id="{A8136E7C-159C-44F0-8B25-760E4775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9989" y="403901"/>
            <a:ext cx="486869" cy="114386"/>
          </a:xfrm>
          <a:custGeom xmlns:a="http://schemas.openxmlformats.org/drawingml/2006/main">
            <a:pathLst>
              <a:path w="486869" h="114386">
                <a:moveTo>
                  <a:pt x="27473" y="0"/>
                </a:moveTo>
                <a:lnTo>
                  <a:pt x="27473" y="112780"/>
                </a:lnTo>
                <a:lnTo>
                  <a:pt x="0" y="112780"/>
                </a:lnTo>
                <a:lnTo>
                  <a:pt x="0" y="0"/>
                </a:lnTo>
                <a:lnTo>
                  <a:pt x="27473" y="0"/>
                </a:lnTo>
                <a:close/>
                <a:moveTo>
                  <a:pt x="83863" y="114064"/>
                </a:moveTo>
                <a:cubicBezTo>
                  <a:pt x="76045" y="114064"/>
                  <a:pt x="69083" y="112726"/>
                  <a:pt x="62977" y="110049"/>
                </a:cubicBezTo>
                <a:cubicBezTo>
                  <a:pt x="56873" y="107370"/>
                  <a:pt x="52054" y="103702"/>
                  <a:pt x="48519" y="99045"/>
                </a:cubicBezTo>
                <a:cubicBezTo>
                  <a:pt x="44984" y="94385"/>
                  <a:pt x="43002" y="89164"/>
                  <a:pt x="42574" y="83380"/>
                </a:cubicBezTo>
                <a:lnTo>
                  <a:pt x="69726" y="83380"/>
                </a:lnTo>
                <a:cubicBezTo>
                  <a:pt x="70046" y="86485"/>
                  <a:pt x="71492" y="89002"/>
                  <a:pt x="74063" y="90930"/>
                </a:cubicBezTo>
                <a:cubicBezTo>
                  <a:pt x="76633" y="92859"/>
                  <a:pt x="79793" y="93823"/>
                  <a:pt x="83542" y="93823"/>
                </a:cubicBezTo>
                <a:cubicBezTo>
                  <a:pt x="86969" y="93823"/>
                  <a:pt x="89620" y="93154"/>
                  <a:pt x="91495" y="91815"/>
                </a:cubicBezTo>
                <a:cubicBezTo>
                  <a:pt x="93369" y="90475"/>
                  <a:pt x="94306" y="88735"/>
                  <a:pt x="94306" y="86594"/>
                </a:cubicBezTo>
                <a:cubicBezTo>
                  <a:pt x="94306" y="84023"/>
                  <a:pt x="92967" y="82122"/>
                  <a:pt x="90289" y="80889"/>
                </a:cubicBezTo>
                <a:cubicBezTo>
                  <a:pt x="87612" y="79657"/>
                  <a:pt x="83274" y="78292"/>
                  <a:pt x="77276" y="76793"/>
                </a:cubicBezTo>
                <a:cubicBezTo>
                  <a:pt x="70850" y="75293"/>
                  <a:pt x="65495" y="73713"/>
                  <a:pt x="61210" y="72055"/>
                </a:cubicBezTo>
                <a:cubicBezTo>
                  <a:pt x="56926" y="70394"/>
                  <a:pt x="53231" y="67770"/>
                  <a:pt x="50125" y="64183"/>
                </a:cubicBezTo>
                <a:cubicBezTo>
                  <a:pt x="47019" y="60594"/>
                  <a:pt x="45467" y="55747"/>
                  <a:pt x="45467" y="49641"/>
                </a:cubicBezTo>
                <a:cubicBezTo>
                  <a:pt x="45467" y="44501"/>
                  <a:pt x="46885" y="39816"/>
                  <a:pt x="49722" y="35585"/>
                </a:cubicBezTo>
                <a:cubicBezTo>
                  <a:pt x="52561" y="31354"/>
                  <a:pt x="56738" y="28007"/>
                  <a:pt x="62254" y="25544"/>
                </a:cubicBezTo>
                <a:cubicBezTo>
                  <a:pt x="67770" y="23081"/>
                  <a:pt x="74330" y="21849"/>
                  <a:pt x="81934" y="21849"/>
                </a:cubicBezTo>
                <a:cubicBezTo>
                  <a:pt x="93181" y="21849"/>
                  <a:pt x="102045" y="24634"/>
                  <a:pt x="108525" y="30204"/>
                </a:cubicBezTo>
                <a:cubicBezTo>
                  <a:pt x="115005" y="35772"/>
                  <a:pt x="118726" y="43161"/>
                  <a:pt x="119688" y="52372"/>
                </a:cubicBezTo>
                <a:lnTo>
                  <a:pt x="94306" y="52372"/>
                </a:lnTo>
                <a:cubicBezTo>
                  <a:pt x="93878" y="49267"/>
                  <a:pt x="92513" y="46804"/>
                  <a:pt x="90210" y="44984"/>
                </a:cubicBezTo>
                <a:cubicBezTo>
                  <a:pt x="87907" y="43163"/>
                  <a:pt x="84882" y="42253"/>
                  <a:pt x="81132" y="42253"/>
                </a:cubicBezTo>
                <a:cubicBezTo>
                  <a:pt x="77920" y="42253"/>
                  <a:pt x="75456" y="42869"/>
                  <a:pt x="73741" y="44101"/>
                </a:cubicBezTo>
                <a:cubicBezTo>
                  <a:pt x="72029" y="45332"/>
                  <a:pt x="71172" y="47018"/>
                  <a:pt x="71172" y="49161"/>
                </a:cubicBezTo>
                <a:cubicBezTo>
                  <a:pt x="71172" y="51731"/>
                  <a:pt x="72538" y="53659"/>
                  <a:pt x="75269" y="54944"/>
                </a:cubicBezTo>
                <a:cubicBezTo>
                  <a:pt x="78000" y="56228"/>
                  <a:pt x="82257" y="57514"/>
                  <a:pt x="88041" y="58800"/>
                </a:cubicBezTo>
                <a:cubicBezTo>
                  <a:pt x="94681" y="60512"/>
                  <a:pt x="100089" y="62199"/>
                  <a:pt x="104267" y="63859"/>
                </a:cubicBezTo>
                <a:cubicBezTo>
                  <a:pt x="108444" y="65520"/>
                  <a:pt x="112112" y="68198"/>
                  <a:pt x="115271" y="71893"/>
                </a:cubicBezTo>
                <a:cubicBezTo>
                  <a:pt x="118432" y="75588"/>
                  <a:pt x="120065" y="80541"/>
                  <a:pt x="120171" y="86753"/>
                </a:cubicBezTo>
                <a:cubicBezTo>
                  <a:pt x="120171" y="92001"/>
                  <a:pt x="118699" y="96687"/>
                  <a:pt x="115754" y="100812"/>
                </a:cubicBezTo>
                <a:cubicBezTo>
                  <a:pt x="112809" y="104935"/>
                  <a:pt x="108578" y="108175"/>
                  <a:pt x="103060" y="110532"/>
                </a:cubicBezTo>
                <a:cubicBezTo>
                  <a:pt x="97545" y="112887"/>
                  <a:pt x="91146" y="114064"/>
                  <a:pt x="83863" y="114064"/>
                </a:cubicBezTo>
                <a:close/>
                <a:moveTo>
                  <a:pt x="173509" y="114064"/>
                </a:moveTo>
                <a:cubicBezTo>
                  <a:pt x="165691" y="114064"/>
                  <a:pt x="158729" y="112726"/>
                  <a:pt x="152623" y="110049"/>
                </a:cubicBezTo>
                <a:cubicBezTo>
                  <a:pt x="146519" y="107370"/>
                  <a:pt x="141700" y="103702"/>
                  <a:pt x="138165" y="99045"/>
                </a:cubicBezTo>
                <a:cubicBezTo>
                  <a:pt x="134630" y="94385"/>
                  <a:pt x="132648" y="89164"/>
                  <a:pt x="132220" y="83380"/>
                </a:cubicBezTo>
                <a:lnTo>
                  <a:pt x="159372" y="83380"/>
                </a:lnTo>
                <a:cubicBezTo>
                  <a:pt x="159692" y="86485"/>
                  <a:pt x="161138" y="89002"/>
                  <a:pt x="163709" y="90930"/>
                </a:cubicBezTo>
                <a:cubicBezTo>
                  <a:pt x="166279" y="92859"/>
                  <a:pt x="169439" y="93823"/>
                  <a:pt x="173188" y="93823"/>
                </a:cubicBezTo>
                <a:cubicBezTo>
                  <a:pt x="176615" y="93823"/>
                  <a:pt x="179266" y="93154"/>
                  <a:pt x="181141" y="91815"/>
                </a:cubicBezTo>
                <a:cubicBezTo>
                  <a:pt x="183015" y="90475"/>
                  <a:pt x="183952" y="88735"/>
                  <a:pt x="183952" y="86594"/>
                </a:cubicBezTo>
                <a:cubicBezTo>
                  <a:pt x="183952" y="84023"/>
                  <a:pt x="182613" y="82122"/>
                  <a:pt x="179935" y="80889"/>
                </a:cubicBezTo>
                <a:cubicBezTo>
                  <a:pt x="177258" y="79657"/>
                  <a:pt x="172920" y="78292"/>
                  <a:pt x="166922" y="76793"/>
                </a:cubicBezTo>
                <a:cubicBezTo>
                  <a:pt x="160496" y="75293"/>
                  <a:pt x="155141" y="73713"/>
                  <a:pt x="150856" y="72055"/>
                </a:cubicBezTo>
                <a:cubicBezTo>
                  <a:pt x="146572" y="70394"/>
                  <a:pt x="142877" y="67770"/>
                  <a:pt x="139771" y="64183"/>
                </a:cubicBezTo>
                <a:cubicBezTo>
                  <a:pt x="136665" y="60594"/>
                  <a:pt x="135113" y="55747"/>
                  <a:pt x="135113" y="49641"/>
                </a:cubicBezTo>
                <a:cubicBezTo>
                  <a:pt x="135113" y="44501"/>
                  <a:pt x="136531" y="39816"/>
                  <a:pt x="139369" y="35585"/>
                </a:cubicBezTo>
                <a:cubicBezTo>
                  <a:pt x="142207" y="31354"/>
                  <a:pt x="146385" y="28007"/>
                  <a:pt x="151900" y="25544"/>
                </a:cubicBezTo>
                <a:cubicBezTo>
                  <a:pt x="157416" y="23081"/>
                  <a:pt x="163976" y="21849"/>
                  <a:pt x="171580" y="21849"/>
                </a:cubicBezTo>
                <a:cubicBezTo>
                  <a:pt x="182827" y="21849"/>
                  <a:pt x="191691" y="24634"/>
                  <a:pt x="198171" y="30204"/>
                </a:cubicBezTo>
                <a:cubicBezTo>
                  <a:pt x="204651" y="35772"/>
                  <a:pt x="208372" y="43161"/>
                  <a:pt x="209334" y="52372"/>
                </a:cubicBezTo>
                <a:lnTo>
                  <a:pt x="183952" y="52372"/>
                </a:lnTo>
                <a:cubicBezTo>
                  <a:pt x="183524" y="49267"/>
                  <a:pt x="182159" y="46804"/>
                  <a:pt x="179856" y="44984"/>
                </a:cubicBezTo>
                <a:cubicBezTo>
                  <a:pt x="177553" y="43163"/>
                  <a:pt x="174528" y="42253"/>
                  <a:pt x="170779" y="42253"/>
                </a:cubicBezTo>
                <a:cubicBezTo>
                  <a:pt x="167566" y="42253"/>
                  <a:pt x="165102" y="42869"/>
                  <a:pt x="163388" y="44101"/>
                </a:cubicBezTo>
                <a:cubicBezTo>
                  <a:pt x="161675" y="45332"/>
                  <a:pt x="160818" y="47018"/>
                  <a:pt x="160818" y="49161"/>
                </a:cubicBezTo>
                <a:cubicBezTo>
                  <a:pt x="160818" y="51731"/>
                  <a:pt x="162184" y="53659"/>
                  <a:pt x="164915" y="54944"/>
                </a:cubicBezTo>
                <a:cubicBezTo>
                  <a:pt x="167646" y="56228"/>
                  <a:pt x="171903" y="57514"/>
                  <a:pt x="177687" y="58800"/>
                </a:cubicBezTo>
                <a:cubicBezTo>
                  <a:pt x="184327" y="60512"/>
                  <a:pt x="189735" y="62199"/>
                  <a:pt x="193913" y="63859"/>
                </a:cubicBezTo>
                <a:cubicBezTo>
                  <a:pt x="198090" y="65520"/>
                  <a:pt x="201758" y="68198"/>
                  <a:pt x="204917" y="71893"/>
                </a:cubicBezTo>
                <a:cubicBezTo>
                  <a:pt x="208078" y="75588"/>
                  <a:pt x="209711" y="80541"/>
                  <a:pt x="209817" y="86753"/>
                </a:cubicBezTo>
                <a:cubicBezTo>
                  <a:pt x="209817" y="92001"/>
                  <a:pt x="208345" y="96687"/>
                  <a:pt x="205400" y="100812"/>
                </a:cubicBezTo>
                <a:cubicBezTo>
                  <a:pt x="202455" y="104935"/>
                  <a:pt x="198224" y="108175"/>
                  <a:pt x="192706" y="110532"/>
                </a:cubicBezTo>
                <a:cubicBezTo>
                  <a:pt x="187191" y="112887"/>
                  <a:pt x="180792" y="114064"/>
                  <a:pt x="173509" y="114064"/>
                </a:cubicBezTo>
                <a:close/>
                <a:moveTo>
                  <a:pt x="315209" y="23134"/>
                </a:moveTo>
                <a:lnTo>
                  <a:pt x="315209" y="112780"/>
                </a:lnTo>
                <a:lnTo>
                  <a:pt x="287736" y="112780"/>
                </a:lnTo>
                <a:lnTo>
                  <a:pt x="287736" y="100569"/>
                </a:lnTo>
                <a:cubicBezTo>
                  <a:pt x="284951" y="104533"/>
                  <a:pt x="281175" y="107719"/>
                  <a:pt x="276408" y="110130"/>
                </a:cubicBezTo>
                <a:cubicBezTo>
                  <a:pt x="271643" y="112539"/>
                  <a:pt x="266368" y="113743"/>
                  <a:pt x="260584" y="113743"/>
                </a:cubicBezTo>
                <a:cubicBezTo>
                  <a:pt x="253730" y="113743"/>
                  <a:pt x="247678" y="112218"/>
                  <a:pt x="242429" y="109167"/>
                </a:cubicBezTo>
                <a:cubicBezTo>
                  <a:pt x="237181" y="106114"/>
                  <a:pt x="233112" y="101695"/>
                  <a:pt x="230221" y="95912"/>
                </a:cubicBezTo>
                <a:cubicBezTo>
                  <a:pt x="227330" y="90128"/>
                  <a:pt x="225884" y="83327"/>
                  <a:pt x="225884" y="75509"/>
                </a:cubicBezTo>
                <a:lnTo>
                  <a:pt x="225884" y="23134"/>
                </a:lnTo>
                <a:lnTo>
                  <a:pt x="253196" y="23134"/>
                </a:lnTo>
                <a:lnTo>
                  <a:pt x="253196" y="71812"/>
                </a:lnTo>
                <a:cubicBezTo>
                  <a:pt x="253196" y="77810"/>
                  <a:pt x="254748" y="82469"/>
                  <a:pt x="257853" y="85790"/>
                </a:cubicBezTo>
                <a:cubicBezTo>
                  <a:pt x="260960" y="89111"/>
                  <a:pt x="265137" y="90771"/>
                  <a:pt x="270385" y="90771"/>
                </a:cubicBezTo>
                <a:cubicBezTo>
                  <a:pt x="275741" y="90771"/>
                  <a:pt x="279971" y="89111"/>
                  <a:pt x="283076" y="85790"/>
                </a:cubicBezTo>
                <a:cubicBezTo>
                  <a:pt x="286183" y="82469"/>
                  <a:pt x="287736" y="77810"/>
                  <a:pt x="287736" y="71812"/>
                </a:cubicBezTo>
                <a:lnTo>
                  <a:pt x="287736" y="23134"/>
                </a:lnTo>
                <a:lnTo>
                  <a:pt x="315209" y="23134"/>
                </a:lnTo>
                <a:close/>
                <a:moveTo>
                  <a:pt x="419473" y="66512"/>
                </a:moveTo>
                <a:cubicBezTo>
                  <a:pt x="419473" y="69081"/>
                  <a:pt x="419313" y="71758"/>
                  <a:pt x="418993" y="74543"/>
                </a:cubicBezTo>
                <a:lnTo>
                  <a:pt x="356818" y="74543"/>
                </a:lnTo>
                <a:cubicBezTo>
                  <a:pt x="357246" y="80112"/>
                  <a:pt x="359039" y="84370"/>
                  <a:pt x="362198" y="87317"/>
                </a:cubicBezTo>
                <a:cubicBezTo>
                  <a:pt x="365359" y="90262"/>
                  <a:pt x="369242" y="91734"/>
                  <a:pt x="373848" y="91734"/>
                </a:cubicBezTo>
                <a:cubicBezTo>
                  <a:pt x="380702" y="91734"/>
                  <a:pt x="385468" y="88843"/>
                  <a:pt x="388147" y="83059"/>
                </a:cubicBezTo>
                <a:lnTo>
                  <a:pt x="417385" y="83059"/>
                </a:lnTo>
                <a:cubicBezTo>
                  <a:pt x="415886" y="88949"/>
                  <a:pt x="413182" y="94250"/>
                  <a:pt x="409273" y="98964"/>
                </a:cubicBezTo>
                <a:cubicBezTo>
                  <a:pt x="405364" y="103675"/>
                  <a:pt x="400463" y="107370"/>
                  <a:pt x="394572" y="110049"/>
                </a:cubicBezTo>
                <a:cubicBezTo>
                  <a:pt x="388682" y="112726"/>
                  <a:pt x="382095" y="114064"/>
                  <a:pt x="374811" y="114064"/>
                </a:cubicBezTo>
                <a:cubicBezTo>
                  <a:pt x="366028" y="114064"/>
                  <a:pt x="358210" y="112191"/>
                  <a:pt x="351356" y="108443"/>
                </a:cubicBezTo>
                <a:cubicBezTo>
                  <a:pt x="344502" y="104694"/>
                  <a:pt x="339146" y="99339"/>
                  <a:pt x="335289" y="92377"/>
                </a:cubicBezTo>
                <a:cubicBezTo>
                  <a:pt x="331434" y="85415"/>
                  <a:pt x="329506" y="77274"/>
                  <a:pt x="329506" y="67956"/>
                </a:cubicBezTo>
                <a:cubicBezTo>
                  <a:pt x="329506" y="58639"/>
                  <a:pt x="331407" y="50499"/>
                  <a:pt x="335208" y="43537"/>
                </a:cubicBezTo>
                <a:cubicBezTo>
                  <a:pt x="339011" y="36575"/>
                  <a:pt x="344340" y="31220"/>
                  <a:pt x="351194" y="27473"/>
                </a:cubicBezTo>
                <a:cubicBezTo>
                  <a:pt x="358050" y="23724"/>
                  <a:pt x="365922" y="21849"/>
                  <a:pt x="374811" y="21849"/>
                </a:cubicBezTo>
                <a:cubicBezTo>
                  <a:pt x="383487" y="21849"/>
                  <a:pt x="391199" y="23670"/>
                  <a:pt x="397945" y="27311"/>
                </a:cubicBezTo>
                <a:cubicBezTo>
                  <a:pt x="404693" y="30952"/>
                  <a:pt x="409968" y="36147"/>
                  <a:pt x="413769" y="42895"/>
                </a:cubicBezTo>
                <a:cubicBezTo>
                  <a:pt x="417572" y="49643"/>
                  <a:pt x="419473" y="57515"/>
                  <a:pt x="419473" y="66512"/>
                </a:cubicBezTo>
                <a:moveTo>
                  <a:pt x="391358" y="59283"/>
                </a:moveTo>
                <a:cubicBezTo>
                  <a:pt x="391358" y="54569"/>
                  <a:pt x="389752" y="50820"/>
                  <a:pt x="386539" y="48036"/>
                </a:cubicBezTo>
                <a:cubicBezTo>
                  <a:pt x="383326" y="45251"/>
                  <a:pt x="379309" y="43858"/>
                  <a:pt x="374490" y="43858"/>
                </a:cubicBezTo>
                <a:cubicBezTo>
                  <a:pt x="369885" y="43858"/>
                  <a:pt x="366001" y="45198"/>
                  <a:pt x="362841" y="47876"/>
                </a:cubicBezTo>
                <a:cubicBezTo>
                  <a:pt x="359682" y="50553"/>
                  <a:pt x="357728" y="54355"/>
                  <a:pt x="356979" y="59283"/>
                </a:cubicBezTo>
                <a:lnTo>
                  <a:pt x="391358" y="59283"/>
                </a:lnTo>
                <a:close/>
                <a:moveTo>
                  <a:pt x="471927" y="49803"/>
                </a:moveTo>
                <a:cubicBezTo>
                  <a:pt x="467428" y="49803"/>
                  <a:pt x="463813" y="48545"/>
                  <a:pt x="461082" y="46028"/>
                </a:cubicBezTo>
                <a:cubicBezTo>
                  <a:pt x="458351" y="43511"/>
                  <a:pt x="456986" y="40271"/>
                  <a:pt x="456986" y="36308"/>
                </a:cubicBezTo>
                <a:cubicBezTo>
                  <a:pt x="456986" y="32237"/>
                  <a:pt x="458351" y="28970"/>
                  <a:pt x="461082" y="26507"/>
                </a:cubicBezTo>
                <a:cubicBezTo>
                  <a:pt x="463813" y="24044"/>
                  <a:pt x="467428" y="22813"/>
                  <a:pt x="471927" y="22813"/>
                </a:cubicBezTo>
                <a:cubicBezTo>
                  <a:pt x="476425" y="22813"/>
                  <a:pt x="480039" y="24044"/>
                  <a:pt x="482770" y="26507"/>
                </a:cubicBezTo>
                <a:cubicBezTo>
                  <a:pt x="485502" y="28970"/>
                  <a:pt x="486869" y="32237"/>
                  <a:pt x="486869" y="36308"/>
                </a:cubicBezTo>
                <a:cubicBezTo>
                  <a:pt x="486869" y="40271"/>
                  <a:pt x="485502" y="43511"/>
                  <a:pt x="482770" y="46028"/>
                </a:cubicBezTo>
                <a:cubicBezTo>
                  <a:pt x="480039" y="48545"/>
                  <a:pt x="476425" y="49803"/>
                  <a:pt x="471927" y="49803"/>
                </a:cubicBezTo>
                <a:moveTo>
                  <a:pt x="471927" y="114386"/>
                </a:moveTo>
                <a:cubicBezTo>
                  <a:pt x="467428" y="114386"/>
                  <a:pt x="463813" y="113154"/>
                  <a:pt x="461082" y="110691"/>
                </a:cubicBezTo>
                <a:cubicBezTo>
                  <a:pt x="458351" y="108228"/>
                  <a:pt x="456986" y="104962"/>
                  <a:pt x="456986" y="100891"/>
                </a:cubicBezTo>
                <a:cubicBezTo>
                  <a:pt x="456986" y="96821"/>
                  <a:pt x="458351" y="93555"/>
                  <a:pt x="461082" y="91092"/>
                </a:cubicBezTo>
                <a:cubicBezTo>
                  <a:pt x="463813" y="88628"/>
                  <a:pt x="467428" y="87395"/>
                  <a:pt x="471927" y="87395"/>
                </a:cubicBezTo>
                <a:cubicBezTo>
                  <a:pt x="476425" y="87395"/>
                  <a:pt x="480039" y="88628"/>
                  <a:pt x="482770" y="91092"/>
                </a:cubicBezTo>
                <a:cubicBezTo>
                  <a:pt x="485502" y="93555"/>
                  <a:pt x="486869" y="96821"/>
                  <a:pt x="486869" y="100891"/>
                </a:cubicBezTo>
                <a:cubicBezTo>
                  <a:pt x="486869" y="104962"/>
                  <a:pt x="485502" y="108228"/>
                  <a:pt x="482770" y="110691"/>
                </a:cubicBezTo>
                <a:cubicBezTo>
                  <a:pt x="480039" y="113154"/>
                  <a:pt x="476425" y="114386"/>
                  <a:pt x="471927" y="1143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1DDDBB-A171-46DA-8F4D-96AE534C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870" y="375237"/>
            <a:ext cx="171275" cy="171275"/>
          </a:xfrm>
          <a:custGeom xmlns:a="http://schemas.openxmlformats.org/drawingml/2006/main">
            <a:pathLst>
              <a:path w="171275" h="171275">
                <a:moveTo>
                  <a:pt x="0" y="0"/>
                </a:moveTo>
                <a:lnTo>
                  <a:pt x="171275" y="0"/>
                </a:lnTo>
                <a:lnTo>
                  <a:pt x="171275" y="171275"/>
                </a:lnTo>
                <a:lnTo>
                  <a:pt x="0" y="1712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7064a409e4ddd"/>
          <a:stretch xmlns:a="http://schemas.openxmlformats.org/drawingml/2006/main"/>
        </p:blipFill>
        <p:spPr>
          <a:xfrm xmlns:a="http://schemas.openxmlformats.org/drawingml/2006/main">
            <a:off x="5598871" y="375237"/>
            <a:ext cx="171275" cy="171275"/>
          </a:xfrm>
          <a:prstGeom xmlns:a="http://schemas.openxmlformats.org/drawingml/2006/main" prst="rect">
            <a:avLst/>
          </a:prstGeom>
        </p:spPr>
      </p:pic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5FEA2F-2CF6-4CC7-A816-7092115C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194" y="581591"/>
            <a:ext cx="1304404" cy="360527"/>
          </a:xfrm>
          <a:custGeom xmlns:a="http://schemas.openxmlformats.org/drawingml/2006/main">
            <a:pathLst>
              <a:path w="1304404" h="360527">
                <a:moveTo>
                  <a:pt x="0" y="15265"/>
                </a:moveTo>
                <a:lnTo>
                  <a:pt x="0" y="15265"/>
                </a:lnTo>
                <a:cubicBezTo>
                  <a:pt x="0" y="6834"/>
                  <a:pt x="6834" y="0"/>
                  <a:pt x="15265" y="0"/>
                </a:cubicBezTo>
                <a:lnTo>
                  <a:pt x="1289140" y="0"/>
                </a:lnTo>
                <a:cubicBezTo>
                  <a:pt x="1293188" y="0"/>
                  <a:pt x="1297071" y="1608"/>
                  <a:pt x="1299934" y="4471"/>
                </a:cubicBezTo>
                <a:cubicBezTo>
                  <a:pt x="1302796" y="7334"/>
                  <a:pt x="1304404" y="11216"/>
                  <a:pt x="1304404" y="15265"/>
                </a:cubicBezTo>
                <a:lnTo>
                  <a:pt x="1304404" y="345263"/>
                </a:lnTo>
                <a:cubicBezTo>
                  <a:pt x="1304404" y="353693"/>
                  <a:pt x="1297571" y="360527"/>
                  <a:pt x="1289140" y="360527"/>
                </a:cubicBezTo>
                <a:lnTo>
                  <a:pt x="15265" y="360527"/>
                </a:lnTo>
                <a:cubicBezTo>
                  <a:pt x="6834" y="360527"/>
                  <a:pt x="0" y="353693"/>
                  <a:pt x="0" y="345263"/>
                </a:cubicBezTo>
                <a:lnTo>
                  <a:pt x="0" y="1526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Text Lambdif">
            <a:extLst xmlns:a="http://schemas.openxmlformats.org/drawingml/2006/main">
              <a:ext uri="{FF2B5EF4-FFF2-40B4-BE49-F238E27FC236}">
                <a16:creationId xmlns:a16="http://schemas.microsoft.com/office/drawing/2014/main" id="{18F2EB05-2760-42F3-ACAA-410956DF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675" y="600659"/>
            <a:ext cx="393194" cy="74268"/>
          </a:xfrm>
          <a:custGeom xmlns:a="http://schemas.openxmlformats.org/drawingml/2006/main">
            <a:pathLst>
              <a:path w="393194" h="74268">
                <a:moveTo>
                  <a:pt x="17810" y="61599"/>
                </a:moveTo>
                <a:lnTo>
                  <a:pt x="38374" y="61599"/>
                </a:lnTo>
                <a:lnTo>
                  <a:pt x="36263" y="73534"/>
                </a:lnTo>
                <a:lnTo>
                  <a:pt x="0" y="73534"/>
                </a:lnTo>
                <a:lnTo>
                  <a:pt x="11383" y="9088"/>
                </a:lnTo>
                <a:lnTo>
                  <a:pt x="27082" y="9088"/>
                </a:lnTo>
                <a:lnTo>
                  <a:pt x="17810" y="61599"/>
                </a:lnTo>
                <a:close/>
                <a:moveTo>
                  <a:pt x="45258" y="47829"/>
                </a:moveTo>
                <a:cubicBezTo>
                  <a:pt x="46177" y="42566"/>
                  <a:pt x="47983" y="37945"/>
                  <a:pt x="50675" y="33967"/>
                </a:cubicBezTo>
                <a:cubicBezTo>
                  <a:pt x="53369" y="29989"/>
                  <a:pt x="56612" y="26929"/>
                  <a:pt x="60407" y="24787"/>
                </a:cubicBezTo>
                <a:cubicBezTo>
                  <a:pt x="64201" y="22645"/>
                  <a:pt x="68210" y="21574"/>
                  <a:pt x="72433" y="21574"/>
                </a:cubicBezTo>
                <a:cubicBezTo>
                  <a:pt x="76044" y="21574"/>
                  <a:pt x="79073" y="22308"/>
                  <a:pt x="81521" y="23777"/>
                </a:cubicBezTo>
                <a:cubicBezTo>
                  <a:pt x="83970" y="25245"/>
                  <a:pt x="85745" y="27173"/>
                  <a:pt x="86846" y="29560"/>
                </a:cubicBezTo>
                <a:lnTo>
                  <a:pt x="88132" y="22308"/>
                </a:lnTo>
                <a:lnTo>
                  <a:pt x="103829" y="22308"/>
                </a:lnTo>
                <a:lnTo>
                  <a:pt x="94741" y="73534"/>
                </a:lnTo>
                <a:lnTo>
                  <a:pt x="79043" y="73534"/>
                </a:lnTo>
                <a:lnTo>
                  <a:pt x="80420" y="66282"/>
                </a:lnTo>
                <a:cubicBezTo>
                  <a:pt x="78462" y="68669"/>
                  <a:pt x="75983" y="70597"/>
                  <a:pt x="72983" y="72066"/>
                </a:cubicBezTo>
                <a:cubicBezTo>
                  <a:pt x="69985" y="73534"/>
                  <a:pt x="66680" y="74268"/>
                  <a:pt x="63068" y="74268"/>
                </a:cubicBezTo>
                <a:cubicBezTo>
                  <a:pt x="59458" y="74268"/>
                  <a:pt x="56260" y="73442"/>
                  <a:pt x="53476" y="71790"/>
                </a:cubicBezTo>
                <a:cubicBezTo>
                  <a:pt x="50691" y="70137"/>
                  <a:pt x="48533" y="67796"/>
                  <a:pt x="47002" y="64766"/>
                </a:cubicBezTo>
                <a:cubicBezTo>
                  <a:pt x="45473" y="61737"/>
                  <a:pt x="44708" y="58172"/>
                  <a:pt x="44708" y="54071"/>
                </a:cubicBezTo>
                <a:cubicBezTo>
                  <a:pt x="44708" y="52113"/>
                  <a:pt x="44891" y="50032"/>
                  <a:pt x="45258" y="47829"/>
                </a:cubicBezTo>
                <a:moveTo>
                  <a:pt x="83634" y="47920"/>
                </a:moveTo>
                <a:cubicBezTo>
                  <a:pt x="83817" y="46819"/>
                  <a:pt x="83908" y="45810"/>
                  <a:pt x="83908" y="44892"/>
                </a:cubicBezTo>
                <a:cubicBezTo>
                  <a:pt x="83908" y="41893"/>
                  <a:pt x="83036" y="39537"/>
                  <a:pt x="81291" y="37823"/>
                </a:cubicBezTo>
                <a:cubicBezTo>
                  <a:pt x="79548" y="36109"/>
                  <a:pt x="77329" y="35251"/>
                  <a:pt x="74636" y="35251"/>
                </a:cubicBezTo>
                <a:cubicBezTo>
                  <a:pt x="71515" y="35251"/>
                  <a:pt x="68669" y="36369"/>
                  <a:pt x="66098" y="38604"/>
                </a:cubicBezTo>
                <a:cubicBezTo>
                  <a:pt x="63528" y="40837"/>
                  <a:pt x="61907" y="43913"/>
                  <a:pt x="61233" y="47829"/>
                </a:cubicBezTo>
                <a:cubicBezTo>
                  <a:pt x="61049" y="48931"/>
                  <a:pt x="60957" y="49941"/>
                  <a:pt x="60957" y="50859"/>
                </a:cubicBezTo>
                <a:cubicBezTo>
                  <a:pt x="60957" y="53858"/>
                  <a:pt x="61829" y="56229"/>
                  <a:pt x="63574" y="57974"/>
                </a:cubicBezTo>
                <a:cubicBezTo>
                  <a:pt x="65318" y="59717"/>
                  <a:pt x="67507" y="60589"/>
                  <a:pt x="70138" y="60589"/>
                </a:cubicBezTo>
                <a:cubicBezTo>
                  <a:pt x="73259" y="60589"/>
                  <a:pt x="76105" y="59457"/>
                  <a:pt x="78675" y="57194"/>
                </a:cubicBezTo>
                <a:cubicBezTo>
                  <a:pt x="81246" y="54929"/>
                  <a:pt x="82899" y="51838"/>
                  <a:pt x="83634" y="47920"/>
                </a:cubicBezTo>
                <a:close/>
                <a:moveTo>
                  <a:pt x="180669" y="21757"/>
                </a:moveTo>
                <a:cubicBezTo>
                  <a:pt x="186177" y="21757"/>
                  <a:pt x="190476" y="23211"/>
                  <a:pt x="193566" y="26118"/>
                </a:cubicBezTo>
                <a:cubicBezTo>
                  <a:pt x="196657" y="29025"/>
                  <a:pt x="198203" y="33080"/>
                  <a:pt x="198203" y="38281"/>
                </a:cubicBezTo>
                <a:cubicBezTo>
                  <a:pt x="198203" y="39873"/>
                  <a:pt x="198019" y="41647"/>
                  <a:pt x="197652" y="43606"/>
                </a:cubicBezTo>
                <a:lnTo>
                  <a:pt x="192328" y="73534"/>
                </a:lnTo>
                <a:lnTo>
                  <a:pt x="176721" y="73534"/>
                </a:lnTo>
                <a:lnTo>
                  <a:pt x="181679" y="45718"/>
                </a:lnTo>
                <a:cubicBezTo>
                  <a:pt x="181801" y="45106"/>
                  <a:pt x="181862" y="44279"/>
                  <a:pt x="181862" y="43239"/>
                </a:cubicBezTo>
                <a:cubicBezTo>
                  <a:pt x="181862" y="40669"/>
                  <a:pt x="181143" y="38710"/>
                  <a:pt x="179705" y="37364"/>
                </a:cubicBezTo>
                <a:cubicBezTo>
                  <a:pt x="178267" y="36017"/>
                  <a:pt x="176262" y="35344"/>
                  <a:pt x="173691" y="35344"/>
                </a:cubicBezTo>
                <a:cubicBezTo>
                  <a:pt x="170632" y="35344"/>
                  <a:pt x="168062" y="36247"/>
                  <a:pt x="165980" y="38053"/>
                </a:cubicBezTo>
                <a:cubicBezTo>
                  <a:pt x="163899" y="39858"/>
                  <a:pt x="162583" y="42413"/>
                  <a:pt x="162032" y="45718"/>
                </a:cubicBezTo>
                <a:lnTo>
                  <a:pt x="157075" y="73534"/>
                </a:lnTo>
                <a:lnTo>
                  <a:pt x="141469" y="73534"/>
                </a:lnTo>
                <a:lnTo>
                  <a:pt x="146426" y="45718"/>
                </a:lnTo>
                <a:cubicBezTo>
                  <a:pt x="146548" y="45106"/>
                  <a:pt x="146609" y="44279"/>
                  <a:pt x="146609" y="43239"/>
                </a:cubicBezTo>
                <a:cubicBezTo>
                  <a:pt x="146609" y="40669"/>
                  <a:pt x="145890" y="38710"/>
                  <a:pt x="144452" y="37364"/>
                </a:cubicBezTo>
                <a:cubicBezTo>
                  <a:pt x="143014" y="36017"/>
                  <a:pt x="141010" y="35344"/>
                  <a:pt x="138440" y="35344"/>
                </a:cubicBezTo>
                <a:cubicBezTo>
                  <a:pt x="135380" y="35344"/>
                  <a:pt x="132809" y="36247"/>
                  <a:pt x="130727" y="38053"/>
                </a:cubicBezTo>
                <a:cubicBezTo>
                  <a:pt x="128646" y="39858"/>
                  <a:pt x="127331" y="42413"/>
                  <a:pt x="126780" y="45718"/>
                </a:cubicBezTo>
                <a:lnTo>
                  <a:pt x="126780" y="45259"/>
                </a:lnTo>
                <a:lnTo>
                  <a:pt x="121824" y="73534"/>
                </a:lnTo>
                <a:lnTo>
                  <a:pt x="106125" y="73534"/>
                </a:lnTo>
                <a:lnTo>
                  <a:pt x="115121" y="22308"/>
                </a:lnTo>
                <a:lnTo>
                  <a:pt x="130820" y="22308"/>
                </a:lnTo>
                <a:lnTo>
                  <a:pt x="129719" y="28826"/>
                </a:lnTo>
                <a:cubicBezTo>
                  <a:pt x="131677" y="26623"/>
                  <a:pt x="134048" y="24894"/>
                  <a:pt x="136833" y="23640"/>
                </a:cubicBezTo>
                <a:cubicBezTo>
                  <a:pt x="139618" y="22385"/>
                  <a:pt x="142632" y="21757"/>
                  <a:pt x="145875" y="21757"/>
                </a:cubicBezTo>
                <a:cubicBezTo>
                  <a:pt x="149792" y="21757"/>
                  <a:pt x="153112" y="22584"/>
                  <a:pt x="155835" y="24237"/>
                </a:cubicBezTo>
                <a:cubicBezTo>
                  <a:pt x="158559" y="25889"/>
                  <a:pt x="160503" y="28275"/>
                  <a:pt x="161665" y="31396"/>
                </a:cubicBezTo>
                <a:cubicBezTo>
                  <a:pt x="163930" y="28520"/>
                  <a:pt x="166745" y="26195"/>
                  <a:pt x="170111" y="24420"/>
                </a:cubicBezTo>
                <a:cubicBezTo>
                  <a:pt x="173477" y="22645"/>
                  <a:pt x="176997" y="21757"/>
                  <a:pt x="180669" y="21757"/>
                </a:cubicBezTo>
                <a:close/>
                <a:moveTo>
                  <a:pt x="226755" y="29560"/>
                </a:moveTo>
                <a:cubicBezTo>
                  <a:pt x="228714" y="27173"/>
                  <a:pt x="231192" y="25245"/>
                  <a:pt x="234191" y="23777"/>
                </a:cubicBezTo>
                <a:cubicBezTo>
                  <a:pt x="237189" y="22308"/>
                  <a:pt x="240464" y="21574"/>
                  <a:pt x="244013" y="21574"/>
                </a:cubicBezTo>
                <a:cubicBezTo>
                  <a:pt x="249522" y="21574"/>
                  <a:pt x="253975" y="23364"/>
                  <a:pt x="257371" y="26945"/>
                </a:cubicBezTo>
                <a:cubicBezTo>
                  <a:pt x="260768" y="30524"/>
                  <a:pt x="262466" y="35405"/>
                  <a:pt x="262466" y="41586"/>
                </a:cubicBezTo>
                <a:cubicBezTo>
                  <a:pt x="262466" y="43545"/>
                  <a:pt x="262283" y="45626"/>
                  <a:pt x="261916" y="47829"/>
                </a:cubicBezTo>
                <a:cubicBezTo>
                  <a:pt x="260998" y="53093"/>
                  <a:pt x="259192" y="57729"/>
                  <a:pt x="256499" y="61738"/>
                </a:cubicBezTo>
                <a:cubicBezTo>
                  <a:pt x="253806" y="65746"/>
                  <a:pt x="250562" y="68837"/>
                  <a:pt x="246767" y="71010"/>
                </a:cubicBezTo>
                <a:cubicBezTo>
                  <a:pt x="242973" y="73182"/>
                  <a:pt x="238964" y="74268"/>
                  <a:pt x="234741" y="74268"/>
                </a:cubicBezTo>
                <a:cubicBezTo>
                  <a:pt x="231131" y="74268"/>
                  <a:pt x="228101" y="73549"/>
                  <a:pt x="225653" y="72111"/>
                </a:cubicBezTo>
                <a:cubicBezTo>
                  <a:pt x="223205" y="70673"/>
                  <a:pt x="221430" y="68760"/>
                  <a:pt x="220328" y="66373"/>
                </a:cubicBezTo>
                <a:lnTo>
                  <a:pt x="219044" y="73534"/>
                </a:lnTo>
                <a:lnTo>
                  <a:pt x="203345" y="73534"/>
                </a:lnTo>
                <a:lnTo>
                  <a:pt x="215371" y="5599"/>
                </a:lnTo>
                <a:lnTo>
                  <a:pt x="231070" y="5599"/>
                </a:lnTo>
                <a:lnTo>
                  <a:pt x="226755" y="29560"/>
                </a:lnTo>
                <a:moveTo>
                  <a:pt x="246033" y="47829"/>
                </a:moveTo>
                <a:cubicBezTo>
                  <a:pt x="246217" y="46789"/>
                  <a:pt x="246309" y="45840"/>
                  <a:pt x="246309" y="44983"/>
                </a:cubicBezTo>
                <a:cubicBezTo>
                  <a:pt x="246309" y="41923"/>
                  <a:pt x="245437" y="39537"/>
                  <a:pt x="243692" y="37823"/>
                </a:cubicBezTo>
                <a:cubicBezTo>
                  <a:pt x="241948" y="36109"/>
                  <a:pt x="239729" y="35251"/>
                  <a:pt x="237037" y="35251"/>
                </a:cubicBezTo>
                <a:cubicBezTo>
                  <a:pt x="233915" y="35251"/>
                  <a:pt x="231069" y="36384"/>
                  <a:pt x="228498" y="38648"/>
                </a:cubicBezTo>
                <a:cubicBezTo>
                  <a:pt x="225928" y="40913"/>
                  <a:pt x="224276" y="44004"/>
                  <a:pt x="223542" y="47920"/>
                </a:cubicBezTo>
                <a:cubicBezTo>
                  <a:pt x="223358" y="49022"/>
                  <a:pt x="223266" y="50032"/>
                  <a:pt x="223266" y="50950"/>
                </a:cubicBezTo>
                <a:cubicBezTo>
                  <a:pt x="223266" y="53949"/>
                  <a:pt x="224123" y="56305"/>
                  <a:pt x="225836" y="58019"/>
                </a:cubicBezTo>
                <a:cubicBezTo>
                  <a:pt x="227550" y="59732"/>
                  <a:pt x="229753" y="60589"/>
                  <a:pt x="232447" y="60589"/>
                </a:cubicBezTo>
                <a:cubicBezTo>
                  <a:pt x="235568" y="60589"/>
                  <a:pt x="238429" y="59442"/>
                  <a:pt x="241029" y="57147"/>
                </a:cubicBezTo>
                <a:cubicBezTo>
                  <a:pt x="243631" y="54852"/>
                  <a:pt x="245299" y="51746"/>
                  <a:pt x="246033" y="47829"/>
                </a:cubicBezTo>
                <a:close/>
                <a:moveTo>
                  <a:pt x="267147" y="47829"/>
                </a:moveTo>
                <a:cubicBezTo>
                  <a:pt x="268066" y="42566"/>
                  <a:pt x="269872" y="37945"/>
                  <a:pt x="272564" y="33967"/>
                </a:cubicBezTo>
                <a:cubicBezTo>
                  <a:pt x="275257" y="29989"/>
                  <a:pt x="278501" y="26929"/>
                  <a:pt x="282296" y="24787"/>
                </a:cubicBezTo>
                <a:cubicBezTo>
                  <a:pt x="286090" y="22645"/>
                  <a:pt x="290099" y="21574"/>
                  <a:pt x="294322" y="21574"/>
                </a:cubicBezTo>
                <a:cubicBezTo>
                  <a:pt x="297688" y="21574"/>
                  <a:pt x="300641" y="22278"/>
                  <a:pt x="303180" y="23685"/>
                </a:cubicBezTo>
                <a:cubicBezTo>
                  <a:pt x="305720" y="25092"/>
                  <a:pt x="307572" y="26989"/>
                  <a:pt x="308734" y="29376"/>
                </a:cubicBezTo>
                <a:lnTo>
                  <a:pt x="312958" y="5599"/>
                </a:lnTo>
                <a:lnTo>
                  <a:pt x="328657" y="5599"/>
                </a:lnTo>
                <a:lnTo>
                  <a:pt x="316629" y="73534"/>
                </a:lnTo>
                <a:lnTo>
                  <a:pt x="300932" y="73534"/>
                </a:lnTo>
                <a:lnTo>
                  <a:pt x="302217" y="66190"/>
                </a:lnTo>
                <a:cubicBezTo>
                  <a:pt x="300258" y="68638"/>
                  <a:pt x="297810" y="70597"/>
                  <a:pt x="294872" y="72066"/>
                </a:cubicBezTo>
                <a:cubicBezTo>
                  <a:pt x="291935" y="73534"/>
                  <a:pt x="288661" y="74268"/>
                  <a:pt x="285050" y="74268"/>
                </a:cubicBezTo>
                <a:cubicBezTo>
                  <a:pt x="281438" y="74268"/>
                  <a:pt x="278240" y="73442"/>
                  <a:pt x="275455" y="71790"/>
                </a:cubicBezTo>
                <a:cubicBezTo>
                  <a:pt x="272672" y="70137"/>
                  <a:pt x="270499" y="67781"/>
                  <a:pt x="268937" y="64722"/>
                </a:cubicBezTo>
                <a:cubicBezTo>
                  <a:pt x="267377" y="61661"/>
                  <a:pt x="266597" y="58081"/>
                  <a:pt x="266597" y="53980"/>
                </a:cubicBezTo>
                <a:cubicBezTo>
                  <a:pt x="266597" y="52083"/>
                  <a:pt x="266780" y="50032"/>
                  <a:pt x="267147" y="47829"/>
                </a:cubicBezTo>
                <a:moveTo>
                  <a:pt x="305522" y="47920"/>
                </a:moveTo>
                <a:cubicBezTo>
                  <a:pt x="305705" y="46819"/>
                  <a:pt x="305797" y="45810"/>
                  <a:pt x="305797" y="44892"/>
                </a:cubicBezTo>
                <a:cubicBezTo>
                  <a:pt x="305797" y="41893"/>
                  <a:pt x="304925" y="39537"/>
                  <a:pt x="303180" y="37823"/>
                </a:cubicBezTo>
                <a:cubicBezTo>
                  <a:pt x="301437" y="36109"/>
                  <a:pt x="299218" y="35251"/>
                  <a:pt x="296525" y="35251"/>
                </a:cubicBezTo>
                <a:cubicBezTo>
                  <a:pt x="293404" y="35251"/>
                  <a:pt x="290558" y="36369"/>
                  <a:pt x="287987" y="38604"/>
                </a:cubicBezTo>
                <a:cubicBezTo>
                  <a:pt x="285417" y="40837"/>
                  <a:pt x="283795" y="43913"/>
                  <a:pt x="283122" y="47829"/>
                </a:cubicBezTo>
                <a:cubicBezTo>
                  <a:pt x="282938" y="48931"/>
                  <a:pt x="282846" y="49941"/>
                  <a:pt x="282846" y="50859"/>
                </a:cubicBezTo>
                <a:cubicBezTo>
                  <a:pt x="282846" y="53858"/>
                  <a:pt x="283718" y="56229"/>
                  <a:pt x="285463" y="57974"/>
                </a:cubicBezTo>
                <a:cubicBezTo>
                  <a:pt x="287207" y="59717"/>
                  <a:pt x="289395" y="60589"/>
                  <a:pt x="292027" y="60589"/>
                </a:cubicBezTo>
                <a:cubicBezTo>
                  <a:pt x="295148" y="60589"/>
                  <a:pt x="297994" y="59457"/>
                  <a:pt x="300564" y="57194"/>
                </a:cubicBezTo>
                <a:cubicBezTo>
                  <a:pt x="303135" y="54929"/>
                  <a:pt x="304787" y="51838"/>
                  <a:pt x="305522" y="47920"/>
                </a:cubicBezTo>
                <a:close/>
                <a:moveTo>
                  <a:pt x="345915" y="16983"/>
                </a:moveTo>
                <a:cubicBezTo>
                  <a:pt x="343467" y="16983"/>
                  <a:pt x="341524" y="16326"/>
                  <a:pt x="340086" y="15010"/>
                </a:cubicBezTo>
                <a:cubicBezTo>
                  <a:pt x="338648" y="13694"/>
                  <a:pt x="337929" y="12026"/>
                  <a:pt x="337929" y="10006"/>
                </a:cubicBezTo>
                <a:cubicBezTo>
                  <a:pt x="337929" y="7252"/>
                  <a:pt x="338999" y="4896"/>
                  <a:pt x="341141" y="2938"/>
                </a:cubicBezTo>
                <a:cubicBezTo>
                  <a:pt x="343283" y="979"/>
                  <a:pt x="345884" y="0"/>
                  <a:pt x="348945" y="0"/>
                </a:cubicBezTo>
                <a:cubicBezTo>
                  <a:pt x="351393" y="0"/>
                  <a:pt x="353321" y="658"/>
                  <a:pt x="354729" y="1974"/>
                </a:cubicBezTo>
                <a:cubicBezTo>
                  <a:pt x="356136" y="3290"/>
                  <a:pt x="356840" y="4988"/>
                  <a:pt x="356840" y="7068"/>
                </a:cubicBezTo>
                <a:cubicBezTo>
                  <a:pt x="356840" y="9762"/>
                  <a:pt x="355769" y="12088"/>
                  <a:pt x="353626" y="14046"/>
                </a:cubicBezTo>
                <a:cubicBezTo>
                  <a:pt x="351485" y="16004"/>
                  <a:pt x="348914" y="16983"/>
                  <a:pt x="345915" y="16983"/>
                </a:cubicBezTo>
                <a:moveTo>
                  <a:pt x="352709" y="22308"/>
                </a:moveTo>
                <a:lnTo>
                  <a:pt x="343713" y="73534"/>
                </a:lnTo>
                <a:lnTo>
                  <a:pt x="328014" y="73534"/>
                </a:lnTo>
                <a:lnTo>
                  <a:pt x="337010" y="22308"/>
                </a:lnTo>
                <a:lnTo>
                  <a:pt x="352709" y="22308"/>
                </a:lnTo>
                <a:close/>
                <a:moveTo>
                  <a:pt x="390899" y="14963"/>
                </a:moveTo>
                <a:cubicBezTo>
                  <a:pt x="387901" y="14779"/>
                  <a:pt x="385713" y="15208"/>
                  <a:pt x="384335" y="16249"/>
                </a:cubicBezTo>
                <a:cubicBezTo>
                  <a:pt x="382959" y="17290"/>
                  <a:pt x="382025" y="19156"/>
                  <a:pt x="381535" y="21848"/>
                </a:cubicBezTo>
                <a:lnTo>
                  <a:pt x="381444" y="22308"/>
                </a:lnTo>
                <a:lnTo>
                  <a:pt x="389889" y="22308"/>
                </a:lnTo>
                <a:lnTo>
                  <a:pt x="387595" y="35344"/>
                </a:lnTo>
                <a:lnTo>
                  <a:pt x="379148" y="35344"/>
                </a:lnTo>
                <a:lnTo>
                  <a:pt x="372447" y="73534"/>
                </a:lnTo>
                <a:lnTo>
                  <a:pt x="356657" y="73534"/>
                </a:lnTo>
                <a:lnTo>
                  <a:pt x="363358" y="35344"/>
                </a:lnTo>
                <a:lnTo>
                  <a:pt x="357667" y="35344"/>
                </a:lnTo>
                <a:lnTo>
                  <a:pt x="359961" y="22308"/>
                </a:lnTo>
                <a:lnTo>
                  <a:pt x="365654" y="22308"/>
                </a:lnTo>
                <a:lnTo>
                  <a:pt x="365929" y="20838"/>
                </a:lnTo>
                <a:cubicBezTo>
                  <a:pt x="367091" y="14535"/>
                  <a:pt x="369769" y="9746"/>
                  <a:pt x="373961" y="6472"/>
                </a:cubicBezTo>
                <a:cubicBezTo>
                  <a:pt x="378154" y="3198"/>
                  <a:pt x="383739" y="1561"/>
                  <a:pt x="390716" y="1561"/>
                </a:cubicBezTo>
                <a:cubicBezTo>
                  <a:pt x="391818" y="1561"/>
                  <a:pt x="392644" y="1591"/>
                  <a:pt x="393194" y="1652"/>
                </a:cubicBezTo>
                <a:lnTo>
                  <a:pt x="390899" y="149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Text ymisinter">
            <a:extLst xmlns:a="http://schemas.openxmlformats.org/drawingml/2006/main">
              <a:ext uri="{FF2B5EF4-FFF2-40B4-BE49-F238E27FC236}">
                <a16:creationId xmlns:a16="http://schemas.microsoft.com/office/drawing/2014/main" id="{FEAFAAFF-0980-4240-A6FD-E5093103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903" y="600659"/>
            <a:ext cx="479397" cy="97862"/>
          </a:xfrm>
          <a:custGeom xmlns:a="http://schemas.openxmlformats.org/drawingml/2006/main">
            <a:pathLst>
              <a:path w="479397" h="97862">
                <a:moveTo>
                  <a:pt x="21665" y="22308"/>
                </a:moveTo>
                <a:lnTo>
                  <a:pt x="27907" y="54347"/>
                </a:lnTo>
                <a:lnTo>
                  <a:pt x="45350" y="22308"/>
                </a:lnTo>
                <a:lnTo>
                  <a:pt x="62333" y="22308"/>
                </a:lnTo>
                <a:lnTo>
                  <a:pt x="16891" y="97862"/>
                </a:lnTo>
                <a:lnTo>
                  <a:pt x="0" y="97862"/>
                </a:lnTo>
                <a:lnTo>
                  <a:pt x="16340" y="71790"/>
                </a:lnTo>
                <a:lnTo>
                  <a:pt x="4222" y="22308"/>
                </a:lnTo>
                <a:lnTo>
                  <a:pt x="21665" y="22308"/>
                </a:lnTo>
                <a:close/>
                <a:moveTo>
                  <a:pt x="154688" y="21757"/>
                </a:moveTo>
                <a:cubicBezTo>
                  <a:pt x="160196" y="21757"/>
                  <a:pt x="164495" y="23211"/>
                  <a:pt x="167585" y="26118"/>
                </a:cubicBezTo>
                <a:cubicBezTo>
                  <a:pt x="170676" y="29025"/>
                  <a:pt x="172222" y="33080"/>
                  <a:pt x="172222" y="38281"/>
                </a:cubicBezTo>
                <a:cubicBezTo>
                  <a:pt x="172222" y="39873"/>
                  <a:pt x="172039" y="41647"/>
                  <a:pt x="171672" y="43606"/>
                </a:cubicBezTo>
                <a:lnTo>
                  <a:pt x="166347" y="73534"/>
                </a:lnTo>
                <a:lnTo>
                  <a:pt x="150741" y="73534"/>
                </a:lnTo>
                <a:lnTo>
                  <a:pt x="155698" y="45718"/>
                </a:lnTo>
                <a:cubicBezTo>
                  <a:pt x="155820" y="45106"/>
                  <a:pt x="155882" y="44279"/>
                  <a:pt x="155882" y="43239"/>
                </a:cubicBezTo>
                <a:cubicBezTo>
                  <a:pt x="155882" y="40669"/>
                  <a:pt x="155163" y="38710"/>
                  <a:pt x="153724" y="37364"/>
                </a:cubicBezTo>
                <a:cubicBezTo>
                  <a:pt x="152286" y="36017"/>
                  <a:pt x="150282" y="35344"/>
                  <a:pt x="147711" y="35344"/>
                </a:cubicBezTo>
                <a:cubicBezTo>
                  <a:pt x="144651" y="35344"/>
                  <a:pt x="142081" y="36247"/>
                  <a:pt x="139999" y="38053"/>
                </a:cubicBezTo>
                <a:cubicBezTo>
                  <a:pt x="137919" y="39858"/>
                  <a:pt x="136603" y="42413"/>
                  <a:pt x="136052" y="45718"/>
                </a:cubicBezTo>
                <a:lnTo>
                  <a:pt x="131094" y="73534"/>
                </a:lnTo>
                <a:lnTo>
                  <a:pt x="115488" y="73534"/>
                </a:lnTo>
                <a:lnTo>
                  <a:pt x="120445" y="45718"/>
                </a:lnTo>
                <a:cubicBezTo>
                  <a:pt x="120568" y="45106"/>
                  <a:pt x="120629" y="44279"/>
                  <a:pt x="120629" y="43239"/>
                </a:cubicBezTo>
                <a:cubicBezTo>
                  <a:pt x="120629" y="40669"/>
                  <a:pt x="119910" y="38710"/>
                  <a:pt x="118472" y="37364"/>
                </a:cubicBezTo>
                <a:cubicBezTo>
                  <a:pt x="117033" y="36017"/>
                  <a:pt x="115029" y="35344"/>
                  <a:pt x="112459" y="35344"/>
                </a:cubicBezTo>
                <a:cubicBezTo>
                  <a:pt x="109399" y="35344"/>
                  <a:pt x="106828" y="36247"/>
                  <a:pt x="104746" y="38053"/>
                </a:cubicBezTo>
                <a:cubicBezTo>
                  <a:pt x="102666" y="39858"/>
                  <a:pt x="101350" y="42413"/>
                  <a:pt x="100799" y="45718"/>
                </a:cubicBezTo>
                <a:lnTo>
                  <a:pt x="100799" y="45259"/>
                </a:lnTo>
                <a:lnTo>
                  <a:pt x="95843" y="73534"/>
                </a:lnTo>
                <a:lnTo>
                  <a:pt x="80144" y="73534"/>
                </a:lnTo>
                <a:lnTo>
                  <a:pt x="89140" y="22308"/>
                </a:lnTo>
                <a:lnTo>
                  <a:pt x="104839" y="22308"/>
                </a:lnTo>
                <a:lnTo>
                  <a:pt x="103738" y="28826"/>
                </a:lnTo>
                <a:cubicBezTo>
                  <a:pt x="105696" y="26623"/>
                  <a:pt x="108068" y="24894"/>
                  <a:pt x="110853" y="23640"/>
                </a:cubicBezTo>
                <a:cubicBezTo>
                  <a:pt x="113637" y="22385"/>
                  <a:pt x="116651" y="21757"/>
                  <a:pt x="119895" y="21757"/>
                </a:cubicBezTo>
                <a:cubicBezTo>
                  <a:pt x="123811" y="21757"/>
                  <a:pt x="127131" y="22584"/>
                  <a:pt x="129855" y="24237"/>
                </a:cubicBezTo>
                <a:cubicBezTo>
                  <a:pt x="132579" y="25889"/>
                  <a:pt x="134522" y="28275"/>
                  <a:pt x="135685" y="31396"/>
                </a:cubicBezTo>
                <a:cubicBezTo>
                  <a:pt x="137949" y="28520"/>
                  <a:pt x="140765" y="26195"/>
                  <a:pt x="144130" y="24420"/>
                </a:cubicBezTo>
                <a:cubicBezTo>
                  <a:pt x="147497" y="22645"/>
                  <a:pt x="151016" y="21757"/>
                  <a:pt x="154688" y="21757"/>
                </a:cubicBezTo>
                <a:close/>
                <a:moveTo>
                  <a:pt x="195265" y="16983"/>
                </a:moveTo>
                <a:cubicBezTo>
                  <a:pt x="192817" y="16983"/>
                  <a:pt x="190874" y="16326"/>
                  <a:pt x="189436" y="15010"/>
                </a:cubicBezTo>
                <a:cubicBezTo>
                  <a:pt x="187998" y="13694"/>
                  <a:pt x="187279" y="12026"/>
                  <a:pt x="187279" y="10006"/>
                </a:cubicBezTo>
                <a:cubicBezTo>
                  <a:pt x="187279" y="7252"/>
                  <a:pt x="188349" y="4896"/>
                  <a:pt x="190491" y="2938"/>
                </a:cubicBezTo>
                <a:cubicBezTo>
                  <a:pt x="192633" y="979"/>
                  <a:pt x="195234" y="0"/>
                  <a:pt x="198295" y="0"/>
                </a:cubicBezTo>
                <a:cubicBezTo>
                  <a:pt x="200743" y="0"/>
                  <a:pt x="202671" y="658"/>
                  <a:pt x="204079" y="1974"/>
                </a:cubicBezTo>
                <a:cubicBezTo>
                  <a:pt x="205486" y="3290"/>
                  <a:pt x="206190" y="4988"/>
                  <a:pt x="206190" y="7068"/>
                </a:cubicBezTo>
                <a:cubicBezTo>
                  <a:pt x="206190" y="9762"/>
                  <a:pt x="205119" y="12088"/>
                  <a:pt x="202976" y="14046"/>
                </a:cubicBezTo>
                <a:cubicBezTo>
                  <a:pt x="200835" y="16004"/>
                  <a:pt x="198264" y="16983"/>
                  <a:pt x="195265" y="16983"/>
                </a:cubicBezTo>
                <a:moveTo>
                  <a:pt x="202059" y="22308"/>
                </a:moveTo>
                <a:lnTo>
                  <a:pt x="193063" y="73534"/>
                </a:lnTo>
                <a:lnTo>
                  <a:pt x="177364" y="73534"/>
                </a:lnTo>
                <a:lnTo>
                  <a:pt x="186360" y="22308"/>
                </a:lnTo>
                <a:lnTo>
                  <a:pt x="202059" y="22308"/>
                </a:lnTo>
                <a:close/>
                <a:moveTo>
                  <a:pt x="225744" y="74268"/>
                </a:moveTo>
                <a:cubicBezTo>
                  <a:pt x="221705" y="74268"/>
                  <a:pt x="218079" y="73626"/>
                  <a:pt x="214865" y="72341"/>
                </a:cubicBezTo>
                <a:cubicBezTo>
                  <a:pt x="211653" y="71056"/>
                  <a:pt x="209128" y="69266"/>
                  <a:pt x="207291" y="66971"/>
                </a:cubicBezTo>
                <a:cubicBezTo>
                  <a:pt x="205455" y="64676"/>
                  <a:pt x="204537" y="62028"/>
                  <a:pt x="204537" y="59029"/>
                </a:cubicBezTo>
                <a:cubicBezTo>
                  <a:pt x="204537" y="58601"/>
                  <a:pt x="204599" y="57836"/>
                  <a:pt x="204722" y="56734"/>
                </a:cubicBezTo>
                <a:lnTo>
                  <a:pt x="219869" y="56734"/>
                </a:lnTo>
                <a:cubicBezTo>
                  <a:pt x="219746" y="58632"/>
                  <a:pt x="220312" y="60147"/>
                  <a:pt x="221567" y="61278"/>
                </a:cubicBezTo>
                <a:cubicBezTo>
                  <a:pt x="222822" y="62410"/>
                  <a:pt x="224612" y="62976"/>
                  <a:pt x="226937" y="62976"/>
                </a:cubicBezTo>
                <a:cubicBezTo>
                  <a:pt x="228896" y="62976"/>
                  <a:pt x="230517" y="62609"/>
                  <a:pt x="231802" y="61875"/>
                </a:cubicBezTo>
                <a:cubicBezTo>
                  <a:pt x="233088" y="61140"/>
                  <a:pt x="233731" y="60100"/>
                  <a:pt x="233731" y="58754"/>
                </a:cubicBezTo>
                <a:cubicBezTo>
                  <a:pt x="233731" y="57468"/>
                  <a:pt x="233042" y="56443"/>
                  <a:pt x="231665" y="55678"/>
                </a:cubicBezTo>
                <a:cubicBezTo>
                  <a:pt x="230288" y="54913"/>
                  <a:pt x="228009" y="53980"/>
                  <a:pt x="224826" y="52878"/>
                </a:cubicBezTo>
                <a:cubicBezTo>
                  <a:pt x="221521" y="51777"/>
                  <a:pt x="218752" y="50691"/>
                  <a:pt x="216518" y="49619"/>
                </a:cubicBezTo>
                <a:cubicBezTo>
                  <a:pt x="214284" y="48548"/>
                  <a:pt x="212372" y="47003"/>
                  <a:pt x="210780" y="44984"/>
                </a:cubicBezTo>
                <a:cubicBezTo>
                  <a:pt x="209189" y="42964"/>
                  <a:pt x="208393" y="40424"/>
                  <a:pt x="208393" y="37364"/>
                </a:cubicBezTo>
                <a:cubicBezTo>
                  <a:pt x="208393" y="34365"/>
                  <a:pt x="209280" y="31657"/>
                  <a:pt x="211055" y="29239"/>
                </a:cubicBezTo>
                <a:cubicBezTo>
                  <a:pt x="212830" y="26821"/>
                  <a:pt x="215324" y="24940"/>
                  <a:pt x="218537" y="23594"/>
                </a:cubicBezTo>
                <a:cubicBezTo>
                  <a:pt x="221750" y="22247"/>
                  <a:pt x="225468" y="21574"/>
                  <a:pt x="229691" y="21574"/>
                </a:cubicBezTo>
                <a:cubicBezTo>
                  <a:pt x="233914" y="21574"/>
                  <a:pt x="237586" y="22263"/>
                  <a:pt x="240707" y="23640"/>
                </a:cubicBezTo>
                <a:cubicBezTo>
                  <a:pt x="243829" y="25017"/>
                  <a:pt x="246247" y="26929"/>
                  <a:pt x="247961" y="29378"/>
                </a:cubicBezTo>
                <a:cubicBezTo>
                  <a:pt x="249674" y="31825"/>
                  <a:pt x="250531" y="34579"/>
                  <a:pt x="250531" y="37638"/>
                </a:cubicBezTo>
                <a:lnTo>
                  <a:pt x="250439" y="39015"/>
                </a:lnTo>
                <a:lnTo>
                  <a:pt x="236209" y="39015"/>
                </a:lnTo>
                <a:cubicBezTo>
                  <a:pt x="236332" y="37179"/>
                  <a:pt x="235781" y="35711"/>
                  <a:pt x="234556" y="34610"/>
                </a:cubicBezTo>
                <a:cubicBezTo>
                  <a:pt x="233333" y="33508"/>
                  <a:pt x="231589" y="32957"/>
                  <a:pt x="229324" y="32957"/>
                </a:cubicBezTo>
                <a:cubicBezTo>
                  <a:pt x="227550" y="32957"/>
                  <a:pt x="226096" y="33324"/>
                  <a:pt x="224963" y="34059"/>
                </a:cubicBezTo>
                <a:cubicBezTo>
                  <a:pt x="223832" y="34793"/>
                  <a:pt x="223266" y="35803"/>
                  <a:pt x="223266" y="37088"/>
                </a:cubicBezTo>
                <a:cubicBezTo>
                  <a:pt x="223266" y="38434"/>
                  <a:pt x="224015" y="39552"/>
                  <a:pt x="225514" y="40440"/>
                </a:cubicBezTo>
                <a:cubicBezTo>
                  <a:pt x="227014" y="41327"/>
                  <a:pt x="229355" y="42321"/>
                  <a:pt x="232538" y="43422"/>
                </a:cubicBezTo>
                <a:cubicBezTo>
                  <a:pt x="235843" y="44524"/>
                  <a:pt x="238581" y="45611"/>
                  <a:pt x="240753" y="46682"/>
                </a:cubicBezTo>
                <a:cubicBezTo>
                  <a:pt x="242927" y="47753"/>
                  <a:pt x="244793" y="49252"/>
                  <a:pt x="246354" y="51180"/>
                </a:cubicBezTo>
                <a:cubicBezTo>
                  <a:pt x="247914" y="53108"/>
                  <a:pt x="248695" y="55510"/>
                  <a:pt x="248695" y="58387"/>
                </a:cubicBezTo>
                <a:cubicBezTo>
                  <a:pt x="248695" y="61692"/>
                  <a:pt x="247700" y="64538"/>
                  <a:pt x="245711" y="66925"/>
                </a:cubicBezTo>
                <a:cubicBezTo>
                  <a:pt x="243722" y="69311"/>
                  <a:pt x="240998" y="71132"/>
                  <a:pt x="237540" y="72387"/>
                </a:cubicBezTo>
                <a:cubicBezTo>
                  <a:pt x="234083" y="73641"/>
                  <a:pt x="230151" y="74268"/>
                  <a:pt x="225744" y="74268"/>
                </a:cubicBezTo>
                <a:close/>
                <a:moveTo>
                  <a:pt x="273573" y="16983"/>
                </a:moveTo>
                <a:cubicBezTo>
                  <a:pt x="271125" y="16983"/>
                  <a:pt x="269183" y="16326"/>
                  <a:pt x="267744" y="15010"/>
                </a:cubicBezTo>
                <a:cubicBezTo>
                  <a:pt x="266306" y="13694"/>
                  <a:pt x="265587" y="12026"/>
                  <a:pt x="265587" y="10006"/>
                </a:cubicBezTo>
                <a:cubicBezTo>
                  <a:pt x="265587" y="7252"/>
                  <a:pt x="266658" y="4896"/>
                  <a:pt x="268799" y="2938"/>
                </a:cubicBezTo>
                <a:cubicBezTo>
                  <a:pt x="270942" y="979"/>
                  <a:pt x="273543" y="0"/>
                  <a:pt x="276603" y="0"/>
                </a:cubicBezTo>
                <a:cubicBezTo>
                  <a:pt x="279052" y="0"/>
                  <a:pt x="280980" y="658"/>
                  <a:pt x="282387" y="1974"/>
                </a:cubicBezTo>
                <a:cubicBezTo>
                  <a:pt x="283794" y="3290"/>
                  <a:pt x="284498" y="4988"/>
                  <a:pt x="284498" y="7068"/>
                </a:cubicBezTo>
                <a:cubicBezTo>
                  <a:pt x="284498" y="9762"/>
                  <a:pt x="283427" y="12088"/>
                  <a:pt x="281285" y="14046"/>
                </a:cubicBezTo>
                <a:cubicBezTo>
                  <a:pt x="279143" y="16004"/>
                  <a:pt x="276573" y="16983"/>
                  <a:pt x="273573" y="16983"/>
                </a:cubicBezTo>
                <a:moveTo>
                  <a:pt x="280367" y="22308"/>
                </a:moveTo>
                <a:lnTo>
                  <a:pt x="271371" y="73534"/>
                </a:lnTo>
                <a:lnTo>
                  <a:pt x="255672" y="73534"/>
                </a:lnTo>
                <a:lnTo>
                  <a:pt x="264668" y="22308"/>
                </a:lnTo>
                <a:lnTo>
                  <a:pt x="280367" y="22308"/>
                </a:lnTo>
                <a:close/>
                <a:moveTo>
                  <a:pt x="323055" y="21757"/>
                </a:moveTo>
                <a:cubicBezTo>
                  <a:pt x="328196" y="21757"/>
                  <a:pt x="332236" y="23196"/>
                  <a:pt x="335174" y="26072"/>
                </a:cubicBezTo>
                <a:cubicBezTo>
                  <a:pt x="338112" y="28948"/>
                  <a:pt x="339581" y="32957"/>
                  <a:pt x="339581" y="38098"/>
                </a:cubicBezTo>
                <a:cubicBezTo>
                  <a:pt x="339581" y="39811"/>
                  <a:pt x="339397" y="41647"/>
                  <a:pt x="339029" y="43606"/>
                </a:cubicBezTo>
                <a:lnTo>
                  <a:pt x="333704" y="73534"/>
                </a:lnTo>
                <a:lnTo>
                  <a:pt x="318098" y="73534"/>
                </a:lnTo>
                <a:lnTo>
                  <a:pt x="323055" y="45718"/>
                </a:lnTo>
                <a:cubicBezTo>
                  <a:pt x="323239" y="44677"/>
                  <a:pt x="323331" y="43759"/>
                  <a:pt x="323331" y="42964"/>
                </a:cubicBezTo>
                <a:cubicBezTo>
                  <a:pt x="323331" y="40393"/>
                  <a:pt x="322612" y="38404"/>
                  <a:pt x="321174" y="36997"/>
                </a:cubicBezTo>
                <a:cubicBezTo>
                  <a:pt x="319736" y="35589"/>
                  <a:pt x="317731" y="34884"/>
                  <a:pt x="315161" y="34884"/>
                </a:cubicBezTo>
                <a:cubicBezTo>
                  <a:pt x="312100" y="34884"/>
                  <a:pt x="309530" y="35833"/>
                  <a:pt x="307449" y="37731"/>
                </a:cubicBezTo>
                <a:cubicBezTo>
                  <a:pt x="305368" y="39628"/>
                  <a:pt x="304022" y="42291"/>
                  <a:pt x="303409" y="45718"/>
                </a:cubicBezTo>
                <a:lnTo>
                  <a:pt x="303409" y="45259"/>
                </a:lnTo>
                <a:lnTo>
                  <a:pt x="298453" y="73534"/>
                </a:lnTo>
                <a:lnTo>
                  <a:pt x="282754" y="73534"/>
                </a:lnTo>
                <a:lnTo>
                  <a:pt x="291750" y="22308"/>
                </a:lnTo>
                <a:lnTo>
                  <a:pt x="307449" y="22308"/>
                </a:lnTo>
                <a:lnTo>
                  <a:pt x="306256" y="29193"/>
                </a:lnTo>
                <a:cubicBezTo>
                  <a:pt x="308276" y="26928"/>
                  <a:pt x="310739" y="25123"/>
                  <a:pt x="313646" y="23777"/>
                </a:cubicBezTo>
                <a:cubicBezTo>
                  <a:pt x="316553" y="22431"/>
                  <a:pt x="319690" y="21757"/>
                  <a:pt x="323055" y="21757"/>
                </a:cubicBezTo>
                <a:close/>
                <a:moveTo>
                  <a:pt x="365928" y="55908"/>
                </a:moveTo>
                <a:cubicBezTo>
                  <a:pt x="365867" y="56214"/>
                  <a:pt x="365836" y="56612"/>
                  <a:pt x="365836" y="57101"/>
                </a:cubicBezTo>
                <a:cubicBezTo>
                  <a:pt x="365836" y="58203"/>
                  <a:pt x="366158" y="58999"/>
                  <a:pt x="366800" y="59488"/>
                </a:cubicBezTo>
                <a:cubicBezTo>
                  <a:pt x="367443" y="59978"/>
                  <a:pt x="368498" y="60222"/>
                  <a:pt x="369967" y="60222"/>
                </a:cubicBezTo>
                <a:lnTo>
                  <a:pt x="375568" y="60222"/>
                </a:lnTo>
                <a:lnTo>
                  <a:pt x="373181" y="73534"/>
                </a:lnTo>
                <a:lnTo>
                  <a:pt x="365194" y="73534"/>
                </a:lnTo>
                <a:cubicBezTo>
                  <a:pt x="354912" y="73534"/>
                  <a:pt x="349771" y="69219"/>
                  <a:pt x="349771" y="60589"/>
                </a:cubicBezTo>
                <a:cubicBezTo>
                  <a:pt x="349771" y="59304"/>
                  <a:pt x="349924" y="57683"/>
                  <a:pt x="350230" y="55724"/>
                </a:cubicBezTo>
                <a:lnTo>
                  <a:pt x="353902" y="35344"/>
                </a:lnTo>
                <a:lnTo>
                  <a:pt x="347660" y="35344"/>
                </a:lnTo>
                <a:lnTo>
                  <a:pt x="349954" y="22308"/>
                </a:lnTo>
                <a:lnTo>
                  <a:pt x="356196" y="22308"/>
                </a:lnTo>
                <a:lnTo>
                  <a:pt x="358400" y="9822"/>
                </a:lnTo>
                <a:lnTo>
                  <a:pt x="374098" y="9822"/>
                </a:lnTo>
                <a:lnTo>
                  <a:pt x="371895" y="22308"/>
                </a:lnTo>
                <a:lnTo>
                  <a:pt x="382177" y="22308"/>
                </a:lnTo>
                <a:lnTo>
                  <a:pt x="379882" y="35344"/>
                </a:lnTo>
                <a:lnTo>
                  <a:pt x="369600" y="35344"/>
                </a:lnTo>
                <a:lnTo>
                  <a:pt x="365928" y="55908"/>
                </a:lnTo>
                <a:close/>
                <a:moveTo>
                  <a:pt x="413849" y="21574"/>
                </a:moveTo>
                <a:cubicBezTo>
                  <a:pt x="420459" y="21574"/>
                  <a:pt x="425707" y="23364"/>
                  <a:pt x="429593" y="26945"/>
                </a:cubicBezTo>
                <a:cubicBezTo>
                  <a:pt x="433479" y="30524"/>
                  <a:pt x="435423" y="35405"/>
                  <a:pt x="435423" y="41586"/>
                </a:cubicBezTo>
                <a:cubicBezTo>
                  <a:pt x="435423" y="43606"/>
                  <a:pt x="435270" y="45411"/>
                  <a:pt x="434965" y="47003"/>
                </a:cubicBezTo>
                <a:cubicBezTo>
                  <a:pt x="434720" y="48410"/>
                  <a:pt x="434353" y="49909"/>
                  <a:pt x="433862" y="51501"/>
                </a:cubicBezTo>
                <a:lnTo>
                  <a:pt x="398335" y="51501"/>
                </a:lnTo>
                <a:cubicBezTo>
                  <a:pt x="398273" y="51869"/>
                  <a:pt x="398242" y="52451"/>
                  <a:pt x="398242" y="53246"/>
                </a:cubicBezTo>
                <a:cubicBezTo>
                  <a:pt x="398242" y="55939"/>
                  <a:pt x="398977" y="57989"/>
                  <a:pt x="400446" y="59397"/>
                </a:cubicBezTo>
                <a:cubicBezTo>
                  <a:pt x="401915" y="60804"/>
                  <a:pt x="403873" y="61508"/>
                  <a:pt x="406321" y="61508"/>
                </a:cubicBezTo>
                <a:cubicBezTo>
                  <a:pt x="410239" y="61508"/>
                  <a:pt x="413238" y="59856"/>
                  <a:pt x="415318" y="56551"/>
                </a:cubicBezTo>
                <a:lnTo>
                  <a:pt x="432027" y="56551"/>
                </a:lnTo>
                <a:cubicBezTo>
                  <a:pt x="429823" y="61752"/>
                  <a:pt x="426242" y="66006"/>
                  <a:pt x="421284" y="69311"/>
                </a:cubicBezTo>
                <a:cubicBezTo>
                  <a:pt x="416327" y="72616"/>
                  <a:pt x="410758" y="74268"/>
                  <a:pt x="404577" y="74268"/>
                </a:cubicBezTo>
                <a:cubicBezTo>
                  <a:pt x="397967" y="74268"/>
                  <a:pt x="392688" y="72432"/>
                  <a:pt x="388741" y="68760"/>
                </a:cubicBezTo>
                <a:cubicBezTo>
                  <a:pt x="384793" y="65088"/>
                  <a:pt x="382820" y="60100"/>
                  <a:pt x="382820" y="53797"/>
                </a:cubicBezTo>
                <a:cubicBezTo>
                  <a:pt x="382820" y="51899"/>
                  <a:pt x="383003" y="49940"/>
                  <a:pt x="383370" y="47920"/>
                </a:cubicBezTo>
                <a:cubicBezTo>
                  <a:pt x="384289" y="42596"/>
                  <a:pt x="386187" y="37945"/>
                  <a:pt x="389063" y="33967"/>
                </a:cubicBezTo>
                <a:cubicBezTo>
                  <a:pt x="391939" y="29989"/>
                  <a:pt x="395519" y="26929"/>
                  <a:pt x="399803" y="24787"/>
                </a:cubicBezTo>
                <a:cubicBezTo>
                  <a:pt x="404088" y="22645"/>
                  <a:pt x="408770" y="21574"/>
                  <a:pt x="413849" y="21574"/>
                </a:cubicBezTo>
                <a:moveTo>
                  <a:pt x="419542" y="43515"/>
                </a:moveTo>
                <a:cubicBezTo>
                  <a:pt x="419664" y="42657"/>
                  <a:pt x="419725" y="42076"/>
                  <a:pt x="419725" y="41771"/>
                </a:cubicBezTo>
                <a:cubicBezTo>
                  <a:pt x="419725" y="39322"/>
                  <a:pt x="418960" y="37440"/>
                  <a:pt x="417429" y="36124"/>
                </a:cubicBezTo>
                <a:cubicBezTo>
                  <a:pt x="415900" y="34808"/>
                  <a:pt x="413880" y="34150"/>
                  <a:pt x="411371" y="34150"/>
                </a:cubicBezTo>
                <a:cubicBezTo>
                  <a:pt x="408678" y="34150"/>
                  <a:pt x="406306" y="34961"/>
                  <a:pt x="404255" y="36584"/>
                </a:cubicBezTo>
                <a:cubicBezTo>
                  <a:pt x="402205" y="38205"/>
                  <a:pt x="400721" y="40515"/>
                  <a:pt x="399803" y="43515"/>
                </a:cubicBezTo>
                <a:lnTo>
                  <a:pt x="419542" y="43515"/>
                </a:lnTo>
                <a:close/>
                <a:moveTo>
                  <a:pt x="461495" y="31580"/>
                </a:moveTo>
                <a:cubicBezTo>
                  <a:pt x="463882" y="28520"/>
                  <a:pt x="466621" y="26118"/>
                  <a:pt x="469711" y="24374"/>
                </a:cubicBezTo>
                <a:cubicBezTo>
                  <a:pt x="472802" y="22630"/>
                  <a:pt x="476031" y="21757"/>
                  <a:pt x="479397" y="21757"/>
                </a:cubicBezTo>
                <a:lnTo>
                  <a:pt x="476460" y="38374"/>
                </a:lnTo>
                <a:lnTo>
                  <a:pt x="472145" y="38374"/>
                </a:lnTo>
                <a:cubicBezTo>
                  <a:pt x="468228" y="38374"/>
                  <a:pt x="465137" y="39215"/>
                  <a:pt x="462872" y="40898"/>
                </a:cubicBezTo>
                <a:cubicBezTo>
                  <a:pt x="460608" y="42581"/>
                  <a:pt x="459109" y="45534"/>
                  <a:pt x="458374" y="49757"/>
                </a:cubicBezTo>
                <a:lnTo>
                  <a:pt x="454152" y="73534"/>
                </a:lnTo>
                <a:lnTo>
                  <a:pt x="438453" y="73534"/>
                </a:lnTo>
                <a:lnTo>
                  <a:pt x="447449" y="22308"/>
                </a:lnTo>
                <a:lnTo>
                  <a:pt x="463148" y="22308"/>
                </a:lnTo>
                <a:lnTo>
                  <a:pt x="461495" y="315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Text prets">
            <a:extLst xmlns:a="http://schemas.openxmlformats.org/drawingml/2006/main">
              <a:ext uri="{FF2B5EF4-FFF2-40B4-BE49-F238E27FC236}">
                <a16:creationId xmlns:a16="http://schemas.microsoft.com/office/drawing/2014/main" id="{742B01D1-4F37-4B0D-A532-54D2B6A8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5333" y="610482"/>
            <a:ext cx="245849" cy="88132"/>
          </a:xfrm>
          <a:custGeom xmlns:a="http://schemas.openxmlformats.org/drawingml/2006/main">
            <a:pathLst>
              <a:path w="245849" h="88132">
                <a:moveTo>
                  <a:pt x="27725" y="19737"/>
                </a:moveTo>
                <a:cubicBezTo>
                  <a:pt x="29683" y="17350"/>
                  <a:pt x="32146" y="15423"/>
                  <a:pt x="35114" y="13955"/>
                </a:cubicBezTo>
                <a:cubicBezTo>
                  <a:pt x="38083" y="12486"/>
                  <a:pt x="41372" y="11751"/>
                  <a:pt x="44983" y="11751"/>
                </a:cubicBezTo>
                <a:cubicBezTo>
                  <a:pt x="50492" y="11751"/>
                  <a:pt x="54944" y="13557"/>
                  <a:pt x="58341" y="17168"/>
                </a:cubicBezTo>
                <a:cubicBezTo>
                  <a:pt x="61737" y="20779"/>
                  <a:pt x="63436" y="25675"/>
                  <a:pt x="63436" y="31856"/>
                </a:cubicBezTo>
                <a:cubicBezTo>
                  <a:pt x="63436" y="33753"/>
                  <a:pt x="63252" y="35804"/>
                  <a:pt x="62885" y="38007"/>
                </a:cubicBezTo>
                <a:cubicBezTo>
                  <a:pt x="61967" y="43270"/>
                  <a:pt x="60162" y="47906"/>
                  <a:pt x="57468" y="51915"/>
                </a:cubicBezTo>
                <a:cubicBezTo>
                  <a:pt x="54776" y="55924"/>
                  <a:pt x="51532" y="59014"/>
                  <a:pt x="47737" y="61187"/>
                </a:cubicBezTo>
                <a:cubicBezTo>
                  <a:pt x="43942" y="63360"/>
                  <a:pt x="39934" y="64446"/>
                  <a:pt x="35711" y="64446"/>
                </a:cubicBezTo>
                <a:cubicBezTo>
                  <a:pt x="32161" y="64446"/>
                  <a:pt x="29162" y="63712"/>
                  <a:pt x="26713" y="62244"/>
                </a:cubicBezTo>
                <a:cubicBezTo>
                  <a:pt x="24266" y="60775"/>
                  <a:pt x="22461" y="58877"/>
                  <a:pt x="21298" y="56551"/>
                </a:cubicBezTo>
                <a:lnTo>
                  <a:pt x="15697" y="88132"/>
                </a:lnTo>
                <a:lnTo>
                  <a:pt x="0" y="88132"/>
                </a:lnTo>
                <a:lnTo>
                  <a:pt x="13310" y="12485"/>
                </a:lnTo>
                <a:lnTo>
                  <a:pt x="29009" y="12485"/>
                </a:lnTo>
                <a:lnTo>
                  <a:pt x="27725" y="19737"/>
                </a:lnTo>
                <a:moveTo>
                  <a:pt x="47003" y="38007"/>
                </a:moveTo>
                <a:cubicBezTo>
                  <a:pt x="47187" y="36966"/>
                  <a:pt x="47279" y="36018"/>
                  <a:pt x="47279" y="35160"/>
                </a:cubicBezTo>
                <a:cubicBezTo>
                  <a:pt x="47279" y="32101"/>
                  <a:pt x="46406" y="29714"/>
                  <a:pt x="44662" y="28001"/>
                </a:cubicBezTo>
                <a:cubicBezTo>
                  <a:pt x="42918" y="26286"/>
                  <a:pt x="40699" y="25429"/>
                  <a:pt x="38007" y="25429"/>
                </a:cubicBezTo>
                <a:cubicBezTo>
                  <a:pt x="34885" y="25429"/>
                  <a:pt x="32038" y="26561"/>
                  <a:pt x="29467" y="28826"/>
                </a:cubicBezTo>
                <a:cubicBezTo>
                  <a:pt x="26897" y="31091"/>
                  <a:pt x="25245" y="34181"/>
                  <a:pt x="24511" y="38098"/>
                </a:cubicBezTo>
                <a:cubicBezTo>
                  <a:pt x="24327" y="39200"/>
                  <a:pt x="24235" y="40210"/>
                  <a:pt x="24235" y="41128"/>
                </a:cubicBezTo>
                <a:cubicBezTo>
                  <a:pt x="24235" y="44126"/>
                  <a:pt x="25092" y="46483"/>
                  <a:pt x="26806" y="48196"/>
                </a:cubicBezTo>
                <a:cubicBezTo>
                  <a:pt x="28520" y="49910"/>
                  <a:pt x="30723" y="50767"/>
                  <a:pt x="33416" y="50767"/>
                </a:cubicBezTo>
                <a:cubicBezTo>
                  <a:pt x="36537" y="50767"/>
                  <a:pt x="39398" y="49619"/>
                  <a:pt x="41999" y="47325"/>
                </a:cubicBezTo>
                <a:cubicBezTo>
                  <a:pt x="44601" y="45030"/>
                  <a:pt x="46269" y="41923"/>
                  <a:pt x="47003" y="38007"/>
                </a:cubicBezTo>
                <a:close/>
                <a:moveTo>
                  <a:pt x="89691" y="21757"/>
                </a:moveTo>
                <a:cubicBezTo>
                  <a:pt x="92078" y="18697"/>
                  <a:pt x="94816" y="16295"/>
                  <a:pt x="97907" y="14552"/>
                </a:cubicBezTo>
                <a:cubicBezTo>
                  <a:pt x="100998" y="12807"/>
                  <a:pt x="104227" y="11935"/>
                  <a:pt x="107593" y="11935"/>
                </a:cubicBezTo>
                <a:lnTo>
                  <a:pt x="104656" y="28551"/>
                </a:lnTo>
                <a:lnTo>
                  <a:pt x="100341" y="28551"/>
                </a:lnTo>
                <a:cubicBezTo>
                  <a:pt x="96424" y="28551"/>
                  <a:pt x="93332" y="29393"/>
                  <a:pt x="91068" y="31076"/>
                </a:cubicBezTo>
                <a:cubicBezTo>
                  <a:pt x="88804" y="32758"/>
                  <a:pt x="87305" y="35711"/>
                  <a:pt x="86570" y="39934"/>
                </a:cubicBezTo>
                <a:lnTo>
                  <a:pt x="82348" y="63712"/>
                </a:lnTo>
                <a:lnTo>
                  <a:pt x="66649" y="63712"/>
                </a:lnTo>
                <a:lnTo>
                  <a:pt x="75645" y="12485"/>
                </a:lnTo>
                <a:lnTo>
                  <a:pt x="91344" y="12485"/>
                </a:lnTo>
                <a:lnTo>
                  <a:pt x="89691" y="21757"/>
                </a:lnTo>
                <a:close/>
                <a:moveTo>
                  <a:pt x="137888" y="11751"/>
                </a:moveTo>
                <a:cubicBezTo>
                  <a:pt x="144498" y="11751"/>
                  <a:pt x="149746" y="13542"/>
                  <a:pt x="153632" y="17122"/>
                </a:cubicBezTo>
                <a:cubicBezTo>
                  <a:pt x="157519" y="20702"/>
                  <a:pt x="159462" y="25582"/>
                  <a:pt x="159462" y="31763"/>
                </a:cubicBezTo>
                <a:cubicBezTo>
                  <a:pt x="159462" y="33783"/>
                  <a:pt x="159309" y="35589"/>
                  <a:pt x="159004" y="37180"/>
                </a:cubicBezTo>
                <a:cubicBezTo>
                  <a:pt x="158759" y="38588"/>
                  <a:pt x="158392" y="40087"/>
                  <a:pt x="157901" y="41678"/>
                </a:cubicBezTo>
                <a:lnTo>
                  <a:pt x="122374" y="41678"/>
                </a:lnTo>
                <a:cubicBezTo>
                  <a:pt x="122312" y="42046"/>
                  <a:pt x="122282" y="42628"/>
                  <a:pt x="122282" y="43424"/>
                </a:cubicBezTo>
                <a:cubicBezTo>
                  <a:pt x="122282" y="46116"/>
                  <a:pt x="123016" y="48166"/>
                  <a:pt x="124485" y="49575"/>
                </a:cubicBezTo>
                <a:cubicBezTo>
                  <a:pt x="125954" y="50982"/>
                  <a:pt x="127912" y="51686"/>
                  <a:pt x="130360" y="51686"/>
                </a:cubicBezTo>
                <a:cubicBezTo>
                  <a:pt x="134278" y="51686"/>
                  <a:pt x="137277" y="50033"/>
                  <a:pt x="139358" y="46728"/>
                </a:cubicBezTo>
                <a:lnTo>
                  <a:pt x="156066" y="46728"/>
                </a:lnTo>
                <a:cubicBezTo>
                  <a:pt x="153862" y="51930"/>
                  <a:pt x="150281" y="56183"/>
                  <a:pt x="145324" y="59488"/>
                </a:cubicBezTo>
                <a:cubicBezTo>
                  <a:pt x="140367" y="62793"/>
                  <a:pt x="134797" y="64446"/>
                  <a:pt x="128616" y="64446"/>
                </a:cubicBezTo>
                <a:cubicBezTo>
                  <a:pt x="122006" y="64446"/>
                  <a:pt x="116727" y="62610"/>
                  <a:pt x="112780" y="58938"/>
                </a:cubicBezTo>
                <a:cubicBezTo>
                  <a:pt x="108832" y="55266"/>
                  <a:pt x="106859" y="50278"/>
                  <a:pt x="106859" y="43974"/>
                </a:cubicBezTo>
                <a:cubicBezTo>
                  <a:pt x="106859" y="42077"/>
                  <a:pt x="107042" y="40118"/>
                  <a:pt x="107409" y="38098"/>
                </a:cubicBezTo>
                <a:cubicBezTo>
                  <a:pt x="108328" y="32774"/>
                  <a:pt x="110226" y="28123"/>
                  <a:pt x="113102" y="24144"/>
                </a:cubicBezTo>
                <a:cubicBezTo>
                  <a:pt x="115978" y="20166"/>
                  <a:pt x="119558" y="17106"/>
                  <a:pt x="123842" y="14965"/>
                </a:cubicBezTo>
                <a:cubicBezTo>
                  <a:pt x="128127" y="12823"/>
                  <a:pt x="132809" y="11751"/>
                  <a:pt x="137888" y="11751"/>
                </a:cubicBezTo>
                <a:moveTo>
                  <a:pt x="143581" y="33692"/>
                </a:moveTo>
                <a:cubicBezTo>
                  <a:pt x="143703" y="32835"/>
                  <a:pt x="143764" y="32254"/>
                  <a:pt x="143764" y="31948"/>
                </a:cubicBezTo>
                <a:cubicBezTo>
                  <a:pt x="143764" y="29500"/>
                  <a:pt x="142999" y="27617"/>
                  <a:pt x="141469" y="26302"/>
                </a:cubicBezTo>
                <a:cubicBezTo>
                  <a:pt x="139939" y="24986"/>
                  <a:pt x="137919" y="24328"/>
                  <a:pt x="135410" y="24328"/>
                </a:cubicBezTo>
                <a:cubicBezTo>
                  <a:pt x="132717" y="24328"/>
                  <a:pt x="130345" y="25139"/>
                  <a:pt x="128294" y="26761"/>
                </a:cubicBezTo>
                <a:cubicBezTo>
                  <a:pt x="126244" y="28382"/>
                  <a:pt x="124760" y="30693"/>
                  <a:pt x="123842" y="33692"/>
                </a:cubicBezTo>
                <a:lnTo>
                  <a:pt x="143581" y="33692"/>
                </a:lnTo>
                <a:close/>
                <a:moveTo>
                  <a:pt x="183790" y="46085"/>
                </a:moveTo>
                <a:cubicBezTo>
                  <a:pt x="183729" y="46392"/>
                  <a:pt x="183699" y="46789"/>
                  <a:pt x="183699" y="47279"/>
                </a:cubicBezTo>
                <a:cubicBezTo>
                  <a:pt x="183699" y="48381"/>
                  <a:pt x="184020" y="49176"/>
                  <a:pt x="184663" y="49666"/>
                </a:cubicBezTo>
                <a:cubicBezTo>
                  <a:pt x="185305" y="50155"/>
                  <a:pt x="186361" y="50400"/>
                  <a:pt x="187830" y="50400"/>
                </a:cubicBezTo>
                <a:lnTo>
                  <a:pt x="193430" y="50400"/>
                </a:lnTo>
                <a:lnTo>
                  <a:pt x="191043" y="63712"/>
                </a:lnTo>
                <a:lnTo>
                  <a:pt x="183056" y="63712"/>
                </a:lnTo>
                <a:cubicBezTo>
                  <a:pt x="172774" y="63712"/>
                  <a:pt x="167633" y="59397"/>
                  <a:pt x="167633" y="50767"/>
                </a:cubicBezTo>
                <a:cubicBezTo>
                  <a:pt x="167633" y="49482"/>
                  <a:pt x="167786" y="47860"/>
                  <a:pt x="168092" y="45902"/>
                </a:cubicBezTo>
                <a:lnTo>
                  <a:pt x="171764" y="25521"/>
                </a:lnTo>
                <a:lnTo>
                  <a:pt x="165522" y="25521"/>
                </a:lnTo>
                <a:lnTo>
                  <a:pt x="167816" y="12485"/>
                </a:lnTo>
                <a:lnTo>
                  <a:pt x="174058" y="12485"/>
                </a:lnTo>
                <a:lnTo>
                  <a:pt x="176262" y="0"/>
                </a:lnTo>
                <a:lnTo>
                  <a:pt x="191961" y="0"/>
                </a:lnTo>
                <a:lnTo>
                  <a:pt x="189757" y="12485"/>
                </a:lnTo>
                <a:lnTo>
                  <a:pt x="200039" y="12485"/>
                </a:lnTo>
                <a:lnTo>
                  <a:pt x="197745" y="25521"/>
                </a:lnTo>
                <a:lnTo>
                  <a:pt x="187463" y="25521"/>
                </a:lnTo>
                <a:lnTo>
                  <a:pt x="183790" y="46085"/>
                </a:lnTo>
                <a:close/>
                <a:moveTo>
                  <a:pt x="221062" y="64446"/>
                </a:moveTo>
                <a:cubicBezTo>
                  <a:pt x="217023" y="64446"/>
                  <a:pt x="213397" y="63803"/>
                  <a:pt x="210183" y="62518"/>
                </a:cubicBezTo>
                <a:cubicBezTo>
                  <a:pt x="206971" y="61233"/>
                  <a:pt x="204446" y="59443"/>
                  <a:pt x="202609" y="57149"/>
                </a:cubicBezTo>
                <a:cubicBezTo>
                  <a:pt x="200773" y="54853"/>
                  <a:pt x="199855" y="52206"/>
                  <a:pt x="199855" y="49206"/>
                </a:cubicBezTo>
                <a:cubicBezTo>
                  <a:pt x="199855" y="48779"/>
                  <a:pt x="199917" y="48014"/>
                  <a:pt x="200040" y="46912"/>
                </a:cubicBezTo>
                <a:lnTo>
                  <a:pt x="215187" y="46912"/>
                </a:lnTo>
                <a:cubicBezTo>
                  <a:pt x="215065" y="48809"/>
                  <a:pt x="215631" y="50324"/>
                  <a:pt x="216885" y="51456"/>
                </a:cubicBezTo>
                <a:cubicBezTo>
                  <a:pt x="218140" y="52588"/>
                  <a:pt x="219930" y="53154"/>
                  <a:pt x="222255" y="53154"/>
                </a:cubicBezTo>
                <a:cubicBezTo>
                  <a:pt x="224214" y="53154"/>
                  <a:pt x="225835" y="52787"/>
                  <a:pt x="227120" y="52053"/>
                </a:cubicBezTo>
                <a:cubicBezTo>
                  <a:pt x="228406" y="51318"/>
                  <a:pt x="229049" y="50277"/>
                  <a:pt x="229049" y="48932"/>
                </a:cubicBezTo>
                <a:cubicBezTo>
                  <a:pt x="229049" y="47646"/>
                  <a:pt x="228361" y="46620"/>
                  <a:pt x="226983" y="45856"/>
                </a:cubicBezTo>
                <a:cubicBezTo>
                  <a:pt x="225607" y="45091"/>
                  <a:pt x="223327" y="44157"/>
                  <a:pt x="220144" y="43055"/>
                </a:cubicBezTo>
                <a:cubicBezTo>
                  <a:pt x="216839" y="41954"/>
                  <a:pt x="214070" y="40868"/>
                  <a:pt x="211836" y="39797"/>
                </a:cubicBezTo>
                <a:cubicBezTo>
                  <a:pt x="209602" y="38726"/>
                  <a:pt x="207690" y="37181"/>
                  <a:pt x="206099" y="35162"/>
                </a:cubicBezTo>
                <a:cubicBezTo>
                  <a:pt x="204507" y="33142"/>
                  <a:pt x="203712" y="30602"/>
                  <a:pt x="203712" y="27541"/>
                </a:cubicBezTo>
                <a:cubicBezTo>
                  <a:pt x="203712" y="24543"/>
                  <a:pt x="204599" y="21834"/>
                  <a:pt x="206373" y="19417"/>
                </a:cubicBezTo>
                <a:cubicBezTo>
                  <a:pt x="208148" y="16999"/>
                  <a:pt x="210642" y="15117"/>
                  <a:pt x="213855" y="13771"/>
                </a:cubicBezTo>
                <a:cubicBezTo>
                  <a:pt x="217068" y="12425"/>
                  <a:pt x="220786" y="11751"/>
                  <a:pt x="225009" y="11751"/>
                </a:cubicBezTo>
                <a:cubicBezTo>
                  <a:pt x="229232" y="11751"/>
                  <a:pt x="232904" y="12440"/>
                  <a:pt x="236025" y="13818"/>
                </a:cubicBezTo>
                <a:cubicBezTo>
                  <a:pt x="239147" y="15194"/>
                  <a:pt x="241565" y="17107"/>
                  <a:pt x="243279" y="19555"/>
                </a:cubicBezTo>
                <a:cubicBezTo>
                  <a:pt x="244992" y="22003"/>
                  <a:pt x="245849" y="24757"/>
                  <a:pt x="245849" y="27816"/>
                </a:cubicBezTo>
                <a:lnTo>
                  <a:pt x="245757" y="29193"/>
                </a:lnTo>
                <a:lnTo>
                  <a:pt x="231527" y="29193"/>
                </a:lnTo>
                <a:cubicBezTo>
                  <a:pt x="231650" y="27357"/>
                  <a:pt x="231099" y="25888"/>
                  <a:pt x="229874" y="24787"/>
                </a:cubicBezTo>
                <a:cubicBezTo>
                  <a:pt x="228651" y="23685"/>
                  <a:pt x="226907" y="23134"/>
                  <a:pt x="224642" y="23134"/>
                </a:cubicBezTo>
                <a:cubicBezTo>
                  <a:pt x="222868" y="23134"/>
                  <a:pt x="221415" y="23502"/>
                  <a:pt x="220282" y="24237"/>
                </a:cubicBezTo>
                <a:cubicBezTo>
                  <a:pt x="219150" y="24971"/>
                  <a:pt x="218584" y="25980"/>
                  <a:pt x="218584" y="27265"/>
                </a:cubicBezTo>
                <a:cubicBezTo>
                  <a:pt x="218584" y="28612"/>
                  <a:pt x="219333" y="29729"/>
                  <a:pt x="220832" y="30618"/>
                </a:cubicBezTo>
                <a:cubicBezTo>
                  <a:pt x="222332" y="31505"/>
                  <a:pt x="224673" y="32499"/>
                  <a:pt x="227856" y="33600"/>
                </a:cubicBezTo>
                <a:cubicBezTo>
                  <a:pt x="231161" y="34702"/>
                  <a:pt x="233899" y="35788"/>
                  <a:pt x="236072" y="36860"/>
                </a:cubicBezTo>
                <a:cubicBezTo>
                  <a:pt x="238245" y="37931"/>
                  <a:pt x="240112" y="39430"/>
                  <a:pt x="241672" y="41358"/>
                </a:cubicBezTo>
                <a:cubicBezTo>
                  <a:pt x="243233" y="43285"/>
                  <a:pt x="244013" y="45687"/>
                  <a:pt x="244013" y="48565"/>
                </a:cubicBezTo>
                <a:cubicBezTo>
                  <a:pt x="244013" y="51870"/>
                  <a:pt x="243018" y="54716"/>
                  <a:pt x="241029" y="57103"/>
                </a:cubicBezTo>
                <a:cubicBezTo>
                  <a:pt x="239040" y="59489"/>
                  <a:pt x="236316" y="61309"/>
                  <a:pt x="232858" y="62564"/>
                </a:cubicBezTo>
                <a:cubicBezTo>
                  <a:pt x="229401" y="63819"/>
                  <a:pt x="225469" y="64446"/>
                  <a:pt x="221062" y="644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Text somematri">
            <a:extLst xmlns:a="http://schemas.openxmlformats.org/drawingml/2006/main">
              <a:ext uri="{FF2B5EF4-FFF2-40B4-BE49-F238E27FC236}">
                <a16:creationId xmlns:a16="http://schemas.microsoft.com/office/drawing/2014/main" id="{AD6FF44D-C5B3-4E68-8964-0EDEF655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766" y="703938"/>
            <a:ext cx="549536" cy="74268"/>
          </a:xfrm>
          <a:custGeom xmlns:a="http://schemas.openxmlformats.org/drawingml/2006/main">
            <a:pathLst>
              <a:path w="549536" h="74268">
                <a:moveTo>
                  <a:pt x="21207" y="74268"/>
                </a:moveTo>
                <a:cubicBezTo>
                  <a:pt x="17168" y="74268"/>
                  <a:pt x="13542" y="73626"/>
                  <a:pt x="10328" y="72341"/>
                </a:cubicBezTo>
                <a:cubicBezTo>
                  <a:pt x="7116" y="71056"/>
                  <a:pt x="4591" y="69266"/>
                  <a:pt x="2754" y="66971"/>
                </a:cubicBezTo>
                <a:cubicBezTo>
                  <a:pt x="918" y="64676"/>
                  <a:pt x="0" y="62028"/>
                  <a:pt x="0" y="59029"/>
                </a:cubicBezTo>
                <a:cubicBezTo>
                  <a:pt x="0" y="58601"/>
                  <a:pt x="62" y="57836"/>
                  <a:pt x="185" y="56734"/>
                </a:cubicBezTo>
                <a:lnTo>
                  <a:pt x="15332" y="56734"/>
                </a:lnTo>
                <a:cubicBezTo>
                  <a:pt x="15210" y="58632"/>
                  <a:pt x="15775" y="60147"/>
                  <a:pt x="17030" y="61278"/>
                </a:cubicBezTo>
                <a:cubicBezTo>
                  <a:pt x="18285" y="62410"/>
                  <a:pt x="20075" y="62976"/>
                  <a:pt x="22400" y="62976"/>
                </a:cubicBezTo>
                <a:cubicBezTo>
                  <a:pt x="24359" y="62976"/>
                  <a:pt x="25980" y="62609"/>
                  <a:pt x="27265" y="61875"/>
                </a:cubicBezTo>
                <a:cubicBezTo>
                  <a:pt x="28551" y="61140"/>
                  <a:pt x="29194" y="60100"/>
                  <a:pt x="29194" y="58754"/>
                </a:cubicBezTo>
                <a:cubicBezTo>
                  <a:pt x="29194" y="57468"/>
                  <a:pt x="28506" y="56443"/>
                  <a:pt x="27128" y="55678"/>
                </a:cubicBezTo>
                <a:cubicBezTo>
                  <a:pt x="25752" y="54913"/>
                  <a:pt x="23472" y="53980"/>
                  <a:pt x="20289" y="52878"/>
                </a:cubicBezTo>
                <a:cubicBezTo>
                  <a:pt x="16984" y="51777"/>
                  <a:pt x="14215" y="50691"/>
                  <a:pt x="11981" y="49619"/>
                </a:cubicBezTo>
                <a:cubicBezTo>
                  <a:pt x="9747" y="48548"/>
                  <a:pt x="7835" y="47003"/>
                  <a:pt x="6243" y="44984"/>
                </a:cubicBezTo>
                <a:cubicBezTo>
                  <a:pt x="4652" y="42964"/>
                  <a:pt x="3856" y="40424"/>
                  <a:pt x="3856" y="37364"/>
                </a:cubicBezTo>
                <a:cubicBezTo>
                  <a:pt x="3856" y="34365"/>
                  <a:pt x="4744" y="31657"/>
                  <a:pt x="6518" y="29239"/>
                </a:cubicBezTo>
                <a:cubicBezTo>
                  <a:pt x="8293" y="26821"/>
                  <a:pt x="10787" y="24940"/>
                  <a:pt x="14000" y="23594"/>
                </a:cubicBezTo>
                <a:cubicBezTo>
                  <a:pt x="17213" y="22247"/>
                  <a:pt x="20931" y="21574"/>
                  <a:pt x="25154" y="21574"/>
                </a:cubicBezTo>
                <a:cubicBezTo>
                  <a:pt x="29377" y="21574"/>
                  <a:pt x="33049" y="22263"/>
                  <a:pt x="36170" y="23640"/>
                </a:cubicBezTo>
                <a:cubicBezTo>
                  <a:pt x="39292" y="25017"/>
                  <a:pt x="41710" y="26929"/>
                  <a:pt x="43424" y="29378"/>
                </a:cubicBezTo>
                <a:cubicBezTo>
                  <a:pt x="45137" y="31825"/>
                  <a:pt x="45994" y="34579"/>
                  <a:pt x="45994" y="37638"/>
                </a:cubicBezTo>
                <a:lnTo>
                  <a:pt x="45902" y="39015"/>
                </a:lnTo>
                <a:lnTo>
                  <a:pt x="31672" y="39015"/>
                </a:lnTo>
                <a:cubicBezTo>
                  <a:pt x="31795" y="37179"/>
                  <a:pt x="31244" y="35711"/>
                  <a:pt x="30019" y="34610"/>
                </a:cubicBezTo>
                <a:cubicBezTo>
                  <a:pt x="28796" y="33508"/>
                  <a:pt x="27052" y="32957"/>
                  <a:pt x="24787" y="32957"/>
                </a:cubicBezTo>
                <a:cubicBezTo>
                  <a:pt x="23013" y="32957"/>
                  <a:pt x="21559" y="33324"/>
                  <a:pt x="20427" y="34059"/>
                </a:cubicBezTo>
                <a:cubicBezTo>
                  <a:pt x="19295" y="34793"/>
                  <a:pt x="18729" y="35803"/>
                  <a:pt x="18729" y="37088"/>
                </a:cubicBezTo>
                <a:cubicBezTo>
                  <a:pt x="18729" y="38434"/>
                  <a:pt x="19478" y="39552"/>
                  <a:pt x="20977" y="40440"/>
                </a:cubicBezTo>
                <a:cubicBezTo>
                  <a:pt x="22477" y="41327"/>
                  <a:pt x="24818" y="42321"/>
                  <a:pt x="28001" y="43422"/>
                </a:cubicBezTo>
                <a:cubicBezTo>
                  <a:pt x="31306" y="44524"/>
                  <a:pt x="34044" y="45611"/>
                  <a:pt x="36217" y="46682"/>
                </a:cubicBezTo>
                <a:cubicBezTo>
                  <a:pt x="38390" y="47753"/>
                  <a:pt x="40256" y="49252"/>
                  <a:pt x="41817" y="51180"/>
                </a:cubicBezTo>
                <a:cubicBezTo>
                  <a:pt x="43377" y="53108"/>
                  <a:pt x="44158" y="55510"/>
                  <a:pt x="44158" y="58387"/>
                </a:cubicBezTo>
                <a:cubicBezTo>
                  <a:pt x="44158" y="61692"/>
                  <a:pt x="43163" y="64538"/>
                  <a:pt x="41174" y="66925"/>
                </a:cubicBezTo>
                <a:cubicBezTo>
                  <a:pt x="39185" y="69311"/>
                  <a:pt x="36461" y="71132"/>
                  <a:pt x="33003" y="72387"/>
                </a:cubicBezTo>
                <a:cubicBezTo>
                  <a:pt x="29546" y="73641"/>
                  <a:pt x="25614" y="74268"/>
                  <a:pt x="21207" y="74268"/>
                </a:cubicBezTo>
                <a:close/>
                <a:moveTo>
                  <a:pt x="74546" y="74268"/>
                </a:moveTo>
                <a:cubicBezTo>
                  <a:pt x="70139" y="74268"/>
                  <a:pt x="66222" y="73381"/>
                  <a:pt x="62794" y="71607"/>
                </a:cubicBezTo>
                <a:cubicBezTo>
                  <a:pt x="59367" y="69831"/>
                  <a:pt x="56720" y="67322"/>
                  <a:pt x="54853" y="64079"/>
                </a:cubicBezTo>
                <a:cubicBezTo>
                  <a:pt x="52986" y="60834"/>
                  <a:pt x="52053" y="57070"/>
                  <a:pt x="52053" y="52787"/>
                </a:cubicBezTo>
                <a:cubicBezTo>
                  <a:pt x="52053" y="46972"/>
                  <a:pt x="53430" y="41678"/>
                  <a:pt x="56184" y="36904"/>
                </a:cubicBezTo>
                <a:cubicBezTo>
                  <a:pt x="58938" y="32130"/>
                  <a:pt x="62732" y="28382"/>
                  <a:pt x="67567" y="25659"/>
                </a:cubicBezTo>
                <a:cubicBezTo>
                  <a:pt x="72402" y="22935"/>
                  <a:pt x="77789" y="21574"/>
                  <a:pt x="83725" y="21574"/>
                </a:cubicBezTo>
                <a:cubicBezTo>
                  <a:pt x="88132" y="21574"/>
                  <a:pt x="92064" y="22476"/>
                  <a:pt x="95521" y="24282"/>
                </a:cubicBezTo>
                <a:cubicBezTo>
                  <a:pt x="98980" y="26087"/>
                  <a:pt x="101657" y="28612"/>
                  <a:pt x="103555" y="31856"/>
                </a:cubicBezTo>
                <a:cubicBezTo>
                  <a:pt x="105453" y="35099"/>
                  <a:pt x="106402" y="38863"/>
                  <a:pt x="106402" y="43148"/>
                </a:cubicBezTo>
                <a:cubicBezTo>
                  <a:pt x="106402" y="49023"/>
                  <a:pt x="105009" y="54332"/>
                  <a:pt x="102224" y="59075"/>
                </a:cubicBezTo>
                <a:cubicBezTo>
                  <a:pt x="99439" y="63818"/>
                  <a:pt x="95614" y="67536"/>
                  <a:pt x="90749" y="70230"/>
                </a:cubicBezTo>
                <a:cubicBezTo>
                  <a:pt x="85883" y="72922"/>
                  <a:pt x="80482" y="74268"/>
                  <a:pt x="74546" y="74268"/>
                </a:cubicBezTo>
                <a:moveTo>
                  <a:pt x="76748" y="60773"/>
                </a:moveTo>
                <a:cubicBezTo>
                  <a:pt x="79319" y="60773"/>
                  <a:pt x="81629" y="59992"/>
                  <a:pt x="83679" y="58432"/>
                </a:cubicBezTo>
                <a:cubicBezTo>
                  <a:pt x="85730" y="56871"/>
                  <a:pt x="87321" y="54852"/>
                  <a:pt x="88453" y="52373"/>
                </a:cubicBezTo>
                <a:cubicBezTo>
                  <a:pt x="89586" y="49895"/>
                  <a:pt x="90152" y="47309"/>
                  <a:pt x="90152" y="44616"/>
                </a:cubicBezTo>
                <a:cubicBezTo>
                  <a:pt x="90152" y="41555"/>
                  <a:pt x="89326" y="39199"/>
                  <a:pt x="87673" y="37547"/>
                </a:cubicBezTo>
                <a:cubicBezTo>
                  <a:pt x="86021" y="35894"/>
                  <a:pt x="83940" y="35068"/>
                  <a:pt x="81431" y="35068"/>
                </a:cubicBezTo>
                <a:cubicBezTo>
                  <a:pt x="78799" y="35068"/>
                  <a:pt x="76489" y="35849"/>
                  <a:pt x="74499" y="37410"/>
                </a:cubicBezTo>
                <a:cubicBezTo>
                  <a:pt x="72510" y="38971"/>
                  <a:pt x="70965" y="41005"/>
                  <a:pt x="69863" y="43515"/>
                </a:cubicBezTo>
                <a:cubicBezTo>
                  <a:pt x="68762" y="46024"/>
                  <a:pt x="68211" y="48656"/>
                  <a:pt x="68211" y="51410"/>
                </a:cubicBezTo>
                <a:cubicBezTo>
                  <a:pt x="68211" y="54408"/>
                  <a:pt x="69006" y="56719"/>
                  <a:pt x="70597" y="58341"/>
                </a:cubicBezTo>
                <a:cubicBezTo>
                  <a:pt x="72188" y="59962"/>
                  <a:pt x="74238" y="60773"/>
                  <a:pt x="76748" y="60773"/>
                </a:cubicBezTo>
                <a:close/>
                <a:moveTo>
                  <a:pt x="184158" y="21757"/>
                </a:moveTo>
                <a:cubicBezTo>
                  <a:pt x="189666" y="21757"/>
                  <a:pt x="193966" y="23211"/>
                  <a:pt x="197056" y="26118"/>
                </a:cubicBezTo>
                <a:cubicBezTo>
                  <a:pt x="200147" y="29025"/>
                  <a:pt x="201692" y="33080"/>
                  <a:pt x="201692" y="38281"/>
                </a:cubicBezTo>
                <a:cubicBezTo>
                  <a:pt x="201692" y="39873"/>
                  <a:pt x="201509" y="41647"/>
                  <a:pt x="201142" y="43606"/>
                </a:cubicBezTo>
                <a:lnTo>
                  <a:pt x="195817" y="73534"/>
                </a:lnTo>
                <a:lnTo>
                  <a:pt x="180211" y="73534"/>
                </a:lnTo>
                <a:lnTo>
                  <a:pt x="185168" y="45718"/>
                </a:lnTo>
                <a:cubicBezTo>
                  <a:pt x="185291" y="45106"/>
                  <a:pt x="185352" y="44279"/>
                  <a:pt x="185352" y="43239"/>
                </a:cubicBezTo>
                <a:cubicBezTo>
                  <a:pt x="185352" y="40669"/>
                  <a:pt x="184633" y="38710"/>
                  <a:pt x="183195" y="37364"/>
                </a:cubicBezTo>
                <a:cubicBezTo>
                  <a:pt x="181757" y="36017"/>
                  <a:pt x="179752" y="35344"/>
                  <a:pt x="177181" y="35344"/>
                </a:cubicBezTo>
                <a:cubicBezTo>
                  <a:pt x="174122" y="35344"/>
                  <a:pt x="171551" y="36247"/>
                  <a:pt x="169470" y="38053"/>
                </a:cubicBezTo>
                <a:cubicBezTo>
                  <a:pt x="167389" y="39858"/>
                  <a:pt x="166073" y="42413"/>
                  <a:pt x="165522" y="45718"/>
                </a:cubicBezTo>
                <a:lnTo>
                  <a:pt x="160565" y="73534"/>
                </a:lnTo>
                <a:lnTo>
                  <a:pt x="144958" y="73534"/>
                </a:lnTo>
                <a:lnTo>
                  <a:pt x="149916" y="45718"/>
                </a:lnTo>
                <a:cubicBezTo>
                  <a:pt x="150038" y="45106"/>
                  <a:pt x="150099" y="44279"/>
                  <a:pt x="150099" y="43239"/>
                </a:cubicBezTo>
                <a:cubicBezTo>
                  <a:pt x="150099" y="40669"/>
                  <a:pt x="149380" y="38710"/>
                  <a:pt x="147942" y="37364"/>
                </a:cubicBezTo>
                <a:cubicBezTo>
                  <a:pt x="146504" y="36017"/>
                  <a:pt x="144500" y="35344"/>
                  <a:pt x="141930" y="35344"/>
                </a:cubicBezTo>
                <a:cubicBezTo>
                  <a:pt x="138869" y="35344"/>
                  <a:pt x="136298" y="36247"/>
                  <a:pt x="134217" y="38053"/>
                </a:cubicBezTo>
                <a:cubicBezTo>
                  <a:pt x="132136" y="39858"/>
                  <a:pt x="130820" y="42413"/>
                  <a:pt x="130269" y="45718"/>
                </a:cubicBezTo>
                <a:lnTo>
                  <a:pt x="130269" y="45259"/>
                </a:lnTo>
                <a:lnTo>
                  <a:pt x="125313" y="73534"/>
                </a:lnTo>
                <a:lnTo>
                  <a:pt x="109614" y="73534"/>
                </a:lnTo>
                <a:lnTo>
                  <a:pt x="118610" y="22308"/>
                </a:lnTo>
                <a:lnTo>
                  <a:pt x="134309" y="22308"/>
                </a:lnTo>
                <a:lnTo>
                  <a:pt x="133208" y="28826"/>
                </a:lnTo>
                <a:cubicBezTo>
                  <a:pt x="135167" y="26623"/>
                  <a:pt x="137538" y="24894"/>
                  <a:pt x="140323" y="23640"/>
                </a:cubicBezTo>
                <a:cubicBezTo>
                  <a:pt x="143108" y="22385"/>
                  <a:pt x="146122" y="21757"/>
                  <a:pt x="149365" y="21757"/>
                </a:cubicBezTo>
                <a:cubicBezTo>
                  <a:pt x="153282" y="21757"/>
                  <a:pt x="156602" y="22584"/>
                  <a:pt x="159325" y="24237"/>
                </a:cubicBezTo>
                <a:cubicBezTo>
                  <a:pt x="162049" y="25889"/>
                  <a:pt x="163992" y="28275"/>
                  <a:pt x="165155" y="31396"/>
                </a:cubicBezTo>
                <a:cubicBezTo>
                  <a:pt x="167420" y="28520"/>
                  <a:pt x="170235" y="26195"/>
                  <a:pt x="173601" y="24420"/>
                </a:cubicBezTo>
                <a:cubicBezTo>
                  <a:pt x="176967" y="22645"/>
                  <a:pt x="180486" y="21757"/>
                  <a:pt x="184158" y="21757"/>
                </a:cubicBezTo>
                <a:close/>
                <a:moveTo>
                  <a:pt x="238781" y="21574"/>
                </a:moveTo>
                <a:cubicBezTo>
                  <a:pt x="245391" y="21574"/>
                  <a:pt x="250639" y="23364"/>
                  <a:pt x="254525" y="26945"/>
                </a:cubicBezTo>
                <a:cubicBezTo>
                  <a:pt x="258411" y="30524"/>
                  <a:pt x="260355" y="35405"/>
                  <a:pt x="260355" y="41586"/>
                </a:cubicBezTo>
                <a:cubicBezTo>
                  <a:pt x="260355" y="43606"/>
                  <a:pt x="260202" y="45411"/>
                  <a:pt x="259897" y="47003"/>
                </a:cubicBezTo>
                <a:cubicBezTo>
                  <a:pt x="259652" y="48410"/>
                  <a:pt x="259284" y="49909"/>
                  <a:pt x="258794" y="51501"/>
                </a:cubicBezTo>
                <a:lnTo>
                  <a:pt x="223267" y="51501"/>
                </a:lnTo>
                <a:cubicBezTo>
                  <a:pt x="223205" y="51869"/>
                  <a:pt x="223174" y="52451"/>
                  <a:pt x="223174" y="53246"/>
                </a:cubicBezTo>
                <a:cubicBezTo>
                  <a:pt x="223174" y="55939"/>
                  <a:pt x="223909" y="57989"/>
                  <a:pt x="225378" y="59397"/>
                </a:cubicBezTo>
                <a:cubicBezTo>
                  <a:pt x="226847" y="60804"/>
                  <a:pt x="228805" y="61508"/>
                  <a:pt x="231253" y="61508"/>
                </a:cubicBezTo>
                <a:cubicBezTo>
                  <a:pt x="235170" y="61508"/>
                  <a:pt x="238170" y="59856"/>
                  <a:pt x="240250" y="56551"/>
                </a:cubicBezTo>
                <a:lnTo>
                  <a:pt x="256959" y="56551"/>
                </a:lnTo>
                <a:cubicBezTo>
                  <a:pt x="254755" y="61752"/>
                  <a:pt x="251174" y="66006"/>
                  <a:pt x="246216" y="69311"/>
                </a:cubicBezTo>
                <a:cubicBezTo>
                  <a:pt x="241259" y="72616"/>
                  <a:pt x="235690" y="74268"/>
                  <a:pt x="229509" y="74268"/>
                </a:cubicBezTo>
                <a:cubicBezTo>
                  <a:pt x="222899" y="74268"/>
                  <a:pt x="217620" y="72432"/>
                  <a:pt x="213673" y="68760"/>
                </a:cubicBezTo>
                <a:cubicBezTo>
                  <a:pt x="209725" y="65088"/>
                  <a:pt x="207751" y="60100"/>
                  <a:pt x="207751" y="53797"/>
                </a:cubicBezTo>
                <a:cubicBezTo>
                  <a:pt x="207751" y="51899"/>
                  <a:pt x="207935" y="49940"/>
                  <a:pt x="208302" y="47920"/>
                </a:cubicBezTo>
                <a:cubicBezTo>
                  <a:pt x="209221" y="42596"/>
                  <a:pt x="211119" y="37945"/>
                  <a:pt x="213995" y="33967"/>
                </a:cubicBezTo>
                <a:cubicBezTo>
                  <a:pt x="216871" y="29989"/>
                  <a:pt x="220451" y="26929"/>
                  <a:pt x="224735" y="24787"/>
                </a:cubicBezTo>
                <a:cubicBezTo>
                  <a:pt x="229020" y="22645"/>
                  <a:pt x="233701" y="21574"/>
                  <a:pt x="238781" y="21574"/>
                </a:cubicBezTo>
                <a:moveTo>
                  <a:pt x="244474" y="43515"/>
                </a:moveTo>
                <a:cubicBezTo>
                  <a:pt x="244596" y="42657"/>
                  <a:pt x="244657" y="42076"/>
                  <a:pt x="244657" y="41771"/>
                </a:cubicBezTo>
                <a:cubicBezTo>
                  <a:pt x="244657" y="39322"/>
                  <a:pt x="243892" y="37440"/>
                  <a:pt x="242361" y="36124"/>
                </a:cubicBezTo>
                <a:cubicBezTo>
                  <a:pt x="240832" y="34808"/>
                  <a:pt x="238812" y="34150"/>
                  <a:pt x="236303" y="34150"/>
                </a:cubicBezTo>
                <a:cubicBezTo>
                  <a:pt x="233610" y="34150"/>
                  <a:pt x="231237" y="34961"/>
                  <a:pt x="229187" y="36584"/>
                </a:cubicBezTo>
                <a:cubicBezTo>
                  <a:pt x="227137" y="38205"/>
                  <a:pt x="225653" y="40515"/>
                  <a:pt x="224735" y="43515"/>
                </a:cubicBezTo>
                <a:lnTo>
                  <a:pt x="244474" y="43515"/>
                </a:lnTo>
                <a:close/>
                <a:moveTo>
                  <a:pt x="359136" y="21757"/>
                </a:moveTo>
                <a:cubicBezTo>
                  <a:pt x="364644" y="21757"/>
                  <a:pt x="368943" y="23211"/>
                  <a:pt x="372033" y="26118"/>
                </a:cubicBezTo>
                <a:cubicBezTo>
                  <a:pt x="375124" y="29025"/>
                  <a:pt x="376670" y="33080"/>
                  <a:pt x="376670" y="38281"/>
                </a:cubicBezTo>
                <a:cubicBezTo>
                  <a:pt x="376670" y="39873"/>
                  <a:pt x="376486" y="41647"/>
                  <a:pt x="376119" y="43606"/>
                </a:cubicBezTo>
                <a:lnTo>
                  <a:pt x="370795" y="73534"/>
                </a:lnTo>
                <a:lnTo>
                  <a:pt x="355188" y="73534"/>
                </a:lnTo>
                <a:lnTo>
                  <a:pt x="360146" y="45718"/>
                </a:lnTo>
                <a:cubicBezTo>
                  <a:pt x="360268" y="45106"/>
                  <a:pt x="360329" y="44279"/>
                  <a:pt x="360329" y="43239"/>
                </a:cubicBezTo>
                <a:cubicBezTo>
                  <a:pt x="360329" y="40669"/>
                  <a:pt x="359610" y="38710"/>
                  <a:pt x="358172" y="37364"/>
                </a:cubicBezTo>
                <a:cubicBezTo>
                  <a:pt x="356734" y="36017"/>
                  <a:pt x="354729" y="35344"/>
                  <a:pt x="352158" y="35344"/>
                </a:cubicBezTo>
                <a:cubicBezTo>
                  <a:pt x="349099" y="35344"/>
                  <a:pt x="346528" y="36247"/>
                  <a:pt x="344447" y="38053"/>
                </a:cubicBezTo>
                <a:cubicBezTo>
                  <a:pt x="342366" y="39858"/>
                  <a:pt x="341050" y="42413"/>
                  <a:pt x="340499" y="45718"/>
                </a:cubicBezTo>
                <a:lnTo>
                  <a:pt x="335542" y="73534"/>
                </a:lnTo>
                <a:lnTo>
                  <a:pt x="319936" y="73534"/>
                </a:lnTo>
                <a:lnTo>
                  <a:pt x="324893" y="45718"/>
                </a:lnTo>
                <a:cubicBezTo>
                  <a:pt x="325015" y="45106"/>
                  <a:pt x="325076" y="44279"/>
                  <a:pt x="325076" y="43239"/>
                </a:cubicBezTo>
                <a:cubicBezTo>
                  <a:pt x="325076" y="40669"/>
                  <a:pt x="324357" y="38710"/>
                  <a:pt x="322919" y="37364"/>
                </a:cubicBezTo>
                <a:cubicBezTo>
                  <a:pt x="321481" y="36017"/>
                  <a:pt x="319477" y="35344"/>
                  <a:pt x="316907" y="35344"/>
                </a:cubicBezTo>
                <a:cubicBezTo>
                  <a:pt x="313847" y="35344"/>
                  <a:pt x="311276" y="36247"/>
                  <a:pt x="309194" y="38053"/>
                </a:cubicBezTo>
                <a:cubicBezTo>
                  <a:pt x="307113" y="39858"/>
                  <a:pt x="305798" y="42413"/>
                  <a:pt x="305247" y="45718"/>
                </a:cubicBezTo>
                <a:lnTo>
                  <a:pt x="305247" y="45259"/>
                </a:lnTo>
                <a:lnTo>
                  <a:pt x="300291" y="73534"/>
                </a:lnTo>
                <a:lnTo>
                  <a:pt x="284592" y="73534"/>
                </a:lnTo>
                <a:lnTo>
                  <a:pt x="293588" y="22308"/>
                </a:lnTo>
                <a:lnTo>
                  <a:pt x="309287" y="22308"/>
                </a:lnTo>
                <a:lnTo>
                  <a:pt x="308186" y="28826"/>
                </a:lnTo>
                <a:cubicBezTo>
                  <a:pt x="310144" y="26623"/>
                  <a:pt x="312515" y="24894"/>
                  <a:pt x="315300" y="23640"/>
                </a:cubicBezTo>
                <a:cubicBezTo>
                  <a:pt x="318085" y="22385"/>
                  <a:pt x="321099" y="21757"/>
                  <a:pt x="324342" y="21757"/>
                </a:cubicBezTo>
                <a:cubicBezTo>
                  <a:pt x="328259" y="21757"/>
                  <a:pt x="331579" y="22584"/>
                  <a:pt x="334302" y="24237"/>
                </a:cubicBezTo>
                <a:cubicBezTo>
                  <a:pt x="337026" y="25889"/>
                  <a:pt x="338970" y="28275"/>
                  <a:pt x="340132" y="31396"/>
                </a:cubicBezTo>
                <a:cubicBezTo>
                  <a:pt x="342397" y="28520"/>
                  <a:pt x="345212" y="26195"/>
                  <a:pt x="348578" y="24420"/>
                </a:cubicBezTo>
                <a:cubicBezTo>
                  <a:pt x="351944" y="22645"/>
                  <a:pt x="355464" y="21757"/>
                  <a:pt x="359136" y="21757"/>
                </a:cubicBezTo>
                <a:close/>
                <a:moveTo>
                  <a:pt x="383280" y="47829"/>
                </a:moveTo>
                <a:cubicBezTo>
                  <a:pt x="384199" y="42566"/>
                  <a:pt x="386004" y="37945"/>
                  <a:pt x="388697" y="33967"/>
                </a:cubicBezTo>
                <a:cubicBezTo>
                  <a:pt x="391390" y="29989"/>
                  <a:pt x="394634" y="26929"/>
                  <a:pt x="398428" y="24787"/>
                </a:cubicBezTo>
                <a:cubicBezTo>
                  <a:pt x="402222" y="22645"/>
                  <a:pt x="406231" y="21574"/>
                  <a:pt x="410454" y="21574"/>
                </a:cubicBezTo>
                <a:cubicBezTo>
                  <a:pt x="414065" y="21574"/>
                  <a:pt x="417095" y="22308"/>
                  <a:pt x="419542" y="23777"/>
                </a:cubicBezTo>
                <a:cubicBezTo>
                  <a:pt x="421991" y="25245"/>
                  <a:pt x="423766" y="27173"/>
                  <a:pt x="424867" y="29560"/>
                </a:cubicBezTo>
                <a:lnTo>
                  <a:pt x="426153" y="22308"/>
                </a:lnTo>
                <a:lnTo>
                  <a:pt x="441850" y="22308"/>
                </a:lnTo>
                <a:lnTo>
                  <a:pt x="432762" y="73534"/>
                </a:lnTo>
                <a:lnTo>
                  <a:pt x="417064" y="73534"/>
                </a:lnTo>
                <a:lnTo>
                  <a:pt x="418441" y="66282"/>
                </a:lnTo>
                <a:cubicBezTo>
                  <a:pt x="416483" y="68669"/>
                  <a:pt x="414004" y="70597"/>
                  <a:pt x="411004" y="72066"/>
                </a:cubicBezTo>
                <a:cubicBezTo>
                  <a:pt x="408006" y="73534"/>
                  <a:pt x="404701" y="74268"/>
                  <a:pt x="401089" y="74268"/>
                </a:cubicBezTo>
                <a:cubicBezTo>
                  <a:pt x="397479" y="74268"/>
                  <a:pt x="394282" y="73442"/>
                  <a:pt x="391497" y="71790"/>
                </a:cubicBezTo>
                <a:cubicBezTo>
                  <a:pt x="388712" y="70137"/>
                  <a:pt x="386554" y="67796"/>
                  <a:pt x="385024" y="64766"/>
                </a:cubicBezTo>
                <a:cubicBezTo>
                  <a:pt x="383494" y="61737"/>
                  <a:pt x="382729" y="58172"/>
                  <a:pt x="382729" y="54071"/>
                </a:cubicBezTo>
                <a:cubicBezTo>
                  <a:pt x="382729" y="52113"/>
                  <a:pt x="382913" y="50032"/>
                  <a:pt x="383280" y="47829"/>
                </a:cubicBezTo>
                <a:moveTo>
                  <a:pt x="421655" y="47920"/>
                </a:moveTo>
                <a:cubicBezTo>
                  <a:pt x="421838" y="46819"/>
                  <a:pt x="421929" y="45810"/>
                  <a:pt x="421929" y="44892"/>
                </a:cubicBezTo>
                <a:cubicBezTo>
                  <a:pt x="421929" y="41893"/>
                  <a:pt x="421057" y="39537"/>
                  <a:pt x="419313" y="37823"/>
                </a:cubicBezTo>
                <a:cubicBezTo>
                  <a:pt x="417569" y="36109"/>
                  <a:pt x="415351" y="35251"/>
                  <a:pt x="412657" y="35251"/>
                </a:cubicBezTo>
                <a:cubicBezTo>
                  <a:pt x="409536" y="35251"/>
                  <a:pt x="406690" y="36369"/>
                  <a:pt x="404119" y="38604"/>
                </a:cubicBezTo>
                <a:cubicBezTo>
                  <a:pt x="401549" y="40837"/>
                  <a:pt x="399928" y="43913"/>
                  <a:pt x="399254" y="47829"/>
                </a:cubicBezTo>
                <a:cubicBezTo>
                  <a:pt x="399070" y="48931"/>
                  <a:pt x="398978" y="49941"/>
                  <a:pt x="398978" y="50859"/>
                </a:cubicBezTo>
                <a:cubicBezTo>
                  <a:pt x="398978" y="53858"/>
                  <a:pt x="399851" y="56229"/>
                  <a:pt x="401595" y="57974"/>
                </a:cubicBezTo>
                <a:cubicBezTo>
                  <a:pt x="403340" y="59717"/>
                  <a:pt x="405528" y="60589"/>
                  <a:pt x="408159" y="60589"/>
                </a:cubicBezTo>
                <a:cubicBezTo>
                  <a:pt x="411280" y="60589"/>
                  <a:pt x="414126" y="59457"/>
                  <a:pt x="416696" y="57194"/>
                </a:cubicBezTo>
                <a:cubicBezTo>
                  <a:pt x="419267" y="54929"/>
                  <a:pt x="420920" y="51838"/>
                  <a:pt x="421655" y="47920"/>
                </a:cubicBezTo>
                <a:close/>
                <a:moveTo>
                  <a:pt x="465444" y="55908"/>
                </a:moveTo>
                <a:cubicBezTo>
                  <a:pt x="465383" y="56214"/>
                  <a:pt x="465353" y="56612"/>
                  <a:pt x="465353" y="57101"/>
                </a:cubicBezTo>
                <a:cubicBezTo>
                  <a:pt x="465353" y="58203"/>
                  <a:pt x="465674" y="58999"/>
                  <a:pt x="466317" y="59488"/>
                </a:cubicBezTo>
                <a:cubicBezTo>
                  <a:pt x="466959" y="59978"/>
                  <a:pt x="468015" y="60222"/>
                  <a:pt x="469484" y="60222"/>
                </a:cubicBezTo>
                <a:lnTo>
                  <a:pt x="475084" y="60222"/>
                </a:lnTo>
                <a:lnTo>
                  <a:pt x="472697" y="73534"/>
                </a:lnTo>
                <a:lnTo>
                  <a:pt x="464710" y="73534"/>
                </a:lnTo>
                <a:cubicBezTo>
                  <a:pt x="454428" y="73534"/>
                  <a:pt x="449287" y="69219"/>
                  <a:pt x="449287" y="60589"/>
                </a:cubicBezTo>
                <a:cubicBezTo>
                  <a:pt x="449287" y="59304"/>
                  <a:pt x="449440" y="57683"/>
                  <a:pt x="449747" y="55724"/>
                </a:cubicBezTo>
                <a:lnTo>
                  <a:pt x="453418" y="35344"/>
                </a:lnTo>
                <a:lnTo>
                  <a:pt x="447176" y="35344"/>
                </a:lnTo>
                <a:lnTo>
                  <a:pt x="449471" y="22308"/>
                </a:lnTo>
                <a:lnTo>
                  <a:pt x="455713" y="22308"/>
                </a:lnTo>
                <a:lnTo>
                  <a:pt x="457916" y="9822"/>
                </a:lnTo>
                <a:lnTo>
                  <a:pt x="473615" y="9822"/>
                </a:lnTo>
                <a:lnTo>
                  <a:pt x="471412" y="22308"/>
                </a:lnTo>
                <a:lnTo>
                  <a:pt x="481693" y="22308"/>
                </a:lnTo>
                <a:lnTo>
                  <a:pt x="479399" y="35344"/>
                </a:lnTo>
                <a:lnTo>
                  <a:pt x="469117" y="35344"/>
                </a:lnTo>
                <a:lnTo>
                  <a:pt x="465444" y="55908"/>
                </a:lnTo>
                <a:close/>
                <a:moveTo>
                  <a:pt x="504460" y="31580"/>
                </a:moveTo>
                <a:cubicBezTo>
                  <a:pt x="506847" y="28520"/>
                  <a:pt x="509586" y="26118"/>
                  <a:pt x="512676" y="24374"/>
                </a:cubicBezTo>
                <a:cubicBezTo>
                  <a:pt x="515767" y="22630"/>
                  <a:pt x="518996" y="21757"/>
                  <a:pt x="522363" y="21757"/>
                </a:cubicBezTo>
                <a:lnTo>
                  <a:pt x="519425" y="38374"/>
                </a:lnTo>
                <a:lnTo>
                  <a:pt x="515111" y="38374"/>
                </a:lnTo>
                <a:cubicBezTo>
                  <a:pt x="511193" y="38374"/>
                  <a:pt x="508102" y="39215"/>
                  <a:pt x="505837" y="40898"/>
                </a:cubicBezTo>
                <a:cubicBezTo>
                  <a:pt x="503574" y="42581"/>
                  <a:pt x="502074" y="45534"/>
                  <a:pt x="501339" y="49757"/>
                </a:cubicBezTo>
                <a:lnTo>
                  <a:pt x="497117" y="73534"/>
                </a:lnTo>
                <a:lnTo>
                  <a:pt x="481419" y="73534"/>
                </a:lnTo>
                <a:lnTo>
                  <a:pt x="490415" y="22308"/>
                </a:lnTo>
                <a:lnTo>
                  <a:pt x="506113" y="22308"/>
                </a:lnTo>
                <a:lnTo>
                  <a:pt x="504460" y="31580"/>
                </a:lnTo>
                <a:close/>
                <a:moveTo>
                  <a:pt x="538611" y="16983"/>
                </a:moveTo>
                <a:cubicBezTo>
                  <a:pt x="536163" y="16983"/>
                  <a:pt x="534220" y="16326"/>
                  <a:pt x="532782" y="15010"/>
                </a:cubicBezTo>
                <a:cubicBezTo>
                  <a:pt x="531344" y="13694"/>
                  <a:pt x="530625" y="12026"/>
                  <a:pt x="530625" y="10006"/>
                </a:cubicBezTo>
                <a:cubicBezTo>
                  <a:pt x="530625" y="7252"/>
                  <a:pt x="531696" y="4896"/>
                  <a:pt x="533837" y="2938"/>
                </a:cubicBezTo>
                <a:cubicBezTo>
                  <a:pt x="535979" y="979"/>
                  <a:pt x="538581" y="0"/>
                  <a:pt x="541641" y="0"/>
                </a:cubicBezTo>
                <a:cubicBezTo>
                  <a:pt x="544090" y="0"/>
                  <a:pt x="546018" y="658"/>
                  <a:pt x="547425" y="1974"/>
                </a:cubicBezTo>
                <a:cubicBezTo>
                  <a:pt x="548832" y="3290"/>
                  <a:pt x="549536" y="4988"/>
                  <a:pt x="549536" y="7068"/>
                </a:cubicBezTo>
                <a:cubicBezTo>
                  <a:pt x="549536" y="9762"/>
                  <a:pt x="548465" y="12088"/>
                  <a:pt x="546322" y="14046"/>
                </a:cubicBezTo>
                <a:cubicBezTo>
                  <a:pt x="544181" y="16004"/>
                  <a:pt x="541611" y="16983"/>
                  <a:pt x="538611" y="16983"/>
                </a:cubicBezTo>
                <a:moveTo>
                  <a:pt x="545405" y="22308"/>
                </a:moveTo>
                <a:lnTo>
                  <a:pt x="536409" y="73534"/>
                </a:lnTo>
                <a:lnTo>
                  <a:pt x="520710" y="73534"/>
                </a:lnTo>
                <a:lnTo>
                  <a:pt x="529706" y="22308"/>
                </a:lnTo>
                <a:lnTo>
                  <a:pt x="545405" y="223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Text xex">
            <a:extLst xmlns:a="http://schemas.openxmlformats.org/drawingml/2006/main">
              <a:ext uri="{FF2B5EF4-FFF2-40B4-BE49-F238E27FC236}">
                <a16:creationId xmlns:a16="http://schemas.microsoft.com/office/drawing/2014/main" id="{C6194B08-0E28-4737-AAE9-9D58C2CA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7784" y="725512"/>
            <a:ext cx="192972" cy="52694"/>
          </a:xfrm>
          <a:custGeom xmlns:a="http://schemas.openxmlformats.org/drawingml/2006/main">
            <a:pathLst>
              <a:path w="192972" h="52694">
                <a:moveTo>
                  <a:pt x="39567" y="26622"/>
                </a:moveTo>
                <a:lnTo>
                  <a:pt x="52696" y="51960"/>
                </a:lnTo>
                <a:lnTo>
                  <a:pt x="35069" y="51960"/>
                </a:lnTo>
                <a:lnTo>
                  <a:pt x="27725" y="37822"/>
                </a:lnTo>
                <a:lnTo>
                  <a:pt x="16983" y="51960"/>
                </a:lnTo>
                <a:lnTo>
                  <a:pt x="0" y="51960"/>
                </a:lnTo>
                <a:lnTo>
                  <a:pt x="21481" y="25796"/>
                </a:lnTo>
                <a:lnTo>
                  <a:pt x="8538" y="734"/>
                </a:lnTo>
                <a:lnTo>
                  <a:pt x="26164" y="734"/>
                </a:lnTo>
                <a:lnTo>
                  <a:pt x="33509" y="14963"/>
                </a:lnTo>
                <a:lnTo>
                  <a:pt x="44249" y="734"/>
                </a:lnTo>
                <a:lnTo>
                  <a:pt x="61234" y="734"/>
                </a:lnTo>
                <a:lnTo>
                  <a:pt x="39567" y="26622"/>
                </a:lnTo>
                <a:close/>
                <a:moveTo>
                  <a:pt x="111908" y="0"/>
                </a:moveTo>
                <a:cubicBezTo>
                  <a:pt x="118518" y="0"/>
                  <a:pt x="123766" y="1790"/>
                  <a:pt x="127652" y="5371"/>
                </a:cubicBezTo>
                <a:cubicBezTo>
                  <a:pt x="131539" y="8950"/>
                  <a:pt x="133482" y="13831"/>
                  <a:pt x="133482" y="20012"/>
                </a:cubicBezTo>
                <a:cubicBezTo>
                  <a:pt x="133482" y="22032"/>
                  <a:pt x="133329" y="23838"/>
                  <a:pt x="133024" y="25429"/>
                </a:cubicBezTo>
                <a:cubicBezTo>
                  <a:pt x="132779" y="26836"/>
                  <a:pt x="132412" y="28336"/>
                  <a:pt x="131922" y="29927"/>
                </a:cubicBezTo>
                <a:lnTo>
                  <a:pt x="96394" y="29927"/>
                </a:lnTo>
                <a:cubicBezTo>
                  <a:pt x="96333" y="30295"/>
                  <a:pt x="96302" y="30877"/>
                  <a:pt x="96302" y="31672"/>
                </a:cubicBezTo>
                <a:cubicBezTo>
                  <a:pt x="96302" y="34365"/>
                  <a:pt x="97036" y="36415"/>
                  <a:pt x="98505" y="37823"/>
                </a:cubicBezTo>
                <a:cubicBezTo>
                  <a:pt x="99974" y="39231"/>
                  <a:pt x="101933" y="39934"/>
                  <a:pt x="104380" y="39934"/>
                </a:cubicBezTo>
                <a:cubicBezTo>
                  <a:pt x="108298" y="39934"/>
                  <a:pt x="111297" y="38282"/>
                  <a:pt x="113378" y="34977"/>
                </a:cubicBezTo>
                <a:lnTo>
                  <a:pt x="130087" y="34977"/>
                </a:lnTo>
                <a:cubicBezTo>
                  <a:pt x="127883" y="40178"/>
                  <a:pt x="124302" y="44432"/>
                  <a:pt x="119344" y="47737"/>
                </a:cubicBezTo>
                <a:cubicBezTo>
                  <a:pt x="114387" y="51042"/>
                  <a:pt x="108818" y="52694"/>
                  <a:pt x="102636" y="52694"/>
                </a:cubicBezTo>
                <a:cubicBezTo>
                  <a:pt x="96026" y="52694"/>
                  <a:pt x="90748" y="50858"/>
                  <a:pt x="86800" y="47186"/>
                </a:cubicBezTo>
                <a:cubicBezTo>
                  <a:pt x="82853" y="43514"/>
                  <a:pt x="80879" y="38526"/>
                  <a:pt x="80879" y="32223"/>
                </a:cubicBezTo>
                <a:cubicBezTo>
                  <a:pt x="80879" y="30325"/>
                  <a:pt x="81062" y="28366"/>
                  <a:pt x="81429" y="26346"/>
                </a:cubicBezTo>
                <a:cubicBezTo>
                  <a:pt x="82348" y="21022"/>
                  <a:pt x="84246" y="16371"/>
                  <a:pt x="87122" y="12393"/>
                </a:cubicBezTo>
                <a:cubicBezTo>
                  <a:pt x="89999" y="8415"/>
                  <a:pt x="93579" y="5355"/>
                  <a:pt x="97862" y="3213"/>
                </a:cubicBezTo>
                <a:cubicBezTo>
                  <a:pt x="102147" y="1071"/>
                  <a:pt x="106829" y="0"/>
                  <a:pt x="111908" y="0"/>
                </a:cubicBezTo>
                <a:moveTo>
                  <a:pt x="117601" y="21941"/>
                </a:moveTo>
                <a:cubicBezTo>
                  <a:pt x="117723" y="21084"/>
                  <a:pt x="117785" y="20502"/>
                  <a:pt x="117785" y="20197"/>
                </a:cubicBezTo>
                <a:cubicBezTo>
                  <a:pt x="117785" y="17748"/>
                  <a:pt x="117019" y="15866"/>
                  <a:pt x="115489" y="14550"/>
                </a:cubicBezTo>
                <a:cubicBezTo>
                  <a:pt x="113959" y="13234"/>
                  <a:pt x="111940" y="12576"/>
                  <a:pt x="109430" y="12576"/>
                </a:cubicBezTo>
                <a:cubicBezTo>
                  <a:pt x="106737" y="12576"/>
                  <a:pt x="104365" y="13388"/>
                  <a:pt x="102314" y="15010"/>
                </a:cubicBezTo>
                <a:cubicBezTo>
                  <a:pt x="100264" y="16631"/>
                  <a:pt x="98780" y="18941"/>
                  <a:pt x="97862" y="21941"/>
                </a:cubicBezTo>
                <a:lnTo>
                  <a:pt x="117601" y="21941"/>
                </a:lnTo>
                <a:close/>
                <a:moveTo>
                  <a:pt x="171305" y="26622"/>
                </a:moveTo>
                <a:lnTo>
                  <a:pt x="184434" y="51960"/>
                </a:lnTo>
                <a:lnTo>
                  <a:pt x="166807" y="51960"/>
                </a:lnTo>
                <a:lnTo>
                  <a:pt x="159463" y="37822"/>
                </a:lnTo>
                <a:lnTo>
                  <a:pt x="148722" y="51960"/>
                </a:lnTo>
                <a:lnTo>
                  <a:pt x="131738" y="51960"/>
                </a:lnTo>
                <a:lnTo>
                  <a:pt x="153220" y="25796"/>
                </a:lnTo>
                <a:lnTo>
                  <a:pt x="140276" y="734"/>
                </a:lnTo>
                <a:lnTo>
                  <a:pt x="157903" y="734"/>
                </a:lnTo>
                <a:lnTo>
                  <a:pt x="165247" y="14963"/>
                </a:lnTo>
                <a:lnTo>
                  <a:pt x="175987" y="734"/>
                </a:lnTo>
                <a:lnTo>
                  <a:pt x="192972" y="734"/>
                </a:lnTo>
                <a:lnTo>
                  <a:pt x="171305" y="266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Text pressions">
            <a:extLst xmlns:a="http://schemas.openxmlformats.org/drawingml/2006/main">
              <a:ext uri="{FF2B5EF4-FFF2-40B4-BE49-F238E27FC236}">
                <a16:creationId xmlns:a16="http://schemas.microsoft.com/office/drawing/2014/main" id="{D3491D30-7AAD-434D-B423-6686BE28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962" y="703938"/>
            <a:ext cx="458466" cy="97954"/>
          </a:xfrm>
          <a:custGeom xmlns:a="http://schemas.openxmlformats.org/drawingml/2006/main">
            <a:pathLst>
              <a:path w="458466" h="97954">
                <a:moveTo>
                  <a:pt x="27725" y="29560"/>
                </a:moveTo>
                <a:cubicBezTo>
                  <a:pt x="29683" y="27173"/>
                  <a:pt x="32146" y="25245"/>
                  <a:pt x="35114" y="23777"/>
                </a:cubicBezTo>
                <a:cubicBezTo>
                  <a:pt x="38083" y="22308"/>
                  <a:pt x="41372" y="21574"/>
                  <a:pt x="44983" y="21574"/>
                </a:cubicBezTo>
                <a:cubicBezTo>
                  <a:pt x="50492" y="21574"/>
                  <a:pt x="54944" y="23380"/>
                  <a:pt x="58341" y="26991"/>
                </a:cubicBezTo>
                <a:cubicBezTo>
                  <a:pt x="61737" y="30601"/>
                  <a:pt x="63436" y="35497"/>
                  <a:pt x="63436" y="41678"/>
                </a:cubicBezTo>
                <a:cubicBezTo>
                  <a:pt x="63436" y="43576"/>
                  <a:pt x="63252" y="45626"/>
                  <a:pt x="62885" y="47829"/>
                </a:cubicBezTo>
                <a:cubicBezTo>
                  <a:pt x="61967" y="53093"/>
                  <a:pt x="60162" y="57729"/>
                  <a:pt x="57468" y="61738"/>
                </a:cubicBezTo>
                <a:cubicBezTo>
                  <a:pt x="54776" y="65746"/>
                  <a:pt x="51532" y="68837"/>
                  <a:pt x="47737" y="71010"/>
                </a:cubicBezTo>
                <a:cubicBezTo>
                  <a:pt x="43942" y="73182"/>
                  <a:pt x="39934" y="74268"/>
                  <a:pt x="35711" y="74268"/>
                </a:cubicBezTo>
                <a:cubicBezTo>
                  <a:pt x="32161" y="74268"/>
                  <a:pt x="29162" y="73534"/>
                  <a:pt x="26713" y="72066"/>
                </a:cubicBezTo>
                <a:cubicBezTo>
                  <a:pt x="24266" y="70597"/>
                  <a:pt x="22461" y="68699"/>
                  <a:pt x="21298" y="66373"/>
                </a:cubicBezTo>
                <a:lnTo>
                  <a:pt x="15697" y="97954"/>
                </a:lnTo>
                <a:lnTo>
                  <a:pt x="0" y="97954"/>
                </a:lnTo>
                <a:lnTo>
                  <a:pt x="13310" y="22308"/>
                </a:lnTo>
                <a:lnTo>
                  <a:pt x="29009" y="22308"/>
                </a:lnTo>
                <a:lnTo>
                  <a:pt x="27725" y="29560"/>
                </a:lnTo>
                <a:moveTo>
                  <a:pt x="47003" y="47829"/>
                </a:moveTo>
                <a:cubicBezTo>
                  <a:pt x="47187" y="46789"/>
                  <a:pt x="47279" y="45840"/>
                  <a:pt x="47279" y="44983"/>
                </a:cubicBezTo>
                <a:cubicBezTo>
                  <a:pt x="47279" y="41923"/>
                  <a:pt x="46406" y="39537"/>
                  <a:pt x="44662" y="37823"/>
                </a:cubicBezTo>
                <a:cubicBezTo>
                  <a:pt x="42918" y="36109"/>
                  <a:pt x="40699" y="35251"/>
                  <a:pt x="38007" y="35251"/>
                </a:cubicBezTo>
                <a:cubicBezTo>
                  <a:pt x="34885" y="35251"/>
                  <a:pt x="32038" y="36384"/>
                  <a:pt x="29467" y="38648"/>
                </a:cubicBezTo>
                <a:cubicBezTo>
                  <a:pt x="26897" y="40913"/>
                  <a:pt x="25245" y="44004"/>
                  <a:pt x="24511" y="47920"/>
                </a:cubicBezTo>
                <a:cubicBezTo>
                  <a:pt x="24327" y="49022"/>
                  <a:pt x="24235" y="50032"/>
                  <a:pt x="24235" y="50950"/>
                </a:cubicBezTo>
                <a:cubicBezTo>
                  <a:pt x="24235" y="53949"/>
                  <a:pt x="25092" y="56305"/>
                  <a:pt x="26806" y="58019"/>
                </a:cubicBezTo>
                <a:cubicBezTo>
                  <a:pt x="28520" y="59732"/>
                  <a:pt x="30723" y="60589"/>
                  <a:pt x="33416" y="60589"/>
                </a:cubicBezTo>
                <a:cubicBezTo>
                  <a:pt x="36537" y="60589"/>
                  <a:pt x="39398" y="59442"/>
                  <a:pt x="41999" y="57147"/>
                </a:cubicBezTo>
                <a:cubicBezTo>
                  <a:pt x="44601" y="54852"/>
                  <a:pt x="46269" y="51746"/>
                  <a:pt x="47003" y="47829"/>
                </a:cubicBezTo>
                <a:close/>
                <a:moveTo>
                  <a:pt x="89691" y="31580"/>
                </a:moveTo>
                <a:cubicBezTo>
                  <a:pt x="92078" y="28520"/>
                  <a:pt x="94816" y="26118"/>
                  <a:pt x="97907" y="24374"/>
                </a:cubicBezTo>
                <a:cubicBezTo>
                  <a:pt x="100998" y="22630"/>
                  <a:pt x="104227" y="21757"/>
                  <a:pt x="107593" y="21757"/>
                </a:cubicBezTo>
                <a:lnTo>
                  <a:pt x="104656" y="38374"/>
                </a:lnTo>
                <a:lnTo>
                  <a:pt x="100341" y="38374"/>
                </a:lnTo>
                <a:cubicBezTo>
                  <a:pt x="96424" y="38374"/>
                  <a:pt x="93332" y="39215"/>
                  <a:pt x="91068" y="40898"/>
                </a:cubicBezTo>
                <a:cubicBezTo>
                  <a:pt x="88804" y="42581"/>
                  <a:pt x="87305" y="45534"/>
                  <a:pt x="86570" y="49757"/>
                </a:cubicBezTo>
                <a:lnTo>
                  <a:pt x="82348" y="73534"/>
                </a:lnTo>
                <a:lnTo>
                  <a:pt x="66649" y="73534"/>
                </a:lnTo>
                <a:lnTo>
                  <a:pt x="75645" y="22308"/>
                </a:lnTo>
                <a:lnTo>
                  <a:pt x="91344" y="22308"/>
                </a:lnTo>
                <a:lnTo>
                  <a:pt x="89691" y="31580"/>
                </a:lnTo>
                <a:close/>
                <a:moveTo>
                  <a:pt x="137888" y="21574"/>
                </a:moveTo>
                <a:cubicBezTo>
                  <a:pt x="144498" y="21574"/>
                  <a:pt x="149746" y="23364"/>
                  <a:pt x="153631" y="26945"/>
                </a:cubicBezTo>
                <a:cubicBezTo>
                  <a:pt x="157518" y="30524"/>
                  <a:pt x="159462" y="35405"/>
                  <a:pt x="159462" y="41586"/>
                </a:cubicBezTo>
                <a:cubicBezTo>
                  <a:pt x="159462" y="43606"/>
                  <a:pt x="159309" y="45411"/>
                  <a:pt x="159004" y="47003"/>
                </a:cubicBezTo>
                <a:cubicBezTo>
                  <a:pt x="158759" y="48410"/>
                  <a:pt x="158391" y="49909"/>
                  <a:pt x="157901" y="51501"/>
                </a:cubicBezTo>
                <a:lnTo>
                  <a:pt x="122374" y="51501"/>
                </a:lnTo>
                <a:cubicBezTo>
                  <a:pt x="122312" y="51869"/>
                  <a:pt x="122281" y="52451"/>
                  <a:pt x="122281" y="53246"/>
                </a:cubicBezTo>
                <a:cubicBezTo>
                  <a:pt x="122281" y="55939"/>
                  <a:pt x="123016" y="57989"/>
                  <a:pt x="124485" y="59397"/>
                </a:cubicBezTo>
                <a:cubicBezTo>
                  <a:pt x="125954" y="60804"/>
                  <a:pt x="127912" y="61508"/>
                  <a:pt x="130360" y="61508"/>
                </a:cubicBezTo>
                <a:cubicBezTo>
                  <a:pt x="134277" y="61508"/>
                  <a:pt x="137277" y="59856"/>
                  <a:pt x="139357" y="56551"/>
                </a:cubicBezTo>
                <a:lnTo>
                  <a:pt x="156066" y="56551"/>
                </a:lnTo>
                <a:cubicBezTo>
                  <a:pt x="153862" y="61752"/>
                  <a:pt x="150281" y="66006"/>
                  <a:pt x="145323" y="69311"/>
                </a:cubicBezTo>
                <a:cubicBezTo>
                  <a:pt x="140366" y="72616"/>
                  <a:pt x="134797" y="74268"/>
                  <a:pt x="128616" y="74268"/>
                </a:cubicBezTo>
                <a:cubicBezTo>
                  <a:pt x="122006" y="74268"/>
                  <a:pt x="116727" y="72432"/>
                  <a:pt x="112780" y="68760"/>
                </a:cubicBezTo>
                <a:cubicBezTo>
                  <a:pt x="108832" y="65088"/>
                  <a:pt x="106858" y="60100"/>
                  <a:pt x="106858" y="53797"/>
                </a:cubicBezTo>
                <a:cubicBezTo>
                  <a:pt x="106858" y="51899"/>
                  <a:pt x="107042" y="49940"/>
                  <a:pt x="107409" y="47920"/>
                </a:cubicBezTo>
                <a:cubicBezTo>
                  <a:pt x="108328" y="42596"/>
                  <a:pt x="110226" y="37945"/>
                  <a:pt x="113102" y="33967"/>
                </a:cubicBezTo>
                <a:cubicBezTo>
                  <a:pt x="115978" y="29989"/>
                  <a:pt x="119558" y="26929"/>
                  <a:pt x="123842" y="24787"/>
                </a:cubicBezTo>
                <a:cubicBezTo>
                  <a:pt x="128126" y="22645"/>
                  <a:pt x="132808" y="21574"/>
                  <a:pt x="137888" y="21574"/>
                </a:cubicBezTo>
                <a:moveTo>
                  <a:pt x="143581" y="43515"/>
                </a:moveTo>
                <a:cubicBezTo>
                  <a:pt x="143703" y="42657"/>
                  <a:pt x="143764" y="42076"/>
                  <a:pt x="143764" y="41771"/>
                </a:cubicBezTo>
                <a:cubicBezTo>
                  <a:pt x="143764" y="39322"/>
                  <a:pt x="142999" y="37440"/>
                  <a:pt x="141468" y="36124"/>
                </a:cubicBezTo>
                <a:cubicBezTo>
                  <a:pt x="139939" y="34808"/>
                  <a:pt x="137919" y="34150"/>
                  <a:pt x="135410" y="34150"/>
                </a:cubicBezTo>
                <a:cubicBezTo>
                  <a:pt x="132716" y="34150"/>
                  <a:pt x="130344" y="34961"/>
                  <a:pt x="128294" y="36584"/>
                </a:cubicBezTo>
                <a:cubicBezTo>
                  <a:pt x="126244" y="38205"/>
                  <a:pt x="124760" y="40515"/>
                  <a:pt x="123842" y="43515"/>
                </a:cubicBezTo>
                <a:lnTo>
                  <a:pt x="143581" y="43515"/>
                </a:lnTo>
                <a:close/>
                <a:moveTo>
                  <a:pt x="183790" y="74268"/>
                </a:moveTo>
                <a:cubicBezTo>
                  <a:pt x="179751" y="74268"/>
                  <a:pt x="176124" y="73626"/>
                  <a:pt x="172911" y="72341"/>
                </a:cubicBezTo>
                <a:cubicBezTo>
                  <a:pt x="169698" y="71056"/>
                  <a:pt x="167174" y="69266"/>
                  <a:pt x="165337" y="66971"/>
                </a:cubicBezTo>
                <a:cubicBezTo>
                  <a:pt x="163501" y="64676"/>
                  <a:pt x="162583" y="62028"/>
                  <a:pt x="162583" y="59029"/>
                </a:cubicBezTo>
                <a:cubicBezTo>
                  <a:pt x="162583" y="58601"/>
                  <a:pt x="162644" y="57836"/>
                  <a:pt x="162768" y="56734"/>
                </a:cubicBezTo>
                <a:lnTo>
                  <a:pt x="177915" y="56734"/>
                </a:lnTo>
                <a:cubicBezTo>
                  <a:pt x="177792" y="58632"/>
                  <a:pt x="178358" y="60147"/>
                  <a:pt x="179612" y="61278"/>
                </a:cubicBezTo>
                <a:cubicBezTo>
                  <a:pt x="180868" y="62410"/>
                  <a:pt x="182658" y="62976"/>
                  <a:pt x="184983" y="62976"/>
                </a:cubicBezTo>
                <a:cubicBezTo>
                  <a:pt x="186941" y="62976"/>
                  <a:pt x="188563" y="62609"/>
                  <a:pt x="189848" y="61875"/>
                </a:cubicBezTo>
                <a:cubicBezTo>
                  <a:pt x="191134" y="61140"/>
                  <a:pt x="191777" y="60100"/>
                  <a:pt x="191777" y="58754"/>
                </a:cubicBezTo>
                <a:cubicBezTo>
                  <a:pt x="191777" y="57468"/>
                  <a:pt x="191088" y="56443"/>
                  <a:pt x="189711" y="55678"/>
                </a:cubicBezTo>
                <a:cubicBezTo>
                  <a:pt x="188334" y="54913"/>
                  <a:pt x="186055" y="53980"/>
                  <a:pt x="182872" y="52878"/>
                </a:cubicBezTo>
                <a:cubicBezTo>
                  <a:pt x="179567" y="51777"/>
                  <a:pt x="176798" y="50691"/>
                  <a:pt x="174564" y="49619"/>
                </a:cubicBezTo>
                <a:cubicBezTo>
                  <a:pt x="172330" y="48548"/>
                  <a:pt x="170417" y="47003"/>
                  <a:pt x="168826" y="44984"/>
                </a:cubicBezTo>
                <a:cubicBezTo>
                  <a:pt x="167235" y="42964"/>
                  <a:pt x="166439" y="40424"/>
                  <a:pt x="166439" y="37364"/>
                </a:cubicBezTo>
                <a:cubicBezTo>
                  <a:pt x="166439" y="34365"/>
                  <a:pt x="167326" y="31657"/>
                  <a:pt x="169101" y="29239"/>
                </a:cubicBezTo>
                <a:cubicBezTo>
                  <a:pt x="170876" y="26821"/>
                  <a:pt x="173370" y="24940"/>
                  <a:pt x="176582" y="23594"/>
                </a:cubicBezTo>
                <a:cubicBezTo>
                  <a:pt x="179796" y="22247"/>
                  <a:pt x="183514" y="21574"/>
                  <a:pt x="187737" y="21574"/>
                </a:cubicBezTo>
                <a:cubicBezTo>
                  <a:pt x="191960" y="21574"/>
                  <a:pt x="195632" y="22263"/>
                  <a:pt x="198753" y="23640"/>
                </a:cubicBezTo>
                <a:cubicBezTo>
                  <a:pt x="201875" y="25017"/>
                  <a:pt x="204293" y="26929"/>
                  <a:pt x="206006" y="29378"/>
                </a:cubicBezTo>
                <a:cubicBezTo>
                  <a:pt x="207720" y="31825"/>
                  <a:pt x="208577" y="34579"/>
                  <a:pt x="208577" y="37638"/>
                </a:cubicBezTo>
                <a:lnTo>
                  <a:pt x="208484" y="39015"/>
                </a:lnTo>
                <a:lnTo>
                  <a:pt x="194255" y="39015"/>
                </a:lnTo>
                <a:cubicBezTo>
                  <a:pt x="194377" y="37179"/>
                  <a:pt x="193826" y="35711"/>
                  <a:pt x="192602" y="34610"/>
                </a:cubicBezTo>
                <a:cubicBezTo>
                  <a:pt x="191379" y="33508"/>
                  <a:pt x="189635" y="32957"/>
                  <a:pt x="187370" y="32957"/>
                </a:cubicBezTo>
                <a:cubicBezTo>
                  <a:pt x="185596" y="32957"/>
                  <a:pt x="184142" y="33324"/>
                  <a:pt x="183009" y="34059"/>
                </a:cubicBezTo>
                <a:cubicBezTo>
                  <a:pt x="181878" y="34793"/>
                  <a:pt x="181312" y="35803"/>
                  <a:pt x="181312" y="37088"/>
                </a:cubicBezTo>
                <a:cubicBezTo>
                  <a:pt x="181312" y="38434"/>
                  <a:pt x="182061" y="39552"/>
                  <a:pt x="183560" y="40440"/>
                </a:cubicBezTo>
                <a:cubicBezTo>
                  <a:pt x="185060" y="41327"/>
                  <a:pt x="187401" y="42321"/>
                  <a:pt x="190584" y="43422"/>
                </a:cubicBezTo>
                <a:cubicBezTo>
                  <a:pt x="193889" y="44524"/>
                  <a:pt x="196627" y="45611"/>
                  <a:pt x="198799" y="46682"/>
                </a:cubicBezTo>
                <a:cubicBezTo>
                  <a:pt x="200972" y="47753"/>
                  <a:pt x="202839" y="49252"/>
                  <a:pt x="204400" y="51180"/>
                </a:cubicBezTo>
                <a:cubicBezTo>
                  <a:pt x="205960" y="53108"/>
                  <a:pt x="206740" y="55510"/>
                  <a:pt x="206740" y="58387"/>
                </a:cubicBezTo>
                <a:cubicBezTo>
                  <a:pt x="206740" y="61692"/>
                  <a:pt x="205746" y="64538"/>
                  <a:pt x="203757" y="66925"/>
                </a:cubicBezTo>
                <a:cubicBezTo>
                  <a:pt x="201768" y="69311"/>
                  <a:pt x="199044" y="71132"/>
                  <a:pt x="195586" y="72387"/>
                </a:cubicBezTo>
                <a:cubicBezTo>
                  <a:pt x="192129" y="73641"/>
                  <a:pt x="188197" y="74268"/>
                  <a:pt x="183790" y="74268"/>
                </a:cubicBezTo>
                <a:close/>
                <a:moveTo>
                  <a:pt x="235016" y="74268"/>
                </a:moveTo>
                <a:cubicBezTo>
                  <a:pt x="230977" y="74268"/>
                  <a:pt x="227351" y="73626"/>
                  <a:pt x="224137" y="72341"/>
                </a:cubicBezTo>
                <a:cubicBezTo>
                  <a:pt x="220925" y="71056"/>
                  <a:pt x="218400" y="69266"/>
                  <a:pt x="216563" y="66971"/>
                </a:cubicBezTo>
                <a:cubicBezTo>
                  <a:pt x="214727" y="64676"/>
                  <a:pt x="213809" y="62028"/>
                  <a:pt x="213809" y="59029"/>
                </a:cubicBezTo>
                <a:cubicBezTo>
                  <a:pt x="213809" y="58601"/>
                  <a:pt x="213871" y="57836"/>
                  <a:pt x="213994" y="56734"/>
                </a:cubicBezTo>
                <a:lnTo>
                  <a:pt x="229141" y="56734"/>
                </a:lnTo>
                <a:cubicBezTo>
                  <a:pt x="229019" y="58632"/>
                  <a:pt x="229585" y="60147"/>
                  <a:pt x="230839" y="61278"/>
                </a:cubicBezTo>
                <a:cubicBezTo>
                  <a:pt x="232094" y="62410"/>
                  <a:pt x="233884" y="62976"/>
                  <a:pt x="236209" y="62976"/>
                </a:cubicBezTo>
                <a:cubicBezTo>
                  <a:pt x="238168" y="62976"/>
                  <a:pt x="239790" y="62609"/>
                  <a:pt x="241075" y="61875"/>
                </a:cubicBezTo>
                <a:cubicBezTo>
                  <a:pt x="242360" y="61140"/>
                  <a:pt x="243003" y="60100"/>
                  <a:pt x="243003" y="58754"/>
                </a:cubicBezTo>
                <a:cubicBezTo>
                  <a:pt x="243003" y="57468"/>
                  <a:pt x="242315" y="56443"/>
                  <a:pt x="240937" y="55678"/>
                </a:cubicBezTo>
                <a:cubicBezTo>
                  <a:pt x="239561" y="54913"/>
                  <a:pt x="237281" y="53980"/>
                  <a:pt x="234098" y="52878"/>
                </a:cubicBezTo>
                <a:cubicBezTo>
                  <a:pt x="230794" y="51777"/>
                  <a:pt x="228024" y="50691"/>
                  <a:pt x="225790" y="49619"/>
                </a:cubicBezTo>
                <a:cubicBezTo>
                  <a:pt x="223556" y="48548"/>
                  <a:pt x="221644" y="47003"/>
                  <a:pt x="220053" y="44984"/>
                </a:cubicBezTo>
                <a:cubicBezTo>
                  <a:pt x="218461" y="42964"/>
                  <a:pt x="217666" y="40424"/>
                  <a:pt x="217666" y="37364"/>
                </a:cubicBezTo>
                <a:cubicBezTo>
                  <a:pt x="217666" y="34365"/>
                  <a:pt x="218553" y="31657"/>
                  <a:pt x="220327" y="29239"/>
                </a:cubicBezTo>
                <a:cubicBezTo>
                  <a:pt x="222102" y="26821"/>
                  <a:pt x="224596" y="24940"/>
                  <a:pt x="227809" y="23594"/>
                </a:cubicBezTo>
                <a:cubicBezTo>
                  <a:pt x="231022" y="22247"/>
                  <a:pt x="234741" y="21574"/>
                  <a:pt x="238963" y="21574"/>
                </a:cubicBezTo>
                <a:cubicBezTo>
                  <a:pt x="243186" y="21574"/>
                  <a:pt x="246858" y="22263"/>
                  <a:pt x="249979" y="23640"/>
                </a:cubicBezTo>
                <a:cubicBezTo>
                  <a:pt x="253101" y="25017"/>
                  <a:pt x="255519" y="26929"/>
                  <a:pt x="257233" y="29378"/>
                </a:cubicBezTo>
                <a:cubicBezTo>
                  <a:pt x="258947" y="31825"/>
                  <a:pt x="259803" y="34579"/>
                  <a:pt x="259803" y="37638"/>
                </a:cubicBezTo>
                <a:lnTo>
                  <a:pt x="259711" y="39015"/>
                </a:lnTo>
                <a:lnTo>
                  <a:pt x="245481" y="39015"/>
                </a:lnTo>
                <a:cubicBezTo>
                  <a:pt x="245604" y="37179"/>
                  <a:pt x="245053" y="35711"/>
                  <a:pt x="243829" y="34610"/>
                </a:cubicBezTo>
                <a:cubicBezTo>
                  <a:pt x="242605" y="33508"/>
                  <a:pt x="240861" y="32957"/>
                  <a:pt x="238596" y="32957"/>
                </a:cubicBezTo>
                <a:cubicBezTo>
                  <a:pt x="236822" y="32957"/>
                  <a:pt x="235369" y="33324"/>
                  <a:pt x="234236" y="34059"/>
                </a:cubicBezTo>
                <a:cubicBezTo>
                  <a:pt x="233104" y="34793"/>
                  <a:pt x="232538" y="35803"/>
                  <a:pt x="232538" y="37088"/>
                </a:cubicBezTo>
                <a:cubicBezTo>
                  <a:pt x="232538" y="38434"/>
                  <a:pt x="233287" y="39552"/>
                  <a:pt x="234786" y="40440"/>
                </a:cubicBezTo>
                <a:cubicBezTo>
                  <a:pt x="236286" y="41327"/>
                  <a:pt x="238627" y="42321"/>
                  <a:pt x="241810" y="43422"/>
                </a:cubicBezTo>
                <a:cubicBezTo>
                  <a:pt x="245115" y="44524"/>
                  <a:pt x="247853" y="45611"/>
                  <a:pt x="250026" y="46682"/>
                </a:cubicBezTo>
                <a:cubicBezTo>
                  <a:pt x="252199" y="47753"/>
                  <a:pt x="254066" y="49252"/>
                  <a:pt x="255626" y="51180"/>
                </a:cubicBezTo>
                <a:cubicBezTo>
                  <a:pt x="257187" y="53108"/>
                  <a:pt x="257967" y="55510"/>
                  <a:pt x="257967" y="58387"/>
                </a:cubicBezTo>
                <a:cubicBezTo>
                  <a:pt x="257967" y="61692"/>
                  <a:pt x="256972" y="64538"/>
                  <a:pt x="254983" y="66925"/>
                </a:cubicBezTo>
                <a:cubicBezTo>
                  <a:pt x="252994" y="69311"/>
                  <a:pt x="250270" y="71132"/>
                  <a:pt x="246812" y="72387"/>
                </a:cubicBezTo>
                <a:cubicBezTo>
                  <a:pt x="243355" y="73641"/>
                  <a:pt x="239423" y="74268"/>
                  <a:pt x="235016" y="74268"/>
                </a:cubicBezTo>
                <a:close/>
                <a:moveTo>
                  <a:pt x="282845" y="16983"/>
                </a:moveTo>
                <a:cubicBezTo>
                  <a:pt x="280398" y="16983"/>
                  <a:pt x="278455" y="16326"/>
                  <a:pt x="277017" y="15010"/>
                </a:cubicBezTo>
                <a:cubicBezTo>
                  <a:pt x="275579" y="13694"/>
                  <a:pt x="274859" y="12026"/>
                  <a:pt x="274859" y="10006"/>
                </a:cubicBezTo>
                <a:cubicBezTo>
                  <a:pt x="274859" y="7252"/>
                  <a:pt x="275930" y="4896"/>
                  <a:pt x="278071" y="2938"/>
                </a:cubicBezTo>
                <a:cubicBezTo>
                  <a:pt x="280214" y="979"/>
                  <a:pt x="282815" y="0"/>
                  <a:pt x="285875" y="0"/>
                </a:cubicBezTo>
                <a:cubicBezTo>
                  <a:pt x="288324" y="0"/>
                  <a:pt x="290252" y="658"/>
                  <a:pt x="291659" y="1974"/>
                </a:cubicBezTo>
                <a:cubicBezTo>
                  <a:pt x="293067" y="3290"/>
                  <a:pt x="293770" y="4988"/>
                  <a:pt x="293770" y="7068"/>
                </a:cubicBezTo>
                <a:cubicBezTo>
                  <a:pt x="293770" y="9762"/>
                  <a:pt x="292699" y="12088"/>
                  <a:pt x="290557" y="14046"/>
                </a:cubicBezTo>
                <a:cubicBezTo>
                  <a:pt x="288416" y="16004"/>
                  <a:pt x="285845" y="16983"/>
                  <a:pt x="282845" y="16983"/>
                </a:cubicBezTo>
                <a:moveTo>
                  <a:pt x="289639" y="22308"/>
                </a:moveTo>
                <a:lnTo>
                  <a:pt x="280643" y="73534"/>
                </a:lnTo>
                <a:lnTo>
                  <a:pt x="264944" y="73534"/>
                </a:lnTo>
                <a:lnTo>
                  <a:pt x="273940" y="22308"/>
                </a:lnTo>
                <a:lnTo>
                  <a:pt x="289639" y="22308"/>
                </a:lnTo>
                <a:close/>
                <a:moveTo>
                  <a:pt x="315437" y="74268"/>
                </a:moveTo>
                <a:cubicBezTo>
                  <a:pt x="311030" y="74268"/>
                  <a:pt x="307113" y="73381"/>
                  <a:pt x="303686" y="71607"/>
                </a:cubicBezTo>
                <a:cubicBezTo>
                  <a:pt x="300258" y="69831"/>
                  <a:pt x="297611" y="67322"/>
                  <a:pt x="295744" y="64079"/>
                </a:cubicBezTo>
                <a:cubicBezTo>
                  <a:pt x="293878" y="60834"/>
                  <a:pt x="292944" y="57070"/>
                  <a:pt x="292944" y="52787"/>
                </a:cubicBezTo>
                <a:cubicBezTo>
                  <a:pt x="292944" y="46972"/>
                  <a:pt x="294321" y="41678"/>
                  <a:pt x="297075" y="36904"/>
                </a:cubicBezTo>
                <a:cubicBezTo>
                  <a:pt x="299829" y="32130"/>
                  <a:pt x="303624" y="28382"/>
                  <a:pt x="308458" y="25659"/>
                </a:cubicBezTo>
                <a:cubicBezTo>
                  <a:pt x="313294" y="22935"/>
                  <a:pt x="318680" y="21574"/>
                  <a:pt x="324617" y="21574"/>
                </a:cubicBezTo>
                <a:cubicBezTo>
                  <a:pt x="329024" y="21574"/>
                  <a:pt x="332956" y="22476"/>
                  <a:pt x="336413" y="24282"/>
                </a:cubicBezTo>
                <a:cubicBezTo>
                  <a:pt x="339871" y="26087"/>
                  <a:pt x="342549" y="28612"/>
                  <a:pt x="344446" y="31856"/>
                </a:cubicBezTo>
                <a:cubicBezTo>
                  <a:pt x="346344" y="35099"/>
                  <a:pt x="347293" y="38863"/>
                  <a:pt x="347293" y="43148"/>
                </a:cubicBezTo>
                <a:cubicBezTo>
                  <a:pt x="347293" y="49023"/>
                  <a:pt x="345900" y="54332"/>
                  <a:pt x="343116" y="59075"/>
                </a:cubicBezTo>
                <a:cubicBezTo>
                  <a:pt x="340331" y="63818"/>
                  <a:pt x="336506" y="67536"/>
                  <a:pt x="331640" y="70230"/>
                </a:cubicBezTo>
                <a:cubicBezTo>
                  <a:pt x="326775" y="72922"/>
                  <a:pt x="321374" y="74268"/>
                  <a:pt x="315437" y="74268"/>
                </a:cubicBezTo>
                <a:moveTo>
                  <a:pt x="317639" y="60773"/>
                </a:moveTo>
                <a:cubicBezTo>
                  <a:pt x="320210" y="60773"/>
                  <a:pt x="322521" y="59992"/>
                  <a:pt x="324570" y="58432"/>
                </a:cubicBezTo>
                <a:cubicBezTo>
                  <a:pt x="326621" y="56871"/>
                  <a:pt x="328212" y="54852"/>
                  <a:pt x="329344" y="52373"/>
                </a:cubicBezTo>
                <a:cubicBezTo>
                  <a:pt x="330477" y="49895"/>
                  <a:pt x="331043" y="47309"/>
                  <a:pt x="331043" y="44616"/>
                </a:cubicBezTo>
                <a:cubicBezTo>
                  <a:pt x="331043" y="41555"/>
                  <a:pt x="330217" y="39199"/>
                  <a:pt x="328564" y="37547"/>
                </a:cubicBezTo>
                <a:cubicBezTo>
                  <a:pt x="326912" y="35894"/>
                  <a:pt x="324831" y="35068"/>
                  <a:pt x="322322" y="35068"/>
                </a:cubicBezTo>
                <a:cubicBezTo>
                  <a:pt x="319690" y="35068"/>
                  <a:pt x="317380" y="35849"/>
                  <a:pt x="315391" y="37410"/>
                </a:cubicBezTo>
                <a:cubicBezTo>
                  <a:pt x="313402" y="38971"/>
                  <a:pt x="311856" y="41005"/>
                  <a:pt x="310754" y="43515"/>
                </a:cubicBezTo>
                <a:cubicBezTo>
                  <a:pt x="309653" y="46024"/>
                  <a:pt x="309103" y="48656"/>
                  <a:pt x="309103" y="51410"/>
                </a:cubicBezTo>
                <a:cubicBezTo>
                  <a:pt x="309103" y="54408"/>
                  <a:pt x="309898" y="56719"/>
                  <a:pt x="311488" y="58341"/>
                </a:cubicBezTo>
                <a:cubicBezTo>
                  <a:pt x="313080" y="59962"/>
                  <a:pt x="315130" y="60773"/>
                  <a:pt x="317639" y="60773"/>
                </a:cubicBezTo>
                <a:close/>
                <a:moveTo>
                  <a:pt x="390806" y="21757"/>
                </a:moveTo>
                <a:cubicBezTo>
                  <a:pt x="395947" y="21757"/>
                  <a:pt x="399987" y="23196"/>
                  <a:pt x="402925" y="26072"/>
                </a:cubicBezTo>
                <a:cubicBezTo>
                  <a:pt x="405863" y="28948"/>
                  <a:pt x="407332" y="32957"/>
                  <a:pt x="407332" y="38098"/>
                </a:cubicBezTo>
                <a:cubicBezTo>
                  <a:pt x="407332" y="39811"/>
                  <a:pt x="407148" y="41647"/>
                  <a:pt x="406780" y="43606"/>
                </a:cubicBezTo>
                <a:lnTo>
                  <a:pt x="401455" y="73534"/>
                </a:lnTo>
                <a:lnTo>
                  <a:pt x="385849" y="73534"/>
                </a:lnTo>
                <a:lnTo>
                  <a:pt x="390806" y="45718"/>
                </a:lnTo>
                <a:cubicBezTo>
                  <a:pt x="390990" y="44677"/>
                  <a:pt x="391082" y="43759"/>
                  <a:pt x="391082" y="42964"/>
                </a:cubicBezTo>
                <a:cubicBezTo>
                  <a:pt x="391082" y="40393"/>
                  <a:pt x="390363" y="38404"/>
                  <a:pt x="388925" y="36997"/>
                </a:cubicBezTo>
                <a:cubicBezTo>
                  <a:pt x="387487" y="35589"/>
                  <a:pt x="385482" y="34884"/>
                  <a:pt x="382912" y="34884"/>
                </a:cubicBezTo>
                <a:cubicBezTo>
                  <a:pt x="379851" y="34884"/>
                  <a:pt x="377281" y="35833"/>
                  <a:pt x="375200" y="37731"/>
                </a:cubicBezTo>
                <a:cubicBezTo>
                  <a:pt x="373119" y="39628"/>
                  <a:pt x="371773" y="42291"/>
                  <a:pt x="371160" y="45718"/>
                </a:cubicBezTo>
                <a:lnTo>
                  <a:pt x="371160" y="45259"/>
                </a:lnTo>
                <a:lnTo>
                  <a:pt x="366204" y="73534"/>
                </a:lnTo>
                <a:lnTo>
                  <a:pt x="350505" y="73534"/>
                </a:lnTo>
                <a:lnTo>
                  <a:pt x="359501" y="22308"/>
                </a:lnTo>
                <a:lnTo>
                  <a:pt x="375200" y="22308"/>
                </a:lnTo>
                <a:lnTo>
                  <a:pt x="374007" y="29193"/>
                </a:lnTo>
                <a:cubicBezTo>
                  <a:pt x="376027" y="26928"/>
                  <a:pt x="378490" y="25123"/>
                  <a:pt x="381397" y="23777"/>
                </a:cubicBezTo>
                <a:cubicBezTo>
                  <a:pt x="384304" y="22431"/>
                  <a:pt x="387441" y="21757"/>
                  <a:pt x="390806" y="21757"/>
                </a:cubicBezTo>
                <a:close/>
                <a:moveTo>
                  <a:pt x="433679" y="74268"/>
                </a:moveTo>
                <a:cubicBezTo>
                  <a:pt x="429640" y="74268"/>
                  <a:pt x="426013" y="73626"/>
                  <a:pt x="422800" y="72341"/>
                </a:cubicBezTo>
                <a:cubicBezTo>
                  <a:pt x="419587" y="71056"/>
                  <a:pt x="417063" y="69266"/>
                  <a:pt x="415226" y="66971"/>
                </a:cubicBezTo>
                <a:cubicBezTo>
                  <a:pt x="413390" y="64676"/>
                  <a:pt x="412472" y="62028"/>
                  <a:pt x="412472" y="59029"/>
                </a:cubicBezTo>
                <a:cubicBezTo>
                  <a:pt x="412472" y="58601"/>
                  <a:pt x="412533" y="57836"/>
                  <a:pt x="412657" y="56734"/>
                </a:cubicBezTo>
                <a:lnTo>
                  <a:pt x="427804" y="56734"/>
                </a:lnTo>
                <a:cubicBezTo>
                  <a:pt x="427681" y="58632"/>
                  <a:pt x="428247" y="60147"/>
                  <a:pt x="429501" y="61278"/>
                </a:cubicBezTo>
                <a:cubicBezTo>
                  <a:pt x="430756" y="62410"/>
                  <a:pt x="432547" y="62976"/>
                  <a:pt x="434872" y="62976"/>
                </a:cubicBezTo>
                <a:cubicBezTo>
                  <a:pt x="436830" y="62976"/>
                  <a:pt x="438452" y="62609"/>
                  <a:pt x="439737" y="61875"/>
                </a:cubicBezTo>
                <a:cubicBezTo>
                  <a:pt x="441023" y="61140"/>
                  <a:pt x="441666" y="60100"/>
                  <a:pt x="441666" y="58754"/>
                </a:cubicBezTo>
                <a:cubicBezTo>
                  <a:pt x="441666" y="57468"/>
                  <a:pt x="440977" y="56443"/>
                  <a:pt x="439600" y="55678"/>
                </a:cubicBezTo>
                <a:cubicBezTo>
                  <a:pt x="438223" y="54913"/>
                  <a:pt x="435944" y="53980"/>
                  <a:pt x="432761" y="52878"/>
                </a:cubicBezTo>
                <a:cubicBezTo>
                  <a:pt x="429456" y="51777"/>
                  <a:pt x="426687" y="50691"/>
                  <a:pt x="424453" y="49619"/>
                </a:cubicBezTo>
                <a:cubicBezTo>
                  <a:pt x="422219" y="48548"/>
                  <a:pt x="420306" y="47003"/>
                  <a:pt x="418715" y="44984"/>
                </a:cubicBezTo>
                <a:cubicBezTo>
                  <a:pt x="417124" y="42964"/>
                  <a:pt x="416328" y="40424"/>
                  <a:pt x="416328" y="37364"/>
                </a:cubicBezTo>
                <a:cubicBezTo>
                  <a:pt x="416328" y="34365"/>
                  <a:pt x="417215" y="31657"/>
                  <a:pt x="418990" y="29239"/>
                </a:cubicBezTo>
                <a:cubicBezTo>
                  <a:pt x="420765" y="26821"/>
                  <a:pt x="423259" y="24940"/>
                  <a:pt x="426471" y="23594"/>
                </a:cubicBezTo>
                <a:cubicBezTo>
                  <a:pt x="429685" y="22247"/>
                  <a:pt x="433403" y="21574"/>
                  <a:pt x="437626" y="21574"/>
                </a:cubicBezTo>
                <a:cubicBezTo>
                  <a:pt x="441849" y="21574"/>
                  <a:pt x="445521" y="22263"/>
                  <a:pt x="448642" y="23640"/>
                </a:cubicBezTo>
                <a:cubicBezTo>
                  <a:pt x="451764" y="25017"/>
                  <a:pt x="454182" y="26929"/>
                  <a:pt x="455895" y="29378"/>
                </a:cubicBezTo>
                <a:cubicBezTo>
                  <a:pt x="457609" y="31825"/>
                  <a:pt x="458466" y="34579"/>
                  <a:pt x="458466" y="37638"/>
                </a:cubicBezTo>
                <a:lnTo>
                  <a:pt x="458373" y="39015"/>
                </a:lnTo>
                <a:lnTo>
                  <a:pt x="444144" y="39015"/>
                </a:lnTo>
                <a:cubicBezTo>
                  <a:pt x="444266" y="37179"/>
                  <a:pt x="443715" y="35711"/>
                  <a:pt x="442491" y="34610"/>
                </a:cubicBezTo>
                <a:cubicBezTo>
                  <a:pt x="441268" y="33508"/>
                  <a:pt x="439524" y="32957"/>
                  <a:pt x="437259" y="32957"/>
                </a:cubicBezTo>
                <a:cubicBezTo>
                  <a:pt x="435485" y="32957"/>
                  <a:pt x="434031" y="33324"/>
                  <a:pt x="432898" y="34059"/>
                </a:cubicBezTo>
                <a:cubicBezTo>
                  <a:pt x="431766" y="34793"/>
                  <a:pt x="431201" y="35803"/>
                  <a:pt x="431201" y="37088"/>
                </a:cubicBezTo>
                <a:cubicBezTo>
                  <a:pt x="431201" y="38434"/>
                  <a:pt x="431950" y="39552"/>
                  <a:pt x="433449" y="40440"/>
                </a:cubicBezTo>
                <a:cubicBezTo>
                  <a:pt x="434949" y="41327"/>
                  <a:pt x="437290" y="42321"/>
                  <a:pt x="440472" y="43422"/>
                </a:cubicBezTo>
                <a:cubicBezTo>
                  <a:pt x="443777" y="44524"/>
                  <a:pt x="446516" y="45611"/>
                  <a:pt x="448688" y="46682"/>
                </a:cubicBezTo>
                <a:cubicBezTo>
                  <a:pt x="450861" y="47753"/>
                  <a:pt x="452728" y="49252"/>
                  <a:pt x="454289" y="51180"/>
                </a:cubicBezTo>
                <a:cubicBezTo>
                  <a:pt x="455849" y="53108"/>
                  <a:pt x="456629" y="55510"/>
                  <a:pt x="456629" y="58387"/>
                </a:cubicBezTo>
                <a:cubicBezTo>
                  <a:pt x="456629" y="61692"/>
                  <a:pt x="455635" y="64538"/>
                  <a:pt x="453646" y="66925"/>
                </a:cubicBezTo>
                <a:cubicBezTo>
                  <a:pt x="451657" y="69311"/>
                  <a:pt x="448933" y="71132"/>
                  <a:pt x="445475" y="72387"/>
                </a:cubicBezTo>
                <a:cubicBezTo>
                  <a:pt x="442018" y="73641"/>
                  <a:pt x="438086" y="74268"/>
                  <a:pt x="433679" y="742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Usinglambdif">
            <a:extLst xmlns:a="http://schemas.openxmlformats.org/drawingml/2006/main">
              <a:ext uri="{FF2B5EF4-FFF2-40B4-BE49-F238E27FC236}">
                <a16:creationId xmlns:a16="http://schemas.microsoft.com/office/drawing/2014/main" id="{0C6BD4F6-5F97-4158-A1A3-66856AAD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8530" y="807217"/>
            <a:ext cx="661077" cy="98780"/>
          </a:xfrm>
          <a:custGeom xmlns:a="http://schemas.openxmlformats.org/drawingml/2006/main">
            <a:pathLst>
              <a:path w="661077" h="98780">
                <a:moveTo>
                  <a:pt x="22951" y="9088"/>
                </a:moveTo>
                <a:lnTo>
                  <a:pt x="16158" y="47553"/>
                </a:lnTo>
                <a:cubicBezTo>
                  <a:pt x="15914" y="49145"/>
                  <a:pt x="15791" y="50247"/>
                  <a:pt x="15791" y="50859"/>
                </a:cubicBezTo>
                <a:cubicBezTo>
                  <a:pt x="15791" y="53674"/>
                  <a:pt x="16587" y="55831"/>
                  <a:pt x="18177" y="57331"/>
                </a:cubicBezTo>
                <a:cubicBezTo>
                  <a:pt x="19768" y="58831"/>
                  <a:pt x="22125" y="59581"/>
                  <a:pt x="25247" y="59581"/>
                </a:cubicBezTo>
                <a:cubicBezTo>
                  <a:pt x="28919" y="59581"/>
                  <a:pt x="31917" y="58540"/>
                  <a:pt x="34243" y="56460"/>
                </a:cubicBezTo>
                <a:cubicBezTo>
                  <a:pt x="36569" y="54378"/>
                  <a:pt x="38069" y="51409"/>
                  <a:pt x="38742" y="47553"/>
                </a:cubicBezTo>
                <a:lnTo>
                  <a:pt x="45535" y="9088"/>
                </a:lnTo>
                <a:lnTo>
                  <a:pt x="61234" y="9088"/>
                </a:lnTo>
                <a:lnTo>
                  <a:pt x="54440" y="47553"/>
                </a:lnTo>
                <a:cubicBezTo>
                  <a:pt x="53399" y="53368"/>
                  <a:pt x="51334" y="58279"/>
                  <a:pt x="48242" y="62288"/>
                </a:cubicBezTo>
                <a:cubicBezTo>
                  <a:pt x="45152" y="66297"/>
                  <a:pt x="41388" y="69280"/>
                  <a:pt x="36951" y="71240"/>
                </a:cubicBezTo>
                <a:cubicBezTo>
                  <a:pt x="32514" y="73198"/>
                  <a:pt x="27694" y="74177"/>
                  <a:pt x="22493" y="74177"/>
                </a:cubicBezTo>
                <a:cubicBezTo>
                  <a:pt x="15761" y="74177"/>
                  <a:pt x="10329" y="72433"/>
                  <a:pt x="6197" y="68945"/>
                </a:cubicBezTo>
                <a:cubicBezTo>
                  <a:pt x="2066" y="65456"/>
                  <a:pt x="0" y="60407"/>
                  <a:pt x="0" y="53797"/>
                </a:cubicBezTo>
                <a:cubicBezTo>
                  <a:pt x="0" y="51838"/>
                  <a:pt x="184" y="49757"/>
                  <a:pt x="552" y="47553"/>
                </a:cubicBezTo>
                <a:lnTo>
                  <a:pt x="7253" y="9088"/>
                </a:lnTo>
                <a:lnTo>
                  <a:pt x="22951" y="9088"/>
                </a:lnTo>
                <a:close/>
                <a:moveTo>
                  <a:pt x="82164" y="74268"/>
                </a:moveTo>
                <a:cubicBezTo>
                  <a:pt x="78125" y="74268"/>
                  <a:pt x="74499" y="73626"/>
                  <a:pt x="71286" y="72341"/>
                </a:cubicBezTo>
                <a:cubicBezTo>
                  <a:pt x="68073" y="71056"/>
                  <a:pt x="65548" y="69266"/>
                  <a:pt x="63712" y="66971"/>
                </a:cubicBezTo>
                <a:cubicBezTo>
                  <a:pt x="61876" y="64676"/>
                  <a:pt x="60958" y="62028"/>
                  <a:pt x="60958" y="59029"/>
                </a:cubicBezTo>
                <a:cubicBezTo>
                  <a:pt x="60958" y="58601"/>
                  <a:pt x="61019" y="57836"/>
                  <a:pt x="61142" y="56734"/>
                </a:cubicBezTo>
                <a:lnTo>
                  <a:pt x="76289" y="56734"/>
                </a:lnTo>
                <a:cubicBezTo>
                  <a:pt x="76167" y="58632"/>
                  <a:pt x="76733" y="60147"/>
                  <a:pt x="77987" y="61278"/>
                </a:cubicBezTo>
                <a:cubicBezTo>
                  <a:pt x="79242" y="62410"/>
                  <a:pt x="81033" y="62976"/>
                  <a:pt x="83358" y="62976"/>
                </a:cubicBezTo>
                <a:cubicBezTo>
                  <a:pt x="85316" y="62976"/>
                  <a:pt x="86938" y="62609"/>
                  <a:pt x="88223" y="61875"/>
                </a:cubicBezTo>
                <a:cubicBezTo>
                  <a:pt x="89509" y="61140"/>
                  <a:pt x="90152" y="60100"/>
                  <a:pt x="90152" y="58754"/>
                </a:cubicBezTo>
                <a:cubicBezTo>
                  <a:pt x="90152" y="57468"/>
                  <a:pt x="89463" y="56443"/>
                  <a:pt x="88086" y="55678"/>
                </a:cubicBezTo>
                <a:cubicBezTo>
                  <a:pt x="86709" y="54913"/>
                  <a:pt x="84430" y="53980"/>
                  <a:pt x="81247" y="52878"/>
                </a:cubicBezTo>
                <a:cubicBezTo>
                  <a:pt x="77942" y="51777"/>
                  <a:pt x="75172" y="50691"/>
                  <a:pt x="72939" y="49619"/>
                </a:cubicBezTo>
                <a:cubicBezTo>
                  <a:pt x="70705" y="48548"/>
                  <a:pt x="68792" y="47003"/>
                  <a:pt x="67201" y="44984"/>
                </a:cubicBezTo>
                <a:cubicBezTo>
                  <a:pt x="65610" y="42964"/>
                  <a:pt x="64814" y="40424"/>
                  <a:pt x="64814" y="37364"/>
                </a:cubicBezTo>
                <a:cubicBezTo>
                  <a:pt x="64814" y="34365"/>
                  <a:pt x="65701" y="31657"/>
                  <a:pt x="67476" y="29239"/>
                </a:cubicBezTo>
                <a:cubicBezTo>
                  <a:pt x="69251" y="26821"/>
                  <a:pt x="71745" y="24940"/>
                  <a:pt x="74957" y="23594"/>
                </a:cubicBezTo>
                <a:cubicBezTo>
                  <a:pt x="78171" y="22247"/>
                  <a:pt x="81889" y="21574"/>
                  <a:pt x="86112" y="21574"/>
                </a:cubicBezTo>
                <a:cubicBezTo>
                  <a:pt x="90335" y="21574"/>
                  <a:pt x="94007" y="22263"/>
                  <a:pt x="97128" y="23640"/>
                </a:cubicBezTo>
                <a:cubicBezTo>
                  <a:pt x="100250" y="25017"/>
                  <a:pt x="102668" y="26929"/>
                  <a:pt x="104381" y="29378"/>
                </a:cubicBezTo>
                <a:cubicBezTo>
                  <a:pt x="106095" y="31825"/>
                  <a:pt x="106952" y="34579"/>
                  <a:pt x="106952" y="37638"/>
                </a:cubicBezTo>
                <a:lnTo>
                  <a:pt x="106859" y="39015"/>
                </a:lnTo>
                <a:lnTo>
                  <a:pt x="92630" y="39015"/>
                </a:lnTo>
                <a:cubicBezTo>
                  <a:pt x="92752" y="37179"/>
                  <a:pt x="92201" y="35711"/>
                  <a:pt x="90977" y="34610"/>
                </a:cubicBezTo>
                <a:cubicBezTo>
                  <a:pt x="89754" y="33508"/>
                  <a:pt x="88010" y="32957"/>
                  <a:pt x="85745" y="32957"/>
                </a:cubicBezTo>
                <a:cubicBezTo>
                  <a:pt x="83971" y="32957"/>
                  <a:pt x="82517" y="33324"/>
                  <a:pt x="81384" y="34059"/>
                </a:cubicBezTo>
                <a:cubicBezTo>
                  <a:pt x="80252" y="34793"/>
                  <a:pt x="79686" y="35803"/>
                  <a:pt x="79686" y="37088"/>
                </a:cubicBezTo>
                <a:cubicBezTo>
                  <a:pt x="79686" y="38434"/>
                  <a:pt x="80436" y="39552"/>
                  <a:pt x="81935" y="40440"/>
                </a:cubicBezTo>
                <a:cubicBezTo>
                  <a:pt x="83434" y="41327"/>
                  <a:pt x="85776" y="42321"/>
                  <a:pt x="88958" y="43422"/>
                </a:cubicBezTo>
                <a:cubicBezTo>
                  <a:pt x="92263" y="44524"/>
                  <a:pt x="95002" y="45611"/>
                  <a:pt x="97174" y="46682"/>
                </a:cubicBezTo>
                <a:cubicBezTo>
                  <a:pt x="99347" y="47753"/>
                  <a:pt x="101214" y="49252"/>
                  <a:pt x="102775" y="51180"/>
                </a:cubicBezTo>
                <a:cubicBezTo>
                  <a:pt x="104335" y="53108"/>
                  <a:pt x="105115" y="55510"/>
                  <a:pt x="105115" y="58387"/>
                </a:cubicBezTo>
                <a:cubicBezTo>
                  <a:pt x="105115" y="61692"/>
                  <a:pt x="104121" y="64538"/>
                  <a:pt x="102132" y="66925"/>
                </a:cubicBezTo>
                <a:cubicBezTo>
                  <a:pt x="100142" y="69311"/>
                  <a:pt x="97419" y="71132"/>
                  <a:pt x="93961" y="72387"/>
                </a:cubicBezTo>
                <a:cubicBezTo>
                  <a:pt x="90503" y="73641"/>
                  <a:pt x="86571" y="74268"/>
                  <a:pt x="82164" y="74268"/>
                </a:cubicBezTo>
                <a:close/>
                <a:moveTo>
                  <a:pt x="129994" y="16983"/>
                </a:moveTo>
                <a:cubicBezTo>
                  <a:pt x="127546" y="16983"/>
                  <a:pt x="125603" y="16326"/>
                  <a:pt x="124165" y="15010"/>
                </a:cubicBezTo>
                <a:cubicBezTo>
                  <a:pt x="122727" y="13694"/>
                  <a:pt x="122008" y="12026"/>
                  <a:pt x="122008" y="10006"/>
                </a:cubicBezTo>
                <a:cubicBezTo>
                  <a:pt x="122008" y="7252"/>
                  <a:pt x="123079" y="4896"/>
                  <a:pt x="125220" y="2938"/>
                </a:cubicBezTo>
                <a:cubicBezTo>
                  <a:pt x="127362" y="979"/>
                  <a:pt x="129963" y="0"/>
                  <a:pt x="133024" y="0"/>
                </a:cubicBezTo>
                <a:cubicBezTo>
                  <a:pt x="135472" y="0"/>
                  <a:pt x="137400" y="658"/>
                  <a:pt x="138808" y="1974"/>
                </a:cubicBezTo>
                <a:cubicBezTo>
                  <a:pt x="140215" y="3290"/>
                  <a:pt x="140919" y="4988"/>
                  <a:pt x="140919" y="7068"/>
                </a:cubicBezTo>
                <a:cubicBezTo>
                  <a:pt x="140919" y="9762"/>
                  <a:pt x="139848" y="12088"/>
                  <a:pt x="137705" y="14046"/>
                </a:cubicBezTo>
                <a:cubicBezTo>
                  <a:pt x="135564" y="16004"/>
                  <a:pt x="132993" y="16983"/>
                  <a:pt x="129994" y="16983"/>
                </a:cubicBezTo>
                <a:moveTo>
                  <a:pt x="136788" y="22308"/>
                </a:moveTo>
                <a:lnTo>
                  <a:pt x="127792" y="73534"/>
                </a:lnTo>
                <a:lnTo>
                  <a:pt x="112093" y="73534"/>
                </a:lnTo>
                <a:lnTo>
                  <a:pt x="121089" y="22308"/>
                </a:lnTo>
                <a:lnTo>
                  <a:pt x="136788" y="22308"/>
                </a:lnTo>
                <a:close/>
                <a:moveTo>
                  <a:pt x="179476" y="21757"/>
                </a:moveTo>
                <a:cubicBezTo>
                  <a:pt x="184617" y="21757"/>
                  <a:pt x="188657" y="23196"/>
                  <a:pt x="191595" y="26072"/>
                </a:cubicBezTo>
                <a:cubicBezTo>
                  <a:pt x="194533" y="28948"/>
                  <a:pt x="196002" y="32957"/>
                  <a:pt x="196002" y="38098"/>
                </a:cubicBezTo>
                <a:cubicBezTo>
                  <a:pt x="196002" y="39811"/>
                  <a:pt x="195818" y="41647"/>
                  <a:pt x="195450" y="43606"/>
                </a:cubicBezTo>
                <a:lnTo>
                  <a:pt x="190125" y="73534"/>
                </a:lnTo>
                <a:lnTo>
                  <a:pt x="174519" y="73534"/>
                </a:lnTo>
                <a:lnTo>
                  <a:pt x="179476" y="45718"/>
                </a:lnTo>
                <a:cubicBezTo>
                  <a:pt x="179660" y="44677"/>
                  <a:pt x="179752" y="43759"/>
                  <a:pt x="179752" y="42964"/>
                </a:cubicBezTo>
                <a:cubicBezTo>
                  <a:pt x="179752" y="40393"/>
                  <a:pt x="179033" y="38404"/>
                  <a:pt x="177595" y="36997"/>
                </a:cubicBezTo>
                <a:cubicBezTo>
                  <a:pt x="176157" y="35589"/>
                  <a:pt x="174152" y="34884"/>
                  <a:pt x="171581" y="34884"/>
                </a:cubicBezTo>
                <a:cubicBezTo>
                  <a:pt x="168521" y="34884"/>
                  <a:pt x="165950" y="35833"/>
                  <a:pt x="163870" y="37731"/>
                </a:cubicBezTo>
                <a:cubicBezTo>
                  <a:pt x="161789" y="39628"/>
                  <a:pt x="160442" y="42291"/>
                  <a:pt x="159830" y="45718"/>
                </a:cubicBezTo>
                <a:lnTo>
                  <a:pt x="159830" y="45259"/>
                </a:lnTo>
                <a:lnTo>
                  <a:pt x="154874" y="73534"/>
                </a:lnTo>
                <a:lnTo>
                  <a:pt x="139175" y="73534"/>
                </a:lnTo>
                <a:lnTo>
                  <a:pt x="148171" y="22308"/>
                </a:lnTo>
                <a:lnTo>
                  <a:pt x="163870" y="22308"/>
                </a:lnTo>
                <a:lnTo>
                  <a:pt x="162676" y="29193"/>
                </a:lnTo>
                <a:cubicBezTo>
                  <a:pt x="164696" y="26928"/>
                  <a:pt x="167160" y="25123"/>
                  <a:pt x="170067" y="23777"/>
                </a:cubicBezTo>
                <a:cubicBezTo>
                  <a:pt x="172974" y="22431"/>
                  <a:pt x="176110" y="21757"/>
                  <a:pt x="179476" y="21757"/>
                </a:cubicBezTo>
                <a:close/>
                <a:moveTo>
                  <a:pt x="229693" y="21574"/>
                </a:moveTo>
                <a:cubicBezTo>
                  <a:pt x="233304" y="21574"/>
                  <a:pt x="236364" y="22308"/>
                  <a:pt x="238874" y="23777"/>
                </a:cubicBezTo>
                <a:cubicBezTo>
                  <a:pt x="241383" y="25245"/>
                  <a:pt x="243127" y="27173"/>
                  <a:pt x="244106" y="29560"/>
                </a:cubicBezTo>
                <a:lnTo>
                  <a:pt x="245392" y="22308"/>
                </a:lnTo>
                <a:lnTo>
                  <a:pt x="261089" y="22308"/>
                </a:lnTo>
                <a:lnTo>
                  <a:pt x="252093" y="73442"/>
                </a:lnTo>
                <a:cubicBezTo>
                  <a:pt x="251236" y="78155"/>
                  <a:pt x="249537" y="82424"/>
                  <a:pt x="246997" y="86249"/>
                </a:cubicBezTo>
                <a:cubicBezTo>
                  <a:pt x="244458" y="90074"/>
                  <a:pt x="241061" y="93119"/>
                  <a:pt x="236807" y="95383"/>
                </a:cubicBezTo>
                <a:cubicBezTo>
                  <a:pt x="232554" y="97647"/>
                  <a:pt x="227612" y="98780"/>
                  <a:pt x="221981" y="98780"/>
                </a:cubicBezTo>
                <a:cubicBezTo>
                  <a:pt x="214393" y="98780"/>
                  <a:pt x="208548" y="96989"/>
                  <a:pt x="204447" y="93409"/>
                </a:cubicBezTo>
                <a:cubicBezTo>
                  <a:pt x="200347" y="89829"/>
                  <a:pt x="198511" y="84979"/>
                  <a:pt x="198939" y="78859"/>
                </a:cubicBezTo>
                <a:lnTo>
                  <a:pt x="214453" y="78859"/>
                </a:lnTo>
                <a:cubicBezTo>
                  <a:pt x="214637" y="80817"/>
                  <a:pt x="215540" y="82362"/>
                  <a:pt x="217161" y="83494"/>
                </a:cubicBezTo>
                <a:cubicBezTo>
                  <a:pt x="218783" y="84627"/>
                  <a:pt x="220941" y="85193"/>
                  <a:pt x="223634" y="85193"/>
                </a:cubicBezTo>
                <a:cubicBezTo>
                  <a:pt x="226877" y="85193"/>
                  <a:pt x="229631" y="84260"/>
                  <a:pt x="231896" y="82393"/>
                </a:cubicBezTo>
                <a:cubicBezTo>
                  <a:pt x="234161" y="80526"/>
                  <a:pt x="235660" y="77542"/>
                  <a:pt x="236394" y="73442"/>
                </a:cubicBezTo>
                <a:lnTo>
                  <a:pt x="237680" y="66190"/>
                </a:lnTo>
                <a:cubicBezTo>
                  <a:pt x="235722" y="68577"/>
                  <a:pt x="233258" y="70520"/>
                  <a:pt x="230289" y="72020"/>
                </a:cubicBezTo>
                <a:cubicBezTo>
                  <a:pt x="227322" y="73519"/>
                  <a:pt x="224032" y="74268"/>
                  <a:pt x="220421" y="74268"/>
                </a:cubicBezTo>
                <a:cubicBezTo>
                  <a:pt x="216809" y="74268"/>
                  <a:pt x="213611" y="73442"/>
                  <a:pt x="210827" y="71790"/>
                </a:cubicBezTo>
                <a:cubicBezTo>
                  <a:pt x="208043" y="70137"/>
                  <a:pt x="205870" y="67781"/>
                  <a:pt x="204309" y="64722"/>
                </a:cubicBezTo>
                <a:cubicBezTo>
                  <a:pt x="202748" y="61661"/>
                  <a:pt x="201968" y="58081"/>
                  <a:pt x="201968" y="53980"/>
                </a:cubicBezTo>
                <a:cubicBezTo>
                  <a:pt x="201968" y="52083"/>
                  <a:pt x="202151" y="50032"/>
                  <a:pt x="202518" y="47829"/>
                </a:cubicBezTo>
                <a:cubicBezTo>
                  <a:pt x="203437" y="42566"/>
                  <a:pt x="205243" y="37945"/>
                  <a:pt x="207935" y="33967"/>
                </a:cubicBezTo>
                <a:cubicBezTo>
                  <a:pt x="210629" y="29989"/>
                  <a:pt x="213872" y="26929"/>
                  <a:pt x="217667" y="24787"/>
                </a:cubicBezTo>
                <a:cubicBezTo>
                  <a:pt x="221461" y="22645"/>
                  <a:pt x="225470" y="21574"/>
                  <a:pt x="229693" y="21574"/>
                </a:cubicBezTo>
                <a:moveTo>
                  <a:pt x="240894" y="47920"/>
                </a:moveTo>
                <a:cubicBezTo>
                  <a:pt x="241077" y="46819"/>
                  <a:pt x="241168" y="45810"/>
                  <a:pt x="241168" y="44892"/>
                </a:cubicBezTo>
                <a:cubicBezTo>
                  <a:pt x="241168" y="41893"/>
                  <a:pt x="240296" y="39537"/>
                  <a:pt x="238551" y="37823"/>
                </a:cubicBezTo>
                <a:cubicBezTo>
                  <a:pt x="236808" y="36109"/>
                  <a:pt x="234589" y="35251"/>
                  <a:pt x="231896" y="35251"/>
                </a:cubicBezTo>
                <a:cubicBezTo>
                  <a:pt x="228775" y="35251"/>
                  <a:pt x="225929" y="36369"/>
                  <a:pt x="223358" y="38604"/>
                </a:cubicBezTo>
                <a:cubicBezTo>
                  <a:pt x="220788" y="40837"/>
                  <a:pt x="219167" y="43913"/>
                  <a:pt x="218493" y="47829"/>
                </a:cubicBezTo>
                <a:cubicBezTo>
                  <a:pt x="218309" y="48931"/>
                  <a:pt x="218217" y="49941"/>
                  <a:pt x="218217" y="50859"/>
                </a:cubicBezTo>
                <a:cubicBezTo>
                  <a:pt x="218217" y="53858"/>
                  <a:pt x="219089" y="56229"/>
                  <a:pt x="220834" y="57974"/>
                </a:cubicBezTo>
                <a:cubicBezTo>
                  <a:pt x="222578" y="59717"/>
                  <a:pt x="224766" y="60589"/>
                  <a:pt x="227398" y="60589"/>
                </a:cubicBezTo>
                <a:cubicBezTo>
                  <a:pt x="230519" y="60589"/>
                  <a:pt x="233365" y="59457"/>
                  <a:pt x="235935" y="57194"/>
                </a:cubicBezTo>
                <a:cubicBezTo>
                  <a:pt x="238506" y="54929"/>
                  <a:pt x="240159" y="51838"/>
                  <a:pt x="240894" y="47920"/>
                </a:cubicBezTo>
                <a:close/>
                <a:moveTo>
                  <a:pt x="312316" y="5599"/>
                </a:moveTo>
                <a:lnTo>
                  <a:pt x="300290" y="73534"/>
                </a:lnTo>
                <a:lnTo>
                  <a:pt x="284591" y="73534"/>
                </a:lnTo>
                <a:lnTo>
                  <a:pt x="296617" y="5599"/>
                </a:lnTo>
                <a:lnTo>
                  <a:pt x="312316" y="5599"/>
                </a:lnTo>
                <a:close/>
                <a:moveTo>
                  <a:pt x="313142" y="47829"/>
                </a:moveTo>
                <a:cubicBezTo>
                  <a:pt x="314061" y="42566"/>
                  <a:pt x="315866" y="37945"/>
                  <a:pt x="318559" y="33967"/>
                </a:cubicBezTo>
                <a:cubicBezTo>
                  <a:pt x="321252" y="29989"/>
                  <a:pt x="324496" y="26929"/>
                  <a:pt x="328290" y="24787"/>
                </a:cubicBezTo>
                <a:cubicBezTo>
                  <a:pt x="332084" y="22645"/>
                  <a:pt x="336093" y="21574"/>
                  <a:pt x="340316" y="21574"/>
                </a:cubicBezTo>
                <a:cubicBezTo>
                  <a:pt x="343927" y="21574"/>
                  <a:pt x="346957" y="22308"/>
                  <a:pt x="349404" y="23777"/>
                </a:cubicBezTo>
                <a:cubicBezTo>
                  <a:pt x="351853" y="25245"/>
                  <a:pt x="353628" y="27173"/>
                  <a:pt x="354729" y="29560"/>
                </a:cubicBezTo>
                <a:lnTo>
                  <a:pt x="356015" y="22308"/>
                </a:lnTo>
                <a:lnTo>
                  <a:pt x="371712" y="22308"/>
                </a:lnTo>
                <a:lnTo>
                  <a:pt x="362624" y="73534"/>
                </a:lnTo>
                <a:lnTo>
                  <a:pt x="346926" y="73534"/>
                </a:lnTo>
                <a:lnTo>
                  <a:pt x="348303" y="66282"/>
                </a:lnTo>
                <a:cubicBezTo>
                  <a:pt x="346345" y="68669"/>
                  <a:pt x="343866" y="70597"/>
                  <a:pt x="340866" y="72066"/>
                </a:cubicBezTo>
                <a:cubicBezTo>
                  <a:pt x="337868" y="73534"/>
                  <a:pt x="334563" y="74268"/>
                  <a:pt x="330951" y="74268"/>
                </a:cubicBezTo>
                <a:cubicBezTo>
                  <a:pt x="327341" y="74268"/>
                  <a:pt x="324144" y="73442"/>
                  <a:pt x="321359" y="71790"/>
                </a:cubicBezTo>
                <a:cubicBezTo>
                  <a:pt x="318574" y="70137"/>
                  <a:pt x="316416" y="67796"/>
                  <a:pt x="314886" y="64766"/>
                </a:cubicBezTo>
                <a:cubicBezTo>
                  <a:pt x="313356" y="61737"/>
                  <a:pt x="312591" y="58172"/>
                  <a:pt x="312591" y="54071"/>
                </a:cubicBezTo>
                <a:cubicBezTo>
                  <a:pt x="312591" y="52113"/>
                  <a:pt x="312775" y="50032"/>
                  <a:pt x="313142" y="47829"/>
                </a:cubicBezTo>
                <a:moveTo>
                  <a:pt x="351517" y="47920"/>
                </a:moveTo>
                <a:cubicBezTo>
                  <a:pt x="351700" y="46819"/>
                  <a:pt x="351791" y="45810"/>
                  <a:pt x="351791" y="44892"/>
                </a:cubicBezTo>
                <a:cubicBezTo>
                  <a:pt x="351791" y="41893"/>
                  <a:pt x="350919" y="39537"/>
                  <a:pt x="349175" y="37823"/>
                </a:cubicBezTo>
                <a:cubicBezTo>
                  <a:pt x="347431" y="36109"/>
                  <a:pt x="345213" y="35251"/>
                  <a:pt x="342519" y="35251"/>
                </a:cubicBezTo>
                <a:cubicBezTo>
                  <a:pt x="339398" y="35251"/>
                  <a:pt x="336552" y="36369"/>
                  <a:pt x="333981" y="38604"/>
                </a:cubicBezTo>
                <a:cubicBezTo>
                  <a:pt x="331411" y="40837"/>
                  <a:pt x="329790" y="43913"/>
                  <a:pt x="329116" y="47829"/>
                </a:cubicBezTo>
                <a:cubicBezTo>
                  <a:pt x="328932" y="48931"/>
                  <a:pt x="328840" y="49941"/>
                  <a:pt x="328840" y="50859"/>
                </a:cubicBezTo>
                <a:cubicBezTo>
                  <a:pt x="328840" y="53858"/>
                  <a:pt x="329713" y="56229"/>
                  <a:pt x="331457" y="57974"/>
                </a:cubicBezTo>
                <a:cubicBezTo>
                  <a:pt x="333202" y="59717"/>
                  <a:pt x="335390" y="60589"/>
                  <a:pt x="338021" y="60589"/>
                </a:cubicBezTo>
                <a:cubicBezTo>
                  <a:pt x="341142" y="60589"/>
                  <a:pt x="343988" y="59457"/>
                  <a:pt x="346558" y="57194"/>
                </a:cubicBezTo>
                <a:cubicBezTo>
                  <a:pt x="349129" y="54929"/>
                  <a:pt x="350782" y="51838"/>
                  <a:pt x="351517" y="47920"/>
                </a:cubicBezTo>
                <a:close/>
                <a:moveTo>
                  <a:pt x="448552" y="21757"/>
                </a:moveTo>
                <a:cubicBezTo>
                  <a:pt x="454060" y="21757"/>
                  <a:pt x="458359" y="23211"/>
                  <a:pt x="461450" y="26118"/>
                </a:cubicBezTo>
                <a:cubicBezTo>
                  <a:pt x="464541" y="29025"/>
                  <a:pt x="466086" y="33080"/>
                  <a:pt x="466086" y="38281"/>
                </a:cubicBezTo>
                <a:cubicBezTo>
                  <a:pt x="466086" y="39873"/>
                  <a:pt x="465903" y="41647"/>
                  <a:pt x="465536" y="43606"/>
                </a:cubicBezTo>
                <a:lnTo>
                  <a:pt x="460211" y="73534"/>
                </a:lnTo>
                <a:lnTo>
                  <a:pt x="444605" y="73534"/>
                </a:lnTo>
                <a:lnTo>
                  <a:pt x="449562" y="45718"/>
                </a:lnTo>
                <a:cubicBezTo>
                  <a:pt x="449685" y="45106"/>
                  <a:pt x="449746" y="44279"/>
                  <a:pt x="449746" y="43239"/>
                </a:cubicBezTo>
                <a:cubicBezTo>
                  <a:pt x="449746" y="40669"/>
                  <a:pt x="449027" y="38710"/>
                  <a:pt x="447589" y="37364"/>
                </a:cubicBezTo>
                <a:cubicBezTo>
                  <a:pt x="446150" y="36017"/>
                  <a:pt x="444146" y="35344"/>
                  <a:pt x="441575" y="35344"/>
                </a:cubicBezTo>
                <a:cubicBezTo>
                  <a:pt x="438515" y="35344"/>
                  <a:pt x="435945" y="36247"/>
                  <a:pt x="433863" y="38053"/>
                </a:cubicBezTo>
                <a:cubicBezTo>
                  <a:pt x="431783" y="39858"/>
                  <a:pt x="430467" y="42413"/>
                  <a:pt x="429916" y="45718"/>
                </a:cubicBezTo>
                <a:lnTo>
                  <a:pt x="424958" y="73534"/>
                </a:lnTo>
                <a:lnTo>
                  <a:pt x="409352" y="73534"/>
                </a:lnTo>
                <a:lnTo>
                  <a:pt x="414309" y="45718"/>
                </a:lnTo>
                <a:cubicBezTo>
                  <a:pt x="414432" y="45106"/>
                  <a:pt x="414493" y="44279"/>
                  <a:pt x="414493" y="43239"/>
                </a:cubicBezTo>
                <a:cubicBezTo>
                  <a:pt x="414493" y="40669"/>
                  <a:pt x="413774" y="38710"/>
                  <a:pt x="412336" y="37364"/>
                </a:cubicBezTo>
                <a:cubicBezTo>
                  <a:pt x="410898" y="36017"/>
                  <a:pt x="408893" y="35344"/>
                  <a:pt x="406323" y="35344"/>
                </a:cubicBezTo>
                <a:cubicBezTo>
                  <a:pt x="403263" y="35344"/>
                  <a:pt x="400692" y="36247"/>
                  <a:pt x="398611" y="38053"/>
                </a:cubicBezTo>
                <a:cubicBezTo>
                  <a:pt x="396530" y="39858"/>
                  <a:pt x="395214" y="42413"/>
                  <a:pt x="394663" y="45718"/>
                </a:cubicBezTo>
                <a:lnTo>
                  <a:pt x="394663" y="45259"/>
                </a:lnTo>
                <a:lnTo>
                  <a:pt x="389707" y="73534"/>
                </a:lnTo>
                <a:lnTo>
                  <a:pt x="374008" y="73534"/>
                </a:lnTo>
                <a:lnTo>
                  <a:pt x="383004" y="22308"/>
                </a:lnTo>
                <a:lnTo>
                  <a:pt x="398703" y="22308"/>
                </a:lnTo>
                <a:lnTo>
                  <a:pt x="397602" y="28826"/>
                </a:lnTo>
                <a:cubicBezTo>
                  <a:pt x="399560" y="26623"/>
                  <a:pt x="401932" y="24894"/>
                  <a:pt x="404717" y="23640"/>
                </a:cubicBezTo>
                <a:cubicBezTo>
                  <a:pt x="407502" y="22385"/>
                  <a:pt x="410516" y="21757"/>
                  <a:pt x="413759" y="21757"/>
                </a:cubicBezTo>
                <a:cubicBezTo>
                  <a:pt x="417676" y="21757"/>
                  <a:pt x="420996" y="22584"/>
                  <a:pt x="423719" y="24237"/>
                </a:cubicBezTo>
                <a:cubicBezTo>
                  <a:pt x="426443" y="25889"/>
                  <a:pt x="428386" y="28275"/>
                  <a:pt x="429549" y="31396"/>
                </a:cubicBezTo>
                <a:cubicBezTo>
                  <a:pt x="431814" y="28520"/>
                  <a:pt x="434629" y="26195"/>
                  <a:pt x="437994" y="24420"/>
                </a:cubicBezTo>
                <a:cubicBezTo>
                  <a:pt x="441361" y="22645"/>
                  <a:pt x="444880" y="21757"/>
                  <a:pt x="448552" y="21757"/>
                </a:cubicBezTo>
                <a:close/>
                <a:moveTo>
                  <a:pt x="494638" y="29560"/>
                </a:moveTo>
                <a:cubicBezTo>
                  <a:pt x="496597" y="27173"/>
                  <a:pt x="499075" y="25245"/>
                  <a:pt x="502074" y="23777"/>
                </a:cubicBezTo>
                <a:cubicBezTo>
                  <a:pt x="505073" y="22308"/>
                  <a:pt x="508347" y="21574"/>
                  <a:pt x="511896" y="21574"/>
                </a:cubicBezTo>
                <a:cubicBezTo>
                  <a:pt x="517405" y="21574"/>
                  <a:pt x="521858" y="23364"/>
                  <a:pt x="525254" y="26945"/>
                </a:cubicBezTo>
                <a:cubicBezTo>
                  <a:pt x="528651" y="30524"/>
                  <a:pt x="530349" y="35405"/>
                  <a:pt x="530349" y="41586"/>
                </a:cubicBezTo>
                <a:cubicBezTo>
                  <a:pt x="530349" y="43545"/>
                  <a:pt x="530166" y="45626"/>
                  <a:pt x="529799" y="47829"/>
                </a:cubicBezTo>
                <a:cubicBezTo>
                  <a:pt x="528881" y="53093"/>
                  <a:pt x="527075" y="57729"/>
                  <a:pt x="524382" y="61738"/>
                </a:cubicBezTo>
                <a:cubicBezTo>
                  <a:pt x="521689" y="65746"/>
                  <a:pt x="518446" y="68837"/>
                  <a:pt x="514650" y="71010"/>
                </a:cubicBezTo>
                <a:cubicBezTo>
                  <a:pt x="510856" y="73182"/>
                  <a:pt x="506847" y="74268"/>
                  <a:pt x="502624" y="74268"/>
                </a:cubicBezTo>
                <a:cubicBezTo>
                  <a:pt x="499014" y="74268"/>
                  <a:pt x="495985" y="73549"/>
                  <a:pt x="493536" y="72111"/>
                </a:cubicBezTo>
                <a:cubicBezTo>
                  <a:pt x="491088" y="70673"/>
                  <a:pt x="489313" y="68760"/>
                  <a:pt x="488211" y="66373"/>
                </a:cubicBezTo>
                <a:lnTo>
                  <a:pt x="486927" y="73534"/>
                </a:lnTo>
                <a:lnTo>
                  <a:pt x="471228" y="73534"/>
                </a:lnTo>
                <a:lnTo>
                  <a:pt x="483254" y="5599"/>
                </a:lnTo>
                <a:lnTo>
                  <a:pt x="498953" y="5599"/>
                </a:lnTo>
                <a:lnTo>
                  <a:pt x="494638" y="29560"/>
                </a:lnTo>
                <a:moveTo>
                  <a:pt x="513916" y="47829"/>
                </a:moveTo>
                <a:cubicBezTo>
                  <a:pt x="514100" y="46789"/>
                  <a:pt x="514192" y="45840"/>
                  <a:pt x="514192" y="44983"/>
                </a:cubicBezTo>
                <a:cubicBezTo>
                  <a:pt x="514192" y="41923"/>
                  <a:pt x="513320" y="39537"/>
                  <a:pt x="511576" y="37823"/>
                </a:cubicBezTo>
                <a:cubicBezTo>
                  <a:pt x="509831" y="36109"/>
                  <a:pt x="507613" y="35251"/>
                  <a:pt x="504920" y="35251"/>
                </a:cubicBezTo>
                <a:cubicBezTo>
                  <a:pt x="501798" y="35251"/>
                  <a:pt x="498952" y="36384"/>
                  <a:pt x="496381" y="38648"/>
                </a:cubicBezTo>
                <a:cubicBezTo>
                  <a:pt x="493811" y="40913"/>
                  <a:pt x="492159" y="44004"/>
                  <a:pt x="491425" y="47920"/>
                </a:cubicBezTo>
                <a:cubicBezTo>
                  <a:pt x="491241" y="49022"/>
                  <a:pt x="491149" y="50032"/>
                  <a:pt x="491149" y="50950"/>
                </a:cubicBezTo>
                <a:cubicBezTo>
                  <a:pt x="491149" y="53949"/>
                  <a:pt x="492006" y="56305"/>
                  <a:pt x="493719" y="58019"/>
                </a:cubicBezTo>
                <a:cubicBezTo>
                  <a:pt x="495433" y="59732"/>
                  <a:pt x="497637" y="60589"/>
                  <a:pt x="500330" y="60589"/>
                </a:cubicBezTo>
                <a:cubicBezTo>
                  <a:pt x="503451" y="60589"/>
                  <a:pt x="506312" y="59442"/>
                  <a:pt x="508913" y="57147"/>
                </a:cubicBezTo>
                <a:cubicBezTo>
                  <a:pt x="511514" y="54852"/>
                  <a:pt x="513182" y="51746"/>
                  <a:pt x="513916" y="47829"/>
                </a:cubicBezTo>
                <a:close/>
                <a:moveTo>
                  <a:pt x="535031" y="47829"/>
                </a:moveTo>
                <a:cubicBezTo>
                  <a:pt x="535950" y="42566"/>
                  <a:pt x="537755" y="37945"/>
                  <a:pt x="540448" y="33967"/>
                </a:cubicBezTo>
                <a:cubicBezTo>
                  <a:pt x="543141" y="29989"/>
                  <a:pt x="546385" y="26929"/>
                  <a:pt x="550179" y="24787"/>
                </a:cubicBezTo>
                <a:cubicBezTo>
                  <a:pt x="553973" y="22645"/>
                  <a:pt x="557982" y="21574"/>
                  <a:pt x="562205" y="21574"/>
                </a:cubicBezTo>
                <a:cubicBezTo>
                  <a:pt x="565572" y="21574"/>
                  <a:pt x="568525" y="22278"/>
                  <a:pt x="571064" y="23685"/>
                </a:cubicBezTo>
                <a:cubicBezTo>
                  <a:pt x="573604" y="25092"/>
                  <a:pt x="575455" y="26989"/>
                  <a:pt x="576618" y="29376"/>
                </a:cubicBezTo>
                <a:lnTo>
                  <a:pt x="580841" y="5599"/>
                </a:lnTo>
                <a:lnTo>
                  <a:pt x="596540" y="5599"/>
                </a:lnTo>
                <a:lnTo>
                  <a:pt x="584513" y="73534"/>
                </a:lnTo>
                <a:lnTo>
                  <a:pt x="568815" y="73534"/>
                </a:lnTo>
                <a:lnTo>
                  <a:pt x="570100" y="66190"/>
                </a:lnTo>
                <a:cubicBezTo>
                  <a:pt x="568142" y="68638"/>
                  <a:pt x="565694" y="70597"/>
                  <a:pt x="562756" y="72066"/>
                </a:cubicBezTo>
                <a:cubicBezTo>
                  <a:pt x="559819" y="73534"/>
                  <a:pt x="556544" y="74268"/>
                  <a:pt x="552933" y="74268"/>
                </a:cubicBezTo>
                <a:cubicBezTo>
                  <a:pt x="549322" y="74268"/>
                  <a:pt x="546124" y="73442"/>
                  <a:pt x="543339" y="71790"/>
                </a:cubicBezTo>
                <a:cubicBezTo>
                  <a:pt x="540555" y="70137"/>
                  <a:pt x="538382" y="67781"/>
                  <a:pt x="536821" y="64722"/>
                </a:cubicBezTo>
                <a:cubicBezTo>
                  <a:pt x="535260" y="61661"/>
                  <a:pt x="534480" y="58081"/>
                  <a:pt x="534480" y="53980"/>
                </a:cubicBezTo>
                <a:cubicBezTo>
                  <a:pt x="534480" y="52083"/>
                  <a:pt x="534664" y="50032"/>
                  <a:pt x="535031" y="47829"/>
                </a:cubicBezTo>
                <a:moveTo>
                  <a:pt x="573406" y="47920"/>
                </a:moveTo>
                <a:cubicBezTo>
                  <a:pt x="573589" y="46819"/>
                  <a:pt x="573681" y="45810"/>
                  <a:pt x="573681" y="44892"/>
                </a:cubicBezTo>
                <a:cubicBezTo>
                  <a:pt x="573681" y="41893"/>
                  <a:pt x="572808" y="39537"/>
                  <a:pt x="571064" y="37823"/>
                </a:cubicBezTo>
                <a:cubicBezTo>
                  <a:pt x="569320" y="36109"/>
                  <a:pt x="567102" y="35251"/>
                  <a:pt x="564409" y="35251"/>
                </a:cubicBezTo>
                <a:cubicBezTo>
                  <a:pt x="561288" y="35251"/>
                  <a:pt x="558442" y="36369"/>
                  <a:pt x="555871" y="38604"/>
                </a:cubicBezTo>
                <a:cubicBezTo>
                  <a:pt x="553301" y="40837"/>
                  <a:pt x="551679" y="43913"/>
                  <a:pt x="551006" y="47829"/>
                </a:cubicBezTo>
                <a:cubicBezTo>
                  <a:pt x="550822" y="48931"/>
                  <a:pt x="550730" y="49941"/>
                  <a:pt x="550730" y="50859"/>
                </a:cubicBezTo>
                <a:cubicBezTo>
                  <a:pt x="550730" y="53858"/>
                  <a:pt x="551602" y="56229"/>
                  <a:pt x="553346" y="57974"/>
                </a:cubicBezTo>
                <a:cubicBezTo>
                  <a:pt x="555091" y="59717"/>
                  <a:pt x="557279" y="60589"/>
                  <a:pt x="559911" y="60589"/>
                </a:cubicBezTo>
                <a:cubicBezTo>
                  <a:pt x="563032" y="60589"/>
                  <a:pt x="565877" y="59457"/>
                  <a:pt x="568447" y="57194"/>
                </a:cubicBezTo>
                <a:cubicBezTo>
                  <a:pt x="571018" y="54929"/>
                  <a:pt x="572671" y="51838"/>
                  <a:pt x="573406" y="47920"/>
                </a:cubicBezTo>
                <a:close/>
                <a:moveTo>
                  <a:pt x="613798" y="16983"/>
                </a:moveTo>
                <a:cubicBezTo>
                  <a:pt x="611350" y="16983"/>
                  <a:pt x="609407" y="16326"/>
                  <a:pt x="607969" y="15010"/>
                </a:cubicBezTo>
                <a:cubicBezTo>
                  <a:pt x="606531" y="13694"/>
                  <a:pt x="605812" y="12026"/>
                  <a:pt x="605812" y="10006"/>
                </a:cubicBezTo>
                <a:cubicBezTo>
                  <a:pt x="605812" y="7252"/>
                  <a:pt x="606883" y="4896"/>
                  <a:pt x="609024" y="2938"/>
                </a:cubicBezTo>
                <a:cubicBezTo>
                  <a:pt x="611166" y="979"/>
                  <a:pt x="613768" y="0"/>
                  <a:pt x="616828" y="0"/>
                </a:cubicBezTo>
                <a:cubicBezTo>
                  <a:pt x="619277" y="0"/>
                  <a:pt x="621205" y="658"/>
                  <a:pt x="622612" y="1974"/>
                </a:cubicBezTo>
                <a:cubicBezTo>
                  <a:pt x="624019" y="3290"/>
                  <a:pt x="624723" y="4988"/>
                  <a:pt x="624723" y="7068"/>
                </a:cubicBezTo>
                <a:cubicBezTo>
                  <a:pt x="624723" y="9762"/>
                  <a:pt x="623652" y="12088"/>
                  <a:pt x="621509" y="14046"/>
                </a:cubicBezTo>
                <a:cubicBezTo>
                  <a:pt x="619368" y="16004"/>
                  <a:pt x="616798" y="16983"/>
                  <a:pt x="613798" y="16983"/>
                </a:cubicBezTo>
                <a:moveTo>
                  <a:pt x="620592" y="22308"/>
                </a:moveTo>
                <a:lnTo>
                  <a:pt x="611596" y="73534"/>
                </a:lnTo>
                <a:lnTo>
                  <a:pt x="595897" y="73534"/>
                </a:lnTo>
                <a:lnTo>
                  <a:pt x="604893" y="22308"/>
                </a:lnTo>
                <a:lnTo>
                  <a:pt x="620592" y="22308"/>
                </a:lnTo>
                <a:close/>
                <a:moveTo>
                  <a:pt x="658782" y="14963"/>
                </a:moveTo>
                <a:cubicBezTo>
                  <a:pt x="655784" y="14779"/>
                  <a:pt x="653596" y="15208"/>
                  <a:pt x="652218" y="16249"/>
                </a:cubicBezTo>
                <a:cubicBezTo>
                  <a:pt x="650842" y="17290"/>
                  <a:pt x="649908" y="19156"/>
                  <a:pt x="649418" y="21848"/>
                </a:cubicBezTo>
                <a:lnTo>
                  <a:pt x="649327" y="22308"/>
                </a:lnTo>
                <a:lnTo>
                  <a:pt x="657772" y="22308"/>
                </a:lnTo>
                <a:lnTo>
                  <a:pt x="655478" y="35344"/>
                </a:lnTo>
                <a:lnTo>
                  <a:pt x="647031" y="35344"/>
                </a:lnTo>
                <a:lnTo>
                  <a:pt x="640329" y="73534"/>
                </a:lnTo>
                <a:lnTo>
                  <a:pt x="624540" y="73534"/>
                </a:lnTo>
                <a:lnTo>
                  <a:pt x="631241" y="35344"/>
                </a:lnTo>
                <a:lnTo>
                  <a:pt x="625550" y="35344"/>
                </a:lnTo>
                <a:lnTo>
                  <a:pt x="627844" y="22308"/>
                </a:lnTo>
                <a:lnTo>
                  <a:pt x="633537" y="22308"/>
                </a:lnTo>
                <a:lnTo>
                  <a:pt x="633811" y="20838"/>
                </a:lnTo>
                <a:cubicBezTo>
                  <a:pt x="634974" y="14535"/>
                  <a:pt x="637652" y="9746"/>
                  <a:pt x="641844" y="6472"/>
                </a:cubicBezTo>
                <a:cubicBezTo>
                  <a:pt x="646037" y="3198"/>
                  <a:pt x="651622" y="1561"/>
                  <a:pt x="658599" y="1561"/>
                </a:cubicBezTo>
                <a:cubicBezTo>
                  <a:pt x="659701" y="1561"/>
                  <a:pt x="660527" y="1591"/>
                  <a:pt x="661077" y="1652"/>
                </a:cubicBezTo>
                <a:lnTo>
                  <a:pt x="658782" y="149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Text yonan...">
            <a:extLst xmlns:a="http://schemas.openxmlformats.org/drawingml/2006/main">
              <a:ext uri="{FF2B5EF4-FFF2-40B4-BE49-F238E27FC236}">
                <a16:creationId xmlns:a16="http://schemas.microsoft.com/office/drawing/2014/main" id="{CA1E3877-575D-4660-ACD8-8140AC10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641" y="828791"/>
            <a:ext cx="436983" cy="76288"/>
          </a:xfrm>
          <a:custGeom xmlns:a="http://schemas.openxmlformats.org/drawingml/2006/main">
            <a:pathLst>
              <a:path w="436983" h="76288">
                <a:moveTo>
                  <a:pt x="21665" y="734"/>
                </a:moveTo>
                <a:lnTo>
                  <a:pt x="27907" y="32773"/>
                </a:lnTo>
                <a:lnTo>
                  <a:pt x="45350" y="734"/>
                </a:lnTo>
                <a:lnTo>
                  <a:pt x="62333" y="734"/>
                </a:lnTo>
                <a:lnTo>
                  <a:pt x="16891" y="76288"/>
                </a:lnTo>
                <a:lnTo>
                  <a:pt x="0" y="76288"/>
                </a:lnTo>
                <a:lnTo>
                  <a:pt x="16340" y="50216"/>
                </a:lnTo>
                <a:lnTo>
                  <a:pt x="4222" y="734"/>
                </a:lnTo>
                <a:lnTo>
                  <a:pt x="21665" y="734"/>
                </a:lnTo>
                <a:close/>
                <a:moveTo>
                  <a:pt x="103554" y="52694"/>
                </a:moveTo>
                <a:cubicBezTo>
                  <a:pt x="99147" y="52694"/>
                  <a:pt x="95230" y="51807"/>
                  <a:pt x="91803" y="50033"/>
                </a:cubicBezTo>
                <a:cubicBezTo>
                  <a:pt x="88376" y="48257"/>
                  <a:pt x="85729" y="45748"/>
                  <a:pt x="83862" y="42505"/>
                </a:cubicBezTo>
                <a:cubicBezTo>
                  <a:pt x="81995" y="39261"/>
                  <a:pt x="81062" y="35497"/>
                  <a:pt x="81062" y="31213"/>
                </a:cubicBezTo>
                <a:cubicBezTo>
                  <a:pt x="81062" y="25399"/>
                  <a:pt x="82439" y="20104"/>
                  <a:pt x="85193" y="15330"/>
                </a:cubicBezTo>
                <a:cubicBezTo>
                  <a:pt x="87947" y="10557"/>
                  <a:pt x="91741" y="6808"/>
                  <a:pt x="96576" y="4085"/>
                </a:cubicBezTo>
                <a:cubicBezTo>
                  <a:pt x="101411" y="1362"/>
                  <a:pt x="106797" y="0"/>
                  <a:pt x="112734" y="0"/>
                </a:cubicBezTo>
                <a:cubicBezTo>
                  <a:pt x="117141" y="0"/>
                  <a:pt x="121073" y="903"/>
                  <a:pt x="124530" y="2708"/>
                </a:cubicBezTo>
                <a:cubicBezTo>
                  <a:pt x="127988" y="4513"/>
                  <a:pt x="130666" y="7038"/>
                  <a:pt x="132564" y="10282"/>
                </a:cubicBezTo>
                <a:cubicBezTo>
                  <a:pt x="134461" y="13525"/>
                  <a:pt x="135410" y="17289"/>
                  <a:pt x="135410" y="21574"/>
                </a:cubicBezTo>
                <a:cubicBezTo>
                  <a:pt x="135410" y="27449"/>
                  <a:pt x="134018" y="32758"/>
                  <a:pt x="131233" y="37501"/>
                </a:cubicBezTo>
                <a:cubicBezTo>
                  <a:pt x="128448" y="42244"/>
                  <a:pt x="124623" y="45962"/>
                  <a:pt x="119758" y="48656"/>
                </a:cubicBezTo>
                <a:cubicBezTo>
                  <a:pt x="114892" y="51348"/>
                  <a:pt x="109491" y="52694"/>
                  <a:pt x="103554" y="52694"/>
                </a:cubicBezTo>
                <a:moveTo>
                  <a:pt x="105756" y="39199"/>
                </a:moveTo>
                <a:cubicBezTo>
                  <a:pt x="108327" y="39199"/>
                  <a:pt x="110638" y="38419"/>
                  <a:pt x="112688" y="36858"/>
                </a:cubicBezTo>
                <a:cubicBezTo>
                  <a:pt x="114738" y="35298"/>
                  <a:pt x="116330" y="33278"/>
                  <a:pt x="117462" y="30800"/>
                </a:cubicBezTo>
                <a:cubicBezTo>
                  <a:pt x="118594" y="28321"/>
                  <a:pt x="119161" y="25735"/>
                  <a:pt x="119161" y="23042"/>
                </a:cubicBezTo>
                <a:cubicBezTo>
                  <a:pt x="119161" y="19982"/>
                  <a:pt x="118334" y="17625"/>
                  <a:pt x="116681" y="15973"/>
                </a:cubicBezTo>
                <a:cubicBezTo>
                  <a:pt x="115029" y="14320"/>
                  <a:pt x="112949" y="13494"/>
                  <a:pt x="110439" y="13494"/>
                </a:cubicBezTo>
                <a:cubicBezTo>
                  <a:pt x="107808" y="13494"/>
                  <a:pt x="105497" y="14275"/>
                  <a:pt x="103508" y="15836"/>
                </a:cubicBezTo>
                <a:cubicBezTo>
                  <a:pt x="101519" y="17397"/>
                  <a:pt x="99973" y="19432"/>
                  <a:pt x="98871" y="21941"/>
                </a:cubicBezTo>
                <a:cubicBezTo>
                  <a:pt x="97770" y="24450"/>
                  <a:pt x="97220" y="27082"/>
                  <a:pt x="97220" y="29836"/>
                </a:cubicBezTo>
                <a:cubicBezTo>
                  <a:pt x="97220" y="32835"/>
                  <a:pt x="98015" y="35145"/>
                  <a:pt x="99605" y="36767"/>
                </a:cubicBezTo>
                <a:cubicBezTo>
                  <a:pt x="101197" y="38388"/>
                  <a:pt x="103247" y="39199"/>
                  <a:pt x="105756" y="39199"/>
                </a:cubicBezTo>
                <a:close/>
                <a:moveTo>
                  <a:pt x="178924" y="184"/>
                </a:moveTo>
                <a:cubicBezTo>
                  <a:pt x="184065" y="184"/>
                  <a:pt x="188104" y="1622"/>
                  <a:pt x="191042" y="4498"/>
                </a:cubicBezTo>
                <a:cubicBezTo>
                  <a:pt x="193980" y="7374"/>
                  <a:pt x="195449" y="11383"/>
                  <a:pt x="195449" y="16524"/>
                </a:cubicBezTo>
                <a:cubicBezTo>
                  <a:pt x="195449" y="18238"/>
                  <a:pt x="195265" y="20074"/>
                  <a:pt x="194897" y="22032"/>
                </a:cubicBezTo>
                <a:lnTo>
                  <a:pt x="189573" y="51960"/>
                </a:lnTo>
                <a:lnTo>
                  <a:pt x="173966" y="51960"/>
                </a:lnTo>
                <a:lnTo>
                  <a:pt x="178924" y="24144"/>
                </a:lnTo>
                <a:cubicBezTo>
                  <a:pt x="179108" y="23103"/>
                  <a:pt x="179200" y="22185"/>
                  <a:pt x="179200" y="21390"/>
                </a:cubicBezTo>
                <a:cubicBezTo>
                  <a:pt x="179200" y="18819"/>
                  <a:pt x="178481" y="16830"/>
                  <a:pt x="177042" y="15423"/>
                </a:cubicBezTo>
                <a:cubicBezTo>
                  <a:pt x="175604" y="14015"/>
                  <a:pt x="173600" y="13310"/>
                  <a:pt x="171029" y="13310"/>
                </a:cubicBezTo>
                <a:cubicBezTo>
                  <a:pt x="167968" y="13310"/>
                  <a:pt x="165398" y="14259"/>
                  <a:pt x="163317" y="16157"/>
                </a:cubicBezTo>
                <a:cubicBezTo>
                  <a:pt x="161237" y="18055"/>
                  <a:pt x="159890" y="20717"/>
                  <a:pt x="159277" y="24144"/>
                </a:cubicBezTo>
                <a:lnTo>
                  <a:pt x="159277" y="23685"/>
                </a:lnTo>
                <a:lnTo>
                  <a:pt x="154321" y="51960"/>
                </a:lnTo>
                <a:lnTo>
                  <a:pt x="138622" y="51960"/>
                </a:lnTo>
                <a:lnTo>
                  <a:pt x="147618" y="734"/>
                </a:lnTo>
                <a:lnTo>
                  <a:pt x="163317" y="734"/>
                </a:lnTo>
                <a:lnTo>
                  <a:pt x="162124" y="7619"/>
                </a:lnTo>
                <a:cubicBezTo>
                  <a:pt x="164144" y="5354"/>
                  <a:pt x="166607" y="3549"/>
                  <a:pt x="169515" y="2203"/>
                </a:cubicBezTo>
                <a:cubicBezTo>
                  <a:pt x="172422" y="857"/>
                  <a:pt x="175558" y="184"/>
                  <a:pt x="178924" y="184"/>
                </a:cubicBezTo>
                <a:close/>
                <a:moveTo>
                  <a:pt x="223173" y="26255"/>
                </a:moveTo>
                <a:cubicBezTo>
                  <a:pt x="224092" y="20992"/>
                  <a:pt x="225897" y="16371"/>
                  <a:pt x="228590" y="12393"/>
                </a:cubicBezTo>
                <a:cubicBezTo>
                  <a:pt x="231283" y="8415"/>
                  <a:pt x="234527" y="5355"/>
                  <a:pt x="238321" y="3213"/>
                </a:cubicBezTo>
                <a:cubicBezTo>
                  <a:pt x="242116" y="1071"/>
                  <a:pt x="246124" y="0"/>
                  <a:pt x="250347" y="0"/>
                </a:cubicBezTo>
                <a:cubicBezTo>
                  <a:pt x="253958" y="0"/>
                  <a:pt x="256988" y="734"/>
                  <a:pt x="259436" y="2203"/>
                </a:cubicBezTo>
                <a:cubicBezTo>
                  <a:pt x="261884" y="3672"/>
                  <a:pt x="263659" y="5599"/>
                  <a:pt x="264760" y="7986"/>
                </a:cubicBezTo>
                <a:lnTo>
                  <a:pt x="266046" y="734"/>
                </a:lnTo>
                <a:lnTo>
                  <a:pt x="281744" y="734"/>
                </a:lnTo>
                <a:lnTo>
                  <a:pt x="272655" y="51960"/>
                </a:lnTo>
                <a:lnTo>
                  <a:pt x="256958" y="51960"/>
                </a:lnTo>
                <a:lnTo>
                  <a:pt x="258335" y="44708"/>
                </a:lnTo>
                <a:cubicBezTo>
                  <a:pt x="256376" y="47095"/>
                  <a:pt x="253897" y="49023"/>
                  <a:pt x="250898" y="50492"/>
                </a:cubicBezTo>
                <a:cubicBezTo>
                  <a:pt x="247899" y="51960"/>
                  <a:pt x="244594" y="52694"/>
                  <a:pt x="240983" y="52694"/>
                </a:cubicBezTo>
                <a:cubicBezTo>
                  <a:pt x="237372" y="52694"/>
                  <a:pt x="234175" y="51868"/>
                  <a:pt x="231390" y="50216"/>
                </a:cubicBezTo>
                <a:cubicBezTo>
                  <a:pt x="228605" y="48563"/>
                  <a:pt x="226448" y="46222"/>
                  <a:pt x="224917" y="43193"/>
                </a:cubicBezTo>
                <a:cubicBezTo>
                  <a:pt x="223387" y="40163"/>
                  <a:pt x="222622" y="36598"/>
                  <a:pt x="222622" y="32497"/>
                </a:cubicBezTo>
                <a:cubicBezTo>
                  <a:pt x="222622" y="30539"/>
                  <a:pt x="222806" y="28458"/>
                  <a:pt x="223173" y="26255"/>
                </a:cubicBezTo>
                <a:moveTo>
                  <a:pt x="261548" y="26346"/>
                </a:moveTo>
                <a:cubicBezTo>
                  <a:pt x="261731" y="25245"/>
                  <a:pt x="261823" y="24236"/>
                  <a:pt x="261823" y="23318"/>
                </a:cubicBezTo>
                <a:cubicBezTo>
                  <a:pt x="261823" y="20319"/>
                  <a:pt x="260950" y="17963"/>
                  <a:pt x="259206" y="16249"/>
                </a:cubicBezTo>
                <a:cubicBezTo>
                  <a:pt x="257462" y="14535"/>
                  <a:pt x="255244" y="13678"/>
                  <a:pt x="252551" y="13678"/>
                </a:cubicBezTo>
                <a:cubicBezTo>
                  <a:pt x="249430" y="13678"/>
                  <a:pt x="246584" y="14795"/>
                  <a:pt x="244013" y="17030"/>
                </a:cubicBezTo>
                <a:cubicBezTo>
                  <a:pt x="241443" y="19263"/>
                  <a:pt x="239821" y="22339"/>
                  <a:pt x="239148" y="26255"/>
                </a:cubicBezTo>
                <a:cubicBezTo>
                  <a:pt x="238964" y="27357"/>
                  <a:pt x="238872" y="28367"/>
                  <a:pt x="238872" y="29285"/>
                </a:cubicBezTo>
                <a:cubicBezTo>
                  <a:pt x="238872" y="32284"/>
                  <a:pt x="239744" y="34656"/>
                  <a:pt x="241488" y="36400"/>
                </a:cubicBezTo>
                <a:cubicBezTo>
                  <a:pt x="243233" y="38144"/>
                  <a:pt x="245421" y="39015"/>
                  <a:pt x="248053" y="39015"/>
                </a:cubicBezTo>
                <a:cubicBezTo>
                  <a:pt x="251174" y="39015"/>
                  <a:pt x="254019" y="37884"/>
                  <a:pt x="256589" y="35620"/>
                </a:cubicBezTo>
                <a:cubicBezTo>
                  <a:pt x="259160" y="33355"/>
                  <a:pt x="260813" y="30264"/>
                  <a:pt x="261548" y="26346"/>
                </a:cubicBezTo>
                <a:close/>
                <a:moveTo>
                  <a:pt x="324341" y="184"/>
                </a:moveTo>
                <a:cubicBezTo>
                  <a:pt x="329481" y="184"/>
                  <a:pt x="333521" y="1622"/>
                  <a:pt x="336459" y="4498"/>
                </a:cubicBezTo>
                <a:cubicBezTo>
                  <a:pt x="339397" y="7374"/>
                  <a:pt x="340866" y="11383"/>
                  <a:pt x="340866" y="16524"/>
                </a:cubicBezTo>
                <a:cubicBezTo>
                  <a:pt x="340866" y="18238"/>
                  <a:pt x="340682" y="20074"/>
                  <a:pt x="340314" y="22032"/>
                </a:cubicBezTo>
                <a:lnTo>
                  <a:pt x="334989" y="51960"/>
                </a:lnTo>
                <a:lnTo>
                  <a:pt x="319383" y="51960"/>
                </a:lnTo>
                <a:lnTo>
                  <a:pt x="324341" y="24144"/>
                </a:lnTo>
                <a:cubicBezTo>
                  <a:pt x="324524" y="23103"/>
                  <a:pt x="324616" y="22185"/>
                  <a:pt x="324616" y="21390"/>
                </a:cubicBezTo>
                <a:cubicBezTo>
                  <a:pt x="324616" y="18819"/>
                  <a:pt x="323897" y="16830"/>
                  <a:pt x="322459" y="15423"/>
                </a:cubicBezTo>
                <a:cubicBezTo>
                  <a:pt x="321021" y="14015"/>
                  <a:pt x="319016" y="13310"/>
                  <a:pt x="316446" y="13310"/>
                </a:cubicBezTo>
                <a:cubicBezTo>
                  <a:pt x="313385" y="13310"/>
                  <a:pt x="310815" y="14259"/>
                  <a:pt x="308734" y="16157"/>
                </a:cubicBezTo>
                <a:cubicBezTo>
                  <a:pt x="306653" y="18055"/>
                  <a:pt x="305307" y="20717"/>
                  <a:pt x="304694" y="24144"/>
                </a:cubicBezTo>
                <a:lnTo>
                  <a:pt x="304694" y="23685"/>
                </a:lnTo>
                <a:lnTo>
                  <a:pt x="299738" y="51960"/>
                </a:lnTo>
                <a:lnTo>
                  <a:pt x="284039" y="51960"/>
                </a:lnTo>
                <a:lnTo>
                  <a:pt x="293035" y="734"/>
                </a:lnTo>
                <a:lnTo>
                  <a:pt x="308734" y="734"/>
                </a:lnTo>
                <a:lnTo>
                  <a:pt x="307541" y="7619"/>
                </a:lnTo>
                <a:cubicBezTo>
                  <a:pt x="309561" y="5354"/>
                  <a:pt x="312024" y="3549"/>
                  <a:pt x="314931" y="2203"/>
                </a:cubicBezTo>
                <a:cubicBezTo>
                  <a:pt x="317838" y="857"/>
                  <a:pt x="320975" y="184"/>
                  <a:pt x="324341" y="184"/>
                </a:cubicBezTo>
                <a:close/>
                <a:moveTo>
                  <a:pt x="374373" y="52694"/>
                </a:moveTo>
                <a:cubicBezTo>
                  <a:pt x="371926" y="52694"/>
                  <a:pt x="369983" y="52036"/>
                  <a:pt x="368545" y="50721"/>
                </a:cubicBezTo>
                <a:cubicBezTo>
                  <a:pt x="367106" y="49405"/>
                  <a:pt x="366387" y="47737"/>
                  <a:pt x="366387" y="45718"/>
                </a:cubicBezTo>
                <a:cubicBezTo>
                  <a:pt x="366387" y="42903"/>
                  <a:pt x="367443" y="40516"/>
                  <a:pt x="369555" y="38557"/>
                </a:cubicBezTo>
                <a:cubicBezTo>
                  <a:pt x="371666" y="36599"/>
                  <a:pt x="374282" y="35620"/>
                  <a:pt x="377403" y="35620"/>
                </a:cubicBezTo>
                <a:cubicBezTo>
                  <a:pt x="379790" y="35620"/>
                  <a:pt x="381687" y="36278"/>
                  <a:pt x="383095" y="37594"/>
                </a:cubicBezTo>
                <a:cubicBezTo>
                  <a:pt x="384502" y="38909"/>
                  <a:pt x="385206" y="40608"/>
                  <a:pt x="385206" y="42688"/>
                </a:cubicBezTo>
                <a:cubicBezTo>
                  <a:pt x="385206" y="45442"/>
                  <a:pt x="384150" y="47798"/>
                  <a:pt x="382039" y="49757"/>
                </a:cubicBezTo>
                <a:cubicBezTo>
                  <a:pt x="379928" y="51715"/>
                  <a:pt x="377373" y="52694"/>
                  <a:pt x="374373" y="52694"/>
                </a:cubicBezTo>
                <a:close/>
                <a:moveTo>
                  <a:pt x="400262" y="52694"/>
                </a:moveTo>
                <a:cubicBezTo>
                  <a:pt x="397814" y="52694"/>
                  <a:pt x="395871" y="52036"/>
                  <a:pt x="394433" y="50721"/>
                </a:cubicBezTo>
                <a:cubicBezTo>
                  <a:pt x="392995" y="49405"/>
                  <a:pt x="392276" y="47737"/>
                  <a:pt x="392276" y="45718"/>
                </a:cubicBezTo>
                <a:cubicBezTo>
                  <a:pt x="392276" y="42903"/>
                  <a:pt x="393332" y="40516"/>
                  <a:pt x="395443" y="38557"/>
                </a:cubicBezTo>
                <a:cubicBezTo>
                  <a:pt x="397555" y="36599"/>
                  <a:pt x="400171" y="35620"/>
                  <a:pt x="403292" y="35620"/>
                </a:cubicBezTo>
                <a:cubicBezTo>
                  <a:pt x="405679" y="35620"/>
                  <a:pt x="407576" y="36278"/>
                  <a:pt x="408983" y="37594"/>
                </a:cubicBezTo>
                <a:cubicBezTo>
                  <a:pt x="410391" y="38909"/>
                  <a:pt x="411094" y="40608"/>
                  <a:pt x="411094" y="42688"/>
                </a:cubicBezTo>
                <a:cubicBezTo>
                  <a:pt x="411094" y="45442"/>
                  <a:pt x="410039" y="47798"/>
                  <a:pt x="407927" y="49757"/>
                </a:cubicBezTo>
                <a:cubicBezTo>
                  <a:pt x="405817" y="51715"/>
                  <a:pt x="403262" y="52694"/>
                  <a:pt x="400262" y="52694"/>
                </a:cubicBezTo>
                <a:close/>
                <a:moveTo>
                  <a:pt x="426151" y="52694"/>
                </a:moveTo>
                <a:cubicBezTo>
                  <a:pt x="423703" y="52694"/>
                  <a:pt x="421760" y="52036"/>
                  <a:pt x="420322" y="50721"/>
                </a:cubicBezTo>
                <a:cubicBezTo>
                  <a:pt x="418884" y="49405"/>
                  <a:pt x="418165" y="47737"/>
                  <a:pt x="418165" y="45718"/>
                </a:cubicBezTo>
                <a:cubicBezTo>
                  <a:pt x="418165" y="42903"/>
                  <a:pt x="419220" y="40516"/>
                  <a:pt x="421332" y="38557"/>
                </a:cubicBezTo>
                <a:cubicBezTo>
                  <a:pt x="423443" y="36599"/>
                  <a:pt x="426060" y="35620"/>
                  <a:pt x="429181" y="35620"/>
                </a:cubicBezTo>
                <a:cubicBezTo>
                  <a:pt x="431568" y="35620"/>
                  <a:pt x="433465" y="36278"/>
                  <a:pt x="434872" y="37594"/>
                </a:cubicBezTo>
                <a:cubicBezTo>
                  <a:pt x="436279" y="38909"/>
                  <a:pt x="436983" y="40608"/>
                  <a:pt x="436983" y="42688"/>
                </a:cubicBezTo>
                <a:cubicBezTo>
                  <a:pt x="436983" y="45442"/>
                  <a:pt x="435927" y="47798"/>
                  <a:pt x="433816" y="49757"/>
                </a:cubicBezTo>
                <a:cubicBezTo>
                  <a:pt x="431705" y="51715"/>
                  <a:pt x="429150" y="52694"/>
                  <a:pt x="426151" y="526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d32f8027074c02"/>
          <a:stretch xmlns:a="http://schemas.openxmlformats.org/drawingml/2006/main"/>
        </p:blipFill>
        <p:spPr>
          <a:xfrm xmlns:a="http://schemas.openxmlformats.org/drawingml/2006/main">
            <a:off x="1483414" y="1885386"/>
            <a:ext cx="442934" cy="442934"/>
          </a:xfrm>
          <a:prstGeom xmlns:a="http://schemas.openxmlformats.org/drawingml/2006/main" prst="rect">
            <a:avLst/>
          </a:prstGeom>
        </p:spPr>
      </p:pic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00B914-0B0F-47A1-A2C6-F4B3B708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693" y="1954238"/>
            <a:ext cx="236376" cy="236376"/>
          </a:xfrm>
          <a:custGeom xmlns:a="http://schemas.openxmlformats.org/drawingml/2006/main">
            <a:pathLst>
              <a:path w="236376" h="236376">
                <a:moveTo>
                  <a:pt x="0" y="118188"/>
                </a:moveTo>
                <a:lnTo>
                  <a:pt x="0" y="118188"/>
                </a:lnTo>
                <a:cubicBezTo>
                  <a:pt x="0" y="52914"/>
                  <a:pt x="52915" y="0"/>
                  <a:pt x="118188" y="0"/>
                </a:cubicBezTo>
                <a:cubicBezTo>
                  <a:pt x="149533" y="0"/>
                  <a:pt x="179595" y="12452"/>
                  <a:pt x="201760" y="34617"/>
                </a:cubicBezTo>
                <a:cubicBezTo>
                  <a:pt x="223924" y="56781"/>
                  <a:pt x="236376" y="86842"/>
                  <a:pt x="236376" y="118188"/>
                </a:cubicBezTo>
                <a:cubicBezTo>
                  <a:pt x="236376" y="183461"/>
                  <a:pt x="183461" y="236376"/>
                  <a:pt x="118188" y="236376"/>
                </a:cubicBezTo>
                <a:cubicBezTo>
                  <a:pt x="52915" y="236376"/>
                  <a:pt x="0" y="183461"/>
                  <a:pt x="0" y="118188"/>
                </a:cubicBezTo>
                <a:close/>
              </a:path>
            </a:pathLst>
          </a:custGeom>
          <a:solidFill xmlns:a="http://schemas.openxmlformats.org/drawingml/2006/main">
            <a:srgbClr val="A64D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Text 1">
            <a:extLst xmlns:a="http://schemas.openxmlformats.org/drawingml/2006/main">
              <a:ext uri="{FF2B5EF4-FFF2-40B4-BE49-F238E27FC236}">
                <a16:creationId xmlns:a16="http://schemas.microsoft.com/office/drawing/2014/main" id="{11D3FAB5-DB96-43BD-91FF-FC8A1D62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031" y="2025806"/>
            <a:ext cx="44503" cy="117278"/>
          </a:xfrm>
          <a:custGeom xmlns:a="http://schemas.openxmlformats.org/drawingml/2006/main">
            <a:pathLst>
              <a:path w="44503" h="117278">
                <a:moveTo>
                  <a:pt x="0" y="25544"/>
                </a:moveTo>
                <a:lnTo>
                  <a:pt x="0" y="0"/>
                </a:lnTo>
                <a:lnTo>
                  <a:pt x="44503" y="0"/>
                </a:lnTo>
                <a:lnTo>
                  <a:pt x="44503" y="117278"/>
                </a:lnTo>
                <a:lnTo>
                  <a:pt x="15907" y="117278"/>
                </a:lnTo>
                <a:lnTo>
                  <a:pt x="15907" y="25544"/>
                </a:lnTo>
                <a:lnTo>
                  <a:pt x="0" y="2554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4ab59061d249a8"/>
          <a:stretch xmlns:a="http://schemas.openxmlformats.org/drawingml/2006/main"/>
        </p:blipFill>
        <p:spPr>
          <a:xfrm xmlns:a="http://schemas.openxmlformats.org/drawingml/2006/main">
            <a:off x="3380814" y="1875243"/>
            <a:ext cx="442934" cy="442934"/>
          </a:xfrm>
          <a:prstGeom xmlns:a="http://schemas.openxmlformats.org/drawingml/2006/main" prst="rect">
            <a:avLst/>
          </a:prstGeom>
        </p:spPr>
      </p:pic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5885A8-E8A5-49F9-8317-62E7F3A4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093" y="1944096"/>
            <a:ext cx="236376" cy="236376"/>
          </a:xfrm>
          <a:custGeom xmlns:a="http://schemas.openxmlformats.org/drawingml/2006/main">
            <a:pathLst>
              <a:path w="236376" h="236376">
                <a:moveTo>
                  <a:pt x="0" y="118188"/>
                </a:moveTo>
                <a:lnTo>
                  <a:pt x="0" y="118188"/>
                </a:lnTo>
                <a:cubicBezTo>
                  <a:pt x="0" y="52914"/>
                  <a:pt x="52915" y="0"/>
                  <a:pt x="118188" y="0"/>
                </a:cubicBezTo>
                <a:cubicBezTo>
                  <a:pt x="149533" y="0"/>
                  <a:pt x="179595" y="12452"/>
                  <a:pt x="201759" y="34617"/>
                </a:cubicBezTo>
                <a:cubicBezTo>
                  <a:pt x="223924" y="56781"/>
                  <a:pt x="236376" y="86842"/>
                  <a:pt x="236376" y="118188"/>
                </a:cubicBezTo>
                <a:cubicBezTo>
                  <a:pt x="236376" y="183461"/>
                  <a:pt x="183461" y="236376"/>
                  <a:pt x="118188" y="236376"/>
                </a:cubicBezTo>
                <a:cubicBezTo>
                  <a:pt x="52915" y="236376"/>
                  <a:pt x="0" y="183461"/>
                  <a:pt x="0" y="118188"/>
                </a:cubicBezTo>
                <a:close/>
              </a:path>
            </a:pathLst>
          </a:custGeom>
          <a:solidFill xmlns:a="http://schemas.openxmlformats.org/drawingml/2006/main">
            <a:srgbClr val="A64D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Text 2">
            <a:extLst xmlns:a="http://schemas.openxmlformats.org/drawingml/2006/main">
              <a:ext uri="{FF2B5EF4-FFF2-40B4-BE49-F238E27FC236}">
                <a16:creationId xmlns:a16="http://schemas.microsoft.com/office/drawing/2014/main" id="{691D24F2-D100-4F0C-B9C2-EDD0A2FA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83" y="2013092"/>
            <a:ext cx="80970" cy="118244"/>
          </a:xfrm>
          <a:custGeom xmlns:a="http://schemas.openxmlformats.org/drawingml/2006/main">
            <a:pathLst>
              <a:path w="80970" h="118244">
                <a:moveTo>
                  <a:pt x="321" y="97841"/>
                </a:moveTo>
                <a:cubicBezTo>
                  <a:pt x="3962" y="94948"/>
                  <a:pt x="5623" y="93609"/>
                  <a:pt x="5302" y="93823"/>
                </a:cubicBezTo>
                <a:cubicBezTo>
                  <a:pt x="15798" y="85148"/>
                  <a:pt x="24071" y="78026"/>
                  <a:pt x="30123" y="72457"/>
                </a:cubicBezTo>
                <a:cubicBezTo>
                  <a:pt x="36175" y="66887"/>
                  <a:pt x="41288" y="61050"/>
                  <a:pt x="45464" y="54946"/>
                </a:cubicBezTo>
                <a:cubicBezTo>
                  <a:pt x="49641" y="48840"/>
                  <a:pt x="51730" y="42896"/>
                  <a:pt x="51730" y="37112"/>
                </a:cubicBezTo>
                <a:cubicBezTo>
                  <a:pt x="51730" y="32721"/>
                  <a:pt x="50712" y="29294"/>
                  <a:pt x="48678" y="26831"/>
                </a:cubicBezTo>
                <a:cubicBezTo>
                  <a:pt x="46643" y="24366"/>
                  <a:pt x="43591" y="23134"/>
                  <a:pt x="39522" y="23134"/>
                </a:cubicBezTo>
                <a:cubicBezTo>
                  <a:pt x="35451" y="23134"/>
                  <a:pt x="32264" y="24660"/>
                  <a:pt x="29961" y="27713"/>
                </a:cubicBezTo>
                <a:cubicBezTo>
                  <a:pt x="27659" y="30766"/>
                  <a:pt x="26507" y="35077"/>
                  <a:pt x="26507" y="40647"/>
                </a:cubicBezTo>
                <a:lnTo>
                  <a:pt x="0" y="40647"/>
                </a:lnTo>
                <a:cubicBezTo>
                  <a:pt x="214" y="31542"/>
                  <a:pt x="2169" y="23938"/>
                  <a:pt x="5864" y="17834"/>
                </a:cubicBezTo>
                <a:cubicBezTo>
                  <a:pt x="9559" y="11728"/>
                  <a:pt x="14431" y="7230"/>
                  <a:pt x="20482" y="4339"/>
                </a:cubicBezTo>
                <a:cubicBezTo>
                  <a:pt x="26533" y="1446"/>
                  <a:pt x="33254" y="0"/>
                  <a:pt x="40644" y="0"/>
                </a:cubicBezTo>
                <a:cubicBezTo>
                  <a:pt x="53390" y="0"/>
                  <a:pt x="63003" y="3267"/>
                  <a:pt x="69483" y="9801"/>
                </a:cubicBezTo>
                <a:cubicBezTo>
                  <a:pt x="75963" y="16335"/>
                  <a:pt x="79203" y="24849"/>
                  <a:pt x="79203" y="35345"/>
                </a:cubicBezTo>
                <a:cubicBezTo>
                  <a:pt x="79203" y="46804"/>
                  <a:pt x="75294" y="57434"/>
                  <a:pt x="67475" y="67235"/>
                </a:cubicBezTo>
                <a:cubicBezTo>
                  <a:pt x="59657" y="77036"/>
                  <a:pt x="49696" y="86595"/>
                  <a:pt x="37592" y="95912"/>
                </a:cubicBezTo>
                <a:lnTo>
                  <a:pt x="80970" y="95912"/>
                </a:lnTo>
                <a:lnTo>
                  <a:pt x="80970" y="118244"/>
                </a:lnTo>
                <a:lnTo>
                  <a:pt x="321" y="118244"/>
                </a:lnTo>
                <a:lnTo>
                  <a:pt x="321" y="9784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2f01945304898"/>
          <a:stretch xmlns:a="http://schemas.openxmlformats.org/drawingml/2006/main"/>
        </p:blipFill>
        <p:spPr>
          <a:xfrm xmlns:a="http://schemas.openxmlformats.org/drawingml/2006/main">
            <a:off x="7012179" y="1875220"/>
            <a:ext cx="442934" cy="442934"/>
          </a:xfrm>
          <a:prstGeom xmlns:a="http://schemas.openxmlformats.org/drawingml/2006/main" prst="rect">
            <a:avLst/>
          </a:prstGeom>
        </p:spPr>
      </p:pic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652965-A2EA-4CD1-8028-AE9D9CE5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457" y="1944073"/>
            <a:ext cx="236376" cy="236376"/>
          </a:xfrm>
          <a:custGeom xmlns:a="http://schemas.openxmlformats.org/drawingml/2006/main">
            <a:pathLst>
              <a:path w="236376" h="236376">
                <a:moveTo>
                  <a:pt x="0" y="118188"/>
                </a:moveTo>
                <a:lnTo>
                  <a:pt x="0" y="118188"/>
                </a:lnTo>
                <a:cubicBezTo>
                  <a:pt x="0" y="52914"/>
                  <a:pt x="52914" y="0"/>
                  <a:pt x="118188" y="0"/>
                </a:cubicBezTo>
                <a:cubicBezTo>
                  <a:pt x="149534" y="0"/>
                  <a:pt x="179595" y="12452"/>
                  <a:pt x="201760" y="34617"/>
                </a:cubicBezTo>
                <a:cubicBezTo>
                  <a:pt x="223924" y="56781"/>
                  <a:pt x="236376" y="86842"/>
                  <a:pt x="236376" y="118188"/>
                </a:cubicBezTo>
                <a:cubicBezTo>
                  <a:pt x="236376" y="183461"/>
                  <a:pt x="183461" y="236376"/>
                  <a:pt x="118188" y="236376"/>
                </a:cubicBezTo>
                <a:cubicBezTo>
                  <a:pt x="52914" y="236376"/>
                  <a:pt x="0" y="183461"/>
                  <a:pt x="0" y="118188"/>
                </a:cubicBezTo>
                <a:close/>
              </a:path>
            </a:pathLst>
          </a:custGeom>
          <a:solidFill xmlns:a="http://schemas.openxmlformats.org/drawingml/2006/main">
            <a:srgbClr val="A64D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Text 4">
            <a:extLst xmlns:a="http://schemas.openxmlformats.org/drawingml/2006/main">
              <a:ext uri="{FF2B5EF4-FFF2-40B4-BE49-F238E27FC236}">
                <a16:creationId xmlns:a16="http://schemas.microsoft.com/office/drawing/2014/main" id="{E30EC067-4E6A-44C6-B569-09DA79D2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165" y="2017247"/>
            <a:ext cx="94627" cy="115673"/>
          </a:xfrm>
          <a:custGeom xmlns:a="http://schemas.openxmlformats.org/drawingml/2006/main">
            <a:pathLst>
              <a:path w="94627" h="115673">
                <a:moveTo>
                  <a:pt x="0" y="94786"/>
                </a:moveTo>
                <a:lnTo>
                  <a:pt x="0" y="72616"/>
                </a:lnTo>
                <a:lnTo>
                  <a:pt x="50769" y="0"/>
                </a:lnTo>
                <a:lnTo>
                  <a:pt x="81453" y="0"/>
                </a:lnTo>
                <a:lnTo>
                  <a:pt x="81453" y="71010"/>
                </a:lnTo>
                <a:lnTo>
                  <a:pt x="94627" y="71010"/>
                </a:lnTo>
                <a:lnTo>
                  <a:pt x="94627" y="94786"/>
                </a:lnTo>
                <a:lnTo>
                  <a:pt x="81453" y="94786"/>
                </a:lnTo>
                <a:lnTo>
                  <a:pt x="81453" y="115673"/>
                </a:lnTo>
                <a:lnTo>
                  <a:pt x="53980" y="115673"/>
                </a:lnTo>
                <a:lnTo>
                  <a:pt x="53980" y="94786"/>
                </a:lnTo>
                <a:lnTo>
                  <a:pt x="0" y="94786"/>
                </a:lnTo>
                <a:moveTo>
                  <a:pt x="55909" y="30204"/>
                </a:moveTo>
                <a:lnTo>
                  <a:pt x="28919" y="71010"/>
                </a:lnTo>
                <a:lnTo>
                  <a:pt x="55909" y="71010"/>
                </a:lnTo>
                <a:lnTo>
                  <a:pt x="55909" y="3020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9c8a1c4c2c45a0"/>
          <a:stretch xmlns:a="http://schemas.openxmlformats.org/drawingml/2006/main"/>
        </p:blipFill>
        <p:spPr>
          <a:xfrm xmlns:a="http://schemas.openxmlformats.org/drawingml/2006/main">
            <a:off x="7218533" y="4914426"/>
            <a:ext cx="442934" cy="442934"/>
          </a:xfrm>
          <a:prstGeom xmlns:a="http://schemas.openxmlformats.org/drawingml/2006/main" prst="rect">
            <a:avLst/>
          </a:prstGeom>
        </p:spPr>
      </p:pic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04FBE3-C8C2-4316-9517-AE3778DB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1812" y="4983278"/>
            <a:ext cx="236376" cy="236376"/>
          </a:xfrm>
          <a:custGeom xmlns:a="http://schemas.openxmlformats.org/drawingml/2006/main">
            <a:pathLst>
              <a:path w="236376" h="236376">
                <a:moveTo>
                  <a:pt x="0" y="118188"/>
                </a:moveTo>
                <a:lnTo>
                  <a:pt x="0" y="118188"/>
                </a:lnTo>
                <a:cubicBezTo>
                  <a:pt x="0" y="52914"/>
                  <a:pt x="52914" y="0"/>
                  <a:pt x="118188" y="0"/>
                </a:cubicBezTo>
                <a:cubicBezTo>
                  <a:pt x="149534" y="0"/>
                  <a:pt x="179595" y="12452"/>
                  <a:pt x="201760" y="34616"/>
                </a:cubicBezTo>
                <a:cubicBezTo>
                  <a:pt x="223924" y="56781"/>
                  <a:pt x="236376" y="86842"/>
                  <a:pt x="236376" y="118188"/>
                </a:cubicBezTo>
                <a:cubicBezTo>
                  <a:pt x="236376" y="183461"/>
                  <a:pt x="183461" y="236376"/>
                  <a:pt x="118188" y="236376"/>
                </a:cubicBezTo>
                <a:cubicBezTo>
                  <a:pt x="52914" y="236376"/>
                  <a:pt x="0" y="183461"/>
                  <a:pt x="0" y="118188"/>
                </a:cubicBezTo>
                <a:close/>
              </a:path>
            </a:pathLst>
          </a:custGeom>
          <a:solidFill xmlns:a="http://schemas.openxmlformats.org/drawingml/2006/main">
            <a:srgbClr val="A64D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Text 6">
            <a:extLst xmlns:a="http://schemas.openxmlformats.org/drawingml/2006/main">
              <a:ext uri="{FF2B5EF4-FFF2-40B4-BE49-F238E27FC236}">
                <a16:creationId xmlns:a16="http://schemas.microsoft.com/office/drawing/2014/main" id="{7A4FDACB-514A-46E1-A122-FEA9DB94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8820" y="5052437"/>
            <a:ext cx="84025" cy="120330"/>
          </a:xfrm>
          <a:custGeom xmlns:a="http://schemas.openxmlformats.org/drawingml/2006/main">
            <a:pathLst>
              <a:path w="84025" h="120330">
                <a:moveTo>
                  <a:pt x="55267" y="34058"/>
                </a:moveTo>
                <a:cubicBezTo>
                  <a:pt x="54409" y="30094"/>
                  <a:pt x="52909" y="27122"/>
                  <a:pt x="50766" y="25142"/>
                </a:cubicBezTo>
                <a:cubicBezTo>
                  <a:pt x="48625" y="23161"/>
                  <a:pt x="45573" y="22171"/>
                  <a:pt x="41610" y="22171"/>
                </a:cubicBezTo>
                <a:cubicBezTo>
                  <a:pt x="35506" y="22171"/>
                  <a:pt x="31115" y="24821"/>
                  <a:pt x="28436" y="30123"/>
                </a:cubicBezTo>
                <a:cubicBezTo>
                  <a:pt x="25759" y="35425"/>
                  <a:pt x="24367" y="43805"/>
                  <a:pt x="24259" y="55265"/>
                </a:cubicBezTo>
                <a:cubicBezTo>
                  <a:pt x="26616" y="51516"/>
                  <a:pt x="30016" y="48571"/>
                  <a:pt x="34460" y="46430"/>
                </a:cubicBezTo>
                <a:cubicBezTo>
                  <a:pt x="38905" y="44287"/>
                  <a:pt x="43805" y="43216"/>
                  <a:pt x="49161" y="43216"/>
                </a:cubicBezTo>
                <a:cubicBezTo>
                  <a:pt x="59658" y="43216"/>
                  <a:pt x="68092" y="46536"/>
                  <a:pt x="74464" y="53176"/>
                </a:cubicBezTo>
                <a:cubicBezTo>
                  <a:pt x="80838" y="59816"/>
                  <a:pt x="84025" y="69081"/>
                  <a:pt x="84025" y="80970"/>
                </a:cubicBezTo>
                <a:cubicBezTo>
                  <a:pt x="84025" y="88789"/>
                  <a:pt x="82444" y="95644"/>
                  <a:pt x="79284" y="101535"/>
                </a:cubicBezTo>
                <a:cubicBezTo>
                  <a:pt x="76125" y="107425"/>
                  <a:pt x="71519" y="112031"/>
                  <a:pt x="65468" y="115351"/>
                </a:cubicBezTo>
                <a:cubicBezTo>
                  <a:pt x="59416" y="118671"/>
                  <a:pt x="52267" y="120330"/>
                  <a:pt x="44020" y="120330"/>
                </a:cubicBezTo>
                <a:cubicBezTo>
                  <a:pt x="27527" y="120330"/>
                  <a:pt x="16067" y="115163"/>
                  <a:pt x="9639" y="104827"/>
                </a:cubicBezTo>
                <a:cubicBezTo>
                  <a:pt x="3213" y="94492"/>
                  <a:pt x="0" y="79632"/>
                  <a:pt x="0" y="60246"/>
                </a:cubicBezTo>
                <a:cubicBezTo>
                  <a:pt x="0" y="39896"/>
                  <a:pt x="3400" y="24767"/>
                  <a:pt x="10200" y="14860"/>
                </a:cubicBezTo>
                <a:cubicBezTo>
                  <a:pt x="17002" y="4953"/>
                  <a:pt x="27900" y="0"/>
                  <a:pt x="42895" y="0"/>
                </a:cubicBezTo>
                <a:cubicBezTo>
                  <a:pt x="50929" y="0"/>
                  <a:pt x="57704" y="1580"/>
                  <a:pt x="63220" y="4739"/>
                </a:cubicBezTo>
                <a:cubicBezTo>
                  <a:pt x="68735" y="7898"/>
                  <a:pt x="72912" y="12048"/>
                  <a:pt x="75749" y="17189"/>
                </a:cubicBezTo>
                <a:cubicBezTo>
                  <a:pt x="78588" y="22331"/>
                  <a:pt x="80275" y="27954"/>
                  <a:pt x="80811" y="34058"/>
                </a:cubicBezTo>
                <a:lnTo>
                  <a:pt x="55267" y="34058"/>
                </a:lnTo>
                <a:moveTo>
                  <a:pt x="42574" y="64904"/>
                </a:moveTo>
                <a:cubicBezTo>
                  <a:pt x="37968" y="64904"/>
                  <a:pt x="34139" y="66270"/>
                  <a:pt x="31086" y="69002"/>
                </a:cubicBezTo>
                <a:cubicBezTo>
                  <a:pt x="28035" y="71733"/>
                  <a:pt x="26510" y="75616"/>
                  <a:pt x="26510" y="80649"/>
                </a:cubicBezTo>
                <a:cubicBezTo>
                  <a:pt x="26510" y="85789"/>
                  <a:pt x="27928" y="89805"/>
                  <a:pt x="30765" y="92698"/>
                </a:cubicBezTo>
                <a:cubicBezTo>
                  <a:pt x="33604" y="95589"/>
                  <a:pt x="37647" y="97034"/>
                  <a:pt x="42895" y="97034"/>
                </a:cubicBezTo>
                <a:cubicBezTo>
                  <a:pt x="47608" y="97034"/>
                  <a:pt x="51330" y="95616"/>
                  <a:pt x="54061" y="92779"/>
                </a:cubicBezTo>
                <a:cubicBezTo>
                  <a:pt x="56792" y="89940"/>
                  <a:pt x="58157" y="86057"/>
                  <a:pt x="58157" y="81130"/>
                </a:cubicBezTo>
                <a:cubicBezTo>
                  <a:pt x="58157" y="76096"/>
                  <a:pt x="56818" y="72134"/>
                  <a:pt x="54140" y="69243"/>
                </a:cubicBezTo>
                <a:cubicBezTo>
                  <a:pt x="51463" y="66350"/>
                  <a:pt x="47607" y="64904"/>
                  <a:pt x="42574" y="6490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D92AF1-1279-479C-BC4E-22301434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190" y="2764269"/>
            <a:ext cx="191875" cy="191875"/>
          </a:xfrm>
          <a:custGeom xmlns:a="http://schemas.openxmlformats.org/drawingml/2006/main">
            <a:pathLst>
              <a:path w="191875" h="191875">
                <a:moveTo>
                  <a:pt x="0" y="0"/>
                </a:moveTo>
                <a:lnTo>
                  <a:pt x="191875" y="0"/>
                </a:lnTo>
                <a:lnTo>
                  <a:pt x="191875" y="191875"/>
                </a:lnTo>
                <a:lnTo>
                  <a:pt x="0" y="1918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f5692f08b43d0"/>
          <a:stretch xmlns:a="http://schemas.openxmlformats.org/drawingml/2006/main"/>
        </p:blipFill>
        <p:spPr>
          <a:xfrm xmlns:a="http://schemas.openxmlformats.org/drawingml/2006/main">
            <a:off x="667190" y="2764269"/>
            <a:ext cx="191875" cy="191875"/>
          </a:xfrm>
          <a:prstGeom xmlns:a="http://schemas.openxmlformats.org/drawingml/2006/main" prst="rect">
            <a:avLst/>
          </a:prstGeom>
        </p:spPr>
      </p:pic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1CA03B-D9F8-4010-8EF2-D81475FA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190" y="2551250"/>
            <a:ext cx="191875" cy="191875"/>
          </a:xfrm>
          <a:custGeom xmlns:a="http://schemas.openxmlformats.org/drawingml/2006/main">
            <a:pathLst>
              <a:path w="191875" h="191875">
                <a:moveTo>
                  <a:pt x="0" y="0"/>
                </a:moveTo>
                <a:lnTo>
                  <a:pt x="191875" y="0"/>
                </a:lnTo>
                <a:lnTo>
                  <a:pt x="191875" y="191875"/>
                </a:lnTo>
                <a:lnTo>
                  <a:pt x="0" y="1918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69d5ea5964dd7"/>
          <a:stretch xmlns:a="http://schemas.openxmlformats.org/drawingml/2006/main"/>
        </p:blipFill>
        <p:spPr>
          <a:xfrm xmlns:a="http://schemas.openxmlformats.org/drawingml/2006/main">
            <a:off x="667190" y="2551250"/>
            <a:ext cx="191875" cy="191875"/>
          </a:xfrm>
          <a:prstGeom xmlns:a="http://schemas.openxmlformats.org/drawingml/2006/main" prst="rect">
            <a:avLst/>
          </a:prstGeom>
        </p:spPr>
      </p:pic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CBBC27-F583-4D99-8608-7B0B16B7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190" y="2334414"/>
            <a:ext cx="191875" cy="191875"/>
          </a:xfrm>
          <a:custGeom xmlns:a="http://schemas.openxmlformats.org/drawingml/2006/main">
            <a:pathLst>
              <a:path w="191875" h="191875">
                <a:moveTo>
                  <a:pt x="0" y="0"/>
                </a:moveTo>
                <a:lnTo>
                  <a:pt x="191875" y="0"/>
                </a:lnTo>
                <a:lnTo>
                  <a:pt x="191875" y="191875"/>
                </a:lnTo>
                <a:lnTo>
                  <a:pt x="0" y="1918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f7b61987064715"/>
          <a:stretch xmlns:a="http://schemas.openxmlformats.org/drawingml/2006/main"/>
        </p:blipFill>
        <p:spPr>
          <a:xfrm xmlns:a="http://schemas.openxmlformats.org/drawingml/2006/main">
            <a:off x="667190" y="2334414"/>
            <a:ext cx="191875" cy="191875"/>
          </a:xfrm>
          <a:prstGeom xmlns:a="http://schemas.openxmlformats.org/drawingml/2006/main" prst="rect">
            <a:avLst/>
          </a:prstGeom>
        </p:spPr>
      </p:pic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40A885-CB3B-43AC-A82E-B4B9A953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94" y="1904605"/>
            <a:ext cx="191875" cy="191875"/>
          </a:xfrm>
          <a:custGeom xmlns:a="http://schemas.openxmlformats.org/drawingml/2006/main">
            <a:pathLst>
              <a:path w="191875" h="191875">
                <a:moveTo>
                  <a:pt x="0" y="0"/>
                </a:moveTo>
                <a:lnTo>
                  <a:pt x="191875" y="0"/>
                </a:lnTo>
                <a:lnTo>
                  <a:pt x="191875" y="191875"/>
                </a:lnTo>
                <a:lnTo>
                  <a:pt x="0" y="1918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e122b8fa004a96"/>
          <a:stretch xmlns:a="http://schemas.openxmlformats.org/drawingml/2006/main"/>
        </p:blipFill>
        <p:spPr>
          <a:xfrm xmlns:a="http://schemas.openxmlformats.org/drawingml/2006/main">
            <a:off x="676994" y="1904605"/>
            <a:ext cx="191875" cy="191875"/>
          </a:xfrm>
          <a:prstGeom xmlns:a="http://schemas.openxmlformats.org/drawingml/2006/main" prst="rect">
            <a:avLst/>
          </a:prstGeom>
        </p:spPr>
      </p:pic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FE3801-B31B-4329-9D64-EA56CCD3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650" y="1902843"/>
            <a:ext cx="191875" cy="191875"/>
          </a:xfrm>
          <a:custGeom xmlns:a="http://schemas.openxmlformats.org/drawingml/2006/main">
            <a:pathLst>
              <a:path w="191875" h="191875">
                <a:moveTo>
                  <a:pt x="0" y="0"/>
                </a:moveTo>
                <a:lnTo>
                  <a:pt x="191875" y="0"/>
                </a:lnTo>
                <a:lnTo>
                  <a:pt x="191875" y="191875"/>
                </a:lnTo>
                <a:lnTo>
                  <a:pt x="0" y="1918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7a5209e0464a73"/>
          <a:stretch xmlns:a="http://schemas.openxmlformats.org/drawingml/2006/main"/>
        </p:blipFill>
        <p:spPr>
          <a:xfrm xmlns:a="http://schemas.openxmlformats.org/drawingml/2006/main">
            <a:off x="241650" y="1902843"/>
            <a:ext cx="191875" cy="191875"/>
          </a:xfrm>
          <a:prstGeom xmlns:a="http://schemas.openxmlformats.org/drawingml/2006/main" prst="rect">
            <a:avLst/>
          </a:prstGeom>
        </p:spPr>
      </p:pic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5569BC-CA13-477C-A421-4CADEEFD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650" y="2114709"/>
            <a:ext cx="191875" cy="191875"/>
          </a:xfrm>
          <a:custGeom xmlns:a="http://schemas.openxmlformats.org/drawingml/2006/main">
            <a:pathLst>
              <a:path w="191875" h="191875">
                <a:moveTo>
                  <a:pt x="0" y="0"/>
                </a:moveTo>
                <a:lnTo>
                  <a:pt x="191875" y="0"/>
                </a:lnTo>
                <a:lnTo>
                  <a:pt x="191875" y="191875"/>
                </a:lnTo>
                <a:lnTo>
                  <a:pt x="0" y="1918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d9e06f94524343"/>
          <a:stretch xmlns:a="http://schemas.openxmlformats.org/drawingml/2006/main"/>
        </p:blipFill>
        <p:spPr>
          <a:xfrm xmlns:a="http://schemas.openxmlformats.org/drawingml/2006/main">
            <a:off x="241650" y="2114709"/>
            <a:ext cx="191875" cy="191875"/>
          </a:xfrm>
          <a:prstGeom xmlns:a="http://schemas.openxmlformats.org/drawingml/2006/main" prst="rect">
            <a:avLst/>
          </a:prstGeom>
        </p:spPr>
      </p:pic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B4859D-7988-4B9C-8685-80CA43E6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650" y="2750738"/>
            <a:ext cx="191875" cy="191875"/>
          </a:xfrm>
          <a:custGeom xmlns:a="http://schemas.openxmlformats.org/drawingml/2006/main">
            <a:pathLst>
              <a:path w="191875" h="191875">
                <a:moveTo>
                  <a:pt x="0" y="0"/>
                </a:moveTo>
                <a:lnTo>
                  <a:pt x="191875" y="0"/>
                </a:lnTo>
                <a:lnTo>
                  <a:pt x="191875" y="191875"/>
                </a:lnTo>
                <a:lnTo>
                  <a:pt x="0" y="1918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7df8cad8224028"/>
          <a:stretch xmlns:a="http://schemas.openxmlformats.org/drawingml/2006/main"/>
        </p:blipFill>
        <p:spPr>
          <a:xfrm xmlns:a="http://schemas.openxmlformats.org/drawingml/2006/main">
            <a:off x="241650" y="2750738"/>
            <a:ext cx="191875" cy="191875"/>
          </a:xfrm>
          <a:prstGeom xmlns:a="http://schemas.openxmlformats.org/drawingml/2006/main" prst="rect">
            <a:avLst/>
          </a:prstGeom>
        </p:spPr>
      </p:pic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1F71D9-7650-45BA-961F-C26CC289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597" y="2137096"/>
            <a:ext cx="191875" cy="191875"/>
          </a:xfrm>
          <a:custGeom xmlns:a="http://schemas.openxmlformats.org/drawingml/2006/main">
            <a:pathLst>
              <a:path w="191875" h="191875">
                <a:moveTo>
                  <a:pt x="0" y="0"/>
                </a:moveTo>
                <a:lnTo>
                  <a:pt x="191875" y="0"/>
                </a:lnTo>
                <a:lnTo>
                  <a:pt x="191875" y="191875"/>
                </a:lnTo>
                <a:lnTo>
                  <a:pt x="0" y="1918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d25a0a2ce24da0"/>
          <a:stretch xmlns:a="http://schemas.openxmlformats.org/drawingml/2006/main"/>
        </p:blipFill>
        <p:spPr>
          <a:xfrm xmlns:a="http://schemas.openxmlformats.org/drawingml/2006/main">
            <a:off x="1248597" y="2137096"/>
            <a:ext cx="191875" cy="191875"/>
          </a:xfrm>
          <a:prstGeom xmlns:a="http://schemas.openxmlformats.org/drawingml/2006/main" prst="rect">
            <a:avLst/>
          </a:prstGeom>
        </p:spPr>
      </p:pic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F62F30-297F-497C-BD69-2FCC2DB8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597" y="2350091"/>
            <a:ext cx="191875" cy="191875"/>
          </a:xfrm>
          <a:custGeom xmlns:a="http://schemas.openxmlformats.org/drawingml/2006/main">
            <a:pathLst>
              <a:path w="191875" h="191875">
                <a:moveTo>
                  <a:pt x="0" y="0"/>
                </a:moveTo>
                <a:lnTo>
                  <a:pt x="191875" y="0"/>
                </a:lnTo>
                <a:lnTo>
                  <a:pt x="191875" y="191875"/>
                </a:lnTo>
                <a:lnTo>
                  <a:pt x="0" y="1918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079fd9d144c60"/>
          <a:stretch xmlns:a="http://schemas.openxmlformats.org/drawingml/2006/main"/>
        </p:blipFill>
        <p:spPr>
          <a:xfrm xmlns:a="http://schemas.openxmlformats.org/drawingml/2006/main">
            <a:off x="1248597" y="2350091"/>
            <a:ext cx="191874" cy="191874"/>
          </a:xfrm>
          <a:prstGeom xmlns:a="http://schemas.openxmlformats.org/drawingml/2006/main" prst="rect">
            <a:avLst/>
          </a:prstGeom>
        </p:spPr>
      </p:pic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741556-DB3D-4CA4-BE9D-A8C836EC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597" y="2563132"/>
            <a:ext cx="191875" cy="191875"/>
          </a:xfrm>
          <a:custGeom xmlns:a="http://schemas.openxmlformats.org/drawingml/2006/main">
            <a:pathLst>
              <a:path w="191875" h="191875">
                <a:moveTo>
                  <a:pt x="0" y="0"/>
                </a:moveTo>
                <a:lnTo>
                  <a:pt x="191875" y="0"/>
                </a:lnTo>
                <a:lnTo>
                  <a:pt x="191875" y="191875"/>
                </a:lnTo>
                <a:lnTo>
                  <a:pt x="0" y="1918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b65913bbe44f95"/>
          <a:stretch xmlns:a="http://schemas.openxmlformats.org/drawingml/2006/main"/>
        </p:blipFill>
        <p:spPr>
          <a:xfrm xmlns:a="http://schemas.openxmlformats.org/drawingml/2006/main">
            <a:off x="1248597" y="2563132"/>
            <a:ext cx="191875" cy="191875"/>
          </a:xfrm>
          <a:prstGeom xmlns:a="http://schemas.openxmlformats.org/drawingml/2006/main" prst="rect">
            <a:avLst/>
          </a:prstGeom>
        </p:spPr>
      </p:pic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E86296-B6D3-4C56-9C57-20E32134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64" y="2563132"/>
            <a:ext cx="191875" cy="191875"/>
          </a:xfrm>
          <a:custGeom xmlns:a="http://schemas.openxmlformats.org/drawingml/2006/main">
            <a:pathLst>
              <a:path w="191875" h="191875">
                <a:moveTo>
                  <a:pt x="0" y="0"/>
                </a:moveTo>
                <a:lnTo>
                  <a:pt x="191875" y="0"/>
                </a:lnTo>
                <a:lnTo>
                  <a:pt x="191875" y="191875"/>
                </a:lnTo>
                <a:lnTo>
                  <a:pt x="0" y="1918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f778beaec34881"/>
          <a:stretch xmlns:a="http://schemas.openxmlformats.org/drawingml/2006/main"/>
        </p:blipFill>
        <p:spPr>
          <a:xfrm xmlns:a="http://schemas.openxmlformats.org/drawingml/2006/main">
            <a:off x="1055864" y="2563132"/>
            <a:ext cx="191875" cy="191875"/>
          </a:xfrm>
          <a:prstGeom xmlns:a="http://schemas.openxmlformats.org/drawingml/2006/main" prst="rect">
            <a:avLst/>
          </a:prstGeom>
        </p:spPr>
      </p:pic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CA7314-A2F6-446A-A1A8-C5F6AA9A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64" y="2350114"/>
            <a:ext cx="191875" cy="191875"/>
          </a:xfrm>
          <a:custGeom xmlns:a="http://schemas.openxmlformats.org/drawingml/2006/main">
            <a:pathLst>
              <a:path w="191875" h="191875">
                <a:moveTo>
                  <a:pt x="0" y="0"/>
                </a:moveTo>
                <a:lnTo>
                  <a:pt x="191875" y="0"/>
                </a:lnTo>
                <a:lnTo>
                  <a:pt x="191875" y="191875"/>
                </a:lnTo>
                <a:lnTo>
                  <a:pt x="0" y="1918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f4999c0ba44bc"/>
          <a:stretch xmlns:a="http://schemas.openxmlformats.org/drawingml/2006/main"/>
        </p:blipFill>
        <p:spPr>
          <a:xfrm xmlns:a="http://schemas.openxmlformats.org/drawingml/2006/main">
            <a:off x="1055864" y="2350114"/>
            <a:ext cx="191875" cy="191875"/>
          </a:xfrm>
          <a:prstGeom xmlns:a="http://schemas.openxmlformats.org/drawingml/2006/main" prst="rect">
            <a:avLst/>
          </a:prstGeom>
        </p:spPr>
      </p:pic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360BC0-57D5-40DB-913B-90BED87C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64" y="2133278"/>
            <a:ext cx="191875" cy="191875"/>
          </a:xfrm>
          <a:custGeom xmlns:a="http://schemas.openxmlformats.org/drawingml/2006/main">
            <a:pathLst>
              <a:path w="191875" h="191875">
                <a:moveTo>
                  <a:pt x="0" y="0"/>
                </a:moveTo>
                <a:lnTo>
                  <a:pt x="191875" y="0"/>
                </a:lnTo>
                <a:lnTo>
                  <a:pt x="191875" y="191875"/>
                </a:lnTo>
                <a:lnTo>
                  <a:pt x="0" y="1918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7f9e1de4314ea6"/>
          <a:stretch xmlns:a="http://schemas.openxmlformats.org/drawingml/2006/main"/>
        </p:blipFill>
        <p:spPr>
          <a:xfrm xmlns:a="http://schemas.openxmlformats.org/drawingml/2006/main">
            <a:off x="1055864" y="2133278"/>
            <a:ext cx="191875" cy="191875"/>
          </a:xfrm>
          <a:prstGeom xmlns:a="http://schemas.openxmlformats.org/drawingml/2006/main" prst="rect">
            <a:avLst/>
          </a:prstGeom>
        </p:spPr>
      </p:pic>
      <p:pic>
        <p:nvPicPr>
          <p:cNvPr id="8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5eebad9d054e55"/>
          <a:stretch xmlns:a="http://schemas.openxmlformats.org/drawingml/2006/main"/>
        </p:blipFill>
        <p:spPr>
          <a:xfrm xmlns:a="http://schemas.openxmlformats.org/drawingml/2006/main">
            <a:off x="5455179" y="2315527"/>
            <a:ext cx="1627388" cy="750661"/>
          </a:xfrm>
          <a:prstGeom xmlns:a="http://schemas.openxmlformats.org/drawingml/2006/main" prst="rect">
            <a:avLst/>
          </a:prstGeom>
        </p:spPr>
      </p:pic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C5074F-749F-4803-82D6-00A5E592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7064" y="2392677"/>
            <a:ext cx="1403617" cy="527509"/>
          </a:xfrm>
          <a:custGeom xmlns:a="http://schemas.openxmlformats.org/drawingml/2006/main">
            <a:pathLst>
              <a:path w="1403617" h="527509">
                <a:moveTo>
                  <a:pt x="0" y="22335"/>
                </a:moveTo>
                <a:lnTo>
                  <a:pt x="0" y="22335"/>
                </a:lnTo>
                <a:cubicBezTo>
                  <a:pt x="0" y="10000"/>
                  <a:pt x="10000" y="0"/>
                  <a:pt x="22335" y="0"/>
                </a:cubicBezTo>
                <a:lnTo>
                  <a:pt x="1381283" y="0"/>
                </a:lnTo>
                <a:cubicBezTo>
                  <a:pt x="1387206" y="0"/>
                  <a:pt x="1392887" y="2353"/>
                  <a:pt x="1397075" y="6542"/>
                </a:cubicBezTo>
                <a:cubicBezTo>
                  <a:pt x="1401264" y="10730"/>
                  <a:pt x="1403617" y="16411"/>
                  <a:pt x="1403617" y="22335"/>
                </a:cubicBezTo>
                <a:lnTo>
                  <a:pt x="1403617" y="505174"/>
                </a:lnTo>
                <a:cubicBezTo>
                  <a:pt x="1403617" y="517509"/>
                  <a:pt x="1393618" y="527509"/>
                  <a:pt x="1381283" y="527509"/>
                </a:cubicBezTo>
                <a:lnTo>
                  <a:pt x="22335" y="527509"/>
                </a:lnTo>
                <a:cubicBezTo>
                  <a:pt x="10000" y="527509"/>
                  <a:pt x="0" y="517509"/>
                  <a:pt x="0" y="505174"/>
                </a:cubicBezTo>
                <a:lnTo>
                  <a:pt x="0" y="22335"/>
                </a:lnTo>
                <a:close/>
              </a:path>
            </a:pathLst>
          </a:custGeom>
          <a:solidFill xmlns:a="http://schemas.openxmlformats.org/drawingml/2006/main">
            <a:srgbClr val="F3F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9B177A-681A-499B-94D2-0F5B8D52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7064" y="2392677"/>
            <a:ext cx="1403617" cy="527509"/>
          </a:xfrm>
          <a:custGeom xmlns:a="http://schemas.openxmlformats.org/drawingml/2006/main">
            <a:pathLst>
              <a:path w="1403617" h="527509" fill="none">
                <a:moveTo>
                  <a:pt x="0" y="22335"/>
                </a:moveTo>
                <a:lnTo>
                  <a:pt x="0" y="22335"/>
                </a:lnTo>
                <a:cubicBezTo>
                  <a:pt x="0" y="10000"/>
                  <a:pt x="10000" y="0"/>
                  <a:pt x="22335" y="0"/>
                </a:cubicBezTo>
                <a:lnTo>
                  <a:pt x="1381283" y="0"/>
                </a:lnTo>
                <a:cubicBezTo>
                  <a:pt x="1387206" y="0"/>
                  <a:pt x="1392887" y="2353"/>
                  <a:pt x="1397075" y="6542"/>
                </a:cubicBezTo>
                <a:cubicBezTo>
                  <a:pt x="1401264" y="10730"/>
                  <a:pt x="1403617" y="16411"/>
                  <a:pt x="1403617" y="22335"/>
                </a:cubicBezTo>
                <a:lnTo>
                  <a:pt x="1403617" y="505174"/>
                </a:lnTo>
                <a:cubicBezTo>
                  <a:pt x="1403617" y="517509"/>
                  <a:pt x="1393618" y="527509"/>
                  <a:pt x="1381283" y="527509"/>
                </a:cubicBezTo>
                <a:lnTo>
                  <a:pt x="22335" y="527509"/>
                </a:lnTo>
                <a:cubicBezTo>
                  <a:pt x="10000" y="527509"/>
                  <a:pt x="0" y="517509"/>
                  <a:pt x="0" y="505174"/>
                </a:cubicBezTo>
                <a:lnTo>
                  <a:pt x="0" y="2233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213" cap="flat">
            <a:solidFill>
              <a:srgbClr val="666666"/>
            </a:solidFill>
            <a:round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DB4259-4E3E-4F76-80AF-85B635E5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355" y="2415266"/>
            <a:ext cx="1304404" cy="360527"/>
          </a:xfrm>
          <a:custGeom xmlns:a="http://schemas.openxmlformats.org/drawingml/2006/main">
            <a:pathLst>
              <a:path w="1304404" h="360527">
                <a:moveTo>
                  <a:pt x="0" y="15265"/>
                </a:moveTo>
                <a:lnTo>
                  <a:pt x="0" y="15265"/>
                </a:lnTo>
                <a:cubicBezTo>
                  <a:pt x="0" y="6834"/>
                  <a:pt x="6834" y="0"/>
                  <a:pt x="15265" y="0"/>
                </a:cubicBezTo>
                <a:lnTo>
                  <a:pt x="1289140" y="0"/>
                </a:lnTo>
                <a:cubicBezTo>
                  <a:pt x="1293188" y="0"/>
                  <a:pt x="1297071" y="1608"/>
                  <a:pt x="1299934" y="4471"/>
                </a:cubicBezTo>
                <a:cubicBezTo>
                  <a:pt x="1302796" y="7334"/>
                  <a:pt x="1304404" y="11216"/>
                  <a:pt x="1304404" y="15265"/>
                </a:cubicBezTo>
                <a:lnTo>
                  <a:pt x="1304404" y="345263"/>
                </a:lnTo>
                <a:cubicBezTo>
                  <a:pt x="1304404" y="353693"/>
                  <a:pt x="1297571" y="360527"/>
                  <a:pt x="1289140" y="360527"/>
                </a:cubicBezTo>
                <a:lnTo>
                  <a:pt x="15265" y="360527"/>
                </a:lnTo>
                <a:cubicBezTo>
                  <a:pt x="6834" y="360527"/>
                  <a:pt x="0" y="353693"/>
                  <a:pt x="0" y="345263"/>
                </a:cubicBezTo>
                <a:lnTo>
                  <a:pt x="0" y="1526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Text class">
            <a:extLst xmlns:a="http://schemas.openxmlformats.org/drawingml/2006/main">
              <a:ext uri="{FF2B5EF4-FFF2-40B4-BE49-F238E27FC236}">
                <a16:creationId xmlns:a16="http://schemas.microsoft.com/office/drawing/2014/main" id="{D295DCE1-38AD-4DD7-9890-7F174E80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7253" y="2440852"/>
            <a:ext cx="263291" cy="67934"/>
          </a:xfrm>
          <a:custGeom xmlns:a="http://schemas.openxmlformats.org/drawingml/2006/main">
            <a:pathLst>
              <a:path w="263291" h="67934">
                <a:moveTo>
                  <a:pt x="99974" y="56642"/>
                </a:moveTo>
                <a:lnTo>
                  <a:pt x="84734" y="56642"/>
                </a:lnTo>
                <a:lnTo>
                  <a:pt x="84507" y="56639"/>
                </a:lnTo>
                <a:lnTo>
                  <a:pt x="84283" y="56631"/>
                </a:lnTo>
                <a:lnTo>
                  <a:pt x="84064" y="56617"/>
                </a:lnTo>
                <a:lnTo>
                  <a:pt x="83848" y="56597"/>
                </a:lnTo>
                <a:lnTo>
                  <a:pt x="83637" y="56572"/>
                </a:lnTo>
                <a:lnTo>
                  <a:pt x="83429" y="56541"/>
                </a:lnTo>
                <a:lnTo>
                  <a:pt x="83225" y="56505"/>
                </a:lnTo>
                <a:lnTo>
                  <a:pt x="83026" y="56463"/>
                </a:lnTo>
                <a:lnTo>
                  <a:pt x="82830" y="56416"/>
                </a:lnTo>
                <a:lnTo>
                  <a:pt x="82639" y="56363"/>
                </a:lnTo>
                <a:lnTo>
                  <a:pt x="82451" y="56305"/>
                </a:lnTo>
                <a:lnTo>
                  <a:pt x="82267" y="56240"/>
                </a:lnTo>
                <a:lnTo>
                  <a:pt x="82087" y="56171"/>
                </a:lnTo>
                <a:lnTo>
                  <a:pt x="81912" y="56095"/>
                </a:lnTo>
                <a:lnTo>
                  <a:pt x="81740" y="56015"/>
                </a:lnTo>
                <a:lnTo>
                  <a:pt x="81572" y="55928"/>
                </a:lnTo>
                <a:lnTo>
                  <a:pt x="81409" y="55836"/>
                </a:lnTo>
                <a:lnTo>
                  <a:pt x="81249" y="55739"/>
                </a:lnTo>
                <a:lnTo>
                  <a:pt x="81093" y="55636"/>
                </a:lnTo>
                <a:lnTo>
                  <a:pt x="80941" y="55527"/>
                </a:lnTo>
                <a:lnTo>
                  <a:pt x="80793" y="55413"/>
                </a:lnTo>
                <a:lnTo>
                  <a:pt x="80649" y="55293"/>
                </a:lnTo>
                <a:lnTo>
                  <a:pt x="80510" y="55167"/>
                </a:lnTo>
                <a:lnTo>
                  <a:pt x="80374" y="55036"/>
                </a:lnTo>
                <a:lnTo>
                  <a:pt x="80243" y="54901"/>
                </a:lnTo>
                <a:lnTo>
                  <a:pt x="80117" y="54761"/>
                </a:lnTo>
                <a:lnTo>
                  <a:pt x="79997" y="54617"/>
                </a:lnTo>
                <a:lnTo>
                  <a:pt x="79883" y="54469"/>
                </a:lnTo>
                <a:lnTo>
                  <a:pt x="79774" y="54317"/>
                </a:lnTo>
                <a:lnTo>
                  <a:pt x="79671" y="54161"/>
                </a:lnTo>
                <a:lnTo>
                  <a:pt x="79573" y="54002"/>
                </a:lnTo>
                <a:lnTo>
                  <a:pt x="79481" y="53838"/>
                </a:lnTo>
                <a:lnTo>
                  <a:pt x="79395" y="53670"/>
                </a:lnTo>
                <a:lnTo>
                  <a:pt x="79314" y="53498"/>
                </a:lnTo>
                <a:lnTo>
                  <a:pt x="79238" y="53323"/>
                </a:lnTo>
                <a:lnTo>
                  <a:pt x="79169" y="53143"/>
                </a:lnTo>
                <a:lnTo>
                  <a:pt x="79104" y="52959"/>
                </a:lnTo>
                <a:lnTo>
                  <a:pt x="79046" y="52772"/>
                </a:lnTo>
                <a:lnTo>
                  <a:pt x="78993" y="52580"/>
                </a:lnTo>
                <a:lnTo>
                  <a:pt x="78945" y="52384"/>
                </a:lnTo>
                <a:lnTo>
                  <a:pt x="78904" y="52185"/>
                </a:lnTo>
                <a:lnTo>
                  <a:pt x="78867" y="51981"/>
                </a:lnTo>
                <a:lnTo>
                  <a:pt x="78837" y="51773"/>
                </a:lnTo>
                <a:lnTo>
                  <a:pt x="78812" y="51562"/>
                </a:lnTo>
                <a:lnTo>
                  <a:pt x="78792" y="51346"/>
                </a:lnTo>
                <a:lnTo>
                  <a:pt x="78778" y="51127"/>
                </a:lnTo>
                <a:lnTo>
                  <a:pt x="78770" y="50903"/>
                </a:lnTo>
                <a:lnTo>
                  <a:pt x="78767" y="50676"/>
                </a:lnTo>
                <a:lnTo>
                  <a:pt x="78767" y="0"/>
                </a:lnTo>
                <a:lnTo>
                  <a:pt x="51133" y="0"/>
                </a:lnTo>
                <a:lnTo>
                  <a:pt x="51133" y="10373"/>
                </a:lnTo>
                <a:lnTo>
                  <a:pt x="67291" y="10373"/>
                </a:lnTo>
                <a:lnTo>
                  <a:pt x="67291" y="50676"/>
                </a:lnTo>
                <a:lnTo>
                  <a:pt x="67295" y="51079"/>
                </a:lnTo>
                <a:lnTo>
                  <a:pt x="67306" y="51479"/>
                </a:lnTo>
                <a:lnTo>
                  <a:pt x="67324" y="51874"/>
                </a:lnTo>
                <a:lnTo>
                  <a:pt x="67350" y="52265"/>
                </a:lnTo>
                <a:lnTo>
                  <a:pt x="67383" y="52653"/>
                </a:lnTo>
                <a:lnTo>
                  <a:pt x="67423" y="53036"/>
                </a:lnTo>
                <a:lnTo>
                  <a:pt x="67471" y="53416"/>
                </a:lnTo>
                <a:lnTo>
                  <a:pt x="67526" y="53792"/>
                </a:lnTo>
                <a:lnTo>
                  <a:pt x="67588" y="54163"/>
                </a:lnTo>
                <a:lnTo>
                  <a:pt x="67658" y="54531"/>
                </a:lnTo>
                <a:lnTo>
                  <a:pt x="67735" y="54894"/>
                </a:lnTo>
                <a:lnTo>
                  <a:pt x="67819" y="55254"/>
                </a:lnTo>
                <a:lnTo>
                  <a:pt x="67911" y="55610"/>
                </a:lnTo>
                <a:lnTo>
                  <a:pt x="68010" y="55961"/>
                </a:lnTo>
                <a:lnTo>
                  <a:pt x="68116" y="56309"/>
                </a:lnTo>
                <a:lnTo>
                  <a:pt x="68230" y="56652"/>
                </a:lnTo>
                <a:lnTo>
                  <a:pt x="68351" y="56992"/>
                </a:lnTo>
                <a:lnTo>
                  <a:pt x="68479" y="57328"/>
                </a:lnTo>
                <a:lnTo>
                  <a:pt x="68615" y="57660"/>
                </a:lnTo>
                <a:lnTo>
                  <a:pt x="68757" y="57987"/>
                </a:lnTo>
                <a:lnTo>
                  <a:pt x="68908" y="58311"/>
                </a:lnTo>
                <a:lnTo>
                  <a:pt x="69065" y="58631"/>
                </a:lnTo>
                <a:lnTo>
                  <a:pt x="69230" y="58947"/>
                </a:lnTo>
                <a:lnTo>
                  <a:pt x="69403" y="59258"/>
                </a:lnTo>
                <a:lnTo>
                  <a:pt x="69581" y="59565"/>
                </a:lnTo>
                <a:lnTo>
                  <a:pt x="69766" y="59866"/>
                </a:lnTo>
                <a:lnTo>
                  <a:pt x="69955" y="60161"/>
                </a:lnTo>
                <a:lnTo>
                  <a:pt x="70151" y="60451"/>
                </a:lnTo>
                <a:lnTo>
                  <a:pt x="70352" y="60734"/>
                </a:lnTo>
                <a:lnTo>
                  <a:pt x="70558" y="61011"/>
                </a:lnTo>
                <a:lnTo>
                  <a:pt x="70771" y="61283"/>
                </a:lnTo>
                <a:lnTo>
                  <a:pt x="70988" y="61548"/>
                </a:lnTo>
                <a:lnTo>
                  <a:pt x="71212" y="61808"/>
                </a:lnTo>
                <a:lnTo>
                  <a:pt x="71441" y="62062"/>
                </a:lnTo>
                <a:lnTo>
                  <a:pt x="71675" y="62310"/>
                </a:lnTo>
                <a:lnTo>
                  <a:pt x="71915" y="62552"/>
                </a:lnTo>
                <a:lnTo>
                  <a:pt x="72161" y="62788"/>
                </a:lnTo>
                <a:lnTo>
                  <a:pt x="72412" y="63018"/>
                </a:lnTo>
                <a:lnTo>
                  <a:pt x="72669" y="63242"/>
                </a:lnTo>
                <a:lnTo>
                  <a:pt x="72931" y="63461"/>
                </a:lnTo>
                <a:lnTo>
                  <a:pt x="73199" y="63673"/>
                </a:lnTo>
                <a:lnTo>
                  <a:pt x="73473" y="63880"/>
                </a:lnTo>
                <a:lnTo>
                  <a:pt x="73752" y="64081"/>
                </a:lnTo>
                <a:lnTo>
                  <a:pt x="74037" y="64276"/>
                </a:lnTo>
                <a:lnTo>
                  <a:pt x="74327" y="64465"/>
                </a:lnTo>
                <a:lnTo>
                  <a:pt x="74623" y="64648"/>
                </a:lnTo>
                <a:lnTo>
                  <a:pt x="74924" y="64825"/>
                </a:lnTo>
                <a:lnTo>
                  <a:pt x="75231" y="64996"/>
                </a:lnTo>
                <a:lnTo>
                  <a:pt x="75543" y="65161"/>
                </a:lnTo>
                <a:lnTo>
                  <a:pt x="75860" y="65319"/>
                </a:lnTo>
                <a:lnTo>
                  <a:pt x="76180" y="65470"/>
                </a:lnTo>
                <a:lnTo>
                  <a:pt x="76505" y="65613"/>
                </a:lnTo>
                <a:lnTo>
                  <a:pt x="76835" y="65750"/>
                </a:lnTo>
                <a:lnTo>
                  <a:pt x="77168" y="65880"/>
                </a:lnTo>
                <a:lnTo>
                  <a:pt x="77506" y="66003"/>
                </a:lnTo>
                <a:lnTo>
                  <a:pt x="77848" y="66118"/>
                </a:lnTo>
                <a:lnTo>
                  <a:pt x="78195" y="66227"/>
                </a:lnTo>
                <a:lnTo>
                  <a:pt x="78546" y="66329"/>
                </a:lnTo>
                <a:lnTo>
                  <a:pt x="78901" y="66423"/>
                </a:lnTo>
                <a:lnTo>
                  <a:pt x="79260" y="66511"/>
                </a:lnTo>
                <a:lnTo>
                  <a:pt x="79624" y="66592"/>
                </a:lnTo>
                <a:lnTo>
                  <a:pt x="79992" y="66665"/>
                </a:lnTo>
                <a:lnTo>
                  <a:pt x="80364" y="66732"/>
                </a:lnTo>
                <a:lnTo>
                  <a:pt x="80741" y="66792"/>
                </a:lnTo>
                <a:lnTo>
                  <a:pt x="81121" y="66844"/>
                </a:lnTo>
                <a:lnTo>
                  <a:pt x="81507" y="66890"/>
                </a:lnTo>
                <a:lnTo>
                  <a:pt x="81896" y="66928"/>
                </a:lnTo>
                <a:lnTo>
                  <a:pt x="82290" y="66960"/>
                </a:lnTo>
                <a:lnTo>
                  <a:pt x="82688" y="66985"/>
                </a:lnTo>
                <a:lnTo>
                  <a:pt x="83090" y="67002"/>
                </a:lnTo>
                <a:lnTo>
                  <a:pt x="83497" y="67013"/>
                </a:lnTo>
                <a:lnTo>
                  <a:pt x="83908" y="67016"/>
                </a:lnTo>
                <a:lnTo>
                  <a:pt x="99974" y="67016"/>
                </a:lnTo>
                <a:lnTo>
                  <a:pt x="99974" y="56642"/>
                </a:lnTo>
                <a:close/>
                <a:moveTo>
                  <a:pt x="190061" y="67814"/>
                </a:moveTo>
                <a:lnTo>
                  <a:pt x="190831" y="67779"/>
                </a:lnTo>
                <a:lnTo>
                  <a:pt x="191584" y="67729"/>
                </a:lnTo>
                <a:lnTo>
                  <a:pt x="192321" y="67665"/>
                </a:lnTo>
                <a:lnTo>
                  <a:pt x="193042" y="67587"/>
                </a:lnTo>
                <a:lnTo>
                  <a:pt x="193746" y="67495"/>
                </a:lnTo>
                <a:lnTo>
                  <a:pt x="194434" y="67389"/>
                </a:lnTo>
                <a:lnTo>
                  <a:pt x="195105" y="67268"/>
                </a:lnTo>
                <a:lnTo>
                  <a:pt x="195760" y="67133"/>
                </a:lnTo>
                <a:lnTo>
                  <a:pt x="196399" y="66985"/>
                </a:lnTo>
                <a:lnTo>
                  <a:pt x="197021" y="66821"/>
                </a:lnTo>
                <a:lnTo>
                  <a:pt x="197627" y="66644"/>
                </a:lnTo>
                <a:lnTo>
                  <a:pt x="198216" y="66453"/>
                </a:lnTo>
                <a:lnTo>
                  <a:pt x="198789" y="66247"/>
                </a:lnTo>
                <a:lnTo>
                  <a:pt x="199345" y="66027"/>
                </a:lnTo>
                <a:lnTo>
                  <a:pt x="199885" y="65793"/>
                </a:lnTo>
                <a:lnTo>
                  <a:pt x="200409" y="65545"/>
                </a:lnTo>
                <a:lnTo>
                  <a:pt x="200916" y="65283"/>
                </a:lnTo>
                <a:lnTo>
                  <a:pt x="201407" y="65006"/>
                </a:lnTo>
                <a:lnTo>
                  <a:pt x="201881" y="64715"/>
                </a:lnTo>
                <a:lnTo>
                  <a:pt x="202339" y="64410"/>
                </a:lnTo>
                <a:lnTo>
                  <a:pt x="202780" y="64091"/>
                </a:lnTo>
                <a:lnTo>
                  <a:pt x="203206" y="63758"/>
                </a:lnTo>
                <a:lnTo>
                  <a:pt x="203614" y="63412"/>
                </a:lnTo>
                <a:lnTo>
                  <a:pt x="204005" y="63054"/>
                </a:lnTo>
                <a:lnTo>
                  <a:pt x="204378" y="62685"/>
                </a:lnTo>
                <a:lnTo>
                  <a:pt x="204734" y="62305"/>
                </a:lnTo>
                <a:lnTo>
                  <a:pt x="205073" y="61914"/>
                </a:lnTo>
                <a:lnTo>
                  <a:pt x="205395" y="61511"/>
                </a:lnTo>
                <a:lnTo>
                  <a:pt x="205699" y="61097"/>
                </a:lnTo>
                <a:lnTo>
                  <a:pt x="205985" y="60672"/>
                </a:lnTo>
                <a:lnTo>
                  <a:pt x="206255" y="60235"/>
                </a:lnTo>
                <a:lnTo>
                  <a:pt x="206507" y="59787"/>
                </a:lnTo>
                <a:lnTo>
                  <a:pt x="206741" y="59328"/>
                </a:lnTo>
                <a:lnTo>
                  <a:pt x="206958" y="58857"/>
                </a:lnTo>
                <a:lnTo>
                  <a:pt x="207158" y="58375"/>
                </a:lnTo>
                <a:lnTo>
                  <a:pt x="207341" y="57882"/>
                </a:lnTo>
                <a:lnTo>
                  <a:pt x="207506" y="57377"/>
                </a:lnTo>
                <a:lnTo>
                  <a:pt x="207653" y="56862"/>
                </a:lnTo>
                <a:lnTo>
                  <a:pt x="207784" y="56334"/>
                </a:lnTo>
                <a:lnTo>
                  <a:pt x="207896" y="55796"/>
                </a:lnTo>
                <a:lnTo>
                  <a:pt x="207992" y="55246"/>
                </a:lnTo>
                <a:lnTo>
                  <a:pt x="208070" y="54685"/>
                </a:lnTo>
                <a:lnTo>
                  <a:pt x="208131" y="54112"/>
                </a:lnTo>
                <a:lnTo>
                  <a:pt x="208174" y="53529"/>
                </a:lnTo>
                <a:lnTo>
                  <a:pt x="208201" y="52934"/>
                </a:lnTo>
                <a:lnTo>
                  <a:pt x="208209" y="52327"/>
                </a:lnTo>
                <a:lnTo>
                  <a:pt x="208202" y="51759"/>
                </a:lnTo>
                <a:lnTo>
                  <a:pt x="208180" y="51203"/>
                </a:lnTo>
                <a:lnTo>
                  <a:pt x="208143" y="50658"/>
                </a:lnTo>
                <a:lnTo>
                  <a:pt x="208091" y="50125"/>
                </a:lnTo>
                <a:lnTo>
                  <a:pt x="208024" y="49604"/>
                </a:lnTo>
                <a:lnTo>
                  <a:pt x="207942" y="49094"/>
                </a:lnTo>
                <a:lnTo>
                  <a:pt x="207846" y="48596"/>
                </a:lnTo>
                <a:lnTo>
                  <a:pt x="207735" y="48110"/>
                </a:lnTo>
                <a:lnTo>
                  <a:pt x="207609" y="47635"/>
                </a:lnTo>
                <a:lnTo>
                  <a:pt x="207468" y="47171"/>
                </a:lnTo>
                <a:lnTo>
                  <a:pt x="207313" y="46720"/>
                </a:lnTo>
                <a:lnTo>
                  <a:pt x="207142" y="46280"/>
                </a:lnTo>
                <a:lnTo>
                  <a:pt x="206957" y="45852"/>
                </a:lnTo>
                <a:lnTo>
                  <a:pt x="206757" y="45435"/>
                </a:lnTo>
                <a:lnTo>
                  <a:pt x="206542" y="45030"/>
                </a:lnTo>
                <a:lnTo>
                  <a:pt x="206312" y="44636"/>
                </a:lnTo>
                <a:lnTo>
                  <a:pt x="206068" y="44255"/>
                </a:lnTo>
                <a:lnTo>
                  <a:pt x="205808" y="43885"/>
                </a:lnTo>
                <a:lnTo>
                  <a:pt x="205534" y="43526"/>
                </a:lnTo>
                <a:lnTo>
                  <a:pt x="205245" y="43179"/>
                </a:lnTo>
                <a:lnTo>
                  <a:pt x="204941" y="42844"/>
                </a:lnTo>
                <a:lnTo>
                  <a:pt x="204623" y="42520"/>
                </a:lnTo>
                <a:lnTo>
                  <a:pt x="204289" y="42208"/>
                </a:lnTo>
                <a:lnTo>
                  <a:pt x="203941" y="41908"/>
                </a:lnTo>
                <a:lnTo>
                  <a:pt x="203577" y="41617"/>
                </a:lnTo>
                <a:lnTo>
                  <a:pt x="203197" y="41335"/>
                </a:lnTo>
                <a:lnTo>
                  <a:pt x="202800" y="41060"/>
                </a:lnTo>
                <a:lnTo>
                  <a:pt x="202387" y="40792"/>
                </a:lnTo>
                <a:lnTo>
                  <a:pt x="201957" y="40533"/>
                </a:lnTo>
                <a:lnTo>
                  <a:pt x="201511" y="40281"/>
                </a:lnTo>
                <a:lnTo>
                  <a:pt x="201049" y="40038"/>
                </a:lnTo>
                <a:lnTo>
                  <a:pt x="200570" y="39802"/>
                </a:lnTo>
                <a:lnTo>
                  <a:pt x="200075" y="39574"/>
                </a:lnTo>
                <a:lnTo>
                  <a:pt x="199563" y="39353"/>
                </a:lnTo>
                <a:lnTo>
                  <a:pt x="199035" y="39141"/>
                </a:lnTo>
                <a:lnTo>
                  <a:pt x="198490" y="38936"/>
                </a:lnTo>
                <a:lnTo>
                  <a:pt x="197929" y="38739"/>
                </a:lnTo>
                <a:lnTo>
                  <a:pt x="197352" y="38550"/>
                </a:lnTo>
                <a:lnTo>
                  <a:pt x="196758" y="38368"/>
                </a:lnTo>
                <a:lnTo>
                  <a:pt x="196148" y="38195"/>
                </a:lnTo>
                <a:lnTo>
                  <a:pt x="195521" y="38029"/>
                </a:lnTo>
                <a:lnTo>
                  <a:pt x="194878" y="37871"/>
                </a:lnTo>
                <a:lnTo>
                  <a:pt x="194219" y="37721"/>
                </a:lnTo>
                <a:lnTo>
                  <a:pt x="193543" y="37579"/>
                </a:lnTo>
                <a:lnTo>
                  <a:pt x="192851" y="37444"/>
                </a:lnTo>
                <a:lnTo>
                  <a:pt x="192142" y="37318"/>
                </a:lnTo>
                <a:lnTo>
                  <a:pt x="191417" y="37199"/>
                </a:lnTo>
                <a:lnTo>
                  <a:pt x="190675" y="37088"/>
                </a:lnTo>
                <a:lnTo>
                  <a:pt x="184157" y="36170"/>
                </a:lnTo>
                <a:lnTo>
                  <a:pt x="183870" y="36123"/>
                </a:lnTo>
                <a:lnTo>
                  <a:pt x="183589" y="36074"/>
                </a:lnTo>
                <a:lnTo>
                  <a:pt x="183315" y="36022"/>
                </a:lnTo>
                <a:lnTo>
                  <a:pt x="183048" y="35968"/>
                </a:lnTo>
                <a:lnTo>
                  <a:pt x="182788" y="35911"/>
                </a:lnTo>
                <a:lnTo>
                  <a:pt x="182534" y="35852"/>
                </a:lnTo>
                <a:lnTo>
                  <a:pt x="182286" y="35791"/>
                </a:lnTo>
                <a:lnTo>
                  <a:pt x="182046" y="35727"/>
                </a:lnTo>
                <a:lnTo>
                  <a:pt x="181812" y="35661"/>
                </a:lnTo>
                <a:lnTo>
                  <a:pt x="181585" y="35592"/>
                </a:lnTo>
                <a:lnTo>
                  <a:pt x="181365" y="35521"/>
                </a:lnTo>
                <a:lnTo>
                  <a:pt x="181151" y="35447"/>
                </a:lnTo>
                <a:lnTo>
                  <a:pt x="180944" y="35372"/>
                </a:lnTo>
                <a:lnTo>
                  <a:pt x="180743" y="35294"/>
                </a:lnTo>
                <a:lnTo>
                  <a:pt x="180550" y="35213"/>
                </a:lnTo>
                <a:lnTo>
                  <a:pt x="180363" y="35130"/>
                </a:lnTo>
                <a:lnTo>
                  <a:pt x="180182" y="35045"/>
                </a:lnTo>
                <a:lnTo>
                  <a:pt x="180009" y="34957"/>
                </a:lnTo>
                <a:lnTo>
                  <a:pt x="179842" y="34867"/>
                </a:lnTo>
                <a:lnTo>
                  <a:pt x="179682" y="34774"/>
                </a:lnTo>
                <a:lnTo>
                  <a:pt x="179528" y="34679"/>
                </a:lnTo>
                <a:lnTo>
                  <a:pt x="179381" y="34582"/>
                </a:lnTo>
                <a:lnTo>
                  <a:pt x="179241" y="34482"/>
                </a:lnTo>
                <a:lnTo>
                  <a:pt x="179107" y="34380"/>
                </a:lnTo>
                <a:lnTo>
                  <a:pt x="178980" y="34274"/>
                </a:lnTo>
                <a:lnTo>
                  <a:pt x="178858" y="34164"/>
                </a:lnTo>
                <a:lnTo>
                  <a:pt x="178742" y="34049"/>
                </a:lnTo>
                <a:lnTo>
                  <a:pt x="178631" y="33930"/>
                </a:lnTo>
                <a:lnTo>
                  <a:pt x="178525" y="33806"/>
                </a:lnTo>
                <a:lnTo>
                  <a:pt x="178425" y="33677"/>
                </a:lnTo>
                <a:lnTo>
                  <a:pt x="178330" y="33544"/>
                </a:lnTo>
                <a:lnTo>
                  <a:pt x="178240" y="33406"/>
                </a:lnTo>
                <a:lnTo>
                  <a:pt x="178156" y="33263"/>
                </a:lnTo>
                <a:lnTo>
                  <a:pt x="178078" y="33116"/>
                </a:lnTo>
                <a:lnTo>
                  <a:pt x="178005" y="32964"/>
                </a:lnTo>
                <a:lnTo>
                  <a:pt x="177937" y="32808"/>
                </a:lnTo>
                <a:lnTo>
                  <a:pt x="177875" y="32647"/>
                </a:lnTo>
                <a:lnTo>
                  <a:pt x="177818" y="32481"/>
                </a:lnTo>
                <a:lnTo>
                  <a:pt x="177766" y="32311"/>
                </a:lnTo>
                <a:lnTo>
                  <a:pt x="177720" y="32136"/>
                </a:lnTo>
                <a:lnTo>
                  <a:pt x="177680" y="31956"/>
                </a:lnTo>
                <a:lnTo>
                  <a:pt x="177644" y="31772"/>
                </a:lnTo>
                <a:lnTo>
                  <a:pt x="177615" y="31583"/>
                </a:lnTo>
                <a:lnTo>
                  <a:pt x="177590" y="31390"/>
                </a:lnTo>
                <a:lnTo>
                  <a:pt x="177571" y="31192"/>
                </a:lnTo>
                <a:lnTo>
                  <a:pt x="177558" y="30989"/>
                </a:lnTo>
                <a:lnTo>
                  <a:pt x="177550" y="30782"/>
                </a:lnTo>
                <a:lnTo>
                  <a:pt x="177547" y="30570"/>
                </a:lnTo>
                <a:lnTo>
                  <a:pt x="177550" y="30343"/>
                </a:lnTo>
                <a:lnTo>
                  <a:pt x="177559" y="30120"/>
                </a:lnTo>
                <a:lnTo>
                  <a:pt x="177575" y="29902"/>
                </a:lnTo>
                <a:lnTo>
                  <a:pt x="177597" y="29689"/>
                </a:lnTo>
                <a:lnTo>
                  <a:pt x="177625" y="29480"/>
                </a:lnTo>
                <a:lnTo>
                  <a:pt x="177659" y="29276"/>
                </a:lnTo>
                <a:lnTo>
                  <a:pt x="177699" y="29077"/>
                </a:lnTo>
                <a:lnTo>
                  <a:pt x="177746" y="28882"/>
                </a:lnTo>
                <a:lnTo>
                  <a:pt x="177799" y="28692"/>
                </a:lnTo>
                <a:lnTo>
                  <a:pt x="177858" y="28506"/>
                </a:lnTo>
                <a:lnTo>
                  <a:pt x="177923" y="28325"/>
                </a:lnTo>
                <a:lnTo>
                  <a:pt x="177994" y="28149"/>
                </a:lnTo>
                <a:lnTo>
                  <a:pt x="178072" y="27977"/>
                </a:lnTo>
                <a:lnTo>
                  <a:pt x="178156" y="27810"/>
                </a:lnTo>
                <a:lnTo>
                  <a:pt x="178246" y="27648"/>
                </a:lnTo>
                <a:lnTo>
                  <a:pt x="178343" y="27490"/>
                </a:lnTo>
                <a:lnTo>
                  <a:pt x="178445" y="27337"/>
                </a:lnTo>
                <a:lnTo>
                  <a:pt x="178554" y="27188"/>
                </a:lnTo>
                <a:lnTo>
                  <a:pt x="178669" y="27044"/>
                </a:lnTo>
                <a:lnTo>
                  <a:pt x="178790" y="26905"/>
                </a:lnTo>
                <a:lnTo>
                  <a:pt x="178918" y="26770"/>
                </a:lnTo>
                <a:lnTo>
                  <a:pt x="179051" y="26640"/>
                </a:lnTo>
                <a:lnTo>
                  <a:pt x="179191" y="26515"/>
                </a:lnTo>
                <a:lnTo>
                  <a:pt x="179337" y="26394"/>
                </a:lnTo>
                <a:lnTo>
                  <a:pt x="179490" y="26278"/>
                </a:lnTo>
                <a:lnTo>
                  <a:pt x="179650" y="26167"/>
                </a:lnTo>
                <a:lnTo>
                  <a:pt x="179818" y="26060"/>
                </a:lnTo>
                <a:lnTo>
                  <a:pt x="179994" y="25959"/>
                </a:lnTo>
                <a:lnTo>
                  <a:pt x="180177" y="25863"/>
                </a:lnTo>
                <a:lnTo>
                  <a:pt x="180367" y="25771"/>
                </a:lnTo>
                <a:lnTo>
                  <a:pt x="180565" y="25685"/>
                </a:lnTo>
                <a:lnTo>
                  <a:pt x="180770" y="25603"/>
                </a:lnTo>
                <a:lnTo>
                  <a:pt x="180983" y="25527"/>
                </a:lnTo>
                <a:lnTo>
                  <a:pt x="181203" y="25455"/>
                </a:lnTo>
                <a:lnTo>
                  <a:pt x="181431" y="25388"/>
                </a:lnTo>
                <a:lnTo>
                  <a:pt x="181667" y="25327"/>
                </a:lnTo>
                <a:lnTo>
                  <a:pt x="181909" y="25270"/>
                </a:lnTo>
                <a:lnTo>
                  <a:pt x="182160" y="25218"/>
                </a:lnTo>
                <a:lnTo>
                  <a:pt x="182418" y="25171"/>
                </a:lnTo>
                <a:lnTo>
                  <a:pt x="182683" y="25129"/>
                </a:lnTo>
                <a:lnTo>
                  <a:pt x="182956" y="25092"/>
                </a:lnTo>
                <a:lnTo>
                  <a:pt x="183236" y="25060"/>
                </a:lnTo>
                <a:lnTo>
                  <a:pt x="183524" y="25033"/>
                </a:lnTo>
                <a:lnTo>
                  <a:pt x="183819" y="25010"/>
                </a:lnTo>
                <a:lnTo>
                  <a:pt x="184122" y="24993"/>
                </a:lnTo>
                <a:lnTo>
                  <a:pt x="184432" y="24981"/>
                </a:lnTo>
                <a:lnTo>
                  <a:pt x="184750" y="24973"/>
                </a:lnTo>
                <a:lnTo>
                  <a:pt x="185075" y="24971"/>
                </a:lnTo>
                <a:lnTo>
                  <a:pt x="188564" y="24971"/>
                </a:lnTo>
                <a:lnTo>
                  <a:pt x="188830" y="24973"/>
                </a:lnTo>
                <a:lnTo>
                  <a:pt x="189091" y="24980"/>
                </a:lnTo>
                <a:lnTo>
                  <a:pt x="189348" y="24991"/>
                </a:lnTo>
                <a:lnTo>
                  <a:pt x="189601" y="25007"/>
                </a:lnTo>
                <a:lnTo>
                  <a:pt x="189849" y="25027"/>
                </a:lnTo>
                <a:lnTo>
                  <a:pt x="190093" y="25051"/>
                </a:lnTo>
                <a:lnTo>
                  <a:pt x="190333" y="25080"/>
                </a:lnTo>
                <a:lnTo>
                  <a:pt x="190568" y="25114"/>
                </a:lnTo>
                <a:lnTo>
                  <a:pt x="190799" y="25152"/>
                </a:lnTo>
                <a:lnTo>
                  <a:pt x="191026" y="25194"/>
                </a:lnTo>
                <a:lnTo>
                  <a:pt x="191249" y="25241"/>
                </a:lnTo>
                <a:lnTo>
                  <a:pt x="191467" y="25292"/>
                </a:lnTo>
                <a:lnTo>
                  <a:pt x="191681" y="25348"/>
                </a:lnTo>
                <a:lnTo>
                  <a:pt x="191890" y="25408"/>
                </a:lnTo>
                <a:lnTo>
                  <a:pt x="192096" y="25473"/>
                </a:lnTo>
                <a:lnTo>
                  <a:pt x="192297" y="25542"/>
                </a:lnTo>
                <a:lnTo>
                  <a:pt x="192493" y="25616"/>
                </a:lnTo>
                <a:lnTo>
                  <a:pt x="192686" y="25694"/>
                </a:lnTo>
                <a:lnTo>
                  <a:pt x="192874" y="25777"/>
                </a:lnTo>
                <a:lnTo>
                  <a:pt x="193058" y="25864"/>
                </a:lnTo>
                <a:lnTo>
                  <a:pt x="193237" y="25955"/>
                </a:lnTo>
                <a:lnTo>
                  <a:pt x="193412" y="26051"/>
                </a:lnTo>
                <a:lnTo>
                  <a:pt x="193583" y="26152"/>
                </a:lnTo>
                <a:lnTo>
                  <a:pt x="193750" y="26257"/>
                </a:lnTo>
                <a:lnTo>
                  <a:pt x="193912" y="26365"/>
                </a:lnTo>
                <a:lnTo>
                  <a:pt x="194067" y="26476"/>
                </a:lnTo>
                <a:lnTo>
                  <a:pt x="194217" y="26589"/>
                </a:lnTo>
                <a:lnTo>
                  <a:pt x="194361" y="26705"/>
                </a:lnTo>
                <a:lnTo>
                  <a:pt x="194499" y="26824"/>
                </a:lnTo>
                <a:lnTo>
                  <a:pt x="194631" y="26945"/>
                </a:lnTo>
                <a:lnTo>
                  <a:pt x="194757" y="27069"/>
                </a:lnTo>
                <a:lnTo>
                  <a:pt x="194877" y="27195"/>
                </a:lnTo>
                <a:lnTo>
                  <a:pt x="194992" y="27323"/>
                </a:lnTo>
                <a:lnTo>
                  <a:pt x="195100" y="27455"/>
                </a:lnTo>
                <a:lnTo>
                  <a:pt x="195203" y="27588"/>
                </a:lnTo>
                <a:lnTo>
                  <a:pt x="195299" y="27725"/>
                </a:lnTo>
                <a:lnTo>
                  <a:pt x="195390" y="27864"/>
                </a:lnTo>
                <a:lnTo>
                  <a:pt x="195475" y="28005"/>
                </a:lnTo>
                <a:lnTo>
                  <a:pt x="195554" y="28149"/>
                </a:lnTo>
                <a:lnTo>
                  <a:pt x="195627" y="28296"/>
                </a:lnTo>
                <a:lnTo>
                  <a:pt x="195694" y="28445"/>
                </a:lnTo>
                <a:lnTo>
                  <a:pt x="195756" y="28596"/>
                </a:lnTo>
                <a:lnTo>
                  <a:pt x="195811" y="28751"/>
                </a:lnTo>
                <a:lnTo>
                  <a:pt x="195861" y="28907"/>
                </a:lnTo>
                <a:lnTo>
                  <a:pt x="195904" y="29067"/>
                </a:lnTo>
                <a:lnTo>
                  <a:pt x="195942" y="29229"/>
                </a:lnTo>
                <a:lnTo>
                  <a:pt x="195974" y="29393"/>
                </a:lnTo>
                <a:lnTo>
                  <a:pt x="196000" y="29560"/>
                </a:lnTo>
                <a:lnTo>
                  <a:pt x="207475" y="29560"/>
                </a:lnTo>
                <a:lnTo>
                  <a:pt x="207436" y="29036"/>
                </a:lnTo>
                <a:lnTo>
                  <a:pt x="207381" y="28522"/>
                </a:lnTo>
                <a:lnTo>
                  <a:pt x="207310" y="28016"/>
                </a:lnTo>
                <a:lnTo>
                  <a:pt x="207223" y="27520"/>
                </a:lnTo>
                <a:lnTo>
                  <a:pt x="207119" y="27032"/>
                </a:lnTo>
                <a:lnTo>
                  <a:pt x="206999" y="26553"/>
                </a:lnTo>
                <a:lnTo>
                  <a:pt x="206863" y="26083"/>
                </a:lnTo>
                <a:lnTo>
                  <a:pt x="206710" y="25623"/>
                </a:lnTo>
                <a:lnTo>
                  <a:pt x="206541" y="25171"/>
                </a:lnTo>
                <a:lnTo>
                  <a:pt x="206356" y="24727"/>
                </a:lnTo>
                <a:lnTo>
                  <a:pt x="206155" y="24293"/>
                </a:lnTo>
                <a:lnTo>
                  <a:pt x="205937" y="23868"/>
                </a:lnTo>
                <a:lnTo>
                  <a:pt x="205704" y="23452"/>
                </a:lnTo>
                <a:lnTo>
                  <a:pt x="205454" y="23044"/>
                </a:lnTo>
                <a:lnTo>
                  <a:pt x="205187" y="22646"/>
                </a:lnTo>
                <a:lnTo>
                  <a:pt x="204905" y="22256"/>
                </a:lnTo>
                <a:lnTo>
                  <a:pt x="204606" y="21876"/>
                </a:lnTo>
                <a:lnTo>
                  <a:pt x="204291" y="21504"/>
                </a:lnTo>
                <a:lnTo>
                  <a:pt x="203959" y="21141"/>
                </a:lnTo>
                <a:lnTo>
                  <a:pt x="203611" y="20788"/>
                </a:lnTo>
                <a:lnTo>
                  <a:pt x="203248" y="20443"/>
                </a:lnTo>
                <a:lnTo>
                  <a:pt x="202867" y="20107"/>
                </a:lnTo>
                <a:lnTo>
                  <a:pt x="202471" y="19780"/>
                </a:lnTo>
                <a:lnTo>
                  <a:pt x="202058" y="19461"/>
                </a:lnTo>
                <a:lnTo>
                  <a:pt x="201632" y="19154"/>
                </a:lnTo>
                <a:lnTo>
                  <a:pt x="201193" y="18860"/>
                </a:lnTo>
                <a:lnTo>
                  <a:pt x="200743" y="18579"/>
                </a:lnTo>
                <a:lnTo>
                  <a:pt x="200281" y="18311"/>
                </a:lnTo>
                <a:lnTo>
                  <a:pt x="199807" y="18056"/>
                </a:lnTo>
                <a:lnTo>
                  <a:pt x="199322" y="17815"/>
                </a:lnTo>
                <a:lnTo>
                  <a:pt x="198824" y="17586"/>
                </a:lnTo>
                <a:lnTo>
                  <a:pt x="198315" y="17370"/>
                </a:lnTo>
                <a:lnTo>
                  <a:pt x="197794" y="17168"/>
                </a:lnTo>
                <a:lnTo>
                  <a:pt x="197261" y="16978"/>
                </a:lnTo>
                <a:lnTo>
                  <a:pt x="196717" y="16802"/>
                </a:lnTo>
                <a:lnTo>
                  <a:pt x="196160" y="16638"/>
                </a:lnTo>
                <a:lnTo>
                  <a:pt x="195592" y="16488"/>
                </a:lnTo>
                <a:lnTo>
                  <a:pt x="195012" y="16351"/>
                </a:lnTo>
                <a:lnTo>
                  <a:pt x="194421" y="16227"/>
                </a:lnTo>
                <a:lnTo>
                  <a:pt x="193817" y="16116"/>
                </a:lnTo>
                <a:lnTo>
                  <a:pt x="193202" y="16018"/>
                </a:lnTo>
                <a:lnTo>
                  <a:pt x="192575" y="15933"/>
                </a:lnTo>
                <a:lnTo>
                  <a:pt x="191936" y="15861"/>
                </a:lnTo>
                <a:lnTo>
                  <a:pt x="191285" y="15802"/>
                </a:lnTo>
                <a:lnTo>
                  <a:pt x="190623" y="15756"/>
                </a:lnTo>
                <a:lnTo>
                  <a:pt x="189948" y="15724"/>
                </a:lnTo>
                <a:lnTo>
                  <a:pt x="189262" y="15704"/>
                </a:lnTo>
                <a:lnTo>
                  <a:pt x="188564" y="15697"/>
                </a:lnTo>
                <a:lnTo>
                  <a:pt x="185075" y="15697"/>
                </a:lnTo>
                <a:lnTo>
                  <a:pt x="184310" y="15704"/>
                </a:lnTo>
                <a:lnTo>
                  <a:pt x="183561" y="15725"/>
                </a:lnTo>
                <a:lnTo>
                  <a:pt x="182827" y="15758"/>
                </a:lnTo>
                <a:lnTo>
                  <a:pt x="182109" y="15806"/>
                </a:lnTo>
                <a:lnTo>
                  <a:pt x="181407" y="15867"/>
                </a:lnTo>
                <a:lnTo>
                  <a:pt x="180720" y="15941"/>
                </a:lnTo>
                <a:lnTo>
                  <a:pt x="180049" y="16029"/>
                </a:lnTo>
                <a:lnTo>
                  <a:pt x="179393" y="16131"/>
                </a:lnTo>
                <a:lnTo>
                  <a:pt x="178753" y="16246"/>
                </a:lnTo>
                <a:lnTo>
                  <a:pt x="178129" y="16375"/>
                </a:lnTo>
                <a:lnTo>
                  <a:pt x="177520" y="16517"/>
                </a:lnTo>
                <a:lnTo>
                  <a:pt x="176927" y="16673"/>
                </a:lnTo>
                <a:lnTo>
                  <a:pt x="176350" y="16843"/>
                </a:lnTo>
                <a:lnTo>
                  <a:pt x="175788" y="17025"/>
                </a:lnTo>
                <a:lnTo>
                  <a:pt x="175242" y="17222"/>
                </a:lnTo>
                <a:lnTo>
                  <a:pt x="174711" y="17432"/>
                </a:lnTo>
                <a:lnTo>
                  <a:pt x="174196" y="17656"/>
                </a:lnTo>
                <a:lnTo>
                  <a:pt x="173697" y="17893"/>
                </a:lnTo>
                <a:lnTo>
                  <a:pt x="173213" y="18143"/>
                </a:lnTo>
                <a:lnTo>
                  <a:pt x="172745" y="18408"/>
                </a:lnTo>
                <a:lnTo>
                  <a:pt x="172293" y="18685"/>
                </a:lnTo>
                <a:lnTo>
                  <a:pt x="171856" y="18977"/>
                </a:lnTo>
                <a:lnTo>
                  <a:pt x="171435" y="19282"/>
                </a:lnTo>
                <a:lnTo>
                  <a:pt x="171029" y="19600"/>
                </a:lnTo>
                <a:lnTo>
                  <a:pt x="170639" y="19931"/>
                </a:lnTo>
                <a:lnTo>
                  <a:pt x="170266" y="20272"/>
                </a:lnTo>
                <a:lnTo>
                  <a:pt x="169910" y="20625"/>
                </a:lnTo>
                <a:lnTo>
                  <a:pt x="169570" y="20989"/>
                </a:lnTo>
                <a:lnTo>
                  <a:pt x="169247" y="21363"/>
                </a:lnTo>
                <a:lnTo>
                  <a:pt x="168940" y="21749"/>
                </a:lnTo>
                <a:lnTo>
                  <a:pt x="168650" y="22145"/>
                </a:lnTo>
                <a:lnTo>
                  <a:pt x="168377" y="22553"/>
                </a:lnTo>
                <a:lnTo>
                  <a:pt x="168120" y="22971"/>
                </a:lnTo>
                <a:lnTo>
                  <a:pt x="167879" y="23401"/>
                </a:lnTo>
                <a:lnTo>
                  <a:pt x="167656" y="23842"/>
                </a:lnTo>
                <a:lnTo>
                  <a:pt x="167448" y="24293"/>
                </a:lnTo>
                <a:lnTo>
                  <a:pt x="167258" y="24756"/>
                </a:lnTo>
                <a:lnTo>
                  <a:pt x="167084" y="25229"/>
                </a:lnTo>
                <a:lnTo>
                  <a:pt x="166926" y="25714"/>
                </a:lnTo>
                <a:lnTo>
                  <a:pt x="166785" y="26209"/>
                </a:lnTo>
                <a:lnTo>
                  <a:pt x="166661" y="26716"/>
                </a:lnTo>
                <a:lnTo>
                  <a:pt x="166553" y="27234"/>
                </a:lnTo>
                <a:lnTo>
                  <a:pt x="166462" y="27762"/>
                </a:lnTo>
                <a:lnTo>
                  <a:pt x="166388" y="28302"/>
                </a:lnTo>
                <a:lnTo>
                  <a:pt x="166330" y="28852"/>
                </a:lnTo>
                <a:lnTo>
                  <a:pt x="166288" y="29414"/>
                </a:lnTo>
                <a:lnTo>
                  <a:pt x="166263" y="29986"/>
                </a:lnTo>
                <a:lnTo>
                  <a:pt x="166255" y="30570"/>
                </a:lnTo>
                <a:lnTo>
                  <a:pt x="166262" y="31130"/>
                </a:lnTo>
                <a:lnTo>
                  <a:pt x="166283" y="31679"/>
                </a:lnTo>
                <a:lnTo>
                  <a:pt x="166318" y="32215"/>
                </a:lnTo>
                <a:lnTo>
                  <a:pt x="166367" y="32740"/>
                </a:lnTo>
                <a:lnTo>
                  <a:pt x="166430" y="33253"/>
                </a:lnTo>
                <a:lnTo>
                  <a:pt x="166507" y="33755"/>
                </a:lnTo>
                <a:lnTo>
                  <a:pt x="166599" y="34244"/>
                </a:lnTo>
                <a:lnTo>
                  <a:pt x="166704" y="34722"/>
                </a:lnTo>
                <a:lnTo>
                  <a:pt x="166823" y="35188"/>
                </a:lnTo>
                <a:lnTo>
                  <a:pt x="166956" y="35642"/>
                </a:lnTo>
                <a:lnTo>
                  <a:pt x="167104" y="36084"/>
                </a:lnTo>
                <a:lnTo>
                  <a:pt x="167265" y="36515"/>
                </a:lnTo>
                <a:lnTo>
                  <a:pt x="167440" y="36933"/>
                </a:lnTo>
                <a:lnTo>
                  <a:pt x="167630" y="37340"/>
                </a:lnTo>
                <a:lnTo>
                  <a:pt x="167833" y="37735"/>
                </a:lnTo>
                <a:lnTo>
                  <a:pt x="168050" y="38119"/>
                </a:lnTo>
                <a:lnTo>
                  <a:pt x="168282" y="38490"/>
                </a:lnTo>
                <a:lnTo>
                  <a:pt x="168527" y="38850"/>
                </a:lnTo>
                <a:lnTo>
                  <a:pt x="168787" y="39198"/>
                </a:lnTo>
                <a:lnTo>
                  <a:pt x="169060" y="39534"/>
                </a:lnTo>
                <a:lnTo>
                  <a:pt x="169348" y="39858"/>
                </a:lnTo>
                <a:lnTo>
                  <a:pt x="169650" y="40171"/>
                </a:lnTo>
                <a:lnTo>
                  <a:pt x="169965" y="40472"/>
                </a:lnTo>
                <a:lnTo>
                  <a:pt x="170295" y="40761"/>
                </a:lnTo>
                <a:lnTo>
                  <a:pt x="170640" y="41040"/>
                </a:lnTo>
                <a:lnTo>
                  <a:pt x="171000" y="41312"/>
                </a:lnTo>
                <a:lnTo>
                  <a:pt x="171377" y="41576"/>
                </a:lnTo>
                <a:lnTo>
                  <a:pt x="171769" y="41832"/>
                </a:lnTo>
                <a:lnTo>
                  <a:pt x="172177" y="42081"/>
                </a:lnTo>
                <a:lnTo>
                  <a:pt x="172602" y="42322"/>
                </a:lnTo>
                <a:lnTo>
                  <a:pt x="173042" y="42555"/>
                </a:lnTo>
                <a:lnTo>
                  <a:pt x="173498" y="42781"/>
                </a:lnTo>
                <a:lnTo>
                  <a:pt x="173970" y="42999"/>
                </a:lnTo>
                <a:lnTo>
                  <a:pt x="174458" y="43209"/>
                </a:lnTo>
                <a:lnTo>
                  <a:pt x="174962" y="43412"/>
                </a:lnTo>
                <a:lnTo>
                  <a:pt x="175482" y="43607"/>
                </a:lnTo>
                <a:lnTo>
                  <a:pt x="176018" y="43794"/>
                </a:lnTo>
                <a:lnTo>
                  <a:pt x="176570" y="43974"/>
                </a:lnTo>
                <a:lnTo>
                  <a:pt x="177137" y="44146"/>
                </a:lnTo>
                <a:lnTo>
                  <a:pt x="177721" y="44311"/>
                </a:lnTo>
                <a:lnTo>
                  <a:pt x="178321" y="44468"/>
                </a:lnTo>
                <a:lnTo>
                  <a:pt x="178936" y="44617"/>
                </a:lnTo>
                <a:lnTo>
                  <a:pt x="179568" y="44758"/>
                </a:lnTo>
                <a:lnTo>
                  <a:pt x="180215" y="44892"/>
                </a:lnTo>
                <a:lnTo>
                  <a:pt x="180878" y="45018"/>
                </a:lnTo>
                <a:lnTo>
                  <a:pt x="181558" y="45137"/>
                </a:lnTo>
                <a:lnTo>
                  <a:pt x="182253" y="45248"/>
                </a:lnTo>
                <a:lnTo>
                  <a:pt x="182964" y="45351"/>
                </a:lnTo>
                <a:lnTo>
                  <a:pt x="189206" y="46269"/>
                </a:lnTo>
                <a:lnTo>
                  <a:pt x="189531" y="46309"/>
                </a:lnTo>
                <a:lnTo>
                  <a:pt x="189849" y="46353"/>
                </a:lnTo>
                <a:lnTo>
                  <a:pt x="190160" y="46400"/>
                </a:lnTo>
                <a:lnTo>
                  <a:pt x="190464" y="46451"/>
                </a:lnTo>
                <a:lnTo>
                  <a:pt x="190761" y="46506"/>
                </a:lnTo>
                <a:lnTo>
                  <a:pt x="191050" y="46564"/>
                </a:lnTo>
                <a:lnTo>
                  <a:pt x="191333" y="46627"/>
                </a:lnTo>
                <a:lnTo>
                  <a:pt x="191608" y="46692"/>
                </a:lnTo>
                <a:lnTo>
                  <a:pt x="191876" y="46762"/>
                </a:lnTo>
                <a:lnTo>
                  <a:pt x="192137" y="46835"/>
                </a:lnTo>
                <a:lnTo>
                  <a:pt x="192390" y="46912"/>
                </a:lnTo>
                <a:lnTo>
                  <a:pt x="192637" y="46992"/>
                </a:lnTo>
                <a:lnTo>
                  <a:pt x="192876" y="47076"/>
                </a:lnTo>
                <a:lnTo>
                  <a:pt x="193108" y="47164"/>
                </a:lnTo>
                <a:lnTo>
                  <a:pt x="193333" y="47255"/>
                </a:lnTo>
                <a:lnTo>
                  <a:pt x="193551" y="47350"/>
                </a:lnTo>
                <a:lnTo>
                  <a:pt x="193761" y="47449"/>
                </a:lnTo>
                <a:lnTo>
                  <a:pt x="193965" y="47551"/>
                </a:lnTo>
                <a:lnTo>
                  <a:pt x="194161" y="47657"/>
                </a:lnTo>
                <a:lnTo>
                  <a:pt x="194350" y="47767"/>
                </a:lnTo>
                <a:lnTo>
                  <a:pt x="194532" y="47880"/>
                </a:lnTo>
                <a:lnTo>
                  <a:pt x="194707" y="47997"/>
                </a:lnTo>
                <a:lnTo>
                  <a:pt x="194874" y="48118"/>
                </a:lnTo>
                <a:lnTo>
                  <a:pt x="195035" y="48242"/>
                </a:lnTo>
                <a:lnTo>
                  <a:pt x="195188" y="48371"/>
                </a:lnTo>
                <a:lnTo>
                  <a:pt x="195335" y="48503"/>
                </a:lnTo>
                <a:lnTo>
                  <a:pt x="195476" y="48639"/>
                </a:lnTo>
                <a:lnTo>
                  <a:pt x="195610" y="48779"/>
                </a:lnTo>
                <a:lnTo>
                  <a:pt x="195737" y="48923"/>
                </a:lnTo>
                <a:lnTo>
                  <a:pt x="195858" y="49071"/>
                </a:lnTo>
                <a:lnTo>
                  <a:pt x="195973" y="49224"/>
                </a:lnTo>
                <a:lnTo>
                  <a:pt x="196081" y="49380"/>
                </a:lnTo>
                <a:lnTo>
                  <a:pt x="196182" y="49540"/>
                </a:lnTo>
                <a:lnTo>
                  <a:pt x="196277" y="49704"/>
                </a:lnTo>
                <a:lnTo>
                  <a:pt x="196365" y="49872"/>
                </a:lnTo>
                <a:lnTo>
                  <a:pt x="196447" y="50044"/>
                </a:lnTo>
                <a:lnTo>
                  <a:pt x="196522" y="50220"/>
                </a:lnTo>
                <a:lnTo>
                  <a:pt x="196590" y="50400"/>
                </a:lnTo>
                <a:lnTo>
                  <a:pt x="196653" y="50584"/>
                </a:lnTo>
                <a:lnTo>
                  <a:pt x="196708" y="50772"/>
                </a:lnTo>
                <a:lnTo>
                  <a:pt x="196757" y="50964"/>
                </a:lnTo>
                <a:lnTo>
                  <a:pt x="196800" y="51160"/>
                </a:lnTo>
                <a:lnTo>
                  <a:pt x="196836" y="51360"/>
                </a:lnTo>
                <a:lnTo>
                  <a:pt x="196865" y="51564"/>
                </a:lnTo>
                <a:lnTo>
                  <a:pt x="196888" y="51772"/>
                </a:lnTo>
                <a:lnTo>
                  <a:pt x="196904" y="51984"/>
                </a:lnTo>
                <a:lnTo>
                  <a:pt x="196914" y="52200"/>
                </a:lnTo>
                <a:lnTo>
                  <a:pt x="196917" y="52420"/>
                </a:lnTo>
                <a:lnTo>
                  <a:pt x="196914" y="52655"/>
                </a:lnTo>
                <a:lnTo>
                  <a:pt x="196903" y="52886"/>
                </a:lnTo>
                <a:lnTo>
                  <a:pt x="196884" y="53112"/>
                </a:lnTo>
                <a:lnTo>
                  <a:pt x="196859" y="53335"/>
                </a:lnTo>
                <a:lnTo>
                  <a:pt x="196826" y="53553"/>
                </a:lnTo>
                <a:lnTo>
                  <a:pt x="196785" y="53768"/>
                </a:lnTo>
                <a:lnTo>
                  <a:pt x="196738" y="53978"/>
                </a:lnTo>
                <a:lnTo>
                  <a:pt x="196683" y="54184"/>
                </a:lnTo>
                <a:lnTo>
                  <a:pt x="196620" y="54386"/>
                </a:lnTo>
                <a:lnTo>
                  <a:pt x="196551" y="54584"/>
                </a:lnTo>
                <a:lnTo>
                  <a:pt x="196474" y="54777"/>
                </a:lnTo>
                <a:lnTo>
                  <a:pt x="196390" y="54967"/>
                </a:lnTo>
                <a:lnTo>
                  <a:pt x="196298" y="55152"/>
                </a:lnTo>
                <a:lnTo>
                  <a:pt x="196199" y="55333"/>
                </a:lnTo>
                <a:lnTo>
                  <a:pt x="196093" y="55510"/>
                </a:lnTo>
                <a:lnTo>
                  <a:pt x="195979" y="55683"/>
                </a:lnTo>
                <a:lnTo>
                  <a:pt x="195858" y="55852"/>
                </a:lnTo>
                <a:lnTo>
                  <a:pt x="195730" y="56017"/>
                </a:lnTo>
                <a:lnTo>
                  <a:pt x="195594" y="56177"/>
                </a:lnTo>
                <a:lnTo>
                  <a:pt x="195451" y="56334"/>
                </a:lnTo>
                <a:lnTo>
                  <a:pt x="195301" y="56486"/>
                </a:lnTo>
                <a:lnTo>
                  <a:pt x="195143" y="56634"/>
                </a:lnTo>
                <a:lnTo>
                  <a:pt x="194979" y="56778"/>
                </a:lnTo>
                <a:lnTo>
                  <a:pt x="194806" y="56918"/>
                </a:lnTo>
                <a:lnTo>
                  <a:pt x="194627" y="57053"/>
                </a:lnTo>
                <a:lnTo>
                  <a:pt x="194440" y="57182"/>
                </a:lnTo>
                <a:lnTo>
                  <a:pt x="194245" y="57305"/>
                </a:lnTo>
                <a:lnTo>
                  <a:pt x="194044" y="57423"/>
                </a:lnTo>
                <a:lnTo>
                  <a:pt x="193835" y="57535"/>
                </a:lnTo>
                <a:lnTo>
                  <a:pt x="193619" y="57641"/>
                </a:lnTo>
                <a:lnTo>
                  <a:pt x="193395" y="57741"/>
                </a:lnTo>
                <a:lnTo>
                  <a:pt x="193164" y="57836"/>
                </a:lnTo>
                <a:lnTo>
                  <a:pt x="192926" y="57925"/>
                </a:lnTo>
                <a:lnTo>
                  <a:pt x="192680" y="58008"/>
                </a:lnTo>
                <a:lnTo>
                  <a:pt x="192427" y="58086"/>
                </a:lnTo>
                <a:lnTo>
                  <a:pt x="192167" y="58157"/>
                </a:lnTo>
                <a:lnTo>
                  <a:pt x="191900" y="58223"/>
                </a:lnTo>
                <a:lnTo>
                  <a:pt x="191625" y="58284"/>
                </a:lnTo>
                <a:lnTo>
                  <a:pt x="191342" y="58338"/>
                </a:lnTo>
                <a:lnTo>
                  <a:pt x="191053" y="58387"/>
                </a:lnTo>
                <a:lnTo>
                  <a:pt x="190756" y="58430"/>
                </a:lnTo>
                <a:lnTo>
                  <a:pt x="190451" y="58467"/>
                </a:lnTo>
                <a:lnTo>
                  <a:pt x="190140" y="58499"/>
                </a:lnTo>
                <a:lnTo>
                  <a:pt x="189821" y="58525"/>
                </a:lnTo>
                <a:lnTo>
                  <a:pt x="189495" y="58545"/>
                </a:lnTo>
                <a:lnTo>
                  <a:pt x="189161" y="58559"/>
                </a:lnTo>
                <a:lnTo>
                  <a:pt x="188820" y="58568"/>
                </a:lnTo>
                <a:lnTo>
                  <a:pt x="188472" y="58571"/>
                </a:lnTo>
                <a:lnTo>
                  <a:pt x="184433" y="58571"/>
                </a:lnTo>
                <a:lnTo>
                  <a:pt x="184145" y="58568"/>
                </a:lnTo>
                <a:lnTo>
                  <a:pt x="183861" y="58560"/>
                </a:lnTo>
                <a:lnTo>
                  <a:pt x="183582" y="58548"/>
                </a:lnTo>
                <a:lnTo>
                  <a:pt x="183307" y="58530"/>
                </a:lnTo>
                <a:lnTo>
                  <a:pt x="183037" y="58507"/>
                </a:lnTo>
                <a:lnTo>
                  <a:pt x="182772" y="58479"/>
                </a:lnTo>
                <a:lnTo>
                  <a:pt x="182511" y="58446"/>
                </a:lnTo>
                <a:lnTo>
                  <a:pt x="182255" y="58408"/>
                </a:lnTo>
                <a:lnTo>
                  <a:pt x="182004" y="58364"/>
                </a:lnTo>
                <a:lnTo>
                  <a:pt x="181757" y="58316"/>
                </a:lnTo>
                <a:lnTo>
                  <a:pt x="181514" y="58262"/>
                </a:lnTo>
                <a:lnTo>
                  <a:pt x="181277" y="58204"/>
                </a:lnTo>
                <a:lnTo>
                  <a:pt x="181044" y="58140"/>
                </a:lnTo>
                <a:lnTo>
                  <a:pt x="180816" y="58071"/>
                </a:lnTo>
                <a:lnTo>
                  <a:pt x="180592" y="57997"/>
                </a:lnTo>
                <a:lnTo>
                  <a:pt x="180373" y="57918"/>
                </a:lnTo>
                <a:lnTo>
                  <a:pt x="180158" y="57834"/>
                </a:lnTo>
                <a:lnTo>
                  <a:pt x="179948" y="57745"/>
                </a:lnTo>
                <a:lnTo>
                  <a:pt x="179743" y="57651"/>
                </a:lnTo>
                <a:lnTo>
                  <a:pt x="179543" y="57551"/>
                </a:lnTo>
                <a:lnTo>
                  <a:pt x="179347" y="57447"/>
                </a:lnTo>
                <a:lnTo>
                  <a:pt x="179155" y="57337"/>
                </a:lnTo>
                <a:lnTo>
                  <a:pt x="178969" y="57222"/>
                </a:lnTo>
                <a:lnTo>
                  <a:pt x="178787" y="57103"/>
                </a:lnTo>
                <a:lnTo>
                  <a:pt x="178610" y="56979"/>
                </a:lnTo>
                <a:lnTo>
                  <a:pt x="178441" y="56851"/>
                </a:lnTo>
                <a:lnTo>
                  <a:pt x="178278" y="56721"/>
                </a:lnTo>
                <a:lnTo>
                  <a:pt x="178122" y="56587"/>
                </a:lnTo>
                <a:lnTo>
                  <a:pt x="177973" y="56451"/>
                </a:lnTo>
                <a:lnTo>
                  <a:pt x="177831" y="56311"/>
                </a:lnTo>
                <a:lnTo>
                  <a:pt x="177696" y="56167"/>
                </a:lnTo>
                <a:lnTo>
                  <a:pt x="177568" y="56021"/>
                </a:lnTo>
                <a:lnTo>
                  <a:pt x="177446" y="55871"/>
                </a:lnTo>
                <a:lnTo>
                  <a:pt x="177332" y="55719"/>
                </a:lnTo>
                <a:lnTo>
                  <a:pt x="177224" y="55563"/>
                </a:lnTo>
                <a:lnTo>
                  <a:pt x="177123" y="55404"/>
                </a:lnTo>
                <a:lnTo>
                  <a:pt x="177029" y="55242"/>
                </a:lnTo>
                <a:lnTo>
                  <a:pt x="176941" y="55076"/>
                </a:lnTo>
                <a:lnTo>
                  <a:pt x="176861" y="54907"/>
                </a:lnTo>
                <a:lnTo>
                  <a:pt x="176787" y="54736"/>
                </a:lnTo>
                <a:lnTo>
                  <a:pt x="176721" y="54561"/>
                </a:lnTo>
                <a:lnTo>
                  <a:pt x="176661" y="54382"/>
                </a:lnTo>
                <a:lnTo>
                  <a:pt x="176608" y="54201"/>
                </a:lnTo>
                <a:lnTo>
                  <a:pt x="176562" y="54016"/>
                </a:lnTo>
                <a:lnTo>
                  <a:pt x="176523" y="53829"/>
                </a:lnTo>
                <a:lnTo>
                  <a:pt x="176490" y="53638"/>
                </a:lnTo>
                <a:lnTo>
                  <a:pt x="176465" y="53444"/>
                </a:lnTo>
                <a:lnTo>
                  <a:pt x="176446" y="53246"/>
                </a:lnTo>
                <a:lnTo>
                  <a:pt x="164970" y="53246"/>
                </a:lnTo>
                <a:lnTo>
                  <a:pt x="164990" y="53611"/>
                </a:lnTo>
                <a:lnTo>
                  <a:pt x="165017" y="53972"/>
                </a:lnTo>
                <a:lnTo>
                  <a:pt x="165051" y="54330"/>
                </a:lnTo>
                <a:lnTo>
                  <a:pt x="165094" y="54683"/>
                </a:lnTo>
                <a:lnTo>
                  <a:pt x="165144" y="55032"/>
                </a:lnTo>
                <a:lnTo>
                  <a:pt x="165203" y="55377"/>
                </a:lnTo>
                <a:lnTo>
                  <a:pt x="165269" y="55719"/>
                </a:lnTo>
                <a:lnTo>
                  <a:pt x="165343" y="56056"/>
                </a:lnTo>
                <a:lnTo>
                  <a:pt x="165424" y="56389"/>
                </a:lnTo>
                <a:lnTo>
                  <a:pt x="165514" y="56719"/>
                </a:lnTo>
                <a:lnTo>
                  <a:pt x="165611" y="57044"/>
                </a:lnTo>
                <a:lnTo>
                  <a:pt x="165716" y="57365"/>
                </a:lnTo>
                <a:lnTo>
                  <a:pt x="165829" y="57683"/>
                </a:lnTo>
                <a:lnTo>
                  <a:pt x="165950" y="57996"/>
                </a:lnTo>
                <a:lnTo>
                  <a:pt x="166078" y="58306"/>
                </a:lnTo>
                <a:lnTo>
                  <a:pt x="166214" y="58611"/>
                </a:lnTo>
                <a:lnTo>
                  <a:pt x="166358" y="58912"/>
                </a:lnTo>
                <a:lnTo>
                  <a:pt x="166510" y="59210"/>
                </a:lnTo>
                <a:lnTo>
                  <a:pt x="166670" y="59503"/>
                </a:lnTo>
                <a:lnTo>
                  <a:pt x="166838" y="59793"/>
                </a:lnTo>
                <a:lnTo>
                  <a:pt x="167013" y="60079"/>
                </a:lnTo>
                <a:lnTo>
                  <a:pt x="167196" y="60360"/>
                </a:lnTo>
                <a:lnTo>
                  <a:pt x="167387" y="60638"/>
                </a:lnTo>
                <a:lnTo>
                  <a:pt x="167586" y="60911"/>
                </a:lnTo>
                <a:lnTo>
                  <a:pt x="167792" y="61180"/>
                </a:lnTo>
                <a:lnTo>
                  <a:pt x="168004" y="61445"/>
                </a:lnTo>
                <a:lnTo>
                  <a:pt x="168223" y="61704"/>
                </a:lnTo>
                <a:lnTo>
                  <a:pt x="168449" y="61958"/>
                </a:lnTo>
                <a:lnTo>
                  <a:pt x="168681" y="62207"/>
                </a:lnTo>
                <a:lnTo>
                  <a:pt x="168920" y="62452"/>
                </a:lnTo>
                <a:lnTo>
                  <a:pt x="169165" y="62691"/>
                </a:lnTo>
                <a:lnTo>
                  <a:pt x="169417" y="62926"/>
                </a:lnTo>
                <a:lnTo>
                  <a:pt x="169675" y="63155"/>
                </a:lnTo>
                <a:lnTo>
                  <a:pt x="169940" y="63380"/>
                </a:lnTo>
                <a:lnTo>
                  <a:pt x="170211" y="63599"/>
                </a:lnTo>
                <a:lnTo>
                  <a:pt x="170489" y="63814"/>
                </a:lnTo>
                <a:lnTo>
                  <a:pt x="170774" y="64024"/>
                </a:lnTo>
                <a:lnTo>
                  <a:pt x="171065" y="64229"/>
                </a:lnTo>
                <a:lnTo>
                  <a:pt x="171362" y="64429"/>
                </a:lnTo>
                <a:lnTo>
                  <a:pt x="171666" y="64624"/>
                </a:lnTo>
                <a:lnTo>
                  <a:pt x="171977" y="64814"/>
                </a:lnTo>
                <a:lnTo>
                  <a:pt x="172294" y="64999"/>
                </a:lnTo>
                <a:lnTo>
                  <a:pt x="172617" y="65179"/>
                </a:lnTo>
                <a:lnTo>
                  <a:pt x="172948" y="65355"/>
                </a:lnTo>
                <a:lnTo>
                  <a:pt x="173284" y="65525"/>
                </a:lnTo>
                <a:lnTo>
                  <a:pt x="173627" y="65690"/>
                </a:lnTo>
                <a:lnTo>
                  <a:pt x="173977" y="65851"/>
                </a:lnTo>
                <a:lnTo>
                  <a:pt x="174333" y="66006"/>
                </a:lnTo>
                <a:lnTo>
                  <a:pt x="174696" y="66156"/>
                </a:lnTo>
                <a:lnTo>
                  <a:pt x="175063" y="66299"/>
                </a:lnTo>
                <a:lnTo>
                  <a:pt x="175435" y="66437"/>
                </a:lnTo>
                <a:lnTo>
                  <a:pt x="175813" y="66567"/>
                </a:lnTo>
                <a:lnTo>
                  <a:pt x="176195" y="66692"/>
                </a:lnTo>
                <a:lnTo>
                  <a:pt x="176583" y="66810"/>
                </a:lnTo>
                <a:lnTo>
                  <a:pt x="176976" y="66921"/>
                </a:lnTo>
                <a:lnTo>
                  <a:pt x="177374" y="67026"/>
                </a:lnTo>
                <a:lnTo>
                  <a:pt x="177777" y="67125"/>
                </a:lnTo>
                <a:lnTo>
                  <a:pt x="178185" y="67218"/>
                </a:lnTo>
                <a:lnTo>
                  <a:pt x="178598" y="67304"/>
                </a:lnTo>
                <a:lnTo>
                  <a:pt x="179016" y="67384"/>
                </a:lnTo>
                <a:lnTo>
                  <a:pt x="179440" y="67457"/>
                </a:lnTo>
                <a:lnTo>
                  <a:pt x="179868" y="67524"/>
                </a:lnTo>
                <a:lnTo>
                  <a:pt x="180302" y="67584"/>
                </a:lnTo>
                <a:lnTo>
                  <a:pt x="180740" y="67639"/>
                </a:lnTo>
                <a:lnTo>
                  <a:pt x="181184" y="67686"/>
                </a:lnTo>
                <a:lnTo>
                  <a:pt x="181633" y="67728"/>
                </a:lnTo>
                <a:lnTo>
                  <a:pt x="182087" y="67763"/>
                </a:lnTo>
                <a:lnTo>
                  <a:pt x="182546" y="67792"/>
                </a:lnTo>
                <a:lnTo>
                  <a:pt x="183010" y="67814"/>
                </a:lnTo>
                <a:lnTo>
                  <a:pt x="183479" y="67830"/>
                </a:lnTo>
                <a:lnTo>
                  <a:pt x="183954" y="67839"/>
                </a:lnTo>
                <a:lnTo>
                  <a:pt x="184433" y="67843"/>
                </a:lnTo>
                <a:lnTo>
                  <a:pt x="188472" y="67843"/>
                </a:lnTo>
                <a:lnTo>
                  <a:pt x="189275" y="67836"/>
                </a:lnTo>
                <a:lnTo>
                  <a:pt x="190061" y="67814"/>
                </a:lnTo>
                <a:close/>
                <a:moveTo>
                  <a:pt x="245143" y="67814"/>
                </a:moveTo>
                <a:lnTo>
                  <a:pt x="245913" y="67779"/>
                </a:lnTo>
                <a:lnTo>
                  <a:pt x="246666" y="67729"/>
                </a:lnTo>
                <a:lnTo>
                  <a:pt x="247403" y="67665"/>
                </a:lnTo>
                <a:lnTo>
                  <a:pt x="248124" y="67587"/>
                </a:lnTo>
                <a:lnTo>
                  <a:pt x="248828" y="67495"/>
                </a:lnTo>
                <a:lnTo>
                  <a:pt x="249516" y="67389"/>
                </a:lnTo>
                <a:lnTo>
                  <a:pt x="250187" y="67268"/>
                </a:lnTo>
                <a:lnTo>
                  <a:pt x="250842" y="67133"/>
                </a:lnTo>
                <a:lnTo>
                  <a:pt x="251481" y="66985"/>
                </a:lnTo>
                <a:lnTo>
                  <a:pt x="252103" y="66821"/>
                </a:lnTo>
                <a:lnTo>
                  <a:pt x="252708" y="66644"/>
                </a:lnTo>
                <a:lnTo>
                  <a:pt x="253298" y="66453"/>
                </a:lnTo>
                <a:lnTo>
                  <a:pt x="253871" y="66247"/>
                </a:lnTo>
                <a:lnTo>
                  <a:pt x="254427" y="66027"/>
                </a:lnTo>
                <a:lnTo>
                  <a:pt x="254967" y="65793"/>
                </a:lnTo>
                <a:lnTo>
                  <a:pt x="255491" y="65545"/>
                </a:lnTo>
                <a:lnTo>
                  <a:pt x="255998" y="65283"/>
                </a:lnTo>
                <a:lnTo>
                  <a:pt x="256488" y="65006"/>
                </a:lnTo>
                <a:lnTo>
                  <a:pt x="256963" y="64715"/>
                </a:lnTo>
                <a:lnTo>
                  <a:pt x="257421" y="64410"/>
                </a:lnTo>
                <a:lnTo>
                  <a:pt x="257862" y="64091"/>
                </a:lnTo>
                <a:lnTo>
                  <a:pt x="258287" y="63758"/>
                </a:lnTo>
                <a:lnTo>
                  <a:pt x="258696" y="63412"/>
                </a:lnTo>
                <a:lnTo>
                  <a:pt x="259086" y="63054"/>
                </a:lnTo>
                <a:lnTo>
                  <a:pt x="259460" y="62685"/>
                </a:lnTo>
                <a:lnTo>
                  <a:pt x="259816" y="62305"/>
                </a:lnTo>
                <a:lnTo>
                  <a:pt x="260155" y="61914"/>
                </a:lnTo>
                <a:lnTo>
                  <a:pt x="260476" y="61511"/>
                </a:lnTo>
                <a:lnTo>
                  <a:pt x="260780" y="61097"/>
                </a:lnTo>
                <a:lnTo>
                  <a:pt x="261067" y="60672"/>
                </a:lnTo>
                <a:lnTo>
                  <a:pt x="261336" y="60235"/>
                </a:lnTo>
                <a:lnTo>
                  <a:pt x="261588" y="59787"/>
                </a:lnTo>
                <a:lnTo>
                  <a:pt x="261823" y="59328"/>
                </a:lnTo>
                <a:lnTo>
                  <a:pt x="262040" y="58857"/>
                </a:lnTo>
                <a:lnTo>
                  <a:pt x="262240" y="58375"/>
                </a:lnTo>
                <a:lnTo>
                  <a:pt x="262422" y="57882"/>
                </a:lnTo>
                <a:lnTo>
                  <a:pt x="262587" y="57377"/>
                </a:lnTo>
                <a:lnTo>
                  <a:pt x="262735" y="56862"/>
                </a:lnTo>
                <a:lnTo>
                  <a:pt x="262865" y="56334"/>
                </a:lnTo>
                <a:lnTo>
                  <a:pt x="262978" y="55796"/>
                </a:lnTo>
                <a:lnTo>
                  <a:pt x="263074" y="55246"/>
                </a:lnTo>
                <a:lnTo>
                  <a:pt x="263152" y="54685"/>
                </a:lnTo>
                <a:lnTo>
                  <a:pt x="263213" y="54112"/>
                </a:lnTo>
                <a:lnTo>
                  <a:pt x="263256" y="53529"/>
                </a:lnTo>
                <a:lnTo>
                  <a:pt x="263282" y="52934"/>
                </a:lnTo>
                <a:lnTo>
                  <a:pt x="263291" y="52327"/>
                </a:lnTo>
                <a:lnTo>
                  <a:pt x="263284" y="51759"/>
                </a:lnTo>
                <a:lnTo>
                  <a:pt x="263261" y="51203"/>
                </a:lnTo>
                <a:lnTo>
                  <a:pt x="263224" y="50658"/>
                </a:lnTo>
                <a:lnTo>
                  <a:pt x="263172" y="50125"/>
                </a:lnTo>
                <a:lnTo>
                  <a:pt x="263106" y="49604"/>
                </a:lnTo>
                <a:lnTo>
                  <a:pt x="263024" y="49094"/>
                </a:lnTo>
                <a:lnTo>
                  <a:pt x="262928" y="48596"/>
                </a:lnTo>
                <a:lnTo>
                  <a:pt x="262817" y="48110"/>
                </a:lnTo>
                <a:lnTo>
                  <a:pt x="262691" y="47635"/>
                </a:lnTo>
                <a:lnTo>
                  <a:pt x="262550" y="47171"/>
                </a:lnTo>
                <a:lnTo>
                  <a:pt x="262394" y="46720"/>
                </a:lnTo>
                <a:lnTo>
                  <a:pt x="262224" y="46280"/>
                </a:lnTo>
                <a:lnTo>
                  <a:pt x="262039" y="45852"/>
                </a:lnTo>
                <a:lnTo>
                  <a:pt x="261839" y="45435"/>
                </a:lnTo>
                <a:lnTo>
                  <a:pt x="261624" y="45030"/>
                </a:lnTo>
                <a:lnTo>
                  <a:pt x="261394" y="44636"/>
                </a:lnTo>
                <a:lnTo>
                  <a:pt x="261149" y="44255"/>
                </a:lnTo>
                <a:lnTo>
                  <a:pt x="260890" y="43885"/>
                </a:lnTo>
                <a:lnTo>
                  <a:pt x="260616" y="43526"/>
                </a:lnTo>
                <a:lnTo>
                  <a:pt x="260327" y="43179"/>
                </a:lnTo>
                <a:lnTo>
                  <a:pt x="260023" y="42844"/>
                </a:lnTo>
                <a:lnTo>
                  <a:pt x="259704" y="42520"/>
                </a:lnTo>
                <a:lnTo>
                  <a:pt x="259371" y="42208"/>
                </a:lnTo>
                <a:lnTo>
                  <a:pt x="259023" y="41908"/>
                </a:lnTo>
                <a:lnTo>
                  <a:pt x="258659" y="41617"/>
                </a:lnTo>
                <a:lnTo>
                  <a:pt x="258278" y="41335"/>
                </a:lnTo>
                <a:lnTo>
                  <a:pt x="257882" y="41060"/>
                </a:lnTo>
                <a:lnTo>
                  <a:pt x="257469" y="40792"/>
                </a:lnTo>
                <a:lnTo>
                  <a:pt x="257039" y="40533"/>
                </a:lnTo>
                <a:lnTo>
                  <a:pt x="256593" y="40281"/>
                </a:lnTo>
                <a:lnTo>
                  <a:pt x="256131" y="40038"/>
                </a:lnTo>
                <a:lnTo>
                  <a:pt x="255652" y="39802"/>
                </a:lnTo>
                <a:lnTo>
                  <a:pt x="255156" y="39574"/>
                </a:lnTo>
                <a:lnTo>
                  <a:pt x="254645" y="39353"/>
                </a:lnTo>
                <a:lnTo>
                  <a:pt x="254117" y="39141"/>
                </a:lnTo>
                <a:lnTo>
                  <a:pt x="253572" y="38936"/>
                </a:lnTo>
                <a:lnTo>
                  <a:pt x="253011" y="38739"/>
                </a:lnTo>
                <a:lnTo>
                  <a:pt x="252434" y="38550"/>
                </a:lnTo>
                <a:lnTo>
                  <a:pt x="251840" y="38368"/>
                </a:lnTo>
                <a:lnTo>
                  <a:pt x="251230" y="38195"/>
                </a:lnTo>
                <a:lnTo>
                  <a:pt x="250603" y="38029"/>
                </a:lnTo>
                <a:lnTo>
                  <a:pt x="249960" y="37871"/>
                </a:lnTo>
                <a:lnTo>
                  <a:pt x="249301" y="37721"/>
                </a:lnTo>
                <a:lnTo>
                  <a:pt x="248625" y="37579"/>
                </a:lnTo>
                <a:lnTo>
                  <a:pt x="247932" y="37444"/>
                </a:lnTo>
                <a:lnTo>
                  <a:pt x="247224" y="37318"/>
                </a:lnTo>
                <a:lnTo>
                  <a:pt x="246499" y="37199"/>
                </a:lnTo>
                <a:lnTo>
                  <a:pt x="245757" y="37088"/>
                </a:lnTo>
                <a:lnTo>
                  <a:pt x="239239" y="36170"/>
                </a:lnTo>
                <a:lnTo>
                  <a:pt x="238952" y="36123"/>
                </a:lnTo>
                <a:lnTo>
                  <a:pt x="238671" y="36074"/>
                </a:lnTo>
                <a:lnTo>
                  <a:pt x="238397" y="36022"/>
                </a:lnTo>
                <a:lnTo>
                  <a:pt x="238130" y="35968"/>
                </a:lnTo>
                <a:lnTo>
                  <a:pt x="237869" y="35911"/>
                </a:lnTo>
                <a:lnTo>
                  <a:pt x="237615" y="35852"/>
                </a:lnTo>
                <a:lnTo>
                  <a:pt x="237368" y="35791"/>
                </a:lnTo>
                <a:lnTo>
                  <a:pt x="237128" y="35727"/>
                </a:lnTo>
                <a:lnTo>
                  <a:pt x="236894" y="35661"/>
                </a:lnTo>
                <a:lnTo>
                  <a:pt x="236667" y="35592"/>
                </a:lnTo>
                <a:lnTo>
                  <a:pt x="236446" y="35521"/>
                </a:lnTo>
                <a:lnTo>
                  <a:pt x="236233" y="35447"/>
                </a:lnTo>
                <a:lnTo>
                  <a:pt x="236025" y="35372"/>
                </a:lnTo>
                <a:lnTo>
                  <a:pt x="235825" y="35294"/>
                </a:lnTo>
                <a:lnTo>
                  <a:pt x="235631" y="35213"/>
                </a:lnTo>
                <a:lnTo>
                  <a:pt x="235444" y="35130"/>
                </a:lnTo>
                <a:lnTo>
                  <a:pt x="235264" y="35045"/>
                </a:lnTo>
                <a:lnTo>
                  <a:pt x="235090" y="34957"/>
                </a:lnTo>
                <a:lnTo>
                  <a:pt x="234924" y="34867"/>
                </a:lnTo>
                <a:lnTo>
                  <a:pt x="234763" y="34774"/>
                </a:lnTo>
                <a:lnTo>
                  <a:pt x="234610" y="34679"/>
                </a:lnTo>
                <a:lnTo>
                  <a:pt x="234463" y="34582"/>
                </a:lnTo>
                <a:lnTo>
                  <a:pt x="234323" y="34482"/>
                </a:lnTo>
                <a:lnTo>
                  <a:pt x="234189" y="34380"/>
                </a:lnTo>
                <a:lnTo>
                  <a:pt x="234062" y="34274"/>
                </a:lnTo>
                <a:lnTo>
                  <a:pt x="233940" y="34164"/>
                </a:lnTo>
                <a:lnTo>
                  <a:pt x="233823" y="34049"/>
                </a:lnTo>
                <a:lnTo>
                  <a:pt x="233712" y="33930"/>
                </a:lnTo>
                <a:lnTo>
                  <a:pt x="233607" y="33806"/>
                </a:lnTo>
                <a:lnTo>
                  <a:pt x="233506" y="33677"/>
                </a:lnTo>
                <a:lnTo>
                  <a:pt x="233412" y="33544"/>
                </a:lnTo>
                <a:lnTo>
                  <a:pt x="233322" y="33406"/>
                </a:lnTo>
                <a:lnTo>
                  <a:pt x="233238" y="33263"/>
                </a:lnTo>
                <a:lnTo>
                  <a:pt x="233160" y="33116"/>
                </a:lnTo>
                <a:lnTo>
                  <a:pt x="233086" y="32964"/>
                </a:lnTo>
                <a:lnTo>
                  <a:pt x="233019" y="32808"/>
                </a:lnTo>
                <a:lnTo>
                  <a:pt x="232956" y="32647"/>
                </a:lnTo>
                <a:lnTo>
                  <a:pt x="232900" y="32481"/>
                </a:lnTo>
                <a:lnTo>
                  <a:pt x="232848" y="32311"/>
                </a:lnTo>
                <a:lnTo>
                  <a:pt x="232802" y="32136"/>
                </a:lnTo>
                <a:lnTo>
                  <a:pt x="232761" y="31956"/>
                </a:lnTo>
                <a:lnTo>
                  <a:pt x="232726" y="31772"/>
                </a:lnTo>
                <a:lnTo>
                  <a:pt x="232696" y="31583"/>
                </a:lnTo>
                <a:lnTo>
                  <a:pt x="232672" y="31390"/>
                </a:lnTo>
                <a:lnTo>
                  <a:pt x="232653" y="31192"/>
                </a:lnTo>
                <a:lnTo>
                  <a:pt x="232639" y="30989"/>
                </a:lnTo>
                <a:lnTo>
                  <a:pt x="232631" y="30782"/>
                </a:lnTo>
                <a:lnTo>
                  <a:pt x="232629" y="30570"/>
                </a:lnTo>
                <a:lnTo>
                  <a:pt x="232632" y="30343"/>
                </a:lnTo>
                <a:lnTo>
                  <a:pt x="232641" y="30120"/>
                </a:lnTo>
                <a:lnTo>
                  <a:pt x="232657" y="29902"/>
                </a:lnTo>
                <a:lnTo>
                  <a:pt x="232678" y="29689"/>
                </a:lnTo>
                <a:lnTo>
                  <a:pt x="232706" y="29480"/>
                </a:lnTo>
                <a:lnTo>
                  <a:pt x="232741" y="29276"/>
                </a:lnTo>
                <a:lnTo>
                  <a:pt x="232781" y="29077"/>
                </a:lnTo>
                <a:lnTo>
                  <a:pt x="232828" y="28882"/>
                </a:lnTo>
                <a:lnTo>
                  <a:pt x="232880" y="28692"/>
                </a:lnTo>
                <a:lnTo>
                  <a:pt x="232939" y="28506"/>
                </a:lnTo>
                <a:lnTo>
                  <a:pt x="233005" y="28325"/>
                </a:lnTo>
                <a:lnTo>
                  <a:pt x="233076" y="28149"/>
                </a:lnTo>
                <a:lnTo>
                  <a:pt x="233154" y="27977"/>
                </a:lnTo>
                <a:lnTo>
                  <a:pt x="233238" y="27810"/>
                </a:lnTo>
                <a:lnTo>
                  <a:pt x="233328" y="27648"/>
                </a:lnTo>
                <a:lnTo>
                  <a:pt x="233424" y="27490"/>
                </a:lnTo>
                <a:lnTo>
                  <a:pt x="233527" y="27337"/>
                </a:lnTo>
                <a:lnTo>
                  <a:pt x="233636" y="27188"/>
                </a:lnTo>
                <a:lnTo>
                  <a:pt x="233751" y="27044"/>
                </a:lnTo>
                <a:lnTo>
                  <a:pt x="233872" y="26905"/>
                </a:lnTo>
                <a:lnTo>
                  <a:pt x="233999" y="26770"/>
                </a:lnTo>
                <a:lnTo>
                  <a:pt x="234133" y="26640"/>
                </a:lnTo>
                <a:lnTo>
                  <a:pt x="234273" y="26515"/>
                </a:lnTo>
                <a:lnTo>
                  <a:pt x="234419" y="26394"/>
                </a:lnTo>
                <a:lnTo>
                  <a:pt x="234572" y="26278"/>
                </a:lnTo>
                <a:lnTo>
                  <a:pt x="234732" y="26167"/>
                </a:lnTo>
                <a:lnTo>
                  <a:pt x="234900" y="26060"/>
                </a:lnTo>
                <a:lnTo>
                  <a:pt x="235076" y="25959"/>
                </a:lnTo>
                <a:lnTo>
                  <a:pt x="235258" y="25863"/>
                </a:lnTo>
                <a:lnTo>
                  <a:pt x="235449" y="25771"/>
                </a:lnTo>
                <a:lnTo>
                  <a:pt x="235647" y="25685"/>
                </a:lnTo>
                <a:lnTo>
                  <a:pt x="235852" y="25603"/>
                </a:lnTo>
                <a:lnTo>
                  <a:pt x="236065" y="25527"/>
                </a:lnTo>
                <a:lnTo>
                  <a:pt x="236285" y="25455"/>
                </a:lnTo>
                <a:lnTo>
                  <a:pt x="236513" y="25388"/>
                </a:lnTo>
                <a:lnTo>
                  <a:pt x="236748" y="25327"/>
                </a:lnTo>
                <a:lnTo>
                  <a:pt x="236991" y="25270"/>
                </a:lnTo>
                <a:lnTo>
                  <a:pt x="237242" y="25218"/>
                </a:lnTo>
                <a:lnTo>
                  <a:pt x="237499" y="25171"/>
                </a:lnTo>
                <a:lnTo>
                  <a:pt x="237765" y="25129"/>
                </a:lnTo>
                <a:lnTo>
                  <a:pt x="238037" y="25092"/>
                </a:lnTo>
                <a:lnTo>
                  <a:pt x="238318" y="25060"/>
                </a:lnTo>
                <a:lnTo>
                  <a:pt x="238605" y="25033"/>
                </a:lnTo>
                <a:lnTo>
                  <a:pt x="238901" y="25010"/>
                </a:lnTo>
                <a:lnTo>
                  <a:pt x="239203" y="24993"/>
                </a:lnTo>
                <a:lnTo>
                  <a:pt x="239514" y="24981"/>
                </a:lnTo>
                <a:lnTo>
                  <a:pt x="239831" y="24973"/>
                </a:lnTo>
                <a:lnTo>
                  <a:pt x="240157" y="24971"/>
                </a:lnTo>
                <a:lnTo>
                  <a:pt x="243646" y="24971"/>
                </a:lnTo>
                <a:lnTo>
                  <a:pt x="243912" y="24973"/>
                </a:lnTo>
                <a:lnTo>
                  <a:pt x="244173" y="24980"/>
                </a:lnTo>
                <a:lnTo>
                  <a:pt x="244430" y="24991"/>
                </a:lnTo>
                <a:lnTo>
                  <a:pt x="244682" y="25007"/>
                </a:lnTo>
                <a:lnTo>
                  <a:pt x="244931" y="25027"/>
                </a:lnTo>
                <a:lnTo>
                  <a:pt x="245175" y="25051"/>
                </a:lnTo>
                <a:lnTo>
                  <a:pt x="245414" y="25080"/>
                </a:lnTo>
                <a:lnTo>
                  <a:pt x="245650" y="25114"/>
                </a:lnTo>
                <a:lnTo>
                  <a:pt x="245881" y="25152"/>
                </a:lnTo>
                <a:lnTo>
                  <a:pt x="246108" y="25194"/>
                </a:lnTo>
                <a:lnTo>
                  <a:pt x="246330" y="25241"/>
                </a:lnTo>
                <a:lnTo>
                  <a:pt x="246548" y="25292"/>
                </a:lnTo>
                <a:lnTo>
                  <a:pt x="246762" y="25348"/>
                </a:lnTo>
                <a:lnTo>
                  <a:pt x="246972" y="25408"/>
                </a:lnTo>
                <a:lnTo>
                  <a:pt x="247177" y="25473"/>
                </a:lnTo>
                <a:lnTo>
                  <a:pt x="247378" y="25542"/>
                </a:lnTo>
                <a:lnTo>
                  <a:pt x="247575" y="25616"/>
                </a:lnTo>
                <a:lnTo>
                  <a:pt x="247768" y="25694"/>
                </a:lnTo>
                <a:lnTo>
                  <a:pt x="247956" y="25777"/>
                </a:lnTo>
                <a:lnTo>
                  <a:pt x="248139" y="25864"/>
                </a:lnTo>
                <a:lnTo>
                  <a:pt x="248319" y="25955"/>
                </a:lnTo>
                <a:lnTo>
                  <a:pt x="248494" y="26051"/>
                </a:lnTo>
                <a:lnTo>
                  <a:pt x="248665" y="26152"/>
                </a:lnTo>
                <a:lnTo>
                  <a:pt x="248832" y="26257"/>
                </a:lnTo>
                <a:lnTo>
                  <a:pt x="248993" y="26365"/>
                </a:lnTo>
                <a:lnTo>
                  <a:pt x="249149" y="26476"/>
                </a:lnTo>
                <a:lnTo>
                  <a:pt x="249299" y="26589"/>
                </a:lnTo>
                <a:lnTo>
                  <a:pt x="249443" y="26705"/>
                </a:lnTo>
                <a:lnTo>
                  <a:pt x="249580" y="26824"/>
                </a:lnTo>
                <a:lnTo>
                  <a:pt x="249713" y="26945"/>
                </a:lnTo>
                <a:lnTo>
                  <a:pt x="249839" y="27069"/>
                </a:lnTo>
                <a:lnTo>
                  <a:pt x="249959" y="27195"/>
                </a:lnTo>
                <a:lnTo>
                  <a:pt x="250073" y="27323"/>
                </a:lnTo>
                <a:lnTo>
                  <a:pt x="250182" y="27455"/>
                </a:lnTo>
                <a:lnTo>
                  <a:pt x="250284" y="27588"/>
                </a:lnTo>
                <a:lnTo>
                  <a:pt x="250381" y="27725"/>
                </a:lnTo>
                <a:lnTo>
                  <a:pt x="250472" y="27864"/>
                </a:lnTo>
                <a:lnTo>
                  <a:pt x="250557" y="28005"/>
                </a:lnTo>
                <a:lnTo>
                  <a:pt x="250636" y="28149"/>
                </a:lnTo>
                <a:lnTo>
                  <a:pt x="250709" y="28296"/>
                </a:lnTo>
                <a:lnTo>
                  <a:pt x="250776" y="28445"/>
                </a:lnTo>
                <a:lnTo>
                  <a:pt x="250837" y="28596"/>
                </a:lnTo>
                <a:lnTo>
                  <a:pt x="250893" y="28751"/>
                </a:lnTo>
                <a:lnTo>
                  <a:pt x="250942" y="28907"/>
                </a:lnTo>
                <a:lnTo>
                  <a:pt x="250986" y="29067"/>
                </a:lnTo>
                <a:lnTo>
                  <a:pt x="251024" y="29229"/>
                </a:lnTo>
                <a:lnTo>
                  <a:pt x="251056" y="29393"/>
                </a:lnTo>
                <a:lnTo>
                  <a:pt x="251081" y="29560"/>
                </a:lnTo>
                <a:lnTo>
                  <a:pt x="262557" y="29560"/>
                </a:lnTo>
                <a:lnTo>
                  <a:pt x="262518" y="29036"/>
                </a:lnTo>
                <a:lnTo>
                  <a:pt x="262463" y="28522"/>
                </a:lnTo>
                <a:lnTo>
                  <a:pt x="262392" y="28016"/>
                </a:lnTo>
                <a:lnTo>
                  <a:pt x="262305" y="27520"/>
                </a:lnTo>
                <a:lnTo>
                  <a:pt x="262201" y="27032"/>
                </a:lnTo>
                <a:lnTo>
                  <a:pt x="262081" y="26553"/>
                </a:lnTo>
                <a:lnTo>
                  <a:pt x="261944" y="26083"/>
                </a:lnTo>
                <a:lnTo>
                  <a:pt x="261792" y="25623"/>
                </a:lnTo>
                <a:lnTo>
                  <a:pt x="261623" y="25171"/>
                </a:lnTo>
                <a:lnTo>
                  <a:pt x="261438" y="24727"/>
                </a:lnTo>
                <a:lnTo>
                  <a:pt x="261237" y="24293"/>
                </a:lnTo>
                <a:lnTo>
                  <a:pt x="261019" y="23868"/>
                </a:lnTo>
                <a:lnTo>
                  <a:pt x="260785" y="23452"/>
                </a:lnTo>
                <a:lnTo>
                  <a:pt x="260535" y="23044"/>
                </a:lnTo>
                <a:lnTo>
                  <a:pt x="260269" y="22646"/>
                </a:lnTo>
                <a:lnTo>
                  <a:pt x="259986" y="22256"/>
                </a:lnTo>
                <a:lnTo>
                  <a:pt x="259687" y="21876"/>
                </a:lnTo>
                <a:lnTo>
                  <a:pt x="259372" y="21504"/>
                </a:lnTo>
                <a:lnTo>
                  <a:pt x="259041" y="21141"/>
                </a:lnTo>
                <a:lnTo>
                  <a:pt x="258693" y="20788"/>
                </a:lnTo>
                <a:lnTo>
                  <a:pt x="258329" y="20443"/>
                </a:lnTo>
                <a:lnTo>
                  <a:pt x="257949" y="20107"/>
                </a:lnTo>
                <a:lnTo>
                  <a:pt x="257553" y="19780"/>
                </a:lnTo>
                <a:lnTo>
                  <a:pt x="257140" y="19461"/>
                </a:lnTo>
                <a:lnTo>
                  <a:pt x="256713" y="19154"/>
                </a:lnTo>
                <a:lnTo>
                  <a:pt x="256275" y="18860"/>
                </a:lnTo>
                <a:lnTo>
                  <a:pt x="255825" y="18579"/>
                </a:lnTo>
                <a:lnTo>
                  <a:pt x="255363" y="18311"/>
                </a:lnTo>
                <a:lnTo>
                  <a:pt x="254889" y="18056"/>
                </a:lnTo>
                <a:lnTo>
                  <a:pt x="254403" y="17815"/>
                </a:lnTo>
                <a:lnTo>
                  <a:pt x="253906" y="17586"/>
                </a:lnTo>
                <a:lnTo>
                  <a:pt x="253397" y="17370"/>
                </a:lnTo>
                <a:lnTo>
                  <a:pt x="252876" y="17168"/>
                </a:lnTo>
                <a:lnTo>
                  <a:pt x="252343" y="16978"/>
                </a:lnTo>
                <a:lnTo>
                  <a:pt x="251799" y="16802"/>
                </a:lnTo>
                <a:lnTo>
                  <a:pt x="251242" y="16638"/>
                </a:lnTo>
                <a:lnTo>
                  <a:pt x="250674" y="16488"/>
                </a:lnTo>
                <a:lnTo>
                  <a:pt x="250094" y="16351"/>
                </a:lnTo>
                <a:lnTo>
                  <a:pt x="249502" y="16227"/>
                </a:lnTo>
                <a:lnTo>
                  <a:pt x="248899" y="16116"/>
                </a:lnTo>
                <a:lnTo>
                  <a:pt x="248284" y="16018"/>
                </a:lnTo>
                <a:lnTo>
                  <a:pt x="247656" y="15933"/>
                </a:lnTo>
                <a:lnTo>
                  <a:pt x="247018" y="15861"/>
                </a:lnTo>
                <a:lnTo>
                  <a:pt x="246367" y="15802"/>
                </a:lnTo>
                <a:lnTo>
                  <a:pt x="245704" y="15756"/>
                </a:lnTo>
                <a:lnTo>
                  <a:pt x="245030" y="15724"/>
                </a:lnTo>
                <a:lnTo>
                  <a:pt x="244344" y="15704"/>
                </a:lnTo>
                <a:lnTo>
                  <a:pt x="243646" y="15697"/>
                </a:lnTo>
                <a:lnTo>
                  <a:pt x="240157" y="15697"/>
                </a:lnTo>
                <a:lnTo>
                  <a:pt x="239392" y="15704"/>
                </a:lnTo>
                <a:lnTo>
                  <a:pt x="238642" y="15725"/>
                </a:lnTo>
                <a:lnTo>
                  <a:pt x="237909" y="15758"/>
                </a:lnTo>
                <a:lnTo>
                  <a:pt x="237191" y="15806"/>
                </a:lnTo>
                <a:lnTo>
                  <a:pt x="236488" y="15867"/>
                </a:lnTo>
                <a:lnTo>
                  <a:pt x="235802" y="15941"/>
                </a:lnTo>
                <a:lnTo>
                  <a:pt x="235131" y="16029"/>
                </a:lnTo>
                <a:lnTo>
                  <a:pt x="234475" y="16131"/>
                </a:lnTo>
                <a:lnTo>
                  <a:pt x="233835" y="16246"/>
                </a:lnTo>
                <a:lnTo>
                  <a:pt x="233211" y="16375"/>
                </a:lnTo>
                <a:lnTo>
                  <a:pt x="232602" y="16517"/>
                </a:lnTo>
                <a:lnTo>
                  <a:pt x="232009" y="16673"/>
                </a:lnTo>
                <a:lnTo>
                  <a:pt x="231432" y="16843"/>
                </a:lnTo>
                <a:lnTo>
                  <a:pt x="230870" y="17025"/>
                </a:lnTo>
                <a:lnTo>
                  <a:pt x="230324" y="17222"/>
                </a:lnTo>
                <a:lnTo>
                  <a:pt x="229793" y="17432"/>
                </a:lnTo>
                <a:lnTo>
                  <a:pt x="229278" y="17656"/>
                </a:lnTo>
                <a:lnTo>
                  <a:pt x="228779" y="17893"/>
                </a:lnTo>
                <a:lnTo>
                  <a:pt x="228295" y="18143"/>
                </a:lnTo>
                <a:lnTo>
                  <a:pt x="227827" y="18408"/>
                </a:lnTo>
                <a:lnTo>
                  <a:pt x="227374" y="18685"/>
                </a:lnTo>
                <a:lnTo>
                  <a:pt x="226938" y="18977"/>
                </a:lnTo>
                <a:lnTo>
                  <a:pt x="226516" y="19282"/>
                </a:lnTo>
                <a:lnTo>
                  <a:pt x="226111" y="19600"/>
                </a:lnTo>
                <a:lnTo>
                  <a:pt x="225721" y="19931"/>
                </a:lnTo>
                <a:lnTo>
                  <a:pt x="225348" y="20272"/>
                </a:lnTo>
                <a:lnTo>
                  <a:pt x="224992" y="20625"/>
                </a:lnTo>
                <a:lnTo>
                  <a:pt x="224652" y="20989"/>
                </a:lnTo>
                <a:lnTo>
                  <a:pt x="224329" y="21363"/>
                </a:lnTo>
                <a:lnTo>
                  <a:pt x="224022" y="21749"/>
                </a:lnTo>
                <a:lnTo>
                  <a:pt x="223732" y="22145"/>
                </a:lnTo>
                <a:lnTo>
                  <a:pt x="223458" y="22553"/>
                </a:lnTo>
                <a:lnTo>
                  <a:pt x="223202" y="22971"/>
                </a:lnTo>
                <a:lnTo>
                  <a:pt x="222961" y="23401"/>
                </a:lnTo>
                <a:lnTo>
                  <a:pt x="222737" y="23842"/>
                </a:lnTo>
                <a:lnTo>
                  <a:pt x="222530" y="24293"/>
                </a:lnTo>
                <a:lnTo>
                  <a:pt x="222340" y="24756"/>
                </a:lnTo>
                <a:lnTo>
                  <a:pt x="222166" y="25229"/>
                </a:lnTo>
                <a:lnTo>
                  <a:pt x="222008" y="25714"/>
                </a:lnTo>
                <a:lnTo>
                  <a:pt x="221867" y="26209"/>
                </a:lnTo>
                <a:lnTo>
                  <a:pt x="221743" y="26716"/>
                </a:lnTo>
                <a:lnTo>
                  <a:pt x="221635" y="27234"/>
                </a:lnTo>
                <a:lnTo>
                  <a:pt x="221544" y="27762"/>
                </a:lnTo>
                <a:lnTo>
                  <a:pt x="221469" y="28302"/>
                </a:lnTo>
                <a:lnTo>
                  <a:pt x="221411" y="28852"/>
                </a:lnTo>
                <a:lnTo>
                  <a:pt x="221370" y="29414"/>
                </a:lnTo>
                <a:lnTo>
                  <a:pt x="221345" y="29986"/>
                </a:lnTo>
                <a:lnTo>
                  <a:pt x="221337" y="30570"/>
                </a:lnTo>
                <a:lnTo>
                  <a:pt x="221344" y="31130"/>
                </a:lnTo>
                <a:lnTo>
                  <a:pt x="221365" y="31679"/>
                </a:lnTo>
                <a:lnTo>
                  <a:pt x="221400" y="32215"/>
                </a:lnTo>
                <a:lnTo>
                  <a:pt x="221449" y="32740"/>
                </a:lnTo>
                <a:lnTo>
                  <a:pt x="221512" y="33253"/>
                </a:lnTo>
                <a:lnTo>
                  <a:pt x="221589" y="33755"/>
                </a:lnTo>
                <a:lnTo>
                  <a:pt x="221680" y="34244"/>
                </a:lnTo>
                <a:lnTo>
                  <a:pt x="221786" y="34722"/>
                </a:lnTo>
                <a:lnTo>
                  <a:pt x="221905" y="35188"/>
                </a:lnTo>
                <a:lnTo>
                  <a:pt x="222038" y="35642"/>
                </a:lnTo>
                <a:lnTo>
                  <a:pt x="222185" y="36084"/>
                </a:lnTo>
                <a:lnTo>
                  <a:pt x="222347" y="36515"/>
                </a:lnTo>
                <a:lnTo>
                  <a:pt x="222522" y="36933"/>
                </a:lnTo>
                <a:lnTo>
                  <a:pt x="222711" y="37340"/>
                </a:lnTo>
                <a:lnTo>
                  <a:pt x="222915" y="37735"/>
                </a:lnTo>
                <a:lnTo>
                  <a:pt x="223132" y="38119"/>
                </a:lnTo>
                <a:lnTo>
                  <a:pt x="223364" y="38490"/>
                </a:lnTo>
                <a:lnTo>
                  <a:pt x="223609" y="38850"/>
                </a:lnTo>
                <a:lnTo>
                  <a:pt x="223869" y="39198"/>
                </a:lnTo>
                <a:lnTo>
                  <a:pt x="224142" y="39534"/>
                </a:lnTo>
                <a:lnTo>
                  <a:pt x="224430" y="39858"/>
                </a:lnTo>
                <a:lnTo>
                  <a:pt x="224731" y="40171"/>
                </a:lnTo>
                <a:lnTo>
                  <a:pt x="225047" y="40472"/>
                </a:lnTo>
                <a:lnTo>
                  <a:pt x="225377" y="40761"/>
                </a:lnTo>
                <a:lnTo>
                  <a:pt x="225721" y="41040"/>
                </a:lnTo>
                <a:lnTo>
                  <a:pt x="226082" y="41312"/>
                </a:lnTo>
                <a:lnTo>
                  <a:pt x="226458" y="41576"/>
                </a:lnTo>
                <a:lnTo>
                  <a:pt x="226851" y="41832"/>
                </a:lnTo>
                <a:lnTo>
                  <a:pt x="227259" y="42081"/>
                </a:lnTo>
                <a:lnTo>
                  <a:pt x="227683" y="42322"/>
                </a:lnTo>
                <a:lnTo>
                  <a:pt x="228124" y="42555"/>
                </a:lnTo>
                <a:lnTo>
                  <a:pt x="228580" y="42781"/>
                </a:lnTo>
                <a:lnTo>
                  <a:pt x="229052" y="42999"/>
                </a:lnTo>
                <a:lnTo>
                  <a:pt x="229540" y="43209"/>
                </a:lnTo>
                <a:lnTo>
                  <a:pt x="230044" y="43412"/>
                </a:lnTo>
                <a:lnTo>
                  <a:pt x="230564" y="43607"/>
                </a:lnTo>
                <a:lnTo>
                  <a:pt x="231100" y="43794"/>
                </a:lnTo>
                <a:lnTo>
                  <a:pt x="231651" y="43974"/>
                </a:lnTo>
                <a:lnTo>
                  <a:pt x="232219" y="44146"/>
                </a:lnTo>
                <a:lnTo>
                  <a:pt x="232803" y="44311"/>
                </a:lnTo>
                <a:lnTo>
                  <a:pt x="233402" y="44468"/>
                </a:lnTo>
                <a:lnTo>
                  <a:pt x="234018" y="44617"/>
                </a:lnTo>
                <a:lnTo>
                  <a:pt x="234649" y="44758"/>
                </a:lnTo>
                <a:lnTo>
                  <a:pt x="235297" y="44892"/>
                </a:lnTo>
                <a:lnTo>
                  <a:pt x="235960" y="45018"/>
                </a:lnTo>
                <a:lnTo>
                  <a:pt x="236639" y="45137"/>
                </a:lnTo>
                <a:lnTo>
                  <a:pt x="237334" y="45248"/>
                </a:lnTo>
                <a:lnTo>
                  <a:pt x="238046" y="45351"/>
                </a:lnTo>
                <a:lnTo>
                  <a:pt x="244288" y="46269"/>
                </a:lnTo>
                <a:lnTo>
                  <a:pt x="244613" y="46309"/>
                </a:lnTo>
                <a:lnTo>
                  <a:pt x="244931" y="46353"/>
                </a:lnTo>
                <a:lnTo>
                  <a:pt x="245242" y="46400"/>
                </a:lnTo>
                <a:lnTo>
                  <a:pt x="245546" y="46451"/>
                </a:lnTo>
                <a:lnTo>
                  <a:pt x="245843" y="46506"/>
                </a:lnTo>
                <a:lnTo>
                  <a:pt x="246132" y="46564"/>
                </a:lnTo>
                <a:lnTo>
                  <a:pt x="246414" y="46627"/>
                </a:lnTo>
                <a:lnTo>
                  <a:pt x="246690" y="46692"/>
                </a:lnTo>
                <a:lnTo>
                  <a:pt x="246958" y="46762"/>
                </a:lnTo>
                <a:lnTo>
                  <a:pt x="247218" y="46835"/>
                </a:lnTo>
                <a:lnTo>
                  <a:pt x="247472" y="46912"/>
                </a:lnTo>
                <a:lnTo>
                  <a:pt x="247718" y="46992"/>
                </a:lnTo>
                <a:lnTo>
                  <a:pt x="247958" y="47076"/>
                </a:lnTo>
                <a:lnTo>
                  <a:pt x="248190" y="47164"/>
                </a:lnTo>
                <a:lnTo>
                  <a:pt x="248415" y="47255"/>
                </a:lnTo>
                <a:lnTo>
                  <a:pt x="248633" y="47350"/>
                </a:lnTo>
                <a:lnTo>
                  <a:pt x="248843" y="47449"/>
                </a:lnTo>
                <a:lnTo>
                  <a:pt x="249047" y="47551"/>
                </a:lnTo>
                <a:lnTo>
                  <a:pt x="249243" y="47657"/>
                </a:lnTo>
                <a:lnTo>
                  <a:pt x="249432" y="47767"/>
                </a:lnTo>
                <a:lnTo>
                  <a:pt x="249614" y="47880"/>
                </a:lnTo>
                <a:lnTo>
                  <a:pt x="249788" y="47997"/>
                </a:lnTo>
                <a:lnTo>
                  <a:pt x="249956" y="48118"/>
                </a:lnTo>
                <a:lnTo>
                  <a:pt x="250116" y="48242"/>
                </a:lnTo>
                <a:lnTo>
                  <a:pt x="250270" y="48371"/>
                </a:lnTo>
                <a:lnTo>
                  <a:pt x="250417" y="48503"/>
                </a:lnTo>
                <a:lnTo>
                  <a:pt x="250558" y="48639"/>
                </a:lnTo>
                <a:lnTo>
                  <a:pt x="250692" y="48779"/>
                </a:lnTo>
                <a:lnTo>
                  <a:pt x="250819" y="48923"/>
                </a:lnTo>
                <a:lnTo>
                  <a:pt x="250940" y="49071"/>
                </a:lnTo>
                <a:lnTo>
                  <a:pt x="251054" y="49224"/>
                </a:lnTo>
                <a:lnTo>
                  <a:pt x="251162" y="49380"/>
                </a:lnTo>
                <a:lnTo>
                  <a:pt x="251264" y="49540"/>
                </a:lnTo>
                <a:lnTo>
                  <a:pt x="251358" y="49704"/>
                </a:lnTo>
                <a:lnTo>
                  <a:pt x="251447" y="49872"/>
                </a:lnTo>
                <a:lnTo>
                  <a:pt x="251528" y="50044"/>
                </a:lnTo>
                <a:lnTo>
                  <a:pt x="251604" y="50220"/>
                </a:lnTo>
                <a:lnTo>
                  <a:pt x="251672" y="50400"/>
                </a:lnTo>
                <a:lnTo>
                  <a:pt x="251734" y="50584"/>
                </a:lnTo>
                <a:lnTo>
                  <a:pt x="251790" y="50772"/>
                </a:lnTo>
                <a:lnTo>
                  <a:pt x="251839" y="50964"/>
                </a:lnTo>
                <a:lnTo>
                  <a:pt x="251881" y="51160"/>
                </a:lnTo>
                <a:lnTo>
                  <a:pt x="251917" y="51360"/>
                </a:lnTo>
                <a:lnTo>
                  <a:pt x="251947" y="51564"/>
                </a:lnTo>
                <a:lnTo>
                  <a:pt x="251970" y="51772"/>
                </a:lnTo>
                <a:lnTo>
                  <a:pt x="251986" y="51984"/>
                </a:lnTo>
                <a:lnTo>
                  <a:pt x="251996" y="52200"/>
                </a:lnTo>
                <a:lnTo>
                  <a:pt x="251999" y="52420"/>
                </a:lnTo>
                <a:lnTo>
                  <a:pt x="251995" y="52655"/>
                </a:lnTo>
                <a:lnTo>
                  <a:pt x="251984" y="52886"/>
                </a:lnTo>
                <a:lnTo>
                  <a:pt x="251966" y="53112"/>
                </a:lnTo>
                <a:lnTo>
                  <a:pt x="251940" y="53335"/>
                </a:lnTo>
                <a:lnTo>
                  <a:pt x="251907" y="53553"/>
                </a:lnTo>
                <a:lnTo>
                  <a:pt x="251867" y="53768"/>
                </a:lnTo>
                <a:lnTo>
                  <a:pt x="251819" y="53978"/>
                </a:lnTo>
                <a:lnTo>
                  <a:pt x="251764" y="54184"/>
                </a:lnTo>
                <a:lnTo>
                  <a:pt x="251702" y="54386"/>
                </a:lnTo>
                <a:lnTo>
                  <a:pt x="251633" y="54584"/>
                </a:lnTo>
                <a:lnTo>
                  <a:pt x="251556" y="54777"/>
                </a:lnTo>
                <a:lnTo>
                  <a:pt x="251471" y="54967"/>
                </a:lnTo>
                <a:lnTo>
                  <a:pt x="251380" y="55152"/>
                </a:lnTo>
                <a:lnTo>
                  <a:pt x="251281" y="55333"/>
                </a:lnTo>
                <a:lnTo>
                  <a:pt x="251174" y="55510"/>
                </a:lnTo>
                <a:lnTo>
                  <a:pt x="251061" y="55683"/>
                </a:lnTo>
                <a:lnTo>
                  <a:pt x="250940" y="55852"/>
                </a:lnTo>
                <a:lnTo>
                  <a:pt x="250812" y="56017"/>
                </a:lnTo>
                <a:lnTo>
                  <a:pt x="250676" y="56177"/>
                </a:lnTo>
                <a:lnTo>
                  <a:pt x="250533" y="56334"/>
                </a:lnTo>
                <a:lnTo>
                  <a:pt x="250383" y="56486"/>
                </a:lnTo>
                <a:lnTo>
                  <a:pt x="250225" y="56634"/>
                </a:lnTo>
                <a:lnTo>
                  <a:pt x="250060" y="56778"/>
                </a:lnTo>
                <a:lnTo>
                  <a:pt x="249888" y="56918"/>
                </a:lnTo>
                <a:lnTo>
                  <a:pt x="249708" y="57053"/>
                </a:lnTo>
                <a:lnTo>
                  <a:pt x="249521" y="57182"/>
                </a:lnTo>
                <a:lnTo>
                  <a:pt x="249327" y="57305"/>
                </a:lnTo>
                <a:lnTo>
                  <a:pt x="249126" y="57423"/>
                </a:lnTo>
                <a:lnTo>
                  <a:pt x="248917" y="57535"/>
                </a:lnTo>
                <a:lnTo>
                  <a:pt x="248700" y="57641"/>
                </a:lnTo>
                <a:lnTo>
                  <a:pt x="248477" y="57741"/>
                </a:lnTo>
                <a:lnTo>
                  <a:pt x="248246" y="57836"/>
                </a:lnTo>
                <a:lnTo>
                  <a:pt x="248008" y="57925"/>
                </a:lnTo>
                <a:lnTo>
                  <a:pt x="247762" y="58008"/>
                </a:lnTo>
                <a:lnTo>
                  <a:pt x="247509" y="58086"/>
                </a:lnTo>
                <a:lnTo>
                  <a:pt x="247249" y="58157"/>
                </a:lnTo>
                <a:lnTo>
                  <a:pt x="246981" y="58223"/>
                </a:lnTo>
                <a:lnTo>
                  <a:pt x="246706" y="58284"/>
                </a:lnTo>
                <a:lnTo>
                  <a:pt x="246424" y="58338"/>
                </a:lnTo>
                <a:lnTo>
                  <a:pt x="246134" y="58387"/>
                </a:lnTo>
                <a:lnTo>
                  <a:pt x="245838" y="58430"/>
                </a:lnTo>
                <a:lnTo>
                  <a:pt x="245533" y="58467"/>
                </a:lnTo>
                <a:lnTo>
                  <a:pt x="245222" y="58499"/>
                </a:lnTo>
                <a:lnTo>
                  <a:pt x="244903" y="58525"/>
                </a:lnTo>
                <a:lnTo>
                  <a:pt x="244576" y="58545"/>
                </a:lnTo>
                <a:lnTo>
                  <a:pt x="244243" y="58559"/>
                </a:lnTo>
                <a:lnTo>
                  <a:pt x="243902" y="58568"/>
                </a:lnTo>
                <a:lnTo>
                  <a:pt x="243554" y="58571"/>
                </a:lnTo>
                <a:lnTo>
                  <a:pt x="239515" y="58571"/>
                </a:lnTo>
                <a:lnTo>
                  <a:pt x="239227" y="58568"/>
                </a:lnTo>
                <a:lnTo>
                  <a:pt x="238943" y="58560"/>
                </a:lnTo>
                <a:lnTo>
                  <a:pt x="238663" y="58548"/>
                </a:lnTo>
                <a:lnTo>
                  <a:pt x="238389" y="58530"/>
                </a:lnTo>
                <a:lnTo>
                  <a:pt x="238119" y="58507"/>
                </a:lnTo>
                <a:lnTo>
                  <a:pt x="237854" y="58479"/>
                </a:lnTo>
                <a:lnTo>
                  <a:pt x="237593" y="58446"/>
                </a:lnTo>
                <a:lnTo>
                  <a:pt x="237337" y="58408"/>
                </a:lnTo>
                <a:lnTo>
                  <a:pt x="237085" y="58364"/>
                </a:lnTo>
                <a:lnTo>
                  <a:pt x="236838" y="58316"/>
                </a:lnTo>
                <a:lnTo>
                  <a:pt x="236596" y="58262"/>
                </a:lnTo>
                <a:lnTo>
                  <a:pt x="236359" y="58204"/>
                </a:lnTo>
                <a:lnTo>
                  <a:pt x="236126" y="58140"/>
                </a:lnTo>
                <a:lnTo>
                  <a:pt x="235897" y="58071"/>
                </a:lnTo>
                <a:lnTo>
                  <a:pt x="235674" y="57997"/>
                </a:lnTo>
                <a:lnTo>
                  <a:pt x="235455" y="57918"/>
                </a:lnTo>
                <a:lnTo>
                  <a:pt x="235240" y="57834"/>
                </a:lnTo>
                <a:lnTo>
                  <a:pt x="235030" y="57745"/>
                </a:lnTo>
                <a:lnTo>
                  <a:pt x="234825" y="57651"/>
                </a:lnTo>
                <a:lnTo>
                  <a:pt x="234624" y="57551"/>
                </a:lnTo>
                <a:lnTo>
                  <a:pt x="234428" y="57447"/>
                </a:lnTo>
                <a:lnTo>
                  <a:pt x="234237" y="57337"/>
                </a:lnTo>
                <a:lnTo>
                  <a:pt x="234050" y="57222"/>
                </a:lnTo>
                <a:lnTo>
                  <a:pt x="233868" y="57103"/>
                </a:lnTo>
                <a:lnTo>
                  <a:pt x="233692" y="56979"/>
                </a:lnTo>
                <a:lnTo>
                  <a:pt x="233523" y="56851"/>
                </a:lnTo>
                <a:lnTo>
                  <a:pt x="233360" y="56721"/>
                </a:lnTo>
                <a:lnTo>
                  <a:pt x="233204" y="56587"/>
                </a:lnTo>
                <a:lnTo>
                  <a:pt x="233055" y="56451"/>
                </a:lnTo>
                <a:lnTo>
                  <a:pt x="232913" y="56311"/>
                </a:lnTo>
                <a:lnTo>
                  <a:pt x="232778" y="56167"/>
                </a:lnTo>
                <a:lnTo>
                  <a:pt x="232649" y="56021"/>
                </a:lnTo>
                <a:lnTo>
                  <a:pt x="232528" y="55871"/>
                </a:lnTo>
                <a:lnTo>
                  <a:pt x="232413" y="55719"/>
                </a:lnTo>
                <a:lnTo>
                  <a:pt x="232305" y="55563"/>
                </a:lnTo>
                <a:lnTo>
                  <a:pt x="232205" y="55404"/>
                </a:lnTo>
                <a:lnTo>
                  <a:pt x="232110" y="55242"/>
                </a:lnTo>
                <a:lnTo>
                  <a:pt x="232023" y="55076"/>
                </a:lnTo>
                <a:lnTo>
                  <a:pt x="231943" y="54907"/>
                </a:lnTo>
                <a:lnTo>
                  <a:pt x="231869" y="54736"/>
                </a:lnTo>
                <a:lnTo>
                  <a:pt x="231803" y="54561"/>
                </a:lnTo>
                <a:lnTo>
                  <a:pt x="231743" y="54382"/>
                </a:lnTo>
                <a:lnTo>
                  <a:pt x="231690" y="54201"/>
                </a:lnTo>
                <a:lnTo>
                  <a:pt x="231644" y="54016"/>
                </a:lnTo>
                <a:lnTo>
                  <a:pt x="231604" y="53829"/>
                </a:lnTo>
                <a:lnTo>
                  <a:pt x="231572" y="53638"/>
                </a:lnTo>
                <a:lnTo>
                  <a:pt x="231546" y="53444"/>
                </a:lnTo>
                <a:lnTo>
                  <a:pt x="231528" y="53246"/>
                </a:lnTo>
                <a:lnTo>
                  <a:pt x="220052" y="53246"/>
                </a:lnTo>
                <a:lnTo>
                  <a:pt x="220071" y="53611"/>
                </a:lnTo>
                <a:lnTo>
                  <a:pt x="220098" y="53972"/>
                </a:lnTo>
                <a:lnTo>
                  <a:pt x="220133" y="54330"/>
                </a:lnTo>
                <a:lnTo>
                  <a:pt x="220176" y="54683"/>
                </a:lnTo>
                <a:lnTo>
                  <a:pt x="220226" y="55032"/>
                </a:lnTo>
                <a:lnTo>
                  <a:pt x="220284" y="55377"/>
                </a:lnTo>
                <a:lnTo>
                  <a:pt x="220350" y="55719"/>
                </a:lnTo>
                <a:lnTo>
                  <a:pt x="220424" y="56056"/>
                </a:lnTo>
                <a:lnTo>
                  <a:pt x="220506" y="56389"/>
                </a:lnTo>
                <a:lnTo>
                  <a:pt x="220595" y="56719"/>
                </a:lnTo>
                <a:lnTo>
                  <a:pt x="220693" y="57044"/>
                </a:lnTo>
                <a:lnTo>
                  <a:pt x="220798" y="57365"/>
                </a:lnTo>
                <a:lnTo>
                  <a:pt x="220911" y="57683"/>
                </a:lnTo>
                <a:lnTo>
                  <a:pt x="221031" y="57996"/>
                </a:lnTo>
                <a:lnTo>
                  <a:pt x="221160" y="58306"/>
                </a:lnTo>
                <a:lnTo>
                  <a:pt x="221296" y="58611"/>
                </a:lnTo>
                <a:lnTo>
                  <a:pt x="221440" y="58912"/>
                </a:lnTo>
                <a:lnTo>
                  <a:pt x="221592" y="59210"/>
                </a:lnTo>
                <a:lnTo>
                  <a:pt x="221752" y="59503"/>
                </a:lnTo>
                <a:lnTo>
                  <a:pt x="221919" y="59793"/>
                </a:lnTo>
                <a:lnTo>
                  <a:pt x="222095" y="60079"/>
                </a:lnTo>
                <a:lnTo>
                  <a:pt x="222278" y="60360"/>
                </a:lnTo>
                <a:lnTo>
                  <a:pt x="222469" y="60638"/>
                </a:lnTo>
                <a:lnTo>
                  <a:pt x="222667" y="60911"/>
                </a:lnTo>
                <a:lnTo>
                  <a:pt x="222873" y="61180"/>
                </a:lnTo>
                <a:lnTo>
                  <a:pt x="223086" y="61445"/>
                </a:lnTo>
                <a:lnTo>
                  <a:pt x="223305" y="61704"/>
                </a:lnTo>
                <a:lnTo>
                  <a:pt x="223531" y="61958"/>
                </a:lnTo>
                <a:lnTo>
                  <a:pt x="223763" y="62207"/>
                </a:lnTo>
                <a:lnTo>
                  <a:pt x="224002" y="62452"/>
                </a:lnTo>
                <a:lnTo>
                  <a:pt x="224247" y="62691"/>
                </a:lnTo>
                <a:lnTo>
                  <a:pt x="224499" y="62926"/>
                </a:lnTo>
                <a:lnTo>
                  <a:pt x="224757" y="63155"/>
                </a:lnTo>
                <a:lnTo>
                  <a:pt x="225022" y="63380"/>
                </a:lnTo>
                <a:lnTo>
                  <a:pt x="225293" y="63599"/>
                </a:lnTo>
                <a:lnTo>
                  <a:pt x="225571" y="63814"/>
                </a:lnTo>
                <a:lnTo>
                  <a:pt x="225855" y="64024"/>
                </a:lnTo>
                <a:lnTo>
                  <a:pt x="226146" y="64229"/>
                </a:lnTo>
                <a:lnTo>
                  <a:pt x="226444" y="64429"/>
                </a:lnTo>
                <a:lnTo>
                  <a:pt x="226748" y="64624"/>
                </a:lnTo>
                <a:lnTo>
                  <a:pt x="227058" y="64814"/>
                </a:lnTo>
                <a:lnTo>
                  <a:pt x="227375" y="64999"/>
                </a:lnTo>
                <a:lnTo>
                  <a:pt x="227699" y="65179"/>
                </a:lnTo>
                <a:lnTo>
                  <a:pt x="228029" y="65355"/>
                </a:lnTo>
                <a:lnTo>
                  <a:pt x="228366" y="65525"/>
                </a:lnTo>
                <a:lnTo>
                  <a:pt x="228709" y="65690"/>
                </a:lnTo>
                <a:lnTo>
                  <a:pt x="229059" y="65851"/>
                </a:lnTo>
                <a:lnTo>
                  <a:pt x="229415" y="66006"/>
                </a:lnTo>
                <a:lnTo>
                  <a:pt x="229777" y="66156"/>
                </a:lnTo>
                <a:lnTo>
                  <a:pt x="230145" y="66299"/>
                </a:lnTo>
                <a:lnTo>
                  <a:pt x="230517" y="66437"/>
                </a:lnTo>
                <a:lnTo>
                  <a:pt x="230895" y="66567"/>
                </a:lnTo>
                <a:lnTo>
                  <a:pt x="231277" y="66692"/>
                </a:lnTo>
                <a:lnTo>
                  <a:pt x="231665" y="66810"/>
                </a:lnTo>
                <a:lnTo>
                  <a:pt x="232058" y="66921"/>
                </a:lnTo>
                <a:lnTo>
                  <a:pt x="232456" y="67026"/>
                </a:lnTo>
                <a:lnTo>
                  <a:pt x="232859" y="67125"/>
                </a:lnTo>
                <a:lnTo>
                  <a:pt x="233267" y="67218"/>
                </a:lnTo>
                <a:lnTo>
                  <a:pt x="233680" y="67304"/>
                </a:lnTo>
                <a:lnTo>
                  <a:pt x="234098" y="67384"/>
                </a:lnTo>
                <a:lnTo>
                  <a:pt x="234521" y="67457"/>
                </a:lnTo>
                <a:lnTo>
                  <a:pt x="234950" y="67524"/>
                </a:lnTo>
                <a:lnTo>
                  <a:pt x="235383" y="67584"/>
                </a:lnTo>
                <a:lnTo>
                  <a:pt x="235822" y="67639"/>
                </a:lnTo>
                <a:lnTo>
                  <a:pt x="236266" y="67686"/>
                </a:lnTo>
                <a:lnTo>
                  <a:pt x="236715" y="67728"/>
                </a:lnTo>
                <a:lnTo>
                  <a:pt x="237169" y="67763"/>
                </a:lnTo>
                <a:lnTo>
                  <a:pt x="237628" y="67792"/>
                </a:lnTo>
                <a:lnTo>
                  <a:pt x="238092" y="67814"/>
                </a:lnTo>
                <a:lnTo>
                  <a:pt x="238561" y="67830"/>
                </a:lnTo>
                <a:lnTo>
                  <a:pt x="239036" y="67839"/>
                </a:lnTo>
                <a:lnTo>
                  <a:pt x="239515" y="67843"/>
                </a:lnTo>
                <a:lnTo>
                  <a:pt x="243554" y="67843"/>
                </a:lnTo>
                <a:lnTo>
                  <a:pt x="244356" y="67836"/>
                </a:lnTo>
                <a:lnTo>
                  <a:pt x="245143" y="67814"/>
                </a:lnTo>
                <a:close/>
                <a:moveTo>
                  <a:pt x="22954" y="67900"/>
                </a:moveTo>
                <a:lnTo>
                  <a:pt x="23716" y="67857"/>
                </a:lnTo>
                <a:lnTo>
                  <a:pt x="24464" y="67797"/>
                </a:lnTo>
                <a:lnTo>
                  <a:pt x="25200" y="67721"/>
                </a:lnTo>
                <a:lnTo>
                  <a:pt x="25922" y="67627"/>
                </a:lnTo>
                <a:lnTo>
                  <a:pt x="26631" y="67516"/>
                </a:lnTo>
                <a:lnTo>
                  <a:pt x="27326" y="67388"/>
                </a:lnTo>
                <a:lnTo>
                  <a:pt x="28008" y="67243"/>
                </a:lnTo>
                <a:lnTo>
                  <a:pt x="28676" y="67081"/>
                </a:lnTo>
                <a:lnTo>
                  <a:pt x="29331" y="66902"/>
                </a:lnTo>
                <a:lnTo>
                  <a:pt x="29973" y="66706"/>
                </a:lnTo>
                <a:lnTo>
                  <a:pt x="30601" y="66493"/>
                </a:lnTo>
                <a:lnTo>
                  <a:pt x="31216" y="66262"/>
                </a:lnTo>
                <a:lnTo>
                  <a:pt x="31817" y="66015"/>
                </a:lnTo>
                <a:lnTo>
                  <a:pt x="32406" y="65751"/>
                </a:lnTo>
                <a:lnTo>
                  <a:pt x="32980" y="65470"/>
                </a:lnTo>
                <a:lnTo>
                  <a:pt x="33542" y="65171"/>
                </a:lnTo>
                <a:lnTo>
                  <a:pt x="34090" y="64856"/>
                </a:lnTo>
                <a:lnTo>
                  <a:pt x="34624" y="64523"/>
                </a:lnTo>
                <a:lnTo>
                  <a:pt x="35145" y="64174"/>
                </a:lnTo>
                <a:lnTo>
                  <a:pt x="35653" y="63807"/>
                </a:lnTo>
                <a:lnTo>
                  <a:pt x="36147" y="63423"/>
                </a:lnTo>
                <a:lnTo>
                  <a:pt x="36628" y="63022"/>
                </a:lnTo>
                <a:lnTo>
                  <a:pt x="37093" y="62607"/>
                </a:lnTo>
                <a:lnTo>
                  <a:pt x="37540" y="62179"/>
                </a:lnTo>
                <a:lnTo>
                  <a:pt x="37967" y="61739"/>
                </a:lnTo>
                <a:lnTo>
                  <a:pt x="38375" y="61287"/>
                </a:lnTo>
                <a:lnTo>
                  <a:pt x="38765" y="60823"/>
                </a:lnTo>
                <a:lnTo>
                  <a:pt x="39136" y="60346"/>
                </a:lnTo>
                <a:lnTo>
                  <a:pt x="39488" y="59857"/>
                </a:lnTo>
                <a:lnTo>
                  <a:pt x="39822" y="59356"/>
                </a:lnTo>
                <a:lnTo>
                  <a:pt x="40136" y="58842"/>
                </a:lnTo>
                <a:lnTo>
                  <a:pt x="40432" y="58316"/>
                </a:lnTo>
                <a:lnTo>
                  <a:pt x="40709" y="57778"/>
                </a:lnTo>
                <a:lnTo>
                  <a:pt x="40967" y="57228"/>
                </a:lnTo>
                <a:lnTo>
                  <a:pt x="41206" y="56665"/>
                </a:lnTo>
                <a:lnTo>
                  <a:pt x="41426" y="56090"/>
                </a:lnTo>
                <a:lnTo>
                  <a:pt x="41628" y="55503"/>
                </a:lnTo>
                <a:lnTo>
                  <a:pt x="41811" y="54903"/>
                </a:lnTo>
                <a:lnTo>
                  <a:pt x="41975" y="54292"/>
                </a:lnTo>
                <a:lnTo>
                  <a:pt x="42120" y="53668"/>
                </a:lnTo>
                <a:lnTo>
                  <a:pt x="42246" y="53031"/>
                </a:lnTo>
                <a:lnTo>
                  <a:pt x="42354" y="52383"/>
                </a:lnTo>
                <a:lnTo>
                  <a:pt x="42443" y="51722"/>
                </a:lnTo>
                <a:lnTo>
                  <a:pt x="42512" y="51049"/>
                </a:lnTo>
                <a:lnTo>
                  <a:pt x="42564" y="50363"/>
                </a:lnTo>
                <a:lnTo>
                  <a:pt x="42596" y="49666"/>
                </a:lnTo>
                <a:lnTo>
                  <a:pt x="31120" y="49666"/>
                </a:lnTo>
                <a:lnTo>
                  <a:pt x="31094" y="49992"/>
                </a:lnTo>
                <a:lnTo>
                  <a:pt x="31059" y="50311"/>
                </a:lnTo>
                <a:lnTo>
                  <a:pt x="31017" y="50625"/>
                </a:lnTo>
                <a:lnTo>
                  <a:pt x="30966" y="50932"/>
                </a:lnTo>
                <a:lnTo>
                  <a:pt x="30908" y="51233"/>
                </a:lnTo>
                <a:lnTo>
                  <a:pt x="30842" y="51528"/>
                </a:lnTo>
                <a:lnTo>
                  <a:pt x="30769" y="51816"/>
                </a:lnTo>
                <a:lnTo>
                  <a:pt x="30687" y="52098"/>
                </a:lnTo>
                <a:lnTo>
                  <a:pt x="30598" y="52375"/>
                </a:lnTo>
                <a:lnTo>
                  <a:pt x="30501" y="52644"/>
                </a:lnTo>
                <a:lnTo>
                  <a:pt x="30396" y="52908"/>
                </a:lnTo>
                <a:lnTo>
                  <a:pt x="30283" y="53166"/>
                </a:lnTo>
                <a:lnTo>
                  <a:pt x="30162" y="53417"/>
                </a:lnTo>
                <a:lnTo>
                  <a:pt x="30034" y="53662"/>
                </a:lnTo>
                <a:lnTo>
                  <a:pt x="29898" y="53901"/>
                </a:lnTo>
                <a:lnTo>
                  <a:pt x="29754" y="54133"/>
                </a:lnTo>
                <a:lnTo>
                  <a:pt x="29602" y="54360"/>
                </a:lnTo>
                <a:lnTo>
                  <a:pt x="29442" y="54580"/>
                </a:lnTo>
                <a:lnTo>
                  <a:pt x="29275" y="54794"/>
                </a:lnTo>
                <a:lnTo>
                  <a:pt x="29100" y="55002"/>
                </a:lnTo>
                <a:lnTo>
                  <a:pt x="28916" y="55203"/>
                </a:lnTo>
                <a:lnTo>
                  <a:pt x="28725" y="55398"/>
                </a:lnTo>
                <a:lnTo>
                  <a:pt x="28527" y="55588"/>
                </a:lnTo>
                <a:lnTo>
                  <a:pt x="28320" y="55770"/>
                </a:lnTo>
                <a:lnTo>
                  <a:pt x="28107" y="55946"/>
                </a:lnTo>
                <a:lnTo>
                  <a:pt x="27886" y="56115"/>
                </a:lnTo>
                <a:lnTo>
                  <a:pt x="27660" y="56276"/>
                </a:lnTo>
                <a:lnTo>
                  <a:pt x="27426" y="56430"/>
                </a:lnTo>
                <a:lnTo>
                  <a:pt x="27187" y="56576"/>
                </a:lnTo>
                <a:lnTo>
                  <a:pt x="26940" y="56714"/>
                </a:lnTo>
                <a:lnTo>
                  <a:pt x="26688" y="56845"/>
                </a:lnTo>
                <a:lnTo>
                  <a:pt x="26428" y="56969"/>
                </a:lnTo>
                <a:lnTo>
                  <a:pt x="26162" y="57085"/>
                </a:lnTo>
                <a:lnTo>
                  <a:pt x="25890" y="57194"/>
                </a:lnTo>
                <a:lnTo>
                  <a:pt x="25611" y="57295"/>
                </a:lnTo>
                <a:lnTo>
                  <a:pt x="25325" y="57388"/>
                </a:lnTo>
                <a:lnTo>
                  <a:pt x="25033" y="57475"/>
                </a:lnTo>
                <a:lnTo>
                  <a:pt x="24735" y="57553"/>
                </a:lnTo>
                <a:lnTo>
                  <a:pt x="24429" y="57624"/>
                </a:lnTo>
                <a:lnTo>
                  <a:pt x="24118" y="57688"/>
                </a:lnTo>
                <a:lnTo>
                  <a:pt x="23800" y="57744"/>
                </a:lnTo>
                <a:lnTo>
                  <a:pt x="23475" y="57793"/>
                </a:lnTo>
                <a:lnTo>
                  <a:pt x="23143" y="57834"/>
                </a:lnTo>
                <a:lnTo>
                  <a:pt x="22806" y="57868"/>
                </a:lnTo>
                <a:lnTo>
                  <a:pt x="22461" y="57894"/>
                </a:lnTo>
                <a:lnTo>
                  <a:pt x="22110" y="57913"/>
                </a:lnTo>
                <a:lnTo>
                  <a:pt x="21753" y="57924"/>
                </a:lnTo>
                <a:lnTo>
                  <a:pt x="21389" y="57928"/>
                </a:lnTo>
                <a:lnTo>
                  <a:pt x="21010" y="57923"/>
                </a:lnTo>
                <a:lnTo>
                  <a:pt x="20637" y="57910"/>
                </a:lnTo>
                <a:lnTo>
                  <a:pt x="20272" y="57888"/>
                </a:lnTo>
                <a:lnTo>
                  <a:pt x="19913" y="57856"/>
                </a:lnTo>
                <a:lnTo>
                  <a:pt x="19560" y="57816"/>
                </a:lnTo>
                <a:lnTo>
                  <a:pt x="19215" y="57767"/>
                </a:lnTo>
                <a:lnTo>
                  <a:pt x="18876" y="57709"/>
                </a:lnTo>
                <a:lnTo>
                  <a:pt x="18544" y="57642"/>
                </a:lnTo>
                <a:lnTo>
                  <a:pt x="18218" y="57566"/>
                </a:lnTo>
                <a:lnTo>
                  <a:pt x="17899" y="57481"/>
                </a:lnTo>
                <a:lnTo>
                  <a:pt x="17587" y="57388"/>
                </a:lnTo>
                <a:lnTo>
                  <a:pt x="17281" y="57285"/>
                </a:lnTo>
                <a:lnTo>
                  <a:pt x="16983" y="57173"/>
                </a:lnTo>
                <a:lnTo>
                  <a:pt x="16690" y="57053"/>
                </a:lnTo>
                <a:lnTo>
                  <a:pt x="16405" y="56924"/>
                </a:lnTo>
                <a:lnTo>
                  <a:pt x="16126" y="56785"/>
                </a:lnTo>
                <a:lnTo>
                  <a:pt x="15854" y="56638"/>
                </a:lnTo>
                <a:lnTo>
                  <a:pt x="15589" y="56482"/>
                </a:lnTo>
                <a:lnTo>
                  <a:pt x="15330" y="56317"/>
                </a:lnTo>
                <a:lnTo>
                  <a:pt x="15078" y="56143"/>
                </a:lnTo>
                <a:lnTo>
                  <a:pt x="14833" y="55960"/>
                </a:lnTo>
                <a:lnTo>
                  <a:pt x="14594" y="55768"/>
                </a:lnTo>
                <a:lnTo>
                  <a:pt x="14362" y="55567"/>
                </a:lnTo>
                <a:lnTo>
                  <a:pt x="14137" y="55357"/>
                </a:lnTo>
                <a:lnTo>
                  <a:pt x="13920" y="55139"/>
                </a:lnTo>
                <a:lnTo>
                  <a:pt x="13712" y="54914"/>
                </a:lnTo>
                <a:lnTo>
                  <a:pt x="13513" y="54682"/>
                </a:lnTo>
                <a:lnTo>
                  <a:pt x="13324" y="54442"/>
                </a:lnTo>
                <a:lnTo>
                  <a:pt x="13144" y="54195"/>
                </a:lnTo>
                <a:lnTo>
                  <a:pt x="12973" y="53940"/>
                </a:lnTo>
                <a:lnTo>
                  <a:pt x="12811" y="53678"/>
                </a:lnTo>
                <a:lnTo>
                  <a:pt x="12658" y="53409"/>
                </a:lnTo>
                <a:lnTo>
                  <a:pt x="12515" y="53132"/>
                </a:lnTo>
                <a:lnTo>
                  <a:pt x="12381" y="52849"/>
                </a:lnTo>
                <a:lnTo>
                  <a:pt x="12256" y="52557"/>
                </a:lnTo>
                <a:lnTo>
                  <a:pt x="12141" y="52259"/>
                </a:lnTo>
                <a:lnTo>
                  <a:pt x="12035" y="51953"/>
                </a:lnTo>
                <a:lnTo>
                  <a:pt x="11938" y="51640"/>
                </a:lnTo>
                <a:lnTo>
                  <a:pt x="11850" y="51319"/>
                </a:lnTo>
                <a:lnTo>
                  <a:pt x="11771" y="50992"/>
                </a:lnTo>
                <a:lnTo>
                  <a:pt x="11702" y="50657"/>
                </a:lnTo>
                <a:lnTo>
                  <a:pt x="11642" y="50314"/>
                </a:lnTo>
                <a:lnTo>
                  <a:pt x="11591" y="49964"/>
                </a:lnTo>
                <a:lnTo>
                  <a:pt x="11549" y="49607"/>
                </a:lnTo>
                <a:lnTo>
                  <a:pt x="11517" y="49243"/>
                </a:lnTo>
                <a:lnTo>
                  <a:pt x="11494" y="48871"/>
                </a:lnTo>
                <a:lnTo>
                  <a:pt x="11480" y="48492"/>
                </a:lnTo>
                <a:lnTo>
                  <a:pt x="11475" y="48105"/>
                </a:lnTo>
                <a:lnTo>
                  <a:pt x="11475" y="35344"/>
                </a:lnTo>
                <a:lnTo>
                  <a:pt x="11480" y="34957"/>
                </a:lnTo>
                <a:lnTo>
                  <a:pt x="11494" y="34579"/>
                </a:lnTo>
                <a:lnTo>
                  <a:pt x="11517" y="34207"/>
                </a:lnTo>
                <a:lnTo>
                  <a:pt x="11549" y="33843"/>
                </a:lnTo>
                <a:lnTo>
                  <a:pt x="11591" y="33487"/>
                </a:lnTo>
                <a:lnTo>
                  <a:pt x="11642" y="33138"/>
                </a:lnTo>
                <a:lnTo>
                  <a:pt x="11702" y="32796"/>
                </a:lnTo>
                <a:lnTo>
                  <a:pt x="11771" y="32463"/>
                </a:lnTo>
                <a:lnTo>
                  <a:pt x="11850" y="32136"/>
                </a:lnTo>
                <a:lnTo>
                  <a:pt x="11938" y="31817"/>
                </a:lnTo>
                <a:lnTo>
                  <a:pt x="12035" y="31506"/>
                </a:lnTo>
                <a:lnTo>
                  <a:pt x="12141" y="31202"/>
                </a:lnTo>
                <a:lnTo>
                  <a:pt x="12256" y="30905"/>
                </a:lnTo>
                <a:lnTo>
                  <a:pt x="12381" y="30616"/>
                </a:lnTo>
                <a:lnTo>
                  <a:pt x="12515" y="30335"/>
                </a:lnTo>
                <a:lnTo>
                  <a:pt x="12658" y="30061"/>
                </a:lnTo>
                <a:lnTo>
                  <a:pt x="12811" y="29794"/>
                </a:lnTo>
                <a:lnTo>
                  <a:pt x="12973" y="29535"/>
                </a:lnTo>
                <a:lnTo>
                  <a:pt x="13144" y="29283"/>
                </a:lnTo>
                <a:lnTo>
                  <a:pt x="13324" y="29039"/>
                </a:lnTo>
                <a:lnTo>
                  <a:pt x="13513" y="28803"/>
                </a:lnTo>
                <a:lnTo>
                  <a:pt x="13712" y="28574"/>
                </a:lnTo>
                <a:lnTo>
                  <a:pt x="13920" y="28352"/>
                </a:lnTo>
                <a:lnTo>
                  <a:pt x="14137" y="28138"/>
                </a:lnTo>
                <a:lnTo>
                  <a:pt x="14362" y="27932"/>
                </a:lnTo>
                <a:lnTo>
                  <a:pt x="14594" y="27735"/>
                </a:lnTo>
                <a:lnTo>
                  <a:pt x="14833" y="27546"/>
                </a:lnTo>
                <a:lnTo>
                  <a:pt x="15078" y="27366"/>
                </a:lnTo>
                <a:lnTo>
                  <a:pt x="15330" y="27195"/>
                </a:lnTo>
                <a:lnTo>
                  <a:pt x="15589" y="27033"/>
                </a:lnTo>
                <a:lnTo>
                  <a:pt x="15854" y="26880"/>
                </a:lnTo>
                <a:lnTo>
                  <a:pt x="16126" y="26735"/>
                </a:lnTo>
                <a:lnTo>
                  <a:pt x="16405" y="26599"/>
                </a:lnTo>
                <a:lnTo>
                  <a:pt x="16690" y="26472"/>
                </a:lnTo>
                <a:lnTo>
                  <a:pt x="16983" y="26353"/>
                </a:lnTo>
                <a:lnTo>
                  <a:pt x="17281" y="26244"/>
                </a:lnTo>
                <a:lnTo>
                  <a:pt x="17587" y="26143"/>
                </a:lnTo>
                <a:lnTo>
                  <a:pt x="17899" y="26051"/>
                </a:lnTo>
                <a:lnTo>
                  <a:pt x="18218" y="25968"/>
                </a:lnTo>
                <a:lnTo>
                  <a:pt x="18544" y="25893"/>
                </a:lnTo>
                <a:lnTo>
                  <a:pt x="18876" y="25827"/>
                </a:lnTo>
                <a:lnTo>
                  <a:pt x="19215" y="25770"/>
                </a:lnTo>
                <a:lnTo>
                  <a:pt x="19560" y="25722"/>
                </a:lnTo>
                <a:lnTo>
                  <a:pt x="19913" y="25683"/>
                </a:lnTo>
                <a:lnTo>
                  <a:pt x="20272" y="25652"/>
                </a:lnTo>
                <a:lnTo>
                  <a:pt x="20637" y="25630"/>
                </a:lnTo>
                <a:lnTo>
                  <a:pt x="21010" y="25617"/>
                </a:lnTo>
                <a:lnTo>
                  <a:pt x="21389" y="25612"/>
                </a:lnTo>
                <a:lnTo>
                  <a:pt x="21753" y="25616"/>
                </a:lnTo>
                <a:lnTo>
                  <a:pt x="22110" y="25627"/>
                </a:lnTo>
                <a:lnTo>
                  <a:pt x="22461" y="25646"/>
                </a:lnTo>
                <a:lnTo>
                  <a:pt x="22806" y="25672"/>
                </a:lnTo>
                <a:lnTo>
                  <a:pt x="23143" y="25706"/>
                </a:lnTo>
                <a:lnTo>
                  <a:pt x="23475" y="25747"/>
                </a:lnTo>
                <a:lnTo>
                  <a:pt x="23800" y="25796"/>
                </a:lnTo>
                <a:lnTo>
                  <a:pt x="24118" y="25852"/>
                </a:lnTo>
                <a:lnTo>
                  <a:pt x="24429" y="25916"/>
                </a:lnTo>
                <a:lnTo>
                  <a:pt x="24735" y="25987"/>
                </a:lnTo>
                <a:lnTo>
                  <a:pt x="25033" y="26066"/>
                </a:lnTo>
                <a:lnTo>
                  <a:pt x="25325" y="26152"/>
                </a:lnTo>
                <a:lnTo>
                  <a:pt x="25611" y="26245"/>
                </a:lnTo>
                <a:lnTo>
                  <a:pt x="25890" y="26346"/>
                </a:lnTo>
                <a:lnTo>
                  <a:pt x="26162" y="26455"/>
                </a:lnTo>
                <a:lnTo>
                  <a:pt x="26428" y="26571"/>
                </a:lnTo>
                <a:lnTo>
                  <a:pt x="26688" y="26695"/>
                </a:lnTo>
                <a:lnTo>
                  <a:pt x="26940" y="26826"/>
                </a:lnTo>
                <a:lnTo>
                  <a:pt x="27187" y="26964"/>
                </a:lnTo>
                <a:lnTo>
                  <a:pt x="27426" y="27110"/>
                </a:lnTo>
                <a:lnTo>
                  <a:pt x="27660" y="27264"/>
                </a:lnTo>
                <a:lnTo>
                  <a:pt x="27886" y="27425"/>
                </a:lnTo>
                <a:lnTo>
                  <a:pt x="28107" y="27594"/>
                </a:lnTo>
                <a:lnTo>
                  <a:pt x="28320" y="27770"/>
                </a:lnTo>
                <a:lnTo>
                  <a:pt x="28527" y="27953"/>
                </a:lnTo>
                <a:lnTo>
                  <a:pt x="28725" y="28142"/>
                </a:lnTo>
                <a:lnTo>
                  <a:pt x="28916" y="28337"/>
                </a:lnTo>
                <a:lnTo>
                  <a:pt x="29100" y="28539"/>
                </a:lnTo>
                <a:lnTo>
                  <a:pt x="29275" y="28746"/>
                </a:lnTo>
                <a:lnTo>
                  <a:pt x="29442" y="28960"/>
                </a:lnTo>
                <a:lnTo>
                  <a:pt x="29602" y="29180"/>
                </a:lnTo>
                <a:lnTo>
                  <a:pt x="29754" y="29407"/>
                </a:lnTo>
                <a:lnTo>
                  <a:pt x="29898" y="29640"/>
                </a:lnTo>
                <a:lnTo>
                  <a:pt x="30034" y="29878"/>
                </a:lnTo>
                <a:lnTo>
                  <a:pt x="30162" y="30123"/>
                </a:lnTo>
                <a:lnTo>
                  <a:pt x="30283" y="30375"/>
                </a:lnTo>
                <a:lnTo>
                  <a:pt x="30396" y="30632"/>
                </a:lnTo>
                <a:lnTo>
                  <a:pt x="30501" y="30896"/>
                </a:lnTo>
                <a:lnTo>
                  <a:pt x="30598" y="31166"/>
                </a:lnTo>
                <a:lnTo>
                  <a:pt x="30687" y="31442"/>
                </a:lnTo>
                <a:lnTo>
                  <a:pt x="30769" y="31725"/>
                </a:lnTo>
                <a:lnTo>
                  <a:pt x="30842" y="32013"/>
                </a:lnTo>
                <a:lnTo>
                  <a:pt x="30908" y="32308"/>
                </a:lnTo>
                <a:lnTo>
                  <a:pt x="30966" y="32609"/>
                </a:lnTo>
                <a:lnTo>
                  <a:pt x="31017" y="32917"/>
                </a:lnTo>
                <a:lnTo>
                  <a:pt x="31059" y="33230"/>
                </a:lnTo>
                <a:lnTo>
                  <a:pt x="31094" y="33550"/>
                </a:lnTo>
                <a:lnTo>
                  <a:pt x="31120" y="33876"/>
                </a:lnTo>
                <a:lnTo>
                  <a:pt x="42596" y="33876"/>
                </a:lnTo>
                <a:lnTo>
                  <a:pt x="42564" y="33178"/>
                </a:lnTo>
                <a:lnTo>
                  <a:pt x="42512" y="32493"/>
                </a:lnTo>
                <a:lnTo>
                  <a:pt x="42443" y="31819"/>
                </a:lnTo>
                <a:lnTo>
                  <a:pt x="42354" y="31158"/>
                </a:lnTo>
                <a:lnTo>
                  <a:pt x="42246" y="30510"/>
                </a:lnTo>
                <a:lnTo>
                  <a:pt x="42120" y="29873"/>
                </a:lnTo>
                <a:lnTo>
                  <a:pt x="41975" y="29249"/>
                </a:lnTo>
                <a:lnTo>
                  <a:pt x="41811" y="28637"/>
                </a:lnTo>
                <a:lnTo>
                  <a:pt x="41628" y="28038"/>
                </a:lnTo>
                <a:lnTo>
                  <a:pt x="41426" y="27451"/>
                </a:lnTo>
                <a:lnTo>
                  <a:pt x="41206" y="26876"/>
                </a:lnTo>
                <a:lnTo>
                  <a:pt x="40967" y="26313"/>
                </a:lnTo>
                <a:lnTo>
                  <a:pt x="40709" y="25762"/>
                </a:lnTo>
                <a:lnTo>
                  <a:pt x="40432" y="25224"/>
                </a:lnTo>
                <a:lnTo>
                  <a:pt x="40136" y="24698"/>
                </a:lnTo>
                <a:lnTo>
                  <a:pt x="39822" y="24185"/>
                </a:lnTo>
                <a:lnTo>
                  <a:pt x="39488" y="23683"/>
                </a:lnTo>
                <a:lnTo>
                  <a:pt x="39136" y="23194"/>
                </a:lnTo>
                <a:lnTo>
                  <a:pt x="38765" y="22717"/>
                </a:lnTo>
                <a:lnTo>
                  <a:pt x="38375" y="22253"/>
                </a:lnTo>
                <a:lnTo>
                  <a:pt x="37967" y="21801"/>
                </a:lnTo>
                <a:lnTo>
                  <a:pt x="37540" y="21361"/>
                </a:lnTo>
                <a:lnTo>
                  <a:pt x="37093" y="20933"/>
                </a:lnTo>
                <a:lnTo>
                  <a:pt x="36628" y="20518"/>
                </a:lnTo>
                <a:lnTo>
                  <a:pt x="36147" y="20117"/>
                </a:lnTo>
                <a:lnTo>
                  <a:pt x="35653" y="19733"/>
                </a:lnTo>
                <a:lnTo>
                  <a:pt x="35145" y="19367"/>
                </a:lnTo>
                <a:lnTo>
                  <a:pt x="34624" y="19017"/>
                </a:lnTo>
                <a:lnTo>
                  <a:pt x="34090" y="18684"/>
                </a:lnTo>
                <a:lnTo>
                  <a:pt x="33542" y="18369"/>
                </a:lnTo>
                <a:lnTo>
                  <a:pt x="32980" y="18071"/>
                </a:lnTo>
                <a:lnTo>
                  <a:pt x="32406" y="17789"/>
                </a:lnTo>
                <a:lnTo>
                  <a:pt x="31817" y="17525"/>
                </a:lnTo>
                <a:lnTo>
                  <a:pt x="31216" y="17278"/>
                </a:lnTo>
                <a:lnTo>
                  <a:pt x="30601" y="17047"/>
                </a:lnTo>
                <a:lnTo>
                  <a:pt x="29973" y="16834"/>
                </a:lnTo>
                <a:lnTo>
                  <a:pt x="29331" y="16638"/>
                </a:lnTo>
                <a:lnTo>
                  <a:pt x="28676" y="16459"/>
                </a:lnTo>
                <a:lnTo>
                  <a:pt x="28008" y="16297"/>
                </a:lnTo>
                <a:lnTo>
                  <a:pt x="27326" y="16152"/>
                </a:lnTo>
                <a:lnTo>
                  <a:pt x="26631" y="16024"/>
                </a:lnTo>
                <a:lnTo>
                  <a:pt x="25922" y="15913"/>
                </a:lnTo>
                <a:lnTo>
                  <a:pt x="25200" y="15820"/>
                </a:lnTo>
                <a:lnTo>
                  <a:pt x="24464" y="15743"/>
                </a:lnTo>
                <a:lnTo>
                  <a:pt x="23716" y="15683"/>
                </a:lnTo>
                <a:lnTo>
                  <a:pt x="22954" y="15641"/>
                </a:lnTo>
                <a:lnTo>
                  <a:pt x="22178" y="15615"/>
                </a:lnTo>
                <a:lnTo>
                  <a:pt x="21389" y="15606"/>
                </a:lnTo>
                <a:lnTo>
                  <a:pt x="20856" y="15611"/>
                </a:lnTo>
                <a:lnTo>
                  <a:pt x="20329" y="15623"/>
                </a:lnTo>
                <a:lnTo>
                  <a:pt x="19808" y="15644"/>
                </a:lnTo>
                <a:lnTo>
                  <a:pt x="19292" y="15674"/>
                </a:lnTo>
                <a:lnTo>
                  <a:pt x="18781" y="15712"/>
                </a:lnTo>
                <a:lnTo>
                  <a:pt x="18277" y="15758"/>
                </a:lnTo>
                <a:lnTo>
                  <a:pt x="17777" y="15813"/>
                </a:lnTo>
                <a:lnTo>
                  <a:pt x="17284" y="15877"/>
                </a:lnTo>
                <a:lnTo>
                  <a:pt x="16796" y="15949"/>
                </a:lnTo>
                <a:lnTo>
                  <a:pt x="16313" y="16029"/>
                </a:lnTo>
                <a:lnTo>
                  <a:pt x="15836" y="16118"/>
                </a:lnTo>
                <a:lnTo>
                  <a:pt x="15365" y="16215"/>
                </a:lnTo>
                <a:lnTo>
                  <a:pt x="14899" y="16320"/>
                </a:lnTo>
                <a:lnTo>
                  <a:pt x="14439" y="16434"/>
                </a:lnTo>
                <a:lnTo>
                  <a:pt x="13984" y="16557"/>
                </a:lnTo>
                <a:lnTo>
                  <a:pt x="13535" y="16688"/>
                </a:lnTo>
                <a:lnTo>
                  <a:pt x="13092" y="16827"/>
                </a:lnTo>
                <a:lnTo>
                  <a:pt x="12654" y="16975"/>
                </a:lnTo>
                <a:lnTo>
                  <a:pt x="12221" y="17131"/>
                </a:lnTo>
                <a:lnTo>
                  <a:pt x="11795" y="17296"/>
                </a:lnTo>
                <a:lnTo>
                  <a:pt x="11373" y="17469"/>
                </a:lnTo>
                <a:lnTo>
                  <a:pt x="10958" y="17651"/>
                </a:lnTo>
                <a:lnTo>
                  <a:pt x="10548" y="17841"/>
                </a:lnTo>
                <a:lnTo>
                  <a:pt x="10143" y="18040"/>
                </a:lnTo>
                <a:lnTo>
                  <a:pt x="9745" y="18246"/>
                </a:lnTo>
                <a:lnTo>
                  <a:pt x="9355" y="18459"/>
                </a:lnTo>
                <a:lnTo>
                  <a:pt x="8972" y="18678"/>
                </a:lnTo>
                <a:lnTo>
                  <a:pt x="8597" y="18905"/>
                </a:lnTo>
                <a:lnTo>
                  <a:pt x="8229" y="19139"/>
                </a:lnTo>
                <a:lnTo>
                  <a:pt x="7869" y="19379"/>
                </a:lnTo>
                <a:lnTo>
                  <a:pt x="7516" y="19626"/>
                </a:lnTo>
                <a:lnTo>
                  <a:pt x="7170" y="19880"/>
                </a:lnTo>
                <a:lnTo>
                  <a:pt x="6832" y="20141"/>
                </a:lnTo>
                <a:lnTo>
                  <a:pt x="6502" y="20409"/>
                </a:lnTo>
                <a:lnTo>
                  <a:pt x="6179" y="20684"/>
                </a:lnTo>
                <a:lnTo>
                  <a:pt x="5863" y="20965"/>
                </a:lnTo>
                <a:lnTo>
                  <a:pt x="5555" y="21254"/>
                </a:lnTo>
                <a:lnTo>
                  <a:pt x="5255" y="21549"/>
                </a:lnTo>
                <a:lnTo>
                  <a:pt x="4962" y="21851"/>
                </a:lnTo>
                <a:lnTo>
                  <a:pt x="4676" y="22160"/>
                </a:lnTo>
                <a:lnTo>
                  <a:pt x="4398" y="22476"/>
                </a:lnTo>
                <a:lnTo>
                  <a:pt x="4128" y="22798"/>
                </a:lnTo>
                <a:lnTo>
                  <a:pt x="3865" y="23128"/>
                </a:lnTo>
                <a:lnTo>
                  <a:pt x="3609" y="23464"/>
                </a:lnTo>
                <a:lnTo>
                  <a:pt x="3361" y="23808"/>
                </a:lnTo>
                <a:lnTo>
                  <a:pt x="3120" y="24158"/>
                </a:lnTo>
                <a:lnTo>
                  <a:pt x="2887" y="24515"/>
                </a:lnTo>
                <a:lnTo>
                  <a:pt x="2662" y="24878"/>
                </a:lnTo>
                <a:lnTo>
                  <a:pt x="2444" y="25249"/>
                </a:lnTo>
                <a:lnTo>
                  <a:pt x="2236" y="25625"/>
                </a:lnTo>
                <a:lnTo>
                  <a:pt x="2038" y="26007"/>
                </a:lnTo>
                <a:lnTo>
                  <a:pt x="1848" y="26396"/>
                </a:lnTo>
                <a:lnTo>
                  <a:pt x="1668" y="26790"/>
                </a:lnTo>
                <a:lnTo>
                  <a:pt x="1497" y="27191"/>
                </a:lnTo>
                <a:lnTo>
                  <a:pt x="1335" y="27597"/>
                </a:lnTo>
                <a:lnTo>
                  <a:pt x="1183" y="28010"/>
                </a:lnTo>
                <a:lnTo>
                  <a:pt x="1040" y="28429"/>
                </a:lnTo>
                <a:lnTo>
                  <a:pt x="906" y="28854"/>
                </a:lnTo>
                <a:lnTo>
                  <a:pt x="781" y="29284"/>
                </a:lnTo>
                <a:lnTo>
                  <a:pt x="665" y="29721"/>
                </a:lnTo>
                <a:lnTo>
                  <a:pt x="559" y="30164"/>
                </a:lnTo>
                <a:lnTo>
                  <a:pt x="462" y="30613"/>
                </a:lnTo>
                <a:lnTo>
                  <a:pt x="374" y="31068"/>
                </a:lnTo>
                <a:lnTo>
                  <a:pt x="296" y="31529"/>
                </a:lnTo>
                <a:lnTo>
                  <a:pt x="226" y="31997"/>
                </a:lnTo>
                <a:lnTo>
                  <a:pt x="166" y="32470"/>
                </a:lnTo>
                <a:lnTo>
                  <a:pt x="116" y="32949"/>
                </a:lnTo>
                <a:lnTo>
                  <a:pt x="74" y="33434"/>
                </a:lnTo>
                <a:lnTo>
                  <a:pt x="42" y="33926"/>
                </a:lnTo>
                <a:lnTo>
                  <a:pt x="18" y="34423"/>
                </a:lnTo>
                <a:lnTo>
                  <a:pt x="5" y="34927"/>
                </a:lnTo>
                <a:lnTo>
                  <a:pt x="0" y="35436"/>
                </a:lnTo>
                <a:lnTo>
                  <a:pt x="0" y="48105"/>
                </a:lnTo>
                <a:lnTo>
                  <a:pt x="5" y="48607"/>
                </a:lnTo>
                <a:lnTo>
                  <a:pt x="18" y="49104"/>
                </a:lnTo>
                <a:lnTo>
                  <a:pt x="42" y="49595"/>
                </a:lnTo>
                <a:lnTo>
                  <a:pt x="74" y="50080"/>
                </a:lnTo>
                <a:lnTo>
                  <a:pt x="116" y="50560"/>
                </a:lnTo>
                <a:lnTo>
                  <a:pt x="166" y="51034"/>
                </a:lnTo>
                <a:lnTo>
                  <a:pt x="226" y="51503"/>
                </a:lnTo>
                <a:lnTo>
                  <a:pt x="296" y="51966"/>
                </a:lnTo>
                <a:lnTo>
                  <a:pt x="374" y="52423"/>
                </a:lnTo>
                <a:lnTo>
                  <a:pt x="462" y="52875"/>
                </a:lnTo>
                <a:lnTo>
                  <a:pt x="559" y="53322"/>
                </a:lnTo>
                <a:lnTo>
                  <a:pt x="665" y="53762"/>
                </a:lnTo>
                <a:lnTo>
                  <a:pt x="781" y="54198"/>
                </a:lnTo>
                <a:lnTo>
                  <a:pt x="906" y="54627"/>
                </a:lnTo>
                <a:lnTo>
                  <a:pt x="1040" y="55051"/>
                </a:lnTo>
                <a:lnTo>
                  <a:pt x="1183" y="55470"/>
                </a:lnTo>
                <a:lnTo>
                  <a:pt x="1335" y="55883"/>
                </a:lnTo>
                <a:lnTo>
                  <a:pt x="1497" y="56290"/>
                </a:lnTo>
                <a:lnTo>
                  <a:pt x="1668" y="56692"/>
                </a:lnTo>
                <a:lnTo>
                  <a:pt x="1848" y="57088"/>
                </a:lnTo>
                <a:lnTo>
                  <a:pt x="2038" y="57479"/>
                </a:lnTo>
                <a:lnTo>
                  <a:pt x="2236" y="57864"/>
                </a:lnTo>
                <a:lnTo>
                  <a:pt x="2444" y="58243"/>
                </a:lnTo>
                <a:lnTo>
                  <a:pt x="2662" y="58617"/>
                </a:lnTo>
                <a:lnTo>
                  <a:pt x="2887" y="58984"/>
                </a:lnTo>
                <a:lnTo>
                  <a:pt x="3120" y="59345"/>
                </a:lnTo>
                <a:lnTo>
                  <a:pt x="3361" y="59698"/>
                </a:lnTo>
                <a:lnTo>
                  <a:pt x="3609" y="60045"/>
                </a:lnTo>
                <a:lnTo>
                  <a:pt x="3865" y="60384"/>
                </a:lnTo>
                <a:lnTo>
                  <a:pt x="4128" y="60717"/>
                </a:lnTo>
                <a:lnTo>
                  <a:pt x="4398" y="61042"/>
                </a:lnTo>
                <a:lnTo>
                  <a:pt x="4676" y="61360"/>
                </a:lnTo>
                <a:lnTo>
                  <a:pt x="4962" y="61672"/>
                </a:lnTo>
                <a:lnTo>
                  <a:pt x="5255" y="61976"/>
                </a:lnTo>
                <a:lnTo>
                  <a:pt x="5555" y="62274"/>
                </a:lnTo>
                <a:lnTo>
                  <a:pt x="5863" y="62564"/>
                </a:lnTo>
                <a:lnTo>
                  <a:pt x="6179" y="62847"/>
                </a:lnTo>
                <a:lnTo>
                  <a:pt x="6502" y="63124"/>
                </a:lnTo>
                <a:lnTo>
                  <a:pt x="6832" y="63393"/>
                </a:lnTo>
                <a:lnTo>
                  <a:pt x="7170" y="63655"/>
                </a:lnTo>
                <a:lnTo>
                  <a:pt x="7516" y="63911"/>
                </a:lnTo>
                <a:lnTo>
                  <a:pt x="7869" y="64159"/>
                </a:lnTo>
                <a:lnTo>
                  <a:pt x="8229" y="64400"/>
                </a:lnTo>
                <a:lnTo>
                  <a:pt x="8597" y="64635"/>
                </a:lnTo>
                <a:lnTo>
                  <a:pt x="8972" y="64862"/>
                </a:lnTo>
                <a:lnTo>
                  <a:pt x="9355" y="65082"/>
                </a:lnTo>
                <a:lnTo>
                  <a:pt x="9745" y="65296"/>
                </a:lnTo>
                <a:lnTo>
                  <a:pt x="10143" y="65502"/>
                </a:lnTo>
                <a:lnTo>
                  <a:pt x="10548" y="65700"/>
                </a:lnTo>
                <a:lnTo>
                  <a:pt x="10958" y="65890"/>
                </a:lnTo>
                <a:lnTo>
                  <a:pt x="11373" y="66072"/>
                </a:lnTo>
                <a:lnTo>
                  <a:pt x="11795" y="66245"/>
                </a:lnTo>
                <a:lnTo>
                  <a:pt x="12221" y="66410"/>
                </a:lnTo>
                <a:lnTo>
                  <a:pt x="12654" y="66566"/>
                </a:lnTo>
                <a:lnTo>
                  <a:pt x="13092" y="66714"/>
                </a:lnTo>
                <a:lnTo>
                  <a:pt x="13535" y="66853"/>
                </a:lnTo>
                <a:lnTo>
                  <a:pt x="13984" y="66984"/>
                </a:lnTo>
                <a:lnTo>
                  <a:pt x="14439" y="67106"/>
                </a:lnTo>
                <a:lnTo>
                  <a:pt x="14899" y="67220"/>
                </a:lnTo>
                <a:lnTo>
                  <a:pt x="15365" y="67326"/>
                </a:lnTo>
                <a:lnTo>
                  <a:pt x="15836" y="67423"/>
                </a:lnTo>
                <a:lnTo>
                  <a:pt x="16313" y="67511"/>
                </a:lnTo>
                <a:lnTo>
                  <a:pt x="16796" y="67592"/>
                </a:lnTo>
                <a:lnTo>
                  <a:pt x="17284" y="67663"/>
                </a:lnTo>
                <a:lnTo>
                  <a:pt x="17777" y="67727"/>
                </a:lnTo>
                <a:lnTo>
                  <a:pt x="18277" y="67782"/>
                </a:lnTo>
                <a:lnTo>
                  <a:pt x="18781" y="67828"/>
                </a:lnTo>
                <a:lnTo>
                  <a:pt x="19292" y="67866"/>
                </a:lnTo>
                <a:lnTo>
                  <a:pt x="19808" y="67896"/>
                </a:lnTo>
                <a:lnTo>
                  <a:pt x="20329" y="67917"/>
                </a:lnTo>
                <a:lnTo>
                  <a:pt x="20856" y="67929"/>
                </a:lnTo>
                <a:lnTo>
                  <a:pt x="21389" y="67934"/>
                </a:lnTo>
                <a:lnTo>
                  <a:pt x="22178" y="67925"/>
                </a:lnTo>
                <a:lnTo>
                  <a:pt x="22954" y="67900"/>
                </a:lnTo>
                <a:close/>
                <a:moveTo>
                  <a:pt x="151934" y="67016"/>
                </a:moveTo>
                <a:lnTo>
                  <a:pt x="151934" y="32773"/>
                </a:lnTo>
                <a:lnTo>
                  <a:pt x="151924" y="32121"/>
                </a:lnTo>
                <a:lnTo>
                  <a:pt x="151896" y="31480"/>
                </a:lnTo>
                <a:lnTo>
                  <a:pt x="151850" y="30851"/>
                </a:lnTo>
                <a:lnTo>
                  <a:pt x="151785" y="30232"/>
                </a:lnTo>
                <a:lnTo>
                  <a:pt x="151701" y="29625"/>
                </a:lnTo>
                <a:lnTo>
                  <a:pt x="151598" y="29030"/>
                </a:lnTo>
                <a:lnTo>
                  <a:pt x="151477" y="28445"/>
                </a:lnTo>
                <a:lnTo>
                  <a:pt x="151337" y="27872"/>
                </a:lnTo>
                <a:lnTo>
                  <a:pt x="151178" y="27311"/>
                </a:lnTo>
                <a:lnTo>
                  <a:pt x="151001" y="26760"/>
                </a:lnTo>
                <a:lnTo>
                  <a:pt x="150805" y="26221"/>
                </a:lnTo>
                <a:lnTo>
                  <a:pt x="150591" y="25693"/>
                </a:lnTo>
                <a:lnTo>
                  <a:pt x="150358" y="25177"/>
                </a:lnTo>
                <a:lnTo>
                  <a:pt x="150106" y="24672"/>
                </a:lnTo>
                <a:lnTo>
                  <a:pt x="149836" y="24178"/>
                </a:lnTo>
                <a:lnTo>
                  <a:pt x="149547" y="23695"/>
                </a:lnTo>
                <a:lnTo>
                  <a:pt x="149239" y="23224"/>
                </a:lnTo>
                <a:lnTo>
                  <a:pt x="148913" y="22764"/>
                </a:lnTo>
                <a:lnTo>
                  <a:pt x="148568" y="22316"/>
                </a:lnTo>
                <a:lnTo>
                  <a:pt x="148204" y="21879"/>
                </a:lnTo>
                <a:lnTo>
                  <a:pt x="147822" y="21453"/>
                </a:lnTo>
                <a:lnTo>
                  <a:pt x="147421" y="21038"/>
                </a:lnTo>
                <a:lnTo>
                  <a:pt x="147001" y="20635"/>
                </a:lnTo>
                <a:lnTo>
                  <a:pt x="146563" y="20243"/>
                </a:lnTo>
                <a:lnTo>
                  <a:pt x="146109" y="19865"/>
                </a:lnTo>
                <a:lnTo>
                  <a:pt x="145641" y="19503"/>
                </a:lnTo>
                <a:lnTo>
                  <a:pt x="145160" y="19156"/>
                </a:lnTo>
                <a:lnTo>
                  <a:pt x="144665" y="18826"/>
                </a:lnTo>
                <a:lnTo>
                  <a:pt x="144156" y="18512"/>
                </a:lnTo>
                <a:lnTo>
                  <a:pt x="143634" y="18215"/>
                </a:lnTo>
                <a:lnTo>
                  <a:pt x="143099" y="17933"/>
                </a:lnTo>
                <a:lnTo>
                  <a:pt x="142550" y="17667"/>
                </a:lnTo>
                <a:lnTo>
                  <a:pt x="141987" y="17418"/>
                </a:lnTo>
                <a:lnTo>
                  <a:pt x="141411" y="17184"/>
                </a:lnTo>
                <a:lnTo>
                  <a:pt x="140821" y="16967"/>
                </a:lnTo>
                <a:lnTo>
                  <a:pt x="140218" y="16766"/>
                </a:lnTo>
                <a:lnTo>
                  <a:pt x="139601" y="16580"/>
                </a:lnTo>
                <a:lnTo>
                  <a:pt x="138971" y="16411"/>
                </a:lnTo>
                <a:lnTo>
                  <a:pt x="138327" y="16258"/>
                </a:lnTo>
                <a:lnTo>
                  <a:pt x="137669" y="16122"/>
                </a:lnTo>
                <a:lnTo>
                  <a:pt x="136998" y="16001"/>
                </a:lnTo>
                <a:lnTo>
                  <a:pt x="136314" y="15896"/>
                </a:lnTo>
                <a:lnTo>
                  <a:pt x="135616" y="15808"/>
                </a:lnTo>
                <a:lnTo>
                  <a:pt x="134904" y="15735"/>
                </a:lnTo>
                <a:lnTo>
                  <a:pt x="134179" y="15679"/>
                </a:lnTo>
                <a:lnTo>
                  <a:pt x="133440" y="15639"/>
                </a:lnTo>
                <a:lnTo>
                  <a:pt x="132688" y="15614"/>
                </a:lnTo>
                <a:lnTo>
                  <a:pt x="131922" y="15606"/>
                </a:lnTo>
                <a:lnTo>
                  <a:pt x="131200" y="15614"/>
                </a:lnTo>
                <a:lnTo>
                  <a:pt x="130490" y="15636"/>
                </a:lnTo>
                <a:lnTo>
                  <a:pt x="129790" y="15672"/>
                </a:lnTo>
                <a:lnTo>
                  <a:pt x="129101" y="15724"/>
                </a:lnTo>
                <a:lnTo>
                  <a:pt x="128423" y="15790"/>
                </a:lnTo>
                <a:lnTo>
                  <a:pt x="127756" y="15870"/>
                </a:lnTo>
                <a:lnTo>
                  <a:pt x="127100" y="15966"/>
                </a:lnTo>
                <a:lnTo>
                  <a:pt x="126454" y="16076"/>
                </a:lnTo>
                <a:lnTo>
                  <a:pt x="125820" y="16200"/>
                </a:lnTo>
                <a:lnTo>
                  <a:pt x="125196" y="16340"/>
                </a:lnTo>
                <a:lnTo>
                  <a:pt x="124583" y="16494"/>
                </a:lnTo>
                <a:lnTo>
                  <a:pt x="123981" y="16662"/>
                </a:lnTo>
                <a:lnTo>
                  <a:pt x="123389" y="16846"/>
                </a:lnTo>
                <a:lnTo>
                  <a:pt x="122809" y="17044"/>
                </a:lnTo>
                <a:lnTo>
                  <a:pt x="122239" y="17256"/>
                </a:lnTo>
                <a:lnTo>
                  <a:pt x="121680" y="17484"/>
                </a:lnTo>
                <a:lnTo>
                  <a:pt x="121132" y="17725"/>
                </a:lnTo>
                <a:lnTo>
                  <a:pt x="120595" y="17982"/>
                </a:lnTo>
                <a:lnTo>
                  <a:pt x="120069" y="18253"/>
                </a:lnTo>
                <a:lnTo>
                  <a:pt x="119553" y="18539"/>
                </a:lnTo>
                <a:lnTo>
                  <a:pt x="119049" y="18840"/>
                </a:lnTo>
                <a:lnTo>
                  <a:pt x="118555" y="19155"/>
                </a:lnTo>
                <a:lnTo>
                  <a:pt x="118072" y="19485"/>
                </a:lnTo>
                <a:lnTo>
                  <a:pt x="117600" y="19830"/>
                </a:lnTo>
                <a:lnTo>
                  <a:pt x="117141" y="20187"/>
                </a:lnTo>
                <a:lnTo>
                  <a:pt x="116700" y="20554"/>
                </a:lnTo>
                <a:lnTo>
                  <a:pt x="116274" y="20931"/>
                </a:lnTo>
                <a:lnTo>
                  <a:pt x="115866" y="21319"/>
                </a:lnTo>
                <a:lnTo>
                  <a:pt x="115474" y="21717"/>
                </a:lnTo>
                <a:lnTo>
                  <a:pt x="115098" y="22125"/>
                </a:lnTo>
                <a:lnTo>
                  <a:pt x="114739" y="22543"/>
                </a:lnTo>
                <a:lnTo>
                  <a:pt x="114397" y="22971"/>
                </a:lnTo>
                <a:lnTo>
                  <a:pt x="114071" y="23410"/>
                </a:lnTo>
                <a:lnTo>
                  <a:pt x="113762" y="23858"/>
                </a:lnTo>
                <a:lnTo>
                  <a:pt x="113469" y="24317"/>
                </a:lnTo>
                <a:lnTo>
                  <a:pt x="113193" y="24787"/>
                </a:lnTo>
                <a:lnTo>
                  <a:pt x="112933" y="25266"/>
                </a:lnTo>
                <a:lnTo>
                  <a:pt x="112690" y="25756"/>
                </a:lnTo>
                <a:lnTo>
                  <a:pt x="112464" y="26255"/>
                </a:lnTo>
                <a:lnTo>
                  <a:pt x="112254" y="26765"/>
                </a:lnTo>
                <a:lnTo>
                  <a:pt x="112061" y="27286"/>
                </a:lnTo>
                <a:lnTo>
                  <a:pt x="111885" y="27816"/>
                </a:lnTo>
                <a:lnTo>
                  <a:pt x="111724" y="28357"/>
                </a:lnTo>
                <a:lnTo>
                  <a:pt x="111581" y="28907"/>
                </a:lnTo>
                <a:lnTo>
                  <a:pt x="111454" y="29469"/>
                </a:lnTo>
                <a:lnTo>
                  <a:pt x="111344" y="30040"/>
                </a:lnTo>
                <a:lnTo>
                  <a:pt x="111250" y="30621"/>
                </a:lnTo>
                <a:lnTo>
                  <a:pt x="111173" y="31213"/>
                </a:lnTo>
                <a:lnTo>
                  <a:pt x="122374" y="31213"/>
                </a:lnTo>
                <a:lnTo>
                  <a:pt x="122415" y="30978"/>
                </a:lnTo>
                <a:lnTo>
                  <a:pt x="122464" y="30747"/>
                </a:lnTo>
                <a:lnTo>
                  <a:pt x="122520" y="30520"/>
                </a:lnTo>
                <a:lnTo>
                  <a:pt x="122583" y="30297"/>
                </a:lnTo>
                <a:lnTo>
                  <a:pt x="122652" y="30079"/>
                </a:lnTo>
                <a:lnTo>
                  <a:pt x="122729" y="29864"/>
                </a:lnTo>
                <a:lnTo>
                  <a:pt x="122813" y="29654"/>
                </a:lnTo>
                <a:lnTo>
                  <a:pt x="122904" y="29448"/>
                </a:lnTo>
                <a:lnTo>
                  <a:pt x="123001" y="29246"/>
                </a:lnTo>
                <a:lnTo>
                  <a:pt x="123106" y="29048"/>
                </a:lnTo>
                <a:lnTo>
                  <a:pt x="123218" y="28855"/>
                </a:lnTo>
                <a:lnTo>
                  <a:pt x="123337" y="28665"/>
                </a:lnTo>
                <a:lnTo>
                  <a:pt x="123463" y="28480"/>
                </a:lnTo>
                <a:lnTo>
                  <a:pt x="123596" y="28299"/>
                </a:lnTo>
                <a:lnTo>
                  <a:pt x="123735" y="28122"/>
                </a:lnTo>
                <a:lnTo>
                  <a:pt x="123882" y="27949"/>
                </a:lnTo>
                <a:lnTo>
                  <a:pt x="124036" y="27780"/>
                </a:lnTo>
                <a:lnTo>
                  <a:pt x="124197" y="27615"/>
                </a:lnTo>
                <a:lnTo>
                  <a:pt x="124365" y="27455"/>
                </a:lnTo>
                <a:lnTo>
                  <a:pt x="124540" y="27299"/>
                </a:lnTo>
                <a:lnTo>
                  <a:pt x="124722" y="27146"/>
                </a:lnTo>
                <a:lnTo>
                  <a:pt x="124911" y="26998"/>
                </a:lnTo>
                <a:lnTo>
                  <a:pt x="125107" y="26855"/>
                </a:lnTo>
                <a:lnTo>
                  <a:pt x="125310" y="26715"/>
                </a:lnTo>
                <a:lnTo>
                  <a:pt x="125519" y="26580"/>
                </a:lnTo>
                <a:lnTo>
                  <a:pt x="125732" y="26451"/>
                </a:lnTo>
                <a:lnTo>
                  <a:pt x="125950" y="26327"/>
                </a:lnTo>
                <a:lnTo>
                  <a:pt x="126172" y="26210"/>
                </a:lnTo>
                <a:lnTo>
                  <a:pt x="126399" y="26098"/>
                </a:lnTo>
                <a:lnTo>
                  <a:pt x="126630" y="25992"/>
                </a:lnTo>
                <a:lnTo>
                  <a:pt x="126866" y="25891"/>
                </a:lnTo>
                <a:lnTo>
                  <a:pt x="127106" y="25797"/>
                </a:lnTo>
                <a:lnTo>
                  <a:pt x="127350" y="25708"/>
                </a:lnTo>
                <a:lnTo>
                  <a:pt x="127599" y="25624"/>
                </a:lnTo>
                <a:lnTo>
                  <a:pt x="127853" y="25547"/>
                </a:lnTo>
                <a:lnTo>
                  <a:pt x="128110" y="25475"/>
                </a:lnTo>
                <a:lnTo>
                  <a:pt x="128373" y="25409"/>
                </a:lnTo>
                <a:lnTo>
                  <a:pt x="128640" y="25349"/>
                </a:lnTo>
                <a:lnTo>
                  <a:pt x="128911" y="25294"/>
                </a:lnTo>
                <a:lnTo>
                  <a:pt x="129187" y="25246"/>
                </a:lnTo>
                <a:lnTo>
                  <a:pt x="129467" y="25203"/>
                </a:lnTo>
                <a:lnTo>
                  <a:pt x="129752" y="25165"/>
                </a:lnTo>
                <a:lnTo>
                  <a:pt x="130041" y="25134"/>
                </a:lnTo>
                <a:lnTo>
                  <a:pt x="130334" y="25108"/>
                </a:lnTo>
                <a:lnTo>
                  <a:pt x="130632" y="25088"/>
                </a:lnTo>
                <a:lnTo>
                  <a:pt x="130935" y="25073"/>
                </a:lnTo>
                <a:lnTo>
                  <a:pt x="131242" y="25065"/>
                </a:lnTo>
                <a:lnTo>
                  <a:pt x="131553" y="25062"/>
                </a:lnTo>
                <a:lnTo>
                  <a:pt x="131895" y="25065"/>
                </a:lnTo>
                <a:lnTo>
                  <a:pt x="132230" y="25076"/>
                </a:lnTo>
                <a:lnTo>
                  <a:pt x="132559" y="25094"/>
                </a:lnTo>
                <a:lnTo>
                  <a:pt x="132882" y="25119"/>
                </a:lnTo>
                <a:lnTo>
                  <a:pt x="133199" y="25152"/>
                </a:lnTo>
                <a:lnTo>
                  <a:pt x="133510" y="25191"/>
                </a:lnTo>
                <a:lnTo>
                  <a:pt x="133815" y="25238"/>
                </a:lnTo>
                <a:lnTo>
                  <a:pt x="134114" y="25291"/>
                </a:lnTo>
                <a:lnTo>
                  <a:pt x="134407" y="25352"/>
                </a:lnTo>
                <a:lnTo>
                  <a:pt x="134694" y="25421"/>
                </a:lnTo>
                <a:lnTo>
                  <a:pt x="134974" y="25496"/>
                </a:lnTo>
                <a:lnTo>
                  <a:pt x="135249" y="25578"/>
                </a:lnTo>
                <a:lnTo>
                  <a:pt x="135518" y="25668"/>
                </a:lnTo>
                <a:lnTo>
                  <a:pt x="135780" y="25765"/>
                </a:lnTo>
                <a:lnTo>
                  <a:pt x="136036" y="25869"/>
                </a:lnTo>
                <a:lnTo>
                  <a:pt x="136287" y="25980"/>
                </a:lnTo>
                <a:lnTo>
                  <a:pt x="136531" y="26099"/>
                </a:lnTo>
                <a:lnTo>
                  <a:pt x="136769" y="26224"/>
                </a:lnTo>
                <a:lnTo>
                  <a:pt x="137001" y="26357"/>
                </a:lnTo>
                <a:lnTo>
                  <a:pt x="137228" y="26497"/>
                </a:lnTo>
                <a:lnTo>
                  <a:pt x="137448" y="26644"/>
                </a:lnTo>
                <a:lnTo>
                  <a:pt x="137662" y="26798"/>
                </a:lnTo>
                <a:lnTo>
                  <a:pt x="137869" y="26959"/>
                </a:lnTo>
                <a:lnTo>
                  <a:pt x="138071" y="27128"/>
                </a:lnTo>
                <a:lnTo>
                  <a:pt x="138266" y="27303"/>
                </a:lnTo>
                <a:lnTo>
                  <a:pt x="138453" y="27483"/>
                </a:lnTo>
                <a:lnTo>
                  <a:pt x="138631" y="27669"/>
                </a:lnTo>
                <a:lnTo>
                  <a:pt x="138801" y="27861"/>
                </a:lnTo>
                <a:lnTo>
                  <a:pt x="138962" y="28058"/>
                </a:lnTo>
                <a:lnTo>
                  <a:pt x="139116" y="28261"/>
                </a:lnTo>
                <a:lnTo>
                  <a:pt x="139261" y="28469"/>
                </a:lnTo>
                <a:lnTo>
                  <a:pt x="139397" y="28683"/>
                </a:lnTo>
                <a:lnTo>
                  <a:pt x="139526" y="28903"/>
                </a:lnTo>
                <a:lnTo>
                  <a:pt x="139646" y="29128"/>
                </a:lnTo>
                <a:lnTo>
                  <a:pt x="139758" y="29359"/>
                </a:lnTo>
                <a:lnTo>
                  <a:pt x="139862" y="29595"/>
                </a:lnTo>
                <a:lnTo>
                  <a:pt x="139957" y="29837"/>
                </a:lnTo>
                <a:lnTo>
                  <a:pt x="140044" y="30084"/>
                </a:lnTo>
                <a:lnTo>
                  <a:pt x="140123" y="30337"/>
                </a:lnTo>
                <a:lnTo>
                  <a:pt x="140193" y="30596"/>
                </a:lnTo>
                <a:lnTo>
                  <a:pt x="140255" y="30860"/>
                </a:lnTo>
                <a:lnTo>
                  <a:pt x="140309" y="31130"/>
                </a:lnTo>
                <a:lnTo>
                  <a:pt x="140355" y="31405"/>
                </a:lnTo>
                <a:lnTo>
                  <a:pt x="140392" y="31686"/>
                </a:lnTo>
                <a:lnTo>
                  <a:pt x="140421" y="31973"/>
                </a:lnTo>
                <a:lnTo>
                  <a:pt x="140442" y="32265"/>
                </a:lnTo>
                <a:lnTo>
                  <a:pt x="140454" y="32563"/>
                </a:lnTo>
                <a:lnTo>
                  <a:pt x="140458" y="32866"/>
                </a:lnTo>
                <a:lnTo>
                  <a:pt x="140458" y="37180"/>
                </a:lnTo>
                <a:lnTo>
                  <a:pt x="127882" y="37180"/>
                </a:lnTo>
                <a:lnTo>
                  <a:pt x="127132" y="37187"/>
                </a:lnTo>
                <a:lnTo>
                  <a:pt x="126396" y="37208"/>
                </a:lnTo>
                <a:lnTo>
                  <a:pt x="125674" y="37243"/>
                </a:lnTo>
                <a:lnTo>
                  <a:pt x="124967" y="37293"/>
                </a:lnTo>
                <a:lnTo>
                  <a:pt x="124274" y="37356"/>
                </a:lnTo>
                <a:lnTo>
                  <a:pt x="123596" y="37433"/>
                </a:lnTo>
                <a:lnTo>
                  <a:pt x="122932" y="37524"/>
                </a:lnTo>
                <a:lnTo>
                  <a:pt x="122282" y="37629"/>
                </a:lnTo>
                <a:lnTo>
                  <a:pt x="121646" y="37748"/>
                </a:lnTo>
                <a:lnTo>
                  <a:pt x="121025" y="37882"/>
                </a:lnTo>
                <a:lnTo>
                  <a:pt x="120418" y="38029"/>
                </a:lnTo>
                <a:lnTo>
                  <a:pt x="119826" y="38190"/>
                </a:lnTo>
                <a:lnTo>
                  <a:pt x="119248" y="38366"/>
                </a:lnTo>
                <a:lnTo>
                  <a:pt x="118684" y="38555"/>
                </a:lnTo>
                <a:lnTo>
                  <a:pt x="118135" y="38758"/>
                </a:lnTo>
                <a:lnTo>
                  <a:pt x="117600" y="38976"/>
                </a:lnTo>
                <a:lnTo>
                  <a:pt x="117079" y="39207"/>
                </a:lnTo>
                <a:lnTo>
                  <a:pt x="116573" y="39453"/>
                </a:lnTo>
                <a:lnTo>
                  <a:pt x="116081" y="39712"/>
                </a:lnTo>
                <a:lnTo>
                  <a:pt x="115603" y="39986"/>
                </a:lnTo>
                <a:lnTo>
                  <a:pt x="115140" y="40273"/>
                </a:lnTo>
                <a:lnTo>
                  <a:pt x="114691" y="40575"/>
                </a:lnTo>
                <a:lnTo>
                  <a:pt x="114256" y="40891"/>
                </a:lnTo>
                <a:lnTo>
                  <a:pt x="113836" y="41220"/>
                </a:lnTo>
                <a:lnTo>
                  <a:pt x="113431" y="41563"/>
                </a:lnTo>
                <a:lnTo>
                  <a:pt x="113044" y="41917"/>
                </a:lnTo>
                <a:lnTo>
                  <a:pt x="112674" y="42283"/>
                </a:lnTo>
                <a:lnTo>
                  <a:pt x="112321" y="42661"/>
                </a:lnTo>
                <a:lnTo>
                  <a:pt x="111985" y="43050"/>
                </a:lnTo>
                <a:lnTo>
                  <a:pt x="111667" y="43452"/>
                </a:lnTo>
                <a:lnTo>
                  <a:pt x="111366" y="43865"/>
                </a:lnTo>
                <a:lnTo>
                  <a:pt x="111082" y="44290"/>
                </a:lnTo>
                <a:lnTo>
                  <a:pt x="110815" y="44727"/>
                </a:lnTo>
                <a:lnTo>
                  <a:pt x="110565" y="45175"/>
                </a:lnTo>
                <a:lnTo>
                  <a:pt x="110333" y="45636"/>
                </a:lnTo>
                <a:lnTo>
                  <a:pt x="110118" y="46108"/>
                </a:lnTo>
                <a:lnTo>
                  <a:pt x="109920" y="46592"/>
                </a:lnTo>
                <a:lnTo>
                  <a:pt x="109739" y="47088"/>
                </a:lnTo>
                <a:lnTo>
                  <a:pt x="109576" y="47595"/>
                </a:lnTo>
                <a:lnTo>
                  <a:pt x="109429" y="48115"/>
                </a:lnTo>
                <a:lnTo>
                  <a:pt x="109300" y="48646"/>
                </a:lnTo>
                <a:lnTo>
                  <a:pt x="109188" y="49189"/>
                </a:lnTo>
                <a:lnTo>
                  <a:pt x="109094" y="49744"/>
                </a:lnTo>
                <a:lnTo>
                  <a:pt x="109016" y="50310"/>
                </a:lnTo>
                <a:lnTo>
                  <a:pt x="108956" y="50888"/>
                </a:lnTo>
                <a:lnTo>
                  <a:pt x="108913" y="51479"/>
                </a:lnTo>
                <a:lnTo>
                  <a:pt x="108887" y="52081"/>
                </a:lnTo>
                <a:lnTo>
                  <a:pt x="108878" y="52694"/>
                </a:lnTo>
                <a:lnTo>
                  <a:pt x="108886" y="53271"/>
                </a:lnTo>
                <a:lnTo>
                  <a:pt x="108910" y="53837"/>
                </a:lnTo>
                <a:lnTo>
                  <a:pt x="108949" y="54394"/>
                </a:lnTo>
                <a:lnTo>
                  <a:pt x="109003" y="54941"/>
                </a:lnTo>
                <a:lnTo>
                  <a:pt x="109074" y="55478"/>
                </a:lnTo>
                <a:lnTo>
                  <a:pt x="109160" y="56005"/>
                </a:lnTo>
                <a:lnTo>
                  <a:pt x="109261" y="56522"/>
                </a:lnTo>
                <a:lnTo>
                  <a:pt x="109378" y="57030"/>
                </a:lnTo>
                <a:lnTo>
                  <a:pt x="109511" y="57527"/>
                </a:lnTo>
                <a:lnTo>
                  <a:pt x="109659" y="58015"/>
                </a:lnTo>
                <a:lnTo>
                  <a:pt x="109823" y="58492"/>
                </a:lnTo>
                <a:lnTo>
                  <a:pt x="110003" y="58960"/>
                </a:lnTo>
                <a:lnTo>
                  <a:pt x="110198" y="59418"/>
                </a:lnTo>
                <a:lnTo>
                  <a:pt x="110409" y="59866"/>
                </a:lnTo>
                <a:lnTo>
                  <a:pt x="110635" y="60304"/>
                </a:lnTo>
                <a:lnTo>
                  <a:pt x="110878" y="60732"/>
                </a:lnTo>
                <a:lnTo>
                  <a:pt x="111135" y="61151"/>
                </a:lnTo>
                <a:lnTo>
                  <a:pt x="111409" y="61559"/>
                </a:lnTo>
                <a:lnTo>
                  <a:pt x="111697" y="61958"/>
                </a:lnTo>
                <a:lnTo>
                  <a:pt x="112002" y="62347"/>
                </a:lnTo>
                <a:lnTo>
                  <a:pt x="112322" y="62725"/>
                </a:lnTo>
                <a:lnTo>
                  <a:pt x="112658" y="63094"/>
                </a:lnTo>
                <a:lnTo>
                  <a:pt x="113009" y="63453"/>
                </a:lnTo>
                <a:lnTo>
                  <a:pt x="113376" y="63803"/>
                </a:lnTo>
                <a:lnTo>
                  <a:pt x="113757" y="64140"/>
                </a:lnTo>
                <a:lnTo>
                  <a:pt x="114149" y="64462"/>
                </a:lnTo>
                <a:lnTo>
                  <a:pt x="114553" y="64771"/>
                </a:lnTo>
                <a:lnTo>
                  <a:pt x="114968" y="65065"/>
                </a:lnTo>
                <a:lnTo>
                  <a:pt x="115395" y="65345"/>
                </a:lnTo>
                <a:lnTo>
                  <a:pt x="115833" y="65610"/>
                </a:lnTo>
                <a:lnTo>
                  <a:pt x="116282" y="65861"/>
                </a:lnTo>
                <a:lnTo>
                  <a:pt x="116743" y="66098"/>
                </a:lnTo>
                <a:lnTo>
                  <a:pt x="117215" y="66320"/>
                </a:lnTo>
                <a:lnTo>
                  <a:pt x="117699" y="66528"/>
                </a:lnTo>
                <a:lnTo>
                  <a:pt x="118195" y="66722"/>
                </a:lnTo>
                <a:lnTo>
                  <a:pt x="118702" y="66901"/>
                </a:lnTo>
                <a:lnTo>
                  <a:pt x="119220" y="67066"/>
                </a:lnTo>
                <a:lnTo>
                  <a:pt x="119750" y="67216"/>
                </a:lnTo>
                <a:lnTo>
                  <a:pt x="120291" y="67353"/>
                </a:lnTo>
                <a:lnTo>
                  <a:pt x="120844" y="67475"/>
                </a:lnTo>
                <a:lnTo>
                  <a:pt x="121408" y="67582"/>
                </a:lnTo>
                <a:lnTo>
                  <a:pt x="121983" y="67675"/>
                </a:lnTo>
                <a:lnTo>
                  <a:pt x="122571" y="67754"/>
                </a:lnTo>
                <a:lnTo>
                  <a:pt x="123169" y="67819"/>
                </a:lnTo>
                <a:lnTo>
                  <a:pt x="123779" y="67869"/>
                </a:lnTo>
                <a:lnTo>
                  <a:pt x="124401" y="67905"/>
                </a:lnTo>
                <a:lnTo>
                  <a:pt x="125034" y="67926"/>
                </a:lnTo>
                <a:lnTo>
                  <a:pt x="125678" y="67934"/>
                </a:lnTo>
                <a:lnTo>
                  <a:pt x="126247" y="67928"/>
                </a:lnTo>
                <a:lnTo>
                  <a:pt x="126807" y="67911"/>
                </a:lnTo>
                <a:lnTo>
                  <a:pt x="127357" y="67882"/>
                </a:lnTo>
                <a:lnTo>
                  <a:pt x="127897" y="67842"/>
                </a:lnTo>
                <a:lnTo>
                  <a:pt x="128428" y="67790"/>
                </a:lnTo>
                <a:lnTo>
                  <a:pt x="128949" y="67727"/>
                </a:lnTo>
                <a:lnTo>
                  <a:pt x="129460" y="67653"/>
                </a:lnTo>
                <a:lnTo>
                  <a:pt x="129962" y="67567"/>
                </a:lnTo>
                <a:lnTo>
                  <a:pt x="130455" y="67469"/>
                </a:lnTo>
                <a:lnTo>
                  <a:pt x="130938" y="67360"/>
                </a:lnTo>
                <a:lnTo>
                  <a:pt x="131411" y="67239"/>
                </a:lnTo>
                <a:lnTo>
                  <a:pt x="131875" y="67108"/>
                </a:lnTo>
                <a:lnTo>
                  <a:pt x="132329" y="66964"/>
                </a:lnTo>
                <a:lnTo>
                  <a:pt x="132774" y="66809"/>
                </a:lnTo>
                <a:lnTo>
                  <a:pt x="133209" y="66643"/>
                </a:lnTo>
                <a:lnTo>
                  <a:pt x="133634" y="66465"/>
                </a:lnTo>
                <a:lnTo>
                  <a:pt x="134050" y="66276"/>
                </a:lnTo>
                <a:lnTo>
                  <a:pt x="134457" y="66075"/>
                </a:lnTo>
                <a:lnTo>
                  <a:pt x="134854" y="65863"/>
                </a:lnTo>
                <a:lnTo>
                  <a:pt x="135241" y="65639"/>
                </a:lnTo>
                <a:lnTo>
                  <a:pt x="135619" y="65404"/>
                </a:lnTo>
                <a:lnTo>
                  <a:pt x="135987" y="65157"/>
                </a:lnTo>
                <a:lnTo>
                  <a:pt x="136345" y="64899"/>
                </a:lnTo>
                <a:lnTo>
                  <a:pt x="136694" y="64629"/>
                </a:lnTo>
                <a:lnTo>
                  <a:pt x="137031" y="64350"/>
                </a:lnTo>
                <a:lnTo>
                  <a:pt x="137354" y="64062"/>
                </a:lnTo>
                <a:lnTo>
                  <a:pt x="137663" y="63767"/>
                </a:lnTo>
                <a:lnTo>
                  <a:pt x="137957" y="63464"/>
                </a:lnTo>
                <a:lnTo>
                  <a:pt x="138237" y="63153"/>
                </a:lnTo>
                <a:lnTo>
                  <a:pt x="138502" y="62833"/>
                </a:lnTo>
                <a:lnTo>
                  <a:pt x="138753" y="62506"/>
                </a:lnTo>
                <a:lnTo>
                  <a:pt x="138990" y="62171"/>
                </a:lnTo>
                <a:lnTo>
                  <a:pt x="139212" y="61828"/>
                </a:lnTo>
                <a:lnTo>
                  <a:pt x="139421" y="61477"/>
                </a:lnTo>
                <a:lnTo>
                  <a:pt x="139614" y="61118"/>
                </a:lnTo>
                <a:lnTo>
                  <a:pt x="139794" y="60751"/>
                </a:lnTo>
                <a:lnTo>
                  <a:pt x="139959" y="60376"/>
                </a:lnTo>
                <a:lnTo>
                  <a:pt x="140109" y="59993"/>
                </a:lnTo>
                <a:lnTo>
                  <a:pt x="140246" y="59602"/>
                </a:lnTo>
                <a:lnTo>
                  <a:pt x="140368" y="59203"/>
                </a:lnTo>
                <a:lnTo>
                  <a:pt x="140475" y="58796"/>
                </a:lnTo>
                <a:lnTo>
                  <a:pt x="140568" y="58381"/>
                </a:lnTo>
                <a:lnTo>
                  <a:pt x="140601" y="58204"/>
                </a:lnTo>
                <a:lnTo>
                  <a:pt x="140827" y="58204"/>
                </a:lnTo>
                <a:lnTo>
                  <a:pt x="140827" y="67016"/>
                </a:lnTo>
                <a:lnTo>
                  <a:pt x="151934" y="67016"/>
                </a:lnTo>
                <a:close/>
                <a:moveTo>
                  <a:pt x="128414" y="59272"/>
                </a:moveTo>
                <a:lnTo>
                  <a:pt x="128084" y="59247"/>
                </a:lnTo>
                <a:lnTo>
                  <a:pt x="127760" y="59215"/>
                </a:lnTo>
                <a:lnTo>
                  <a:pt x="127442" y="59176"/>
                </a:lnTo>
                <a:lnTo>
                  <a:pt x="127131" y="59129"/>
                </a:lnTo>
                <a:lnTo>
                  <a:pt x="126826" y="59075"/>
                </a:lnTo>
                <a:lnTo>
                  <a:pt x="126526" y="59014"/>
                </a:lnTo>
                <a:lnTo>
                  <a:pt x="126234" y="58946"/>
                </a:lnTo>
                <a:lnTo>
                  <a:pt x="125947" y="58871"/>
                </a:lnTo>
                <a:lnTo>
                  <a:pt x="125666" y="58788"/>
                </a:lnTo>
                <a:lnTo>
                  <a:pt x="125392" y="58699"/>
                </a:lnTo>
                <a:lnTo>
                  <a:pt x="125124" y="58602"/>
                </a:lnTo>
                <a:lnTo>
                  <a:pt x="124862" y="58498"/>
                </a:lnTo>
                <a:lnTo>
                  <a:pt x="124607" y="58387"/>
                </a:lnTo>
                <a:lnTo>
                  <a:pt x="124357" y="58269"/>
                </a:lnTo>
                <a:lnTo>
                  <a:pt x="124114" y="58143"/>
                </a:lnTo>
                <a:lnTo>
                  <a:pt x="123877" y="58011"/>
                </a:lnTo>
                <a:lnTo>
                  <a:pt x="123646" y="57871"/>
                </a:lnTo>
                <a:lnTo>
                  <a:pt x="123422" y="57724"/>
                </a:lnTo>
                <a:lnTo>
                  <a:pt x="123204" y="57570"/>
                </a:lnTo>
                <a:lnTo>
                  <a:pt x="122992" y="57408"/>
                </a:lnTo>
                <a:lnTo>
                  <a:pt x="122786" y="57240"/>
                </a:lnTo>
                <a:lnTo>
                  <a:pt x="122587" y="57065"/>
                </a:lnTo>
                <a:lnTo>
                  <a:pt x="122397" y="56885"/>
                </a:lnTo>
                <a:lnTo>
                  <a:pt x="122216" y="56700"/>
                </a:lnTo>
                <a:lnTo>
                  <a:pt x="122043" y="56509"/>
                </a:lnTo>
                <a:lnTo>
                  <a:pt x="121878" y="56313"/>
                </a:lnTo>
                <a:lnTo>
                  <a:pt x="121722" y="56112"/>
                </a:lnTo>
                <a:lnTo>
                  <a:pt x="121574" y="55906"/>
                </a:lnTo>
                <a:lnTo>
                  <a:pt x="121435" y="55694"/>
                </a:lnTo>
                <a:lnTo>
                  <a:pt x="121304" y="55477"/>
                </a:lnTo>
                <a:lnTo>
                  <a:pt x="121181" y="55255"/>
                </a:lnTo>
                <a:lnTo>
                  <a:pt x="121067" y="55028"/>
                </a:lnTo>
                <a:lnTo>
                  <a:pt x="120962" y="54795"/>
                </a:lnTo>
                <a:lnTo>
                  <a:pt x="120865" y="54557"/>
                </a:lnTo>
                <a:lnTo>
                  <a:pt x="120776" y="54314"/>
                </a:lnTo>
                <a:lnTo>
                  <a:pt x="120696" y="54066"/>
                </a:lnTo>
                <a:lnTo>
                  <a:pt x="120624" y="53812"/>
                </a:lnTo>
                <a:lnTo>
                  <a:pt x="120561" y="53553"/>
                </a:lnTo>
                <a:lnTo>
                  <a:pt x="120506" y="53289"/>
                </a:lnTo>
                <a:lnTo>
                  <a:pt x="120459" y="53019"/>
                </a:lnTo>
                <a:lnTo>
                  <a:pt x="120421" y="52745"/>
                </a:lnTo>
                <a:lnTo>
                  <a:pt x="120392" y="52465"/>
                </a:lnTo>
                <a:lnTo>
                  <a:pt x="120371" y="52179"/>
                </a:lnTo>
                <a:lnTo>
                  <a:pt x="120358" y="51889"/>
                </a:lnTo>
                <a:lnTo>
                  <a:pt x="120354" y="51593"/>
                </a:lnTo>
                <a:lnTo>
                  <a:pt x="120357" y="51320"/>
                </a:lnTo>
                <a:lnTo>
                  <a:pt x="120368" y="51051"/>
                </a:lnTo>
                <a:lnTo>
                  <a:pt x="120387" y="50787"/>
                </a:lnTo>
                <a:lnTo>
                  <a:pt x="120412" y="50527"/>
                </a:lnTo>
                <a:lnTo>
                  <a:pt x="120445" y="50272"/>
                </a:lnTo>
                <a:lnTo>
                  <a:pt x="120486" y="50021"/>
                </a:lnTo>
                <a:lnTo>
                  <a:pt x="120533" y="49775"/>
                </a:lnTo>
                <a:lnTo>
                  <a:pt x="120588" y="49533"/>
                </a:lnTo>
                <a:lnTo>
                  <a:pt x="120651" y="49295"/>
                </a:lnTo>
                <a:lnTo>
                  <a:pt x="120720" y="49062"/>
                </a:lnTo>
                <a:lnTo>
                  <a:pt x="120797" y="48834"/>
                </a:lnTo>
                <a:lnTo>
                  <a:pt x="120882" y="48610"/>
                </a:lnTo>
                <a:lnTo>
                  <a:pt x="120973" y="48390"/>
                </a:lnTo>
                <a:lnTo>
                  <a:pt x="121072" y="48175"/>
                </a:lnTo>
                <a:lnTo>
                  <a:pt x="121178" y="47964"/>
                </a:lnTo>
                <a:lnTo>
                  <a:pt x="121292" y="47758"/>
                </a:lnTo>
                <a:lnTo>
                  <a:pt x="121413" y="47556"/>
                </a:lnTo>
                <a:lnTo>
                  <a:pt x="121541" y="47359"/>
                </a:lnTo>
                <a:lnTo>
                  <a:pt x="121677" y="47166"/>
                </a:lnTo>
                <a:lnTo>
                  <a:pt x="121820" y="46978"/>
                </a:lnTo>
                <a:lnTo>
                  <a:pt x="121970" y="46794"/>
                </a:lnTo>
                <a:lnTo>
                  <a:pt x="122128" y="46614"/>
                </a:lnTo>
                <a:lnTo>
                  <a:pt x="122293" y="46439"/>
                </a:lnTo>
                <a:lnTo>
                  <a:pt x="122465" y="46269"/>
                </a:lnTo>
                <a:lnTo>
                  <a:pt x="122643" y="46104"/>
                </a:lnTo>
                <a:lnTo>
                  <a:pt x="122826" y="45946"/>
                </a:lnTo>
                <a:lnTo>
                  <a:pt x="123014" y="45795"/>
                </a:lnTo>
                <a:lnTo>
                  <a:pt x="123207" y="45652"/>
                </a:lnTo>
                <a:lnTo>
                  <a:pt x="123405" y="45515"/>
                </a:lnTo>
                <a:lnTo>
                  <a:pt x="123607" y="45385"/>
                </a:lnTo>
                <a:lnTo>
                  <a:pt x="123814" y="45262"/>
                </a:lnTo>
                <a:lnTo>
                  <a:pt x="124026" y="45147"/>
                </a:lnTo>
                <a:lnTo>
                  <a:pt x="124243" y="45038"/>
                </a:lnTo>
                <a:lnTo>
                  <a:pt x="124464" y="44936"/>
                </a:lnTo>
                <a:lnTo>
                  <a:pt x="124690" y="44841"/>
                </a:lnTo>
                <a:lnTo>
                  <a:pt x="124921" y="44754"/>
                </a:lnTo>
                <a:lnTo>
                  <a:pt x="125157" y="44673"/>
                </a:lnTo>
                <a:lnTo>
                  <a:pt x="125397" y="44599"/>
                </a:lnTo>
                <a:lnTo>
                  <a:pt x="125643" y="44533"/>
                </a:lnTo>
                <a:lnTo>
                  <a:pt x="125893" y="44473"/>
                </a:lnTo>
                <a:lnTo>
                  <a:pt x="126148" y="44421"/>
                </a:lnTo>
                <a:lnTo>
                  <a:pt x="126407" y="44375"/>
                </a:lnTo>
                <a:lnTo>
                  <a:pt x="126672" y="44336"/>
                </a:lnTo>
                <a:lnTo>
                  <a:pt x="126941" y="44305"/>
                </a:lnTo>
                <a:lnTo>
                  <a:pt x="127215" y="44280"/>
                </a:lnTo>
                <a:lnTo>
                  <a:pt x="127494" y="44263"/>
                </a:lnTo>
                <a:lnTo>
                  <a:pt x="127777" y="44252"/>
                </a:lnTo>
                <a:lnTo>
                  <a:pt x="128065" y="44249"/>
                </a:lnTo>
                <a:lnTo>
                  <a:pt x="140458" y="44249"/>
                </a:lnTo>
                <a:lnTo>
                  <a:pt x="140458" y="50400"/>
                </a:lnTo>
                <a:lnTo>
                  <a:pt x="140453" y="50726"/>
                </a:lnTo>
                <a:lnTo>
                  <a:pt x="140437" y="51047"/>
                </a:lnTo>
                <a:lnTo>
                  <a:pt x="140410" y="51364"/>
                </a:lnTo>
                <a:lnTo>
                  <a:pt x="140373" y="51675"/>
                </a:lnTo>
                <a:lnTo>
                  <a:pt x="140325" y="51981"/>
                </a:lnTo>
                <a:lnTo>
                  <a:pt x="140266" y="52282"/>
                </a:lnTo>
                <a:lnTo>
                  <a:pt x="140197" y="52578"/>
                </a:lnTo>
                <a:lnTo>
                  <a:pt x="140116" y="52868"/>
                </a:lnTo>
                <a:lnTo>
                  <a:pt x="140026" y="53154"/>
                </a:lnTo>
                <a:lnTo>
                  <a:pt x="139924" y="53434"/>
                </a:lnTo>
                <a:lnTo>
                  <a:pt x="139812" y="53710"/>
                </a:lnTo>
                <a:lnTo>
                  <a:pt x="139689" y="53980"/>
                </a:lnTo>
                <a:lnTo>
                  <a:pt x="139556" y="54245"/>
                </a:lnTo>
                <a:lnTo>
                  <a:pt x="139411" y="54506"/>
                </a:lnTo>
                <a:lnTo>
                  <a:pt x="139257" y="54761"/>
                </a:lnTo>
                <a:lnTo>
                  <a:pt x="139091" y="55011"/>
                </a:lnTo>
                <a:lnTo>
                  <a:pt x="138915" y="55255"/>
                </a:lnTo>
                <a:lnTo>
                  <a:pt x="138728" y="55495"/>
                </a:lnTo>
                <a:lnTo>
                  <a:pt x="138530" y="55730"/>
                </a:lnTo>
                <a:lnTo>
                  <a:pt x="138322" y="55959"/>
                </a:lnTo>
                <a:lnTo>
                  <a:pt x="138103" y="56184"/>
                </a:lnTo>
                <a:lnTo>
                  <a:pt x="137873" y="56403"/>
                </a:lnTo>
                <a:lnTo>
                  <a:pt x="137633" y="56617"/>
                </a:lnTo>
                <a:lnTo>
                  <a:pt x="137382" y="56827"/>
                </a:lnTo>
                <a:lnTo>
                  <a:pt x="137123" y="57029"/>
                </a:lnTo>
                <a:lnTo>
                  <a:pt x="136857" y="57222"/>
                </a:lnTo>
                <a:lnTo>
                  <a:pt x="136585" y="57407"/>
                </a:lnTo>
                <a:lnTo>
                  <a:pt x="136307" y="57584"/>
                </a:lnTo>
                <a:lnTo>
                  <a:pt x="136023" y="57752"/>
                </a:lnTo>
                <a:lnTo>
                  <a:pt x="135733" y="57911"/>
                </a:lnTo>
                <a:lnTo>
                  <a:pt x="135436" y="58061"/>
                </a:lnTo>
                <a:lnTo>
                  <a:pt x="135133" y="58203"/>
                </a:lnTo>
                <a:lnTo>
                  <a:pt x="134824" y="58337"/>
                </a:lnTo>
                <a:lnTo>
                  <a:pt x="134509" y="58461"/>
                </a:lnTo>
                <a:lnTo>
                  <a:pt x="134187" y="58578"/>
                </a:lnTo>
                <a:lnTo>
                  <a:pt x="133860" y="58685"/>
                </a:lnTo>
                <a:lnTo>
                  <a:pt x="133526" y="58784"/>
                </a:lnTo>
                <a:lnTo>
                  <a:pt x="133186" y="58874"/>
                </a:lnTo>
                <a:lnTo>
                  <a:pt x="132839" y="58956"/>
                </a:lnTo>
                <a:lnTo>
                  <a:pt x="132487" y="59029"/>
                </a:lnTo>
                <a:lnTo>
                  <a:pt x="132128" y="59094"/>
                </a:lnTo>
                <a:lnTo>
                  <a:pt x="131763" y="59150"/>
                </a:lnTo>
                <a:lnTo>
                  <a:pt x="131392" y="59197"/>
                </a:lnTo>
                <a:lnTo>
                  <a:pt x="131014" y="59236"/>
                </a:lnTo>
                <a:lnTo>
                  <a:pt x="130631" y="59266"/>
                </a:lnTo>
                <a:lnTo>
                  <a:pt x="130241" y="59287"/>
                </a:lnTo>
                <a:lnTo>
                  <a:pt x="129845" y="59300"/>
                </a:lnTo>
                <a:lnTo>
                  <a:pt x="129442" y="59305"/>
                </a:lnTo>
                <a:lnTo>
                  <a:pt x="129093" y="59301"/>
                </a:lnTo>
                <a:lnTo>
                  <a:pt x="128751" y="59290"/>
                </a:lnTo>
                <a:lnTo>
                  <a:pt x="128414" y="59272"/>
                </a:lnTo>
                <a:close/>
              </a:path>
            </a:pathLst>
          </a:custGeom>
          <a:solidFill xmlns:a="http://schemas.openxmlformats.org/drawingml/2006/main">
            <a:srgbClr val="D222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Text Truncator">
            <a:extLst xmlns:a="http://schemas.openxmlformats.org/drawingml/2006/main">
              <a:ext uri="{FF2B5EF4-FFF2-40B4-BE49-F238E27FC236}">
                <a16:creationId xmlns:a16="http://schemas.microsoft.com/office/drawing/2014/main" id="{76280AB2-DF84-4393-B0B0-B327DE4E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5223" y="2440852"/>
            <a:ext cx="487384" cy="67934"/>
          </a:xfrm>
          <a:custGeom xmlns:a="http://schemas.openxmlformats.org/drawingml/2006/main">
            <a:pathLst>
              <a:path w="487384" h="67934">
                <a:moveTo>
                  <a:pt x="46636" y="0"/>
                </a:moveTo>
                <a:lnTo>
                  <a:pt x="0" y="0"/>
                </a:lnTo>
                <a:lnTo>
                  <a:pt x="0" y="10649"/>
                </a:lnTo>
                <a:lnTo>
                  <a:pt x="17534" y="10649"/>
                </a:lnTo>
                <a:lnTo>
                  <a:pt x="17534" y="67016"/>
                </a:lnTo>
                <a:lnTo>
                  <a:pt x="29102" y="67016"/>
                </a:lnTo>
                <a:lnTo>
                  <a:pt x="29102" y="10649"/>
                </a:lnTo>
                <a:lnTo>
                  <a:pt x="46636" y="10649"/>
                </a:lnTo>
                <a:lnTo>
                  <a:pt x="46636" y="0"/>
                </a:lnTo>
                <a:close/>
                <a:moveTo>
                  <a:pt x="59488" y="16524"/>
                </a:moveTo>
                <a:lnTo>
                  <a:pt x="59488" y="67016"/>
                </a:lnTo>
                <a:lnTo>
                  <a:pt x="70963" y="67016"/>
                </a:lnTo>
                <a:lnTo>
                  <a:pt x="70963" y="35436"/>
                </a:lnTo>
                <a:lnTo>
                  <a:pt x="70967" y="35035"/>
                </a:lnTo>
                <a:lnTo>
                  <a:pt x="70980" y="34641"/>
                </a:lnTo>
                <a:lnTo>
                  <a:pt x="71001" y="34254"/>
                </a:lnTo>
                <a:lnTo>
                  <a:pt x="71031" y="33875"/>
                </a:lnTo>
                <a:lnTo>
                  <a:pt x="71069" y="33504"/>
                </a:lnTo>
                <a:lnTo>
                  <a:pt x="71115" y="33141"/>
                </a:lnTo>
                <a:lnTo>
                  <a:pt x="71170" y="32785"/>
                </a:lnTo>
                <a:lnTo>
                  <a:pt x="71233" y="32437"/>
                </a:lnTo>
                <a:lnTo>
                  <a:pt x="71305" y="32097"/>
                </a:lnTo>
                <a:lnTo>
                  <a:pt x="71385" y="31764"/>
                </a:lnTo>
                <a:lnTo>
                  <a:pt x="71474" y="31439"/>
                </a:lnTo>
                <a:lnTo>
                  <a:pt x="71571" y="31121"/>
                </a:lnTo>
                <a:lnTo>
                  <a:pt x="71677" y="30811"/>
                </a:lnTo>
                <a:lnTo>
                  <a:pt x="71791" y="30509"/>
                </a:lnTo>
                <a:lnTo>
                  <a:pt x="71913" y="30215"/>
                </a:lnTo>
                <a:lnTo>
                  <a:pt x="72044" y="29928"/>
                </a:lnTo>
                <a:lnTo>
                  <a:pt x="72184" y="29648"/>
                </a:lnTo>
                <a:lnTo>
                  <a:pt x="72332" y="29377"/>
                </a:lnTo>
                <a:lnTo>
                  <a:pt x="72488" y="29113"/>
                </a:lnTo>
                <a:lnTo>
                  <a:pt x="72653" y="28857"/>
                </a:lnTo>
                <a:lnTo>
                  <a:pt x="72826" y="28608"/>
                </a:lnTo>
                <a:lnTo>
                  <a:pt x="73008" y="28367"/>
                </a:lnTo>
                <a:lnTo>
                  <a:pt x="73198" y="28134"/>
                </a:lnTo>
                <a:lnTo>
                  <a:pt x="73396" y="27908"/>
                </a:lnTo>
                <a:lnTo>
                  <a:pt x="73603" y="27691"/>
                </a:lnTo>
                <a:lnTo>
                  <a:pt x="73816" y="27483"/>
                </a:lnTo>
                <a:lnTo>
                  <a:pt x="74037" y="27284"/>
                </a:lnTo>
                <a:lnTo>
                  <a:pt x="74265" y="27095"/>
                </a:lnTo>
                <a:lnTo>
                  <a:pt x="74500" y="26914"/>
                </a:lnTo>
                <a:lnTo>
                  <a:pt x="74742" y="26743"/>
                </a:lnTo>
                <a:lnTo>
                  <a:pt x="74991" y="26581"/>
                </a:lnTo>
                <a:lnTo>
                  <a:pt x="75248" y="26429"/>
                </a:lnTo>
                <a:lnTo>
                  <a:pt x="75511" y="26286"/>
                </a:lnTo>
                <a:lnTo>
                  <a:pt x="75782" y="26152"/>
                </a:lnTo>
                <a:lnTo>
                  <a:pt x="76060" y="26027"/>
                </a:lnTo>
                <a:lnTo>
                  <a:pt x="76346" y="25911"/>
                </a:lnTo>
                <a:lnTo>
                  <a:pt x="76638" y="25805"/>
                </a:lnTo>
                <a:lnTo>
                  <a:pt x="76938" y="25708"/>
                </a:lnTo>
                <a:lnTo>
                  <a:pt x="77244" y="25620"/>
                </a:lnTo>
                <a:lnTo>
                  <a:pt x="77558" y="25541"/>
                </a:lnTo>
                <a:lnTo>
                  <a:pt x="77879" y="25472"/>
                </a:lnTo>
                <a:lnTo>
                  <a:pt x="78207" y="25412"/>
                </a:lnTo>
                <a:lnTo>
                  <a:pt x="78543" y="25361"/>
                </a:lnTo>
                <a:lnTo>
                  <a:pt x="78885" y="25319"/>
                </a:lnTo>
                <a:lnTo>
                  <a:pt x="79235" y="25287"/>
                </a:lnTo>
                <a:lnTo>
                  <a:pt x="79592" y="25264"/>
                </a:lnTo>
                <a:lnTo>
                  <a:pt x="79956" y="25250"/>
                </a:lnTo>
                <a:lnTo>
                  <a:pt x="80327" y="25245"/>
                </a:lnTo>
                <a:lnTo>
                  <a:pt x="80691" y="25250"/>
                </a:lnTo>
                <a:lnTo>
                  <a:pt x="81049" y="25264"/>
                </a:lnTo>
                <a:lnTo>
                  <a:pt x="81400" y="25287"/>
                </a:lnTo>
                <a:lnTo>
                  <a:pt x="81744" y="25319"/>
                </a:lnTo>
                <a:lnTo>
                  <a:pt x="82082" y="25361"/>
                </a:lnTo>
                <a:lnTo>
                  <a:pt x="82413" y="25412"/>
                </a:lnTo>
                <a:lnTo>
                  <a:pt x="82738" y="25472"/>
                </a:lnTo>
                <a:lnTo>
                  <a:pt x="83056" y="25541"/>
                </a:lnTo>
                <a:lnTo>
                  <a:pt x="83368" y="25620"/>
                </a:lnTo>
                <a:lnTo>
                  <a:pt x="83673" y="25708"/>
                </a:lnTo>
                <a:lnTo>
                  <a:pt x="83972" y="25805"/>
                </a:lnTo>
                <a:lnTo>
                  <a:pt x="84264" y="25911"/>
                </a:lnTo>
                <a:lnTo>
                  <a:pt x="84549" y="26027"/>
                </a:lnTo>
                <a:lnTo>
                  <a:pt x="84828" y="26152"/>
                </a:lnTo>
                <a:lnTo>
                  <a:pt x="85101" y="26286"/>
                </a:lnTo>
                <a:lnTo>
                  <a:pt x="85367" y="26429"/>
                </a:lnTo>
                <a:lnTo>
                  <a:pt x="85626" y="26581"/>
                </a:lnTo>
                <a:lnTo>
                  <a:pt x="85879" y="26743"/>
                </a:lnTo>
                <a:lnTo>
                  <a:pt x="86125" y="26914"/>
                </a:lnTo>
                <a:lnTo>
                  <a:pt x="86365" y="27095"/>
                </a:lnTo>
                <a:lnTo>
                  <a:pt x="86598" y="27284"/>
                </a:lnTo>
                <a:lnTo>
                  <a:pt x="86825" y="27483"/>
                </a:lnTo>
                <a:lnTo>
                  <a:pt x="87045" y="27691"/>
                </a:lnTo>
                <a:lnTo>
                  <a:pt x="87259" y="27908"/>
                </a:lnTo>
                <a:lnTo>
                  <a:pt x="87465" y="28134"/>
                </a:lnTo>
                <a:lnTo>
                  <a:pt x="87662" y="28367"/>
                </a:lnTo>
                <a:lnTo>
                  <a:pt x="87850" y="28608"/>
                </a:lnTo>
                <a:lnTo>
                  <a:pt x="88030" y="28857"/>
                </a:lnTo>
                <a:lnTo>
                  <a:pt x="88201" y="29113"/>
                </a:lnTo>
                <a:lnTo>
                  <a:pt x="88363" y="29377"/>
                </a:lnTo>
                <a:lnTo>
                  <a:pt x="88516" y="29648"/>
                </a:lnTo>
                <a:lnTo>
                  <a:pt x="88661" y="29928"/>
                </a:lnTo>
                <a:lnTo>
                  <a:pt x="88797" y="30215"/>
                </a:lnTo>
                <a:lnTo>
                  <a:pt x="88924" y="30509"/>
                </a:lnTo>
                <a:lnTo>
                  <a:pt x="89042" y="30811"/>
                </a:lnTo>
                <a:lnTo>
                  <a:pt x="89152" y="31121"/>
                </a:lnTo>
                <a:lnTo>
                  <a:pt x="89253" y="31439"/>
                </a:lnTo>
                <a:lnTo>
                  <a:pt x="89345" y="31764"/>
                </a:lnTo>
                <a:lnTo>
                  <a:pt x="89428" y="32097"/>
                </a:lnTo>
                <a:lnTo>
                  <a:pt x="89502" y="32437"/>
                </a:lnTo>
                <a:lnTo>
                  <a:pt x="89568" y="32785"/>
                </a:lnTo>
                <a:lnTo>
                  <a:pt x="89625" y="33141"/>
                </a:lnTo>
                <a:lnTo>
                  <a:pt x="89673" y="33504"/>
                </a:lnTo>
                <a:lnTo>
                  <a:pt x="89713" y="33875"/>
                </a:lnTo>
                <a:lnTo>
                  <a:pt x="89743" y="34254"/>
                </a:lnTo>
                <a:lnTo>
                  <a:pt x="89765" y="34641"/>
                </a:lnTo>
                <a:lnTo>
                  <a:pt x="89779" y="35035"/>
                </a:lnTo>
                <a:lnTo>
                  <a:pt x="89783" y="35436"/>
                </a:lnTo>
                <a:lnTo>
                  <a:pt x="89783" y="38281"/>
                </a:lnTo>
                <a:lnTo>
                  <a:pt x="101809" y="38281"/>
                </a:lnTo>
                <a:lnTo>
                  <a:pt x="101809" y="34610"/>
                </a:lnTo>
                <a:lnTo>
                  <a:pt x="101801" y="33874"/>
                </a:lnTo>
                <a:lnTo>
                  <a:pt x="101776" y="33152"/>
                </a:lnTo>
                <a:lnTo>
                  <a:pt x="101736" y="32444"/>
                </a:lnTo>
                <a:lnTo>
                  <a:pt x="101679" y="31749"/>
                </a:lnTo>
                <a:lnTo>
                  <a:pt x="101606" y="31067"/>
                </a:lnTo>
                <a:lnTo>
                  <a:pt x="101516" y="30398"/>
                </a:lnTo>
                <a:lnTo>
                  <a:pt x="101411" y="29743"/>
                </a:lnTo>
                <a:lnTo>
                  <a:pt x="101289" y="29102"/>
                </a:lnTo>
                <a:lnTo>
                  <a:pt x="101151" y="28473"/>
                </a:lnTo>
                <a:lnTo>
                  <a:pt x="100996" y="27859"/>
                </a:lnTo>
                <a:lnTo>
                  <a:pt x="100825" y="27257"/>
                </a:lnTo>
                <a:lnTo>
                  <a:pt x="100638" y="26669"/>
                </a:lnTo>
                <a:lnTo>
                  <a:pt x="100435" y="26094"/>
                </a:lnTo>
                <a:lnTo>
                  <a:pt x="100216" y="25533"/>
                </a:lnTo>
                <a:lnTo>
                  <a:pt x="99980" y="24985"/>
                </a:lnTo>
                <a:lnTo>
                  <a:pt x="99728" y="24451"/>
                </a:lnTo>
                <a:lnTo>
                  <a:pt x="99460" y="23929"/>
                </a:lnTo>
                <a:lnTo>
                  <a:pt x="99175" y="23422"/>
                </a:lnTo>
                <a:lnTo>
                  <a:pt x="98875" y="22927"/>
                </a:lnTo>
                <a:lnTo>
                  <a:pt x="98558" y="22446"/>
                </a:lnTo>
                <a:lnTo>
                  <a:pt x="98225" y="21979"/>
                </a:lnTo>
                <a:lnTo>
                  <a:pt x="97875" y="21525"/>
                </a:lnTo>
                <a:lnTo>
                  <a:pt x="97509" y="21084"/>
                </a:lnTo>
                <a:lnTo>
                  <a:pt x="97127" y="20656"/>
                </a:lnTo>
                <a:lnTo>
                  <a:pt x="96731" y="20244"/>
                </a:lnTo>
                <a:lnTo>
                  <a:pt x="96323" y="19850"/>
                </a:lnTo>
                <a:lnTo>
                  <a:pt x="95902" y="19473"/>
                </a:lnTo>
                <a:lnTo>
                  <a:pt x="95470" y="19113"/>
                </a:lnTo>
                <a:lnTo>
                  <a:pt x="95025" y="18771"/>
                </a:lnTo>
                <a:lnTo>
                  <a:pt x="94568" y="18447"/>
                </a:lnTo>
                <a:lnTo>
                  <a:pt x="94100" y="18140"/>
                </a:lnTo>
                <a:lnTo>
                  <a:pt x="93619" y="17851"/>
                </a:lnTo>
                <a:lnTo>
                  <a:pt x="93126" y="17579"/>
                </a:lnTo>
                <a:lnTo>
                  <a:pt x="92620" y="17325"/>
                </a:lnTo>
                <a:lnTo>
                  <a:pt x="92103" y="17088"/>
                </a:lnTo>
                <a:lnTo>
                  <a:pt x="91573" y="16869"/>
                </a:lnTo>
                <a:lnTo>
                  <a:pt x="91032" y="16667"/>
                </a:lnTo>
                <a:lnTo>
                  <a:pt x="90478" y="16483"/>
                </a:lnTo>
                <a:lnTo>
                  <a:pt x="89912" y="16317"/>
                </a:lnTo>
                <a:lnTo>
                  <a:pt x="89334" y="16168"/>
                </a:lnTo>
                <a:lnTo>
                  <a:pt x="88744" y="16036"/>
                </a:lnTo>
                <a:lnTo>
                  <a:pt x="88142" y="15922"/>
                </a:lnTo>
                <a:lnTo>
                  <a:pt x="87528" y="15826"/>
                </a:lnTo>
                <a:lnTo>
                  <a:pt x="86902" y="15747"/>
                </a:lnTo>
                <a:lnTo>
                  <a:pt x="86263" y="15685"/>
                </a:lnTo>
                <a:lnTo>
                  <a:pt x="85612" y="15641"/>
                </a:lnTo>
                <a:lnTo>
                  <a:pt x="84950" y="15615"/>
                </a:lnTo>
                <a:lnTo>
                  <a:pt x="84275" y="15606"/>
                </a:lnTo>
                <a:lnTo>
                  <a:pt x="83684" y="15614"/>
                </a:lnTo>
                <a:lnTo>
                  <a:pt x="83106" y="15635"/>
                </a:lnTo>
                <a:lnTo>
                  <a:pt x="82539" y="15671"/>
                </a:lnTo>
                <a:lnTo>
                  <a:pt x="81985" y="15721"/>
                </a:lnTo>
                <a:lnTo>
                  <a:pt x="81443" y="15786"/>
                </a:lnTo>
                <a:lnTo>
                  <a:pt x="80912" y="15865"/>
                </a:lnTo>
                <a:lnTo>
                  <a:pt x="80394" y="15958"/>
                </a:lnTo>
                <a:lnTo>
                  <a:pt x="79889" y="16065"/>
                </a:lnTo>
                <a:lnTo>
                  <a:pt x="79395" y="16187"/>
                </a:lnTo>
                <a:lnTo>
                  <a:pt x="78913" y="16324"/>
                </a:lnTo>
                <a:lnTo>
                  <a:pt x="78443" y="16474"/>
                </a:lnTo>
                <a:lnTo>
                  <a:pt x="77986" y="16639"/>
                </a:lnTo>
                <a:lnTo>
                  <a:pt x="77541" y="16818"/>
                </a:lnTo>
                <a:lnTo>
                  <a:pt x="77107" y="17012"/>
                </a:lnTo>
                <a:lnTo>
                  <a:pt x="76686" y="17220"/>
                </a:lnTo>
                <a:lnTo>
                  <a:pt x="76277" y="17442"/>
                </a:lnTo>
                <a:lnTo>
                  <a:pt x="75880" y="17679"/>
                </a:lnTo>
                <a:lnTo>
                  <a:pt x="75496" y="17930"/>
                </a:lnTo>
                <a:lnTo>
                  <a:pt x="75123" y="18195"/>
                </a:lnTo>
                <a:lnTo>
                  <a:pt x="74762" y="18475"/>
                </a:lnTo>
                <a:lnTo>
                  <a:pt x="74414" y="18769"/>
                </a:lnTo>
                <a:lnTo>
                  <a:pt x="74077" y="19078"/>
                </a:lnTo>
                <a:lnTo>
                  <a:pt x="73753" y="19400"/>
                </a:lnTo>
                <a:lnTo>
                  <a:pt x="73441" y="19737"/>
                </a:lnTo>
                <a:lnTo>
                  <a:pt x="73141" y="20089"/>
                </a:lnTo>
                <a:lnTo>
                  <a:pt x="72855" y="20454"/>
                </a:lnTo>
                <a:lnTo>
                  <a:pt x="72581" y="20833"/>
                </a:lnTo>
                <a:lnTo>
                  <a:pt x="72319" y="21227"/>
                </a:lnTo>
                <a:lnTo>
                  <a:pt x="72071" y="21634"/>
                </a:lnTo>
                <a:lnTo>
                  <a:pt x="71835" y="22055"/>
                </a:lnTo>
                <a:lnTo>
                  <a:pt x="71612" y="22491"/>
                </a:lnTo>
                <a:lnTo>
                  <a:pt x="71401" y="22940"/>
                </a:lnTo>
                <a:lnTo>
                  <a:pt x="71204" y="23404"/>
                </a:lnTo>
                <a:lnTo>
                  <a:pt x="71019" y="23881"/>
                </a:lnTo>
                <a:lnTo>
                  <a:pt x="70847" y="24373"/>
                </a:lnTo>
                <a:lnTo>
                  <a:pt x="70687" y="24878"/>
                </a:lnTo>
                <a:lnTo>
                  <a:pt x="70541" y="25398"/>
                </a:lnTo>
                <a:lnTo>
                  <a:pt x="70407" y="25932"/>
                </a:lnTo>
                <a:lnTo>
                  <a:pt x="70356" y="26163"/>
                </a:lnTo>
                <a:lnTo>
                  <a:pt x="70321" y="26163"/>
                </a:lnTo>
                <a:lnTo>
                  <a:pt x="70321" y="16524"/>
                </a:lnTo>
                <a:lnTo>
                  <a:pt x="59488" y="16524"/>
                </a:lnTo>
                <a:close/>
                <a:moveTo>
                  <a:pt x="168091" y="67016"/>
                </a:moveTo>
                <a:lnTo>
                  <a:pt x="179567" y="67016"/>
                </a:lnTo>
                <a:lnTo>
                  <a:pt x="179567" y="35436"/>
                </a:lnTo>
                <a:lnTo>
                  <a:pt x="179571" y="35042"/>
                </a:lnTo>
                <a:lnTo>
                  <a:pt x="179584" y="34656"/>
                </a:lnTo>
                <a:lnTo>
                  <a:pt x="179605" y="34277"/>
                </a:lnTo>
                <a:lnTo>
                  <a:pt x="179634" y="33906"/>
                </a:lnTo>
                <a:lnTo>
                  <a:pt x="179672" y="33543"/>
                </a:lnTo>
                <a:lnTo>
                  <a:pt x="179719" y="33187"/>
                </a:lnTo>
                <a:lnTo>
                  <a:pt x="179774" y="32839"/>
                </a:lnTo>
                <a:lnTo>
                  <a:pt x="179837" y="32498"/>
                </a:lnTo>
                <a:lnTo>
                  <a:pt x="179909" y="32166"/>
                </a:lnTo>
                <a:lnTo>
                  <a:pt x="179989" y="31841"/>
                </a:lnTo>
                <a:lnTo>
                  <a:pt x="180078" y="31523"/>
                </a:lnTo>
                <a:lnTo>
                  <a:pt x="180175" y="31213"/>
                </a:lnTo>
                <a:lnTo>
                  <a:pt x="180281" y="30911"/>
                </a:lnTo>
                <a:lnTo>
                  <a:pt x="180395" y="30616"/>
                </a:lnTo>
                <a:lnTo>
                  <a:pt x="180517" y="30330"/>
                </a:lnTo>
                <a:lnTo>
                  <a:pt x="180648" y="30050"/>
                </a:lnTo>
                <a:lnTo>
                  <a:pt x="180788" y="29779"/>
                </a:lnTo>
                <a:lnTo>
                  <a:pt x="180936" y="29515"/>
                </a:lnTo>
                <a:lnTo>
                  <a:pt x="181092" y="29259"/>
                </a:lnTo>
                <a:lnTo>
                  <a:pt x="181257" y="29010"/>
                </a:lnTo>
                <a:lnTo>
                  <a:pt x="181430" y="28769"/>
                </a:lnTo>
                <a:lnTo>
                  <a:pt x="181611" y="28536"/>
                </a:lnTo>
                <a:lnTo>
                  <a:pt x="181802" y="28310"/>
                </a:lnTo>
                <a:lnTo>
                  <a:pt x="182000" y="28092"/>
                </a:lnTo>
                <a:lnTo>
                  <a:pt x="182206" y="27882"/>
                </a:lnTo>
                <a:lnTo>
                  <a:pt x="182418" y="27681"/>
                </a:lnTo>
                <a:lnTo>
                  <a:pt x="182636" y="27489"/>
                </a:lnTo>
                <a:lnTo>
                  <a:pt x="182861" y="27306"/>
                </a:lnTo>
                <a:lnTo>
                  <a:pt x="183092" y="27132"/>
                </a:lnTo>
                <a:lnTo>
                  <a:pt x="183328" y="26967"/>
                </a:lnTo>
                <a:lnTo>
                  <a:pt x="183572" y="26811"/>
                </a:lnTo>
                <a:lnTo>
                  <a:pt x="183821" y="26664"/>
                </a:lnTo>
                <a:lnTo>
                  <a:pt x="184077" y="26525"/>
                </a:lnTo>
                <a:lnTo>
                  <a:pt x="184338" y="26396"/>
                </a:lnTo>
                <a:lnTo>
                  <a:pt x="184606" y="26276"/>
                </a:lnTo>
                <a:lnTo>
                  <a:pt x="184880" y="26164"/>
                </a:lnTo>
                <a:lnTo>
                  <a:pt x="185161" y="26061"/>
                </a:lnTo>
                <a:lnTo>
                  <a:pt x="185447" y="25968"/>
                </a:lnTo>
                <a:lnTo>
                  <a:pt x="185740" y="25883"/>
                </a:lnTo>
                <a:lnTo>
                  <a:pt x="186039" y="25807"/>
                </a:lnTo>
                <a:lnTo>
                  <a:pt x="186345" y="25740"/>
                </a:lnTo>
                <a:lnTo>
                  <a:pt x="186656" y="25682"/>
                </a:lnTo>
                <a:lnTo>
                  <a:pt x="186974" y="25633"/>
                </a:lnTo>
                <a:lnTo>
                  <a:pt x="187298" y="25593"/>
                </a:lnTo>
                <a:lnTo>
                  <a:pt x="187628" y="25562"/>
                </a:lnTo>
                <a:lnTo>
                  <a:pt x="187964" y="25539"/>
                </a:lnTo>
                <a:lnTo>
                  <a:pt x="188307" y="25526"/>
                </a:lnTo>
                <a:lnTo>
                  <a:pt x="188655" y="25521"/>
                </a:lnTo>
                <a:lnTo>
                  <a:pt x="189012" y="25526"/>
                </a:lnTo>
                <a:lnTo>
                  <a:pt x="189361" y="25539"/>
                </a:lnTo>
                <a:lnTo>
                  <a:pt x="189704" y="25560"/>
                </a:lnTo>
                <a:lnTo>
                  <a:pt x="190040" y="25590"/>
                </a:lnTo>
                <a:lnTo>
                  <a:pt x="190370" y="25629"/>
                </a:lnTo>
                <a:lnTo>
                  <a:pt x="190693" y="25676"/>
                </a:lnTo>
                <a:lnTo>
                  <a:pt x="191009" y="25732"/>
                </a:lnTo>
                <a:lnTo>
                  <a:pt x="191318" y="25797"/>
                </a:lnTo>
                <a:lnTo>
                  <a:pt x="191621" y="25870"/>
                </a:lnTo>
                <a:lnTo>
                  <a:pt x="191917" y="25952"/>
                </a:lnTo>
                <a:lnTo>
                  <a:pt x="192206" y="26042"/>
                </a:lnTo>
                <a:lnTo>
                  <a:pt x="192489" y="26141"/>
                </a:lnTo>
                <a:lnTo>
                  <a:pt x="192764" y="26249"/>
                </a:lnTo>
                <a:lnTo>
                  <a:pt x="193034" y="26365"/>
                </a:lnTo>
                <a:lnTo>
                  <a:pt x="193296" y="26490"/>
                </a:lnTo>
                <a:lnTo>
                  <a:pt x="193552" y="26623"/>
                </a:lnTo>
                <a:lnTo>
                  <a:pt x="193801" y="26765"/>
                </a:lnTo>
                <a:lnTo>
                  <a:pt x="194043" y="26916"/>
                </a:lnTo>
                <a:lnTo>
                  <a:pt x="194279" y="27075"/>
                </a:lnTo>
                <a:lnTo>
                  <a:pt x="194508" y="27243"/>
                </a:lnTo>
                <a:lnTo>
                  <a:pt x="194730" y="27420"/>
                </a:lnTo>
                <a:lnTo>
                  <a:pt x="194946" y="27605"/>
                </a:lnTo>
                <a:lnTo>
                  <a:pt x="195155" y="27798"/>
                </a:lnTo>
                <a:lnTo>
                  <a:pt x="195357" y="28001"/>
                </a:lnTo>
                <a:lnTo>
                  <a:pt x="195552" y="28211"/>
                </a:lnTo>
                <a:lnTo>
                  <a:pt x="195738" y="28428"/>
                </a:lnTo>
                <a:lnTo>
                  <a:pt x="195916" y="28653"/>
                </a:lnTo>
                <a:lnTo>
                  <a:pt x="196086" y="28885"/>
                </a:lnTo>
                <a:lnTo>
                  <a:pt x="196248" y="29125"/>
                </a:lnTo>
                <a:lnTo>
                  <a:pt x="196401" y="29372"/>
                </a:lnTo>
                <a:lnTo>
                  <a:pt x="196546" y="29626"/>
                </a:lnTo>
                <a:lnTo>
                  <a:pt x="196683" y="29887"/>
                </a:lnTo>
                <a:lnTo>
                  <a:pt x="196811" y="30156"/>
                </a:lnTo>
                <a:lnTo>
                  <a:pt x="196932" y="30432"/>
                </a:lnTo>
                <a:lnTo>
                  <a:pt x="197043" y="30716"/>
                </a:lnTo>
                <a:lnTo>
                  <a:pt x="197147" y="31007"/>
                </a:lnTo>
                <a:lnTo>
                  <a:pt x="197242" y="31305"/>
                </a:lnTo>
                <a:lnTo>
                  <a:pt x="197329" y="31610"/>
                </a:lnTo>
                <a:lnTo>
                  <a:pt x="197408" y="31923"/>
                </a:lnTo>
                <a:lnTo>
                  <a:pt x="197479" y="32243"/>
                </a:lnTo>
                <a:lnTo>
                  <a:pt x="197541" y="32571"/>
                </a:lnTo>
                <a:lnTo>
                  <a:pt x="197595" y="32905"/>
                </a:lnTo>
                <a:lnTo>
                  <a:pt x="197640" y="33247"/>
                </a:lnTo>
                <a:lnTo>
                  <a:pt x="197677" y="33597"/>
                </a:lnTo>
                <a:lnTo>
                  <a:pt x="197706" y="33954"/>
                </a:lnTo>
                <a:lnTo>
                  <a:pt x="197727" y="34318"/>
                </a:lnTo>
                <a:lnTo>
                  <a:pt x="197740" y="34689"/>
                </a:lnTo>
                <a:lnTo>
                  <a:pt x="197744" y="35068"/>
                </a:lnTo>
                <a:lnTo>
                  <a:pt x="197744" y="67016"/>
                </a:lnTo>
                <a:lnTo>
                  <a:pt x="209219" y="67016"/>
                </a:lnTo>
                <a:lnTo>
                  <a:pt x="209219" y="33876"/>
                </a:lnTo>
                <a:lnTo>
                  <a:pt x="209211" y="33185"/>
                </a:lnTo>
                <a:lnTo>
                  <a:pt x="209188" y="32507"/>
                </a:lnTo>
                <a:lnTo>
                  <a:pt x="209150" y="31840"/>
                </a:lnTo>
                <a:lnTo>
                  <a:pt x="209095" y="31185"/>
                </a:lnTo>
                <a:lnTo>
                  <a:pt x="209026" y="30542"/>
                </a:lnTo>
                <a:lnTo>
                  <a:pt x="208941" y="29911"/>
                </a:lnTo>
                <a:lnTo>
                  <a:pt x="208840" y="29291"/>
                </a:lnTo>
                <a:lnTo>
                  <a:pt x="208724" y="28684"/>
                </a:lnTo>
                <a:lnTo>
                  <a:pt x="208593" y="28088"/>
                </a:lnTo>
                <a:lnTo>
                  <a:pt x="208446" y="27504"/>
                </a:lnTo>
                <a:lnTo>
                  <a:pt x="208284" y="26931"/>
                </a:lnTo>
                <a:lnTo>
                  <a:pt x="208106" y="26371"/>
                </a:lnTo>
                <a:lnTo>
                  <a:pt x="207913" y="25822"/>
                </a:lnTo>
                <a:lnTo>
                  <a:pt x="207704" y="25285"/>
                </a:lnTo>
                <a:lnTo>
                  <a:pt x="207480" y="24760"/>
                </a:lnTo>
                <a:lnTo>
                  <a:pt x="207240" y="24246"/>
                </a:lnTo>
                <a:lnTo>
                  <a:pt x="206985" y="23745"/>
                </a:lnTo>
                <a:lnTo>
                  <a:pt x="206714" y="23255"/>
                </a:lnTo>
                <a:lnTo>
                  <a:pt x="206428" y="22777"/>
                </a:lnTo>
                <a:lnTo>
                  <a:pt x="206127" y="22311"/>
                </a:lnTo>
                <a:lnTo>
                  <a:pt x="205810" y="21856"/>
                </a:lnTo>
                <a:lnTo>
                  <a:pt x="205477" y="21414"/>
                </a:lnTo>
                <a:lnTo>
                  <a:pt x="205129" y="20983"/>
                </a:lnTo>
                <a:lnTo>
                  <a:pt x="204766" y="20564"/>
                </a:lnTo>
                <a:lnTo>
                  <a:pt x="204390" y="20159"/>
                </a:lnTo>
                <a:lnTo>
                  <a:pt x="204003" y="19772"/>
                </a:lnTo>
                <a:lnTo>
                  <a:pt x="203606" y="19402"/>
                </a:lnTo>
                <a:lnTo>
                  <a:pt x="203199" y="19049"/>
                </a:lnTo>
                <a:lnTo>
                  <a:pt x="202782" y="18713"/>
                </a:lnTo>
                <a:lnTo>
                  <a:pt x="202354" y="18395"/>
                </a:lnTo>
                <a:lnTo>
                  <a:pt x="201915" y="18094"/>
                </a:lnTo>
                <a:lnTo>
                  <a:pt x="201467" y="17810"/>
                </a:lnTo>
                <a:lnTo>
                  <a:pt x="201008" y="17543"/>
                </a:lnTo>
                <a:lnTo>
                  <a:pt x="200538" y="17293"/>
                </a:lnTo>
                <a:lnTo>
                  <a:pt x="200058" y="17061"/>
                </a:lnTo>
                <a:lnTo>
                  <a:pt x="199568" y="16846"/>
                </a:lnTo>
                <a:lnTo>
                  <a:pt x="199068" y="16648"/>
                </a:lnTo>
                <a:lnTo>
                  <a:pt x="198557" y="16467"/>
                </a:lnTo>
                <a:lnTo>
                  <a:pt x="198036" y="16304"/>
                </a:lnTo>
                <a:lnTo>
                  <a:pt x="197504" y="16157"/>
                </a:lnTo>
                <a:lnTo>
                  <a:pt x="196962" y="16028"/>
                </a:lnTo>
                <a:lnTo>
                  <a:pt x="196410" y="15916"/>
                </a:lnTo>
                <a:lnTo>
                  <a:pt x="195847" y="15822"/>
                </a:lnTo>
                <a:lnTo>
                  <a:pt x="195274" y="15744"/>
                </a:lnTo>
                <a:lnTo>
                  <a:pt x="194691" y="15684"/>
                </a:lnTo>
                <a:lnTo>
                  <a:pt x="194097" y="15641"/>
                </a:lnTo>
                <a:lnTo>
                  <a:pt x="193493" y="15615"/>
                </a:lnTo>
                <a:lnTo>
                  <a:pt x="192879" y="15606"/>
                </a:lnTo>
                <a:lnTo>
                  <a:pt x="192356" y="15612"/>
                </a:lnTo>
                <a:lnTo>
                  <a:pt x="191842" y="15631"/>
                </a:lnTo>
                <a:lnTo>
                  <a:pt x="191337" y="15661"/>
                </a:lnTo>
                <a:lnTo>
                  <a:pt x="190842" y="15703"/>
                </a:lnTo>
                <a:lnTo>
                  <a:pt x="190357" y="15758"/>
                </a:lnTo>
                <a:lnTo>
                  <a:pt x="189881" y="15825"/>
                </a:lnTo>
                <a:lnTo>
                  <a:pt x="189414" y="15903"/>
                </a:lnTo>
                <a:lnTo>
                  <a:pt x="188957" y="15994"/>
                </a:lnTo>
                <a:lnTo>
                  <a:pt x="188509" y="16097"/>
                </a:lnTo>
                <a:lnTo>
                  <a:pt x="188070" y="16212"/>
                </a:lnTo>
                <a:lnTo>
                  <a:pt x="187641" y="16339"/>
                </a:lnTo>
                <a:lnTo>
                  <a:pt x="187221" y="16479"/>
                </a:lnTo>
                <a:lnTo>
                  <a:pt x="186811" y="16630"/>
                </a:lnTo>
                <a:lnTo>
                  <a:pt x="186410" y="16794"/>
                </a:lnTo>
                <a:lnTo>
                  <a:pt x="186018" y="16969"/>
                </a:lnTo>
                <a:lnTo>
                  <a:pt x="185636" y="17157"/>
                </a:lnTo>
                <a:lnTo>
                  <a:pt x="185264" y="17357"/>
                </a:lnTo>
                <a:lnTo>
                  <a:pt x="184900" y="17569"/>
                </a:lnTo>
                <a:lnTo>
                  <a:pt x="184546" y="17793"/>
                </a:lnTo>
                <a:lnTo>
                  <a:pt x="184202" y="18030"/>
                </a:lnTo>
                <a:lnTo>
                  <a:pt x="183867" y="18278"/>
                </a:lnTo>
                <a:lnTo>
                  <a:pt x="183541" y="18539"/>
                </a:lnTo>
                <a:lnTo>
                  <a:pt x="183225" y="18811"/>
                </a:lnTo>
                <a:lnTo>
                  <a:pt x="182918" y="19096"/>
                </a:lnTo>
                <a:lnTo>
                  <a:pt x="182622" y="19391"/>
                </a:lnTo>
                <a:lnTo>
                  <a:pt x="182339" y="19696"/>
                </a:lnTo>
                <a:lnTo>
                  <a:pt x="182068" y="20011"/>
                </a:lnTo>
                <a:lnTo>
                  <a:pt x="181810" y="20335"/>
                </a:lnTo>
                <a:lnTo>
                  <a:pt x="181564" y="20669"/>
                </a:lnTo>
                <a:lnTo>
                  <a:pt x="181332" y="21012"/>
                </a:lnTo>
                <a:lnTo>
                  <a:pt x="181111" y="21365"/>
                </a:lnTo>
                <a:lnTo>
                  <a:pt x="180904" y="21727"/>
                </a:lnTo>
                <a:lnTo>
                  <a:pt x="180708" y="22099"/>
                </a:lnTo>
                <a:lnTo>
                  <a:pt x="180526" y="22481"/>
                </a:lnTo>
                <a:lnTo>
                  <a:pt x="180356" y="22872"/>
                </a:lnTo>
                <a:lnTo>
                  <a:pt x="180199" y="23272"/>
                </a:lnTo>
                <a:lnTo>
                  <a:pt x="180054" y="23683"/>
                </a:lnTo>
                <a:lnTo>
                  <a:pt x="179922" y="24102"/>
                </a:lnTo>
                <a:lnTo>
                  <a:pt x="179802" y="24532"/>
                </a:lnTo>
                <a:lnTo>
                  <a:pt x="179695" y="24971"/>
                </a:lnTo>
                <a:lnTo>
                  <a:pt x="179601" y="25419"/>
                </a:lnTo>
                <a:lnTo>
                  <a:pt x="179519" y="25877"/>
                </a:lnTo>
                <a:lnTo>
                  <a:pt x="179477" y="26163"/>
                </a:lnTo>
                <a:lnTo>
                  <a:pt x="179292" y="26163"/>
                </a:lnTo>
                <a:lnTo>
                  <a:pt x="179292" y="16524"/>
                </a:lnTo>
                <a:lnTo>
                  <a:pt x="168091" y="16524"/>
                </a:lnTo>
                <a:lnTo>
                  <a:pt x="168091" y="67016"/>
                </a:lnTo>
                <a:close/>
                <a:moveTo>
                  <a:pt x="246996" y="67797"/>
                </a:moveTo>
                <a:lnTo>
                  <a:pt x="247732" y="67721"/>
                </a:lnTo>
                <a:lnTo>
                  <a:pt x="248454" y="67627"/>
                </a:lnTo>
                <a:lnTo>
                  <a:pt x="249162" y="67516"/>
                </a:lnTo>
                <a:lnTo>
                  <a:pt x="249858" y="67388"/>
                </a:lnTo>
                <a:lnTo>
                  <a:pt x="250539" y="67243"/>
                </a:lnTo>
                <a:lnTo>
                  <a:pt x="251208" y="67081"/>
                </a:lnTo>
                <a:lnTo>
                  <a:pt x="251863" y="66902"/>
                </a:lnTo>
                <a:lnTo>
                  <a:pt x="252505" y="66706"/>
                </a:lnTo>
                <a:lnTo>
                  <a:pt x="253133" y="66493"/>
                </a:lnTo>
                <a:lnTo>
                  <a:pt x="253748" y="66262"/>
                </a:lnTo>
                <a:lnTo>
                  <a:pt x="254349" y="66015"/>
                </a:lnTo>
                <a:lnTo>
                  <a:pt x="254937" y="65751"/>
                </a:lnTo>
                <a:lnTo>
                  <a:pt x="255512" y="65470"/>
                </a:lnTo>
                <a:lnTo>
                  <a:pt x="256073" y="65171"/>
                </a:lnTo>
                <a:lnTo>
                  <a:pt x="256621" y="64856"/>
                </a:lnTo>
                <a:lnTo>
                  <a:pt x="257156" y="64523"/>
                </a:lnTo>
                <a:lnTo>
                  <a:pt x="257677" y="64174"/>
                </a:lnTo>
                <a:lnTo>
                  <a:pt x="258185" y="63807"/>
                </a:lnTo>
                <a:lnTo>
                  <a:pt x="258679" y="63423"/>
                </a:lnTo>
                <a:lnTo>
                  <a:pt x="259160" y="63022"/>
                </a:lnTo>
                <a:lnTo>
                  <a:pt x="259625" y="62607"/>
                </a:lnTo>
                <a:lnTo>
                  <a:pt x="260071" y="62179"/>
                </a:lnTo>
                <a:lnTo>
                  <a:pt x="260499" y="61739"/>
                </a:lnTo>
                <a:lnTo>
                  <a:pt x="260907" y="61287"/>
                </a:lnTo>
                <a:lnTo>
                  <a:pt x="261297" y="60823"/>
                </a:lnTo>
                <a:lnTo>
                  <a:pt x="261668" y="60346"/>
                </a:lnTo>
                <a:lnTo>
                  <a:pt x="262020" y="59857"/>
                </a:lnTo>
                <a:lnTo>
                  <a:pt x="262353" y="59356"/>
                </a:lnTo>
                <a:lnTo>
                  <a:pt x="262668" y="58842"/>
                </a:lnTo>
                <a:lnTo>
                  <a:pt x="262964" y="58316"/>
                </a:lnTo>
                <a:lnTo>
                  <a:pt x="263241" y="57778"/>
                </a:lnTo>
                <a:lnTo>
                  <a:pt x="263499" y="57228"/>
                </a:lnTo>
                <a:lnTo>
                  <a:pt x="263738" y="56665"/>
                </a:lnTo>
                <a:lnTo>
                  <a:pt x="263958" y="56090"/>
                </a:lnTo>
                <a:lnTo>
                  <a:pt x="264160" y="55503"/>
                </a:lnTo>
                <a:lnTo>
                  <a:pt x="264343" y="54903"/>
                </a:lnTo>
                <a:lnTo>
                  <a:pt x="264507" y="54292"/>
                </a:lnTo>
                <a:lnTo>
                  <a:pt x="264652" y="53668"/>
                </a:lnTo>
                <a:lnTo>
                  <a:pt x="264778" y="53031"/>
                </a:lnTo>
                <a:lnTo>
                  <a:pt x="264886" y="52383"/>
                </a:lnTo>
                <a:lnTo>
                  <a:pt x="264974" y="51722"/>
                </a:lnTo>
                <a:lnTo>
                  <a:pt x="265044" y="51049"/>
                </a:lnTo>
                <a:lnTo>
                  <a:pt x="265095" y="50363"/>
                </a:lnTo>
                <a:lnTo>
                  <a:pt x="265128" y="49666"/>
                </a:lnTo>
                <a:lnTo>
                  <a:pt x="253652" y="49666"/>
                </a:lnTo>
                <a:lnTo>
                  <a:pt x="253625" y="49992"/>
                </a:lnTo>
                <a:lnTo>
                  <a:pt x="253591" y="50311"/>
                </a:lnTo>
                <a:lnTo>
                  <a:pt x="253548" y="50625"/>
                </a:lnTo>
                <a:lnTo>
                  <a:pt x="253498" y="50932"/>
                </a:lnTo>
                <a:lnTo>
                  <a:pt x="253440" y="51233"/>
                </a:lnTo>
                <a:lnTo>
                  <a:pt x="253374" y="51528"/>
                </a:lnTo>
                <a:lnTo>
                  <a:pt x="253301" y="51816"/>
                </a:lnTo>
                <a:lnTo>
                  <a:pt x="253219" y="52098"/>
                </a:lnTo>
                <a:lnTo>
                  <a:pt x="253130" y="52375"/>
                </a:lnTo>
                <a:lnTo>
                  <a:pt x="253033" y="52644"/>
                </a:lnTo>
                <a:lnTo>
                  <a:pt x="252928" y="52908"/>
                </a:lnTo>
                <a:lnTo>
                  <a:pt x="252815" y="53166"/>
                </a:lnTo>
                <a:lnTo>
                  <a:pt x="252694" y="53417"/>
                </a:lnTo>
                <a:lnTo>
                  <a:pt x="252566" y="53662"/>
                </a:lnTo>
                <a:lnTo>
                  <a:pt x="252430" y="53901"/>
                </a:lnTo>
                <a:lnTo>
                  <a:pt x="252286" y="54133"/>
                </a:lnTo>
                <a:lnTo>
                  <a:pt x="252134" y="54360"/>
                </a:lnTo>
                <a:lnTo>
                  <a:pt x="251974" y="54580"/>
                </a:lnTo>
                <a:lnTo>
                  <a:pt x="251807" y="54794"/>
                </a:lnTo>
                <a:lnTo>
                  <a:pt x="251631" y="55002"/>
                </a:lnTo>
                <a:lnTo>
                  <a:pt x="251448" y="55203"/>
                </a:lnTo>
                <a:lnTo>
                  <a:pt x="251257" y="55398"/>
                </a:lnTo>
                <a:lnTo>
                  <a:pt x="251059" y="55588"/>
                </a:lnTo>
                <a:lnTo>
                  <a:pt x="250852" y="55770"/>
                </a:lnTo>
                <a:lnTo>
                  <a:pt x="250638" y="55946"/>
                </a:lnTo>
                <a:lnTo>
                  <a:pt x="250418" y="56115"/>
                </a:lnTo>
                <a:lnTo>
                  <a:pt x="250192" y="56276"/>
                </a:lnTo>
                <a:lnTo>
                  <a:pt x="249958" y="56430"/>
                </a:lnTo>
                <a:lnTo>
                  <a:pt x="249719" y="56576"/>
                </a:lnTo>
                <a:lnTo>
                  <a:pt x="249472" y="56714"/>
                </a:lnTo>
                <a:lnTo>
                  <a:pt x="249219" y="56845"/>
                </a:lnTo>
                <a:lnTo>
                  <a:pt x="248960" y="56969"/>
                </a:lnTo>
                <a:lnTo>
                  <a:pt x="248694" y="57085"/>
                </a:lnTo>
                <a:lnTo>
                  <a:pt x="248422" y="57194"/>
                </a:lnTo>
                <a:lnTo>
                  <a:pt x="248143" y="57295"/>
                </a:lnTo>
                <a:lnTo>
                  <a:pt x="247857" y="57388"/>
                </a:lnTo>
                <a:lnTo>
                  <a:pt x="247565" y="57475"/>
                </a:lnTo>
                <a:lnTo>
                  <a:pt x="247266" y="57553"/>
                </a:lnTo>
                <a:lnTo>
                  <a:pt x="246961" y="57624"/>
                </a:lnTo>
                <a:lnTo>
                  <a:pt x="246650" y="57688"/>
                </a:lnTo>
                <a:lnTo>
                  <a:pt x="246331" y="57744"/>
                </a:lnTo>
                <a:lnTo>
                  <a:pt x="246007" y="57793"/>
                </a:lnTo>
                <a:lnTo>
                  <a:pt x="245675" y="57834"/>
                </a:lnTo>
                <a:lnTo>
                  <a:pt x="245338" y="57868"/>
                </a:lnTo>
                <a:lnTo>
                  <a:pt x="244993" y="57894"/>
                </a:lnTo>
                <a:lnTo>
                  <a:pt x="244642" y="57913"/>
                </a:lnTo>
                <a:lnTo>
                  <a:pt x="244285" y="57924"/>
                </a:lnTo>
                <a:lnTo>
                  <a:pt x="243921" y="57928"/>
                </a:lnTo>
                <a:lnTo>
                  <a:pt x="243542" y="57923"/>
                </a:lnTo>
                <a:lnTo>
                  <a:pt x="243169" y="57910"/>
                </a:lnTo>
                <a:lnTo>
                  <a:pt x="242804" y="57888"/>
                </a:lnTo>
                <a:lnTo>
                  <a:pt x="242445" y="57856"/>
                </a:lnTo>
                <a:lnTo>
                  <a:pt x="242092" y="57816"/>
                </a:lnTo>
                <a:lnTo>
                  <a:pt x="241747" y="57767"/>
                </a:lnTo>
                <a:lnTo>
                  <a:pt x="241408" y="57709"/>
                </a:lnTo>
                <a:lnTo>
                  <a:pt x="241075" y="57642"/>
                </a:lnTo>
                <a:lnTo>
                  <a:pt x="240750" y="57566"/>
                </a:lnTo>
                <a:lnTo>
                  <a:pt x="240431" y="57481"/>
                </a:lnTo>
                <a:lnTo>
                  <a:pt x="240119" y="57388"/>
                </a:lnTo>
                <a:lnTo>
                  <a:pt x="239813" y="57285"/>
                </a:lnTo>
                <a:lnTo>
                  <a:pt x="239514" y="57173"/>
                </a:lnTo>
                <a:lnTo>
                  <a:pt x="239222" y="57053"/>
                </a:lnTo>
                <a:lnTo>
                  <a:pt x="238937" y="56924"/>
                </a:lnTo>
                <a:lnTo>
                  <a:pt x="238658" y="56785"/>
                </a:lnTo>
                <a:lnTo>
                  <a:pt x="238386" y="56638"/>
                </a:lnTo>
                <a:lnTo>
                  <a:pt x="238121" y="56482"/>
                </a:lnTo>
                <a:lnTo>
                  <a:pt x="237862" y="56317"/>
                </a:lnTo>
                <a:lnTo>
                  <a:pt x="237610" y="56143"/>
                </a:lnTo>
                <a:lnTo>
                  <a:pt x="237365" y="55960"/>
                </a:lnTo>
                <a:lnTo>
                  <a:pt x="237126" y="55768"/>
                </a:lnTo>
                <a:lnTo>
                  <a:pt x="236894" y="55567"/>
                </a:lnTo>
                <a:lnTo>
                  <a:pt x="236669" y="55357"/>
                </a:lnTo>
                <a:lnTo>
                  <a:pt x="236452" y="55139"/>
                </a:lnTo>
                <a:lnTo>
                  <a:pt x="236244" y="54914"/>
                </a:lnTo>
                <a:lnTo>
                  <a:pt x="236045" y="54682"/>
                </a:lnTo>
                <a:lnTo>
                  <a:pt x="235856" y="54442"/>
                </a:lnTo>
                <a:lnTo>
                  <a:pt x="235675" y="54195"/>
                </a:lnTo>
                <a:lnTo>
                  <a:pt x="235504" y="53940"/>
                </a:lnTo>
                <a:lnTo>
                  <a:pt x="235343" y="53678"/>
                </a:lnTo>
                <a:lnTo>
                  <a:pt x="235190" y="53409"/>
                </a:lnTo>
                <a:lnTo>
                  <a:pt x="235047" y="53132"/>
                </a:lnTo>
                <a:lnTo>
                  <a:pt x="234913" y="52849"/>
                </a:lnTo>
                <a:lnTo>
                  <a:pt x="234788" y="52557"/>
                </a:lnTo>
                <a:lnTo>
                  <a:pt x="234673" y="52259"/>
                </a:lnTo>
                <a:lnTo>
                  <a:pt x="234566" y="51953"/>
                </a:lnTo>
                <a:lnTo>
                  <a:pt x="234469" y="51640"/>
                </a:lnTo>
                <a:lnTo>
                  <a:pt x="234382" y="51319"/>
                </a:lnTo>
                <a:lnTo>
                  <a:pt x="234303" y="50992"/>
                </a:lnTo>
                <a:lnTo>
                  <a:pt x="234234" y="50657"/>
                </a:lnTo>
                <a:lnTo>
                  <a:pt x="234174" y="50314"/>
                </a:lnTo>
                <a:lnTo>
                  <a:pt x="234123" y="49964"/>
                </a:lnTo>
                <a:lnTo>
                  <a:pt x="234081" y="49607"/>
                </a:lnTo>
                <a:lnTo>
                  <a:pt x="234049" y="49243"/>
                </a:lnTo>
                <a:lnTo>
                  <a:pt x="234026" y="48871"/>
                </a:lnTo>
                <a:lnTo>
                  <a:pt x="234012" y="48492"/>
                </a:lnTo>
                <a:lnTo>
                  <a:pt x="234007" y="48105"/>
                </a:lnTo>
                <a:lnTo>
                  <a:pt x="234007" y="35344"/>
                </a:lnTo>
                <a:lnTo>
                  <a:pt x="234012" y="34957"/>
                </a:lnTo>
                <a:lnTo>
                  <a:pt x="234026" y="34579"/>
                </a:lnTo>
                <a:lnTo>
                  <a:pt x="234049" y="34207"/>
                </a:lnTo>
                <a:lnTo>
                  <a:pt x="234081" y="33843"/>
                </a:lnTo>
                <a:lnTo>
                  <a:pt x="234123" y="33487"/>
                </a:lnTo>
                <a:lnTo>
                  <a:pt x="234174" y="33138"/>
                </a:lnTo>
                <a:lnTo>
                  <a:pt x="234234" y="32796"/>
                </a:lnTo>
                <a:lnTo>
                  <a:pt x="234303" y="32463"/>
                </a:lnTo>
                <a:lnTo>
                  <a:pt x="234382" y="32136"/>
                </a:lnTo>
                <a:lnTo>
                  <a:pt x="234469" y="31817"/>
                </a:lnTo>
                <a:lnTo>
                  <a:pt x="234566" y="31506"/>
                </a:lnTo>
                <a:lnTo>
                  <a:pt x="234673" y="31202"/>
                </a:lnTo>
                <a:lnTo>
                  <a:pt x="234788" y="30905"/>
                </a:lnTo>
                <a:lnTo>
                  <a:pt x="234913" y="30616"/>
                </a:lnTo>
                <a:lnTo>
                  <a:pt x="235047" y="30335"/>
                </a:lnTo>
                <a:lnTo>
                  <a:pt x="235190" y="30061"/>
                </a:lnTo>
                <a:lnTo>
                  <a:pt x="235343" y="29794"/>
                </a:lnTo>
                <a:lnTo>
                  <a:pt x="235504" y="29535"/>
                </a:lnTo>
                <a:lnTo>
                  <a:pt x="235675" y="29283"/>
                </a:lnTo>
                <a:lnTo>
                  <a:pt x="235856" y="29039"/>
                </a:lnTo>
                <a:lnTo>
                  <a:pt x="236045" y="28803"/>
                </a:lnTo>
                <a:lnTo>
                  <a:pt x="236244" y="28574"/>
                </a:lnTo>
                <a:lnTo>
                  <a:pt x="236452" y="28352"/>
                </a:lnTo>
                <a:lnTo>
                  <a:pt x="236669" y="28138"/>
                </a:lnTo>
                <a:lnTo>
                  <a:pt x="236894" y="27932"/>
                </a:lnTo>
                <a:lnTo>
                  <a:pt x="237126" y="27735"/>
                </a:lnTo>
                <a:lnTo>
                  <a:pt x="237365" y="27546"/>
                </a:lnTo>
                <a:lnTo>
                  <a:pt x="237610" y="27366"/>
                </a:lnTo>
                <a:lnTo>
                  <a:pt x="237862" y="27195"/>
                </a:lnTo>
                <a:lnTo>
                  <a:pt x="238121" y="27033"/>
                </a:lnTo>
                <a:lnTo>
                  <a:pt x="238386" y="26880"/>
                </a:lnTo>
                <a:lnTo>
                  <a:pt x="238658" y="26735"/>
                </a:lnTo>
                <a:lnTo>
                  <a:pt x="238937" y="26599"/>
                </a:lnTo>
                <a:lnTo>
                  <a:pt x="239222" y="26472"/>
                </a:lnTo>
                <a:lnTo>
                  <a:pt x="239514" y="26353"/>
                </a:lnTo>
                <a:lnTo>
                  <a:pt x="239813" y="26244"/>
                </a:lnTo>
                <a:lnTo>
                  <a:pt x="240119" y="26143"/>
                </a:lnTo>
                <a:lnTo>
                  <a:pt x="240431" y="26051"/>
                </a:lnTo>
                <a:lnTo>
                  <a:pt x="240750" y="25968"/>
                </a:lnTo>
                <a:lnTo>
                  <a:pt x="241075" y="25893"/>
                </a:lnTo>
                <a:lnTo>
                  <a:pt x="241408" y="25827"/>
                </a:lnTo>
                <a:lnTo>
                  <a:pt x="241747" y="25770"/>
                </a:lnTo>
                <a:lnTo>
                  <a:pt x="242092" y="25722"/>
                </a:lnTo>
                <a:lnTo>
                  <a:pt x="242445" y="25683"/>
                </a:lnTo>
                <a:lnTo>
                  <a:pt x="242804" y="25652"/>
                </a:lnTo>
                <a:lnTo>
                  <a:pt x="243169" y="25630"/>
                </a:lnTo>
                <a:lnTo>
                  <a:pt x="243542" y="25617"/>
                </a:lnTo>
                <a:lnTo>
                  <a:pt x="243921" y="25612"/>
                </a:lnTo>
                <a:lnTo>
                  <a:pt x="244285" y="25616"/>
                </a:lnTo>
                <a:lnTo>
                  <a:pt x="244642" y="25627"/>
                </a:lnTo>
                <a:lnTo>
                  <a:pt x="244993" y="25646"/>
                </a:lnTo>
                <a:lnTo>
                  <a:pt x="245338" y="25672"/>
                </a:lnTo>
                <a:lnTo>
                  <a:pt x="245675" y="25706"/>
                </a:lnTo>
                <a:lnTo>
                  <a:pt x="246007" y="25747"/>
                </a:lnTo>
                <a:lnTo>
                  <a:pt x="246331" y="25796"/>
                </a:lnTo>
                <a:lnTo>
                  <a:pt x="246650" y="25852"/>
                </a:lnTo>
                <a:lnTo>
                  <a:pt x="246961" y="25916"/>
                </a:lnTo>
                <a:lnTo>
                  <a:pt x="247266" y="25987"/>
                </a:lnTo>
                <a:lnTo>
                  <a:pt x="247565" y="26066"/>
                </a:lnTo>
                <a:lnTo>
                  <a:pt x="247857" y="26152"/>
                </a:lnTo>
                <a:lnTo>
                  <a:pt x="248143" y="26245"/>
                </a:lnTo>
                <a:lnTo>
                  <a:pt x="248422" y="26346"/>
                </a:lnTo>
                <a:lnTo>
                  <a:pt x="248694" y="26455"/>
                </a:lnTo>
                <a:lnTo>
                  <a:pt x="248960" y="26571"/>
                </a:lnTo>
                <a:lnTo>
                  <a:pt x="249219" y="26695"/>
                </a:lnTo>
                <a:lnTo>
                  <a:pt x="249472" y="26826"/>
                </a:lnTo>
                <a:lnTo>
                  <a:pt x="249719" y="26964"/>
                </a:lnTo>
                <a:lnTo>
                  <a:pt x="249958" y="27110"/>
                </a:lnTo>
                <a:lnTo>
                  <a:pt x="250192" y="27264"/>
                </a:lnTo>
                <a:lnTo>
                  <a:pt x="250418" y="27425"/>
                </a:lnTo>
                <a:lnTo>
                  <a:pt x="250638" y="27594"/>
                </a:lnTo>
                <a:lnTo>
                  <a:pt x="250852" y="27770"/>
                </a:lnTo>
                <a:lnTo>
                  <a:pt x="251059" y="27953"/>
                </a:lnTo>
                <a:lnTo>
                  <a:pt x="251257" y="28142"/>
                </a:lnTo>
                <a:lnTo>
                  <a:pt x="251448" y="28337"/>
                </a:lnTo>
                <a:lnTo>
                  <a:pt x="251631" y="28539"/>
                </a:lnTo>
                <a:lnTo>
                  <a:pt x="251807" y="28746"/>
                </a:lnTo>
                <a:lnTo>
                  <a:pt x="251974" y="28960"/>
                </a:lnTo>
                <a:lnTo>
                  <a:pt x="252134" y="29180"/>
                </a:lnTo>
                <a:lnTo>
                  <a:pt x="252286" y="29407"/>
                </a:lnTo>
                <a:lnTo>
                  <a:pt x="252430" y="29640"/>
                </a:lnTo>
                <a:lnTo>
                  <a:pt x="252566" y="29878"/>
                </a:lnTo>
                <a:lnTo>
                  <a:pt x="252694" y="30123"/>
                </a:lnTo>
                <a:lnTo>
                  <a:pt x="252815" y="30375"/>
                </a:lnTo>
                <a:lnTo>
                  <a:pt x="252928" y="30632"/>
                </a:lnTo>
                <a:lnTo>
                  <a:pt x="253033" y="30896"/>
                </a:lnTo>
                <a:lnTo>
                  <a:pt x="253130" y="31166"/>
                </a:lnTo>
                <a:lnTo>
                  <a:pt x="253219" y="31442"/>
                </a:lnTo>
                <a:lnTo>
                  <a:pt x="253301" y="31725"/>
                </a:lnTo>
                <a:lnTo>
                  <a:pt x="253374" y="32013"/>
                </a:lnTo>
                <a:lnTo>
                  <a:pt x="253440" y="32308"/>
                </a:lnTo>
                <a:lnTo>
                  <a:pt x="253498" y="32609"/>
                </a:lnTo>
                <a:lnTo>
                  <a:pt x="253548" y="32917"/>
                </a:lnTo>
                <a:lnTo>
                  <a:pt x="253591" y="33230"/>
                </a:lnTo>
                <a:lnTo>
                  <a:pt x="253625" y="33550"/>
                </a:lnTo>
                <a:lnTo>
                  <a:pt x="253652" y="33876"/>
                </a:lnTo>
                <a:lnTo>
                  <a:pt x="265128" y="33876"/>
                </a:lnTo>
                <a:lnTo>
                  <a:pt x="265095" y="33178"/>
                </a:lnTo>
                <a:lnTo>
                  <a:pt x="265044" y="32493"/>
                </a:lnTo>
                <a:lnTo>
                  <a:pt x="264974" y="31819"/>
                </a:lnTo>
                <a:lnTo>
                  <a:pt x="264886" y="31158"/>
                </a:lnTo>
                <a:lnTo>
                  <a:pt x="264778" y="30510"/>
                </a:lnTo>
                <a:lnTo>
                  <a:pt x="264652" y="29873"/>
                </a:lnTo>
                <a:lnTo>
                  <a:pt x="264507" y="29249"/>
                </a:lnTo>
                <a:lnTo>
                  <a:pt x="264343" y="28637"/>
                </a:lnTo>
                <a:lnTo>
                  <a:pt x="264160" y="28038"/>
                </a:lnTo>
                <a:lnTo>
                  <a:pt x="263958" y="27451"/>
                </a:lnTo>
                <a:lnTo>
                  <a:pt x="263738" y="26876"/>
                </a:lnTo>
                <a:lnTo>
                  <a:pt x="263499" y="26313"/>
                </a:lnTo>
                <a:lnTo>
                  <a:pt x="263241" y="25762"/>
                </a:lnTo>
                <a:lnTo>
                  <a:pt x="262964" y="25224"/>
                </a:lnTo>
                <a:lnTo>
                  <a:pt x="262668" y="24698"/>
                </a:lnTo>
                <a:lnTo>
                  <a:pt x="262353" y="24185"/>
                </a:lnTo>
                <a:lnTo>
                  <a:pt x="262020" y="23683"/>
                </a:lnTo>
                <a:lnTo>
                  <a:pt x="261668" y="23194"/>
                </a:lnTo>
                <a:lnTo>
                  <a:pt x="261297" y="22717"/>
                </a:lnTo>
                <a:lnTo>
                  <a:pt x="260907" y="22253"/>
                </a:lnTo>
                <a:lnTo>
                  <a:pt x="260499" y="21801"/>
                </a:lnTo>
                <a:lnTo>
                  <a:pt x="260071" y="21361"/>
                </a:lnTo>
                <a:lnTo>
                  <a:pt x="259625" y="20933"/>
                </a:lnTo>
                <a:lnTo>
                  <a:pt x="259160" y="20518"/>
                </a:lnTo>
                <a:lnTo>
                  <a:pt x="258679" y="20117"/>
                </a:lnTo>
                <a:lnTo>
                  <a:pt x="258185" y="19733"/>
                </a:lnTo>
                <a:lnTo>
                  <a:pt x="257677" y="19367"/>
                </a:lnTo>
                <a:lnTo>
                  <a:pt x="257156" y="19017"/>
                </a:lnTo>
                <a:lnTo>
                  <a:pt x="256621" y="18684"/>
                </a:lnTo>
                <a:lnTo>
                  <a:pt x="256073" y="18369"/>
                </a:lnTo>
                <a:lnTo>
                  <a:pt x="255512" y="18071"/>
                </a:lnTo>
                <a:lnTo>
                  <a:pt x="254937" y="17789"/>
                </a:lnTo>
                <a:lnTo>
                  <a:pt x="254349" y="17525"/>
                </a:lnTo>
                <a:lnTo>
                  <a:pt x="253748" y="17278"/>
                </a:lnTo>
                <a:lnTo>
                  <a:pt x="253133" y="17047"/>
                </a:lnTo>
                <a:lnTo>
                  <a:pt x="252505" y="16834"/>
                </a:lnTo>
                <a:lnTo>
                  <a:pt x="251863" y="16638"/>
                </a:lnTo>
                <a:lnTo>
                  <a:pt x="251208" y="16459"/>
                </a:lnTo>
                <a:lnTo>
                  <a:pt x="250539" y="16297"/>
                </a:lnTo>
                <a:lnTo>
                  <a:pt x="249858" y="16152"/>
                </a:lnTo>
                <a:lnTo>
                  <a:pt x="249162" y="16024"/>
                </a:lnTo>
                <a:lnTo>
                  <a:pt x="248454" y="15913"/>
                </a:lnTo>
                <a:lnTo>
                  <a:pt x="247732" y="15820"/>
                </a:lnTo>
                <a:lnTo>
                  <a:pt x="246996" y="15743"/>
                </a:lnTo>
                <a:lnTo>
                  <a:pt x="246248" y="15683"/>
                </a:lnTo>
                <a:lnTo>
                  <a:pt x="245485" y="15641"/>
                </a:lnTo>
                <a:lnTo>
                  <a:pt x="244710" y="15615"/>
                </a:lnTo>
                <a:lnTo>
                  <a:pt x="243921" y="15606"/>
                </a:lnTo>
                <a:lnTo>
                  <a:pt x="243388" y="15611"/>
                </a:lnTo>
                <a:lnTo>
                  <a:pt x="242861" y="15623"/>
                </a:lnTo>
                <a:lnTo>
                  <a:pt x="242340" y="15644"/>
                </a:lnTo>
                <a:lnTo>
                  <a:pt x="241824" y="15674"/>
                </a:lnTo>
                <a:lnTo>
                  <a:pt x="241313" y="15712"/>
                </a:lnTo>
                <a:lnTo>
                  <a:pt x="240808" y="15758"/>
                </a:lnTo>
                <a:lnTo>
                  <a:pt x="240309" y="15813"/>
                </a:lnTo>
                <a:lnTo>
                  <a:pt x="239816" y="15877"/>
                </a:lnTo>
                <a:lnTo>
                  <a:pt x="239327" y="15949"/>
                </a:lnTo>
                <a:lnTo>
                  <a:pt x="238845" y="16029"/>
                </a:lnTo>
                <a:lnTo>
                  <a:pt x="238368" y="16118"/>
                </a:lnTo>
                <a:lnTo>
                  <a:pt x="237897" y="16215"/>
                </a:lnTo>
                <a:lnTo>
                  <a:pt x="237431" y="16320"/>
                </a:lnTo>
                <a:lnTo>
                  <a:pt x="236971" y="16434"/>
                </a:lnTo>
                <a:lnTo>
                  <a:pt x="236516" y="16557"/>
                </a:lnTo>
                <a:lnTo>
                  <a:pt x="236067" y="16688"/>
                </a:lnTo>
                <a:lnTo>
                  <a:pt x="235623" y="16827"/>
                </a:lnTo>
                <a:lnTo>
                  <a:pt x="235186" y="16975"/>
                </a:lnTo>
                <a:lnTo>
                  <a:pt x="234753" y="17131"/>
                </a:lnTo>
                <a:lnTo>
                  <a:pt x="234326" y="17296"/>
                </a:lnTo>
                <a:lnTo>
                  <a:pt x="233905" y="17469"/>
                </a:lnTo>
                <a:lnTo>
                  <a:pt x="233490" y="17651"/>
                </a:lnTo>
                <a:lnTo>
                  <a:pt x="233080" y="17841"/>
                </a:lnTo>
                <a:lnTo>
                  <a:pt x="232675" y="18040"/>
                </a:lnTo>
                <a:lnTo>
                  <a:pt x="232277" y="18246"/>
                </a:lnTo>
                <a:lnTo>
                  <a:pt x="231887" y="18459"/>
                </a:lnTo>
                <a:lnTo>
                  <a:pt x="231504" y="18678"/>
                </a:lnTo>
                <a:lnTo>
                  <a:pt x="231129" y="18905"/>
                </a:lnTo>
                <a:lnTo>
                  <a:pt x="230761" y="19139"/>
                </a:lnTo>
                <a:lnTo>
                  <a:pt x="230400" y="19379"/>
                </a:lnTo>
                <a:lnTo>
                  <a:pt x="230048" y="19626"/>
                </a:lnTo>
                <a:lnTo>
                  <a:pt x="229702" y="19880"/>
                </a:lnTo>
                <a:lnTo>
                  <a:pt x="229364" y="20141"/>
                </a:lnTo>
                <a:lnTo>
                  <a:pt x="229034" y="20409"/>
                </a:lnTo>
                <a:lnTo>
                  <a:pt x="228711" y="20684"/>
                </a:lnTo>
                <a:lnTo>
                  <a:pt x="228395" y="20965"/>
                </a:lnTo>
                <a:lnTo>
                  <a:pt x="228087" y="21254"/>
                </a:lnTo>
                <a:lnTo>
                  <a:pt x="227787" y="21549"/>
                </a:lnTo>
                <a:lnTo>
                  <a:pt x="227494" y="21851"/>
                </a:lnTo>
                <a:lnTo>
                  <a:pt x="227208" y="22160"/>
                </a:lnTo>
                <a:lnTo>
                  <a:pt x="226930" y="22476"/>
                </a:lnTo>
                <a:lnTo>
                  <a:pt x="226660" y="22798"/>
                </a:lnTo>
                <a:lnTo>
                  <a:pt x="226397" y="23128"/>
                </a:lnTo>
                <a:lnTo>
                  <a:pt x="226141" y="23464"/>
                </a:lnTo>
                <a:lnTo>
                  <a:pt x="225893" y="23808"/>
                </a:lnTo>
                <a:lnTo>
                  <a:pt x="225652" y="24158"/>
                </a:lnTo>
                <a:lnTo>
                  <a:pt x="225419" y="24515"/>
                </a:lnTo>
                <a:lnTo>
                  <a:pt x="225193" y="24878"/>
                </a:lnTo>
                <a:lnTo>
                  <a:pt x="224976" y="25249"/>
                </a:lnTo>
                <a:lnTo>
                  <a:pt x="224768" y="25625"/>
                </a:lnTo>
                <a:lnTo>
                  <a:pt x="224570" y="26007"/>
                </a:lnTo>
                <a:lnTo>
                  <a:pt x="224380" y="26396"/>
                </a:lnTo>
                <a:lnTo>
                  <a:pt x="224200" y="26790"/>
                </a:lnTo>
                <a:lnTo>
                  <a:pt x="224029" y="27191"/>
                </a:lnTo>
                <a:lnTo>
                  <a:pt x="223867" y="27597"/>
                </a:lnTo>
                <a:lnTo>
                  <a:pt x="223715" y="28010"/>
                </a:lnTo>
                <a:lnTo>
                  <a:pt x="223572" y="28429"/>
                </a:lnTo>
                <a:lnTo>
                  <a:pt x="223438" y="28854"/>
                </a:lnTo>
                <a:lnTo>
                  <a:pt x="223313" y="29284"/>
                </a:lnTo>
                <a:lnTo>
                  <a:pt x="223197" y="29721"/>
                </a:lnTo>
                <a:lnTo>
                  <a:pt x="223091" y="30164"/>
                </a:lnTo>
                <a:lnTo>
                  <a:pt x="222994" y="30613"/>
                </a:lnTo>
                <a:lnTo>
                  <a:pt x="222906" y="31068"/>
                </a:lnTo>
                <a:lnTo>
                  <a:pt x="222828" y="31529"/>
                </a:lnTo>
                <a:lnTo>
                  <a:pt x="222758" y="31997"/>
                </a:lnTo>
                <a:lnTo>
                  <a:pt x="222698" y="32470"/>
                </a:lnTo>
                <a:lnTo>
                  <a:pt x="222647" y="32949"/>
                </a:lnTo>
                <a:lnTo>
                  <a:pt x="222606" y="33434"/>
                </a:lnTo>
                <a:lnTo>
                  <a:pt x="222573" y="33926"/>
                </a:lnTo>
                <a:lnTo>
                  <a:pt x="222550" y="34423"/>
                </a:lnTo>
                <a:lnTo>
                  <a:pt x="222536" y="34927"/>
                </a:lnTo>
                <a:lnTo>
                  <a:pt x="222532" y="35436"/>
                </a:lnTo>
                <a:lnTo>
                  <a:pt x="222532" y="48105"/>
                </a:lnTo>
                <a:lnTo>
                  <a:pt x="222536" y="48607"/>
                </a:lnTo>
                <a:lnTo>
                  <a:pt x="222550" y="49104"/>
                </a:lnTo>
                <a:lnTo>
                  <a:pt x="222573" y="49595"/>
                </a:lnTo>
                <a:lnTo>
                  <a:pt x="222606" y="50080"/>
                </a:lnTo>
                <a:lnTo>
                  <a:pt x="222647" y="50560"/>
                </a:lnTo>
                <a:lnTo>
                  <a:pt x="222698" y="51034"/>
                </a:lnTo>
                <a:lnTo>
                  <a:pt x="222758" y="51503"/>
                </a:lnTo>
                <a:lnTo>
                  <a:pt x="222828" y="51966"/>
                </a:lnTo>
                <a:lnTo>
                  <a:pt x="222906" y="52423"/>
                </a:lnTo>
                <a:lnTo>
                  <a:pt x="222994" y="52875"/>
                </a:lnTo>
                <a:lnTo>
                  <a:pt x="223091" y="53322"/>
                </a:lnTo>
                <a:lnTo>
                  <a:pt x="223197" y="53762"/>
                </a:lnTo>
                <a:lnTo>
                  <a:pt x="223313" y="54198"/>
                </a:lnTo>
                <a:lnTo>
                  <a:pt x="223438" y="54627"/>
                </a:lnTo>
                <a:lnTo>
                  <a:pt x="223572" y="55051"/>
                </a:lnTo>
                <a:lnTo>
                  <a:pt x="223715" y="55470"/>
                </a:lnTo>
                <a:lnTo>
                  <a:pt x="223867" y="55883"/>
                </a:lnTo>
                <a:lnTo>
                  <a:pt x="224029" y="56290"/>
                </a:lnTo>
                <a:lnTo>
                  <a:pt x="224200" y="56692"/>
                </a:lnTo>
                <a:lnTo>
                  <a:pt x="224380" y="57088"/>
                </a:lnTo>
                <a:lnTo>
                  <a:pt x="224570" y="57479"/>
                </a:lnTo>
                <a:lnTo>
                  <a:pt x="224768" y="57864"/>
                </a:lnTo>
                <a:lnTo>
                  <a:pt x="224976" y="58243"/>
                </a:lnTo>
                <a:lnTo>
                  <a:pt x="225193" y="58617"/>
                </a:lnTo>
                <a:lnTo>
                  <a:pt x="225419" y="58984"/>
                </a:lnTo>
                <a:lnTo>
                  <a:pt x="225652" y="59345"/>
                </a:lnTo>
                <a:lnTo>
                  <a:pt x="225893" y="59698"/>
                </a:lnTo>
                <a:lnTo>
                  <a:pt x="226141" y="60045"/>
                </a:lnTo>
                <a:lnTo>
                  <a:pt x="226397" y="60384"/>
                </a:lnTo>
                <a:lnTo>
                  <a:pt x="226660" y="60717"/>
                </a:lnTo>
                <a:lnTo>
                  <a:pt x="226930" y="61042"/>
                </a:lnTo>
                <a:lnTo>
                  <a:pt x="227208" y="61360"/>
                </a:lnTo>
                <a:lnTo>
                  <a:pt x="227494" y="61672"/>
                </a:lnTo>
                <a:lnTo>
                  <a:pt x="227787" y="61976"/>
                </a:lnTo>
                <a:lnTo>
                  <a:pt x="228087" y="62274"/>
                </a:lnTo>
                <a:lnTo>
                  <a:pt x="228395" y="62564"/>
                </a:lnTo>
                <a:lnTo>
                  <a:pt x="228711" y="62847"/>
                </a:lnTo>
                <a:lnTo>
                  <a:pt x="229034" y="63124"/>
                </a:lnTo>
                <a:lnTo>
                  <a:pt x="229364" y="63393"/>
                </a:lnTo>
                <a:lnTo>
                  <a:pt x="229702" y="63655"/>
                </a:lnTo>
                <a:lnTo>
                  <a:pt x="230048" y="63911"/>
                </a:lnTo>
                <a:lnTo>
                  <a:pt x="230400" y="64159"/>
                </a:lnTo>
                <a:lnTo>
                  <a:pt x="230761" y="64400"/>
                </a:lnTo>
                <a:lnTo>
                  <a:pt x="231129" y="64635"/>
                </a:lnTo>
                <a:lnTo>
                  <a:pt x="231504" y="64862"/>
                </a:lnTo>
                <a:lnTo>
                  <a:pt x="231887" y="65082"/>
                </a:lnTo>
                <a:lnTo>
                  <a:pt x="232277" y="65296"/>
                </a:lnTo>
                <a:lnTo>
                  <a:pt x="232675" y="65502"/>
                </a:lnTo>
                <a:lnTo>
                  <a:pt x="233080" y="65700"/>
                </a:lnTo>
                <a:lnTo>
                  <a:pt x="233490" y="65890"/>
                </a:lnTo>
                <a:lnTo>
                  <a:pt x="233905" y="66072"/>
                </a:lnTo>
                <a:lnTo>
                  <a:pt x="234326" y="66245"/>
                </a:lnTo>
                <a:lnTo>
                  <a:pt x="234753" y="66410"/>
                </a:lnTo>
                <a:lnTo>
                  <a:pt x="235186" y="66566"/>
                </a:lnTo>
                <a:lnTo>
                  <a:pt x="235623" y="66714"/>
                </a:lnTo>
                <a:lnTo>
                  <a:pt x="236067" y="66853"/>
                </a:lnTo>
                <a:lnTo>
                  <a:pt x="236516" y="66984"/>
                </a:lnTo>
                <a:lnTo>
                  <a:pt x="236971" y="67106"/>
                </a:lnTo>
                <a:lnTo>
                  <a:pt x="237431" y="67220"/>
                </a:lnTo>
                <a:lnTo>
                  <a:pt x="237897" y="67326"/>
                </a:lnTo>
                <a:lnTo>
                  <a:pt x="238368" y="67423"/>
                </a:lnTo>
                <a:lnTo>
                  <a:pt x="238845" y="67511"/>
                </a:lnTo>
                <a:lnTo>
                  <a:pt x="239327" y="67592"/>
                </a:lnTo>
                <a:lnTo>
                  <a:pt x="239816" y="67663"/>
                </a:lnTo>
                <a:lnTo>
                  <a:pt x="240309" y="67727"/>
                </a:lnTo>
                <a:lnTo>
                  <a:pt x="240808" y="67782"/>
                </a:lnTo>
                <a:lnTo>
                  <a:pt x="241313" y="67828"/>
                </a:lnTo>
                <a:lnTo>
                  <a:pt x="241824" y="67866"/>
                </a:lnTo>
                <a:lnTo>
                  <a:pt x="242340" y="67896"/>
                </a:lnTo>
                <a:lnTo>
                  <a:pt x="242861" y="67917"/>
                </a:lnTo>
                <a:lnTo>
                  <a:pt x="243388" y="67929"/>
                </a:lnTo>
                <a:lnTo>
                  <a:pt x="243921" y="67934"/>
                </a:lnTo>
                <a:lnTo>
                  <a:pt x="244710" y="67925"/>
                </a:lnTo>
                <a:lnTo>
                  <a:pt x="245485" y="67900"/>
                </a:lnTo>
                <a:lnTo>
                  <a:pt x="246248" y="67857"/>
                </a:lnTo>
                <a:lnTo>
                  <a:pt x="246996" y="67797"/>
                </a:lnTo>
                <a:close/>
                <a:moveTo>
                  <a:pt x="135786" y="67850"/>
                </a:moveTo>
                <a:lnTo>
                  <a:pt x="136527" y="67785"/>
                </a:lnTo>
                <a:lnTo>
                  <a:pt x="137255" y="67701"/>
                </a:lnTo>
                <a:lnTo>
                  <a:pt x="137969" y="67598"/>
                </a:lnTo>
                <a:lnTo>
                  <a:pt x="138670" y="67477"/>
                </a:lnTo>
                <a:lnTo>
                  <a:pt x="139357" y="67337"/>
                </a:lnTo>
                <a:lnTo>
                  <a:pt x="140032" y="67179"/>
                </a:lnTo>
                <a:lnTo>
                  <a:pt x="140692" y="67002"/>
                </a:lnTo>
                <a:lnTo>
                  <a:pt x="141340" y="66806"/>
                </a:lnTo>
                <a:lnTo>
                  <a:pt x="141974" y="66591"/>
                </a:lnTo>
                <a:lnTo>
                  <a:pt x="142594" y="66358"/>
                </a:lnTo>
                <a:lnTo>
                  <a:pt x="143201" y="66107"/>
                </a:lnTo>
                <a:lnTo>
                  <a:pt x="143795" y="65836"/>
                </a:lnTo>
                <a:lnTo>
                  <a:pt x="144376" y="65547"/>
                </a:lnTo>
                <a:lnTo>
                  <a:pt x="144943" y="65240"/>
                </a:lnTo>
                <a:lnTo>
                  <a:pt x="145496" y="64913"/>
                </a:lnTo>
                <a:lnTo>
                  <a:pt x="146036" y="64569"/>
                </a:lnTo>
                <a:lnTo>
                  <a:pt x="146563" y="64205"/>
                </a:lnTo>
                <a:lnTo>
                  <a:pt x="147077" y="63823"/>
                </a:lnTo>
                <a:lnTo>
                  <a:pt x="147577" y="63422"/>
                </a:lnTo>
                <a:lnTo>
                  <a:pt x="148063" y="63002"/>
                </a:lnTo>
                <a:lnTo>
                  <a:pt x="148537" y="62564"/>
                </a:lnTo>
                <a:lnTo>
                  <a:pt x="148994" y="62110"/>
                </a:lnTo>
                <a:lnTo>
                  <a:pt x="149431" y="61642"/>
                </a:lnTo>
                <a:lnTo>
                  <a:pt x="149849" y="61161"/>
                </a:lnTo>
                <a:lnTo>
                  <a:pt x="150248" y="60666"/>
                </a:lnTo>
                <a:lnTo>
                  <a:pt x="150627" y="60157"/>
                </a:lnTo>
                <a:lnTo>
                  <a:pt x="150987" y="59635"/>
                </a:lnTo>
                <a:lnTo>
                  <a:pt x="151327" y="59100"/>
                </a:lnTo>
                <a:lnTo>
                  <a:pt x="151648" y="58550"/>
                </a:lnTo>
                <a:lnTo>
                  <a:pt x="151949" y="57988"/>
                </a:lnTo>
                <a:lnTo>
                  <a:pt x="152231" y="57411"/>
                </a:lnTo>
                <a:lnTo>
                  <a:pt x="152494" y="56822"/>
                </a:lnTo>
                <a:lnTo>
                  <a:pt x="152737" y="56218"/>
                </a:lnTo>
                <a:lnTo>
                  <a:pt x="152961" y="55601"/>
                </a:lnTo>
                <a:lnTo>
                  <a:pt x="153165" y="54971"/>
                </a:lnTo>
                <a:lnTo>
                  <a:pt x="153350" y="54327"/>
                </a:lnTo>
                <a:lnTo>
                  <a:pt x="153515" y="53670"/>
                </a:lnTo>
                <a:lnTo>
                  <a:pt x="153661" y="52998"/>
                </a:lnTo>
                <a:lnTo>
                  <a:pt x="153787" y="52314"/>
                </a:lnTo>
                <a:lnTo>
                  <a:pt x="153894" y="51616"/>
                </a:lnTo>
                <a:lnTo>
                  <a:pt x="153982" y="50904"/>
                </a:lnTo>
                <a:lnTo>
                  <a:pt x="154050" y="50179"/>
                </a:lnTo>
                <a:lnTo>
                  <a:pt x="154098" y="49440"/>
                </a:lnTo>
                <a:lnTo>
                  <a:pt x="154127" y="48688"/>
                </a:lnTo>
                <a:lnTo>
                  <a:pt x="154137" y="47922"/>
                </a:lnTo>
                <a:lnTo>
                  <a:pt x="154137" y="16524"/>
                </a:lnTo>
                <a:lnTo>
                  <a:pt x="142662" y="16524"/>
                </a:lnTo>
                <a:lnTo>
                  <a:pt x="142662" y="47829"/>
                </a:lnTo>
                <a:lnTo>
                  <a:pt x="142658" y="48231"/>
                </a:lnTo>
                <a:lnTo>
                  <a:pt x="142645" y="48624"/>
                </a:lnTo>
                <a:lnTo>
                  <a:pt x="142624" y="49010"/>
                </a:lnTo>
                <a:lnTo>
                  <a:pt x="142594" y="49388"/>
                </a:lnTo>
                <a:lnTo>
                  <a:pt x="142556" y="49759"/>
                </a:lnTo>
                <a:lnTo>
                  <a:pt x="142510" y="50121"/>
                </a:lnTo>
                <a:lnTo>
                  <a:pt x="142455" y="50476"/>
                </a:lnTo>
                <a:lnTo>
                  <a:pt x="142391" y="50823"/>
                </a:lnTo>
                <a:lnTo>
                  <a:pt x="142320" y="51162"/>
                </a:lnTo>
                <a:lnTo>
                  <a:pt x="142239" y="51493"/>
                </a:lnTo>
                <a:lnTo>
                  <a:pt x="142151" y="51817"/>
                </a:lnTo>
                <a:lnTo>
                  <a:pt x="142053" y="52132"/>
                </a:lnTo>
                <a:lnTo>
                  <a:pt x="141948" y="52440"/>
                </a:lnTo>
                <a:lnTo>
                  <a:pt x="141834" y="52740"/>
                </a:lnTo>
                <a:lnTo>
                  <a:pt x="141711" y="53032"/>
                </a:lnTo>
                <a:lnTo>
                  <a:pt x="141580" y="53317"/>
                </a:lnTo>
                <a:lnTo>
                  <a:pt x="141441" y="53593"/>
                </a:lnTo>
                <a:lnTo>
                  <a:pt x="141293" y="53862"/>
                </a:lnTo>
                <a:lnTo>
                  <a:pt x="141137" y="54123"/>
                </a:lnTo>
                <a:lnTo>
                  <a:pt x="140972" y="54376"/>
                </a:lnTo>
                <a:lnTo>
                  <a:pt x="140799" y="54622"/>
                </a:lnTo>
                <a:lnTo>
                  <a:pt x="140617" y="54859"/>
                </a:lnTo>
                <a:lnTo>
                  <a:pt x="140427" y="55089"/>
                </a:lnTo>
                <a:lnTo>
                  <a:pt x="140229" y="55311"/>
                </a:lnTo>
                <a:lnTo>
                  <a:pt x="140023" y="55524"/>
                </a:lnTo>
                <a:lnTo>
                  <a:pt x="139810" y="55729"/>
                </a:lnTo>
                <a:lnTo>
                  <a:pt x="139591" y="55924"/>
                </a:lnTo>
                <a:lnTo>
                  <a:pt x="139366" y="56111"/>
                </a:lnTo>
                <a:lnTo>
                  <a:pt x="139134" y="56288"/>
                </a:lnTo>
                <a:lnTo>
                  <a:pt x="138895" y="56456"/>
                </a:lnTo>
                <a:lnTo>
                  <a:pt x="138650" y="56615"/>
                </a:lnTo>
                <a:lnTo>
                  <a:pt x="138398" y="56765"/>
                </a:lnTo>
                <a:lnTo>
                  <a:pt x="138140" y="56906"/>
                </a:lnTo>
                <a:lnTo>
                  <a:pt x="137875" y="57037"/>
                </a:lnTo>
                <a:lnTo>
                  <a:pt x="137604" y="57160"/>
                </a:lnTo>
                <a:lnTo>
                  <a:pt x="137326" y="57274"/>
                </a:lnTo>
                <a:lnTo>
                  <a:pt x="137042" y="57378"/>
                </a:lnTo>
                <a:lnTo>
                  <a:pt x="136751" y="57473"/>
                </a:lnTo>
                <a:lnTo>
                  <a:pt x="136453" y="57560"/>
                </a:lnTo>
                <a:lnTo>
                  <a:pt x="136149" y="57637"/>
                </a:lnTo>
                <a:lnTo>
                  <a:pt x="135839" y="57705"/>
                </a:lnTo>
                <a:lnTo>
                  <a:pt x="135522" y="57764"/>
                </a:lnTo>
                <a:lnTo>
                  <a:pt x="135198" y="57814"/>
                </a:lnTo>
                <a:lnTo>
                  <a:pt x="134868" y="57855"/>
                </a:lnTo>
                <a:lnTo>
                  <a:pt x="134531" y="57887"/>
                </a:lnTo>
                <a:lnTo>
                  <a:pt x="134188" y="57910"/>
                </a:lnTo>
                <a:lnTo>
                  <a:pt x="133838" y="57923"/>
                </a:lnTo>
                <a:lnTo>
                  <a:pt x="133482" y="57928"/>
                </a:lnTo>
                <a:lnTo>
                  <a:pt x="133118" y="57923"/>
                </a:lnTo>
                <a:lnTo>
                  <a:pt x="132762" y="57910"/>
                </a:lnTo>
                <a:lnTo>
                  <a:pt x="132412" y="57887"/>
                </a:lnTo>
                <a:lnTo>
                  <a:pt x="132069" y="57855"/>
                </a:lnTo>
                <a:lnTo>
                  <a:pt x="131734" y="57814"/>
                </a:lnTo>
                <a:lnTo>
                  <a:pt x="131405" y="57764"/>
                </a:lnTo>
                <a:lnTo>
                  <a:pt x="131083" y="57705"/>
                </a:lnTo>
                <a:lnTo>
                  <a:pt x="130769" y="57637"/>
                </a:lnTo>
                <a:lnTo>
                  <a:pt x="130461" y="57560"/>
                </a:lnTo>
                <a:lnTo>
                  <a:pt x="130160" y="57473"/>
                </a:lnTo>
                <a:lnTo>
                  <a:pt x="129867" y="57378"/>
                </a:lnTo>
                <a:lnTo>
                  <a:pt x="129580" y="57274"/>
                </a:lnTo>
                <a:lnTo>
                  <a:pt x="129301" y="57160"/>
                </a:lnTo>
                <a:lnTo>
                  <a:pt x="129028" y="57037"/>
                </a:lnTo>
                <a:lnTo>
                  <a:pt x="128763" y="56906"/>
                </a:lnTo>
                <a:lnTo>
                  <a:pt x="128504" y="56765"/>
                </a:lnTo>
                <a:lnTo>
                  <a:pt x="128253" y="56615"/>
                </a:lnTo>
                <a:lnTo>
                  <a:pt x="128008" y="56456"/>
                </a:lnTo>
                <a:lnTo>
                  <a:pt x="127771" y="56288"/>
                </a:lnTo>
                <a:lnTo>
                  <a:pt x="127540" y="56111"/>
                </a:lnTo>
                <a:lnTo>
                  <a:pt x="127317" y="55924"/>
                </a:lnTo>
                <a:lnTo>
                  <a:pt x="127100" y="55729"/>
                </a:lnTo>
                <a:lnTo>
                  <a:pt x="126891" y="55524"/>
                </a:lnTo>
                <a:lnTo>
                  <a:pt x="126688" y="55311"/>
                </a:lnTo>
                <a:lnTo>
                  <a:pt x="126494" y="55089"/>
                </a:lnTo>
                <a:lnTo>
                  <a:pt x="126307" y="54859"/>
                </a:lnTo>
                <a:lnTo>
                  <a:pt x="126129" y="54622"/>
                </a:lnTo>
                <a:lnTo>
                  <a:pt x="125959" y="54376"/>
                </a:lnTo>
                <a:lnTo>
                  <a:pt x="125797" y="54123"/>
                </a:lnTo>
                <a:lnTo>
                  <a:pt x="125644" y="53862"/>
                </a:lnTo>
                <a:lnTo>
                  <a:pt x="125499" y="53593"/>
                </a:lnTo>
                <a:lnTo>
                  <a:pt x="125362" y="53317"/>
                </a:lnTo>
                <a:lnTo>
                  <a:pt x="125234" y="53032"/>
                </a:lnTo>
                <a:lnTo>
                  <a:pt x="125114" y="52740"/>
                </a:lnTo>
                <a:lnTo>
                  <a:pt x="125002" y="52440"/>
                </a:lnTo>
                <a:lnTo>
                  <a:pt x="124898" y="52132"/>
                </a:lnTo>
                <a:lnTo>
                  <a:pt x="124803" y="51817"/>
                </a:lnTo>
                <a:lnTo>
                  <a:pt x="124716" y="51493"/>
                </a:lnTo>
                <a:lnTo>
                  <a:pt x="124637" y="51162"/>
                </a:lnTo>
                <a:lnTo>
                  <a:pt x="124567" y="50823"/>
                </a:lnTo>
                <a:lnTo>
                  <a:pt x="124504" y="50476"/>
                </a:lnTo>
                <a:lnTo>
                  <a:pt x="124450" y="50121"/>
                </a:lnTo>
                <a:lnTo>
                  <a:pt x="124405" y="49759"/>
                </a:lnTo>
                <a:lnTo>
                  <a:pt x="124368" y="49388"/>
                </a:lnTo>
                <a:lnTo>
                  <a:pt x="124339" y="49010"/>
                </a:lnTo>
                <a:lnTo>
                  <a:pt x="124318" y="48624"/>
                </a:lnTo>
                <a:lnTo>
                  <a:pt x="124305" y="48231"/>
                </a:lnTo>
                <a:lnTo>
                  <a:pt x="124301" y="47829"/>
                </a:lnTo>
                <a:lnTo>
                  <a:pt x="124301" y="16524"/>
                </a:lnTo>
                <a:lnTo>
                  <a:pt x="112826" y="16524"/>
                </a:lnTo>
                <a:lnTo>
                  <a:pt x="112826" y="47922"/>
                </a:lnTo>
                <a:lnTo>
                  <a:pt x="112835" y="48688"/>
                </a:lnTo>
                <a:lnTo>
                  <a:pt x="112864" y="49440"/>
                </a:lnTo>
                <a:lnTo>
                  <a:pt x="112912" y="50179"/>
                </a:lnTo>
                <a:lnTo>
                  <a:pt x="112979" y="50904"/>
                </a:lnTo>
                <a:lnTo>
                  <a:pt x="113065" y="51616"/>
                </a:lnTo>
                <a:lnTo>
                  <a:pt x="113170" y="52314"/>
                </a:lnTo>
                <a:lnTo>
                  <a:pt x="113294" y="52998"/>
                </a:lnTo>
                <a:lnTo>
                  <a:pt x="113438" y="53670"/>
                </a:lnTo>
                <a:lnTo>
                  <a:pt x="113600" y="54327"/>
                </a:lnTo>
                <a:lnTo>
                  <a:pt x="113782" y="54971"/>
                </a:lnTo>
                <a:lnTo>
                  <a:pt x="113983" y="55601"/>
                </a:lnTo>
                <a:lnTo>
                  <a:pt x="114203" y="56218"/>
                </a:lnTo>
                <a:lnTo>
                  <a:pt x="114442" y="56822"/>
                </a:lnTo>
                <a:lnTo>
                  <a:pt x="114700" y="57411"/>
                </a:lnTo>
                <a:lnTo>
                  <a:pt x="114977" y="57988"/>
                </a:lnTo>
                <a:lnTo>
                  <a:pt x="115274" y="58550"/>
                </a:lnTo>
                <a:lnTo>
                  <a:pt x="115589" y="59100"/>
                </a:lnTo>
                <a:lnTo>
                  <a:pt x="115924" y="59635"/>
                </a:lnTo>
                <a:lnTo>
                  <a:pt x="116278" y="60157"/>
                </a:lnTo>
                <a:lnTo>
                  <a:pt x="116651" y="60666"/>
                </a:lnTo>
                <a:lnTo>
                  <a:pt x="117043" y="61161"/>
                </a:lnTo>
                <a:lnTo>
                  <a:pt x="117454" y="61642"/>
                </a:lnTo>
                <a:lnTo>
                  <a:pt x="117884" y="62110"/>
                </a:lnTo>
                <a:lnTo>
                  <a:pt x="118334" y="62564"/>
                </a:lnTo>
                <a:lnTo>
                  <a:pt x="118800" y="63002"/>
                </a:lnTo>
                <a:lnTo>
                  <a:pt x="119281" y="63422"/>
                </a:lnTo>
                <a:lnTo>
                  <a:pt x="119776" y="63823"/>
                </a:lnTo>
                <a:lnTo>
                  <a:pt x="120285" y="64205"/>
                </a:lnTo>
                <a:lnTo>
                  <a:pt x="120809" y="64569"/>
                </a:lnTo>
                <a:lnTo>
                  <a:pt x="121347" y="64913"/>
                </a:lnTo>
                <a:lnTo>
                  <a:pt x="121899" y="65240"/>
                </a:lnTo>
                <a:lnTo>
                  <a:pt x="122466" y="65547"/>
                </a:lnTo>
                <a:lnTo>
                  <a:pt x="123047" y="65836"/>
                </a:lnTo>
                <a:lnTo>
                  <a:pt x="123642" y="66107"/>
                </a:lnTo>
                <a:lnTo>
                  <a:pt x="124252" y="66358"/>
                </a:lnTo>
                <a:lnTo>
                  <a:pt x="124876" y="66591"/>
                </a:lnTo>
                <a:lnTo>
                  <a:pt x="125514" y="66806"/>
                </a:lnTo>
                <a:lnTo>
                  <a:pt x="126167" y="67002"/>
                </a:lnTo>
                <a:lnTo>
                  <a:pt x="126834" y="67179"/>
                </a:lnTo>
                <a:lnTo>
                  <a:pt x="127515" y="67337"/>
                </a:lnTo>
                <a:lnTo>
                  <a:pt x="128211" y="67477"/>
                </a:lnTo>
                <a:lnTo>
                  <a:pt x="128921" y="67598"/>
                </a:lnTo>
                <a:lnTo>
                  <a:pt x="129645" y="67701"/>
                </a:lnTo>
                <a:lnTo>
                  <a:pt x="130384" y="67785"/>
                </a:lnTo>
                <a:lnTo>
                  <a:pt x="131137" y="67850"/>
                </a:lnTo>
                <a:lnTo>
                  <a:pt x="131904" y="67896"/>
                </a:lnTo>
                <a:lnTo>
                  <a:pt x="132686" y="67924"/>
                </a:lnTo>
                <a:lnTo>
                  <a:pt x="133482" y="67934"/>
                </a:lnTo>
                <a:lnTo>
                  <a:pt x="134263" y="67924"/>
                </a:lnTo>
                <a:lnTo>
                  <a:pt x="135031" y="67896"/>
                </a:lnTo>
                <a:lnTo>
                  <a:pt x="135786" y="67850"/>
                </a:lnTo>
                <a:close/>
                <a:moveTo>
                  <a:pt x="359763" y="56633"/>
                </a:moveTo>
                <a:lnTo>
                  <a:pt x="359397" y="56609"/>
                </a:lnTo>
                <a:lnTo>
                  <a:pt x="359048" y="56567"/>
                </a:lnTo>
                <a:lnTo>
                  <a:pt x="358714" y="56509"/>
                </a:lnTo>
                <a:lnTo>
                  <a:pt x="358397" y="56435"/>
                </a:lnTo>
                <a:lnTo>
                  <a:pt x="358096" y="56343"/>
                </a:lnTo>
                <a:lnTo>
                  <a:pt x="357812" y="56236"/>
                </a:lnTo>
                <a:lnTo>
                  <a:pt x="357543" y="56111"/>
                </a:lnTo>
                <a:lnTo>
                  <a:pt x="357291" y="55971"/>
                </a:lnTo>
                <a:lnTo>
                  <a:pt x="357056" y="55813"/>
                </a:lnTo>
                <a:lnTo>
                  <a:pt x="356836" y="55639"/>
                </a:lnTo>
                <a:lnTo>
                  <a:pt x="356633" y="55449"/>
                </a:lnTo>
                <a:lnTo>
                  <a:pt x="356446" y="55241"/>
                </a:lnTo>
                <a:lnTo>
                  <a:pt x="356275" y="55018"/>
                </a:lnTo>
                <a:lnTo>
                  <a:pt x="356121" y="54777"/>
                </a:lnTo>
                <a:lnTo>
                  <a:pt x="355982" y="54521"/>
                </a:lnTo>
                <a:lnTo>
                  <a:pt x="355861" y="54247"/>
                </a:lnTo>
                <a:lnTo>
                  <a:pt x="355755" y="53957"/>
                </a:lnTo>
                <a:lnTo>
                  <a:pt x="355665" y="53651"/>
                </a:lnTo>
                <a:lnTo>
                  <a:pt x="355592" y="53327"/>
                </a:lnTo>
                <a:lnTo>
                  <a:pt x="355535" y="52988"/>
                </a:lnTo>
                <a:lnTo>
                  <a:pt x="355495" y="52631"/>
                </a:lnTo>
                <a:lnTo>
                  <a:pt x="355470" y="52259"/>
                </a:lnTo>
                <a:lnTo>
                  <a:pt x="355462" y="51869"/>
                </a:lnTo>
                <a:lnTo>
                  <a:pt x="355462" y="26898"/>
                </a:lnTo>
                <a:lnTo>
                  <a:pt x="374834" y="26898"/>
                </a:lnTo>
                <a:lnTo>
                  <a:pt x="374834" y="16524"/>
                </a:lnTo>
                <a:lnTo>
                  <a:pt x="355462" y="16524"/>
                </a:lnTo>
                <a:lnTo>
                  <a:pt x="355462" y="2295"/>
                </a:lnTo>
                <a:lnTo>
                  <a:pt x="343896" y="2295"/>
                </a:lnTo>
                <a:lnTo>
                  <a:pt x="343896" y="16524"/>
                </a:lnTo>
                <a:lnTo>
                  <a:pt x="330217" y="16524"/>
                </a:lnTo>
                <a:lnTo>
                  <a:pt x="330217" y="26898"/>
                </a:lnTo>
                <a:lnTo>
                  <a:pt x="343896" y="26898"/>
                </a:lnTo>
                <a:lnTo>
                  <a:pt x="343896" y="51869"/>
                </a:lnTo>
                <a:lnTo>
                  <a:pt x="343903" y="52453"/>
                </a:lnTo>
                <a:lnTo>
                  <a:pt x="343924" y="53026"/>
                </a:lnTo>
                <a:lnTo>
                  <a:pt x="343960" y="53589"/>
                </a:lnTo>
                <a:lnTo>
                  <a:pt x="344009" y="54141"/>
                </a:lnTo>
                <a:lnTo>
                  <a:pt x="344073" y="54683"/>
                </a:lnTo>
                <a:lnTo>
                  <a:pt x="344151" y="55214"/>
                </a:lnTo>
                <a:lnTo>
                  <a:pt x="344243" y="55735"/>
                </a:lnTo>
                <a:lnTo>
                  <a:pt x="344350" y="56245"/>
                </a:lnTo>
                <a:lnTo>
                  <a:pt x="344470" y="56745"/>
                </a:lnTo>
                <a:lnTo>
                  <a:pt x="344605" y="57234"/>
                </a:lnTo>
                <a:lnTo>
                  <a:pt x="344754" y="57712"/>
                </a:lnTo>
                <a:lnTo>
                  <a:pt x="344917" y="58181"/>
                </a:lnTo>
                <a:lnTo>
                  <a:pt x="345094" y="58638"/>
                </a:lnTo>
                <a:lnTo>
                  <a:pt x="345286" y="59085"/>
                </a:lnTo>
                <a:lnTo>
                  <a:pt x="345491" y="59522"/>
                </a:lnTo>
                <a:lnTo>
                  <a:pt x="345711" y="59948"/>
                </a:lnTo>
                <a:lnTo>
                  <a:pt x="345945" y="60363"/>
                </a:lnTo>
                <a:lnTo>
                  <a:pt x="346193" y="60768"/>
                </a:lnTo>
                <a:lnTo>
                  <a:pt x="346456" y="61163"/>
                </a:lnTo>
                <a:lnTo>
                  <a:pt x="346732" y="61547"/>
                </a:lnTo>
                <a:lnTo>
                  <a:pt x="347023" y="61920"/>
                </a:lnTo>
                <a:lnTo>
                  <a:pt x="347328" y="62283"/>
                </a:lnTo>
                <a:lnTo>
                  <a:pt x="347647" y="62636"/>
                </a:lnTo>
                <a:lnTo>
                  <a:pt x="347980" y="62978"/>
                </a:lnTo>
                <a:lnTo>
                  <a:pt x="348326" y="63307"/>
                </a:lnTo>
                <a:lnTo>
                  <a:pt x="348683" y="63623"/>
                </a:lnTo>
                <a:lnTo>
                  <a:pt x="349051" y="63924"/>
                </a:lnTo>
                <a:lnTo>
                  <a:pt x="349430" y="64212"/>
                </a:lnTo>
                <a:lnTo>
                  <a:pt x="349820" y="64485"/>
                </a:lnTo>
                <a:lnTo>
                  <a:pt x="350221" y="64744"/>
                </a:lnTo>
                <a:lnTo>
                  <a:pt x="350633" y="64990"/>
                </a:lnTo>
                <a:lnTo>
                  <a:pt x="351056" y="65221"/>
                </a:lnTo>
                <a:lnTo>
                  <a:pt x="351490" y="65439"/>
                </a:lnTo>
                <a:lnTo>
                  <a:pt x="351935" y="65642"/>
                </a:lnTo>
                <a:lnTo>
                  <a:pt x="352391" y="65831"/>
                </a:lnTo>
                <a:lnTo>
                  <a:pt x="352858" y="66007"/>
                </a:lnTo>
                <a:lnTo>
                  <a:pt x="353336" y="66168"/>
                </a:lnTo>
                <a:lnTo>
                  <a:pt x="353825" y="66315"/>
                </a:lnTo>
                <a:lnTo>
                  <a:pt x="354325" y="66448"/>
                </a:lnTo>
                <a:lnTo>
                  <a:pt x="354836" y="66567"/>
                </a:lnTo>
                <a:lnTo>
                  <a:pt x="355358" y="66673"/>
                </a:lnTo>
                <a:lnTo>
                  <a:pt x="355890" y="66764"/>
                </a:lnTo>
                <a:lnTo>
                  <a:pt x="356434" y="66841"/>
                </a:lnTo>
                <a:lnTo>
                  <a:pt x="356989" y="66904"/>
                </a:lnTo>
                <a:lnTo>
                  <a:pt x="357555" y="66953"/>
                </a:lnTo>
                <a:lnTo>
                  <a:pt x="358132" y="66988"/>
                </a:lnTo>
                <a:lnTo>
                  <a:pt x="358720" y="67009"/>
                </a:lnTo>
                <a:lnTo>
                  <a:pt x="359319" y="67016"/>
                </a:lnTo>
                <a:lnTo>
                  <a:pt x="373915" y="67016"/>
                </a:lnTo>
                <a:lnTo>
                  <a:pt x="373915" y="56642"/>
                </a:lnTo>
                <a:lnTo>
                  <a:pt x="360145" y="56642"/>
                </a:lnTo>
                <a:lnTo>
                  <a:pt x="359763" y="56633"/>
                </a:lnTo>
                <a:close/>
                <a:moveTo>
                  <a:pt x="445063" y="67016"/>
                </a:moveTo>
                <a:lnTo>
                  <a:pt x="456538" y="67016"/>
                </a:lnTo>
                <a:lnTo>
                  <a:pt x="456538" y="35436"/>
                </a:lnTo>
                <a:lnTo>
                  <a:pt x="456542" y="35035"/>
                </a:lnTo>
                <a:lnTo>
                  <a:pt x="456555" y="34641"/>
                </a:lnTo>
                <a:lnTo>
                  <a:pt x="456576" y="34254"/>
                </a:lnTo>
                <a:lnTo>
                  <a:pt x="456606" y="33875"/>
                </a:lnTo>
                <a:lnTo>
                  <a:pt x="456644" y="33504"/>
                </a:lnTo>
                <a:lnTo>
                  <a:pt x="456690" y="33141"/>
                </a:lnTo>
                <a:lnTo>
                  <a:pt x="456745" y="32785"/>
                </a:lnTo>
                <a:lnTo>
                  <a:pt x="456808" y="32437"/>
                </a:lnTo>
                <a:lnTo>
                  <a:pt x="456880" y="32097"/>
                </a:lnTo>
                <a:lnTo>
                  <a:pt x="456960" y="31764"/>
                </a:lnTo>
                <a:lnTo>
                  <a:pt x="457049" y="31439"/>
                </a:lnTo>
                <a:lnTo>
                  <a:pt x="457146" y="31121"/>
                </a:lnTo>
                <a:lnTo>
                  <a:pt x="457252" y="30811"/>
                </a:lnTo>
                <a:lnTo>
                  <a:pt x="457366" y="30509"/>
                </a:lnTo>
                <a:lnTo>
                  <a:pt x="457489" y="30215"/>
                </a:lnTo>
                <a:lnTo>
                  <a:pt x="457619" y="29928"/>
                </a:lnTo>
                <a:lnTo>
                  <a:pt x="457759" y="29648"/>
                </a:lnTo>
                <a:lnTo>
                  <a:pt x="457907" y="29377"/>
                </a:lnTo>
                <a:lnTo>
                  <a:pt x="458063" y="29113"/>
                </a:lnTo>
                <a:lnTo>
                  <a:pt x="458228" y="28857"/>
                </a:lnTo>
                <a:lnTo>
                  <a:pt x="458401" y="28608"/>
                </a:lnTo>
                <a:lnTo>
                  <a:pt x="458583" y="28367"/>
                </a:lnTo>
                <a:lnTo>
                  <a:pt x="458773" y="28134"/>
                </a:lnTo>
                <a:lnTo>
                  <a:pt x="458971" y="27908"/>
                </a:lnTo>
                <a:lnTo>
                  <a:pt x="459178" y="27691"/>
                </a:lnTo>
                <a:lnTo>
                  <a:pt x="459391" y="27483"/>
                </a:lnTo>
                <a:lnTo>
                  <a:pt x="459612" y="27284"/>
                </a:lnTo>
                <a:lnTo>
                  <a:pt x="459840" y="27095"/>
                </a:lnTo>
                <a:lnTo>
                  <a:pt x="460075" y="26914"/>
                </a:lnTo>
                <a:lnTo>
                  <a:pt x="460317" y="26743"/>
                </a:lnTo>
                <a:lnTo>
                  <a:pt x="460566" y="26581"/>
                </a:lnTo>
                <a:lnTo>
                  <a:pt x="460823" y="26429"/>
                </a:lnTo>
                <a:lnTo>
                  <a:pt x="461087" y="26286"/>
                </a:lnTo>
                <a:lnTo>
                  <a:pt x="461357" y="26152"/>
                </a:lnTo>
                <a:lnTo>
                  <a:pt x="461635" y="26027"/>
                </a:lnTo>
                <a:lnTo>
                  <a:pt x="461921" y="25911"/>
                </a:lnTo>
                <a:lnTo>
                  <a:pt x="462213" y="25805"/>
                </a:lnTo>
                <a:lnTo>
                  <a:pt x="462513" y="25708"/>
                </a:lnTo>
                <a:lnTo>
                  <a:pt x="462819" y="25620"/>
                </a:lnTo>
                <a:lnTo>
                  <a:pt x="463133" y="25541"/>
                </a:lnTo>
                <a:lnTo>
                  <a:pt x="463454" y="25472"/>
                </a:lnTo>
                <a:lnTo>
                  <a:pt x="463783" y="25412"/>
                </a:lnTo>
                <a:lnTo>
                  <a:pt x="464118" y="25361"/>
                </a:lnTo>
                <a:lnTo>
                  <a:pt x="464460" y="25319"/>
                </a:lnTo>
                <a:lnTo>
                  <a:pt x="464810" y="25287"/>
                </a:lnTo>
                <a:lnTo>
                  <a:pt x="465167" y="25264"/>
                </a:lnTo>
                <a:lnTo>
                  <a:pt x="465531" y="25250"/>
                </a:lnTo>
                <a:lnTo>
                  <a:pt x="465902" y="25245"/>
                </a:lnTo>
                <a:lnTo>
                  <a:pt x="466266" y="25250"/>
                </a:lnTo>
                <a:lnTo>
                  <a:pt x="466624" y="25264"/>
                </a:lnTo>
                <a:lnTo>
                  <a:pt x="466975" y="25287"/>
                </a:lnTo>
                <a:lnTo>
                  <a:pt x="467319" y="25319"/>
                </a:lnTo>
                <a:lnTo>
                  <a:pt x="467657" y="25361"/>
                </a:lnTo>
                <a:lnTo>
                  <a:pt x="467988" y="25412"/>
                </a:lnTo>
                <a:lnTo>
                  <a:pt x="468313" y="25472"/>
                </a:lnTo>
                <a:lnTo>
                  <a:pt x="468631" y="25541"/>
                </a:lnTo>
                <a:lnTo>
                  <a:pt x="468943" y="25620"/>
                </a:lnTo>
                <a:lnTo>
                  <a:pt x="469248" y="25708"/>
                </a:lnTo>
                <a:lnTo>
                  <a:pt x="469547" y="25805"/>
                </a:lnTo>
                <a:lnTo>
                  <a:pt x="469839" y="25911"/>
                </a:lnTo>
                <a:lnTo>
                  <a:pt x="470124" y="26027"/>
                </a:lnTo>
                <a:lnTo>
                  <a:pt x="470403" y="26152"/>
                </a:lnTo>
                <a:lnTo>
                  <a:pt x="470676" y="26286"/>
                </a:lnTo>
                <a:lnTo>
                  <a:pt x="470942" y="26429"/>
                </a:lnTo>
                <a:lnTo>
                  <a:pt x="471201" y="26581"/>
                </a:lnTo>
                <a:lnTo>
                  <a:pt x="471454" y="26743"/>
                </a:lnTo>
                <a:lnTo>
                  <a:pt x="471700" y="26914"/>
                </a:lnTo>
                <a:lnTo>
                  <a:pt x="471940" y="27095"/>
                </a:lnTo>
                <a:lnTo>
                  <a:pt x="472173" y="27284"/>
                </a:lnTo>
                <a:lnTo>
                  <a:pt x="472400" y="27483"/>
                </a:lnTo>
                <a:lnTo>
                  <a:pt x="472620" y="27691"/>
                </a:lnTo>
                <a:lnTo>
                  <a:pt x="472834" y="27908"/>
                </a:lnTo>
                <a:lnTo>
                  <a:pt x="473040" y="28134"/>
                </a:lnTo>
                <a:lnTo>
                  <a:pt x="473237" y="28367"/>
                </a:lnTo>
                <a:lnTo>
                  <a:pt x="473425" y="28608"/>
                </a:lnTo>
                <a:lnTo>
                  <a:pt x="473605" y="28857"/>
                </a:lnTo>
                <a:lnTo>
                  <a:pt x="473776" y="29113"/>
                </a:lnTo>
                <a:lnTo>
                  <a:pt x="473938" y="29377"/>
                </a:lnTo>
                <a:lnTo>
                  <a:pt x="474091" y="29648"/>
                </a:lnTo>
                <a:lnTo>
                  <a:pt x="474236" y="29928"/>
                </a:lnTo>
                <a:lnTo>
                  <a:pt x="474372" y="30215"/>
                </a:lnTo>
                <a:lnTo>
                  <a:pt x="474499" y="30509"/>
                </a:lnTo>
                <a:lnTo>
                  <a:pt x="474617" y="30811"/>
                </a:lnTo>
                <a:lnTo>
                  <a:pt x="474727" y="31121"/>
                </a:lnTo>
                <a:lnTo>
                  <a:pt x="474828" y="31439"/>
                </a:lnTo>
                <a:lnTo>
                  <a:pt x="474920" y="31764"/>
                </a:lnTo>
                <a:lnTo>
                  <a:pt x="475003" y="32097"/>
                </a:lnTo>
                <a:lnTo>
                  <a:pt x="475077" y="32437"/>
                </a:lnTo>
                <a:lnTo>
                  <a:pt x="475143" y="32785"/>
                </a:lnTo>
                <a:lnTo>
                  <a:pt x="475200" y="33141"/>
                </a:lnTo>
                <a:lnTo>
                  <a:pt x="475248" y="33504"/>
                </a:lnTo>
                <a:lnTo>
                  <a:pt x="475288" y="33875"/>
                </a:lnTo>
                <a:lnTo>
                  <a:pt x="475318" y="34254"/>
                </a:lnTo>
                <a:lnTo>
                  <a:pt x="475340" y="34641"/>
                </a:lnTo>
                <a:lnTo>
                  <a:pt x="475354" y="35035"/>
                </a:lnTo>
                <a:lnTo>
                  <a:pt x="475358" y="35436"/>
                </a:lnTo>
                <a:lnTo>
                  <a:pt x="475358" y="38281"/>
                </a:lnTo>
                <a:lnTo>
                  <a:pt x="487384" y="38281"/>
                </a:lnTo>
                <a:lnTo>
                  <a:pt x="487384" y="34610"/>
                </a:lnTo>
                <a:lnTo>
                  <a:pt x="487376" y="33874"/>
                </a:lnTo>
                <a:lnTo>
                  <a:pt x="487351" y="33152"/>
                </a:lnTo>
                <a:lnTo>
                  <a:pt x="487311" y="32444"/>
                </a:lnTo>
                <a:lnTo>
                  <a:pt x="487254" y="31749"/>
                </a:lnTo>
                <a:lnTo>
                  <a:pt x="487181" y="31067"/>
                </a:lnTo>
                <a:lnTo>
                  <a:pt x="487091" y="30398"/>
                </a:lnTo>
                <a:lnTo>
                  <a:pt x="486986" y="29743"/>
                </a:lnTo>
                <a:lnTo>
                  <a:pt x="486864" y="29102"/>
                </a:lnTo>
                <a:lnTo>
                  <a:pt x="486726" y="28473"/>
                </a:lnTo>
                <a:lnTo>
                  <a:pt x="486571" y="27859"/>
                </a:lnTo>
                <a:lnTo>
                  <a:pt x="486400" y="27257"/>
                </a:lnTo>
                <a:lnTo>
                  <a:pt x="486214" y="26669"/>
                </a:lnTo>
                <a:lnTo>
                  <a:pt x="486010" y="26094"/>
                </a:lnTo>
                <a:lnTo>
                  <a:pt x="485791" y="25533"/>
                </a:lnTo>
                <a:lnTo>
                  <a:pt x="485555" y="24985"/>
                </a:lnTo>
                <a:lnTo>
                  <a:pt x="485303" y="24451"/>
                </a:lnTo>
                <a:lnTo>
                  <a:pt x="485035" y="23929"/>
                </a:lnTo>
                <a:lnTo>
                  <a:pt x="484751" y="23422"/>
                </a:lnTo>
                <a:lnTo>
                  <a:pt x="484450" y="22927"/>
                </a:lnTo>
                <a:lnTo>
                  <a:pt x="484133" y="22446"/>
                </a:lnTo>
                <a:lnTo>
                  <a:pt x="483800" y="21979"/>
                </a:lnTo>
                <a:lnTo>
                  <a:pt x="483450" y="21525"/>
                </a:lnTo>
                <a:lnTo>
                  <a:pt x="483084" y="21084"/>
                </a:lnTo>
                <a:lnTo>
                  <a:pt x="482702" y="20656"/>
                </a:lnTo>
                <a:lnTo>
                  <a:pt x="482306" y="20244"/>
                </a:lnTo>
                <a:lnTo>
                  <a:pt x="481898" y="19850"/>
                </a:lnTo>
                <a:lnTo>
                  <a:pt x="481477" y="19473"/>
                </a:lnTo>
                <a:lnTo>
                  <a:pt x="481045" y="19113"/>
                </a:lnTo>
                <a:lnTo>
                  <a:pt x="480600" y="18771"/>
                </a:lnTo>
                <a:lnTo>
                  <a:pt x="480144" y="18447"/>
                </a:lnTo>
                <a:lnTo>
                  <a:pt x="479675" y="18140"/>
                </a:lnTo>
                <a:lnTo>
                  <a:pt x="479194" y="17851"/>
                </a:lnTo>
                <a:lnTo>
                  <a:pt x="478701" y="17579"/>
                </a:lnTo>
                <a:lnTo>
                  <a:pt x="478195" y="17325"/>
                </a:lnTo>
                <a:lnTo>
                  <a:pt x="477678" y="17088"/>
                </a:lnTo>
                <a:lnTo>
                  <a:pt x="477149" y="16869"/>
                </a:lnTo>
                <a:lnTo>
                  <a:pt x="476607" y="16667"/>
                </a:lnTo>
                <a:lnTo>
                  <a:pt x="476053" y="16483"/>
                </a:lnTo>
                <a:lnTo>
                  <a:pt x="475487" y="16317"/>
                </a:lnTo>
                <a:lnTo>
                  <a:pt x="474910" y="16168"/>
                </a:lnTo>
                <a:lnTo>
                  <a:pt x="474319" y="16036"/>
                </a:lnTo>
                <a:lnTo>
                  <a:pt x="473717" y="15922"/>
                </a:lnTo>
                <a:lnTo>
                  <a:pt x="473103" y="15826"/>
                </a:lnTo>
                <a:lnTo>
                  <a:pt x="472477" y="15747"/>
                </a:lnTo>
                <a:lnTo>
                  <a:pt x="471838" y="15685"/>
                </a:lnTo>
                <a:lnTo>
                  <a:pt x="471188" y="15641"/>
                </a:lnTo>
                <a:lnTo>
                  <a:pt x="470525" y="15615"/>
                </a:lnTo>
                <a:lnTo>
                  <a:pt x="469850" y="15606"/>
                </a:lnTo>
                <a:lnTo>
                  <a:pt x="469259" y="15614"/>
                </a:lnTo>
                <a:lnTo>
                  <a:pt x="468681" y="15635"/>
                </a:lnTo>
                <a:lnTo>
                  <a:pt x="468114" y="15671"/>
                </a:lnTo>
                <a:lnTo>
                  <a:pt x="467560" y="15721"/>
                </a:lnTo>
                <a:lnTo>
                  <a:pt x="467018" y="15786"/>
                </a:lnTo>
                <a:lnTo>
                  <a:pt x="466487" y="15865"/>
                </a:lnTo>
                <a:lnTo>
                  <a:pt x="465969" y="15958"/>
                </a:lnTo>
                <a:lnTo>
                  <a:pt x="465464" y="16065"/>
                </a:lnTo>
                <a:lnTo>
                  <a:pt x="464970" y="16187"/>
                </a:lnTo>
                <a:lnTo>
                  <a:pt x="464488" y="16324"/>
                </a:lnTo>
                <a:lnTo>
                  <a:pt x="464018" y="16474"/>
                </a:lnTo>
                <a:lnTo>
                  <a:pt x="463561" y="16639"/>
                </a:lnTo>
                <a:lnTo>
                  <a:pt x="463116" y="16818"/>
                </a:lnTo>
                <a:lnTo>
                  <a:pt x="462682" y="17012"/>
                </a:lnTo>
                <a:lnTo>
                  <a:pt x="462261" y="17220"/>
                </a:lnTo>
                <a:lnTo>
                  <a:pt x="461852" y="17442"/>
                </a:lnTo>
                <a:lnTo>
                  <a:pt x="461455" y="17679"/>
                </a:lnTo>
                <a:lnTo>
                  <a:pt x="461071" y="17930"/>
                </a:lnTo>
                <a:lnTo>
                  <a:pt x="460698" y="18195"/>
                </a:lnTo>
                <a:lnTo>
                  <a:pt x="460337" y="18475"/>
                </a:lnTo>
                <a:lnTo>
                  <a:pt x="459989" y="18769"/>
                </a:lnTo>
                <a:lnTo>
                  <a:pt x="459652" y="19078"/>
                </a:lnTo>
                <a:lnTo>
                  <a:pt x="459328" y="19400"/>
                </a:lnTo>
                <a:lnTo>
                  <a:pt x="459016" y="19737"/>
                </a:lnTo>
                <a:lnTo>
                  <a:pt x="458717" y="20089"/>
                </a:lnTo>
                <a:lnTo>
                  <a:pt x="458430" y="20454"/>
                </a:lnTo>
                <a:lnTo>
                  <a:pt x="458156" y="20833"/>
                </a:lnTo>
                <a:lnTo>
                  <a:pt x="457894" y="21227"/>
                </a:lnTo>
                <a:lnTo>
                  <a:pt x="457646" y="21634"/>
                </a:lnTo>
                <a:lnTo>
                  <a:pt x="457410" y="22055"/>
                </a:lnTo>
                <a:lnTo>
                  <a:pt x="457187" y="22491"/>
                </a:lnTo>
                <a:lnTo>
                  <a:pt x="456976" y="22940"/>
                </a:lnTo>
                <a:lnTo>
                  <a:pt x="456779" y="23404"/>
                </a:lnTo>
                <a:lnTo>
                  <a:pt x="456594" y="23881"/>
                </a:lnTo>
                <a:lnTo>
                  <a:pt x="456422" y="24373"/>
                </a:lnTo>
                <a:lnTo>
                  <a:pt x="456262" y="24878"/>
                </a:lnTo>
                <a:lnTo>
                  <a:pt x="456116" y="25398"/>
                </a:lnTo>
                <a:lnTo>
                  <a:pt x="455982" y="25932"/>
                </a:lnTo>
                <a:lnTo>
                  <a:pt x="455931" y="26163"/>
                </a:lnTo>
                <a:lnTo>
                  <a:pt x="455896" y="26163"/>
                </a:lnTo>
                <a:lnTo>
                  <a:pt x="455896" y="16524"/>
                </a:lnTo>
                <a:lnTo>
                  <a:pt x="445063" y="16524"/>
                </a:lnTo>
                <a:lnTo>
                  <a:pt x="445063" y="67016"/>
                </a:lnTo>
                <a:close/>
                <a:moveTo>
                  <a:pt x="411014" y="67775"/>
                </a:moveTo>
                <a:lnTo>
                  <a:pt x="411528" y="67737"/>
                </a:lnTo>
                <a:lnTo>
                  <a:pt x="412037" y="67691"/>
                </a:lnTo>
                <a:lnTo>
                  <a:pt x="412538" y="67636"/>
                </a:lnTo>
                <a:lnTo>
                  <a:pt x="413034" y="67572"/>
                </a:lnTo>
                <a:lnTo>
                  <a:pt x="413523" y="67500"/>
                </a:lnTo>
                <a:lnTo>
                  <a:pt x="414005" y="67420"/>
                </a:lnTo>
                <a:lnTo>
                  <a:pt x="414481" y="67331"/>
                </a:lnTo>
                <a:lnTo>
                  <a:pt x="414951" y="67234"/>
                </a:lnTo>
                <a:lnTo>
                  <a:pt x="415415" y="67129"/>
                </a:lnTo>
                <a:lnTo>
                  <a:pt x="415872" y="67015"/>
                </a:lnTo>
                <a:lnTo>
                  <a:pt x="416322" y="66892"/>
                </a:lnTo>
                <a:lnTo>
                  <a:pt x="416767" y="66761"/>
                </a:lnTo>
                <a:lnTo>
                  <a:pt x="417205" y="66622"/>
                </a:lnTo>
                <a:lnTo>
                  <a:pt x="417636" y="66474"/>
                </a:lnTo>
                <a:lnTo>
                  <a:pt x="418061" y="66318"/>
                </a:lnTo>
                <a:lnTo>
                  <a:pt x="418480" y="66153"/>
                </a:lnTo>
                <a:lnTo>
                  <a:pt x="418893" y="65980"/>
                </a:lnTo>
                <a:lnTo>
                  <a:pt x="419299" y="65798"/>
                </a:lnTo>
                <a:lnTo>
                  <a:pt x="419699" y="65608"/>
                </a:lnTo>
                <a:lnTo>
                  <a:pt x="420092" y="65409"/>
                </a:lnTo>
                <a:lnTo>
                  <a:pt x="420478" y="65203"/>
                </a:lnTo>
                <a:lnTo>
                  <a:pt x="420858" y="64990"/>
                </a:lnTo>
                <a:lnTo>
                  <a:pt x="421230" y="64770"/>
                </a:lnTo>
                <a:lnTo>
                  <a:pt x="421595" y="64542"/>
                </a:lnTo>
                <a:lnTo>
                  <a:pt x="421953" y="64308"/>
                </a:lnTo>
                <a:lnTo>
                  <a:pt x="422304" y="64067"/>
                </a:lnTo>
                <a:lnTo>
                  <a:pt x="422648" y="63818"/>
                </a:lnTo>
                <a:lnTo>
                  <a:pt x="422984" y="63563"/>
                </a:lnTo>
                <a:lnTo>
                  <a:pt x="423313" y="63301"/>
                </a:lnTo>
                <a:lnTo>
                  <a:pt x="423635" y="63031"/>
                </a:lnTo>
                <a:lnTo>
                  <a:pt x="423950" y="62755"/>
                </a:lnTo>
                <a:lnTo>
                  <a:pt x="424258" y="62472"/>
                </a:lnTo>
                <a:lnTo>
                  <a:pt x="424558" y="62181"/>
                </a:lnTo>
                <a:lnTo>
                  <a:pt x="424852" y="61884"/>
                </a:lnTo>
                <a:lnTo>
                  <a:pt x="425138" y="61579"/>
                </a:lnTo>
                <a:lnTo>
                  <a:pt x="425417" y="61268"/>
                </a:lnTo>
                <a:lnTo>
                  <a:pt x="425689" y="60950"/>
                </a:lnTo>
                <a:lnTo>
                  <a:pt x="425953" y="60624"/>
                </a:lnTo>
                <a:lnTo>
                  <a:pt x="426211" y="60292"/>
                </a:lnTo>
                <a:lnTo>
                  <a:pt x="426461" y="59952"/>
                </a:lnTo>
                <a:lnTo>
                  <a:pt x="426704" y="59606"/>
                </a:lnTo>
                <a:lnTo>
                  <a:pt x="426940" y="59252"/>
                </a:lnTo>
                <a:lnTo>
                  <a:pt x="427169" y="58892"/>
                </a:lnTo>
                <a:lnTo>
                  <a:pt x="427390" y="58524"/>
                </a:lnTo>
                <a:lnTo>
                  <a:pt x="427604" y="58151"/>
                </a:lnTo>
                <a:lnTo>
                  <a:pt x="427808" y="57771"/>
                </a:lnTo>
                <a:lnTo>
                  <a:pt x="428003" y="57386"/>
                </a:lnTo>
                <a:lnTo>
                  <a:pt x="428190" y="56995"/>
                </a:lnTo>
                <a:lnTo>
                  <a:pt x="428367" y="56599"/>
                </a:lnTo>
                <a:lnTo>
                  <a:pt x="428535" y="56198"/>
                </a:lnTo>
                <a:lnTo>
                  <a:pt x="428694" y="55790"/>
                </a:lnTo>
                <a:lnTo>
                  <a:pt x="428844" y="55377"/>
                </a:lnTo>
                <a:lnTo>
                  <a:pt x="428985" y="54959"/>
                </a:lnTo>
                <a:lnTo>
                  <a:pt x="429116" y="54535"/>
                </a:lnTo>
                <a:lnTo>
                  <a:pt x="429239" y="54105"/>
                </a:lnTo>
                <a:lnTo>
                  <a:pt x="429353" y="53670"/>
                </a:lnTo>
                <a:lnTo>
                  <a:pt x="429457" y="53229"/>
                </a:lnTo>
                <a:lnTo>
                  <a:pt x="429552" y="52783"/>
                </a:lnTo>
                <a:lnTo>
                  <a:pt x="429639" y="52331"/>
                </a:lnTo>
                <a:lnTo>
                  <a:pt x="429716" y="51873"/>
                </a:lnTo>
                <a:lnTo>
                  <a:pt x="429784" y="51410"/>
                </a:lnTo>
                <a:lnTo>
                  <a:pt x="429843" y="50942"/>
                </a:lnTo>
                <a:lnTo>
                  <a:pt x="429893" y="50467"/>
                </a:lnTo>
                <a:lnTo>
                  <a:pt x="429934" y="49988"/>
                </a:lnTo>
                <a:lnTo>
                  <a:pt x="429966" y="49502"/>
                </a:lnTo>
                <a:lnTo>
                  <a:pt x="429989" y="49011"/>
                </a:lnTo>
                <a:lnTo>
                  <a:pt x="430002" y="48515"/>
                </a:lnTo>
                <a:lnTo>
                  <a:pt x="430007" y="48013"/>
                </a:lnTo>
                <a:lnTo>
                  <a:pt x="430007" y="35436"/>
                </a:lnTo>
                <a:lnTo>
                  <a:pt x="430002" y="34942"/>
                </a:lnTo>
                <a:lnTo>
                  <a:pt x="429989" y="34452"/>
                </a:lnTo>
                <a:lnTo>
                  <a:pt x="429966" y="33968"/>
                </a:lnTo>
                <a:lnTo>
                  <a:pt x="429934" y="33489"/>
                </a:lnTo>
                <a:lnTo>
                  <a:pt x="429893" y="33016"/>
                </a:lnTo>
                <a:lnTo>
                  <a:pt x="429843" y="32547"/>
                </a:lnTo>
                <a:lnTo>
                  <a:pt x="429784" y="32084"/>
                </a:lnTo>
                <a:lnTo>
                  <a:pt x="429716" y="31626"/>
                </a:lnTo>
                <a:lnTo>
                  <a:pt x="429639" y="31174"/>
                </a:lnTo>
                <a:lnTo>
                  <a:pt x="429552" y="30727"/>
                </a:lnTo>
                <a:lnTo>
                  <a:pt x="429457" y="30285"/>
                </a:lnTo>
                <a:lnTo>
                  <a:pt x="429353" y="29848"/>
                </a:lnTo>
                <a:lnTo>
                  <a:pt x="429239" y="29416"/>
                </a:lnTo>
                <a:lnTo>
                  <a:pt x="429116" y="28990"/>
                </a:lnTo>
                <a:lnTo>
                  <a:pt x="428985" y="28569"/>
                </a:lnTo>
                <a:lnTo>
                  <a:pt x="428844" y="28153"/>
                </a:lnTo>
                <a:lnTo>
                  <a:pt x="428694" y="27743"/>
                </a:lnTo>
                <a:lnTo>
                  <a:pt x="428535" y="27338"/>
                </a:lnTo>
                <a:lnTo>
                  <a:pt x="428367" y="26938"/>
                </a:lnTo>
                <a:lnTo>
                  <a:pt x="428190" y="26543"/>
                </a:lnTo>
                <a:lnTo>
                  <a:pt x="428003" y="26154"/>
                </a:lnTo>
                <a:lnTo>
                  <a:pt x="427808" y="25770"/>
                </a:lnTo>
                <a:lnTo>
                  <a:pt x="427604" y="25391"/>
                </a:lnTo>
                <a:lnTo>
                  <a:pt x="427390" y="25017"/>
                </a:lnTo>
                <a:lnTo>
                  <a:pt x="427169" y="24649"/>
                </a:lnTo>
                <a:lnTo>
                  <a:pt x="426940" y="24289"/>
                </a:lnTo>
                <a:lnTo>
                  <a:pt x="426704" y="23935"/>
                </a:lnTo>
                <a:lnTo>
                  <a:pt x="426461" y="23589"/>
                </a:lnTo>
                <a:lnTo>
                  <a:pt x="426211" y="23249"/>
                </a:lnTo>
                <a:lnTo>
                  <a:pt x="425953" y="22917"/>
                </a:lnTo>
                <a:lnTo>
                  <a:pt x="425689" y="22591"/>
                </a:lnTo>
                <a:lnTo>
                  <a:pt x="425417" y="22273"/>
                </a:lnTo>
                <a:lnTo>
                  <a:pt x="425138" y="21961"/>
                </a:lnTo>
                <a:lnTo>
                  <a:pt x="424852" y="21657"/>
                </a:lnTo>
                <a:lnTo>
                  <a:pt x="424558" y="21359"/>
                </a:lnTo>
                <a:lnTo>
                  <a:pt x="424258" y="21069"/>
                </a:lnTo>
                <a:lnTo>
                  <a:pt x="423950" y="20785"/>
                </a:lnTo>
                <a:lnTo>
                  <a:pt x="423635" y="20509"/>
                </a:lnTo>
                <a:lnTo>
                  <a:pt x="423313" y="20240"/>
                </a:lnTo>
                <a:lnTo>
                  <a:pt x="422984" y="19977"/>
                </a:lnTo>
                <a:lnTo>
                  <a:pt x="422648" y="19722"/>
                </a:lnTo>
                <a:lnTo>
                  <a:pt x="422304" y="19474"/>
                </a:lnTo>
                <a:lnTo>
                  <a:pt x="421953" y="19232"/>
                </a:lnTo>
                <a:lnTo>
                  <a:pt x="421595" y="18998"/>
                </a:lnTo>
                <a:lnTo>
                  <a:pt x="421230" y="18771"/>
                </a:lnTo>
                <a:lnTo>
                  <a:pt x="420858" y="18550"/>
                </a:lnTo>
                <a:lnTo>
                  <a:pt x="420478" y="18337"/>
                </a:lnTo>
                <a:lnTo>
                  <a:pt x="420092" y="18131"/>
                </a:lnTo>
                <a:lnTo>
                  <a:pt x="419699" y="17932"/>
                </a:lnTo>
                <a:lnTo>
                  <a:pt x="419299" y="17742"/>
                </a:lnTo>
                <a:lnTo>
                  <a:pt x="418893" y="17560"/>
                </a:lnTo>
                <a:lnTo>
                  <a:pt x="418480" y="17387"/>
                </a:lnTo>
                <a:lnTo>
                  <a:pt x="418061" y="17222"/>
                </a:lnTo>
                <a:lnTo>
                  <a:pt x="417636" y="17066"/>
                </a:lnTo>
                <a:lnTo>
                  <a:pt x="417205" y="16918"/>
                </a:lnTo>
                <a:lnTo>
                  <a:pt x="416767" y="16779"/>
                </a:lnTo>
                <a:lnTo>
                  <a:pt x="416322" y="16648"/>
                </a:lnTo>
                <a:lnTo>
                  <a:pt x="415872" y="16525"/>
                </a:lnTo>
                <a:lnTo>
                  <a:pt x="415415" y="16411"/>
                </a:lnTo>
                <a:lnTo>
                  <a:pt x="414951" y="16306"/>
                </a:lnTo>
                <a:lnTo>
                  <a:pt x="414481" y="16209"/>
                </a:lnTo>
                <a:lnTo>
                  <a:pt x="414005" y="16120"/>
                </a:lnTo>
                <a:lnTo>
                  <a:pt x="413523" y="16040"/>
                </a:lnTo>
                <a:lnTo>
                  <a:pt x="413034" y="15968"/>
                </a:lnTo>
                <a:lnTo>
                  <a:pt x="412538" y="15904"/>
                </a:lnTo>
                <a:lnTo>
                  <a:pt x="412037" y="15850"/>
                </a:lnTo>
                <a:lnTo>
                  <a:pt x="411528" y="15803"/>
                </a:lnTo>
                <a:lnTo>
                  <a:pt x="411014" y="15765"/>
                </a:lnTo>
                <a:lnTo>
                  <a:pt x="410493" y="15735"/>
                </a:lnTo>
                <a:lnTo>
                  <a:pt x="409966" y="15714"/>
                </a:lnTo>
                <a:lnTo>
                  <a:pt x="409432" y="15702"/>
                </a:lnTo>
                <a:lnTo>
                  <a:pt x="408892" y="15697"/>
                </a:lnTo>
                <a:lnTo>
                  <a:pt x="408360" y="15702"/>
                </a:lnTo>
                <a:lnTo>
                  <a:pt x="407833" y="15714"/>
                </a:lnTo>
                <a:lnTo>
                  <a:pt x="407312" y="15735"/>
                </a:lnTo>
                <a:lnTo>
                  <a:pt x="406797" y="15765"/>
                </a:lnTo>
                <a:lnTo>
                  <a:pt x="406288" y="15803"/>
                </a:lnTo>
                <a:lnTo>
                  <a:pt x="405785" y="15850"/>
                </a:lnTo>
                <a:lnTo>
                  <a:pt x="405288" y="15904"/>
                </a:lnTo>
                <a:lnTo>
                  <a:pt x="404797" y="15968"/>
                </a:lnTo>
                <a:lnTo>
                  <a:pt x="404311" y="16040"/>
                </a:lnTo>
                <a:lnTo>
                  <a:pt x="403832" y="16120"/>
                </a:lnTo>
                <a:lnTo>
                  <a:pt x="403358" y="16209"/>
                </a:lnTo>
                <a:lnTo>
                  <a:pt x="402890" y="16306"/>
                </a:lnTo>
                <a:lnTo>
                  <a:pt x="402428" y="16411"/>
                </a:lnTo>
                <a:lnTo>
                  <a:pt x="401972" y="16525"/>
                </a:lnTo>
                <a:lnTo>
                  <a:pt x="401522" y="16648"/>
                </a:lnTo>
                <a:lnTo>
                  <a:pt x="401078" y="16779"/>
                </a:lnTo>
                <a:lnTo>
                  <a:pt x="400640" y="16918"/>
                </a:lnTo>
                <a:lnTo>
                  <a:pt x="400208" y="17066"/>
                </a:lnTo>
                <a:lnTo>
                  <a:pt x="399781" y="17222"/>
                </a:lnTo>
                <a:lnTo>
                  <a:pt x="399361" y="17387"/>
                </a:lnTo>
                <a:lnTo>
                  <a:pt x="398946" y="17560"/>
                </a:lnTo>
                <a:lnTo>
                  <a:pt x="398537" y="17742"/>
                </a:lnTo>
                <a:lnTo>
                  <a:pt x="398135" y="17932"/>
                </a:lnTo>
                <a:lnTo>
                  <a:pt x="397738" y="18131"/>
                </a:lnTo>
                <a:lnTo>
                  <a:pt x="397347" y="18337"/>
                </a:lnTo>
                <a:lnTo>
                  <a:pt x="396964" y="18550"/>
                </a:lnTo>
                <a:lnTo>
                  <a:pt x="396589" y="18771"/>
                </a:lnTo>
                <a:lnTo>
                  <a:pt x="396220" y="18998"/>
                </a:lnTo>
                <a:lnTo>
                  <a:pt x="395859" y="19232"/>
                </a:lnTo>
                <a:lnTo>
                  <a:pt x="395506" y="19474"/>
                </a:lnTo>
                <a:lnTo>
                  <a:pt x="395159" y="19722"/>
                </a:lnTo>
                <a:lnTo>
                  <a:pt x="394820" y="19977"/>
                </a:lnTo>
                <a:lnTo>
                  <a:pt x="394489" y="20240"/>
                </a:lnTo>
                <a:lnTo>
                  <a:pt x="394164" y="20509"/>
                </a:lnTo>
                <a:lnTo>
                  <a:pt x="393847" y="20785"/>
                </a:lnTo>
                <a:lnTo>
                  <a:pt x="393538" y="21069"/>
                </a:lnTo>
                <a:lnTo>
                  <a:pt x="393235" y="21359"/>
                </a:lnTo>
                <a:lnTo>
                  <a:pt x="392940" y="21657"/>
                </a:lnTo>
                <a:lnTo>
                  <a:pt x="392653" y="21961"/>
                </a:lnTo>
                <a:lnTo>
                  <a:pt x="392372" y="22273"/>
                </a:lnTo>
                <a:lnTo>
                  <a:pt x="392099" y="22591"/>
                </a:lnTo>
                <a:lnTo>
                  <a:pt x="391834" y="22917"/>
                </a:lnTo>
                <a:lnTo>
                  <a:pt x="391575" y="23249"/>
                </a:lnTo>
                <a:lnTo>
                  <a:pt x="391324" y="23589"/>
                </a:lnTo>
                <a:lnTo>
                  <a:pt x="391080" y="23935"/>
                </a:lnTo>
                <a:lnTo>
                  <a:pt x="390844" y="24289"/>
                </a:lnTo>
                <a:lnTo>
                  <a:pt x="390615" y="24649"/>
                </a:lnTo>
                <a:lnTo>
                  <a:pt x="390393" y="25017"/>
                </a:lnTo>
                <a:lnTo>
                  <a:pt x="390180" y="25391"/>
                </a:lnTo>
                <a:lnTo>
                  <a:pt x="389976" y="25770"/>
                </a:lnTo>
                <a:lnTo>
                  <a:pt x="389780" y="26155"/>
                </a:lnTo>
                <a:lnTo>
                  <a:pt x="389594" y="26546"/>
                </a:lnTo>
                <a:lnTo>
                  <a:pt x="389417" y="26942"/>
                </a:lnTo>
                <a:lnTo>
                  <a:pt x="389249" y="27343"/>
                </a:lnTo>
                <a:lnTo>
                  <a:pt x="389090" y="27751"/>
                </a:lnTo>
                <a:lnTo>
                  <a:pt x="388940" y="28163"/>
                </a:lnTo>
                <a:lnTo>
                  <a:pt x="388800" y="28582"/>
                </a:lnTo>
                <a:lnTo>
                  <a:pt x="388668" y="29006"/>
                </a:lnTo>
                <a:lnTo>
                  <a:pt x="388545" y="29435"/>
                </a:lnTo>
                <a:lnTo>
                  <a:pt x="388432" y="29871"/>
                </a:lnTo>
                <a:lnTo>
                  <a:pt x="388327" y="30311"/>
                </a:lnTo>
                <a:lnTo>
                  <a:pt x="388232" y="30758"/>
                </a:lnTo>
                <a:lnTo>
                  <a:pt x="388146" y="31209"/>
                </a:lnTo>
                <a:lnTo>
                  <a:pt x="388069" y="31667"/>
                </a:lnTo>
                <a:lnTo>
                  <a:pt x="388000" y="32130"/>
                </a:lnTo>
                <a:lnTo>
                  <a:pt x="387941" y="32599"/>
                </a:lnTo>
                <a:lnTo>
                  <a:pt x="387891" y="33073"/>
                </a:lnTo>
                <a:lnTo>
                  <a:pt x="387851" y="33552"/>
                </a:lnTo>
                <a:lnTo>
                  <a:pt x="387819" y="34038"/>
                </a:lnTo>
                <a:lnTo>
                  <a:pt x="387796" y="34529"/>
                </a:lnTo>
                <a:lnTo>
                  <a:pt x="387782" y="35025"/>
                </a:lnTo>
                <a:lnTo>
                  <a:pt x="387778" y="35527"/>
                </a:lnTo>
                <a:lnTo>
                  <a:pt x="387778" y="48013"/>
                </a:lnTo>
                <a:lnTo>
                  <a:pt x="387782" y="48515"/>
                </a:lnTo>
                <a:lnTo>
                  <a:pt x="387796" y="49011"/>
                </a:lnTo>
                <a:lnTo>
                  <a:pt x="387819" y="49502"/>
                </a:lnTo>
                <a:lnTo>
                  <a:pt x="387851" y="49988"/>
                </a:lnTo>
                <a:lnTo>
                  <a:pt x="387891" y="50467"/>
                </a:lnTo>
                <a:lnTo>
                  <a:pt x="387941" y="50942"/>
                </a:lnTo>
                <a:lnTo>
                  <a:pt x="388000" y="51410"/>
                </a:lnTo>
                <a:lnTo>
                  <a:pt x="388069" y="51873"/>
                </a:lnTo>
                <a:lnTo>
                  <a:pt x="388146" y="52331"/>
                </a:lnTo>
                <a:lnTo>
                  <a:pt x="388232" y="52783"/>
                </a:lnTo>
                <a:lnTo>
                  <a:pt x="388327" y="53229"/>
                </a:lnTo>
                <a:lnTo>
                  <a:pt x="388432" y="53670"/>
                </a:lnTo>
                <a:lnTo>
                  <a:pt x="388545" y="54105"/>
                </a:lnTo>
                <a:lnTo>
                  <a:pt x="388668" y="54535"/>
                </a:lnTo>
                <a:lnTo>
                  <a:pt x="388800" y="54959"/>
                </a:lnTo>
                <a:lnTo>
                  <a:pt x="388940" y="55377"/>
                </a:lnTo>
                <a:lnTo>
                  <a:pt x="389090" y="55790"/>
                </a:lnTo>
                <a:lnTo>
                  <a:pt x="389249" y="56198"/>
                </a:lnTo>
                <a:lnTo>
                  <a:pt x="389417" y="56599"/>
                </a:lnTo>
                <a:lnTo>
                  <a:pt x="389594" y="56995"/>
                </a:lnTo>
                <a:lnTo>
                  <a:pt x="389780" y="57386"/>
                </a:lnTo>
                <a:lnTo>
                  <a:pt x="389976" y="57771"/>
                </a:lnTo>
                <a:lnTo>
                  <a:pt x="390180" y="58151"/>
                </a:lnTo>
                <a:lnTo>
                  <a:pt x="390393" y="58524"/>
                </a:lnTo>
                <a:lnTo>
                  <a:pt x="390615" y="58892"/>
                </a:lnTo>
                <a:lnTo>
                  <a:pt x="390844" y="59252"/>
                </a:lnTo>
                <a:lnTo>
                  <a:pt x="391080" y="59606"/>
                </a:lnTo>
                <a:lnTo>
                  <a:pt x="391324" y="59952"/>
                </a:lnTo>
                <a:lnTo>
                  <a:pt x="391575" y="60292"/>
                </a:lnTo>
                <a:lnTo>
                  <a:pt x="391834" y="60624"/>
                </a:lnTo>
                <a:lnTo>
                  <a:pt x="392099" y="60950"/>
                </a:lnTo>
                <a:lnTo>
                  <a:pt x="392372" y="61268"/>
                </a:lnTo>
                <a:lnTo>
                  <a:pt x="392653" y="61579"/>
                </a:lnTo>
                <a:lnTo>
                  <a:pt x="392940" y="61884"/>
                </a:lnTo>
                <a:lnTo>
                  <a:pt x="393235" y="62181"/>
                </a:lnTo>
                <a:lnTo>
                  <a:pt x="393538" y="62472"/>
                </a:lnTo>
                <a:lnTo>
                  <a:pt x="393847" y="62755"/>
                </a:lnTo>
                <a:lnTo>
                  <a:pt x="394164" y="63031"/>
                </a:lnTo>
                <a:lnTo>
                  <a:pt x="394489" y="63301"/>
                </a:lnTo>
                <a:lnTo>
                  <a:pt x="394820" y="63563"/>
                </a:lnTo>
                <a:lnTo>
                  <a:pt x="395159" y="63818"/>
                </a:lnTo>
                <a:lnTo>
                  <a:pt x="395506" y="64067"/>
                </a:lnTo>
                <a:lnTo>
                  <a:pt x="395859" y="64308"/>
                </a:lnTo>
                <a:lnTo>
                  <a:pt x="396220" y="64542"/>
                </a:lnTo>
                <a:lnTo>
                  <a:pt x="396589" y="64770"/>
                </a:lnTo>
                <a:lnTo>
                  <a:pt x="396964" y="64990"/>
                </a:lnTo>
                <a:lnTo>
                  <a:pt x="397347" y="65203"/>
                </a:lnTo>
                <a:lnTo>
                  <a:pt x="397738" y="65409"/>
                </a:lnTo>
                <a:lnTo>
                  <a:pt x="398135" y="65608"/>
                </a:lnTo>
                <a:lnTo>
                  <a:pt x="398537" y="65798"/>
                </a:lnTo>
                <a:lnTo>
                  <a:pt x="398946" y="65980"/>
                </a:lnTo>
                <a:lnTo>
                  <a:pt x="399361" y="66153"/>
                </a:lnTo>
                <a:lnTo>
                  <a:pt x="399781" y="66318"/>
                </a:lnTo>
                <a:lnTo>
                  <a:pt x="400208" y="66474"/>
                </a:lnTo>
                <a:lnTo>
                  <a:pt x="400640" y="66622"/>
                </a:lnTo>
                <a:lnTo>
                  <a:pt x="401078" y="66761"/>
                </a:lnTo>
                <a:lnTo>
                  <a:pt x="401522" y="66892"/>
                </a:lnTo>
                <a:lnTo>
                  <a:pt x="401972" y="67015"/>
                </a:lnTo>
                <a:lnTo>
                  <a:pt x="402428" y="67129"/>
                </a:lnTo>
                <a:lnTo>
                  <a:pt x="402890" y="67234"/>
                </a:lnTo>
                <a:lnTo>
                  <a:pt x="403358" y="67331"/>
                </a:lnTo>
                <a:lnTo>
                  <a:pt x="403832" y="67420"/>
                </a:lnTo>
                <a:lnTo>
                  <a:pt x="404311" y="67500"/>
                </a:lnTo>
                <a:lnTo>
                  <a:pt x="404797" y="67572"/>
                </a:lnTo>
                <a:lnTo>
                  <a:pt x="405288" y="67636"/>
                </a:lnTo>
                <a:lnTo>
                  <a:pt x="405785" y="67691"/>
                </a:lnTo>
                <a:lnTo>
                  <a:pt x="406288" y="67737"/>
                </a:lnTo>
                <a:lnTo>
                  <a:pt x="406797" y="67775"/>
                </a:lnTo>
                <a:lnTo>
                  <a:pt x="407312" y="67805"/>
                </a:lnTo>
                <a:lnTo>
                  <a:pt x="407833" y="67826"/>
                </a:lnTo>
                <a:lnTo>
                  <a:pt x="408360" y="67838"/>
                </a:lnTo>
                <a:lnTo>
                  <a:pt x="408892" y="67843"/>
                </a:lnTo>
                <a:lnTo>
                  <a:pt x="409432" y="67838"/>
                </a:lnTo>
                <a:lnTo>
                  <a:pt x="409966" y="67826"/>
                </a:lnTo>
                <a:lnTo>
                  <a:pt x="410493" y="67805"/>
                </a:lnTo>
                <a:lnTo>
                  <a:pt x="411014" y="67775"/>
                </a:lnTo>
                <a:close/>
                <a:moveTo>
                  <a:pt x="407447" y="57765"/>
                </a:moveTo>
                <a:lnTo>
                  <a:pt x="407102" y="57726"/>
                </a:lnTo>
                <a:lnTo>
                  <a:pt x="406764" y="57677"/>
                </a:lnTo>
                <a:lnTo>
                  <a:pt x="406432" y="57620"/>
                </a:lnTo>
                <a:lnTo>
                  <a:pt x="406108" y="57555"/>
                </a:lnTo>
                <a:lnTo>
                  <a:pt x="405790" y="57480"/>
                </a:lnTo>
                <a:lnTo>
                  <a:pt x="405479" y="57397"/>
                </a:lnTo>
                <a:lnTo>
                  <a:pt x="405174" y="57305"/>
                </a:lnTo>
                <a:lnTo>
                  <a:pt x="404876" y="57204"/>
                </a:lnTo>
                <a:lnTo>
                  <a:pt x="404585" y="57095"/>
                </a:lnTo>
                <a:lnTo>
                  <a:pt x="404301" y="56976"/>
                </a:lnTo>
                <a:lnTo>
                  <a:pt x="404023" y="56849"/>
                </a:lnTo>
                <a:lnTo>
                  <a:pt x="403752" y="56713"/>
                </a:lnTo>
                <a:lnTo>
                  <a:pt x="403487" y="56569"/>
                </a:lnTo>
                <a:lnTo>
                  <a:pt x="403230" y="56415"/>
                </a:lnTo>
                <a:lnTo>
                  <a:pt x="402979" y="56253"/>
                </a:lnTo>
                <a:lnTo>
                  <a:pt x="402734" y="56082"/>
                </a:lnTo>
                <a:lnTo>
                  <a:pt x="402497" y="55903"/>
                </a:lnTo>
                <a:lnTo>
                  <a:pt x="402266" y="55714"/>
                </a:lnTo>
                <a:lnTo>
                  <a:pt x="402041" y="55517"/>
                </a:lnTo>
                <a:lnTo>
                  <a:pt x="401824" y="55311"/>
                </a:lnTo>
                <a:lnTo>
                  <a:pt x="401614" y="55097"/>
                </a:lnTo>
                <a:lnTo>
                  <a:pt x="401413" y="54875"/>
                </a:lnTo>
                <a:lnTo>
                  <a:pt x="401221" y="54645"/>
                </a:lnTo>
                <a:lnTo>
                  <a:pt x="401038" y="54407"/>
                </a:lnTo>
                <a:lnTo>
                  <a:pt x="400864" y="54162"/>
                </a:lnTo>
                <a:lnTo>
                  <a:pt x="400699" y="53908"/>
                </a:lnTo>
                <a:lnTo>
                  <a:pt x="400543" y="53647"/>
                </a:lnTo>
                <a:lnTo>
                  <a:pt x="400396" y="53378"/>
                </a:lnTo>
                <a:lnTo>
                  <a:pt x="400257" y="53101"/>
                </a:lnTo>
                <a:lnTo>
                  <a:pt x="400128" y="52817"/>
                </a:lnTo>
                <a:lnTo>
                  <a:pt x="400008" y="52524"/>
                </a:lnTo>
                <a:lnTo>
                  <a:pt x="399896" y="52224"/>
                </a:lnTo>
                <a:lnTo>
                  <a:pt x="399793" y="51916"/>
                </a:lnTo>
                <a:lnTo>
                  <a:pt x="399700" y="51600"/>
                </a:lnTo>
                <a:lnTo>
                  <a:pt x="399615" y="51277"/>
                </a:lnTo>
                <a:lnTo>
                  <a:pt x="399539" y="50945"/>
                </a:lnTo>
                <a:lnTo>
                  <a:pt x="399472" y="50606"/>
                </a:lnTo>
                <a:lnTo>
                  <a:pt x="399414" y="50259"/>
                </a:lnTo>
                <a:lnTo>
                  <a:pt x="399365" y="49904"/>
                </a:lnTo>
                <a:lnTo>
                  <a:pt x="399325" y="49542"/>
                </a:lnTo>
                <a:lnTo>
                  <a:pt x="399294" y="49171"/>
                </a:lnTo>
                <a:lnTo>
                  <a:pt x="399271" y="48793"/>
                </a:lnTo>
                <a:lnTo>
                  <a:pt x="399258" y="48407"/>
                </a:lnTo>
                <a:lnTo>
                  <a:pt x="399253" y="48013"/>
                </a:lnTo>
                <a:lnTo>
                  <a:pt x="399253" y="35527"/>
                </a:lnTo>
                <a:lnTo>
                  <a:pt x="399258" y="35126"/>
                </a:lnTo>
                <a:lnTo>
                  <a:pt x="399271" y="34733"/>
                </a:lnTo>
                <a:lnTo>
                  <a:pt x="399294" y="34348"/>
                </a:lnTo>
                <a:lnTo>
                  <a:pt x="399325" y="33972"/>
                </a:lnTo>
                <a:lnTo>
                  <a:pt x="399365" y="33604"/>
                </a:lnTo>
                <a:lnTo>
                  <a:pt x="399414" y="33244"/>
                </a:lnTo>
                <a:lnTo>
                  <a:pt x="399472" y="32892"/>
                </a:lnTo>
                <a:lnTo>
                  <a:pt x="399539" y="32549"/>
                </a:lnTo>
                <a:lnTo>
                  <a:pt x="399615" y="32214"/>
                </a:lnTo>
                <a:lnTo>
                  <a:pt x="399700" y="31888"/>
                </a:lnTo>
                <a:lnTo>
                  <a:pt x="399793" y="31569"/>
                </a:lnTo>
                <a:lnTo>
                  <a:pt x="399896" y="31259"/>
                </a:lnTo>
                <a:lnTo>
                  <a:pt x="400008" y="30957"/>
                </a:lnTo>
                <a:lnTo>
                  <a:pt x="400128" y="30664"/>
                </a:lnTo>
                <a:lnTo>
                  <a:pt x="400257" y="30378"/>
                </a:lnTo>
                <a:lnTo>
                  <a:pt x="400396" y="30102"/>
                </a:lnTo>
                <a:lnTo>
                  <a:pt x="400543" y="29833"/>
                </a:lnTo>
                <a:lnTo>
                  <a:pt x="400699" y="29572"/>
                </a:lnTo>
                <a:lnTo>
                  <a:pt x="400864" y="29320"/>
                </a:lnTo>
                <a:lnTo>
                  <a:pt x="401038" y="29077"/>
                </a:lnTo>
                <a:lnTo>
                  <a:pt x="401221" y="28841"/>
                </a:lnTo>
                <a:lnTo>
                  <a:pt x="401413" y="28614"/>
                </a:lnTo>
                <a:lnTo>
                  <a:pt x="401614" y="28395"/>
                </a:lnTo>
                <a:lnTo>
                  <a:pt x="401824" y="28184"/>
                </a:lnTo>
                <a:lnTo>
                  <a:pt x="402041" y="27982"/>
                </a:lnTo>
                <a:lnTo>
                  <a:pt x="402266" y="27788"/>
                </a:lnTo>
                <a:lnTo>
                  <a:pt x="402497" y="27603"/>
                </a:lnTo>
                <a:lnTo>
                  <a:pt x="402734" y="27427"/>
                </a:lnTo>
                <a:lnTo>
                  <a:pt x="402979" y="27259"/>
                </a:lnTo>
                <a:lnTo>
                  <a:pt x="403230" y="27100"/>
                </a:lnTo>
                <a:lnTo>
                  <a:pt x="403487" y="26949"/>
                </a:lnTo>
                <a:lnTo>
                  <a:pt x="403752" y="26807"/>
                </a:lnTo>
                <a:lnTo>
                  <a:pt x="404023" y="26673"/>
                </a:lnTo>
                <a:lnTo>
                  <a:pt x="404301" y="26549"/>
                </a:lnTo>
                <a:lnTo>
                  <a:pt x="404585" y="26432"/>
                </a:lnTo>
                <a:lnTo>
                  <a:pt x="404876" y="26325"/>
                </a:lnTo>
                <a:lnTo>
                  <a:pt x="405174" y="26226"/>
                </a:lnTo>
                <a:lnTo>
                  <a:pt x="405479" y="26135"/>
                </a:lnTo>
                <a:lnTo>
                  <a:pt x="405790" y="26054"/>
                </a:lnTo>
                <a:lnTo>
                  <a:pt x="406108" y="25980"/>
                </a:lnTo>
                <a:lnTo>
                  <a:pt x="406432" y="25916"/>
                </a:lnTo>
                <a:lnTo>
                  <a:pt x="406764" y="25860"/>
                </a:lnTo>
                <a:lnTo>
                  <a:pt x="407102" y="25812"/>
                </a:lnTo>
                <a:lnTo>
                  <a:pt x="407447" y="25774"/>
                </a:lnTo>
                <a:lnTo>
                  <a:pt x="407798" y="25744"/>
                </a:lnTo>
                <a:lnTo>
                  <a:pt x="408156" y="25722"/>
                </a:lnTo>
                <a:lnTo>
                  <a:pt x="408521" y="25709"/>
                </a:lnTo>
                <a:lnTo>
                  <a:pt x="408892" y="25705"/>
                </a:lnTo>
                <a:lnTo>
                  <a:pt x="409271" y="25709"/>
                </a:lnTo>
                <a:lnTo>
                  <a:pt x="409643" y="25722"/>
                </a:lnTo>
                <a:lnTo>
                  <a:pt x="410008" y="25744"/>
                </a:lnTo>
                <a:lnTo>
                  <a:pt x="410365" y="25774"/>
                </a:lnTo>
                <a:lnTo>
                  <a:pt x="410715" y="25812"/>
                </a:lnTo>
                <a:lnTo>
                  <a:pt x="411058" y="25860"/>
                </a:lnTo>
                <a:lnTo>
                  <a:pt x="411394" y="25916"/>
                </a:lnTo>
                <a:lnTo>
                  <a:pt x="411723" y="25980"/>
                </a:lnTo>
                <a:lnTo>
                  <a:pt x="412045" y="26054"/>
                </a:lnTo>
                <a:lnTo>
                  <a:pt x="412359" y="26135"/>
                </a:lnTo>
                <a:lnTo>
                  <a:pt x="412666" y="26226"/>
                </a:lnTo>
                <a:lnTo>
                  <a:pt x="412966" y="26325"/>
                </a:lnTo>
                <a:lnTo>
                  <a:pt x="413259" y="26432"/>
                </a:lnTo>
                <a:lnTo>
                  <a:pt x="413545" y="26549"/>
                </a:lnTo>
                <a:lnTo>
                  <a:pt x="413823" y="26673"/>
                </a:lnTo>
                <a:lnTo>
                  <a:pt x="414095" y="26807"/>
                </a:lnTo>
                <a:lnTo>
                  <a:pt x="414359" y="26949"/>
                </a:lnTo>
                <a:lnTo>
                  <a:pt x="414616" y="27100"/>
                </a:lnTo>
                <a:lnTo>
                  <a:pt x="414866" y="27259"/>
                </a:lnTo>
                <a:lnTo>
                  <a:pt x="415108" y="27427"/>
                </a:lnTo>
                <a:lnTo>
                  <a:pt x="415344" y="27603"/>
                </a:lnTo>
                <a:lnTo>
                  <a:pt x="415572" y="27788"/>
                </a:lnTo>
                <a:lnTo>
                  <a:pt x="415793" y="27982"/>
                </a:lnTo>
                <a:lnTo>
                  <a:pt x="416007" y="28184"/>
                </a:lnTo>
                <a:lnTo>
                  <a:pt x="416213" y="28395"/>
                </a:lnTo>
                <a:lnTo>
                  <a:pt x="416410" y="28614"/>
                </a:lnTo>
                <a:lnTo>
                  <a:pt x="416599" y="28841"/>
                </a:lnTo>
                <a:lnTo>
                  <a:pt x="416778" y="29077"/>
                </a:lnTo>
                <a:lnTo>
                  <a:pt x="416949" y="29320"/>
                </a:lnTo>
                <a:lnTo>
                  <a:pt x="417111" y="29572"/>
                </a:lnTo>
                <a:lnTo>
                  <a:pt x="417265" y="29833"/>
                </a:lnTo>
                <a:lnTo>
                  <a:pt x="417409" y="30102"/>
                </a:lnTo>
                <a:lnTo>
                  <a:pt x="417545" y="30378"/>
                </a:lnTo>
                <a:lnTo>
                  <a:pt x="417672" y="30664"/>
                </a:lnTo>
                <a:lnTo>
                  <a:pt x="417791" y="30957"/>
                </a:lnTo>
                <a:lnTo>
                  <a:pt x="417900" y="31259"/>
                </a:lnTo>
                <a:lnTo>
                  <a:pt x="418001" y="31569"/>
                </a:lnTo>
                <a:lnTo>
                  <a:pt x="418093" y="31888"/>
                </a:lnTo>
                <a:lnTo>
                  <a:pt x="418176" y="32214"/>
                </a:lnTo>
                <a:lnTo>
                  <a:pt x="418251" y="32549"/>
                </a:lnTo>
                <a:lnTo>
                  <a:pt x="418317" y="32892"/>
                </a:lnTo>
                <a:lnTo>
                  <a:pt x="418374" y="33244"/>
                </a:lnTo>
                <a:lnTo>
                  <a:pt x="418422" y="33604"/>
                </a:lnTo>
                <a:lnTo>
                  <a:pt x="418461" y="33972"/>
                </a:lnTo>
                <a:lnTo>
                  <a:pt x="418492" y="34348"/>
                </a:lnTo>
                <a:lnTo>
                  <a:pt x="418514" y="34733"/>
                </a:lnTo>
                <a:lnTo>
                  <a:pt x="418527" y="35126"/>
                </a:lnTo>
                <a:lnTo>
                  <a:pt x="418531" y="35527"/>
                </a:lnTo>
                <a:lnTo>
                  <a:pt x="418531" y="48013"/>
                </a:lnTo>
                <a:lnTo>
                  <a:pt x="418527" y="48407"/>
                </a:lnTo>
                <a:lnTo>
                  <a:pt x="418514" y="48793"/>
                </a:lnTo>
                <a:lnTo>
                  <a:pt x="418492" y="49171"/>
                </a:lnTo>
                <a:lnTo>
                  <a:pt x="418461" y="49542"/>
                </a:lnTo>
                <a:lnTo>
                  <a:pt x="418422" y="49904"/>
                </a:lnTo>
                <a:lnTo>
                  <a:pt x="418374" y="50259"/>
                </a:lnTo>
                <a:lnTo>
                  <a:pt x="418317" y="50606"/>
                </a:lnTo>
                <a:lnTo>
                  <a:pt x="418251" y="50945"/>
                </a:lnTo>
                <a:lnTo>
                  <a:pt x="418176" y="51277"/>
                </a:lnTo>
                <a:lnTo>
                  <a:pt x="418093" y="51600"/>
                </a:lnTo>
                <a:lnTo>
                  <a:pt x="418001" y="51916"/>
                </a:lnTo>
                <a:lnTo>
                  <a:pt x="417900" y="52224"/>
                </a:lnTo>
                <a:lnTo>
                  <a:pt x="417791" y="52524"/>
                </a:lnTo>
                <a:lnTo>
                  <a:pt x="417672" y="52817"/>
                </a:lnTo>
                <a:lnTo>
                  <a:pt x="417545" y="53101"/>
                </a:lnTo>
                <a:lnTo>
                  <a:pt x="417409" y="53378"/>
                </a:lnTo>
                <a:lnTo>
                  <a:pt x="417265" y="53647"/>
                </a:lnTo>
                <a:lnTo>
                  <a:pt x="417111" y="53908"/>
                </a:lnTo>
                <a:lnTo>
                  <a:pt x="416949" y="54162"/>
                </a:lnTo>
                <a:lnTo>
                  <a:pt x="416778" y="54407"/>
                </a:lnTo>
                <a:lnTo>
                  <a:pt x="416599" y="54645"/>
                </a:lnTo>
                <a:lnTo>
                  <a:pt x="416410" y="54875"/>
                </a:lnTo>
                <a:lnTo>
                  <a:pt x="416213" y="55097"/>
                </a:lnTo>
                <a:lnTo>
                  <a:pt x="416007" y="55311"/>
                </a:lnTo>
                <a:lnTo>
                  <a:pt x="415793" y="55517"/>
                </a:lnTo>
                <a:lnTo>
                  <a:pt x="415572" y="55714"/>
                </a:lnTo>
                <a:lnTo>
                  <a:pt x="415344" y="55903"/>
                </a:lnTo>
                <a:lnTo>
                  <a:pt x="415108" y="56082"/>
                </a:lnTo>
                <a:lnTo>
                  <a:pt x="414866" y="56253"/>
                </a:lnTo>
                <a:lnTo>
                  <a:pt x="414616" y="56415"/>
                </a:lnTo>
                <a:lnTo>
                  <a:pt x="414359" y="56569"/>
                </a:lnTo>
                <a:lnTo>
                  <a:pt x="414095" y="56713"/>
                </a:lnTo>
                <a:lnTo>
                  <a:pt x="413823" y="56849"/>
                </a:lnTo>
                <a:lnTo>
                  <a:pt x="413545" y="56976"/>
                </a:lnTo>
                <a:lnTo>
                  <a:pt x="413259" y="57095"/>
                </a:lnTo>
                <a:lnTo>
                  <a:pt x="412966" y="57204"/>
                </a:lnTo>
                <a:lnTo>
                  <a:pt x="412666" y="57305"/>
                </a:lnTo>
                <a:lnTo>
                  <a:pt x="412359" y="57397"/>
                </a:lnTo>
                <a:lnTo>
                  <a:pt x="412045" y="57480"/>
                </a:lnTo>
                <a:lnTo>
                  <a:pt x="411723" y="57555"/>
                </a:lnTo>
                <a:lnTo>
                  <a:pt x="411394" y="57620"/>
                </a:lnTo>
                <a:lnTo>
                  <a:pt x="411058" y="57677"/>
                </a:lnTo>
                <a:lnTo>
                  <a:pt x="410715" y="57726"/>
                </a:lnTo>
                <a:lnTo>
                  <a:pt x="410365" y="57765"/>
                </a:lnTo>
                <a:lnTo>
                  <a:pt x="410008" y="57796"/>
                </a:lnTo>
                <a:lnTo>
                  <a:pt x="409643" y="57818"/>
                </a:lnTo>
                <a:lnTo>
                  <a:pt x="409271" y="57831"/>
                </a:lnTo>
                <a:lnTo>
                  <a:pt x="408892" y="57835"/>
                </a:lnTo>
                <a:lnTo>
                  <a:pt x="408521" y="57831"/>
                </a:lnTo>
                <a:lnTo>
                  <a:pt x="408156" y="57818"/>
                </a:lnTo>
                <a:lnTo>
                  <a:pt x="407798" y="57796"/>
                </a:lnTo>
                <a:lnTo>
                  <a:pt x="407447" y="57765"/>
                </a:lnTo>
                <a:close/>
                <a:moveTo>
                  <a:pt x="319384" y="32773"/>
                </a:moveTo>
                <a:lnTo>
                  <a:pt x="319374" y="32121"/>
                </a:lnTo>
                <a:lnTo>
                  <a:pt x="319346" y="31480"/>
                </a:lnTo>
                <a:lnTo>
                  <a:pt x="319300" y="30851"/>
                </a:lnTo>
                <a:lnTo>
                  <a:pt x="319234" y="30232"/>
                </a:lnTo>
                <a:lnTo>
                  <a:pt x="319150" y="29625"/>
                </a:lnTo>
                <a:lnTo>
                  <a:pt x="319048" y="29030"/>
                </a:lnTo>
                <a:lnTo>
                  <a:pt x="318927" y="28445"/>
                </a:lnTo>
                <a:lnTo>
                  <a:pt x="318787" y="27872"/>
                </a:lnTo>
                <a:lnTo>
                  <a:pt x="318628" y="27311"/>
                </a:lnTo>
                <a:lnTo>
                  <a:pt x="318451" y="26760"/>
                </a:lnTo>
                <a:lnTo>
                  <a:pt x="318255" y="26221"/>
                </a:lnTo>
                <a:lnTo>
                  <a:pt x="318041" y="25693"/>
                </a:lnTo>
                <a:lnTo>
                  <a:pt x="317808" y="25177"/>
                </a:lnTo>
                <a:lnTo>
                  <a:pt x="317556" y="24672"/>
                </a:lnTo>
                <a:lnTo>
                  <a:pt x="317286" y="24178"/>
                </a:lnTo>
                <a:lnTo>
                  <a:pt x="316997" y="23695"/>
                </a:lnTo>
                <a:lnTo>
                  <a:pt x="316689" y="23224"/>
                </a:lnTo>
                <a:lnTo>
                  <a:pt x="316363" y="22764"/>
                </a:lnTo>
                <a:lnTo>
                  <a:pt x="316018" y="22316"/>
                </a:lnTo>
                <a:lnTo>
                  <a:pt x="315654" y="21879"/>
                </a:lnTo>
                <a:lnTo>
                  <a:pt x="315272" y="21453"/>
                </a:lnTo>
                <a:lnTo>
                  <a:pt x="314871" y="21038"/>
                </a:lnTo>
                <a:lnTo>
                  <a:pt x="314451" y="20635"/>
                </a:lnTo>
                <a:lnTo>
                  <a:pt x="314013" y="20243"/>
                </a:lnTo>
                <a:lnTo>
                  <a:pt x="313559" y="19865"/>
                </a:lnTo>
                <a:lnTo>
                  <a:pt x="313091" y="19503"/>
                </a:lnTo>
                <a:lnTo>
                  <a:pt x="312610" y="19156"/>
                </a:lnTo>
                <a:lnTo>
                  <a:pt x="312115" y="18826"/>
                </a:lnTo>
                <a:lnTo>
                  <a:pt x="311606" y="18512"/>
                </a:lnTo>
                <a:lnTo>
                  <a:pt x="311084" y="18215"/>
                </a:lnTo>
                <a:lnTo>
                  <a:pt x="310549" y="17933"/>
                </a:lnTo>
                <a:lnTo>
                  <a:pt x="310000" y="17667"/>
                </a:lnTo>
                <a:lnTo>
                  <a:pt x="309437" y="17418"/>
                </a:lnTo>
                <a:lnTo>
                  <a:pt x="308861" y="17184"/>
                </a:lnTo>
                <a:lnTo>
                  <a:pt x="308271" y="16967"/>
                </a:lnTo>
                <a:lnTo>
                  <a:pt x="307668" y="16766"/>
                </a:lnTo>
                <a:lnTo>
                  <a:pt x="307051" y="16580"/>
                </a:lnTo>
                <a:lnTo>
                  <a:pt x="306421" y="16411"/>
                </a:lnTo>
                <a:lnTo>
                  <a:pt x="305777" y="16258"/>
                </a:lnTo>
                <a:lnTo>
                  <a:pt x="305119" y="16122"/>
                </a:lnTo>
                <a:lnTo>
                  <a:pt x="304448" y="16001"/>
                </a:lnTo>
                <a:lnTo>
                  <a:pt x="303764" y="15896"/>
                </a:lnTo>
                <a:lnTo>
                  <a:pt x="303065" y="15808"/>
                </a:lnTo>
                <a:lnTo>
                  <a:pt x="302354" y="15735"/>
                </a:lnTo>
                <a:lnTo>
                  <a:pt x="301629" y="15679"/>
                </a:lnTo>
                <a:lnTo>
                  <a:pt x="300890" y="15639"/>
                </a:lnTo>
                <a:lnTo>
                  <a:pt x="300137" y="15614"/>
                </a:lnTo>
                <a:lnTo>
                  <a:pt x="299372" y="15606"/>
                </a:lnTo>
                <a:lnTo>
                  <a:pt x="298650" y="15614"/>
                </a:lnTo>
                <a:lnTo>
                  <a:pt x="297940" y="15636"/>
                </a:lnTo>
                <a:lnTo>
                  <a:pt x="297240" y="15672"/>
                </a:lnTo>
                <a:lnTo>
                  <a:pt x="296551" y="15724"/>
                </a:lnTo>
                <a:lnTo>
                  <a:pt x="295873" y="15790"/>
                </a:lnTo>
                <a:lnTo>
                  <a:pt x="295206" y="15870"/>
                </a:lnTo>
                <a:lnTo>
                  <a:pt x="294550" y="15966"/>
                </a:lnTo>
                <a:lnTo>
                  <a:pt x="293904" y="16076"/>
                </a:lnTo>
                <a:lnTo>
                  <a:pt x="293269" y="16200"/>
                </a:lnTo>
                <a:lnTo>
                  <a:pt x="292646" y="16340"/>
                </a:lnTo>
                <a:lnTo>
                  <a:pt x="292033" y="16494"/>
                </a:lnTo>
                <a:lnTo>
                  <a:pt x="291430" y="16662"/>
                </a:lnTo>
                <a:lnTo>
                  <a:pt x="290839" y="16846"/>
                </a:lnTo>
                <a:lnTo>
                  <a:pt x="290259" y="17044"/>
                </a:lnTo>
                <a:lnTo>
                  <a:pt x="289689" y="17256"/>
                </a:lnTo>
                <a:lnTo>
                  <a:pt x="289130" y="17484"/>
                </a:lnTo>
                <a:lnTo>
                  <a:pt x="288582" y="17725"/>
                </a:lnTo>
                <a:lnTo>
                  <a:pt x="288045" y="17982"/>
                </a:lnTo>
                <a:lnTo>
                  <a:pt x="287519" y="18253"/>
                </a:lnTo>
                <a:lnTo>
                  <a:pt x="287003" y="18539"/>
                </a:lnTo>
                <a:lnTo>
                  <a:pt x="286499" y="18840"/>
                </a:lnTo>
                <a:lnTo>
                  <a:pt x="286005" y="19155"/>
                </a:lnTo>
                <a:lnTo>
                  <a:pt x="285522" y="19485"/>
                </a:lnTo>
                <a:lnTo>
                  <a:pt x="285050" y="19830"/>
                </a:lnTo>
                <a:lnTo>
                  <a:pt x="284591" y="20187"/>
                </a:lnTo>
                <a:lnTo>
                  <a:pt x="284149" y="20554"/>
                </a:lnTo>
                <a:lnTo>
                  <a:pt x="283724" y="20931"/>
                </a:lnTo>
                <a:lnTo>
                  <a:pt x="283315" y="21319"/>
                </a:lnTo>
                <a:lnTo>
                  <a:pt x="282923" y="21717"/>
                </a:lnTo>
                <a:lnTo>
                  <a:pt x="282548" y="22125"/>
                </a:lnTo>
                <a:lnTo>
                  <a:pt x="282189" y="22543"/>
                </a:lnTo>
                <a:lnTo>
                  <a:pt x="281846" y="22971"/>
                </a:lnTo>
                <a:lnTo>
                  <a:pt x="281521" y="23410"/>
                </a:lnTo>
                <a:lnTo>
                  <a:pt x="281211" y="23858"/>
                </a:lnTo>
                <a:lnTo>
                  <a:pt x="280919" y="24317"/>
                </a:lnTo>
                <a:lnTo>
                  <a:pt x="280643" y="24787"/>
                </a:lnTo>
                <a:lnTo>
                  <a:pt x="280383" y="25266"/>
                </a:lnTo>
                <a:lnTo>
                  <a:pt x="280140" y="25756"/>
                </a:lnTo>
                <a:lnTo>
                  <a:pt x="279914" y="26255"/>
                </a:lnTo>
                <a:lnTo>
                  <a:pt x="279704" y="26765"/>
                </a:lnTo>
                <a:lnTo>
                  <a:pt x="279511" y="27286"/>
                </a:lnTo>
                <a:lnTo>
                  <a:pt x="279334" y="27816"/>
                </a:lnTo>
                <a:lnTo>
                  <a:pt x="279174" y="28357"/>
                </a:lnTo>
                <a:lnTo>
                  <a:pt x="279031" y="28907"/>
                </a:lnTo>
                <a:lnTo>
                  <a:pt x="278904" y="29469"/>
                </a:lnTo>
                <a:lnTo>
                  <a:pt x="278794" y="30040"/>
                </a:lnTo>
                <a:lnTo>
                  <a:pt x="278700" y="30621"/>
                </a:lnTo>
                <a:lnTo>
                  <a:pt x="278623" y="31213"/>
                </a:lnTo>
                <a:lnTo>
                  <a:pt x="289824" y="31213"/>
                </a:lnTo>
                <a:lnTo>
                  <a:pt x="289865" y="30978"/>
                </a:lnTo>
                <a:lnTo>
                  <a:pt x="289914" y="30747"/>
                </a:lnTo>
                <a:lnTo>
                  <a:pt x="289970" y="30520"/>
                </a:lnTo>
                <a:lnTo>
                  <a:pt x="290032" y="30297"/>
                </a:lnTo>
                <a:lnTo>
                  <a:pt x="290102" y="30079"/>
                </a:lnTo>
                <a:lnTo>
                  <a:pt x="290179" y="29864"/>
                </a:lnTo>
                <a:lnTo>
                  <a:pt x="290263" y="29654"/>
                </a:lnTo>
                <a:lnTo>
                  <a:pt x="290353" y="29448"/>
                </a:lnTo>
                <a:lnTo>
                  <a:pt x="290451" y="29246"/>
                </a:lnTo>
                <a:lnTo>
                  <a:pt x="290556" y="29048"/>
                </a:lnTo>
                <a:lnTo>
                  <a:pt x="290668" y="28855"/>
                </a:lnTo>
                <a:lnTo>
                  <a:pt x="290787" y="28665"/>
                </a:lnTo>
                <a:lnTo>
                  <a:pt x="290913" y="28480"/>
                </a:lnTo>
                <a:lnTo>
                  <a:pt x="291045" y="28299"/>
                </a:lnTo>
                <a:lnTo>
                  <a:pt x="291185" y="28122"/>
                </a:lnTo>
                <a:lnTo>
                  <a:pt x="291332" y="27949"/>
                </a:lnTo>
                <a:lnTo>
                  <a:pt x="291486" y="27780"/>
                </a:lnTo>
                <a:lnTo>
                  <a:pt x="291647" y="27615"/>
                </a:lnTo>
                <a:lnTo>
                  <a:pt x="291815" y="27455"/>
                </a:lnTo>
                <a:lnTo>
                  <a:pt x="291990" y="27299"/>
                </a:lnTo>
                <a:lnTo>
                  <a:pt x="292172" y="27146"/>
                </a:lnTo>
                <a:lnTo>
                  <a:pt x="292361" y="26998"/>
                </a:lnTo>
                <a:lnTo>
                  <a:pt x="292557" y="26855"/>
                </a:lnTo>
                <a:lnTo>
                  <a:pt x="292760" y="26715"/>
                </a:lnTo>
                <a:lnTo>
                  <a:pt x="292969" y="26580"/>
                </a:lnTo>
                <a:lnTo>
                  <a:pt x="293182" y="26451"/>
                </a:lnTo>
                <a:lnTo>
                  <a:pt x="293400" y="26327"/>
                </a:lnTo>
                <a:lnTo>
                  <a:pt x="293622" y="26210"/>
                </a:lnTo>
                <a:lnTo>
                  <a:pt x="293849" y="26098"/>
                </a:lnTo>
                <a:lnTo>
                  <a:pt x="294080" y="25992"/>
                </a:lnTo>
                <a:lnTo>
                  <a:pt x="294315" y="25891"/>
                </a:lnTo>
                <a:lnTo>
                  <a:pt x="294555" y="25797"/>
                </a:lnTo>
                <a:lnTo>
                  <a:pt x="294800" y="25708"/>
                </a:lnTo>
                <a:lnTo>
                  <a:pt x="295049" y="25624"/>
                </a:lnTo>
                <a:lnTo>
                  <a:pt x="295302" y="25547"/>
                </a:lnTo>
                <a:lnTo>
                  <a:pt x="295560" y="25475"/>
                </a:lnTo>
                <a:lnTo>
                  <a:pt x="295823" y="25409"/>
                </a:lnTo>
                <a:lnTo>
                  <a:pt x="296090" y="25349"/>
                </a:lnTo>
                <a:lnTo>
                  <a:pt x="296361" y="25294"/>
                </a:lnTo>
                <a:lnTo>
                  <a:pt x="296637" y="25246"/>
                </a:lnTo>
                <a:lnTo>
                  <a:pt x="296917" y="25203"/>
                </a:lnTo>
                <a:lnTo>
                  <a:pt x="297201" y="25165"/>
                </a:lnTo>
                <a:lnTo>
                  <a:pt x="297491" y="25134"/>
                </a:lnTo>
                <a:lnTo>
                  <a:pt x="297784" y="25108"/>
                </a:lnTo>
                <a:lnTo>
                  <a:pt x="298082" y="25088"/>
                </a:lnTo>
                <a:lnTo>
                  <a:pt x="298385" y="25073"/>
                </a:lnTo>
                <a:lnTo>
                  <a:pt x="298692" y="25065"/>
                </a:lnTo>
                <a:lnTo>
                  <a:pt x="299003" y="25062"/>
                </a:lnTo>
                <a:lnTo>
                  <a:pt x="299344" y="25065"/>
                </a:lnTo>
                <a:lnTo>
                  <a:pt x="299680" y="25076"/>
                </a:lnTo>
                <a:lnTo>
                  <a:pt x="300009" y="25094"/>
                </a:lnTo>
                <a:lnTo>
                  <a:pt x="300332" y="25119"/>
                </a:lnTo>
                <a:lnTo>
                  <a:pt x="300649" y="25152"/>
                </a:lnTo>
                <a:lnTo>
                  <a:pt x="300960" y="25191"/>
                </a:lnTo>
                <a:lnTo>
                  <a:pt x="301265" y="25238"/>
                </a:lnTo>
                <a:lnTo>
                  <a:pt x="301564" y="25291"/>
                </a:lnTo>
                <a:lnTo>
                  <a:pt x="301857" y="25352"/>
                </a:lnTo>
                <a:lnTo>
                  <a:pt x="302144" y="25421"/>
                </a:lnTo>
                <a:lnTo>
                  <a:pt x="302424" y="25496"/>
                </a:lnTo>
                <a:lnTo>
                  <a:pt x="302699" y="25578"/>
                </a:lnTo>
                <a:lnTo>
                  <a:pt x="302967" y="25668"/>
                </a:lnTo>
                <a:lnTo>
                  <a:pt x="303230" y="25765"/>
                </a:lnTo>
                <a:lnTo>
                  <a:pt x="303486" y="25869"/>
                </a:lnTo>
                <a:lnTo>
                  <a:pt x="303737" y="25980"/>
                </a:lnTo>
                <a:lnTo>
                  <a:pt x="303981" y="26099"/>
                </a:lnTo>
                <a:lnTo>
                  <a:pt x="304219" y="26224"/>
                </a:lnTo>
                <a:lnTo>
                  <a:pt x="304451" y="26357"/>
                </a:lnTo>
                <a:lnTo>
                  <a:pt x="304677" y="26497"/>
                </a:lnTo>
                <a:lnTo>
                  <a:pt x="304897" y="26644"/>
                </a:lnTo>
                <a:lnTo>
                  <a:pt x="305111" y="26798"/>
                </a:lnTo>
                <a:lnTo>
                  <a:pt x="305319" y="26959"/>
                </a:lnTo>
                <a:lnTo>
                  <a:pt x="305521" y="27128"/>
                </a:lnTo>
                <a:lnTo>
                  <a:pt x="305716" y="27303"/>
                </a:lnTo>
                <a:lnTo>
                  <a:pt x="305902" y="27483"/>
                </a:lnTo>
                <a:lnTo>
                  <a:pt x="306081" y="27669"/>
                </a:lnTo>
                <a:lnTo>
                  <a:pt x="306250" y="27861"/>
                </a:lnTo>
                <a:lnTo>
                  <a:pt x="306412" y="28058"/>
                </a:lnTo>
                <a:lnTo>
                  <a:pt x="306565" y="28261"/>
                </a:lnTo>
                <a:lnTo>
                  <a:pt x="306710" y="28469"/>
                </a:lnTo>
                <a:lnTo>
                  <a:pt x="306847" y="28683"/>
                </a:lnTo>
                <a:lnTo>
                  <a:pt x="306976" y="28903"/>
                </a:lnTo>
                <a:lnTo>
                  <a:pt x="307096" y="29128"/>
                </a:lnTo>
                <a:lnTo>
                  <a:pt x="307208" y="29359"/>
                </a:lnTo>
                <a:lnTo>
                  <a:pt x="307311" y="29595"/>
                </a:lnTo>
                <a:lnTo>
                  <a:pt x="307407" y="29837"/>
                </a:lnTo>
                <a:lnTo>
                  <a:pt x="307494" y="30084"/>
                </a:lnTo>
                <a:lnTo>
                  <a:pt x="307572" y="30337"/>
                </a:lnTo>
                <a:lnTo>
                  <a:pt x="307643" y="30596"/>
                </a:lnTo>
                <a:lnTo>
                  <a:pt x="307705" y="30860"/>
                </a:lnTo>
                <a:lnTo>
                  <a:pt x="307759" y="31130"/>
                </a:lnTo>
                <a:lnTo>
                  <a:pt x="307804" y="31405"/>
                </a:lnTo>
                <a:lnTo>
                  <a:pt x="307842" y="31686"/>
                </a:lnTo>
                <a:lnTo>
                  <a:pt x="307871" y="31973"/>
                </a:lnTo>
                <a:lnTo>
                  <a:pt x="307892" y="32265"/>
                </a:lnTo>
                <a:lnTo>
                  <a:pt x="307904" y="32563"/>
                </a:lnTo>
                <a:lnTo>
                  <a:pt x="307908" y="32866"/>
                </a:lnTo>
                <a:lnTo>
                  <a:pt x="307908" y="37180"/>
                </a:lnTo>
                <a:lnTo>
                  <a:pt x="295332" y="37180"/>
                </a:lnTo>
                <a:lnTo>
                  <a:pt x="294581" y="37187"/>
                </a:lnTo>
                <a:lnTo>
                  <a:pt x="293846" y="37208"/>
                </a:lnTo>
                <a:lnTo>
                  <a:pt x="293124" y="37243"/>
                </a:lnTo>
                <a:lnTo>
                  <a:pt x="292417" y="37293"/>
                </a:lnTo>
                <a:lnTo>
                  <a:pt x="291724" y="37356"/>
                </a:lnTo>
                <a:lnTo>
                  <a:pt x="291046" y="37433"/>
                </a:lnTo>
                <a:lnTo>
                  <a:pt x="290381" y="37524"/>
                </a:lnTo>
                <a:lnTo>
                  <a:pt x="289732" y="37629"/>
                </a:lnTo>
                <a:lnTo>
                  <a:pt x="289096" y="37748"/>
                </a:lnTo>
                <a:lnTo>
                  <a:pt x="288475" y="37882"/>
                </a:lnTo>
                <a:lnTo>
                  <a:pt x="287868" y="38029"/>
                </a:lnTo>
                <a:lnTo>
                  <a:pt x="287276" y="38190"/>
                </a:lnTo>
                <a:lnTo>
                  <a:pt x="286698" y="38366"/>
                </a:lnTo>
                <a:lnTo>
                  <a:pt x="286134" y="38555"/>
                </a:lnTo>
                <a:lnTo>
                  <a:pt x="285585" y="38758"/>
                </a:lnTo>
                <a:lnTo>
                  <a:pt x="285050" y="38976"/>
                </a:lnTo>
                <a:lnTo>
                  <a:pt x="284529" y="39207"/>
                </a:lnTo>
                <a:lnTo>
                  <a:pt x="284023" y="39453"/>
                </a:lnTo>
                <a:lnTo>
                  <a:pt x="283531" y="39712"/>
                </a:lnTo>
                <a:lnTo>
                  <a:pt x="283053" y="39986"/>
                </a:lnTo>
                <a:lnTo>
                  <a:pt x="282590" y="40273"/>
                </a:lnTo>
                <a:lnTo>
                  <a:pt x="282141" y="40575"/>
                </a:lnTo>
                <a:lnTo>
                  <a:pt x="281706" y="40891"/>
                </a:lnTo>
                <a:lnTo>
                  <a:pt x="281286" y="41220"/>
                </a:lnTo>
                <a:lnTo>
                  <a:pt x="280881" y="41563"/>
                </a:lnTo>
                <a:lnTo>
                  <a:pt x="280494" y="41917"/>
                </a:lnTo>
                <a:lnTo>
                  <a:pt x="280124" y="42283"/>
                </a:lnTo>
                <a:lnTo>
                  <a:pt x="279771" y="42661"/>
                </a:lnTo>
                <a:lnTo>
                  <a:pt x="279435" y="43050"/>
                </a:lnTo>
                <a:lnTo>
                  <a:pt x="279117" y="43452"/>
                </a:lnTo>
                <a:lnTo>
                  <a:pt x="278816" y="43865"/>
                </a:lnTo>
                <a:lnTo>
                  <a:pt x="278532" y="44290"/>
                </a:lnTo>
                <a:lnTo>
                  <a:pt x="278265" y="44727"/>
                </a:lnTo>
                <a:lnTo>
                  <a:pt x="278015" y="45175"/>
                </a:lnTo>
                <a:lnTo>
                  <a:pt x="277783" y="45636"/>
                </a:lnTo>
                <a:lnTo>
                  <a:pt x="277568" y="46108"/>
                </a:lnTo>
                <a:lnTo>
                  <a:pt x="277370" y="46592"/>
                </a:lnTo>
                <a:lnTo>
                  <a:pt x="277189" y="47088"/>
                </a:lnTo>
                <a:lnTo>
                  <a:pt x="277025" y="47595"/>
                </a:lnTo>
                <a:lnTo>
                  <a:pt x="276879" y="48115"/>
                </a:lnTo>
                <a:lnTo>
                  <a:pt x="276750" y="48646"/>
                </a:lnTo>
                <a:lnTo>
                  <a:pt x="276638" y="49189"/>
                </a:lnTo>
                <a:lnTo>
                  <a:pt x="276543" y="49744"/>
                </a:lnTo>
                <a:lnTo>
                  <a:pt x="276466" y="50310"/>
                </a:lnTo>
                <a:lnTo>
                  <a:pt x="276406" y="50888"/>
                </a:lnTo>
                <a:lnTo>
                  <a:pt x="276363" y="51479"/>
                </a:lnTo>
                <a:lnTo>
                  <a:pt x="276337" y="52081"/>
                </a:lnTo>
                <a:lnTo>
                  <a:pt x="276328" y="52694"/>
                </a:lnTo>
                <a:lnTo>
                  <a:pt x="276336" y="53271"/>
                </a:lnTo>
                <a:lnTo>
                  <a:pt x="276359" y="53837"/>
                </a:lnTo>
                <a:lnTo>
                  <a:pt x="276399" y="54394"/>
                </a:lnTo>
                <a:lnTo>
                  <a:pt x="276453" y="54941"/>
                </a:lnTo>
                <a:lnTo>
                  <a:pt x="276523" y="55478"/>
                </a:lnTo>
                <a:lnTo>
                  <a:pt x="276609" y="56005"/>
                </a:lnTo>
                <a:lnTo>
                  <a:pt x="276711" y="56522"/>
                </a:lnTo>
                <a:lnTo>
                  <a:pt x="276828" y="57030"/>
                </a:lnTo>
                <a:lnTo>
                  <a:pt x="276961" y="57527"/>
                </a:lnTo>
                <a:lnTo>
                  <a:pt x="277109" y="58015"/>
                </a:lnTo>
                <a:lnTo>
                  <a:pt x="277273" y="58492"/>
                </a:lnTo>
                <a:lnTo>
                  <a:pt x="277453" y="58960"/>
                </a:lnTo>
                <a:lnTo>
                  <a:pt x="277648" y="59418"/>
                </a:lnTo>
                <a:lnTo>
                  <a:pt x="277859" y="59866"/>
                </a:lnTo>
                <a:lnTo>
                  <a:pt x="278085" y="60304"/>
                </a:lnTo>
                <a:lnTo>
                  <a:pt x="278327" y="60732"/>
                </a:lnTo>
                <a:lnTo>
                  <a:pt x="278585" y="61151"/>
                </a:lnTo>
                <a:lnTo>
                  <a:pt x="278858" y="61559"/>
                </a:lnTo>
                <a:lnTo>
                  <a:pt x="279147" y="61958"/>
                </a:lnTo>
                <a:lnTo>
                  <a:pt x="279452" y="62347"/>
                </a:lnTo>
                <a:lnTo>
                  <a:pt x="279772" y="62725"/>
                </a:lnTo>
                <a:lnTo>
                  <a:pt x="280108" y="63094"/>
                </a:lnTo>
                <a:lnTo>
                  <a:pt x="280459" y="63453"/>
                </a:lnTo>
                <a:lnTo>
                  <a:pt x="280826" y="63803"/>
                </a:lnTo>
                <a:lnTo>
                  <a:pt x="281207" y="64140"/>
                </a:lnTo>
                <a:lnTo>
                  <a:pt x="281599" y="64462"/>
                </a:lnTo>
                <a:lnTo>
                  <a:pt x="282003" y="64771"/>
                </a:lnTo>
                <a:lnTo>
                  <a:pt x="282418" y="65065"/>
                </a:lnTo>
                <a:lnTo>
                  <a:pt x="282844" y="65345"/>
                </a:lnTo>
                <a:lnTo>
                  <a:pt x="283282" y="65610"/>
                </a:lnTo>
                <a:lnTo>
                  <a:pt x="283732" y="65861"/>
                </a:lnTo>
                <a:lnTo>
                  <a:pt x="284193" y="66098"/>
                </a:lnTo>
                <a:lnTo>
                  <a:pt x="284665" y="66320"/>
                </a:lnTo>
                <a:lnTo>
                  <a:pt x="285149" y="66528"/>
                </a:lnTo>
                <a:lnTo>
                  <a:pt x="285645" y="66722"/>
                </a:lnTo>
                <a:lnTo>
                  <a:pt x="286151" y="66901"/>
                </a:lnTo>
                <a:lnTo>
                  <a:pt x="286670" y="67066"/>
                </a:lnTo>
                <a:lnTo>
                  <a:pt x="287200" y="67216"/>
                </a:lnTo>
                <a:lnTo>
                  <a:pt x="287741" y="67353"/>
                </a:lnTo>
                <a:lnTo>
                  <a:pt x="288293" y="67475"/>
                </a:lnTo>
                <a:lnTo>
                  <a:pt x="288858" y="67582"/>
                </a:lnTo>
                <a:lnTo>
                  <a:pt x="289433" y="67675"/>
                </a:lnTo>
                <a:lnTo>
                  <a:pt x="290020" y="67754"/>
                </a:lnTo>
                <a:lnTo>
                  <a:pt x="290619" y="67819"/>
                </a:lnTo>
                <a:lnTo>
                  <a:pt x="291229" y="67869"/>
                </a:lnTo>
                <a:lnTo>
                  <a:pt x="291851" y="67905"/>
                </a:lnTo>
                <a:lnTo>
                  <a:pt x="292484" y="67926"/>
                </a:lnTo>
                <a:lnTo>
                  <a:pt x="293128" y="67934"/>
                </a:lnTo>
                <a:lnTo>
                  <a:pt x="293697" y="67928"/>
                </a:lnTo>
                <a:lnTo>
                  <a:pt x="294257" y="67911"/>
                </a:lnTo>
                <a:lnTo>
                  <a:pt x="294806" y="67882"/>
                </a:lnTo>
                <a:lnTo>
                  <a:pt x="295347" y="67842"/>
                </a:lnTo>
                <a:lnTo>
                  <a:pt x="295877" y="67790"/>
                </a:lnTo>
                <a:lnTo>
                  <a:pt x="296399" y="67727"/>
                </a:lnTo>
                <a:lnTo>
                  <a:pt x="296910" y="67653"/>
                </a:lnTo>
                <a:lnTo>
                  <a:pt x="297412" y="67567"/>
                </a:lnTo>
                <a:lnTo>
                  <a:pt x="297905" y="67469"/>
                </a:lnTo>
                <a:lnTo>
                  <a:pt x="298388" y="67360"/>
                </a:lnTo>
                <a:lnTo>
                  <a:pt x="298861" y="67239"/>
                </a:lnTo>
                <a:lnTo>
                  <a:pt x="299325" y="67108"/>
                </a:lnTo>
                <a:lnTo>
                  <a:pt x="299779" y="66964"/>
                </a:lnTo>
                <a:lnTo>
                  <a:pt x="300224" y="66809"/>
                </a:lnTo>
                <a:lnTo>
                  <a:pt x="300659" y="66643"/>
                </a:lnTo>
                <a:lnTo>
                  <a:pt x="301084" y="66465"/>
                </a:lnTo>
                <a:lnTo>
                  <a:pt x="301500" y="66276"/>
                </a:lnTo>
                <a:lnTo>
                  <a:pt x="301907" y="66075"/>
                </a:lnTo>
                <a:lnTo>
                  <a:pt x="302303" y="65863"/>
                </a:lnTo>
                <a:lnTo>
                  <a:pt x="302691" y="65639"/>
                </a:lnTo>
                <a:lnTo>
                  <a:pt x="303068" y="65404"/>
                </a:lnTo>
                <a:lnTo>
                  <a:pt x="303436" y="65157"/>
                </a:lnTo>
                <a:lnTo>
                  <a:pt x="303795" y="64899"/>
                </a:lnTo>
                <a:lnTo>
                  <a:pt x="304144" y="64629"/>
                </a:lnTo>
                <a:lnTo>
                  <a:pt x="304481" y="64350"/>
                </a:lnTo>
                <a:lnTo>
                  <a:pt x="304804" y="64062"/>
                </a:lnTo>
                <a:lnTo>
                  <a:pt x="305113" y="63767"/>
                </a:lnTo>
                <a:lnTo>
                  <a:pt x="305407" y="63464"/>
                </a:lnTo>
                <a:lnTo>
                  <a:pt x="305687" y="63153"/>
                </a:lnTo>
                <a:lnTo>
                  <a:pt x="305952" y="62833"/>
                </a:lnTo>
                <a:lnTo>
                  <a:pt x="306203" y="62506"/>
                </a:lnTo>
                <a:lnTo>
                  <a:pt x="306440" y="62171"/>
                </a:lnTo>
                <a:lnTo>
                  <a:pt x="306662" y="61828"/>
                </a:lnTo>
                <a:lnTo>
                  <a:pt x="306870" y="61477"/>
                </a:lnTo>
                <a:lnTo>
                  <a:pt x="307064" y="61118"/>
                </a:lnTo>
                <a:lnTo>
                  <a:pt x="307243" y="60751"/>
                </a:lnTo>
                <a:lnTo>
                  <a:pt x="307408" y="60376"/>
                </a:lnTo>
                <a:lnTo>
                  <a:pt x="307559" y="59993"/>
                </a:lnTo>
                <a:lnTo>
                  <a:pt x="307695" y="59602"/>
                </a:lnTo>
                <a:lnTo>
                  <a:pt x="307817" y="59203"/>
                </a:lnTo>
                <a:lnTo>
                  <a:pt x="307925" y="58796"/>
                </a:lnTo>
                <a:lnTo>
                  <a:pt x="308018" y="58381"/>
                </a:lnTo>
                <a:lnTo>
                  <a:pt x="308051" y="58204"/>
                </a:lnTo>
                <a:lnTo>
                  <a:pt x="308277" y="58204"/>
                </a:lnTo>
                <a:lnTo>
                  <a:pt x="308277" y="67016"/>
                </a:lnTo>
                <a:lnTo>
                  <a:pt x="319384" y="67016"/>
                </a:lnTo>
                <a:lnTo>
                  <a:pt x="319384" y="32773"/>
                </a:lnTo>
                <a:close/>
                <a:moveTo>
                  <a:pt x="295534" y="59247"/>
                </a:moveTo>
                <a:lnTo>
                  <a:pt x="295210" y="59215"/>
                </a:lnTo>
                <a:lnTo>
                  <a:pt x="294892" y="59176"/>
                </a:lnTo>
                <a:lnTo>
                  <a:pt x="294581" y="59129"/>
                </a:lnTo>
                <a:lnTo>
                  <a:pt x="294275" y="59075"/>
                </a:lnTo>
                <a:lnTo>
                  <a:pt x="293976" y="59014"/>
                </a:lnTo>
                <a:lnTo>
                  <a:pt x="293683" y="58946"/>
                </a:lnTo>
                <a:lnTo>
                  <a:pt x="293397" y="58871"/>
                </a:lnTo>
                <a:lnTo>
                  <a:pt x="293116" y="58788"/>
                </a:lnTo>
                <a:lnTo>
                  <a:pt x="292842" y="58699"/>
                </a:lnTo>
                <a:lnTo>
                  <a:pt x="292574" y="58602"/>
                </a:lnTo>
                <a:lnTo>
                  <a:pt x="292312" y="58498"/>
                </a:lnTo>
                <a:lnTo>
                  <a:pt x="292057" y="58387"/>
                </a:lnTo>
                <a:lnTo>
                  <a:pt x="291807" y="58269"/>
                </a:lnTo>
                <a:lnTo>
                  <a:pt x="291564" y="58143"/>
                </a:lnTo>
                <a:lnTo>
                  <a:pt x="291327" y="58011"/>
                </a:lnTo>
                <a:lnTo>
                  <a:pt x="291096" y="57871"/>
                </a:lnTo>
                <a:lnTo>
                  <a:pt x="290872" y="57724"/>
                </a:lnTo>
                <a:lnTo>
                  <a:pt x="290653" y="57570"/>
                </a:lnTo>
                <a:lnTo>
                  <a:pt x="290441" y="57408"/>
                </a:lnTo>
                <a:lnTo>
                  <a:pt x="290235" y="57240"/>
                </a:lnTo>
                <a:lnTo>
                  <a:pt x="290037" y="57065"/>
                </a:lnTo>
                <a:lnTo>
                  <a:pt x="289847" y="56885"/>
                </a:lnTo>
                <a:lnTo>
                  <a:pt x="289666" y="56700"/>
                </a:lnTo>
                <a:lnTo>
                  <a:pt x="289492" y="56509"/>
                </a:lnTo>
                <a:lnTo>
                  <a:pt x="289328" y="56313"/>
                </a:lnTo>
                <a:lnTo>
                  <a:pt x="289172" y="56112"/>
                </a:lnTo>
                <a:lnTo>
                  <a:pt x="289024" y="55906"/>
                </a:lnTo>
                <a:lnTo>
                  <a:pt x="288884" y="55694"/>
                </a:lnTo>
                <a:lnTo>
                  <a:pt x="288754" y="55477"/>
                </a:lnTo>
                <a:lnTo>
                  <a:pt x="288631" y="55255"/>
                </a:lnTo>
                <a:lnTo>
                  <a:pt x="288517" y="55028"/>
                </a:lnTo>
                <a:lnTo>
                  <a:pt x="288412" y="54795"/>
                </a:lnTo>
                <a:lnTo>
                  <a:pt x="288315" y="54557"/>
                </a:lnTo>
                <a:lnTo>
                  <a:pt x="288226" y="54314"/>
                </a:lnTo>
                <a:lnTo>
                  <a:pt x="288146" y="54066"/>
                </a:lnTo>
                <a:lnTo>
                  <a:pt x="288074" y="53812"/>
                </a:lnTo>
                <a:lnTo>
                  <a:pt x="288011" y="53553"/>
                </a:lnTo>
                <a:lnTo>
                  <a:pt x="287956" y="53289"/>
                </a:lnTo>
                <a:lnTo>
                  <a:pt x="287909" y="53019"/>
                </a:lnTo>
                <a:lnTo>
                  <a:pt x="287871" y="52745"/>
                </a:lnTo>
                <a:lnTo>
                  <a:pt x="287842" y="52465"/>
                </a:lnTo>
                <a:lnTo>
                  <a:pt x="287821" y="52179"/>
                </a:lnTo>
                <a:lnTo>
                  <a:pt x="287808" y="51889"/>
                </a:lnTo>
                <a:lnTo>
                  <a:pt x="287804" y="51593"/>
                </a:lnTo>
                <a:lnTo>
                  <a:pt x="287807" y="51320"/>
                </a:lnTo>
                <a:lnTo>
                  <a:pt x="287818" y="51051"/>
                </a:lnTo>
                <a:lnTo>
                  <a:pt x="287837" y="50787"/>
                </a:lnTo>
                <a:lnTo>
                  <a:pt x="287862" y="50527"/>
                </a:lnTo>
                <a:lnTo>
                  <a:pt x="287895" y="50272"/>
                </a:lnTo>
                <a:lnTo>
                  <a:pt x="287936" y="50021"/>
                </a:lnTo>
                <a:lnTo>
                  <a:pt x="287983" y="49775"/>
                </a:lnTo>
                <a:lnTo>
                  <a:pt x="288038" y="49533"/>
                </a:lnTo>
                <a:lnTo>
                  <a:pt x="288101" y="49295"/>
                </a:lnTo>
                <a:lnTo>
                  <a:pt x="288170" y="49062"/>
                </a:lnTo>
                <a:lnTo>
                  <a:pt x="288247" y="48834"/>
                </a:lnTo>
                <a:lnTo>
                  <a:pt x="288331" y="48610"/>
                </a:lnTo>
                <a:lnTo>
                  <a:pt x="288423" y="48390"/>
                </a:lnTo>
                <a:lnTo>
                  <a:pt x="288522" y="48175"/>
                </a:lnTo>
                <a:lnTo>
                  <a:pt x="288628" y="47964"/>
                </a:lnTo>
                <a:lnTo>
                  <a:pt x="288742" y="47758"/>
                </a:lnTo>
                <a:lnTo>
                  <a:pt x="288863" y="47556"/>
                </a:lnTo>
                <a:lnTo>
                  <a:pt x="288991" y="47359"/>
                </a:lnTo>
                <a:lnTo>
                  <a:pt x="289127" y="47166"/>
                </a:lnTo>
                <a:lnTo>
                  <a:pt x="289270" y="46978"/>
                </a:lnTo>
                <a:lnTo>
                  <a:pt x="289420" y="46794"/>
                </a:lnTo>
                <a:lnTo>
                  <a:pt x="289578" y="46614"/>
                </a:lnTo>
                <a:lnTo>
                  <a:pt x="289742" y="46439"/>
                </a:lnTo>
                <a:lnTo>
                  <a:pt x="289915" y="46269"/>
                </a:lnTo>
                <a:lnTo>
                  <a:pt x="290093" y="46104"/>
                </a:lnTo>
                <a:lnTo>
                  <a:pt x="290276" y="45946"/>
                </a:lnTo>
                <a:lnTo>
                  <a:pt x="290464" y="45795"/>
                </a:lnTo>
                <a:lnTo>
                  <a:pt x="290657" y="45652"/>
                </a:lnTo>
                <a:lnTo>
                  <a:pt x="290855" y="45515"/>
                </a:lnTo>
                <a:lnTo>
                  <a:pt x="291057" y="45385"/>
                </a:lnTo>
                <a:lnTo>
                  <a:pt x="291264" y="45262"/>
                </a:lnTo>
                <a:lnTo>
                  <a:pt x="291476" y="45147"/>
                </a:lnTo>
                <a:lnTo>
                  <a:pt x="291692" y="45038"/>
                </a:lnTo>
                <a:lnTo>
                  <a:pt x="291914" y="44936"/>
                </a:lnTo>
                <a:lnTo>
                  <a:pt x="292140" y="44841"/>
                </a:lnTo>
                <a:lnTo>
                  <a:pt x="292371" y="44754"/>
                </a:lnTo>
                <a:lnTo>
                  <a:pt x="292607" y="44673"/>
                </a:lnTo>
                <a:lnTo>
                  <a:pt x="292847" y="44599"/>
                </a:lnTo>
                <a:lnTo>
                  <a:pt x="293093" y="44533"/>
                </a:lnTo>
                <a:lnTo>
                  <a:pt x="293343" y="44473"/>
                </a:lnTo>
                <a:lnTo>
                  <a:pt x="293597" y="44421"/>
                </a:lnTo>
                <a:lnTo>
                  <a:pt x="293857" y="44375"/>
                </a:lnTo>
                <a:lnTo>
                  <a:pt x="294121" y="44336"/>
                </a:lnTo>
                <a:lnTo>
                  <a:pt x="294391" y="44305"/>
                </a:lnTo>
                <a:lnTo>
                  <a:pt x="294665" y="44280"/>
                </a:lnTo>
                <a:lnTo>
                  <a:pt x="294943" y="44263"/>
                </a:lnTo>
                <a:lnTo>
                  <a:pt x="295227" y="44252"/>
                </a:lnTo>
                <a:lnTo>
                  <a:pt x="295515" y="44249"/>
                </a:lnTo>
                <a:lnTo>
                  <a:pt x="307908" y="44249"/>
                </a:lnTo>
                <a:lnTo>
                  <a:pt x="307908" y="50400"/>
                </a:lnTo>
                <a:lnTo>
                  <a:pt x="307903" y="50726"/>
                </a:lnTo>
                <a:lnTo>
                  <a:pt x="307887" y="51047"/>
                </a:lnTo>
                <a:lnTo>
                  <a:pt x="307860" y="51364"/>
                </a:lnTo>
                <a:lnTo>
                  <a:pt x="307823" y="51675"/>
                </a:lnTo>
                <a:lnTo>
                  <a:pt x="307775" y="51981"/>
                </a:lnTo>
                <a:lnTo>
                  <a:pt x="307716" y="52282"/>
                </a:lnTo>
                <a:lnTo>
                  <a:pt x="307646" y="52578"/>
                </a:lnTo>
                <a:lnTo>
                  <a:pt x="307566" y="52868"/>
                </a:lnTo>
                <a:lnTo>
                  <a:pt x="307476" y="53154"/>
                </a:lnTo>
                <a:lnTo>
                  <a:pt x="307374" y="53434"/>
                </a:lnTo>
                <a:lnTo>
                  <a:pt x="307262" y="53710"/>
                </a:lnTo>
                <a:lnTo>
                  <a:pt x="307139" y="53980"/>
                </a:lnTo>
                <a:lnTo>
                  <a:pt x="307006" y="54245"/>
                </a:lnTo>
                <a:lnTo>
                  <a:pt x="306861" y="54506"/>
                </a:lnTo>
                <a:lnTo>
                  <a:pt x="306706" y="54761"/>
                </a:lnTo>
                <a:lnTo>
                  <a:pt x="306541" y="55011"/>
                </a:lnTo>
                <a:lnTo>
                  <a:pt x="306365" y="55255"/>
                </a:lnTo>
                <a:lnTo>
                  <a:pt x="306178" y="55495"/>
                </a:lnTo>
                <a:lnTo>
                  <a:pt x="305980" y="55730"/>
                </a:lnTo>
                <a:lnTo>
                  <a:pt x="305772" y="55959"/>
                </a:lnTo>
                <a:lnTo>
                  <a:pt x="305553" y="56184"/>
                </a:lnTo>
                <a:lnTo>
                  <a:pt x="305323" y="56403"/>
                </a:lnTo>
                <a:lnTo>
                  <a:pt x="305083" y="56617"/>
                </a:lnTo>
                <a:lnTo>
                  <a:pt x="304832" y="56827"/>
                </a:lnTo>
                <a:lnTo>
                  <a:pt x="304573" y="57029"/>
                </a:lnTo>
                <a:lnTo>
                  <a:pt x="304307" y="57222"/>
                </a:lnTo>
                <a:lnTo>
                  <a:pt x="304035" y="57407"/>
                </a:lnTo>
                <a:lnTo>
                  <a:pt x="303757" y="57584"/>
                </a:lnTo>
                <a:lnTo>
                  <a:pt x="303473" y="57752"/>
                </a:lnTo>
                <a:lnTo>
                  <a:pt x="303183" y="57911"/>
                </a:lnTo>
                <a:lnTo>
                  <a:pt x="302886" y="58061"/>
                </a:lnTo>
                <a:lnTo>
                  <a:pt x="302583" y="58203"/>
                </a:lnTo>
                <a:lnTo>
                  <a:pt x="302274" y="58337"/>
                </a:lnTo>
                <a:lnTo>
                  <a:pt x="301959" y="58461"/>
                </a:lnTo>
                <a:lnTo>
                  <a:pt x="301637" y="58578"/>
                </a:lnTo>
                <a:lnTo>
                  <a:pt x="301310" y="58685"/>
                </a:lnTo>
                <a:lnTo>
                  <a:pt x="300976" y="58784"/>
                </a:lnTo>
                <a:lnTo>
                  <a:pt x="300635" y="58874"/>
                </a:lnTo>
                <a:lnTo>
                  <a:pt x="300289" y="58956"/>
                </a:lnTo>
                <a:lnTo>
                  <a:pt x="299937" y="59029"/>
                </a:lnTo>
                <a:lnTo>
                  <a:pt x="299578" y="59094"/>
                </a:lnTo>
                <a:lnTo>
                  <a:pt x="299213" y="59150"/>
                </a:lnTo>
                <a:lnTo>
                  <a:pt x="298842" y="59197"/>
                </a:lnTo>
                <a:lnTo>
                  <a:pt x="298464" y="59236"/>
                </a:lnTo>
                <a:lnTo>
                  <a:pt x="298080" y="59266"/>
                </a:lnTo>
                <a:lnTo>
                  <a:pt x="297691" y="59287"/>
                </a:lnTo>
                <a:lnTo>
                  <a:pt x="297294" y="59300"/>
                </a:lnTo>
                <a:lnTo>
                  <a:pt x="296892" y="59305"/>
                </a:lnTo>
                <a:lnTo>
                  <a:pt x="296543" y="59301"/>
                </a:lnTo>
                <a:lnTo>
                  <a:pt x="296201" y="59290"/>
                </a:lnTo>
                <a:lnTo>
                  <a:pt x="295864" y="59272"/>
                </a:lnTo>
                <a:lnTo>
                  <a:pt x="295534" y="59247"/>
                </a:lnTo>
                <a:close/>
              </a:path>
            </a:pathLst>
          </a:custGeom>
          <a:solidFill xmlns:a="http://schemas.openxmlformats.org/drawingml/2006/main">
            <a:srgbClr val="9538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Text def">
            <a:extLst xmlns:a="http://schemas.openxmlformats.org/drawingml/2006/main">
              <a:ext uri="{FF2B5EF4-FFF2-40B4-BE49-F238E27FC236}">
                <a16:creationId xmlns:a16="http://schemas.microsoft.com/office/drawing/2014/main" id="{2A3DD281-1B05-4CCD-8366-452C6F51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369" y="2544131"/>
            <a:ext cx="153403" cy="67934"/>
          </a:xfrm>
          <a:custGeom xmlns:a="http://schemas.openxmlformats.org/drawingml/2006/main">
            <a:pathLst>
              <a:path w="153403" h="67934">
                <a:moveTo>
                  <a:pt x="153403" y="32497"/>
                </a:moveTo>
                <a:lnTo>
                  <a:pt x="153403" y="22124"/>
                </a:lnTo>
                <a:lnTo>
                  <a:pt x="134033" y="22124"/>
                </a:lnTo>
                <a:lnTo>
                  <a:pt x="134033" y="14687"/>
                </a:lnTo>
                <a:lnTo>
                  <a:pt x="134035" y="14513"/>
                </a:lnTo>
                <a:lnTo>
                  <a:pt x="134042" y="14342"/>
                </a:lnTo>
                <a:lnTo>
                  <a:pt x="134054" y="14173"/>
                </a:lnTo>
                <a:lnTo>
                  <a:pt x="134070" y="14008"/>
                </a:lnTo>
                <a:lnTo>
                  <a:pt x="134090" y="13846"/>
                </a:lnTo>
                <a:lnTo>
                  <a:pt x="134116" y="13687"/>
                </a:lnTo>
                <a:lnTo>
                  <a:pt x="134146" y="13530"/>
                </a:lnTo>
                <a:lnTo>
                  <a:pt x="134181" y="13377"/>
                </a:lnTo>
                <a:lnTo>
                  <a:pt x="134220" y="13227"/>
                </a:lnTo>
                <a:lnTo>
                  <a:pt x="134264" y="13080"/>
                </a:lnTo>
                <a:lnTo>
                  <a:pt x="134312" y="12936"/>
                </a:lnTo>
                <a:lnTo>
                  <a:pt x="134365" y="12795"/>
                </a:lnTo>
                <a:lnTo>
                  <a:pt x="134423" y="12657"/>
                </a:lnTo>
                <a:lnTo>
                  <a:pt x="134486" y="12522"/>
                </a:lnTo>
                <a:lnTo>
                  <a:pt x="134553" y="12390"/>
                </a:lnTo>
                <a:lnTo>
                  <a:pt x="134624" y="12261"/>
                </a:lnTo>
                <a:lnTo>
                  <a:pt x="134700" y="12135"/>
                </a:lnTo>
                <a:lnTo>
                  <a:pt x="134781" y="12012"/>
                </a:lnTo>
                <a:lnTo>
                  <a:pt x="134867" y="11892"/>
                </a:lnTo>
                <a:lnTo>
                  <a:pt x="134957" y="11775"/>
                </a:lnTo>
                <a:lnTo>
                  <a:pt x="135052" y="11661"/>
                </a:lnTo>
                <a:lnTo>
                  <a:pt x="135151" y="11551"/>
                </a:lnTo>
                <a:lnTo>
                  <a:pt x="135255" y="11443"/>
                </a:lnTo>
                <a:lnTo>
                  <a:pt x="135364" y="11338"/>
                </a:lnTo>
                <a:lnTo>
                  <a:pt x="135476" y="11237"/>
                </a:lnTo>
                <a:lnTo>
                  <a:pt x="135591" y="11140"/>
                </a:lnTo>
                <a:lnTo>
                  <a:pt x="135710" y="11048"/>
                </a:lnTo>
                <a:lnTo>
                  <a:pt x="135831" y="10959"/>
                </a:lnTo>
                <a:lnTo>
                  <a:pt x="135956" y="10875"/>
                </a:lnTo>
                <a:lnTo>
                  <a:pt x="136083" y="10796"/>
                </a:lnTo>
                <a:lnTo>
                  <a:pt x="136214" y="10720"/>
                </a:lnTo>
                <a:lnTo>
                  <a:pt x="136348" y="10649"/>
                </a:lnTo>
                <a:lnTo>
                  <a:pt x="136484" y="10583"/>
                </a:lnTo>
                <a:lnTo>
                  <a:pt x="136624" y="10520"/>
                </a:lnTo>
                <a:lnTo>
                  <a:pt x="136767" y="10462"/>
                </a:lnTo>
                <a:lnTo>
                  <a:pt x="136912" y="10408"/>
                </a:lnTo>
                <a:lnTo>
                  <a:pt x="137061" y="10359"/>
                </a:lnTo>
                <a:lnTo>
                  <a:pt x="137213" y="10314"/>
                </a:lnTo>
                <a:lnTo>
                  <a:pt x="137368" y="10273"/>
                </a:lnTo>
                <a:lnTo>
                  <a:pt x="137526" y="10236"/>
                </a:lnTo>
                <a:lnTo>
                  <a:pt x="137687" y="10204"/>
                </a:lnTo>
                <a:lnTo>
                  <a:pt x="137851" y="10176"/>
                </a:lnTo>
                <a:lnTo>
                  <a:pt x="138018" y="10152"/>
                </a:lnTo>
                <a:lnTo>
                  <a:pt x="138188" y="10133"/>
                </a:lnTo>
                <a:lnTo>
                  <a:pt x="138361" y="10118"/>
                </a:lnTo>
                <a:lnTo>
                  <a:pt x="138537" y="10107"/>
                </a:lnTo>
                <a:lnTo>
                  <a:pt x="138716" y="10101"/>
                </a:lnTo>
                <a:lnTo>
                  <a:pt x="138898" y="10098"/>
                </a:lnTo>
                <a:lnTo>
                  <a:pt x="153403" y="10098"/>
                </a:lnTo>
                <a:lnTo>
                  <a:pt x="153403" y="0"/>
                </a:lnTo>
                <a:lnTo>
                  <a:pt x="138623" y="0"/>
                </a:lnTo>
                <a:lnTo>
                  <a:pt x="138024" y="7"/>
                </a:lnTo>
                <a:lnTo>
                  <a:pt x="137434" y="27"/>
                </a:lnTo>
                <a:lnTo>
                  <a:pt x="136854" y="62"/>
                </a:lnTo>
                <a:lnTo>
                  <a:pt x="136284" y="110"/>
                </a:lnTo>
                <a:lnTo>
                  <a:pt x="135724" y="171"/>
                </a:lnTo>
                <a:lnTo>
                  <a:pt x="135174" y="247"/>
                </a:lnTo>
                <a:lnTo>
                  <a:pt x="134634" y="336"/>
                </a:lnTo>
                <a:lnTo>
                  <a:pt x="134104" y="439"/>
                </a:lnTo>
                <a:lnTo>
                  <a:pt x="133583" y="555"/>
                </a:lnTo>
                <a:lnTo>
                  <a:pt x="133073" y="685"/>
                </a:lnTo>
                <a:lnTo>
                  <a:pt x="132572" y="829"/>
                </a:lnTo>
                <a:lnTo>
                  <a:pt x="132081" y="987"/>
                </a:lnTo>
                <a:lnTo>
                  <a:pt x="131601" y="1158"/>
                </a:lnTo>
                <a:lnTo>
                  <a:pt x="131129" y="1343"/>
                </a:lnTo>
                <a:lnTo>
                  <a:pt x="130668" y="1542"/>
                </a:lnTo>
                <a:lnTo>
                  <a:pt x="130217" y="1754"/>
                </a:lnTo>
                <a:lnTo>
                  <a:pt x="129776" y="1981"/>
                </a:lnTo>
                <a:lnTo>
                  <a:pt x="129344" y="2220"/>
                </a:lnTo>
                <a:lnTo>
                  <a:pt x="128923" y="2474"/>
                </a:lnTo>
                <a:lnTo>
                  <a:pt x="128511" y="2741"/>
                </a:lnTo>
                <a:lnTo>
                  <a:pt x="128109" y="3022"/>
                </a:lnTo>
                <a:lnTo>
                  <a:pt x="127717" y="3317"/>
                </a:lnTo>
                <a:lnTo>
                  <a:pt x="127335" y="3625"/>
                </a:lnTo>
                <a:lnTo>
                  <a:pt x="126963" y="3947"/>
                </a:lnTo>
                <a:lnTo>
                  <a:pt x="126603" y="4281"/>
                </a:lnTo>
                <a:lnTo>
                  <a:pt x="126259" y="4624"/>
                </a:lnTo>
                <a:lnTo>
                  <a:pt x="125930" y="4976"/>
                </a:lnTo>
                <a:lnTo>
                  <a:pt x="125617" y="5337"/>
                </a:lnTo>
                <a:lnTo>
                  <a:pt x="125318" y="5708"/>
                </a:lnTo>
                <a:lnTo>
                  <a:pt x="125035" y="6088"/>
                </a:lnTo>
                <a:lnTo>
                  <a:pt x="124768" y="6477"/>
                </a:lnTo>
                <a:lnTo>
                  <a:pt x="124515" y="6875"/>
                </a:lnTo>
                <a:lnTo>
                  <a:pt x="124278" y="7282"/>
                </a:lnTo>
                <a:lnTo>
                  <a:pt x="124056" y="7699"/>
                </a:lnTo>
                <a:lnTo>
                  <a:pt x="123850" y="8125"/>
                </a:lnTo>
                <a:lnTo>
                  <a:pt x="123659" y="8560"/>
                </a:lnTo>
                <a:lnTo>
                  <a:pt x="123483" y="9005"/>
                </a:lnTo>
                <a:lnTo>
                  <a:pt x="123322" y="9459"/>
                </a:lnTo>
                <a:lnTo>
                  <a:pt x="123177" y="9921"/>
                </a:lnTo>
                <a:lnTo>
                  <a:pt x="123047" y="10394"/>
                </a:lnTo>
                <a:lnTo>
                  <a:pt x="122932" y="10875"/>
                </a:lnTo>
                <a:lnTo>
                  <a:pt x="122833" y="11366"/>
                </a:lnTo>
                <a:lnTo>
                  <a:pt x="122749" y="11866"/>
                </a:lnTo>
                <a:lnTo>
                  <a:pt x="122680" y="12375"/>
                </a:lnTo>
                <a:lnTo>
                  <a:pt x="122626" y="12893"/>
                </a:lnTo>
                <a:lnTo>
                  <a:pt x="122588" y="13421"/>
                </a:lnTo>
                <a:lnTo>
                  <a:pt x="122565" y="13958"/>
                </a:lnTo>
                <a:lnTo>
                  <a:pt x="122557" y="14504"/>
                </a:lnTo>
                <a:lnTo>
                  <a:pt x="122557" y="22124"/>
                </a:lnTo>
                <a:lnTo>
                  <a:pt x="108695" y="22124"/>
                </a:lnTo>
                <a:lnTo>
                  <a:pt x="108695" y="32497"/>
                </a:lnTo>
                <a:lnTo>
                  <a:pt x="122557" y="32497"/>
                </a:lnTo>
                <a:lnTo>
                  <a:pt x="122557" y="67016"/>
                </a:lnTo>
                <a:lnTo>
                  <a:pt x="134033" y="67016"/>
                </a:lnTo>
                <a:lnTo>
                  <a:pt x="134033" y="32497"/>
                </a:lnTo>
                <a:lnTo>
                  <a:pt x="153403" y="32497"/>
                </a:lnTo>
                <a:close/>
                <a:moveTo>
                  <a:pt x="29978" y="25016"/>
                </a:moveTo>
                <a:lnTo>
                  <a:pt x="29870" y="24581"/>
                </a:lnTo>
                <a:lnTo>
                  <a:pt x="29749" y="24154"/>
                </a:lnTo>
                <a:lnTo>
                  <a:pt x="29615" y="23737"/>
                </a:lnTo>
                <a:lnTo>
                  <a:pt x="29468" y="23329"/>
                </a:lnTo>
                <a:lnTo>
                  <a:pt x="29309" y="22930"/>
                </a:lnTo>
                <a:lnTo>
                  <a:pt x="29137" y="22540"/>
                </a:lnTo>
                <a:lnTo>
                  <a:pt x="28952" y="22159"/>
                </a:lnTo>
                <a:lnTo>
                  <a:pt x="28754" y="21788"/>
                </a:lnTo>
                <a:lnTo>
                  <a:pt x="28544" y="21425"/>
                </a:lnTo>
                <a:lnTo>
                  <a:pt x="28320" y="21071"/>
                </a:lnTo>
                <a:lnTo>
                  <a:pt x="28084" y="20727"/>
                </a:lnTo>
                <a:lnTo>
                  <a:pt x="27836" y="20391"/>
                </a:lnTo>
                <a:lnTo>
                  <a:pt x="27574" y="20065"/>
                </a:lnTo>
                <a:lnTo>
                  <a:pt x="27300" y="19748"/>
                </a:lnTo>
                <a:lnTo>
                  <a:pt x="27013" y="19440"/>
                </a:lnTo>
                <a:lnTo>
                  <a:pt x="26713" y="19141"/>
                </a:lnTo>
                <a:lnTo>
                  <a:pt x="26403" y="18852"/>
                </a:lnTo>
                <a:lnTo>
                  <a:pt x="26084" y="18576"/>
                </a:lnTo>
                <a:lnTo>
                  <a:pt x="25755" y="18312"/>
                </a:lnTo>
                <a:lnTo>
                  <a:pt x="25418" y="18061"/>
                </a:lnTo>
                <a:lnTo>
                  <a:pt x="25072" y="17821"/>
                </a:lnTo>
                <a:lnTo>
                  <a:pt x="24717" y="17594"/>
                </a:lnTo>
                <a:lnTo>
                  <a:pt x="24353" y="17380"/>
                </a:lnTo>
                <a:lnTo>
                  <a:pt x="23980" y="17177"/>
                </a:lnTo>
                <a:lnTo>
                  <a:pt x="23598" y="16987"/>
                </a:lnTo>
                <a:lnTo>
                  <a:pt x="23208" y="16809"/>
                </a:lnTo>
                <a:lnTo>
                  <a:pt x="22808" y="16643"/>
                </a:lnTo>
                <a:lnTo>
                  <a:pt x="22399" y="16490"/>
                </a:lnTo>
                <a:lnTo>
                  <a:pt x="21982" y="16349"/>
                </a:lnTo>
                <a:lnTo>
                  <a:pt x="21555" y="16220"/>
                </a:lnTo>
                <a:lnTo>
                  <a:pt x="21120" y="16103"/>
                </a:lnTo>
                <a:lnTo>
                  <a:pt x="20676" y="15999"/>
                </a:lnTo>
                <a:lnTo>
                  <a:pt x="20222" y="15907"/>
                </a:lnTo>
                <a:lnTo>
                  <a:pt x="19760" y="15827"/>
                </a:lnTo>
                <a:lnTo>
                  <a:pt x="19289" y="15760"/>
                </a:lnTo>
                <a:lnTo>
                  <a:pt x="18809" y="15705"/>
                </a:lnTo>
                <a:lnTo>
                  <a:pt x="18320" y="15662"/>
                </a:lnTo>
                <a:lnTo>
                  <a:pt x="17822" y="15631"/>
                </a:lnTo>
                <a:lnTo>
                  <a:pt x="17316" y="15613"/>
                </a:lnTo>
                <a:lnTo>
                  <a:pt x="16800" y="15606"/>
                </a:lnTo>
                <a:lnTo>
                  <a:pt x="16170" y="15616"/>
                </a:lnTo>
                <a:lnTo>
                  <a:pt x="15551" y="15643"/>
                </a:lnTo>
                <a:lnTo>
                  <a:pt x="14942" y="15688"/>
                </a:lnTo>
                <a:lnTo>
                  <a:pt x="14344" y="15752"/>
                </a:lnTo>
                <a:lnTo>
                  <a:pt x="13756" y="15834"/>
                </a:lnTo>
                <a:lnTo>
                  <a:pt x="13179" y="15934"/>
                </a:lnTo>
                <a:lnTo>
                  <a:pt x="12612" y="16052"/>
                </a:lnTo>
                <a:lnTo>
                  <a:pt x="12056" y="16188"/>
                </a:lnTo>
                <a:lnTo>
                  <a:pt x="11511" y="16342"/>
                </a:lnTo>
                <a:lnTo>
                  <a:pt x="10976" y="16515"/>
                </a:lnTo>
                <a:lnTo>
                  <a:pt x="10451" y="16706"/>
                </a:lnTo>
                <a:lnTo>
                  <a:pt x="9937" y="16915"/>
                </a:lnTo>
                <a:lnTo>
                  <a:pt x="9433" y="17142"/>
                </a:lnTo>
                <a:lnTo>
                  <a:pt x="8940" y="17387"/>
                </a:lnTo>
                <a:lnTo>
                  <a:pt x="8458" y="17651"/>
                </a:lnTo>
                <a:lnTo>
                  <a:pt x="7986" y="17932"/>
                </a:lnTo>
                <a:lnTo>
                  <a:pt x="7525" y="18232"/>
                </a:lnTo>
                <a:lnTo>
                  <a:pt x="7074" y="18550"/>
                </a:lnTo>
                <a:lnTo>
                  <a:pt x="6633" y="18886"/>
                </a:lnTo>
                <a:lnTo>
                  <a:pt x="6203" y="19241"/>
                </a:lnTo>
                <a:lnTo>
                  <a:pt x="5784" y="19613"/>
                </a:lnTo>
                <a:lnTo>
                  <a:pt x="5375" y="20004"/>
                </a:lnTo>
                <a:lnTo>
                  <a:pt x="4977" y="20413"/>
                </a:lnTo>
                <a:lnTo>
                  <a:pt x="4589" y="20840"/>
                </a:lnTo>
                <a:lnTo>
                  <a:pt x="4215" y="21282"/>
                </a:lnTo>
                <a:lnTo>
                  <a:pt x="3856" y="21737"/>
                </a:lnTo>
                <a:lnTo>
                  <a:pt x="3513" y="22205"/>
                </a:lnTo>
                <a:lnTo>
                  <a:pt x="3187" y="22686"/>
                </a:lnTo>
                <a:lnTo>
                  <a:pt x="2876" y="23179"/>
                </a:lnTo>
                <a:lnTo>
                  <a:pt x="2581" y="23685"/>
                </a:lnTo>
                <a:lnTo>
                  <a:pt x="2302" y="24204"/>
                </a:lnTo>
                <a:lnTo>
                  <a:pt x="2040" y="24736"/>
                </a:lnTo>
                <a:lnTo>
                  <a:pt x="1793" y="25280"/>
                </a:lnTo>
                <a:lnTo>
                  <a:pt x="1562" y="25838"/>
                </a:lnTo>
                <a:lnTo>
                  <a:pt x="1346" y="26407"/>
                </a:lnTo>
                <a:lnTo>
                  <a:pt x="1147" y="26990"/>
                </a:lnTo>
                <a:lnTo>
                  <a:pt x="964" y="27586"/>
                </a:lnTo>
                <a:lnTo>
                  <a:pt x="797" y="28194"/>
                </a:lnTo>
                <a:lnTo>
                  <a:pt x="645" y="28815"/>
                </a:lnTo>
                <a:lnTo>
                  <a:pt x="510" y="29448"/>
                </a:lnTo>
                <a:lnTo>
                  <a:pt x="390" y="30095"/>
                </a:lnTo>
                <a:lnTo>
                  <a:pt x="287" y="30754"/>
                </a:lnTo>
                <a:lnTo>
                  <a:pt x="199" y="31426"/>
                </a:lnTo>
                <a:lnTo>
                  <a:pt x="127" y="32111"/>
                </a:lnTo>
                <a:lnTo>
                  <a:pt x="72" y="32808"/>
                </a:lnTo>
                <a:lnTo>
                  <a:pt x="32" y="33518"/>
                </a:lnTo>
                <a:lnTo>
                  <a:pt x="8" y="34241"/>
                </a:lnTo>
                <a:lnTo>
                  <a:pt x="0" y="34977"/>
                </a:lnTo>
                <a:lnTo>
                  <a:pt x="0" y="48656"/>
                </a:lnTo>
                <a:lnTo>
                  <a:pt x="8" y="49384"/>
                </a:lnTo>
                <a:lnTo>
                  <a:pt x="32" y="50100"/>
                </a:lnTo>
                <a:lnTo>
                  <a:pt x="72" y="50803"/>
                </a:lnTo>
                <a:lnTo>
                  <a:pt x="129" y="51494"/>
                </a:lnTo>
                <a:lnTo>
                  <a:pt x="201" y="52172"/>
                </a:lnTo>
                <a:lnTo>
                  <a:pt x="290" y="52838"/>
                </a:lnTo>
                <a:lnTo>
                  <a:pt x="394" y="53492"/>
                </a:lnTo>
                <a:lnTo>
                  <a:pt x="515" y="54133"/>
                </a:lnTo>
                <a:lnTo>
                  <a:pt x="652" y="54762"/>
                </a:lnTo>
                <a:lnTo>
                  <a:pt x="805" y="55378"/>
                </a:lnTo>
                <a:lnTo>
                  <a:pt x="974" y="55982"/>
                </a:lnTo>
                <a:lnTo>
                  <a:pt x="1159" y="56573"/>
                </a:lnTo>
                <a:lnTo>
                  <a:pt x="1360" y="57152"/>
                </a:lnTo>
                <a:lnTo>
                  <a:pt x="1577" y="57719"/>
                </a:lnTo>
                <a:lnTo>
                  <a:pt x="1811" y="58273"/>
                </a:lnTo>
                <a:lnTo>
                  <a:pt x="2060" y="58815"/>
                </a:lnTo>
                <a:lnTo>
                  <a:pt x="2326" y="59344"/>
                </a:lnTo>
                <a:lnTo>
                  <a:pt x="2607" y="59861"/>
                </a:lnTo>
                <a:lnTo>
                  <a:pt x="2905" y="60366"/>
                </a:lnTo>
                <a:lnTo>
                  <a:pt x="3219" y="60858"/>
                </a:lnTo>
                <a:lnTo>
                  <a:pt x="3549" y="61337"/>
                </a:lnTo>
                <a:lnTo>
                  <a:pt x="3895" y="61805"/>
                </a:lnTo>
                <a:lnTo>
                  <a:pt x="4257" y="62259"/>
                </a:lnTo>
                <a:lnTo>
                  <a:pt x="4635" y="62702"/>
                </a:lnTo>
                <a:lnTo>
                  <a:pt x="5027" y="63129"/>
                </a:lnTo>
                <a:lnTo>
                  <a:pt x="5428" y="63537"/>
                </a:lnTo>
                <a:lnTo>
                  <a:pt x="5840" y="63928"/>
                </a:lnTo>
                <a:lnTo>
                  <a:pt x="6261" y="64300"/>
                </a:lnTo>
                <a:lnTo>
                  <a:pt x="6693" y="64655"/>
                </a:lnTo>
                <a:lnTo>
                  <a:pt x="7134" y="64991"/>
                </a:lnTo>
                <a:lnTo>
                  <a:pt x="7586" y="65309"/>
                </a:lnTo>
                <a:lnTo>
                  <a:pt x="8048" y="65608"/>
                </a:lnTo>
                <a:lnTo>
                  <a:pt x="8519" y="65890"/>
                </a:lnTo>
                <a:lnTo>
                  <a:pt x="9001" y="66153"/>
                </a:lnTo>
                <a:lnTo>
                  <a:pt x="9493" y="66399"/>
                </a:lnTo>
                <a:lnTo>
                  <a:pt x="9995" y="66626"/>
                </a:lnTo>
                <a:lnTo>
                  <a:pt x="10507" y="66835"/>
                </a:lnTo>
                <a:lnTo>
                  <a:pt x="11029" y="67025"/>
                </a:lnTo>
                <a:lnTo>
                  <a:pt x="11561" y="67198"/>
                </a:lnTo>
                <a:lnTo>
                  <a:pt x="12103" y="67352"/>
                </a:lnTo>
                <a:lnTo>
                  <a:pt x="12655" y="67489"/>
                </a:lnTo>
                <a:lnTo>
                  <a:pt x="13217" y="67607"/>
                </a:lnTo>
                <a:lnTo>
                  <a:pt x="13789" y="67707"/>
                </a:lnTo>
                <a:lnTo>
                  <a:pt x="14371" y="67788"/>
                </a:lnTo>
                <a:lnTo>
                  <a:pt x="14963" y="67852"/>
                </a:lnTo>
                <a:lnTo>
                  <a:pt x="15565" y="67897"/>
                </a:lnTo>
                <a:lnTo>
                  <a:pt x="16178" y="67925"/>
                </a:lnTo>
                <a:lnTo>
                  <a:pt x="16800" y="67934"/>
                </a:lnTo>
                <a:lnTo>
                  <a:pt x="17316" y="67928"/>
                </a:lnTo>
                <a:lnTo>
                  <a:pt x="17822" y="67909"/>
                </a:lnTo>
                <a:lnTo>
                  <a:pt x="18320" y="67878"/>
                </a:lnTo>
                <a:lnTo>
                  <a:pt x="18809" y="67835"/>
                </a:lnTo>
                <a:lnTo>
                  <a:pt x="19289" y="67780"/>
                </a:lnTo>
                <a:lnTo>
                  <a:pt x="19760" y="67713"/>
                </a:lnTo>
                <a:lnTo>
                  <a:pt x="20222" y="67633"/>
                </a:lnTo>
                <a:lnTo>
                  <a:pt x="20676" y="67541"/>
                </a:lnTo>
                <a:lnTo>
                  <a:pt x="21120" y="67437"/>
                </a:lnTo>
                <a:lnTo>
                  <a:pt x="21555" y="67320"/>
                </a:lnTo>
                <a:lnTo>
                  <a:pt x="21982" y="67191"/>
                </a:lnTo>
                <a:lnTo>
                  <a:pt x="22399" y="67050"/>
                </a:lnTo>
                <a:lnTo>
                  <a:pt x="22808" y="66897"/>
                </a:lnTo>
                <a:lnTo>
                  <a:pt x="23208" y="66731"/>
                </a:lnTo>
                <a:lnTo>
                  <a:pt x="23598" y="66553"/>
                </a:lnTo>
                <a:lnTo>
                  <a:pt x="23980" y="66363"/>
                </a:lnTo>
                <a:lnTo>
                  <a:pt x="24353" y="66160"/>
                </a:lnTo>
                <a:lnTo>
                  <a:pt x="24717" y="65946"/>
                </a:lnTo>
                <a:lnTo>
                  <a:pt x="25072" y="65719"/>
                </a:lnTo>
                <a:lnTo>
                  <a:pt x="25418" y="65479"/>
                </a:lnTo>
                <a:lnTo>
                  <a:pt x="25755" y="65228"/>
                </a:lnTo>
                <a:lnTo>
                  <a:pt x="26084" y="64964"/>
                </a:lnTo>
                <a:lnTo>
                  <a:pt x="26403" y="64688"/>
                </a:lnTo>
                <a:lnTo>
                  <a:pt x="26713" y="64399"/>
                </a:lnTo>
                <a:lnTo>
                  <a:pt x="27013" y="64100"/>
                </a:lnTo>
                <a:lnTo>
                  <a:pt x="27300" y="63792"/>
                </a:lnTo>
                <a:lnTo>
                  <a:pt x="27574" y="63475"/>
                </a:lnTo>
                <a:lnTo>
                  <a:pt x="27836" y="63149"/>
                </a:lnTo>
                <a:lnTo>
                  <a:pt x="28084" y="62813"/>
                </a:lnTo>
                <a:lnTo>
                  <a:pt x="28320" y="62469"/>
                </a:lnTo>
                <a:lnTo>
                  <a:pt x="28544" y="62115"/>
                </a:lnTo>
                <a:lnTo>
                  <a:pt x="28754" y="61753"/>
                </a:lnTo>
                <a:lnTo>
                  <a:pt x="28952" y="61381"/>
                </a:lnTo>
                <a:lnTo>
                  <a:pt x="29137" y="61000"/>
                </a:lnTo>
                <a:lnTo>
                  <a:pt x="29309" y="60610"/>
                </a:lnTo>
                <a:lnTo>
                  <a:pt x="29468" y="60211"/>
                </a:lnTo>
                <a:lnTo>
                  <a:pt x="29615" y="59803"/>
                </a:lnTo>
                <a:lnTo>
                  <a:pt x="29749" y="59386"/>
                </a:lnTo>
                <a:lnTo>
                  <a:pt x="29870" y="58959"/>
                </a:lnTo>
                <a:lnTo>
                  <a:pt x="29978" y="58524"/>
                </a:lnTo>
                <a:lnTo>
                  <a:pt x="30074" y="58080"/>
                </a:lnTo>
                <a:lnTo>
                  <a:pt x="30157" y="57626"/>
                </a:lnTo>
                <a:lnTo>
                  <a:pt x="30195" y="57377"/>
                </a:lnTo>
                <a:lnTo>
                  <a:pt x="30386" y="57377"/>
                </a:lnTo>
                <a:lnTo>
                  <a:pt x="30386" y="67016"/>
                </a:lnTo>
                <a:lnTo>
                  <a:pt x="41586" y="67016"/>
                </a:lnTo>
                <a:lnTo>
                  <a:pt x="41586" y="0"/>
                </a:lnTo>
                <a:lnTo>
                  <a:pt x="30110" y="0"/>
                </a:lnTo>
                <a:lnTo>
                  <a:pt x="30110" y="14137"/>
                </a:lnTo>
                <a:lnTo>
                  <a:pt x="30477" y="26163"/>
                </a:lnTo>
                <a:lnTo>
                  <a:pt x="30195" y="26163"/>
                </a:lnTo>
                <a:lnTo>
                  <a:pt x="30157" y="25914"/>
                </a:lnTo>
                <a:lnTo>
                  <a:pt x="30074" y="25460"/>
                </a:lnTo>
                <a:lnTo>
                  <a:pt x="29978" y="25016"/>
                </a:lnTo>
                <a:close/>
                <a:moveTo>
                  <a:pt x="19767" y="57979"/>
                </a:moveTo>
                <a:lnTo>
                  <a:pt x="19423" y="57947"/>
                </a:lnTo>
                <a:lnTo>
                  <a:pt x="19086" y="57907"/>
                </a:lnTo>
                <a:lnTo>
                  <a:pt x="18756" y="57858"/>
                </a:lnTo>
                <a:lnTo>
                  <a:pt x="18432" y="57800"/>
                </a:lnTo>
                <a:lnTo>
                  <a:pt x="18115" y="57733"/>
                </a:lnTo>
                <a:lnTo>
                  <a:pt x="17804" y="57657"/>
                </a:lnTo>
                <a:lnTo>
                  <a:pt x="17501" y="57572"/>
                </a:lnTo>
                <a:lnTo>
                  <a:pt x="17204" y="57479"/>
                </a:lnTo>
                <a:lnTo>
                  <a:pt x="16914" y="57376"/>
                </a:lnTo>
                <a:lnTo>
                  <a:pt x="16630" y="57265"/>
                </a:lnTo>
                <a:lnTo>
                  <a:pt x="16353" y="57144"/>
                </a:lnTo>
                <a:lnTo>
                  <a:pt x="16083" y="57015"/>
                </a:lnTo>
                <a:lnTo>
                  <a:pt x="15820" y="56876"/>
                </a:lnTo>
                <a:lnTo>
                  <a:pt x="15563" y="56729"/>
                </a:lnTo>
                <a:lnTo>
                  <a:pt x="15313" y="56573"/>
                </a:lnTo>
                <a:lnTo>
                  <a:pt x="15070" y="56408"/>
                </a:lnTo>
                <a:lnTo>
                  <a:pt x="14833" y="56234"/>
                </a:lnTo>
                <a:lnTo>
                  <a:pt x="14603" y="56051"/>
                </a:lnTo>
                <a:lnTo>
                  <a:pt x="14380" y="55859"/>
                </a:lnTo>
                <a:lnTo>
                  <a:pt x="14163" y="55658"/>
                </a:lnTo>
                <a:lnTo>
                  <a:pt x="13953" y="55448"/>
                </a:lnTo>
                <a:lnTo>
                  <a:pt x="13751" y="55230"/>
                </a:lnTo>
                <a:lnTo>
                  <a:pt x="13558" y="55005"/>
                </a:lnTo>
                <a:lnTo>
                  <a:pt x="13373" y="54771"/>
                </a:lnTo>
                <a:lnTo>
                  <a:pt x="13196" y="54530"/>
                </a:lnTo>
                <a:lnTo>
                  <a:pt x="13029" y="54282"/>
                </a:lnTo>
                <a:lnTo>
                  <a:pt x="12869" y="54025"/>
                </a:lnTo>
                <a:lnTo>
                  <a:pt x="12719" y="53761"/>
                </a:lnTo>
                <a:lnTo>
                  <a:pt x="12577" y="53490"/>
                </a:lnTo>
                <a:lnTo>
                  <a:pt x="12443" y="53211"/>
                </a:lnTo>
                <a:lnTo>
                  <a:pt x="12319" y="52924"/>
                </a:lnTo>
                <a:lnTo>
                  <a:pt x="12202" y="52629"/>
                </a:lnTo>
                <a:lnTo>
                  <a:pt x="12095" y="52327"/>
                </a:lnTo>
                <a:lnTo>
                  <a:pt x="11996" y="52017"/>
                </a:lnTo>
                <a:lnTo>
                  <a:pt x="11906" y="51700"/>
                </a:lnTo>
                <a:lnTo>
                  <a:pt x="11824" y="51375"/>
                </a:lnTo>
                <a:lnTo>
                  <a:pt x="11751" y="51042"/>
                </a:lnTo>
                <a:lnTo>
                  <a:pt x="11686" y="50702"/>
                </a:lnTo>
                <a:lnTo>
                  <a:pt x="11630" y="50354"/>
                </a:lnTo>
                <a:lnTo>
                  <a:pt x="11583" y="49998"/>
                </a:lnTo>
                <a:lnTo>
                  <a:pt x="11544" y="49635"/>
                </a:lnTo>
                <a:lnTo>
                  <a:pt x="11514" y="49264"/>
                </a:lnTo>
                <a:lnTo>
                  <a:pt x="11493" y="48885"/>
                </a:lnTo>
                <a:lnTo>
                  <a:pt x="11480" y="48499"/>
                </a:lnTo>
                <a:lnTo>
                  <a:pt x="11475" y="48105"/>
                </a:lnTo>
                <a:lnTo>
                  <a:pt x="11475" y="35436"/>
                </a:lnTo>
                <a:lnTo>
                  <a:pt x="11480" y="35042"/>
                </a:lnTo>
                <a:lnTo>
                  <a:pt x="11493" y="34656"/>
                </a:lnTo>
                <a:lnTo>
                  <a:pt x="11514" y="34277"/>
                </a:lnTo>
                <a:lnTo>
                  <a:pt x="11544" y="33906"/>
                </a:lnTo>
                <a:lnTo>
                  <a:pt x="11583" y="33543"/>
                </a:lnTo>
                <a:lnTo>
                  <a:pt x="11630" y="33187"/>
                </a:lnTo>
                <a:lnTo>
                  <a:pt x="11686" y="32839"/>
                </a:lnTo>
                <a:lnTo>
                  <a:pt x="11751" y="32498"/>
                </a:lnTo>
                <a:lnTo>
                  <a:pt x="11824" y="32166"/>
                </a:lnTo>
                <a:lnTo>
                  <a:pt x="11906" y="31841"/>
                </a:lnTo>
                <a:lnTo>
                  <a:pt x="11996" y="31523"/>
                </a:lnTo>
                <a:lnTo>
                  <a:pt x="12095" y="31213"/>
                </a:lnTo>
                <a:lnTo>
                  <a:pt x="12202" y="30911"/>
                </a:lnTo>
                <a:lnTo>
                  <a:pt x="12319" y="30616"/>
                </a:lnTo>
                <a:lnTo>
                  <a:pt x="12443" y="30330"/>
                </a:lnTo>
                <a:lnTo>
                  <a:pt x="12577" y="30050"/>
                </a:lnTo>
                <a:lnTo>
                  <a:pt x="12719" y="29779"/>
                </a:lnTo>
                <a:lnTo>
                  <a:pt x="12869" y="29515"/>
                </a:lnTo>
                <a:lnTo>
                  <a:pt x="13029" y="29259"/>
                </a:lnTo>
                <a:lnTo>
                  <a:pt x="13196" y="29010"/>
                </a:lnTo>
                <a:lnTo>
                  <a:pt x="13373" y="28769"/>
                </a:lnTo>
                <a:lnTo>
                  <a:pt x="13558" y="28536"/>
                </a:lnTo>
                <a:lnTo>
                  <a:pt x="13751" y="28310"/>
                </a:lnTo>
                <a:lnTo>
                  <a:pt x="13953" y="28092"/>
                </a:lnTo>
                <a:lnTo>
                  <a:pt x="14163" y="27882"/>
                </a:lnTo>
                <a:lnTo>
                  <a:pt x="14380" y="27681"/>
                </a:lnTo>
                <a:lnTo>
                  <a:pt x="14603" y="27489"/>
                </a:lnTo>
                <a:lnTo>
                  <a:pt x="14833" y="27306"/>
                </a:lnTo>
                <a:lnTo>
                  <a:pt x="15070" y="27132"/>
                </a:lnTo>
                <a:lnTo>
                  <a:pt x="15313" y="26967"/>
                </a:lnTo>
                <a:lnTo>
                  <a:pt x="15563" y="26811"/>
                </a:lnTo>
                <a:lnTo>
                  <a:pt x="15820" y="26664"/>
                </a:lnTo>
                <a:lnTo>
                  <a:pt x="16083" y="26525"/>
                </a:lnTo>
                <a:lnTo>
                  <a:pt x="16353" y="26396"/>
                </a:lnTo>
                <a:lnTo>
                  <a:pt x="16630" y="26276"/>
                </a:lnTo>
                <a:lnTo>
                  <a:pt x="16914" y="26164"/>
                </a:lnTo>
                <a:lnTo>
                  <a:pt x="17204" y="26061"/>
                </a:lnTo>
                <a:lnTo>
                  <a:pt x="17501" y="25968"/>
                </a:lnTo>
                <a:lnTo>
                  <a:pt x="17804" y="25883"/>
                </a:lnTo>
                <a:lnTo>
                  <a:pt x="18115" y="25807"/>
                </a:lnTo>
                <a:lnTo>
                  <a:pt x="18432" y="25740"/>
                </a:lnTo>
                <a:lnTo>
                  <a:pt x="18756" y="25682"/>
                </a:lnTo>
                <a:lnTo>
                  <a:pt x="19086" y="25633"/>
                </a:lnTo>
                <a:lnTo>
                  <a:pt x="19423" y="25593"/>
                </a:lnTo>
                <a:lnTo>
                  <a:pt x="19767" y="25562"/>
                </a:lnTo>
                <a:lnTo>
                  <a:pt x="20117" y="25539"/>
                </a:lnTo>
                <a:lnTo>
                  <a:pt x="20475" y="25526"/>
                </a:lnTo>
                <a:lnTo>
                  <a:pt x="20838" y="25521"/>
                </a:lnTo>
                <a:lnTo>
                  <a:pt x="21202" y="25526"/>
                </a:lnTo>
                <a:lnTo>
                  <a:pt x="21559" y="25540"/>
                </a:lnTo>
                <a:lnTo>
                  <a:pt x="21909" y="25562"/>
                </a:lnTo>
                <a:lnTo>
                  <a:pt x="22253" y="25594"/>
                </a:lnTo>
                <a:lnTo>
                  <a:pt x="22589" y="25635"/>
                </a:lnTo>
                <a:lnTo>
                  <a:pt x="22918" y="25685"/>
                </a:lnTo>
                <a:lnTo>
                  <a:pt x="23241" y="25744"/>
                </a:lnTo>
                <a:lnTo>
                  <a:pt x="23557" y="25812"/>
                </a:lnTo>
                <a:lnTo>
                  <a:pt x="23866" y="25889"/>
                </a:lnTo>
                <a:lnTo>
                  <a:pt x="24168" y="25976"/>
                </a:lnTo>
                <a:lnTo>
                  <a:pt x="24463" y="26071"/>
                </a:lnTo>
                <a:lnTo>
                  <a:pt x="24752" y="26176"/>
                </a:lnTo>
                <a:lnTo>
                  <a:pt x="25033" y="26289"/>
                </a:lnTo>
                <a:lnTo>
                  <a:pt x="25308" y="26412"/>
                </a:lnTo>
                <a:lnTo>
                  <a:pt x="25576" y="26544"/>
                </a:lnTo>
                <a:lnTo>
                  <a:pt x="25837" y="26684"/>
                </a:lnTo>
                <a:lnTo>
                  <a:pt x="26091" y="26834"/>
                </a:lnTo>
                <a:lnTo>
                  <a:pt x="26338" y="26993"/>
                </a:lnTo>
                <a:lnTo>
                  <a:pt x="26578" y="27161"/>
                </a:lnTo>
                <a:lnTo>
                  <a:pt x="26812" y="27339"/>
                </a:lnTo>
                <a:lnTo>
                  <a:pt x="27038" y="27525"/>
                </a:lnTo>
                <a:lnTo>
                  <a:pt x="27258" y="27720"/>
                </a:lnTo>
                <a:lnTo>
                  <a:pt x="27471" y="27925"/>
                </a:lnTo>
                <a:lnTo>
                  <a:pt x="27677" y="28138"/>
                </a:lnTo>
                <a:lnTo>
                  <a:pt x="27876" y="28360"/>
                </a:lnTo>
                <a:lnTo>
                  <a:pt x="28066" y="28588"/>
                </a:lnTo>
                <a:lnTo>
                  <a:pt x="28247" y="28824"/>
                </a:lnTo>
                <a:lnTo>
                  <a:pt x="28421" y="29067"/>
                </a:lnTo>
                <a:lnTo>
                  <a:pt x="28585" y="29318"/>
                </a:lnTo>
                <a:lnTo>
                  <a:pt x="28742" y="29575"/>
                </a:lnTo>
                <a:lnTo>
                  <a:pt x="28890" y="29840"/>
                </a:lnTo>
                <a:lnTo>
                  <a:pt x="29029" y="30111"/>
                </a:lnTo>
                <a:lnTo>
                  <a:pt x="29160" y="30390"/>
                </a:lnTo>
                <a:lnTo>
                  <a:pt x="29282" y="30676"/>
                </a:lnTo>
                <a:lnTo>
                  <a:pt x="29396" y="30970"/>
                </a:lnTo>
                <a:lnTo>
                  <a:pt x="29502" y="31270"/>
                </a:lnTo>
                <a:lnTo>
                  <a:pt x="29599" y="31578"/>
                </a:lnTo>
                <a:lnTo>
                  <a:pt x="29688" y="31893"/>
                </a:lnTo>
                <a:lnTo>
                  <a:pt x="29768" y="32215"/>
                </a:lnTo>
                <a:lnTo>
                  <a:pt x="29840" y="32544"/>
                </a:lnTo>
                <a:lnTo>
                  <a:pt x="29903" y="32880"/>
                </a:lnTo>
                <a:lnTo>
                  <a:pt x="29958" y="33224"/>
                </a:lnTo>
                <a:lnTo>
                  <a:pt x="30005" y="33575"/>
                </a:lnTo>
                <a:lnTo>
                  <a:pt x="30043" y="33933"/>
                </a:lnTo>
                <a:lnTo>
                  <a:pt x="30072" y="34298"/>
                </a:lnTo>
                <a:lnTo>
                  <a:pt x="30094" y="34670"/>
                </a:lnTo>
                <a:lnTo>
                  <a:pt x="30106" y="35050"/>
                </a:lnTo>
                <a:lnTo>
                  <a:pt x="30110" y="35436"/>
                </a:lnTo>
                <a:lnTo>
                  <a:pt x="30110" y="48105"/>
                </a:lnTo>
                <a:lnTo>
                  <a:pt x="30106" y="48492"/>
                </a:lnTo>
                <a:lnTo>
                  <a:pt x="30094" y="48871"/>
                </a:lnTo>
                <a:lnTo>
                  <a:pt x="30072" y="49243"/>
                </a:lnTo>
                <a:lnTo>
                  <a:pt x="30043" y="49608"/>
                </a:lnTo>
                <a:lnTo>
                  <a:pt x="30005" y="49966"/>
                </a:lnTo>
                <a:lnTo>
                  <a:pt x="29958" y="50317"/>
                </a:lnTo>
                <a:lnTo>
                  <a:pt x="29903" y="50660"/>
                </a:lnTo>
                <a:lnTo>
                  <a:pt x="29840" y="50997"/>
                </a:lnTo>
                <a:lnTo>
                  <a:pt x="29768" y="51326"/>
                </a:lnTo>
                <a:lnTo>
                  <a:pt x="29688" y="51648"/>
                </a:lnTo>
                <a:lnTo>
                  <a:pt x="29599" y="51963"/>
                </a:lnTo>
                <a:lnTo>
                  <a:pt x="29502" y="52271"/>
                </a:lnTo>
                <a:lnTo>
                  <a:pt x="29396" y="52571"/>
                </a:lnTo>
                <a:lnTo>
                  <a:pt x="29282" y="52864"/>
                </a:lnTo>
                <a:lnTo>
                  <a:pt x="29160" y="53151"/>
                </a:lnTo>
                <a:lnTo>
                  <a:pt x="29029" y="53430"/>
                </a:lnTo>
                <a:lnTo>
                  <a:pt x="28890" y="53701"/>
                </a:lnTo>
                <a:lnTo>
                  <a:pt x="28742" y="53966"/>
                </a:lnTo>
                <a:lnTo>
                  <a:pt x="28585" y="54224"/>
                </a:lnTo>
                <a:lnTo>
                  <a:pt x="28421" y="54474"/>
                </a:lnTo>
                <a:lnTo>
                  <a:pt x="28247" y="54717"/>
                </a:lnTo>
                <a:lnTo>
                  <a:pt x="28066" y="54953"/>
                </a:lnTo>
                <a:lnTo>
                  <a:pt x="27876" y="55182"/>
                </a:lnTo>
                <a:lnTo>
                  <a:pt x="27677" y="55403"/>
                </a:lnTo>
                <a:lnTo>
                  <a:pt x="27471" y="55617"/>
                </a:lnTo>
                <a:lnTo>
                  <a:pt x="27258" y="55821"/>
                </a:lnTo>
                <a:lnTo>
                  <a:pt x="27038" y="56016"/>
                </a:lnTo>
                <a:lnTo>
                  <a:pt x="26812" y="56203"/>
                </a:lnTo>
                <a:lnTo>
                  <a:pt x="26578" y="56380"/>
                </a:lnTo>
                <a:lnTo>
                  <a:pt x="26338" y="56548"/>
                </a:lnTo>
                <a:lnTo>
                  <a:pt x="26091" y="56707"/>
                </a:lnTo>
                <a:lnTo>
                  <a:pt x="25837" y="56856"/>
                </a:lnTo>
                <a:lnTo>
                  <a:pt x="25576" y="56997"/>
                </a:lnTo>
                <a:lnTo>
                  <a:pt x="25308" y="57129"/>
                </a:lnTo>
                <a:lnTo>
                  <a:pt x="25033" y="57251"/>
                </a:lnTo>
                <a:lnTo>
                  <a:pt x="24752" y="57365"/>
                </a:lnTo>
                <a:lnTo>
                  <a:pt x="24463" y="57469"/>
                </a:lnTo>
                <a:lnTo>
                  <a:pt x="24168" y="57565"/>
                </a:lnTo>
                <a:lnTo>
                  <a:pt x="23866" y="57651"/>
                </a:lnTo>
                <a:lnTo>
                  <a:pt x="23557" y="57728"/>
                </a:lnTo>
                <a:lnTo>
                  <a:pt x="23241" y="57796"/>
                </a:lnTo>
                <a:lnTo>
                  <a:pt x="22918" y="57855"/>
                </a:lnTo>
                <a:lnTo>
                  <a:pt x="22589" y="57905"/>
                </a:lnTo>
                <a:lnTo>
                  <a:pt x="22253" y="57946"/>
                </a:lnTo>
                <a:lnTo>
                  <a:pt x="21909" y="57978"/>
                </a:lnTo>
                <a:lnTo>
                  <a:pt x="21559" y="58001"/>
                </a:lnTo>
                <a:lnTo>
                  <a:pt x="21202" y="58014"/>
                </a:lnTo>
                <a:lnTo>
                  <a:pt x="20838" y="58019"/>
                </a:lnTo>
                <a:lnTo>
                  <a:pt x="20475" y="58014"/>
                </a:lnTo>
                <a:lnTo>
                  <a:pt x="20117" y="58001"/>
                </a:lnTo>
                <a:lnTo>
                  <a:pt x="19767" y="57979"/>
                </a:lnTo>
                <a:close/>
                <a:moveTo>
                  <a:pt x="78269" y="67873"/>
                </a:moveTo>
                <a:lnTo>
                  <a:pt x="78913" y="67825"/>
                </a:lnTo>
                <a:lnTo>
                  <a:pt x="79548" y="67764"/>
                </a:lnTo>
                <a:lnTo>
                  <a:pt x="80175" y="67690"/>
                </a:lnTo>
                <a:lnTo>
                  <a:pt x="80794" y="67602"/>
                </a:lnTo>
                <a:lnTo>
                  <a:pt x="81404" y="67500"/>
                </a:lnTo>
                <a:lnTo>
                  <a:pt x="82005" y="67385"/>
                </a:lnTo>
                <a:lnTo>
                  <a:pt x="82598" y="67256"/>
                </a:lnTo>
                <a:lnTo>
                  <a:pt x="83183" y="67114"/>
                </a:lnTo>
                <a:lnTo>
                  <a:pt x="83759" y="66958"/>
                </a:lnTo>
                <a:lnTo>
                  <a:pt x="84326" y="66789"/>
                </a:lnTo>
                <a:lnTo>
                  <a:pt x="84886" y="66606"/>
                </a:lnTo>
                <a:lnTo>
                  <a:pt x="85436" y="66410"/>
                </a:lnTo>
                <a:lnTo>
                  <a:pt x="85979" y="66200"/>
                </a:lnTo>
                <a:lnTo>
                  <a:pt x="86512" y="65976"/>
                </a:lnTo>
                <a:lnTo>
                  <a:pt x="87038" y="65739"/>
                </a:lnTo>
                <a:lnTo>
                  <a:pt x="87555" y="65489"/>
                </a:lnTo>
                <a:lnTo>
                  <a:pt x="88063" y="65224"/>
                </a:lnTo>
                <a:lnTo>
                  <a:pt x="88563" y="64947"/>
                </a:lnTo>
                <a:lnTo>
                  <a:pt x="89055" y="64656"/>
                </a:lnTo>
                <a:lnTo>
                  <a:pt x="89538" y="64351"/>
                </a:lnTo>
                <a:lnTo>
                  <a:pt x="90013" y="64032"/>
                </a:lnTo>
                <a:lnTo>
                  <a:pt x="90475" y="63703"/>
                </a:lnTo>
                <a:lnTo>
                  <a:pt x="90923" y="63364"/>
                </a:lnTo>
                <a:lnTo>
                  <a:pt x="91356" y="63016"/>
                </a:lnTo>
                <a:lnTo>
                  <a:pt x="91773" y="62659"/>
                </a:lnTo>
                <a:lnTo>
                  <a:pt x="92176" y="62293"/>
                </a:lnTo>
                <a:lnTo>
                  <a:pt x="92563" y="61918"/>
                </a:lnTo>
                <a:lnTo>
                  <a:pt x="92935" y="61534"/>
                </a:lnTo>
                <a:lnTo>
                  <a:pt x="93292" y="61141"/>
                </a:lnTo>
                <a:lnTo>
                  <a:pt x="93634" y="60738"/>
                </a:lnTo>
                <a:lnTo>
                  <a:pt x="93960" y="60327"/>
                </a:lnTo>
                <a:lnTo>
                  <a:pt x="94272" y="59907"/>
                </a:lnTo>
                <a:lnTo>
                  <a:pt x="94568" y="59477"/>
                </a:lnTo>
                <a:lnTo>
                  <a:pt x="94849" y="59038"/>
                </a:lnTo>
                <a:lnTo>
                  <a:pt x="95115" y="58591"/>
                </a:lnTo>
                <a:lnTo>
                  <a:pt x="95366" y="58134"/>
                </a:lnTo>
                <a:lnTo>
                  <a:pt x="95602" y="57668"/>
                </a:lnTo>
                <a:lnTo>
                  <a:pt x="95823" y="57193"/>
                </a:lnTo>
                <a:lnTo>
                  <a:pt x="96028" y="56709"/>
                </a:lnTo>
                <a:lnTo>
                  <a:pt x="96219" y="56215"/>
                </a:lnTo>
                <a:lnTo>
                  <a:pt x="96394" y="55713"/>
                </a:lnTo>
                <a:lnTo>
                  <a:pt x="96554" y="55202"/>
                </a:lnTo>
                <a:lnTo>
                  <a:pt x="96699" y="54681"/>
                </a:lnTo>
                <a:lnTo>
                  <a:pt x="96829" y="54152"/>
                </a:lnTo>
                <a:lnTo>
                  <a:pt x="96944" y="53613"/>
                </a:lnTo>
                <a:lnTo>
                  <a:pt x="85652" y="53613"/>
                </a:lnTo>
                <a:lnTo>
                  <a:pt x="85595" y="53825"/>
                </a:lnTo>
                <a:lnTo>
                  <a:pt x="85533" y="54033"/>
                </a:lnTo>
                <a:lnTo>
                  <a:pt x="85464" y="54236"/>
                </a:lnTo>
                <a:lnTo>
                  <a:pt x="85389" y="54436"/>
                </a:lnTo>
                <a:lnTo>
                  <a:pt x="85308" y="54630"/>
                </a:lnTo>
                <a:lnTo>
                  <a:pt x="85221" y="54821"/>
                </a:lnTo>
                <a:lnTo>
                  <a:pt x="85128" y="55007"/>
                </a:lnTo>
                <a:lnTo>
                  <a:pt x="85029" y="55189"/>
                </a:lnTo>
                <a:lnTo>
                  <a:pt x="84924" y="55367"/>
                </a:lnTo>
                <a:lnTo>
                  <a:pt x="84813" y="55540"/>
                </a:lnTo>
                <a:lnTo>
                  <a:pt x="84696" y="55709"/>
                </a:lnTo>
                <a:lnTo>
                  <a:pt x="84573" y="55874"/>
                </a:lnTo>
                <a:lnTo>
                  <a:pt x="84444" y="56034"/>
                </a:lnTo>
                <a:lnTo>
                  <a:pt x="84308" y="56190"/>
                </a:lnTo>
                <a:lnTo>
                  <a:pt x="84167" y="56342"/>
                </a:lnTo>
                <a:lnTo>
                  <a:pt x="84019" y="56490"/>
                </a:lnTo>
                <a:lnTo>
                  <a:pt x="83866" y="56633"/>
                </a:lnTo>
                <a:lnTo>
                  <a:pt x="83706" y="56772"/>
                </a:lnTo>
                <a:lnTo>
                  <a:pt x="83541" y="56906"/>
                </a:lnTo>
                <a:lnTo>
                  <a:pt x="83369" y="57036"/>
                </a:lnTo>
                <a:lnTo>
                  <a:pt x="83191" y="57162"/>
                </a:lnTo>
                <a:lnTo>
                  <a:pt x="83008" y="57284"/>
                </a:lnTo>
                <a:lnTo>
                  <a:pt x="82818" y="57401"/>
                </a:lnTo>
                <a:lnTo>
                  <a:pt x="82622" y="57514"/>
                </a:lnTo>
                <a:lnTo>
                  <a:pt x="82420" y="57623"/>
                </a:lnTo>
                <a:lnTo>
                  <a:pt x="82214" y="57727"/>
                </a:lnTo>
                <a:lnTo>
                  <a:pt x="82002" y="57826"/>
                </a:lnTo>
                <a:lnTo>
                  <a:pt x="81786" y="57921"/>
                </a:lnTo>
                <a:lnTo>
                  <a:pt x="81564" y="58011"/>
                </a:lnTo>
                <a:lnTo>
                  <a:pt x="81337" y="58097"/>
                </a:lnTo>
                <a:lnTo>
                  <a:pt x="81105" y="58178"/>
                </a:lnTo>
                <a:lnTo>
                  <a:pt x="80868" y="58254"/>
                </a:lnTo>
                <a:lnTo>
                  <a:pt x="80625" y="58325"/>
                </a:lnTo>
                <a:lnTo>
                  <a:pt x="80378" y="58392"/>
                </a:lnTo>
                <a:lnTo>
                  <a:pt x="80125" y="58455"/>
                </a:lnTo>
                <a:lnTo>
                  <a:pt x="79868" y="58513"/>
                </a:lnTo>
                <a:lnTo>
                  <a:pt x="79605" y="58566"/>
                </a:lnTo>
                <a:lnTo>
                  <a:pt x="79338" y="58614"/>
                </a:lnTo>
                <a:lnTo>
                  <a:pt x="79065" y="58658"/>
                </a:lnTo>
                <a:lnTo>
                  <a:pt x="78787" y="58697"/>
                </a:lnTo>
                <a:lnTo>
                  <a:pt x="78504" y="58732"/>
                </a:lnTo>
                <a:lnTo>
                  <a:pt x="78216" y="58762"/>
                </a:lnTo>
                <a:lnTo>
                  <a:pt x="77922" y="58787"/>
                </a:lnTo>
                <a:lnTo>
                  <a:pt x="77624" y="58808"/>
                </a:lnTo>
                <a:lnTo>
                  <a:pt x="77321" y="58824"/>
                </a:lnTo>
                <a:lnTo>
                  <a:pt x="77012" y="58836"/>
                </a:lnTo>
                <a:lnTo>
                  <a:pt x="76699" y="58843"/>
                </a:lnTo>
                <a:lnTo>
                  <a:pt x="76380" y="58845"/>
                </a:lnTo>
                <a:lnTo>
                  <a:pt x="75963" y="58841"/>
                </a:lnTo>
                <a:lnTo>
                  <a:pt x="75556" y="58826"/>
                </a:lnTo>
                <a:lnTo>
                  <a:pt x="75156" y="58803"/>
                </a:lnTo>
                <a:lnTo>
                  <a:pt x="74766" y="58770"/>
                </a:lnTo>
                <a:lnTo>
                  <a:pt x="74383" y="58728"/>
                </a:lnTo>
                <a:lnTo>
                  <a:pt x="74010" y="58676"/>
                </a:lnTo>
                <a:lnTo>
                  <a:pt x="73645" y="58615"/>
                </a:lnTo>
                <a:lnTo>
                  <a:pt x="73289" y="58544"/>
                </a:lnTo>
                <a:lnTo>
                  <a:pt x="72941" y="58464"/>
                </a:lnTo>
                <a:lnTo>
                  <a:pt x="72602" y="58375"/>
                </a:lnTo>
                <a:lnTo>
                  <a:pt x="72272" y="58276"/>
                </a:lnTo>
                <a:lnTo>
                  <a:pt x="71950" y="58168"/>
                </a:lnTo>
                <a:lnTo>
                  <a:pt x="71637" y="58051"/>
                </a:lnTo>
                <a:lnTo>
                  <a:pt x="71332" y="57924"/>
                </a:lnTo>
                <a:lnTo>
                  <a:pt x="71036" y="57787"/>
                </a:lnTo>
                <a:lnTo>
                  <a:pt x="70749" y="57642"/>
                </a:lnTo>
                <a:lnTo>
                  <a:pt x="70470" y="57487"/>
                </a:lnTo>
                <a:lnTo>
                  <a:pt x="70200" y="57322"/>
                </a:lnTo>
                <a:lnTo>
                  <a:pt x="69938" y="57148"/>
                </a:lnTo>
                <a:lnTo>
                  <a:pt x="69685" y="56965"/>
                </a:lnTo>
                <a:lnTo>
                  <a:pt x="69441" y="56772"/>
                </a:lnTo>
                <a:lnTo>
                  <a:pt x="69205" y="56570"/>
                </a:lnTo>
                <a:lnTo>
                  <a:pt x="68978" y="56358"/>
                </a:lnTo>
                <a:lnTo>
                  <a:pt x="68760" y="56137"/>
                </a:lnTo>
                <a:lnTo>
                  <a:pt x="68550" y="55907"/>
                </a:lnTo>
                <a:lnTo>
                  <a:pt x="68349" y="55668"/>
                </a:lnTo>
                <a:lnTo>
                  <a:pt x="68157" y="55420"/>
                </a:lnTo>
                <a:lnTo>
                  <a:pt x="67974" y="55162"/>
                </a:lnTo>
                <a:lnTo>
                  <a:pt x="67800" y="54896"/>
                </a:lnTo>
                <a:lnTo>
                  <a:pt x="67635" y="54620"/>
                </a:lnTo>
                <a:lnTo>
                  <a:pt x="67479" y="54335"/>
                </a:lnTo>
                <a:lnTo>
                  <a:pt x="67331" y="54042"/>
                </a:lnTo>
                <a:lnTo>
                  <a:pt x="67193" y="53739"/>
                </a:lnTo>
                <a:lnTo>
                  <a:pt x="67064" y="53427"/>
                </a:lnTo>
                <a:lnTo>
                  <a:pt x="66943" y="53106"/>
                </a:lnTo>
                <a:lnTo>
                  <a:pt x="66832" y="52776"/>
                </a:lnTo>
                <a:lnTo>
                  <a:pt x="66729" y="52436"/>
                </a:lnTo>
                <a:lnTo>
                  <a:pt x="66635" y="52088"/>
                </a:lnTo>
                <a:lnTo>
                  <a:pt x="66551" y="51731"/>
                </a:lnTo>
                <a:lnTo>
                  <a:pt x="66475" y="51364"/>
                </a:lnTo>
                <a:lnTo>
                  <a:pt x="66408" y="50989"/>
                </a:lnTo>
                <a:lnTo>
                  <a:pt x="66350" y="50604"/>
                </a:lnTo>
                <a:lnTo>
                  <a:pt x="66301" y="50210"/>
                </a:lnTo>
                <a:lnTo>
                  <a:pt x="66260" y="49807"/>
                </a:lnTo>
                <a:lnTo>
                  <a:pt x="66229" y="49395"/>
                </a:lnTo>
                <a:lnTo>
                  <a:pt x="66207" y="48974"/>
                </a:lnTo>
                <a:lnTo>
                  <a:pt x="66194" y="48544"/>
                </a:lnTo>
                <a:lnTo>
                  <a:pt x="66189" y="48105"/>
                </a:lnTo>
                <a:lnTo>
                  <a:pt x="66189" y="44525"/>
                </a:lnTo>
                <a:lnTo>
                  <a:pt x="97311" y="44525"/>
                </a:lnTo>
                <a:lnTo>
                  <a:pt x="97311" y="35436"/>
                </a:lnTo>
                <a:lnTo>
                  <a:pt x="97306" y="34942"/>
                </a:lnTo>
                <a:lnTo>
                  <a:pt x="97293" y="34452"/>
                </a:lnTo>
                <a:lnTo>
                  <a:pt x="97270" y="33968"/>
                </a:lnTo>
                <a:lnTo>
                  <a:pt x="97238" y="33489"/>
                </a:lnTo>
                <a:lnTo>
                  <a:pt x="97197" y="33016"/>
                </a:lnTo>
                <a:lnTo>
                  <a:pt x="97147" y="32547"/>
                </a:lnTo>
                <a:lnTo>
                  <a:pt x="97088" y="32084"/>
                </a:lnTo>
                <a:lnTo>
                  <a:pt x="97020" y="31626"/>
                </a:lnTo>
                <a:lnTo>
                  <a:pt x="96943" y="31174"/>
                </a:lnTo>
                <a:lnTo>
                  <a:pt x="96857" y="30727"/>
                </a:lnTo>
                <a:lnTo>
                  <a:pt x="96761" y="30285"/>
                </a:lnTo>
                <a:lnTo>
                  <a:pt x="96657" y="29848"/>
                </a:lnTo>
                <a:lnTo>
                  <a:pt x="96543" y="29416"/>
                </a:lnTo>
                <a:lnTo>
                  <a:pt x="96420" y="28990"/>
                </a:lnTo>
                <a:lnTo>
                  <a:pt x="96289" y="28569"/>
                </a:lnTo>
                <a:lnTo>
                  <a:pt x="96148" y="28153"/>
                </a:lnTo>
                <a:lnTo>
                  <a:pt x="95998" y="27743"/>
                </a:lnTo>
                <a:lnTo>
                  <a:pt x="95839" y="27338"/>
                </a:lnTo>
                <a:lnTo>
                  <a:pt x="95671" y="26938"/>
                </a:lnTo>
                <a:lnTo>
                  <a:pt x="95494" y="26543"/>
                </a:lnTo>
                <a:lnTo>
                  <a:pt x="95307" y="26154"/>
                </a:lnTo>
                <a:lnTo>
                  <a:pt x="95112" y="25770"/>
                </a:lnTo>
                <a:lnTo>
                  <a:pt x="94908" y="25391"/>
                </a:lnTo>
                <a:lnTo>
                  <a:pt x="94694" y="25017"/>
                </a:lnTo>
                <a:lnTo>
                  <a:pt x="94473" y="24649"/>
                </a:lnTo>
                <a:lnTo>
                  <a:pt x="94244" y="24289"/>
                </a:lnTo>
                <a:lnTo>
                  <a:pt x="94007" y="23935"/>
                </a:lnTo>
                <a:lnTo>
                  <a:pt x="93764" y="23588"/>
                </a:lnTo>
                <a:lnTo>
                  <a:pt x="93513" y="23247"/>
                </a:lnTo>
                <a:lnTo>
                  <a:pt x="93254" y="22914"/>
                </a:lnTo>
                <a:lnTo>
                  <a:pt x="92989" y="22587"/>
                </a:lnTo>
                <a:lnTo>
                  <a:pt x="92716" y="22268"/>
                </a:lnTo>
                <a:lnTo>
                  <a:pt x="92435" y="21955"/>
                </a:lnTo>
                <a:lnTo>
                  <a:pt x="92148" y="21649"/>
                </a:lnTo>
                <a:lnTo>
                  <a:pt x="91853" y="21350"/>
                </a:lnTo>
                <a:lnTo>
                  <a:pt x="91550" y="21058"/>
                </a:lnTo>
                <a:lnTo>
                  <a:pt x="91241" y="20772"/>
                </a:lnTo>
                <a:lnTo>
                  <a:pt x="90924" y="20494"/>
                </a:lnTo>
                <a:lnTo>
                  <a:pt x="90599" y="20222"/>
                </a:lnTo>
                <a:lnTo>
                  <a:pt x="90268" y="19957"/>
                </a:lnTo>
                <a:lnTo>
                  <a:pt x="89929" y="19699"/>
                </a:lnTo>
                <a:lnTo>
                  <a:pt x="89582" y="19448"/>
                </a:lnTo>
                <a:lnTo>
                  <a:pt x="89228" y="19204"/>
                </a:lnTo>
                <a:lnTo>
                  <a:pt x="88867" y="18967"/>
                </a:lnTo>
                <a:lnTo>
                  <a:pt x="88499" y="18736"/>
                </a:lnTo>
                <a:lnTo>
                  <a:pt x="88123" y="18513"/>
                </a:lnTo>
                <a:lnTo>
                  <a:pt x="87740" y="18296"/>
                </a:lnTo>
                <a:lnTo>
                  <a:pt x="87350" y="18086"/>
                </a:lnTo>
                <a:lnTo>
                  <a:pt x="86953" y="17884"/>
                </a:lnTo>
                <a:lnTo>
                  <a:pt x="86551" y="17690"/>
                </a:lnTo>
                <a:lnTo>
                  <a:pt x="86143" y="17505"/>
                </a:lnTo>
                <a:lnTo>
                  <a:pt x="85729" y="17328"/>
                </a:lnTo>
                <a:lnTo>
                  <a:pt x="85310" y="17160"/>
                </a:lnTo>
                <a:lnTo>
                  <a:pt x="84885" y="17001"/>
                </a:lnTo>
                <a:lnTo>
                  <a:pt x="84455" y="16850"/>
                </a:lnTo>
                <a:lnTo>
                  <a:pt x="84019" y="16708"/>
                </a:lnTo>
                <a:lnTo>
                  <a:pt x="83578" y="16575"/>
                </a:lnTo>
                <a:lnTo>
                  <a:pt x="83131" y="16450"/>
                </a:lnTo>
                <a:lnTo>
                  <a:pt x="82678" y="16334"/>
                </a:lnTo>
                <a:lnTo>
                  <a:pt x="82220" y="16226"/>
                </a:lnTo>
                <a:lnTo>
                  <a:pt x="81757" y="16127"/>
                </a:lnTo>
                <a:lnTo>
                  <a:pt x="81287" y="16037"/>
                </a:lnTo>
                <a:lnTo>
                  <a:pt x="80812" y="15955"/>
                </a:lnTo>
                <a:lnTo>
                  <a:pt x="80332" y="15882"/>
                </a:lnTo>
                <a:lnTo>
                  <a:pt x="79846" y="15817"/>
                </a:lnTo>
                <a:lnTo>
                  <a:pt x="79354" y="15761"/>
                </a:lnTo>
                <a:lnTo>
                  <a:pt x="78857" y="15714"/>
                </a:lnTo>
                <a:lnTo>
                  <a:pt x="78354" y="15675"/>
                </a:lnTo>
                <a:lnTo>
                  <a:pt x="77846" y="15645"/>
                </a:lnTo>
                <a:lnTo>
                  <a:pt x="77332" y="15624"/>
                </a:lnTo>
                <a:lnTo>
                  <a:pt x="76813" y="15611"/>
                </a:lnTo>
                <a:lnTo>
                  <a:pt x="76287" y="15606"/>
                </a:lnTo>
                <a:lnTo>
                  <a:pt x="75755" y="15611"/>
                </a:lnTo>
                <a:lnTo>
                  <a:pt x="75228" y="15624"/>
                </a:lnTo>
                <a:lnTo>
                  <a:pt x="74707" y="15645"/>
                </a:lnTo>
                <a:lnTo>
                  <a:pt x="74192" y="15675"/>
                </a:lnTo>
                <a:lnTo>
                  <a:pt x="73682" y="15714"/>
                </a:lnTo>
                <a:lnTo>
                  <a:pt x="73178" y="15761"/>
                </a:lnTo>
                <a:lnTo>
                  <a:pt x="72680" y="15817"/>
                </a:lnTo>
                <a:lnTo>
                  <a:pt x="72187" y="15882"/>
                </a:lnTo>
                <a:lnTo>
                  <a:pt x="71701" y="15955"/>
                </a:lnTo>
                <a:lnTo>
                  <a:pt x="71220" y="16037"/>
                </a:lnTo>
                <a:lnTo>
                  <a:pt x="70744" y="16127"/>
                </a:lnTo>
                <a:lnTo>
                  <a:pt x="70275" y="16226"/>
                </a:lnTo>
                <a:lnTo>
                  <a:pt x="69811" y="16334"/>
                </a:lnTo>
                <a:lnTo>
                  <a:pt x="69353" y="16450"/>
                </a:lnTo>
                <a:lnTo>
                  <a:pt x="68901" y="16575"/>
                </a:lnTo>
                <a:lnTo>
                  <a:pt x="68454" y="16708"/>
                </a:lnTo>
                <a:lnTo>
                  <a:pt x="68013" y="16850"/>
                </a:lnTo>
                <a:lnTo>
                  <a:pt x="67578" y="17001"/>
                </a:lnTo>
                <a:lnTo>
                  <a:pt x="67149" y="17160"/>
                </a:lnTo>
                <a:lnTo>
                  <a:pt x="66725" y="17328"/>
                </a:lnTo>
                <a:lnTo>
                  <a:pt x="66307" y="17505"/>
                </a:lnTo>
                <a:lnTo>
                  <a:pt x="65895" y="17690"/>
                </a:lnTo>
                <a:lnTo>
                  <a:pt x="65489" y="17884"/>
                </a:lnTo>
                <a:lnTo>
                  <a:pt x="65088" y="18086"/>
                </a:lnTo>
                <a:lnTo>
                  <a:pt x="64694" y="18296"/>
                </a:lnTo>
                <a:lnTo>
                  <a:pt x="64307" y="18513"/>
                </a:lnTo>
                <a:lnTo>
                  <a:pt x="63928" y="18736"/>
                </a:lnTo>
                <a:lnTo>
                  <a:pt x="63557" y="18967"/>
                </a:lnTo>
                <a:lnTo>
                  <a:pt x="63192" y="19204"/>
                </a:lnTo>
                <a:lnTo>
                  <a:pt x="62836" y="19448"/>
                </a:lnTo>
                <a:lnTo>
                  <a:pt x="62487" y="19699"/>
                </a:lnTo>
                <a:lnTo>
                  <a:pt x="62145" y="19957"/>
                </a:lnTo>
                <a:lnTo>
                  <a:pt x="61811" y="20222"/>
                </a:lnTo>
                <a:lnTo>
                  <a:pt x="61484" y="20494"/>
                </a:lnTo>
                <a:lnTo>
                  <a:pt x="61165" y="20772"/>
                </a:lnTo>
                <a:lnTo>
                  <a:pt x="60853" y="21058"/>
                </a:lnTo>
                <a:lnTo>
                  <a:pt x="60549" y="21350"/>
                </a:lnTo>
                <a:lnTo>
                  <a:pt x="60252" y="21649"/>
                </a:lnTo>
                <a:lnTo>
                  <a:pt x="59963" y="21955"/>
                </a:lnTo>
                <a:lnTo>
                  <a:pt x="59682" y="22268"/>
                </a:lnTo>
                <a:lnTo>
                  <a:pt x="59407" y="22587"/>
                </a:lnTo>
                <a:lnTo>
                  <a:pt x="59141" y="22914"/>
                </a:lnTo>
                <a:lnTo>
                  <a:pt x="58881" y="23247"/>
                </a:lnTo>
                <a:lnTo>
                  <a:pt x="58630" y="23588"/>
                </a:lnTo>
                <a:lnTo>
                  <a:pt x="58385" y="23935"/>
                </a:lnTo>
                <a:lnTo>
                  <a:pt x="58148" y="24289"/>
                </a:lnTo>
                <a:lnTo>
                  <a:pt x="57919" y="24649"/>
                </a:lnTo>
                <a:lnTo>
                  <a:pt x="57697" y="25017"/>
                </a:lnTo>
                <a:lnTo>
                  <a:pt x="57484" y="25391"/>
                </a:lnTo>
                <a:lnTo>
                  <a:pt x="57280" y="25770"/>
                </a:lnTo>
                <a:lnTo>
                  <a:pt x="57084" y="26154"/>
                </a:lnTo>
                <a:lnTo>
                  <a:pt x="56898" y="26543"/>
                </a:lnTo>
                <a:lnTo>
                  <a:pt x="56721" y="26938"/>
                </a:lnTo>
                <a:lnTo>
                  <a:pt x="56553" y="27338"/>
                </a:lnTo>
                <a:lnTo>
                  <a:pt x="56394" y="27743"/>
                </a:lnTo>
                <a:lnTo>
                  <a:pt x="56244" y="28153"/>
                </a:lnTo>
                <a:lnTo>
                  <a:pt x="56104" y="28569"/>
                </a:lnTo>
                <a:lnTo>
                  <a:pt x="55972" y="28990"/>
                </a:lnTo>
                <a:lnTo>
                  <a:pt x="55849" y="29416"/>
                </a:lnTo>
                <a:lnTo>
                  <a:pt x="55736" y="29848"/>
                </a:lnTo>
                <a:lnTo>
                  <a:pt x="55631" y="30285"/>
                </a:lnTo>
                <a:lnTo>
                  <a:pt x="55536" y="30727"/>
                </a:lnTo>
                <a:lnTo>
                  <a:pt x="55450" y="31174"/>
                </a:lnTo>
                <a:lnTo>
                  <a:pt x="55373" y="31626"/>
                </a:lnTo>
                <a:lnTo>
                  <a:pt x="55305" y="32084"/>
                </a:lnTo>
                <a:lnTo>
                  <a:pt x="55245" y="32547"/>
                </a:lnTo>
                <a:lnTo>
                  <a:pt x="55196" y="33016"/>
                </a:lnTo>
                <a:lnTo>
                  <a:pt x="55155" y="33489"/>
                </a:lnTo>
                <a:lnTo>
                  <a:pt x="55123" y="33968"/>
                </a:lnTo>
                <a:lnTo>
                  <a:pt x="55100" y="34452"/>
                </a:lnTo>
                <a:lnTo>
                  <a:pt x="55087" y="34942"/>
                </a:lnTo>
                <a:lnTo>
                  <a:pt x="55082" y="35436"/>
                </a:lnTo>
                <a:lnTo>
                  <a:pt x="55082" y="48105"/>
                </a:lnTo>
                <a:lnTo>
                  <a:pt x="55087" y="48600"/>
                </a:lnTo>
                <a:lnTo>
                  <a:pt x="55100" y="49089"/>
                </a:lnTo>
                <a:lnTo>
                  <a:pt x="55123" y="49573"/>
                </a:lnTo>
                <a:lnTo>
                  <a:pt x="55155" y="50052"/>
                </a:lnTo>
                <a:lnTo>
                  <a:pt x="55196" y="50525"/>
                </a:lnTo>
                <a:lnTo>
                  <a:pt x="55245" y="50994"/>
                </a:lnTo>
                <a:lnTo>
                  <a:pt x="55305" y="51457"/>
                </a:lnTo>
                <a:lnTo>
                  <a:pt x="55373" y="51914"/>
                </a:lnTo>
                <a:lnTo>
                  <a:pt x="55450" y="52367"/>
                </a:lnTo>
                <a:lnTo>
                  <a:pt x="55536" y="52814"/>
                </a:lnTo>
                <a:lnTo>
                  <a:pt x="55631" y="53256"/>
                </a:lnTo>
                <a:lnTo>
                  <a:pt x="55736" y="53693"/>
                </a:lnTo>
                <a:lnTo>
                  <a:pt x="55849" y="54125"/>
                </a:lnTo>
                <a:lnTo>
                  <a:pt x="55972" y="54551"/>
                </a:lnTo>
                <a:lnTo>
                  <a:pt x="56104" y="54972"/>
                </a:lnTo>
                <a:lnTo>
                  <a:pt x="56244" y="55388"/>
                </a:lnTo>
                <a:lnTo>
                  <a:pt x="56394" y="55798"/>
                </a:lnTo>
                <a:lnTo>
                  <a:pt x="56553" y="56203"/>
                </a:lnTo>
                <a:lnTo>
                  <a:pt x="56721" y="56603"/>
                </a:lnTo>
                <a:lnTo>
                  <a:pt x="56898" y="56998"/>
                </a:lnTo>
                <a:lnTo>
                  <a:pt x="57084" y="57387"/>
                </a:lnTo>
                <a:lnTo>
                  <a:pt x="57280" y="57772"/>
                </a:lnTo>
                <a:lnTo>
                  <a:pt x="57484" y="58151"/>
                </a:lnTo>
                <a:lnTo>
                  <a:pt x="57697" y="58524"/>
                </a:lnTo>
                <a:lnTo>
                  <a:pt x="57919" y="58892"/>
                </a:lnTo>
                <a:lnTo>
                  <a:pt x="58148" y="59253"/>
                </a:lnTo>
                <a:lnTo>
                  <a:pt x="58385" y="59607"/>
                </a:lnTo>
                <a:lnTo>
                  <a:pt x="58630" y="59954"/>
                </a:lnTo>
                <a:lnTo>
                  <a:pt x="58881" y="60294"/>
                </a:lnTo>
                <a:lnTo>
                  <a:pt x="59141" y="60627"/>
                </a:lnTo>
                <a:lnTo>
                  <a:pt x="59407" y="60954"/>
                </a:lnTo>
                <a:lnTo>
                  <a:pt x="59682" y="61273"/>
                </a:lnTo>
                <a:lnTo>
                  <a:pt x="59963" y="61586"/>
                </a:lnTo>
                <a:lnTo>
                  <a:pt x="60252" y="61892"/>
                </a:lnTo>
                <a:lnTo>
                  <a:pt x="60549" y="62191"/>
                </a:lnTo>
                <a:lnTo>
                  <a:pt x="60853" y="62483"/>
                </a:lnTo>
                <a:lnTo>
                  <a:pt x="61165" y="62768"/>
                </a:lnTo>
                <a:lnTo>
                  <a:pt x="61484" y="63047"/>
                </a:lnTo>
                <a:lnTo>
                  <a:pt x="61811" y="63319"/>
                </a:lnTo>
                <a:lnTo>
                  <a:pt x="62145" y="63584"/>
                </a:lnTo>
                <a:lnTo>
                  <a:pt x="62487" y="63842"/>
                </a:lnTo>
                <a:lnTo>
                  <a:pt x="62836" y="64093"/>
                </a:lnTo>
                <a:lnTo>
                  <a:pt x="63192" y="64337"/>
                </a:lnTo>
                <a:lnTo>
                  <a:pt x="63557" y="64574"/>
                </a:lnTo>
                <a:lnTo>
                  <a:pt x="63928" y="64805"/>
                </a:lnTo>
                <a:lnTo>
                  <a:pt x="64307" y="65029"/>
                </a:lnTo>
                <a:lnTo>
                  <a:pt x="64694" y="65246"/>
                </a:lnTo>
                <a:lnTo>
                  <a:pt x="65088" y="65456"/>
                </a:lnTo>
                <a:lnTo>
                  <a:pt x="65489" y="65658"/>
                </a:lnTo>
                <a:lnTo>
                  <a:pt x="65895" y="65851"/>
                </a:lnTo>
                <a:lnTo>
                  <a:pt x="66307" y="66036"/>
                </a:lnTo>
                <a:lnTo>
                  <a:pt x="66725" y="66213"/>
                </a:lnTo>
                <a:lnTo>
                  <a:pt x="67149" y="66381"/>
                </a:lnTo>
                <a:lnTo>
                  <a:pt x="67578" y="66540"/>
                </a:lnTo>
                <a:lnTo>
                  <a:pt x="68013" y="66690"/>
                </a:lnTo>
                <a:lnTo>
                  <a:pt x="68454" y="66832"/>
                </a:lnTo>
                <a:lnTo>
                  <a:pt x="68901" y="66966"/>
                </a:lnTo>
                <a:lnTo>
                  <a:pt x="69353" y="67090"/>
                </a:lnTo>
                <a:lnTo>
                  <a:pt x="69811" y="67207"/>
                </a:lnTo>
                <a:lnTo>
                  <a:pt x="70275" y="67314"/>
                </a:lnTo>
                <a:lnTo>
                  <a:pt x="70744" y="67413"/>
                </a:lnTo>
                <a:lnTo>
                  <a:pt x="71220" y="67503"/>
                </a:lnTo>
                <a:lnTo>
                  <a:pt x="71701" y="67585"/>
                </a:lnTo>
                <a:lnTo>
                  <a:pt x="72187" y="67658"/>
                </a:lnTo>
                <a:lnTo>
                  <a:pt x="72680" y="67723"/>
                </a:lnTo>
                <a:lnTo>
                  <a:pt x="73178" y="67779"/>
                </a:lnTo>
                <a:lnTo>
                  <a:pt x="73682" y="67826"/>
                </a:lnTo>
                <a:lnTo>
                  <a:pt x="74192" y="67865"/>
                </a:lnTo>
                <a:lnTo>
                  <a:pt x="74707" y="67895"/>
                </a:lnTo>
                <a:lnTo>
                  <a:pt x="75228" y="67916"/>
                </a:lnTo>
                <a:lnTo>
                  <a:pt x="75755" y="67929"/>
                </a:lnTo>
                <a:lnTo>
                  <a:pt x="76287" y="67934"/>
                </a:lnTo>
                <a:lnTo>
                  <a:pt x="76957" y="67927"/>
                </a:lnTo>
                <a:lnTo>
                  <a:pt x="77617" y="67907"/>
                </a:lnTo>
                <a:lnTo>
                  <a:pt x="78269" y="67873"/>
                </a:lnTo>
                <a:close/>
                <a:moveTo>
                  <a:pt x="66194" y="35004"/>
                </a:moveTo>
                <a:lnTo>
                  <a:pt x="66207" y="34581"/>
                </a:lnTo>
                <a:lnTo>
                  <a:pt x="66229" y="34165"/>
                </a:lnTo>
                <a:lnTo>
                  <a:pt x="66260" y="33758"/>
                </a:lnTo>
                <a:lnTo>
                  <a:pt x="66301" y="33359"/>
                </a:lnTo>
                <a:lnTo>
                  <a:pt x="66350" y="32969"/>
                </a:lnTo>
                <a:lnTo>
                  <a:pt x="66408" y="32587"/>
                </a:lnTo>
                <a:lnTo>
                  <a:pt x="66475" y="32213"/>
                </a:lnTo>
                <a:lnTo>
                  <a:pt x="66551" y="31847"/>
                </a:lnTo>
                <a:lnTo>
                  <a:pt x="66635" y="31490"/>
                </a:lnTo>
                <a:lnTo>
                  <a:pt x="66729" y="31141"/>
                </a:lnTo>
                <a:lnTo>
                  <a:pt x="66832" y="30800"/>
                </a:lnTo>
                <a:lnTo>
                  <a:pt x="66943" y="30467"/>
                </a:lnTo>
                <a:lnTo>
                  <a:pt x="67064" y="30143"/>
                </a:lnTo>
                <a:lnTo>
                  <a:pt x="67193" y="29827"/>
                </a:lnTo>
                <a:lnTo>
                  <a:pt x="67331" y="29520"/>
                </a:lnTo>
                <a:lnTo>
                  <a:pt x="67479" y="29221"/>
                </a:lnTo>
                <a:lnTo>
                  <a:pt x="67635" y="28930"/>
                </a:lnTo>
                <a:lnTo>
                  <a:pt x="67800" y="28647"/>
                </a:lnTo>
                <a:lnTo>
                  <a:pt x="67974" y="28373"/>
                </a:lnTo>
                <a:lnTo>
                  <a:pt x="68157" y="28106"/>
                </a:lnTo>
                <a:lnTo>
                  <a:pt x="68349" y="27849"/>
                </a:lnTo>
                <a:lnTo>
                  <a:pt x="68550" y="27599"/>
                </a:lnTo>
                <a:lnTo>
                  <a:pt x="68760" y="27358"/>
                </a:lnTo>
                <a:lnTo>
                  <a:pt x="68978" y="27126"/>
                </a:lnTo>
                <a:lnTo>
                  <a:pt x="69205" y="26903"/>
                </a:lnTo>
                <a:lnTo>
                  <a:pt x="69439" y="26691"/>
                </a:lnTo>
                <a:lnTo>
                  <a:pt x="69683" y="26488"/>
                </a:lnTo>
                <a:lnTo>
                  <a:pt x="69934" y="26295"/>
                </a:lnTo>
                <a:lnTo>
                  <a:pt x="70194" y="26112"/>
                </a:lnTo>
                <a:lnTo>
                  <a:pt x="70462" y="25940"/>
                </a:lnTo>
                <a:lnTo>
                  <a:pt x="70738" y="25776"/>
                </a:lnTo>
                <a:lnTo>
                  <a:pt x="71023" y="25623"/>
                </a:lnTo>
                <a:lnTo>
                  <a:pt x="71316" y="25480"/>
                </a:lnTo>
                <a:lnTo>
                  <a:pt x="71617" y="25347"/>
                </a:lnTo>
                <a:lnTo>
                  <a:pt x="71927" y="25223"/>
                </a:lnTo>
                <a:lnTo>
                  <a:pt x="72245" y="25109"/>
                </a:lnTo>
                <a:lnTo>
                  <a:pt x="72571" y="25006"/>
                </a:lnTo>
                <a:lnTo>
                  <a:pt x="72905" y="24912"/>
                </a:lnTo>
                <a:lnTo>
                  <a:pt x="73248" y="24828"/>
                </a:lnTo>
                <a:lnTo>
                  <a:pt x="73599" y="24754"/>
                </a:lnTo>
                <a:lnTo>
                  <a:pt x="73958" y="24689"/>
                </a:lnTo>
                <a:lnTo>
                  <a:pt x="74325" y="24635"/>
                </a:lnTo>
                <a:lnTo>
                  <a:pt x="74701" y="24590"/>
                </a:lnTo>
                <a:lnTo>
                  <a:pt x="75085" y="24556"/>
                </a:lnTo>
                <a:lnTo>
                  <a:pt x="75478" y="24531"/>
                </a:lnTo>
                <a:lnTo>
                  <a:pt x="75879" y="24516"/>
                </a:lnTo>
                <a:lnTo>
                  <a:pt x="76287" y="24511"/>
                </a:lnTo>
                <a:lnTo>
                  <a:pt x="76696" y="24516"/>
                </a:lnTo>
                <a:lnTo>
                  <a:pt x="77097" y="24531"/>
                </a:lnTo>
                <a:lnTo>
                  <a:pt x="77488" y="24555"/>
                </a:lnTo>
                <a:lnTo>
                  <a:pt x="77871" y="24589"/>
                </a:lnTo>
                <a:lnTo>
                  <a:pt x="78245" y="24633"/>
                </a:lnTo>
                <a:lnTo>
                  <a:pt x="78611" y="24686"/>
                </a:lnTo>
                <a:lnTo>
                  <a:pt x="78968" y="24750"/>
                </a:lnTo>
                <a:lnTo>
                  <a:pt x="79317" y="24823"/>
                </a:lnTo>
                <a:lnTo>
                  <a:pt x="79657" y="24905"/>
                </a:lnTo>
                <a:lnTo>
                  <a:pt x="79988" y="24998"/>
                </a:lnTo>
                <a:lnTo>
                  <a:pt x="80311" y="25100"/>
                </a:lnTo>
                <a:lnTo>
                  <a:pt x="80625" y="25211"/>
                </a:lnTo>
                <a:lnTo>
                  <a:pt x="80931" y="25333"/>
                </a:lnTo>
                <a:lnTo>
                  <a:pt x="81228" y="25464"/>
                </a:lnTo>
                <a:lnTo>
                  <a:pt x="81516" y="25605"/>
                </a:lnTo>
                <a:lnTo>
                  <a:pt x="81795" y="25756"/>
                </a:lnTo>
                <a:lnTo>
                  <a:pt x="82067" y="25916"/>
                </a:lnTo>
                <a:lnTo>
                  <a:pt x="82329" y="26086"/>
                </a:lnTo>
                <a:lnTo>
                  <a:pt x="82583" y="26266"/>
                </a:lnTo>
                <a:lnTo>
                  <a:pt x="82828" y="26456"/>
                </a:lnTo>
                <a:lnTo>
                  <a:pt x="83065" y="26655"/>
                </a:lnTo>
                <a:lnTo>
                  <a:pt x="83293" y="26864"/>
                </a:lnTo>
                <a:lnTo>
                  <a:pt x="83512" y="27083"/>
                </a:lnTo>
                <a:lnTo>
                  <a:pt x="83723" y="27312"/>
                </a:lnTo>
                <a:lnTo>
                  <a:pt x="83925" y="27549"/>
                </a:lnTo>
                <a:lnTo>
                  <a:pt x="84119" y="27795"/>
                </a:lnTo>
                <a:lnTo>
                  <a:pt x="84304" y="28050"/>
                </a:lnTo>
                <a:lnTo>
                  <a:pt x="84481" y="28313"/>
                </a:lnTo>
                <a:lnTo>
                  <a:pt x="84648" y="28584"/>
                </a:lnTo>
                <a:lnTo>
                  <a:pt x="84808" y="28864"/>
                </a:lnTo>
                <a:lnTo>
                  <a:pt x="84958" y="29152"/>
                </a:lnTo>
                <a:lnTo>
                  <a:pt x="85100" y="29449"/>
                </a:lnTo>
                <a:lnTo>
                  <a:pt x="85234" y="29754"/>
                </a:lnTo>
                <a:lnTo>
                  <a:pt x="85359" y="30067"/>
                </a:lnTo>
                <a:lnTo>
                  <a:pt x="85475" y="30389"/>
                </a:lnTo>
                <a:lnTo>
                  <a:pt x="85583" y="30720"/>
                </a:lnTo>
                <a:lnTo>
                  <a:pt x="85682" y="31059"/>
                </a:lnTo>
                <a:lnTo>
                  <a:pt x="85772" y="31406"/>
                </a:lnTo>
                <a:lnTo>
                  <a:pt x="85854" y="31762"/>
                </a:lnTo>
                <a:lnTo>
                  <a:pt x="85927" y="32126"/>
                </a:lnTo>
                <a:lnTo>
                  <a:pt x="85991" y="32499"/>
                </a:lnTo>
                <a:lnTo>
                  <a:pt x="86047" y="32880"/>
                </a:lnTo>
                <a:lnTo>
                  <a:pt x="86095" y="33269"/>
                </a:lnTo>
                <a:lnTo>
                  <a:pt x="86134" y="33667"/>
                </a:lnTo>
                <a:lnTo>
                  <a:pt x="86164" y="34074"/>
                </a:lnTo>
                <a:lnTo>
                  <a:pt x="86185" y="34489"/>
                </a:lnTo>
                <a:lnTo>
                  <a:pt x="86198" y="34912"/>
                </a:lnTo>
                <a:lnTo>
                  <a:pt x="86202" y="35344"/>
                </a:lnTo>
                <a:lnTo>
                  <a:pt x="86202" y="37188"/>
                </a:lnTo>
                <a:lnTo>
                  <a:pt x="66189" y="37364"/>
                </a:lnTo>
                <a:lnTo>
                  <a:pt x="66189" y="35436"/>
                </a:lnTo>
                <a:lnTo>
                  <a:pt x="66194" y="35004"/>
                </a:lnTo>
                <a:close/>
              </a:path>
            </a:pathLst>
          </a:custGeom>
          <a:solidFill xmlns:a="http://schemas.openxmlformats.org/drawingml/2006/main">
            <a:srgbClr val="D222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Text _text_chars">
            <a:extLst xmlns:a="http://schemas.openxmlformats.org/drawingml/2006/main">
              <a:ext uri="{FF2B5EF4-FFF2-40B4-BE49-F238E27FC236}">
                <a16:creationId xmlns:a16="http://schemas.microsoft.com/office/drawing/2014/main" id="{55A7E88D-5F76-40D8-86D6-F62DBE76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566" y="2544131"/>
            <a:ext cx="594703" cy="79685"/>
          </a:xfrm>
          <a:custGeom xmlns:a="http://schemas.openxmlformats.org/drawingml/2006/main">
            <a:pathLst>
              <a:path w="594703" h="79685">
                <a:moveTo>
                  <a:pt x="83450" y="56642"/>
                </a:moveTo>
                <a:lnTo>
                  <a:pt x="83068" y="56633"/>
                </a:lnTo>
                <a:lnTo>
                  <a:pt x="82702" y="56609"/>
                </a:lnTo>
                <a:lnTo>
                  <a:pt x="82352" y="56567"/>
                </a:lnTo>
                <a:lnTo>
                  <a:pt x="82019" y="56509"/>
                </a:lnTo>
                <a:lnTo>
                  <a:pt x="81702" y="56435"/>
                </a:lnTo>
                <a:lnTo>
                  <a:pt x="81401" y="56343"/>
                </a:lnTo>
                <a:lnTo>
                  <a:pt x="81117" y="56236"/>
                </a:lnTo>
                <a:lnTo>
                  <a:pt x="80848" y="56111"/>
                </a:lnTo>
                <a:lnTo>
                  <a:pt x="80596" y="55971"/>
                </a:lnTo>
                <a:lnTo>
                  <a:pt x="80360" y="55813"/>
                </a:lnTo>
                <a:lnTo>
                  <a:pt x="80141" y="55639"/>
                </a:lnTo>
                <a:lnTo>
                  <a:pt x="79938" y="55449"/>
                </a:lnTo>
                <a:lnTo>
                  <a:pt x="79751" y="55241"/>
                </a:lnTo>
                <a:lnTo>
                  <a:pt x="79580" y="55018"/>
                </a:lnTo>
                <a:lnTo>
                  <a:pt x="79425" y="54777"/>
                </a:lnTo>
                <a:lnTo>
                  <a:pt x="79287" y="54521"/>
                </a:lnTo>
                <a:lnTo>
                  <a:pt x="79165" y="54247"/>
                </a:lnTo>
                <a:lnTo>
                  <a:pt x="79060" y="53957"/>
                </a:lnTo>
                <a:lnTo>
                  <a:pt x="78970" y="53651"/>
                </a:lnTo>
                <a:lnTo>
                  <a:pt x="78897" y="53327"/>
                </a:lnTo>
                <a:lnTo>
                  <a:pt x="78840" y="52988"/>
                </a:lnTo>
                <a:lnTo>
                  <a:pt x="78799" y="52631"/>
                </a:lnTo>
                <a:lnTo>
                  <a:pt x="78775" y="52259"/>
                </a:lnTo>
                <a:lnTo>
                  <a:pt x="78767" y="51869"/>
                </a:lnTo>
                <a:lnTo>
                  <a:pt x="78767" y="26898"/>
                </a:lnTo>
                <a:lnTo>
                  <a:pt x="98139" y="26898"/>
                </a:lnTo>
                <a:lnTo>
                  <a:pt x="98139" y="16524"/>
                </a:lnTo>
                <a:lnTo>
                  <a:pt x="78767" y="16524"/>
                </a:lnTo>
                <a:lnTo>
                  <a:pt x="78767" y="2295"/>
                </a:lnTo>
                <a:lnTo>
                  <a:pt x="67200" y="2295"/>
                </a:lnTo>
                <a:lnTo>
                  <a:pt x="67200" y="16524"/>
                </a:lnTo>
                <a:lnTo>
                  <a:pt x="53522" y="16524"/>
                </a:lnTo>
                <a:lnTo>
                  <a:pt x="53522" y="26898"/>
                </a:lnTo>
                <a:lnTo>
                  <a:pt x="67200" y="26898"/>
                </a:lnTo>
                <a:lnTo>
                  <a:pt x="67200" y="51869"/>
                </a:lnTo>
                <a:lnTo>
                  <a:pt x="67208" y="52453"/>
                </a:lnTo>
                <a:lnTo>
                  <a:pt x="67229" y="53026"/>
                </a:lnTo>
                <a:lnTo>
                  <a:pt x="67264" y="53589"/>
                </a:lnTo>
                <a:lnTo>
                  <a:pt x="67314" y="54141"/>
                </a:lnTo>
                <a:lnTo>
                  <a:pt x="67378" y="54683"/>
                </a:lnTo>
                <a:lnTo>
                  <a:pt x="67456" y="55214"/>
                </a:lnTo>
                <a:lnTo>
                  <a:pt x="67548" y="55735"/>
                </a:lnTo>
                <a:lnTo>
                  <a:pt x="67654" y="56245"/>
                </a:lnTo>
                <a:lnTo>
                  <a:pt x="67775" y="56745"/>
                </a:lnTo>
                <a:lnTo>
                  <a:pt x="67910" y="57234"/>
                </a:lnTo>
                <a:lnTo>
                  <a:pt x="68059" y="57712"/>
                </a:lnTo>
                <a:lnTo>
                  <a:pt x="68222" y="58181"/>
                </a:lnTo>
                <a:lnTo>
                  <a:pt x="68399" y="58638"/>
                </a:lnTo>
                <a:lnTo>
                  <a:pt x="68590" y="59085"/>
                </a:lnTo>
                <a:lnTo>
                  <a:pt x="68796" y="59522"/>
                </a:lnTo>
                <a:lnTo>
                  <a:pt x="69016" y="59948"/>
                </a:lnTo>
                <a:lnTo>
                  <a:pt x="69250" y="60363"/>
                </a:lnTo>
                <a:lnTo>
                  <a:pt x="69498" y="60768"/>
                </a:lnTo>
                <a:lnTo>
                  <a:pt x="69761" y="61163"/>
                </a:lnTo>
                <a:lnTo>
                  <a:pt x="70037" y="61547"/>
                </a:lnTo>
                <a:lnTo>
                  <a:pt x="70328" y="61920"/>
                </a:lnTo>
                <a:lnTo>
                  <a:pt x="70633" y="62283"/>
                </a:lnTo>
                <a:lnTo>
                  <a:pt x="70952" y="62636"/>
                </a:lnTo>
                <a:lnTo>
                  <a:pt x="71285" y="62978"/>
                </a:lnTo>
                <a:lnTo>
                  <a:pt x="71631" y="63307"/>
                </a:lnTo>
                <a:lnTo>
                  <a:pt x="71988" y="63623"/>
                </a:lnTo>
                <a:lnTo>
                  <a:pt x="72356" y="63924"/>
                </a:lnTo>
                <a:lnTo>
                  <a:pt x="72735" y="64212"/>
                </a:lnTo>
                <a:lnTo>
                  <a:pt x="73125" y="64485"/>
                </a:lnTo>
                <a:lnTo>
                  <a:pt x="73526" y="64744"/>
                </a:lnTo>
                <a:lnTo>
                  <a:pt x="73938" y="64990"/>
                </a:lnTo>
                <a:lnTo>
                  <a:pt x="74361" y="65221"/>
                </a:lnTo>
                <a:lnTo>
                  <a:pt x="74795" y="65439"/>
                </a:lnTo>
                <a:lnTo>
                  <a:pt x="75240" y="65642"/>
                </a:lnTo>
                <a:lnTo>
                  <a:pt x="75696" y="65831"/>
                </a:lnTo>
                <a:lnTo>
                  <a:pt x="76163" y="66007"/>
                </a:lnTo>
                <a:lnTo>
                  <a:pt x="76641" y="66168"/>
                </a:lnTo>
                <a:lnTo>
                  <a:pt x="77130" y="66315"/>
                </a:lnTo>
                <a:lnTo>
                  <a:pt x="77630" y="66448"/>
                </a:lnTo>
                <a:lnTo>
                  <a:pt x="78140" y="66567"/>
                </a:lnTo>
                <a:lnTo>
                  <a:pt x="78662" y="66673"/>
                </a:lnTo>
                <a:lnTo>
                  <a:pt x="79195" y="66764"/>
                </a:lnTo>
                <a:lnTo>
                  <a:pt x="79739" y="66841"/>
                </a:lnTo>
                <a:lnTo>
                  <a:pt x="80294" y="66904"/>
                </a:lnTo>
                <a:lnTo>
                  <a:pt x="80860" y="66953"/>
                </a:lnTo>
                <a:lnTo>
                  <a:pt x="81437" y="66988"/>
                </a:lnTo>
                <a:lnTo>
                  <a:pt x="82025" y="67009"/>
                </a:lnTo>
                <a:lnTo>
                  <a:pt x="82623" y="67016"/>
                </a:lnTo>
                <a:lnTo>
                  <a:pt x="97220" y="67016"/>
                </a:lnTo>
                <a:lnTo>
                  <a:pt x="97220" y="56642"/>
                </a:lnTo>
                <a:lnTo>
                  <a:pt x="83450" y="56642"/>
                </a:lnTo>
                <a:close/>
                <a:moveTo>
                  <a:pt x="248314" y="56633"/>
                </a:moveTo>
                <a:lnTo>
                  <a:pt x="247948" y="56609"/>
                </a:lnTo>
                <a:lnTo>
                  <a:pt x="247599" y="56567"/>
                </a:lnTo>
                <a:lnTo>
                  <a:pt x="247265" y="56509"/>
                </a:lnTo>
                <a:lnTo>
                  <a:pt x="246948" y="56435"/>
                </a:lnTo>
                <a:lnTo>
                  <a:pt x="246647" y="56343"/>
                </a:lnTo>
                <a:lnTo>
                  <a:pt x="246363" y="56236"/>
                </a:lnTo>
                <a:lnTo>
                  <a:pt x="246095" y="56111"/>
                </a:lnTo>
                <a:lnTo>
                  <a:pt x="245843" y="55971"/>
                </a:lnTo>
                <a:lnTo>
                  <a:pt x="245607" y="55813"/>
                </a:lnTo>
                <a:lnTo>
                  <a:pt x="245387" y="55639"/>
                </a:lnTo>
                <a:lnTo>
                  <a:pt x="245184" y="55449"/>
                </a:lnTo>
                <a:lnTo>
                  <a:pt x="244997" y="55241"/>
                </a:lnTo>
                <a:lnTo>
                  <a:pt x="244826" y="55018"/>
                </a:lnTo>
                <a:lnTo>
                  <a:pt x="244672" y="54777"/>
                </a:lnTo>
                <a:lnTo>
                  <a:pt x="244534" y="54521"/>
                </a:lnTo>
                <a:lnTo>
                  <a:pt x="244412" y="54247"/>
                </a:lnTo>
                <a:lnTo>
                  <a:pt x="244306" y="53957"/>
                </a:lnTo>
                <a:lnTo>
                  <a:pt x="244217" y="53651"/>
                </a:lnTo>
                <a:lnTo>
                  <a:pt x="244143" y="53327"/>
                </a:lnTo>
                <a:lnTo>
                  <a:pt x="244086" y="52988"/>
                </a:lnTo>
                <a:lnTo>
                  <a:pt x="244046" y="52631"/>
                </a:lnTo>
                <a:lnTo>
                  <a:pt x="244021" y="52259"/>
                </a:lnTo>
                <a:lnTo>
                  <a:pt x="244013" y="51869"/>
                </a:lnTo>
                <a:lnTo>
                  <a:pt x="244013" y="26898"/>
                </a:lnTo>
                <a:lnTo>
                  <a:pt x="263385" y="26898"/>
                </a:lnTo>
                <a:lnTo>
                  <a:pt x="263385" y="16524"/>
                </a:lnTo>
                <a:lnTo>
                  <a:pt x="244013" y="16524"/>
                </a:lnTo>
                <a:lnTo>
                  <a:pt x="244013" y="2295"/>
                </a:lnTo>
                <a:lnTo>
                  <a:pt x="232447" y="2295"/>
                </a:lnTo>
                <a:lnTo>
                  <a:pt x="232447" y="16524"/>
                </a:lnTo>
                <a:lnTo>
                  <a:pt x="218768" y="16524"/>
                </a:lnTo>
                <a:lnTo>
                  <a:pt x="218768" y="26898"/>
                </a:lnTo>
                <a:lnTo>
                  <a:pt x="232447" y="26898"/>
                </a:lnTo>
                <a:lnTo>
                  <a:pt x="232447" y="51869"/>
                </a:lnTo>
                <a:lnTo>
                  <a:pt x="232454" y="52453"/>
                </a:lnTo>
                <a:lnTo>
                  <a:pt x="232475" y="53026"/>
                </a:lnTo>
                <a:lnTo>
                  <a:pt x="232511" y="53589"/>
                </a:lnTo>
                <a:lnTo>
                  <a:pt x="232560" y="54141"/>
                </a:lnTo>
                <a:lnTo>
                  <a:pt x="232624" y="54683"/>
                </a:lnTo>
                <a:lnTo>
                  <a:pt x="232702" y="55214"/>
                </a:lnTo>
                <a:lnTo>
                  <a:pt x="232794" y="55735"/>
                </a:lnTo>
                <a:lnTo>
                  <a:pt x="232901" y="56245"/>
                </a:lnTo>
                <a:lnTo>
                  <a:pt x="233021" y="56745"/>
                </a:lnTo>
                <a:lnTo>
                  <a:pt x="233156" y="57234"/>
                </a:lnTo>
                <a:lnTo>
                  <a:pt x="233305" y="57712"/>
                </a:lnTo>
                <a:lnTo>
                  <a:pt x="233468" y="58181"/>
                </a:lnTo>
                <a:lnTo>
                  <a:pt x="233645" y="58638"/>
                </a:lnTo>
                <a:lnTo>
                  <a:pt x="233837" y="59085"/>
                </a:lnTo>
                <a:lnTo>
                  <a:pt x="234042" y="59522"/>
                </a:lnTo>
                <a:lnTo>
                  <a:pt x="234262" y="59948"/>
                </a:lnTo>
                <a:lnTo>
                  <a:pt x="234496" y="60363"/>
                </a:lnTo>
                <a:lnTo>
                  <a:pt x="234744" y="60768"/>
                </a:lnTo>
                <a:lnTo>
                  <a:pt x="235007" y="61163"/>
                </a:lnTo>
                <a:lnTo>
                  <a:pt x="235283" y="61547"/>
                </a:lnTo>
                <a:lnTo>
                  <a:pt x="235574" y="61920"/>
                </a:lnTo>
                <a:lnTo>
                  <a:pt x="235879" y="62283"/>
                </a:lnTo>
                <a:lnTo>
                  <a:pt x="236198" y="62636"/>
                </a:lnTo>
                <a:lnTo>
                  <a:pt x="236532" y="62978"/>
                </a:lnTo>
                <a:lnTo>
                  <a:pt x="236878" y="63307"/>
                </a:lnTo>
                <a:lnTo>
                  <a:pt x="237235" y="63623"/>
                </a:lnTo>
                <a:lnTo>
                  <a:pt x="237603" y="63924"/>
                </a:lnTo>
                <a:lnTo>
                  <a:pt x="237982" y="64212"/>
                </a:lnTo>
                <a:lnTo>
                  <a:pt x="238372" y="64485"/>
                </a:lnTo>
                <a:lnTo>
                  <a:pt x="238773" y="64744"/>
                </a:lnTo>
                <a:lnTo>
                  <a:pt x="239184" y="64990"/>
                </a:lnTo>
                <a:lnTo>
                  <a:pt x="239607" y="65221"/>
                </a:lnTo>
                <a:lnTo>
                  <a:pt x="240041" y="65439"/>
                </a:lnTo>
                <a:lnTo>
                  <a:pt x="240486" y="65642"/>
                </a:lnTo>
                <a:lnTo>
                  <a:pt x="240942" y="65831"/>
                </a:lnTo>
                <a:lnTo>
                  <a:pt x="241409" y="66007"/>
                </a:lnTo>
                <a:lnTo>
                  <a:pt x="241887" y="66168"/>
                </a:lnTo>
                <a:lnTo>
                  <a:pt x="242376" y="66315"/>
                </a:lnTo>
                <a:lnTo>
                  <a:pt x="242876" y="66448"/>
                </a:lnTo>
                <a:lnTo>
                  <a:pt x="243387" y="66567"/>
                </a:lnTo>
                <a:lnTo>
                  <a:pt x="243909" y="66673"/>
                </a:lnTo>
                <a:lnTo>
                  <a:pt x="244442" y="66764"/>
                </a:lnTo>
                <a:lnTo>
                  <a:pt x="244985" y="66841"/>
                </a:lnTo>
                <a:lnTo>
                  <a:pt x="245540" y="66904"/>
                </a:lnTo>
                <a:lnTo>
                  <a:pt x="246106" y="66953"/>
                </a:lnTo>
                <a:lnTo>
                  <a:pt x="246683" y="66988"/>
                </a:lnTo>
                <a:lnTo>
                  <a:pt x="247271" y="67009"/>
                </a:lnTo>
                <a:lnTo>
                  <a:pt x="247870" y="67016"/>
                </a:lnTo>
                <a:lnTo>
                  <a:pt x="262466" y="67016"/>
                </a:lnTo>
                <a:lnTo>
                  <a:pt x="262466" y="56642"/>
                </a:lnTo>
                <a:lnTo>
                  <a:pt x="248696" y="56642"/>
                </a:lnTo>
                <a:lnTo>
                  <a:pt x="248314" y="56633"/>
                </a:lnTo>
                <a:close/>
                <a:moveTo>
                  <a:pt x="185014" y="52954"/>
                </a:moveTo>
                <a:lnTo>
                  <a:pt x="185075" y="52852"/>
                </a:lnTo>
                <a:lnTo>
                  <a:pt x="185135" y="52751"/>
                </a:lnTo>
                <a:lnTo>
                  <a:pt x="185195" y="52648"/>
                </a:lnTo>
                <a:lnTo>
                  <a:pt x="185254" y="52546"/>
                </a:lnTo>
                <a:lnTo>
                  <a:pt x="185313" y="52442"/>
                </a:lnTo>
                <a:lnTo>
                  <a:pt x="185372" y="52338"/>
                </a:lnTo>
                <a:lnTo>
                  <a:pt x="185430" y="52233"/>
                </a:lnTo>
                <a:lnTo>
                  <a:pt x="185489" y="52127"/>
                </a:lnTo>
                <a:lnTo>
                  <a:pt x="185546" y="52021"/>
                </a:lnTo>
                <a:lnTo>
                  <a:pt x="185604" y="51914"/>
                </a:lnTo>
                <a:lnTo>
                  <a:pt x="185661" y="51807"/>
                </a:lnTo>
                <a:lnTo>
                  <a:pt x="185718" y="51699"/>
                </a:lnTo>
                <a:lnTo>
                  <a:pt x="185775" y="51590"/>
                </a:lnTo>
                <a:lnTo>
                  <a:pt x="185831" y="51481"/>
                </a:lnTo>
                <a:lnTo>
                  <a:pt x="185887" y="51371"/>
                </a:lnTo>
                <a:lnTo>
                  <a:pt x="185943" y="51260"/>
                </a:lnTo>
                <a:lnTo>
                  <a:pt x="185998" y="51149"/>
                </a:lnTo>
                <a:lnTo>
                  <a:pt x="186053" y="51037"/>
                </a:lnTo>
                <a:lnTo>
                  <a:pt x="186108" y="50925"/>
                </a:lnTo>
                <a:lnTo>
                  <a:pt x="186162" y="50811"/>
                </a:lnTo>
                <a:lnTo>
                  <a:pt x="186216" y="50698"/>
                </a:lnTo>
                <a:lnTo>
                  <a:pt x="186270" y="50583"/>
                </a:lnTo>
                <a:lnTo>
                  <a:pt x="186323" y="50469"/>
                </a:lnTo>
                <a:lnTo>
                  <a:pt x="186375" y="50358"/>
                </a:lnTo>
                <a:lnTo>
                  <a:pt x="186426" y="50248"/>
                </a:lnTo>
                <a:lnTo>
                  <a:pt x="186476" y="50140"/>
                </a:lnTo>
                <a:lnTo>
                  <a:pt x="186526" y="50033"/>
                </a:lnTo>
                <a:lnTo>
                  <a:pt x="186574" y="49929"/>
                </a:lnTo>
                <a:lnTo>
                  <a:pt x="186621" y="49827"/>
                </a:lnTo>
                <a:lnTo>
                  <a:pt x="186668" y="49726"/>
                </a:lnTo>
                <a:lnTo>
                  <a:pt x="186713" y="49628"/>
                </a:lnTo>
                <a:lnTo>
                  <a:pt x="186758" y="49531"/>
                </a:lnTo>
                <a:lnTo>
                  <a:pt x="186801" y="49437"/>
                </a:lnTo>
                <a:lnTo>
                  <a:pt x="186844" y="49344"/>
                </a:lnTo>
                <a:lnTo>
                  <a:pt x="186885" y="49253"/>
                </a:lnTo>
                <a:lnTo>
                  <a:pt x="186926" y="49164"/>
                </a:lnTo>
                <a:lnTo>
                  <a:pt x="186966" y="49077"/>
                </a:lnTo>
                <a:lnTo>
                  <a:pt x="187004" y="48992"/>
                </a:lnTo>
                <a:lnTo>
                  <a:pt x="187042" y="48909"/>
                </a:lnTo>
                <a:lnTo>
                  <a:pt x="187079" y="48827"/>
                </a:lnTo>
                <a:lnTo>
                  <a:pt x="187115" y="48748"/>
                </a:lnTo>
                <a:lnTo>
                  <a:pt x="187150" y="48671"/>
                </a:lnTo>
                <a:lnTo>
                  <a:pt x="187184" y="48595"/>
                </a:lnTo>
                <a:lnTo>
                  <a:pt x="187217" y="48521"/>
                </a:lnTo>
                <a:lnTo>
                  <a:pt x="187249" y="48450"/>
                </a:lnTo>
                <a:lnTo>
                  <a:pt x="187280" y="48380"/>
                </a:lnTo>
                <a:lnTo>
                  <a:pt x="187318" y="48450"/>
                </a:lnTo>
                <a:lnTo>
                  <a:pt x="187357" y="48521"/>
                </a:lnTo>
                <a:lnTo>
                  <a:pt x="187397" y="48595"/>
                </a:lnTo>
                <a:lnTo>
                  <a:pt x="187438" y="48671"/>
                </a:lnTo>
                <a:lnTo>
                  <a:pt x="187479" y="48748"/>
                </a:lnTo>
                <a:lnTo>
                  <a:pt x="187520" y="48827"/>
                </a:lnTo>
                <a:lnTo>
                  <a:pt x="187563" y="48909"/>
                </a:lnTo>
                <a:lnTo>
                  <a:pt x="187606" y="48992"/>
                </a:lnTo>
                <a:lnTo>
                  <a:pt x="187649" y="49077"/>
                </a:lnTo>
                <a:lnTo>
                  <a:pt x="187694" y="49164"/>
                </a:lnTo>
                <a:lnTo>
                  <a:pt x="187738" y="49253"/>
                </a:lnTo>
                <a:lnTo>
                  <a:pt x="187784" y="49344"/>
                </a:lnTo>
                <a:lnTo>
                  <a:pt x="187830" y="49437"/>
                </a:lnTo>
                <a:lnTo>
                  <a:pt x="187877" y="49531"/>
                </a:lnTo>
                <a:lnTo>
                  <a:pt x="187925" y="49628"/>
                </a:lnTo>
                <a:lnTo>
                  <a:pt x="187973" y="49726"/>
                </a:lnTo>
                <a:lnTo>
                  <a:pt x="188021" y="49827"/>
                </a:lnTo>
                <a:lnTo>
                  <a:pt x="188071" y="49929"/>
                </a:lnTo>
                <a:lnTo>
                  <a:pt x="188121" y="50033"/>
                </a:lnTo>
                <a:lnTo>
                  <a:pt x="188172" y="50140"/>
                </a:lnTo>
                <a:lnTo>
                  <a:pt x="188223" y="50248"/>
                </a:lnTo>
                <a:lnTo>
                  <a:pt x="188275" y="50358"/>
                </a:lnTo>
                <a:lnTo>
                  <a:pt x="188327" y="50469"/>
                </a:lnTo>
                <a:lnTo>
                  <a:pt x="188381" y="50583"/>
                </a:lnTo>
                <a:lnTo>
                  <a:pt x="188434" y="50698"/>
                </a:lnTo>
                <a:lnTo>
                  <a:pt x="188489" y="50811"/>
                </a:lnTo>
                <a:lnTo>
                  <a:pt x="188543" y="50925"/>
                </a:lnTo>
                <a:lnTo>
                  <a:pt x="188598" y="51037"/>
                </a:lnTo>
                <a:lnTo>
                  <a:pt x="188653" y="51149"/>
                </a:lnTo>
                <a:lnTo>
                  <a:pt x="188708" y="51260"/>
                </a:lnTo>
                <a:lnTo>
                  <a:pt x="188764" y="51371"/>
                </a:lnTo>
                <a:lnTo>
                  <a:pt x="188820" y="51481"/>
                </a:lnTo>
                <a:lnTo>
                  <a:pt x="188876" y="51590"/>
                </a:lnTo>
                <a:lnTo>
                  <a:pt x="188932" y="51699"/>
                </a:lnTo>
                <a:lnTo>
                  <a:pt x="188989" y="51807"/>
                </a:lnTo>
                <a:lnTo>
                  <a:pt x="189046" y="51914"/>
                </a:lnTo>
                <a:lnTo>
                  <a:pt x="189104" y="52021"/>
                </a:lnTo>
                <a:lnTo>
                  <a:pt x="189162" y="52127"/>
                </a:lnTo>
                <a:lnTo>
                  <a:pt x="189220" y="52233"/>
                </a:lnTo>
                <a:lnTo>
                  <a:pt x="189279" y="52338"/>
                </a:lnTo>
                <a:lnTo>
                  <a:pt x="189337" y="52442"/>
                </a:lnTo>
                <a:lnTo>
                  <a:pt x="189396" y="52546"/>
                </a:lnTo>
                <a:lnTo>
                  <a:pt x="189456" y="52648"/>
                </a:lnTo>
                <a:lnTo>
                  <a:pt x="189516" y="52751"/>
                </a:lnTo>
                <a:lnTo>
                  <a:pt x="189576" y="52852"/>
                </a:lnTo>
                <a:lnTo>
                  <a:pt x="189636" y="52954"/>
                </a:lnTo>
                <a:lnTo>
                  <a:pt x="189697" y="53054"/>
                </a:lnTo>
                <a:lnTo>
                  <a:pt x="189758" y="53154"/>
                </a:lnTo>
                <a:lnTo>
                  <a:pt x="198479" y="67016"/>
                </a:lnTo>
                <a:lnTo>
                  <a:pt x="211515" y="67016"/>
                </a:lnTo>
                <a:lnTo>
                  <a:pt x="193981" y="40944"/>
                </a:lnTo>
                <a:lnTo>
                  <a:pt x="210414" y="16524"/>
                </a:lnTo>
                <a:lnTo>
                  <a:pt x="197469" y="16524"/>
                </a:lnTo>
                <a:lnTo>
                  <a:pt x="189574" y="28918"/>
                </a:lnTo>
                <a:lnTo>
                  <a:pt x="189521" y="29011"/>
                </a:lnTo>
                <a:lnTo>
                  <a:pt x="189467" y="29104"/>
                </a:lnTo>
                <a:lnTo>
                  <a:pt x="189413" y="29198"/>
                </a:lnTo>
                <a:lnTo>
                  <a:pt x="189360" y="29293"/>
                </a:lnTo>
                <a:lnTo>
                  <a:pt x="189306" y="29389"/>
                </a:lnTo>
                <a:lnTo>
                  <a:pt x="189253" y="29486"/>
                </a:lnTo>
                <a:lnTo>
                  <a:pt x="189199" y="29584"/>
                </a:lnTo>
                <a:lnTo>
                  <a:pt x="189146" y="29683"/>
                </a:lnTo>
                <a:lnTo>
                  <a:pt x="189092" y="29783"/>
                </a:lnTo>
                <a:lnTo>
                  <a:pt x="189038" y="29884"/>
                </a:lnTo>
                <a:lnTo>
                  <a:pt x="188985" y="29986"/>
                </a:lnTo>
                <a:lnTo>
                  <a:pt x="188931" y="30088"/>
                </a:lnTo>
                <a:lnTo>
                  <a:pt x="188878" y="30192"/>
                </a:lnTo>
                <a:lnTo>
                  <a:pt x="188824" y="30297"/>
                </a:lnTo>
                <a:lnTo>
                  <a:pt x="188771" y="30402"/>
                </a:lnTo>
                <a:lnTo>
                  <a:pt x="188717" y="30509"/>
                </a:lnTo>
                <a:lnTo>
                  <a:pt x="188663" y="30617"/>
                </a:lnTo>
                <a:lnTo>
                  <a:pt x="188610" y="30725"/>
                </a:lnTo>
                <a:lnTo>
                  <a:pt x="188556" y="30835"/>
                </a:lnTo>
                <a:lnTo>
                  <a:pt x="188503" y="30945"/>
                </a:lnTo>
                <a:lnTo>
                  <a:pt x="188449" y="31056"/>
                </a:lnTo>
                <a:lnTo>
                  <a:pt x="188395" y="31169"/>
                </a:lnTo>
                <a:lnTo>
                  <a:pt x="188342" y="31282"/>
                </a:lnTo>
                <a:lnTo>
                  <a:pt x="188288" y="31396"/>
                </a:lnTo>
                <a:lnTo>
                  <a:pt x="188235" y="31510"/>
                </a:lnTo>
                <a:lnTo>
                  <a:pt x="188183" y="31622"/>
                </a:lnTo>
                <a:lnTo>
                  <a:pt x="188132" y="31732"/>
                </a:lnTo>
                <a:lnTo>
                  <a:pt x="188082" y="31840"/>
                </a:lnTo>
                <a:lnTo>
                  <a:pt x="188033" y="31946"/>
                </a:lnTo>
                <a:lnTo>
                  <a:pt x="187985" y="32050"/>
                </a:lnTo>
                <a:lnTo>
                  <a:pt x="187937" y="32153"/>
                </a:lnTo>
                <a:lnTo>
                  <a:pt x="187891" y="32253"/>
                </a:lnTo>
                <a:lnTo>
                  <a:pt x="187846" y="32352"/>
                </a:lnTo>
                <a:lnTo>
                  <a:pt x="187801" y="32448"/>
                </a:lnTo>
                <a:lnTo>
                  <a:pt x="187758" y="32543"/>
                </a:lnTo>
                <a:lnTo>
                  <a:pt x="187715" y="32636"/>
                </a:lnTo>
                <a:lnTo>
                  <a:pt x="187674" y="32727"/>
                </a:lnTo>
                <a:lnTo>
                  <a:pt x="187633" y="32816"/>
                </a:lnTo>
                <a:lnTo>
                  <a:pt x="187594" y="32903"/>
                </a:lnTo>
                <a:lnTo>
                  <a:pt x="187555" y="32988"/>
                </a:lnTo>
                <a:lnTo>
                  <a:pt x="187517" y="33071"/>
                </a:lnTo>
                <a:lnTo>
                  <a:pt x="187480" y="33152"/>
                </a:lnTo>
                <a:lnTo>
                  <a:pt x="187445" y="33232"/>
                </a:lnTo>
                <a:lnTo>
                  <a:pt x="187410" y="33309"/>
                </a:lnTo>
                <a:lnTo>
                  <a:pt x="187376" y="33385"/>
                </a:lnTo>
                <a:lnTo>
                  <a:pt x="187343" y="33458"/>
                </a:lnTo>
                <a:lnTo>
                  <a:pt x="187311" y="33530"/>
                </a:lnTo>
                <a:lnTo>
                  <a:pt x="187280" y="33600"/>
                </a:lnTo>
                <a:lnTo>
                  <a:pt x="187249" y="33530"/>
                </a:lnTo>
                <a:lnTo>
                  <a:pt x="187217" y="33458"/>
                </a:lnTo>
                <a:lnTo>
                  <a:pt x="187184" y="33385"/>
                </a:lnTo>
                <a:lnTo>
                  <a:pt x="187151" y="33309"/>
                </a:lnTo>
                <a:lnTo>
                  <a:pt x="187117" y="33232"/>
                </a:lnTo>
                <a:lnTo>
                  <a:pt x="187082" y="33152"/>
                </a:lnTo>
                <a:lnTo>
                  <a:pt x="187046" y="33071"/>
                </a:lnTo>
                <a:lnTo>
                  <a:pt x="187010" y="32988"/>
                </a:lnTo>
                <a:lnTo>
                  <a:pt x="186972" y="32903"/>
                </a:lnTo>
                <a:lnTo>
                  <a:pt x="186934" y="32816"/>
                </a:lnTo>
                <a:lnTo>
                  <a:pt x="186895" y="32727"/>
                </a:lnTo>
                <a:lnTo>
                  <a:pt x="186855" y="32636"/>
                </a:lnTo>
                <a:lnTo>
                  <a:pt x="186815" y="32543"/>
                </a:lnTo>
                <a:lnTo>
                  <a:pt x="186773" y="32448"/>
                </a:lnTo>
                <a:lnTo>
                  <a:pt x="186731" y="32352"/>
                </a:lnTo>
                <a:lnTo>
                  <a:pt x="186688" y="32253"/>
                </a:lnTo>
                <a:lnTo>
                  <a:pt x="186645" y="32153"/>
                </a:lnTo>
                <a:lnTo>
                  <a:pt x="186600" y="32050"/>
                </a:lnTo>
                <a:lnTo>
                  <a:pt x="186555" y="31946"/>
                </a:lnTo>
                <a:lnTo>
                  <a:pt x="186508" y="31840"/>
                </a:lnTo>
                <a:lnTo>
                  <a:pt x="186462" y="31732"/>
                </a:lnTo>
                <a:lnTo>
                  <a:pt x="186414" y="31622"/>
                </a:lnTo>
                <a:lnTo>
                  <a:pt x="186365" y="31510"/>
                </a:lnTo>
                <a:lnTo>
                  <a:pt x="186316" y="31396"/>
                </a:lnTo>
                <a:lnTo>
                  <a:pt x="186266" y="31282"/>
                </a:lnTo>
                <a:lnTo>
                  <a:pt x="186216" y="31169"/>
                </a:lnTo>
                <a:lnTo>
                  <a:pt x="186165" y="31056"/>
                </a:lnTo>
                <a:lnTo>
                  <a:pt x="186113" y="30945"/>
                </a:lnTo>
                <a:lnTo>
                  <a:pt x="186061" y="30835"/>
                </a:lnTo>
                <a:lnTo>
                  <a:pt x="186009" y="30725"/>
                </a:lnTo>
                <a:lnTo>
                  <a:pt x="185956" y="30617"/>
                </a:lnTo>
                <a:lnTo>
                  <a:pt x="185903" y="30509"/>
                </a:lnTo>
                <a:lnTo>
                  <a:pt x="185849" y="30402"/>
                </a:lnTo>
                <a:lnTo>
                  <a:pt x="185795" y="30297"/>
                </a:lnTo>
                <a:lnTo>
                  <a:pt x="185740" y="30192"/>
                </a:lnTo>
                <a:lnTo>
                  <a:pt x="185685" y="30088"/>
                </a:lnTo>
                <a:lnTo>
                  <a:pt x="185629" y="29986"/>
                </a:lnTo>
                <a:lnTo>
                  <a:pt x="185573" y="29884"/>
                </a:lnTo>
                <a:lnTo>
                  <a:pt x="185516" y="29783"/>
                </a:lnTo>
                <a:lnTo>
                  <a:pt x="185459" y="29683"/>
                </a:lnTo>
                <a:lnTo>
                  <a:pt x="185401" y="29584"/>
                </a:lnTo>
                <a:lnTo>
                  <a:pt x="185343" y="29486"/>
                </a:lnTo>
                <a:lnTo>
                  <a:pt x="185284" y="29389"/>
                </a:lnTo>
                <a:lnTo>
                  <a:pt x="185225" y="29293"/>
                </a:lnTo>
                <a:lnTo>
                  <a:pt x="185165" y="29198"/>
                </a:lnTo>
                <a:lnTo>
                  <a:pt x="185105" y="29104"/>
                </a:lnTo>
                <a:lnTo>
                  <a:pt x="185045" y="29011"/>
                </a:lnTo>
                <a:lnTo>
                  <a:pt x="184984" y="28918"/>
                </a:lnTo>
                <a:lnTo>
                  <a:pt x="177181" y="16524"/>
                </a:lnTo>
                <a:lnTo>
                  <a:pt x="164236" y="16524"/>
                </a:lnTo>
                <a:lnTo>
                  <a:pt x="180669" y="40944"/>
                </a:lnTo>
                <a:lnTo>
                  <a:pt x="163043" y="67016"/>
                </a:lnTo>
                <a:lnTo>
                  <a:pt x="175988" y="67016"/>
                </a:lnTo>
                <a:lnTo>
                  <a:pt x="184893" y="53154"/>
                </a:lnTo>
                <a:lnTo>
                  <a:pt x="184954" y="53054"/>
                </a:lnTo>
                <a:lnTo>
                  <a:pt x="185014" y="52954"/>
                </a:lnTo>
                <a:close/>
                <a:moveTo>
                  <a:pt x="134914" y="67825"/>
                </a:moveTo>
                <a:lnTo>
                  <a:pt x="135549" y="67764"/>
                </a:lnTo>
                <a:lnTo>
                  <a:pt x="136176" y="67690"/>
                </a:lnTo>
                <a:lnTo>
                  <a:pt x="136795" y="67602"/>
                </a:lnTo>
                <a:lnTo>
                  <a:pt x="137405" y="67500"/>
                </a:lnTo>
                <a:lnTo>
                  <a:pt x="138006" y="67385"/>
                </a:lnTo>
                <a:lnTo>
                  <a:pt x="138599" y="67256"/>
                </a:lnTo>
                <a:lnTo>
                  <a:pt x="139184" y="67114"/>
                </a:lnTo>
                <a:lnTo>
                  <a:pt x="139760" y="66958"/>
                </a:lnTo>
                <a:lnTo>
                  <a:pt x="140327" y="66789"/>
                </a:lnTo>
                <a:lnTo>
                  <a:pt x="140887" y="66606"/>
                </a:lnTo>
                <a:lnTo>
                  <a:pt x="141437" y="66410"/>
                </a:lnTo>
                <a:lnTo>
                  <a:pt x="141980" y="66200"/>
                </a:lnTo>
                <a:lnTo>
                  <a:pt x="142513" y="65976"/>
                </a:lnTo>
                <a:lnTo>
                  <a:pt x="143039" y="65739"/>
                </a:lnTo>
                <a:lnTo>
                  <a:pt x="143556" y="65489"/>
                </a:lnTo>
                <a:lnTo>
                  <a:pt x="144064" y="65224"/>
                </a:lnTo>
                <a:lnTo>
                  <a:pt x="144564" y="64947"/>
                </a:lnTo>
                <a:lnTo>
                  <a:pt x="145056" y="64656"/>
                </a:lnTo>
                <a:lnTo>
                  <a:pt x="145539" y="64351"/>
                </a:lnTo>
                <a:lnTo>
                  <a:pt x="146014" y="64032"/>
                </a:lnTo>
                <a:lnTo>
                  <a:pt x="146476" y="63703"/>
                </a:lnTo>
                <a:lnTo>
                  <a:pt x="146924" y="63364"/>
                </a:lnTo>
                <a:lnTo>
                  <a:pt x="147357" y="63016"/>
                </a:lnTo>
                <a:lnTo>
                  <a:pt x="147774" y="62659"/>
                </a:lnTo>
                <a:lnTo>
                  <a:pt x="148177" y="62293"/>
                </a:lnTo>
                <a:lnTo>
                  <a:pt x="148564" y="61918"/>
                </a:lnTo>
                <a:lnTo>
                  <a:pt x="148936" y="61534"/>
                </a:lnTo>
                <a:lnTo>
                  <a:pt x="149293" y="61141"/>
                </a:lnTo>
                <a:lnTo>
                  <a:pt x="149634" y="60738"/>
                </a:lnTo>
                <a:lnTo>
                  <a:pt x="149961" y="60327"/>
                </a:lnTo>
                <a:lnTo>
                  <a:pt x="150273" y="59907"/>
                </a:lnTo>
                <a:lnTo>
                  <a:pt x="150569" y="59477"/>
                </a:lnTo>
                <a:lnTo>
                  <a:pt x="150850" y="59038"/>
                </a:lnTo>
                <a:lnTo>
                  <a:pt x="151116" y="58591"/>
                </a:lnTo>
                <a:lnTo>
                  <a:pt x="151367" y="58134"/>
                </a:lnTo>
                <a:lnTo>
                  <a:pt x="151603" y="57668"/>
                </a:lnTo>
                <a:lnTo>
                  <a:pt x="151824" y="57193"/>
                </a:lnTo>
                <a:lnTo>
                  <a:pt x="152029" y="56709"/>
                </a:lnTo>
                <a:lnTo>
                  <a:pt x="152220" y="56215"/>
                </a:lnTo>
                <a:lnTo>
                  <a:pt x="152395" y="55713"/>
                </a:lnTo>
                <a:lnTo>
                  <a:pt x="152555" y="55202"/>
                </a:lnTo>
                <a:lnTo>
                  <a:pt x="152700" y="54681"/>
                </a:lnTo>
                <a:lnTo>
                  <a:pt x="152830" y="54152"/>
                </a:lnTo>
                <a:lnTo>
                  <a:pt x="152945" y="53613"/>
                </a:lnTo>
                <a:lnTo>
                  <a:pt x="141653" y="53613"/>
                </a:lnTo>
                <a:lnTo>
                  <a:pt x="141596" y="53825"/>
                </a:lnTo>
                <a:lnTo>
                  <a:pt x="141534" y="54033"/>
                </a:lnTo>
                <a:lnTo>
                  <a:pt x="141465" y="54236"/>
                </a:lnTo>
                <a:lnTo>
                  <a:pt x="141390" y="54436"/>
                </a:lnTo>
                <a:lnTo>
                  <a:pt x="141309" y="54630"/>
                </a:lnTo>
                <a:lnTo>
                  <a:pt x="141222" y="54821"/>
                </a:lnTo>
                <a:lnTo>
                  <a:pt x="141129" y="55007"/>
                </a:lnTo>
                <a:lnTo>
                  <a:pt x="141030" y="55189"/>
                </a:lnTo>
                <a:lnTo>
                  <a:pt x="140925" y="55367"/>
                </a:lnTo>
                <a:lnTo>
                  <a:pt x="140814" y="55540"/>
                </a:lnTo>
                <a:lnTo>
                  <a:pt x="140697" y="55709"/>
                </a:lnTo>
                <a:lnTo>
                  <a:pt x="140574" y="55874"/>
                </a:lnTo>
                <a:lnTo>
                  <a:pt x="140445" y="56034"/>
                </a:lnTo>
                <a:lnTo>
                  <a:pt x="140309" y="56190"/>
                </a:lnTo>
                <a:lnTo>
                  <a:pt x="140168" y="56342"/>
                </a:lnTo>
                <a:lnTo>
                  <a:pt x="140020" y="56490"/>
                </a:lnTo>
                <a:lnTo>
                  <a:pt x="139867" y="56633"/>
                </a:lnTo>
                <a:lnTo>
                  <a:pt x="139707" y="56772"/>
                </a:lnTo>
                <a:lnTo>
                  <a:pt x="139542" y="56906"/>
                </a:lnTo>
                <a:lnTo>
                  <a:pt x="139370" y="57036"/>
                </a:lnTo>
                <a:lnTo>
                  <a:pt x="139192" y="57162"/>
                </a:lnTo>
                <a:lnTo>
                  <a:pt x="139009" y="57284"/>
                </a:lnTo>
                <a:lnTo>
                  <a:pt x="138819" y="57401"/>
                </a:lnTo>
                <a:lnTo>
                  <a:pt x="138623" y="57514"/>
                </a:lnTo>
                <a:lnTo>
                  <a:pt x="138421" y="57623"/>
                </a:lnTo>
                <a:lnTo>
                  <a:pt x="138215" y="57727"/>
                </a:lnTo>
                <a:lnTo>
                  <a:pt x="138003" y="57826"/>
                </a:lnTo>
                <a:lnTo>
                  <a:pt x="137786" y="57921"/>
                </a:lnTo>
                <a:lnTo>
                  <a:pt x="137565" y="58011"/>
                </a:lnTo>
                <a:lnTo>
                  <a:pt x="137338" y="58097"/>
                </a:lnTo>
                <a:lnTo>
                  <a:pt x="137106" y="58178"/>
                </a:lnTo>
                <a:lnTo>
                  <a:pt x="136868" y="58254"/>
                </a:lnTo>
                <a:lnTo>
                  <a:pt x="136626" y="58325"/>
                </a:lnTo>
                <a:lnTo>
                  <a:pt x="136379" y="58392"/>
                </a:lnTo>
                <a:lnTo>
                  <a:pt x="136126" y="58455"/>
                </a:lnTo>
                <a:lnTo>
                  <a:pt x="135869" y="58513"/>
                </a:lnTo>
                <a:lnTo>
                  <a:pt x="135606" y="58566"/>
                </a:lnTo>
                <a:lnTo>
                  <a:pt x="135339" y="58614"/>
                </a:lnTo>
                <a:lnTo>
                  <a:pt x="135066" y="58658"/>
                </a:lnTo>
                <a:lnTo>
                  <a:pt x="134788" y="58697"/>
                </a:lnTo>
                <a:lnTo>
                  <a:pt x="134505" y="58732"/>
                </a:lnTo>
                <a:lnTo>
                  <a:pt x="134217" y="58762"/>
                </a:lnTo>
                <a:lnTo>
                  <a:pt x="133923" y="58787"/>
                </a:lnTo>
                <a:lnTo>
                  <a:pt x="133625" y="58808"/>
                </a:lnTo>
                <a:lnTo>
                  <a:pt x="133322" y="58824"/>
                </a:lnTo>
                <a:lnTo>
                  <a:pt x="133013" y="58836"/>
                </a:lnTo>
                <a:lnTo>
                  <a:pt x="132700" y="58843"/>
                </a:lnTo>
                <a:lnTo>
                  <a:pt x="132381" y="58845"/>
                </a:lnTo>
                <a:lnTo>
                  <a:pt x="131964" y="58841"/>
                </a:lnTo>
                <a:lnTo>
                  <a:pt x="131556" y="58826"/>
                </a:lnTo>
                <a:lnTo>
                  <a:pt x="131157" y="58803"/>
                </a:lnTo>
                <a:lnTo>
                  <a:pt x="130766" y="58770"/>
                </a:lnTo>
                <a:lnTo>
                  <a:pt x="130384" y="58728"/>
                </a:lnTo>
                <a:lnTo>
                  <a:pt x="130011" y="58676"/>
                </a:lnTo>
                <a:lnTo>
                  <a:pt x="129646" y="58615"/>
                </a:lnTo>
                <a:lnTo>
                  <a:pt x="129290" y="58544"/>
                </a:lnTo>
                <a:lnTo>
                  <a:pt x="128942" y="58464"/>
                </a:lnTo>
                <a:lnTo>
                  <a:pt x="128603" y="58375"/>
                </a:lnTo>
                <a:lnTo>
                  <a:pt x="128273" y="58276"/>
                </a:lnTo>
                <a:lnTo>
                  <a:pt x="127951" y="58168"/>
                </a:lnTo>
                <a:lnTo>
                  <a:pt x="127638" y="58051"/>
                </a:lnTo>
                <a:lnTo>
                  <a:pt x="127333" y="57924"/>
                </a:lnTo>
                <a:lnTo>
                  <a:pt x="127037" y="57787"/>
                </a:lnTo>
                <a:lnTo>
                  <a:pt x="126750" y="57642"/>
                </a:lnTo>
                <a:lnTo>
                  <a:pt x="126471" y="57487"/>
                </a:lnTo>
                <a:lnTo>
                  <a:pt x="126201" y="57322"/>
                </a:lnTo>
                <a:lnTo>
                  <a:pt x="125939" y="57148"/>
                </a:lnTo>
                <a:lnTo>
                  <a:pt x="125686" y="56965"/>
                </a:lnTo>
                <a:lnTo>
                  <a:pt x="125442" y="56772"/>
                </a:lnTo>
                <a:lnTo>
                  <a:pt x="125206" y="56570"/>
                </a:lnTo>
                <a:lnTo>
                  <a:pt x="124979" y="56358"/>
                </a:lnTo>
                <a:lnTo>
                  <a:pt x="124760" y="56137"/>
                </a:lnTo>
                <a:lnTo>
                  <a:pt x="124551" y="55907"/>
                </a:lnTo>
                <a:lnTo>
                  <a:pt x="124350" y="55668"/>
                </a:lnTo>
                <a:lnTo>
                  <a:pt x="124158" y="55420"/>
                </a:lnTo>
                <a:lnTo>
                  <a:pt x="123975" y="55162"/>
                </a:lnTo>
                <a:lnTo>
                  <a:pt x="123801" y="54896"/>
                </a:lnTo>
                <a:lnTo>
                  <a:pt x="123636" y="54620"/>
                </a:lnTo>
                <a:lnTo>
                  <a:pt x="123480" y="54335"/>
                </a:lnTo>
                <a:lnTo>
                  <a:pt x="123332" y="54042"/>
                </a:lnTo>
                <a:lnTo>
                  <a:pt x="123194" y="53739"/>
                </a:lnTo>
                <a:lnTo>
                  <a:pt x="123065" y="53427"/>
                </a:lnTo>
                <a:lnTo>
                  <a:pt x="122944" y="53106"/>
                </a:lnTo>
                <a:lnTo>
                  <a:pt x="122833" y="52776"/>
                </a:lnTo>
                <a:lnTo>
                  <a:pt x="122730" y="52436"/>
                </a:lnTo>
                <a:lnTo>
                  <a:pt x="122636" y="52088"/>
                </a:lnTo>
                <a:lnTo>
                  <a:pt x="122551" y="51731"/>
                </a:lnTo>
                <a:lnTo>
                  <a:pt x="122476" y="51364"/>
                </a:lnTo>
                <a:lnTo>
                  <a:pt x="122409" y="50989"/>
                </a:lnTo>
                <a:lnTo>
                  <a:pt x="122351" y="50604"/>
                </a:lnTo>
                <a:lnTo>
                  <a:pt x="122302" y="50210"/>
                </a:lnTo>
                <a:lnTo>
                  <a:pt x="122261" y="49807"/>
                </a:lnTo>
                <a:lnTo>
                  <a:pt x="122230" y="49395"/>
                </a:lnTo>
                <a:lnTo>
                  <a:pt x="122208" y="48974"/>
                </a:lnTo>
                <a:lnTo>
                  <a:pt x="122194" y="48544"/>
                </a:lnTo>
                <a:lnTo>
                  <a:pt x="122190" y="48105"/>
                </a:lnTo>
                <a:lnTo>
                  <a:pt x="122190" y="44525"/>
                </a:lnTo>
                <a:lnTo>
                  <a:pt x="153312" y="44525"/>
                </a:lnTo>
                <a:lnTo>
                  <a:pt x="153312" y="35436"/>
                </a:lnTo>
                <a:lnTo>
                  <a:pt x="153307" y="34942"/>
                </a:lnTo>
                <a:lnTo>
                  <a:pt x="153294" y="34452"/>
                </a:lnTo>
                <a:lnTo>
                  <a:pt x="153271" y="33968"/>
                </a:lnTo>
                <a:lnTo>
                  <a:pt x="153239" y="33489"/>
                </a:lnTo>
                <a:lnTo>
                  <a:pt x="153198" y="33016"/>
                </a:lnTo>
                <a:lnTo>
                  <a:pt x="153148" y="32547"/>
                </a:lnTo>
                <a:lnTo>
                  <a:pt x="153089" y="32084"/>
                </a:lnTo>
                <a:lnTo>
                  <a:pt x="153021" y="31626"/>
                </a:lnTo>
                <a:lnTo>
                  <a:pt x="152944" y="31174"/>
                </a:lnTo>
                <a:lnTo>
                  <a:pt x="152858" y="30727"/>
                </a:lnTo>
                <a:lnTo>
                  <a:pt x="152762" y="30285"/>
                </a:lnTo>
                <a:lnTo>
                  <a:pt x="152658" y="29848"/>
                </a:lnTo>
                <a:lnTo>
                  <a:pt x="152544" y="29416"/>
                </a:lnTo>
                <a:lnTo>
                  <a:pt x="152421" y="28990"/>
                </a:lnTo>
                <a:lnTo>
                  <a:pt x="152290" y="28569"/>
                </a:lnTo>
                <a:lnTo>
                  <a:pt x="152149" y="28153"/>
                </a:lnTo>
                <a:lnTo>
                  <a:pt x="151999" y="27743"/>
                </a:lnTo>
                <a:lnTo>
                  <a:pt x="151840" y="27338"/>
                </a:lnTo>
                <a:lnTo>
                  <a:pt x="151672" y="26938"/>
                </a:lnTo>
                <a:lnTo>
                  <a:pt x="151495" y="26543"/>
                </a:lnTo>
                <a:lnTo>
                  <a:pt x="151308" y="26154"/>
                </a:lnTo>
                <a:lnTo>
                  <a:pt x="151113" y="25770"/>
                </a:lnTo>
                <a:lnTo>
                  <a:pt x="150909" y="25391"/>
                </a:lnTo>
                <a:lnTo>
                  <a:pt x="150695" y="25017"/>
                </a:lnTo>
                <a:lnTo>
                  <a:pt x="150473" y="24649"/>
                </a:lnTo>
                <a:lnTo>
                  <a:pt x="150245" y="24289"/>
                </a:lnTo>
                <a:lnTo>
                  <a:pt x="150008" y="23935"/>
                </a:lnTo>
                <a:lnTo>
                  <a:pt x="149765" y="23588"/>
                </a:lnTo>
                <a:lnTo>
                  <a:pt x="149514" y="23247"/>
                </a:lnTo>
                <a:lnTo>
                  <a:pt x="149255" y="22914"/>
                </a:lnTo>
                <a:lnTo>
                  <a:pt x="148990" y="22587"/>
                </a:lnTo>
                <a:lnTo>
                  <a:pt x="148717" y="22268"/>
                </a:lnTo>
                <a:lnTo>
                  <a:pt x="148436" y="21955"/>
                </a:lnTo>
                <a:lnTo>
                  <a:pt x="148149" y="21649"/>
                </a:lnTo>
                <a:lnTo>
                  <a:pt x="147854" y="21350"/>
                </a:lnTo>
                <a:lnTo>
                  <a:pt x="147551" y="21058"/>
                </a:lnTo>
                <a:lnTo>
                  <a:pt x="147242" y="20772"/>
                </a:lnTo>
                <a:lnTo>
                  <a:pt x="146925" y="20494"/>
                </a:lnTo>
                <a:lnTo>
                  <a:pt x="146600" y="20222"/>
                </a:lnTo>
                <a:lnTo>
                  <a:pt x="146269" y="19957"/>
                </a:lnTo>
                <a:lnTo>
                  <a:pt x="145929" y="19699"/>
                </a:lnTo>
                <a:lnTo>
                  <a:pt x="145583" y="19448"/>
                </a:lnTo>
                <a:lnTo>
                  <a:pt x="145229" y="19204"/>
                </a:lnTo>
                <a:lnTo>
                  <a:pt x="144868" y="18967"/>
                </a:lnTo>
                <a:lnTo>
                  <a:pt x="144500" y="18736"/>
                </a:lnTo>
                <a:lnTo>
                  <a:pt x="144124" y="18513"/>
                </a:lnTo>
                <a:lnTo>
                  <a:pt x="143741" y="18296"/>
                </a:lnTo>
                <a:lnTo>
                  <a:pt x="143351" y="18086"/>
                </a:lnTo>
                <a:lnTo>
                  <a:pt x="142954" y="17884"/>
                </a:lnTo>
                <a:lnTo>
                  <a:pt x="142552" y="17690"/>
                </a:lnTo>
                <a:lnTo>
                  <a:pt x="142144" y="17505"/>
                </a:lnTo>
                <a:lnTo>
                  <a:pt x="141730" y="17328"/>
                </a:lnTo>
                <a:lnTo>
                  <a:pt x="141311" y="17160"/>
                </a:lnTo>
                <a:lnTo>
                  <a:pt x="140886" y="17001"/>
                </a:lnTo>
                <a:lnTo>
                  <a:pt x="140456" y="16850"/>
                </a:lnTo>
                <a:lnTo>
                  <a:pt x="140020" y="16708"/>
                </a:lnTo>
                <a:lnTo>
                  <a:pt x="139579" y="16575"/>
                </a:lnTo>
                <a:lnTo>
                  <a:pt x="139132" y="16450"/>
                </a:lnTo>
                <a:lnTo>
                  <a:pt x="138679" y="16334"/>
                </a:lnTo>
                <a:lnTo>
                  <a:pt x="138221" y="16226"/>
                </a:lnTo>
                <a:lnTo>
                  <a:pt x="137758" y="16127"/>
                </a:lnTo>
                <a:lnTo>
                  <a:pt x="137288" y="16037"/>
                </a:lnTo>
                <a:lnTo>
                  <a:pt x="136813" y="15955"/>
                </a:lnTo>
                <a:lnTo>
                  <a:pt x="136333" y="15882"/>
                </a:lnTo>
                <a:lnTo>
                  <a:pt x="135847" y="15817"/>
                </a:lnTo>
                <a:lnTo>
                  <a:pt x="135355" y="15761"/>
                </a:lnTo>
                <a:lnTo>
                  <a:pt x="134858" y="15714"/>
                </a:lnTo>
                <a:lnTo>
                  <a:pt x="134355" y="15675"/>
                </a:lnTo>
                <a:lnTo>
                  <a:pt x="133847" y="15645"/>
                </a:lnTo>
                <a:lnTo>
                  <a:pt x="133333" y="15624"/>
                </a:lnTo>
                <a:lnTo>
                  <a:pt x="132814" y="15611"/>
                </a:lnTo>
                <a:lnTo>
                  <a:pt x="132288" y="15606"/>
                </a:lnTo>
                <a:lnTo>
                  <a:pt x="131756" y="15611"/>
                </a:lnTo>
                <a:lnTo>
                  <a:pt x="131229" y="15624"/>
                </a:lnTo>
                <a:lnTo>
                  <a:pt x="130708" y="15645"/>
                </a:lnTo>
                <a:lnTo>
                  <a:pt x="130192" y="15675"/>
                </a:lnTo>
                <a:lnTo>
                  <a:pt x="129683" y="15714"/>
                </a:lnTo>
                <a:lnTo>
                  <a:pt x="129179" y="15761"/>
                </a:lnTo>
                <a:lnTo>
                  <a:pt x="128681" y="15817"/>
                </a:lnTo>
                <a:lnTo>
                  <a:pt x="128188" y="15882"/>
                </a:lnTo>
                <a:lnTo>
                  <a:pt x="127702" y="15955"/>
                </a:lnTo>
                <a:lnTo>
                  <a:pt x="127221" y="16037"/>
                </a:lnTo>
                <a:lnTo>
                  <a:pt x="126745" y="16127"/>
                </a:lnTo>
                <a:lnTo>
                  <a:pt x="126276" y="16226"/>
                </a:lnTo>
                <a:lnTo>
                  <a:pt x="125812" y="16334"/>
                </a:lnTo>
                <a:lnTo>
                  <a:pt x="125354" y="16450"/>
                </a:lnTo>
                <a:lnTo>
                  <a:pt x="124902" y="16575"/>
                </a:lnTo>
                <a:lnTo>
                  <a:pt x="124455" y="16708"/>
                </a:lnTo>
                <a:lnTo>
                  <a:pt x="124014" y="16850"/>
                </a:lnTo>
                <a:lnTo>
                  <a:pt x="123579" y="17001"/>
                </a:lnTo>
                <a:lnTo>
                  <a:pt x="123150" y="17160"/>
                </a:lnTo>
                <a:lnTo>
                  <a:pt x="122726" y="17328"/>
                </a:lnTo>
                <a:lnTo>
                  <a:pt x="122308" y="17505"/>
                </a:lnTo>
                <a:lnTo>
                  <a:pt x="121896" y="17690"/>
                </a:lnTo>
                <a:lnTo>
                  <a:pt x="121490" y="17884"/>
                </a:lnTo>
                <a:lnTo>
                  <a:pt x="121089" y="18086"/>
                </a:lnTo>
                <a:lnTo>
                  <a:pt x="120695" y="18296"/>
                </a:lnTo>
                <a:lnTo>
                  <a:pt x="120308" y="18513"/>
                </a:lnTo>
                <a:lnTo>
                  <a:pt x="119929" y="18736"/>
                </a:lnTo>
                <a:lnTo>
                  <a:pt x="119558" y="18967"/>
                </a:lnTo>
                <a:lnTo>
                  <a:pt x="119193" y="19204"/>
                </a:lnTo>
                <a:lnTo>
                  <a:pt x="118837" y="19448"/>
                </a:lnTo>
                <a:lnTo>
                  <a:pt x="118488" y="19699"/>
                </a:lnTo>
                <a:lnTo>
                  <a:pt x="118146" y="19957"/>
                </a:lnTo>
                <a:lnTo>
                  <a:pt x="117812" y="20222"/>
                </a:lnTo>
                <a:lnTo>
                  <a:pt x="117485" y="20494"/>
                </a:lnTo>
                <a:lnTo>
                  <a:pt x="117166" y="20772"/>
                </a:lnTo>
                <a:lnTo>
                  <a:pt x="116854" y="21058"/>
                </a:lnTo>
                <a:lnTo>
                  <a:pt x="116550" y="21350"/>
                </a:lnTo>
                <a:lnTo>
                  <a:pt x="116253" y="21649"/>
                </a:lnTo>
                <a:lnTo>
                  <a:pt x="115964" y="21955"/>
                </a:lnTo>
                <a:lnTo>
                  <a:pt x="115682" y="22268"/>
                </a:lnTo>
                <a:lnTo>
                  <a:pt x="115408" y="22587"/>
                </a:lnTo>
                <a:lnTo>
                  <a:pt x="115141" y="22914"/>
                </a:lnTo>
                <a:lnTo>
                  <a:pt x="114882" y="23247"/>
                </a:lnTo>
                <a:lnTo>
                  <a:pt x="114630" y="23588"/>
                </a:lnTo>
                <a:lnTo>
                  <a:pt x="114386" y="23935"/>
                </a:lnTo>
                <a:lnTo>
                  <a:pt x="114149" y="24289"/>
                </a:lnTo>
                <a:lnTo>
                  <a:pt x="113920" y="24649"/>
                </a:lnTo>
                <a:lnTo>
                  <a:pt x="113698" y="25017"/>
                </a:lnTo>
                <a:lnTo>
                  <a:pt x="113485" y="25391"/>
                </a:lnTo>
                <a:lnTo>
                  <a:pt x="113281" y="25770"/>
                </a:lnTo>
                <a:lnTo>
                  <a:pt x="113085" y="26154"/>
                </a:lnTo>
                <a:lnTo>
                  <a:pt x="112899" y="26543"/>
                </a:lnTo>
                <a:lnTo>
                  <a:pt x="112722" y="26938"/>
                </a:lnTo>
                <a:lnTo>
                  <a:pt x="112554" y="27338"/>
                </a:lnTo>
                <a:lnTo>
                  <a:pt x="112395" y="27743"/>
                </a:lnTo>
                <a:lnTo>
                  <a:pt x="112245" y="28153"/>
                </a:lnTo>
                <a:lnTo>
                  <a:pt x="112105" y="28569"/>
                </a:lnTo>
                <a:lnTo>
                  <a:pt x="111973" y="28990"/>
                </a:lnTo>
                <a:lnTo>
                  <a:pt x="111850" y="29416"/>
                </a:lnTo>
                <a:lnTo>
                  <a:pt x="111737" y="29848"/>
                </a:lnTo>
                <a:lnTo>
                  <a:pt x="111632" y="30285"/>
                </a:lnTo>
                <a:lnTo>
                  <a:pt x="111537" y="30727"/>
                </a:lnTo>
                <a:lnTo>
                  <a:pt x="111451" y="31174"/>
                </a:lnTo>
                <a:lnTo>
                  <a:pt x="111374" y="31626"/>
                </a:lnTo>
                <a:lnTo>
                  <a:pt x="111305" y="32084"/>
                </a:lnTo>
                <a:lnTo>
                  <a:pt x="111246" y="32547"/>
                </a:lnTo>
                <a:lnTo>
                  <a:pt x="111196" y="33016"/>
                </a:lnTo>
                <a:lnTo>
                  <a:pt x="111156" y="33489"/>
                </a:lnTo>
                <a:lnTo>
                  <a:pt x="111124" y="33968"/>
                </a:lnTo>
                <a:lnTo>
                  <a:pt x="111101" y="34452"/>
                </a:lnTo>
                <a:lnTo>
                  <a:pt x="111088" y="34942"/>
                </a:lnTo>
                <a:lnTo>
                  <a:pt x="111083" y="35436"/>
                </a:lnTo>
                <a:lnTo>
                  <a:pt x="111083" y="48105"/>
                </a:lnTo>
                <a:lnTo>
                  <a:pt x="111088" y="48600"/>
                </a:lnTo>
                <a:lnTo>
                  <a:pt x="111101" y="49089"/>
                </a:lnTo>
                <a:lnTo>
                  <a:pt x="111124" y="49573"/>
                </a:lnTo>
                <a:lnTo>
                  <a:pt x="111156" y="50052"/>
                </a:lnTo>
                <a:lnTo>
                  <a:pt x="111196" y="50525"/>
                </a:lnTo>
                <a:lnTo>
                  <a:pt x="111246" y="50994"/>
                </a:lnTo>
                <a:lnTo>
                  <a:pt x="111305" y="51457"/>
                </a:lnTo>
                <a:lnTo>
                  <a:pt x="111374" y="51914"/>
                </a:lnTo>
                <a:lnTo>
                  <a:pt x="111451" y="52367"/>
                </a:lnTo>
                <a:lnTo>
                  <a:pt x="111537" y="52814"/>
                </a:lnTo>
                <a:lnTo>
                  <a:pt x="111632" y="53256"/>
                </a:lnTo>
                <a:lnTo>
                  <a:pt x="111737" y="53693"/>
                </a:lnTo>
                <a:lnTo>
                  <a:pt x="111850" y="54125"/>
                </a:lnTo>
                <a:lnTo>
                  <a:pt x="111973" y="54551"/>
                </a:lnTo>
                <a:lnTo>
                  <a:pt x="112105" y="54972"/>
                </a:lnTo>
                <a:lnTo>
                  <a:pt x="112245" y="55388"/>
                </a:lnTo>
                <a:lnTo>
                  <a:pt x="112395" y="55798"/>
                </a:lnTo>
                <a:lnTo>
                  <a:pt x="112554" y="56203"/>
                </a:lnTo>
                <a:lnTo>
                  <a:pt x="112722" y="56603"/>
                </a:lnTo>
                <a:lnTo>
                  <a:pt x="112899" y="56998"/>
                </a:lnTo>
                <a:lnTo>
                  <a:pt x="113085" y="57387"/>
                </a:lnTo>
                <a:lnTo>
                  <a:pt x="113281" y="57772"/>
                </a:lnTo>
                <a:lnTo>
                  <a:pt x="113485" y="58151"/>
                </a:lnTo>
                <a:lnTo>
                  <a:pt x="113698" y="58524"/>
                </a:lnTo>
                <a:lnTo>
                  <a:pt x="113920" y="58892"/>
                </a:lnTo>
                <a:lnTo>
                  <a:pt x="114149" y="59253"/>
                </a:lnTo>
                <a:lnTo>
                  <a:pt x="114386" y="59607"/>
                </a:lnTo>
                <a:lnTo>
                  <a:pt x="114630" y="59954"/>
                </a:lnTo>
                <a:lnTo>
                  <a:pt x="114882" y="60294"/>
                </a:lnTo>
                <a:lnTo>
                  <a:pt x="115141" y="60627"/>
                </a:lnTo>
                <a:lnTo>
                  <a:pt x="115408" y="60954"/>
                </a:lnTo>
                <a:lnTo>
                  <a:pt x="115682" y="61273"/>
                </a:lnTo>
                <a:lnTo>
                  <a:pt x="115964" y="61586"/>
                </a:lnTo>
                <a:lnTo>
                  <a:pt x="116253" y="61892"/>
                </a:lnTo>
                <a:lnTo>
                  <a:pt x="116550" y="62191"/>
                </a:lnTo>
                <a:lnTo>
                  <a:pt x="116854" y="62483"/>
                </a:lnTo>
                <a:lnTo>
                  <a:pt x="117166" y="62768"/>
                </a:lnTo>
                <a:lnTo>
                  <a:pt x="117485" y="63047"/>
                </a:lnTo>
                <a:lnTo>
                  <a:pt x="117812" y="63319"/>
                </a:lnTo>
                <a:lnTo>
                  <a:pt x="118146" y="63584"/>
                </a:lnTo>
                <a:lnTo>
                  <a:pt x="118488" y="63842"/>
                </a:lnTo>
                <a:lnTo>
                  <a:pt x="118837" y="64093"/>
                </a:lnTo>
                <a:lnTo>
                  <a:pt x="119193" y="64337"/>
                </a:lnTo>
                <a:lnTo>
                  <a:pt x="119558" y="64574"/>
                </a:lnTo>
                <a:lnTo>
                  <a:pt x="119929" y="64805"/>
                </a:lnTo>
                <a:lnTo>
                  <a:pt x="120308" y="65029"/>
                </a:lnTo>
                <a:lnTo>
                  <a:pt x="120695" y="65246"/>
                </a:lnTo>
                <a:lnTo>
                  <a:pt x="121089" y="65456"/>
                </a:lnTo>
                <a:lnTo>
                  <a:pt x="121490" y="65658"/>
                </a:lnTo>
                <a:lnTo>
                  <a:pt x="121896" y="65851"/>
                </a:lnTo>
                <a:lnTo>
                  <a:pt x="122308" y="66036"/>
                </a:lnTo>
                <a:lnTo>
                  <a:pt x="122726" y="66213"/>
                </a:lnTo>
                <a:lnTo>
                  <a:pt x="123150" y="66381"/>
                </a:lnTo>
                <a:lnTo>
                  <a:pt x="123579" y="66540"/>
                </a:lnTo>
                <a:lnTo>
                  <a:pt x="124014" y="66690"/>
                </a:lnTo>
                <a:lnTo>
                  <a:pt x="124455" y="66832"/>
                </a:lnTo>
                <a:lnTo>
                  <a:pt x="124902" y="66966"/>
                </a:lnTo>
                <a:lnTo>
                  <a:pt x="125354" y="67090"/>
                </a:lnTo>
                <a:lnTo>
                  <a:pt x="125812" y="67207"/>
                </a:lnTo>
                <a:lnTo>
                  <a:pt x="126276" y="67314"/>
                </a:lnTo>
                <a:lnTo>
                  <a:pt x="126745" y="67413"/>
                </a:lnTo>
                <a:lnTo>
                  <a:pt x="127221" y="67503"/>
                </a:lnTo>
                <a:lnTo>
                  <a:pt x="127702" y="67585"/>
                </a:lnTo>
                <a:lnTo>
                  <a:pt x="128188" y="67658"/>
                </a:lnTo>
                <a:lnTo>
                  <a:pt x="128681" y="67723"/>
                </a:lnTo>
                <a:lnTo>
                  <a:pt x="129179" y="67779"/>
                </a:lnTo>
                <a:lnTo>
                  <a:pt x="129683" y="67826"/>
                </a:lnTo>
                <a:lnTo>
                  <a:pt x="130192" y="67865"/>
                </a:lnTo>
                <a:lnTo>
                  <a:pt x="130708" y="67895"/>
                </a:lnTo>
                <a:lnTo>
                  <a:pt x="131229" y="67916"/>
                </a:lnTo>
                <a:lnTo>
                  <a:pt x="131756" y="67929"/>
                </a:lnTo>
                <a:lnTo>
                  <a:pt x="132288" y="67934"/>
                </a:lnTo>
                <a:lnTo>
                  <a:pt x="132958" y="67927"/>
                </a:lnTo>
                <a:lnTo>
                  <a:pt x="133618" y="67907"/>
                </a:lnTo>
                <a:lnTo>
                  <a:pt x="134270" y="67873"/>
                </a:lnTo>
                <a:lnTo>
                  <a:pt x="134914" y="67825"/>
                </a:lnTo>
                <a:close/>
                <a:moveTo>
                  <a:pt x="122194" y="35004"/>
                </a:moveTo>
                <a:lnTo>
                  <a:pt x="122208" y="34581"/>
                </a:lnTo>
                <a:lnTo>
                  <a:pt x="122230" y="34165"/>
                </a:lnTo>
                <a:lnTo>
                  <a:pt x="122261" y="33758"/>
                </a:lnTo>
                <a:lnTo>
                  <a:pt x="122302" y="33359"/>
                </a:lnTo>
                <a:lnTo>
                  <a:pt x="122351" y="32969"/>
                </a:lnTo>
                <a:lnTo>
                  <a:pt x="122409" y="32587"/>
                </a:lnTo>
                <a:lnTo>
                  <a:pt x="122476" y="32213"/>
                </a:lnTo>
                <a:lnTo>
                  <a:pt x="122551" y="31847"/>
                </a:lnTo>
                <a:lnTo>
                  <a:pt x="122636" y="31490"/>
                </a:lnTo>
                <a:lnTo>
                  <a:pt x="122730" y="31141"/>
                </a:lnTo>
                <a:lnTo>
                  <a:pt x="122833" y="30800"/>
                </a:lnTo>
                <a:lnTo>
                  <a:pt x="122944" y="30467"/>
                </a:lnTo>
                <a:lnTo>
                  <a:pt x="123065" y="30143"/>
                </a:lnTo>
                <a:lnTo>
                  <a:pt x="123194" y="29827"/>
                </a:lnTo>
                <a:lnTo>
                  <a:pt x="123332" y="29520"/>
                </a:lnTo>
                <a:lnTo>
                  <a:pt x="123480" y="29221"/>
                </a:lnTo>
                <a:lnTo>
                  <a:pt x="123636" y="28930"/>
                </a:lnTo>
                <a:lnTo>
                  <a:pt x="123801" y="28647"/>
                </a:lnTo>
                <a:lnTo>
                  <a:pt x="123975" y="28373"/>
                </a:lnTo>
                <a:lnTo>
                  <a:pt x="124158" y="28106"/>
                </a:lnTo>
                <a:lnTo>
                  <a:pt x="124350" y="27849"/>
                </a:lnTo>
                <a:lnTo>
                  <a:pt x="124551" y="27599"/>
                </a:lnTo>
                <a:lnTo>
                  <a:pt x="124760" y="27358"/>
                </a:lnTo>
                <a:lnTo>
                  <a:pt x="124979" y="27126"/>
                </a:lnTo>
                <a:lnTo>
                  <a:pt x="125205" y="26903"/>
                </a:lnTo>
                <a:lnTo>
                  <a:pt x="125440" y="26691"/>
                </a:lnTo>
                <a:lnTo>
                  <a:pt x="125684" y="26488"/>
                </a:lnTo>
                <a:lnTo>
                  <a:pt x="125935" y="26295"/>
                </a:lnTo>
                <a:lnTo>
                  <a:pt x="126195" y="26112"/>
                </a:lnTo>
                <a:lnTo>
                  <a:pt x="126463" y="25940"/>
                </a:lnTo>
                <a:lnTo>
                  <a:pt x="126739" y="25776"/>
                </a:lnTo>
                <a:lnTo>
                  <a:pt x="127024" y="25623"/>
                </a:lnTo>
                <a:lnTo>
                  <a:pt x="127317" y="25480"/>
                </a:lnTo>
                <a:lnTo>
                  <a:pt x="127618" y="25347"/>
                </a:lnTo>
                <a:lnTo>
                  <a:pt x="127928" y="25223"/>
                </a:lnTo>
                <a:lnTo>
                  <a:pt x="128246" y="25109"/>
                </a:lnTo>
                <a:lnTo>
                  <a:pt x="128572" y="25006"/>
                </a:lnTo>
                <a:lnTo>
                  <a:pt x="128906" y="24912"/>
                </a:lnTo>
                <a:lnTo>
                  <a:pt x="129249" y="24828"/>
                </a:lnTo>
                <a:lnTo>
                  <a:pt x="129600" y="24754"/>
                </a:lnTo>
                <a:lnTo>
                  <a:pt x="129959" y="24689"/>
                </a:lnTo>
                <a:lnTo>
                  <a:pt x="130326" y="24635"/>
                </a:lnTo>
                <a:lnTo>
                  <a:pt x="130702" y="24590"/>
                </a:lnTo>
                <a:lnTo>
                  <a:pt x="131086" y="24556"/>
                </a:lnTo>
                <a:lnTo>
                  <a:pt x="131479" y="24531"/>
                </a:lnTo>
                <a:lnTo>
                  <a:pt x="131879" y="24516"/>
                </a:lnTo>
                <a:lnTo>
                  <a:pt x="132288" y="24511"/>
                </a:lnTo>
                <a:lnTo>
                  <a:pt x="132697" y="24516"/>
                </a:lnTo>
                <a:lnTo>
                  <a:pt x="133097" y="24531"/>
                </a:lnTo>
                <a:lnTo>
                  <a:pt x="133489" y="24555"/>
                </a:lnTo>
                <a:lnTo>
                  <a:pt x="133872" y="24589"/>
                </a:lnTo>
                <a:lnTo>
                  <a:pt x="134246" y="24633"/>
                </a:lnTo>
                <a:lnTo>
                  <a:pt x="134612" y="24686"/>
                </a:lnTo>
                <a:lnTo>
                  <a:pt x="134969" y="24750"/>
                </a:lnTo>
                <a:lnTo>
                  <a:pt x="135318" y="24823"/>
                </a:lnTo>
                <a:lnTo>
                  <a:pt x="135658" y="24905"/>
                </a:lnTo>
                <a:lnTo>
                  <a:pt x="135989" y="24998"/>
                </a:lnTo>
                <a:lnTo>
                  <a:pt x="136312" y="25100"/>
                </a:lnTo>
                <a:lnTo>
                  <a:pt x="136626" y="25211"/>
                </a:lnTo>
                <a:lnTo>
                  <a:pt x="136932" y="25333"/>
                </a:lnTo>
                <a:lnTo>
                  <a:pt x="137228" y="25464"/>
                </a:lnTo>
                <a:lnTo>
                  <a:pt x="137517" y="25605"/>
                </a:lnTo>
                <a:lnTo>
                  <a:pt x="137796" y="25756"/>
                </a:lnTo>
                <a:lnTo>
                  <a:pt x="138068" y="25916"/>
                </a:lnTo>
                <a:lnTo>
                  <a:pt x="138330" y="26086"/>
                </a:lnTo>
                <a:lnTo>
                  <a:pt x="138584" y="26266"/>
                </a:lnTo>
                <a:lnTo>
                  <a:pt x="138829" y="26456"/>
                </a:lnTo>
                <a:lnTo>
                  <a:pt x="139066" y="26655"/>
                </a:lnTo>
                <a:lnTo>
                  <a:pt x="139294" y="26864"/>
                </a:lnTo>
                <a:lnTo>
                  <a:pt x="139513" y="27083"/>
                </a:lnTo>
                <a:lnTo>
                  <a:pt x="139724" y="27312"/>
                </a:lnTo>
                <a:lnTo>
                  <a:pt x="139926" y="27549"/>
                </a:lnTo>
                <a:lnTo>
                  <a:pt x="140120" y="27795"/>
                </a:lnTo>
                <a:lnTo>
                  <a:pt x="140305" y="28050"/>
                </a:lnTo>
                <a:lnTo>
                  <a:pt x="140482" y="28313"/>
                </a:lnTo>
                <a:lnTo>
                  <a:pt x="140649" y="28584"/>
                </a:lnTo>
                <a:lnTo>
                  <a:pt x="140809" y="28864"/>
                </a:lnTo>
                <a:lnTo>
                  <a:pt x="140959" y="29152"/>
                </a:lnTo>
                <a:lnTo>
                  <a:pt x="141101" y="29449"/>
                </a:lnTo>
                <a:lnTo>
                  <a:pt x="141235" y="29754"/>
                </a:lnTo>
                <a:lnTo>
                  <a:pt x="141360" y="30067"/>
                </a:lnTo>
                <a:lnTo>
                  <a:pt x="141476" y="30389"/>
                </a:lnTo>
                <a:lnTo>
                  <a:pt x="141584" y="30720"/>
                </a:lnTo>
                <a:lnTo>
                  <a:pt x="141683" y="31059"/>
                </a:lnTo>
                <a:lnTo>
                  <a:pt x="141773" y="31406"/>
                </a:lnTo>
                <a:lnTo>
                  <a:pt x="141855" y="31762"/>
                </a:lnTo>
                <a:lnTo>
                  <a:pt x="141928" y="32126"/>
                </a:lnTo>
                <a:lnTo>
                  <a:pt x="141992" y="32499"/>
                </a:lnTo>
                <a:lnTo>
                  <a:pt x="142048" y="32880"/>
                </a:lnTo>
                <a:lnTo>
                  <a:pt x="142096" y="33269"/>
                </a:lnTo>
                <a:lnTo>
                  <a:pt x="142135" y="33667"/>
                </a:lnTo>
                <a:lnTo>
                  <a:pt x="142165" y="34074"/>
                </a:lnTo>
                <a:lnTo>
                  <a:pt x="142186" y="34489"/>
                </a:lnTo>
                <a:lnTo>
                  <a:pt x="142199" y="34912"/>
                </a:lnTo>
                <a:lnTo>
                  <a:pt x="142203" y="35344"/>
                </a:lnTo>
                <a:lnTo>
                  <a:pt x="142203" y="37188"/>
                </a:lnTo>
                <a:lnTo>
                  <a:pt x="122190" y="37364"/>
                </a:lnTo>
                <a:lnTo>
                  <a:pt x="122190" y="35436"/>
                </a:lnTo>
                <a:lnTo>
                  <a:pt x="122194" y="35004"/>
                </a:lnTo>
                <a:close/>
                <a:moveTo>
                  <a:pt x="355876" y="67797"/>
                </a:moveTo>
                <a:lnTo>
                  <a:pt x="356612" y="67721"/>
                </a:lnTo>
                <a:lnTo>
                  <a:pt x="357334" y="67627"/>
                </a:lnTo>
                <a:lnTo>
                  <a:pt x="358042" y="67516"/>
                </a:lnTo>
                <a:lnTo>
                  <a:pt x="358737" y="67388"/>
                </a:lnTo>
                <a:lnTo>
                  <a:pt x="359419" y="67243"/>
                </a:lnTo>
                <a:lnTo>
                  <a:pt x="360088" y="67081"/>
                </a:lnTo>
                <a:lnTo>
                  <a:pt x="360743" y="66902"/>
                </a:lnTo>
                <a:lnTo>
                  <a:pt x="361384" y="66706"/>
                </a:lnTo>
                <a:lnTo>
                  <a:pt x="362013" y="66493"/>
                </a:lnTo>
                <a:lnTo>
                  <a:pt x="362628" y="66262"/>
                </a:lnTo>
                <a:lnTo>
                  <a:pt x="363229" y="66015"/>
                </a:lnTo>
                <a:lnTo>
                  <a:pt x="363817" y="65751"/>
                </a:lnTo>
                <a:lnTo>
                  <a:pt x="364392" y="65470"/>
                </a:lnTo>
                <a:lnTo>
                  <a:pt x="364953" y="65171"/>
                </a:lnTo>
                <a:lnTo>
                  <a:pt x="365501" y="64856"/>
                </a:lnTo>
                <a:lnTo>
                  <a:pt x="366036" y="64523"/>
                </a:lnTo>
                <a:lnTo>
                  <a:pt x="366557" y="64174"/>
                </a:lnTo>
                <a:lnTo>
                  <a:pt x="367065" y="63807"/>
                </a:lnTo>
                <a:lnTo>
                  <a:pt x="367559" y="63423"/>
                </a:lnTo>
                <a:lnTo>
                  <a:pt x="368040" y="63022"/>
                </a:lnTo>
                <a:lnTo>
                  <a:pt x="368505" y="62607"/>
                </a:lnTo>
                <a:lnTo>
                  <a:pt x="368951" y="62179"/>
                </a:lnTo>
                <a:lnTo>
                  <a:pt x="369379" y="61739"/>
                </a:lnTo>
                <a:lnTo>
                  <a:pt x="369787" y="61287"/>
                </a:lnTo>
                <a:lnTo>
                  <a:pt x="370177" y="60823"/>
                </a:lnTo>
                <a:lnTo>
                  <a:pt x="370548" y="60346"/>
                </a:lnTo>
                <a:lnTo>
                  <a:pt x="370900" y="59857"/>
                </a:lnTo>
                <a:lnTo>
                  <a:pt x="371233" y="59356"/>
                </a:lnTo>
                <a:lnTo>
                  <a:pt x="371548" y="58842"/>
                </a:lnTo>
                <a:lnTo>
                  <a:pt x="371843" y="58316"/>
                </a:lnTo>
                <a:lnTo>
                  <a:pt x="372120" y="57778"/>
                </a:lnTo>
                <a:lnTo>
                  <a:pt x="372378" y="57228"/>
                </a:lnTo>
                <a:lnTo>
                  <a:pt x="372618" y="56665"/>
                </a:lnTo>
                <a:lnTo>
                  <a:pt x="372838" y="56090"/>
                </a:lnTo>
                <a:lnTo>
                  <a:pt x="373040" y="55503"/>
                </a:lnTo>
                <a:lnTo>
                  <a:pt x="373222" y="54903"/>
                </a:lnTo>
                <a:lnTo>
                  <a:pt x="373386" y="54292"/>
                </a:lnTo>
                <a:lnTo>
                  <a:pt x="373532" y="53668"/>
                </a:lnTo>
                <a:lnTo>
                  <a:pt x="373658" y="53031"/>
                </a:lnTo>
                <a:lnTo>
                  <a:pt x="373765" y="52383"/>
                </a:lnTo>
                <a:lnTo>
                  <a:pt x="373854" y="51722"/>
                </a:lnTo>
                <a:lnTo>
                  <a:pt x="373924" y="51049"/>
                </a:lnTo>
                <a:lnTo>
                  <a:pt x="373975" y="50363"/>
                </a:lnTo>
                <a:lnTo>
                  <a:pt x="374007" y="49666"/>
                </a:lnTo>
                <a:lnTo>
                  <a:pt x="362532" y="49666"/>
                </a:lnTo>
                <a:lnTo>
                  <a:pt x="362505" y="49992"/>
                </a:lnTo>
                <a:lnTo>
                  <a:pt x="362471" y="50311"/>
                </a:lnTo>
                <a:lnTo>
                  <a:pt x="362428" y="50625"/>
                </a:lnTo>
                <a:lnTo>
                  <a:pt x="362378" y="50932"/>
                </a:lnTo>
                <a:lnTo>
                  <a:pt x="362320" y="51233"/>
                </a:lnTo>
                <a:lnTo>
                  <a:pt x="362254" y="51528"/>
                </a:lnTo>
                <a:lnTo>
                  <a:pt x="362180" y="51816"/>
                </a:lnTo>
                <a:lnTo>
                  <a:pt x="362099" y="52098"/>
                </a:lnTo>
                <a:lnTo>
                  <a:pt x="362010" y="52375"/>
                </a:lnTo>
                <a:lnTo>
                  <a:pt x="361912" y="52644"/>
                </a:lnTo>
                <a:lnTo>
                  <a:pt x="361807" y="52908"/>
                </a:lnTo>
                <a:lnTo>
                  <a:pt x="361695" y="53166"/>
                </a:lnTo>
                <a:lnTo>
                  <a:pt x="361574" y="53417"/>
                </a:lnTo>
                <a:lnTo>
                  <a:pt x="361446" y="53662"/>
                </a:lnTo>
                <a:lnTo>
                  <a:pt x="361310" y="53901"/>
                </a:lnTo>
                <a:lnTo>
                  <a:pt x="361165" y="54133"/>
                </a:lnTo>
                <a:lnTo>
                  <a:pt x="361014" y="54360"/>
                </a:lnTo>
                <a:lnTo>
                  <a:pt x="360854" y="54580"/>
                </a:lnTo>
                <a:lnTo>
                  <a:pt x="360686" y="54794"/>
                </a:lnTo>
                <a:lnTo>
                  <a:pt x="360511" y="55002"/>
                </a:lnTo>
                <a:lnTo>
                  <a:pt x="360328" y="55203"/>
                </a:lnTo>
                <a:lnTo>
                  <a:pt x="360137" y="55398"/>
                </a:lnTo>
                <a:lnTo>
                  <a:pt x="359938" y="55588"/>
                </a:lnTo>
                <a:lnTo>
                  <a:pt x="359732" y="55770"/>
                </a:lnTo>
                <a:lnTo>
                  <a:pt x="359518" y="55946"/>
                </a:lnTo>
                <a:lnTo>
                  <a:pt x="359298" y="56115"/>
                </a:lnTo>
                <a:lnTo>
                  <a:pt x="359071" y="56276"/>
                </a:lnTo>
                <a:lnTo>
                  <a:pt x="358838" y="56430"/>
                </a:lnTo>
                <a:lnTo>
                  <a:pt x="358598" y="56576"/>
                </a:lnTo>
                <a:lnTo>
                  <a:pt x="358352" y="56714"/>
                </a:lnTo>
                <a:lnTo>
                  <a:pt x="358099" y="56845"/>
                </a:lnTo>
                <a:lnTo>
                  <a:pt x="357840" y="56969"/>
                </a:lnTo>
                <a:lnTo>
                  <a:pt x="357574" y="57085"/>
                </a:lnTo>
                <a:lnTo>
                  <a:pt x="357301" y="57194"/>
                </a:lnTo>
                <a:lnTo>
                  <a:pt x="357022" y="57295"/>
                </a:lnTo>
                <a:lnTo>
                  <a:pt x="356737" y="57388"/>
                </a:lnTo>
                <a:lnTo>
                  <a:pt x="356445" y="57475"/>
                </a:lnTo>
                <a:lnTo>
                  <a:pt x="356146" y="57553"/>
                </a:lnTo>
                <a:lnTo>
                  <a:pt x="355841" y="57624"/>
                </a:lnTo>
                <a:lnTo>
                  <a:pt x="355529" y="57688"/>
                </a:lnTo>
                <a:lnTo>
                  <a:pt x="355211" y="57744"/>
                </a:lnTo>
                <a:lnTo>
                  <a:pt x="354886" y="57793"/>
                </a:lnTo>
                <a:lnTo>
                  <a:pt x="354555" y="57834"/>
                </a:lnTo>
                <a:lnTo>
                  <a:pt x="354217" y="57868"/>
                </a:lnTo>
                <a:lnTo>
                  <a:pt x="353873" y="57894"/>
                </a:lnTo>
                <a:lnTo>
                  <a:pt x="353522" y="57913"/>
                </a:lnTo>
                <a:lnTo>
                  <a:pt x="353165" y="57924"/>
                </a:lnTo>
                <a:lnTo>
                  <a:pt x="352801" y="57928"/>
                </a:lnTo>
                <a:lnTo>
                  <a:pt x="352422" y="57923"/>
                </a:lnTo>
                <a:lnTo>
                  <a:pt x="352049" y="57910"/>
                </a:lnTo>
                <a:lnTo>
                  <a:pt x="351683" y="57888"/>
                </a:lnTo>
                <a:lnTo>
                  <a:pt x="351324" y="57856"/>
                </a:lnTo>
                <a:lnTo>
                  <a:pt x="350972" y="57816"/>
                </a:lnTo>
                <a:lnTo>
                  <a:pt x="350626" y="57767"/>
                </a:lnTo>
                <a:lnTo>
                  <a:pt x="350288" y="57709"/>
                </a:lnTo>
                <a:lnTo>
                  <a:pt x="349955" y="57642"/>
                </a:lnTo>
                <a:lnTo>
                  <a:pt x="349630" y="57566"/>
                </a:lnTo>
                <a:lnTo>
                  <a:pt x="349311" y="57481"/>
                </a:lnTo>
                <a:lnTo>
                  <a:pt x="348999" y="57388"/>
                </a:lnTo>
                <a:lnTo>
                  <a:pt x="348693" y="57285"/>
                </a:lnTo>
                <a:lnTo>
                  <a:pt x="348394" y="57173"/>
                </a:lnTo>
                <a:lnTo>
                  <a:pt x="348102" y="57053"/>
                </a:lnTo>
                <a:lnTo>
                  <a:pt x="347817" y="56924"/>
                </a:lnTo>
                <a:lnTo>
                  <a:pt x="347538" y="56785"/>
                </a:lnTo>
                <a:lnTo>
                  <a:pt x="347266" y="56638"/>
                </a:lnTo>
                <a:lnTo>
                  <a:pt x="347000" y="56482"/>
                </a:lnTo>
                <a:lnTo>
                  <a:pt x="346742" y="56317"/>
                </a:lnTo>
                <a:lnTo>
                  <a:pt x="346490" y="56143"/>
                </a:lnTo>
                <a:lnTo>
                  <a:pt x="346244" y="55960"/>
                </a:lnTo>
                <a:lnTo>
                  <a:pt x="346006" y="55768"/>
                </a:lnTo>
                <a:lnTo>
                  <a:pt x="345774" y="55567"/>
                </a:lnTo>
                <a:lnTo>
                  <a:pt x="345549" y="55357"/>
                </a:lnTo>
                <a:lnTo>
                  <a:pt x="345331" y="55139"/>
                </a:lnTo>
                <a:lnTo>
                  <a:pt x="345124" y="54914"/>
                </a:lnTo>
                <a:lnTo>
                  <a:pt x="344925" y="54682"/>
                </a:lnTo>
                <a:lnTo>
                  <a:pt x="344735" y="54442"/>
                </a:lnTo>
                <a:lnTo>
                  <a:pt x="344555" y="54195"/>
                </a:lnTo>
                <a:lnTo>
                  <a:pt x="344384" y="53940"/>
                </a:lnTo>
                <a:lnTo>
                  <a:pt x="344222" y="53678"/>
                </a:lnTo>
                <a:lnTo>
                  <a:pt x="344070" y="53409"/>
                </a:lnTo>
                <a:lnTo>
                  <a:pt x="343927" y="53132"/>
                </a:lnTo>
                <a:lnTo>
                  <a:pt x="343793" y="52849"/>
                </a:lnTo>
                <a:lnTo>
                  <a:pt x="343668" y="52557"/>
                </a:lnTo>
                <a:lnTo>
                  <a:pt x="343552" y="52259"/>
                </a:lnTo>
                <a:lnTo>
                  <a:pt x="343446" y="51953"/>
                </a:lnTo>
                <a:lnTo>
                  <a:pt x="343349" y="51640"/>
                </a:lnTo>
                <a:lnTo>
                  <a:pt x="343261" y="51319"/>
                </a:lnTo>
                <a:lnTo>
                  <a:pt x="343183" y="50992"/>
                </a:lnTo>
                <a:lnTo>
                  <a:pt x="343114" y="50657"/>
                </a:lnTo>
                <a:lnTo>
                  <a:pt x="343053" y="50314"/>
                </a:lnTo>
                <a:lnTo>
                  <a:pt x="343003" y="49964"/>
                </a:lnTo>
                <a:lnTo>
                  <a:pt x="342961" y="49607"/>
                </a:lnTo>
                <a:lnTo>
                  <a:pt x="342929" y="49243"/>
                </a:lnTo>
                <a:lnTo>
                  <a:pt x="342906" y="48871"/>
                </a:lnTo>
                <a:lnTo>
                  <a:pt x="342892" y="48492"/>
                </a:lnTo>
                <a:lnTo>
                  <a:pt x="342887" y="48105"/>
                </a:lnTo>
                <a:lnTo>
                  <a:pt x="342887" y="35344"/>
                </a:lnTo>
                <a:lnTo>
                  <a:pt x="342892" y="34957"/>
                </a:lnTo>
                <a:lnTo>
                  <a:pt x="342906" y="34579"/>
                </a:lnTo>
                <a:lnTo>
                  <a:pt x="342929" y="34207"/>
                </a:lnTo>
                <a:lnTo>
                  <a:pt x="342961" y="33843"/>
                </a:lnTo>
                <a:lnTo>
                  <a:pt x="343003" y="33487"/>
                </a:lnTo>
                <a:lnTo>
                  <a:pt x="343053" y="33138"/>
                </a:lnTo>
                <a:lnTo>
                  <a:pt x="343114" y="32796"/>
                </a:lnTo>
                <a:lnTo>
                  <a:pt x="343183" y="32463"/>
                </a:lnTo>
                <a:lnTo>
                  <a:pt x="343261" y="32136"/>
                </a:lnTo>
                <a:lnTo>
                  <a:pt x="343349" y="31817"/>
                </a:lnTo>
                <a:lnTo>
                  <a:pt x="343446" y="31506"/>
                </a:lnTo>
                <a:lnTo>
                  <a:pt x="343552" y="31202"/>
                </a:lnTo>
                <a:lnTo>
                  <a:pt x="343668" y="30905"/>
                </a:lnTo>
                <a:lnTo>
                  <a:pt x="343793" y="30616"/>
                </a:lnTo>
                <a:lnTo>
                  <a:pt x="343927" y="30335"/>
                </a:lnTo>
                <a:lnTo>
                  <a:pt x="344070" y="30061"/>
                </a:lnTo>
                <a:lnTo>
                  <a:pt x="344222" y="29794"/>
                </a:lnTo>
                <a:lnTo>
                  <a:pt x="344384" y="29535"/>
                </a:lnTo>
                <a:lnTo>
                  <a:pt x="344555" y="29283"/>
                </a:lnTo>
                <a:lnTo>
                  <a:pt x="344735" y="29039"/>
                </a:lnTo>
                <a:lnTo>
                  <a:pt x="344925" y="28803"/>
                </a:lnTo>
                <a:lnTo>
                  <a:pt x="345124" y="28574"/>
                </a:lnTo>
                <a:lnTo>
                  <a:pt x="345331" y="28352"/>
                </a:lnTo>
                <a:lnTo>
                  <a:pt x="345549" y="28138"/>
                </a:lnTo>
                <a:lnTo>
                  <a:pt x="345774" y="27932"/>
                </a:lnTo>
                <a:lnTo>
                  <a:pt x="346006" y="27735"/>
                </a:lnTo>
                <a:lnTo>
                  <a:pt x="346244" y="27546"/>
                </a:lnTo>
                <a:lnTo>
                  <a:pt x="346490" y="27366"/>
                </a:lnTo>
                <a:lnTo>
                  <a:pt x="346742" y="27195"/>
                </a:lnTo>
                <a:lnTo>
                  <a:pt x="347000" y="27033"/>
                </a:lnTo>
                <a:lnTo>
                  <a:pt x="347266" y="26880"/>
                </a:lnTo>
                <a:lnTo>
                  <a:pt x="347538" y="26735"/>
                </a:lnTo>
                <a:lnTo>
                  <a:pt x="347817" y="26599"/>
                </a:lnTo>
                <a:lnTo>
                  <a:pt x="348102" y="26472"/>
                </a:lnTo>
                <a:lnTo>
                  <a:pt x="348394" y="26353"/>
                </a:lnTo>
                <a:lnTo>
                  <a:pt x="348693" y="26244"/>
                </a:lnTo>
                <a:lnTo>
                  <a:pt x="348999" y="26143"/>
                </a:lnTo>
                <a:lnTo>
                  <a:pt x="349311" y="26051"/>
                </a:lnTo>
                <a:lnTo>
                  <a:pt x="349630" y="25968"/>
                </a:lnTo>
                <a:lnTo>
                  <a:pt x="349955" y="25893"/>
                </a:lnTo>
                <a:lnTo>
                  <a:pt x="350288" y="25827"/>
                </a:lnTo>
                <a:lnTo>
                  <a:pt x="350626" y="25770"/>
                </a:lnTo>
                <a:lnTo>
                  <a:pt x="350972" y="25722"/>
                </a:lnTo>
                <a:lnTo>
                  <a:pt x="351324" y="25683"/>
                </a:lnTo>
                <a:lnTo>
                  <a:pt x="351683" y="25652"/>
                </a:lnTo>
                <a:lnTo>
                  <a:pt x="352049" y="25630"/>
                </a:lnTo>
                <a:lnTo>
                  <a:pt x="352422" y="25617"/>
                </a:lnTo>
                <a:lnTo>
                  <a:pt x="352801" y="25612"/>
                </a:lnTo>
                <a:lnTo>
                  <a:pt x="353165" y="25616"/>
                </a:lnTo>
                <a:lnTo>
                  <a:pt x="353522" y="25627"/>
                </a:lnTo>
                <a:lnTo>
                  <a:pt x="353873" y="25646"/>
                </a:lnTo>
                <a:lnTo>
                  <a:pt x="354217" y="25672"/>
                </a:lnTo>
                <a:lnTo>
                  <a:pt x="354555" y="25706"/>
                </a:lnTo>
                <a:lnTo>
                  <a:pt x="354886" y="25747"/>
                </a:lnTo>
                <a:lnTo>
                  <a:pt x="355211" y="25796"/>
                </a:lnTo>
                <a:lnTo>
                  <a:pt x="355529" y="25852"/>
                </a:lnTo>
                <a:lnTo>
                  <a:pt x="355841" y="25916"/>
                </a:lnTo>
                <a:lnTo>
                  <a:pt x="356146" y="25987"/>
                </a:lnTo>
                <a:lnTo>
                  <a:pt x="356445" y="26066"/>
                </a:lnTo>
                <a:lnTo>
                  <a:pt x="356737" y="26152"/>
                </a:lnTo>
                <a:lnTo>
                  <a:pt x="357022" y="26245"/>
                </a:lnTo>
                <a:lnTo>
                  <a:pt x="357301" y="26346"/>
                </a:lnTo>
                <a:lnTo>
                  <a:pt x="357574" y="26455"/>
                </a:lnTo>
                <a:lnTo>
                  <a:pt x="357840" y="26571"/>
                </a:lnTo>
                <a:lnTo>
                  <a:pt x="358099" y="26695"/>
                </a:lnTo>
                <a:lnTo>
                  <a:pt x="358352" y="26826"/>
                </a:lnTo>
                <a:lnTo>
                  <a:pt x="358598" y="26964"/>
                </a:lnTo>
                <a:lnTo>
                  <a:pt x="358838" y="27110"/>
                </a:lnTo>
                <a:lnTo>
                  <a:pt x="359071" y="27264"/>
                </a:lnTo>
                <a:lnTo>
                  <a:pt x="359298" y="27425"/>
                </a:lnTo>
                <a:lnTo>
                  <a:pt x="359518" y="27594"/>
                </a:lnTo>
                <a:lnTo>
                  <a:pt x="359732" y="27770"/>
                </a:lnTo>
                <a:lnTo>
                  <a:pt x="359938" y="27953"/>
                </a:lnTo>
                <a:lnTo>
                  <a:pt x="360137" y="28142"/>
                </a:lnTo>
                <a:lnTo>
                  <a:pt x="360328" y="28337"/>
                </a:lnTo>
                <a:lnTo>
                  <a:pt x="360511" y="28539"/>
                </a:lnTo>
                <a:lnTo>
                  <a:pt x="360686" y="28746"/>
                </a:lnTo>
                <a:lnTo>
                  <a:pt x="360854" y="28960"/>
                </a:lnTo>
                <a:lnTo>
                  <a:pt x="361014" y="29180"/>
                </a:lnTo>
                <a:lnTo>
                  <a:pt x="361165" y="29407"/>
                </a:lnTo>
                <a:lnTo>
                  <a:pt x="361310" y="29640"/>
                </a:lnTo>
                <a:lnTo>
                  <a:pt x="361446" y="29878"/>
                </a:lnTo>
                <a:lnTo>
                  <a:pt x="361574" y="30123"/>
                </a:lnTo>
                <a:lnTo>
                  <a:pt x="361695" y="30375"/>
                </a:lnTo>
                <a:lnTo>
                  <a:pt x="361807" y="30632"/>
                </a:lnTo>
                <a:lnTo>
                  <a:pt x="361912" y="30896"/>
                </a:lnTo>
                <a:lnTo>
                  <a:pt x="362010" y="31166"/>
                </a:lnTo>
                <a:lnTo>
                  <a:pt x="362099" y="31442"/>
                </a:lnTo>
                <a:lnTo>
                  <a:pt x="362180" y="31725"/>
                </a:lnTo>
                <a:lnTo>
                  <a:pt x="362254" y="32013"/>
                </a:lnTo>
                <a:lnTo>
                  <a:pt x="362320" y="32308"/>
                </a:lnTo>
                <a:lnTo>
                  <a:pt x="362378" y="32609"/>
                </a:lnTo>
                <a:lnTo>
                  <a:pt x="362428" y="32917"/>
                </a:lnTo>
                <a:lnTo>
                  <a:pt x="362471" y="33230"/>
                </a:lnTo>
                <a:lnTo>
                  <a:pt x="362505" y="33550"/>
                </a:lnTo>
                <a:lnTo>
                  <a:pt x="362532" y="33876"/>
                </a:lnTo>
                <a:lnTo>
                  <a:pt x="374007" y="33876"/>
                </a:lnTo>
                <a:lnTo>
                  <a:pt x="373975" y="33178"/>
                </a:lnTo>
                <a:lnTo>
                  <a:pt x="373924" y="32493"/>
                </a:lnTo>
                <a:lnTo>
                  <a:pt x="373854" y="31819"/>
                </a:lnTo>
                <a:lnTo>
                  <a:pt x="373765" y="31158"/>
                </a:lnTo>
                <a:lnTo>
                  <a:pt x="373658" y="30510"/>
                </a:lnTo>
                <a:lnTo>
                  <a:pt x="373532" y="29873"/>
                </a:lnTo>
                <a:lnTo>
                  <a:pt x="373386" y="29249"/>
                </a:lnTo>
                <a:lnTo>
                  <a:pt x="373222" y="28637"/>
                </a:lnTo>
                <a:lnTo>
                  <a:pt x="373040" y="28038"/>
                </a:lnTo>
                <a:lnTo>
                  <a:pt x="372838" y="27451"/>
                </a:lnTo>
                <a:lnTo>
                  <a:pt x="372618" y="26876"/>
                </a:lnTo>
                <a:lnTo>
                  <a:pt x="372378" y="26313"/>
                </a:lnTo>
                <a:lnTo>
                  <a:pt x="372120" y="25762"/>
                </a:lnTo>
                <a:lnTo>
                  <a:pt x="371843" y="25224"/>
                </a:lnTo>
                <a:lnTo>
                  <a:pt x="371548" y="24698"/>
                </a:lnTo>
                <a:lnTo>
                  <a:pt x="371233" y="24185"/>
                </a:lnTo>
                <a:lnTo>
                  <a:pt x="370900" y="23683"/>
                </a:lnTo>
                <a:lnTo>
                  <a:pt x="370548" y="23194"/>
                </a:lnTo>
                <a:lnTo>
                  <a:pt x="370177" y="22717"/>
                </a:lnTo>
                <a:lnTo>
                  <a:pt x="369787" y="22253"/>
                </a:lnTo>
                <a:lnTo>
                  <a:pt x="369379" y="21801"/>
                </a:lnTo>
                <a:lnTo>
                  <a:pt x="368951" y="21361"/>
                </a:lnTo>
                <a:lnTo>
                  <a:pt x="368505" y="20933"/>
                </a:lnTo>
                <a:lnTo>
                  <a:pt x="368040" y="20518"/>
                </a:lnTo>
                <a:lnTo>
                  <a:pt x="367559" y="20117"/>
                </a:lnTo>
                <a:lnTo>
                  <a:pt x="367065" y="19733"/>
                </a:lnTo>
                <a:lnTo>
                  <a:pt x="366557" y="19367"/>
                </a:lnTo>
                <a:lnTo>
                  <a:pt x="366036" y="19017"/>
                </a:lnTo>
                <a:lnTo>
                  <a:pt x="365501" y="18684"/>
                </a:lnTo>
                <a:lnTo>
                  <a:pt x="364953" y="18369"/>
                </a:lnTo>
                <a:lnTo>
                  <a:pt x="364392" y="18071"/>
                </a:lnTo>
                <a:lnTo>
                  <a:pt x="363817" y="17789"/>
                </a:lnTo>
                <a:lnTo>
                  <a:pt x="363229" y="17525"/>
                </a:lnTo>
                <a:lnTo>
                  <a:pt x="362628" y="17278"/>
                </a:lnTo>
                <a:lnTo>
                  <a:pt x="362013" y="17047"/>
                </a:lnTo>
                <a:lnTo>
                  <a:pt x="361384" y="16834"/>
                </a:lnTo>
                <a:lnTo>
                  <a:pt x="360743" y="16638"/>
                </a:lnTo>
                <a:lnTo>
                  <a:pt x="360088" y="16459"/>
                </a:lnTo>
                <a:lnTo>
                  <a:pt x="359419" y="16297"/>
                </a:lnTo>
                <a:lnTo>
                  <a:pt x="358737" y="16152"/>
                </a:lnTo>
                <a:lnTo>
                  <a:pt x="358042" y="16024"/>
                </a:lnTo>
                <a:lnTo>
                  <a:pt x="357334" y="15913"/>
                </a:lnTo>
                <a:lnTo>
                  <a:pt x="356612" y="15820"/>
                </a:lnTo>
                <a:lnTo>
                  <a:pt x="355876" y="15743"/>
                </a:lnTo>
                <a:lnTo>
                  <a:pt x="355127" y="15683"/>
                </a:lnTo>
                <a:lnTo>
                  <a:pt x="354365" y="15641"/>
                </a:lnTo>
                <a:lnTo>
                  <a:pt x="353590" y="15615"/>
                </a:lnTo>
                <a:lnTo>
                  <a:pt x="352801" y="15606"/>
                </a:lnTo>
                <a:lnTo>
                  <a:pt x="352268" y="15611"/>
                </a:lnTo>
                <a:lnTo>
                  <a:pt x="351741" y="15623"/>
                </a:lnTo>
                <a:lnTo>
                  <a:pt x="351219" y="15644"/>
                </a:lnTo>
                <a:lnTo>
                  <a:pt x="350703" y="15674"/>
                </a:lnTo>
                <a:lnTo>
                  <a:pt x="350193" y="15712"/>
                </a:lnTo>
                <a:lnTo>
                  <a:pt x="349688" y="15758"/>
                </a:lnTo>
                <a:lnTo>
                  <a:pt x="349189" y="15813"/>
                </a:lnTo>
                <a:lnTo>
                  <a:pt x="348695" y="15877"/>
                </a:lnTo>
                <a:lnTo>
                  <a:pt x="348207" y="15949"/>
                </a:lnTo>
                <a:lnTo>
                  <a:pt x="347725" y="16029"/>
                </a:lnTo>
                <a:lnTo>
                  <a:pt x="347248" y="16118"/>
                </a:lnTo>
                <a:lnTo>
                  <a:pt x="346776" y="16215"/>
                </a:lnTo>
                <a:lnTo>
                  <a:pt x="346311" y="16320"/>
                </a:lnTo>
                <a:lnTo>
                  <a:pt x="345850" y="16434"/>
                </a:lnTo>
                <a:lnTo>
                  <a:pt x="345396" y="16557"/>
                </a:lnTo>
                <a:lnTo>
                  <a:pt x="344947" y="16688"/>
                </a:lnTo>
                <a:lnTo>
                  <a:pt x="344503" y="16827"/>
                </a:lnTo>
                <a:lnTo>
                  <a:pt x="344065" y="16975"/>
                </a:lnTo>
                <a:lnTo>
                  <a:pt x="343633" y="17131"/>
                </a:lnTo>
                <a:lnTo>
                  <a:pt x="343206" y="17296"/>
                </a:lnTo>
                <a:lnTo>
                  <a:pt x="342785" y="17469"/>
                </a:lnTo>
                <a:lnTo>
                  <a:pt x="342369" y="17651"/>
                </a:lnTo>
                <a:lnTo>
                  <a:pt x="341959" y="17841"/>
                </a:lnTo>
                <a:lnTo>
                  <a:pt x="341555" y="18040"/>
                </a:lnTo>
                <a:lnTo>
                  <a:pt x="341157" y="18246"/>
                </a:lnTo>
                <a:lnTo>
                  <a:pt x="340767" y="18459"/>
                </a:lnTo>
                <a:lnTo>
                  <a:pt x="340384" y="18678"/>
                </a:lnTo>
                <a:lnTo>
                  <a:pt x="340009" y="18905"/>
                </a:lnTo>
                <a:lnTo>
                  <a:pt x="339641" y="19139"/>
                </a:lnTo>
                <a:lnTo>
                  <a:pt x="339280" y="19379"/>
                </a:lnTo>
                <a:lnTo>
                  <a:pt x="338927" y="19626"/>
                </a:lnTo>
                <a:lnTo>
                  <a:pt x="338582" y="19880"/>
                </a:lnTo>
                <a:lnTo>
                  <a:pt x="338244" y="20141"/>
                </a:lnTo>
                <a:lnTo>
                  <a:pt x="337914" y="20409"/>
                </a:lnTo>
                <a:lnTo>
                  <a:pt x="337591" y="20684"/>
                </a:lnTo>
                <a:lnTo>
                  <a:pt x="337275" y="20965"/>
                </a:lnTo>
                <a:lnTo>
                  <a:pt x="336967" y="21254"/>
                </a:lnTo>
                <a:lnTo>
                  <a:pt x="336667" y="21549"/>
                </a:lnTo>
                <a:lnTo>
                  <a:pt x="336374" y="21851"/>
                </a:lnTo>
                <a:lnTo>
                  <a:pt x="336088" y="22160"/>
                </a:lnTo>
                <a:lnTo>
                  <a:pt x="335810" y="22476"/>
                </a:lnTo>
                <a:lnTo>
                  <a:pt x="335539" y="22798"/>
                </a:lnTo>
                <a:lnTo>
                  <a:pt x="335276" y="23128"/>
                </a:lnTo>
                <a:lnTo>
                  <a:pt x="335021" y="23464"/>
                </a:lnTo>
                <a:lnTo>
                  <a:pt x="334773" y="23808"/>
                </a:lnTo>
                <a:lnTo>
                  <a:pt x="334532" y="24158"/>
                </a:lnTo>
                <a:lnTo>
                  <a:pt x="334299" y="24515"/>
                </a:lnTo>
                <a:lnTo>
                  <a:pt x="334073" y="24878"/>
                </a:lnTo>
                <a:lnTo>
                  <a:pt x="333856" y="25249"/>
                </a:lnTo>
                <a:lnTo>
                  <a:pt x="333648" y="25625"/>
                </a:lnTo>
                <a:lnTo>
                  <a:pt x="333449" y="26007"/>
                </a:lnTo>
                <a:lnTo>
                  <a:pt x="333260" y="26396"/>
                </a:lnTo>
                <a:lnTo>
                  <a:pt x="333080" y="26790"/>
                </a:lnTo>
                <a:lnTo>
                  <a:pt x="332909" y="27191"/>
                </a:lnTo>
                <a:lnTo>
                  <a:pt x="332747" y="27597"/>
                </a:lnTo>
                <a:lnTo>
                  <a:pt x="332595" y="28010"/>
                </a:lnTo>
                <a:lnTo>
                  <a:pt x="332451" y="28429"/>
                </a:lnTo>
                <a:lnTo>
                  <a:pt x="332317" y="28854"/>
                </a:lnTo>
                <a:lnTo>
                  <a:pt x="332193" y="29284"/>
                </a:lnTo>
                <a:lnTo>
                  <a:pt x="332077" y="29721"/>
                </a:lnTo>
                <a:lnTo>
                  <a:pt x="331971" y="30164"/>
                </a:lnTo>
                <a:lnTo>
                  <a:pt x="331874" y="30613"/>
                </a:lnTo>
                <a:lnTo>
                  <a:pt x="331786" y="31068"/>
                </a:lnTo>
                <a:lnTo>
                  <a:pt x="331707" y="31529"/>
                </a:lnTo>
                <a:lnTo>
                  <a:pt x="331638" y="31997"/>
                </a:lnTo>
                <a:lnTo>
                  <a:pt x="331578" y="32470"/>
                </a:lnTo>
                <a:lnTo>
                  <a:pt x="331527" y="32949"/>
                </a:lnTo>
                <a:lnTo>
                  <a:pt x="331486" y="33434"/>
                </a:lnTo>
                <a:lnTo>
                  <a:pt x="331453" y="33926"/>
                </a:lnTo>
                <a:lnTo>
                  <a:pt x="331430" y="34423"/>
                </a:lnTo>
                <a:lnTo>
                  <a:pt x="331416" y="34927"/>
                </a:lnTo>
                <a:lnTo>
                  <a:pt x="331412" y="35436"/>
                </a:lnTo>
                <a:lnTo>
                  <a:pt x="331412" y="48105"/>
                </a:lnTo>
                <a:lnTo>
                  <a:pt x="331416" y="48607"/>
                </a:lnTo>
                <a:lnTo>
                  <a:pt x="331430" y="49104"/>
                </a:lnTo>
                <a:lnTo>
                  <a:pt x="331453" y="49595"/>
                </a:lnTo>
                <a:lnTo>
                  <a:pt x="331486" y="50080"/>
                </a:lnTo>
                <a:lnTo>
                  <a:pt x="331527" y="50560"/>
                </a:lnTo>
                <a:lnTo>
                  <a:pt x="331578" y="51034"/>
                </a:lnTo>
                <a:lnTo>
                  <a:pt x="331638" y="51503"/>
                </a:lnTo>
                <a:lnTo>
                  <a:pt x="331707" y="51966"/>
                </a:lnTo>
                <a:lnTo>
                  <a:pt x="331786" y="52423"/>
                </a:lnTo>
                <a:lnTo>
                  <a:pt x="331874" y="52875"/>
                </a:lnTo>
                <a:lnTo>
                  <a:pt x="331971" y="53322"/>
                </a:lnTo>
                <a:lnTo>
                  <a:pt x="332077" y="53762"/>
                </a:lnTo>
                <a:lnTo>
                  <a:pt x="332193" y="54198"/>
                </a:lnTo>
                <a:lnTo>
                  <a:pt x="332317" y="54627"/>
                </a:lnTo>
                <a:lnTo>
                  <a:pt x="332451" y="55051"/>
                </a:lnTo>
                <a:lnTo>
                  <a:pt x="332595" y="55470"/>
                </a:lnTo>
                <a:lnTo>
                  <a:pt x="332747" y="55883"/>
                </a:lnTo>
                <a:lnTo>
                  <a:pt x="332909" y="56290"/>
                </a:lnTo>
                <a:lnTo>
                  <a:pt x="333080" y="56692"/>
                </a:lnTo>
                <a:lnTo>
                  <a:pt x="333260" y="57088"/>
                </a:lnTo>
                <a:lnTo>
                  <a:pt x="333449" y="57479"/>
                </a:lnTo>
                <a:lnTo>
                  <a:pt x="333648" y="57864"/>
                </a:lnTo>
                <a:lnTo>
                  <a:pt x="333856" y="58243"/>
                </a:lnTo>
                <a:lnTo>
                  <a:pt x="334073" y="58617"/>
                </a:lnTo>
                <a:lnTo>
                  <a:pt x="334299" y="58984"/>
                </a:lnTo>
                <a:lnTo>
                  <a:pt x="334532" y="59345"/>
                </a:lnTo>
                <a:lnTo>
                  <a:pt x="334773" y="59698"/>
                </a:lnTo>
                <a:lnTo>
                  <a:pt x="335021" y="60045"/>
                </a:lnTo>
                <a:lnTo>
                  <a:pt x="335276" y="60384"/>
                </a:lnTo>
                <a:lnTo>
                  <a:pt x="335539" y="60717"/>
                </a:lnTo>
                <a:lnTo>
                  <a:pt x="335810" y="61042"/>
                </a:lnTo>
                <a:lnTo>
                  <a:pt x="336088" y="61360"/>
                </a:lnTo>
                <a:lnTo>
                  <a:pt x="336374" y="61672"/>
                </a:lnTo>
                <a:lnTo>
                  <a:pt x="336667" y="61976"/>
                </a:lnTo>
                <a:lnTo>
                  <a:pt x="336967" y="62274"/>
                </a:lnTo>
                <a:lnTo>
                  <a:pt x="337275" y="62564"/>
                </a:lnTo>
                <a:lnTo>
                  <a:pt x="337591" y="62847"/>
                </a:lnTo>
                <a:lnTo>
                  <a:pt x="337914" y="63124"/>
                </a:lnTo>
                <a:lnTo>
                  <a:pt x="338244" y="63393"/>
                </a:lnTo>
                <a:lnTo>
                  <a:pt x="338582" y="63655"/>
                </a:lnTo>
                <a:lnTo>
                  <a:pt x="338927" y="63911"/>
                </a:lnTo>
                <a:lnTo>
                  <a:pt x="339280" y="64159"/>
                </a:lnTo>
                <a:lnTo>
                  <a:pt x="339641" y="64400"/>
                </a:lnTo>
                <a:lnTo>
                  <a:pt x="340009" y="64635"/>
                </a:lnTo>
                <a:lnTo>
                  <a:pt x="340384" y="64862"/>
                </a:lnTo>
                <a:lnTo>
                  <a:pt x="340767" y="65082"/>
                </a:lnTo>
                <a:lnTo>
                  <a:pt x="341157" y="65296"/>
                </a:lnTo>
                <a:lnTo>
                  <a:pt x="341555" y="65502"/>
                </a:lnTo>
                <a:lnTo>
                  <a:pt x="341959" y="65700"/>
                </a:lnTo>
                <a:lnTo>
                  <a:pt x="342369" y="65890"/>
                </a:lnTo>
                <a:lnTo>
                  <a:pt x="342785" y="66072"/>
                </a:lnTo>
                <a:lnTo>
                  <a:pt x="343206" y="66245"/>
                </a:lnTo>
                <a:lnTo>
                  <a:pt x="343633" y="66410"/>
                </a:lnTo>
                <a:lnTo>
                  <a:pt x="344065" y="66566"/>
                </a:lnTo>
                <a:lnTo>
                  <a:pt x="344503" y="66714"/>
                </a:lnTo>
                <a:lnTo>
                  <a:pt x="344947" y="66853"/>
                </a:lnTo>
                <a:lnTo>
                  <a:pt x="345396" y="66984"/>
                </a:lnTo>
                <a:lnTo>
                  <a:pt x="345850" y="67106"/>
                </a:lnTo>
                <a:lnTo>
                  <a:pt x="346311" y="67220"/>
                </a:lnTo>
                <a:lnTo>
                  <a:pt x="346776" y="67326"/>
                </a:lnTo>
                <a:lnTo>
                  <a:pt x="347248" y="67423"/>
                </a:lnTo>
                <a:lnTo>
                  <a:pt x="347725" y="67511"/>
                </a:lnTo>
                <a:lnTo>
                  <a:pt x="348207" y="67592"/>
                </a:lnTo>
                <a:lnTo>
                  <a:pt x="348695" y="67663"/>
                </a:lnTo>
                <a:lnTo>
                  <a:pt x="349189" y="67727"/>
                </a:lnTo>
                <a:lnTo>
                  <a:pt x="349688" y="67782"/>
                </a:lnTo>
                <a:lnTo>
                  <a:pt x="350193" y="67828"/>
                </a:lnTo>
                <a:lnTo>
                  <a:pt x="350703" y="67866"/>
                </a:lnTo>
                <a:lnTo>
                  <a:pt x="351219" y="67896"/>
                </a:lnTo>
                <a:lnTo>
                  <a:pt x="351741" y="67917"/>
                </a:lnTo>
                <a:lnTo>
                  <a:pt x="352268" y="67929"/>
                </a:lnTo>
                <a:lnTo>
                  <a:pt x="352801" y="67934"/>
                </a:lnTo>
                <a:lnTo>
                  <a:pt x="353590" y="67925"/>
                </a:lnTo>
                <a:lnTo>
                  <a:pt x="354365" y="67900"/>
                </a:lnTo>
                <a:lnTo>
                  <a:pt x="355127" y="67857"/>
                </a:lnTo>
                <a:lnTo>
                  <a:pt x="355876" y="67797"/>
                </a:lnTo>
                <a:close/>
                <a:moveTo>
                  <a:pt x="0" y="79685"/>
                </a:moveTo>
                <a:lnTo>
                  <a:pt x="44065" y="79685"/>
                </a:lnTo>
                <a:lnTo>
                  <a:pt x="44065" y="69311"/>
                </a:lnTo>
                <a:lnTo>
                  <a:pt x="0" y="69311"/>
                </a:lnTo>
                <a:lnTo>
                  <a:pt x="0" y="79685"/>
                </a:lnTo>
                <a:close/>
                <a:moveTo>
                  <a:pt x="275410" y="79685"/>
                </a:moveTo>
                <a:lnTo>
                  <a:pt x="319476" y="79685"/>
                </a:lnTo>
                <a:lnTo>
                  <a:pt x="319476" y="69311"/>
                </a:lnTo>
                <a:lnTo>
                  <a:pt x="275410" y="69311"/>
                </a:lnTo>
                <a:lnTo>
                  <a:pt x="275410" y="79685"/>
                </a:lnTo>
                <a:close/>
                <a:moveTo>
                  <a:pt x="387135" y="0"/>
                </a:moveTo>
                <a:lnTo>
                  <a:pt x="387135" y="67016"/>
                </a:lnTo>
                <a:lnTo>
                  <a:pt x="398611" y="67016"/>
                </a:lnTo>
                <a:lnTo>
                  <a:pt x="398611" y="35436"/>
                </a:lnTo>
                <a:lnTo>
                  <a:pt x="398615" y="35042"/>
                </a:lnTo>
                <a:lnTo>
                  <a:pt x="398628" y="34656"/>
                </a:lnTo>
                <a:lnTo>
                  <a:pt x="398649" y="34277"/>
                </a:lnTo>
                <a:lnTo>
                  <a:pt x="398678" y="33906"/>
                </a:lnTo>
                <a:lnTo>
                  <a:pt x="398716" y="33543"/>
                </a:lnTo>
                <a:lnTo>
                  <a:pt x="398763" y="33187"/>
                </a:lnTo>
                <a:lnTo>
                  <a:pt x="398818" y="32839"/>
                </a:lnTo>
                <a:lnTo>
                  <a:pt x="398881" y="32498"/>
                </a:lnTo>
                <a:lnTo>
                  <a:pt x="398953" y="32166"/>
                </a:lnTo>
                <a:lnTo>
                  <a:pt x="399033" y="31841"/>
                </a:lnTo>
                <a:lnTo>
                  <a:pt x="399122" y="31523"/>
                </a:lnTo>
                <a:lnTo>
                  <a:pt x="399219" y="31213"/>
                </a:lnTo>
                <a:lnTo>
                  <a:pt x="399325" y="30911"/>
                </a:lnTo>
                <a:lnTo>
                  <a:pt x="399439" y="30616"/>
                </a:lnTo>
                <a:lnTo>
                  <a:pt x="399561" y="30330"/>
                </a:lnTo>
                <a:lnTo>
                  <a:pt x="399692" y="30050"/>
                </a:lnTo>
                <a:lnTo>
                  <a:pt x="399832" y="29779"/>
                </a:lnTo>
                <a:lnTo>
                  <a:pt x="399979" y="29515"/>
                </a:lnTo>
                <a:lnTo>
                  <a:pt x="400136" y="29259"/>
                </a:lnTo>
                <a:lnTo>
                  <a:pt x="400300" y="29010"/>
                </a:lnTo>
                <a:lnTo>
                  <a:pt x="400474" y="28769"/>
                </a:lnTo>
                <a:lnTo>
                  <a:pt x="400655" y="28536"/>
                </a:lnTo>
                <a:lnTo>
                  <a:pt x="400845" y="28310"/>
                </a:lnTo>
                <a:lnTo>
                  <a:pt x="401044" y="28092"/>
                </a:lnTo>
                <a:lnTo>
                  <a:pt x="401250" y="27882"/>
                </a:lnTo>
                <a:lnTo>
                  <a:pt x="401462" y="27681"/>
                </a:lnTo>
                <a:lnTo>
                  <a:pt x="401680" y="27489"/>
                </a:lnTo>
                <a:lnTo>
                  <a:pt x="401905" y="27306"/>
                </a:lnTo>
                <a:lnTo>
                  <a:pt x="402135" y="27132"/>
                </a:lnTo>
                <a:lnTo>
                  <a:pt x="402372" y="26967"/>
                </a:lnTo>
                <a:lnTo>
                  <a:pt x="402615" y="26811"/>
                </a:lnTo>
                <a:lnTo>
                  <a:pt x="402865" y="26664"/>
                </a:lnTo>
                <a:lnTo>
                  <a:pt x="403120" y="26525"/>
                </a:lnTo>
                <a:lnTo>
                  <a:pt x="403382" y="26396"/>
                </a:lnTo>
                <a:lnTo>
                  <a:pt x="403650" y="26276"/>
                </a:lnTo>
                <a:lnTo>
                  <a:pt x="403924" y="26164"/>
                </a:lnTo>
                <a:lnTo>
                  <a:pt x="404205" y="26061"/>
                </a:lnTo>
                <a:lnTo>
                  <a:pt x="404491" y="25968"/>
                </a:lnTo>
                <a:lnTo>
                  <a:pt x="404784" y="25883"/>
                </a:lnTo>
                <a:lnTo>
                  <a:pt x="405083" y="25807"/>
                </a:lnTo>
                <a:lnTo>
                  <a:pt x="405388" y="25740"/>
                </a:lnTo>
                <a:lnTo>
                  <a:pt x="405700" y="25682"/>
                </a:lnTo>
                <a:lnTo>
                  <a:pt x="406018" y="25633"/>
                </a:lnTo>
                <a:lnTo>
                  <a:pt x="406341" y="25593"/>
                </a:lnTo>
                <a:lnTo>
                  <a:pt x="406672" y="25562"/>
                </a:lnTo>
                <a:lnTo>
                  <a:pt x="407008" y="25539"/>
                </a:lnTo>
                <a:lnTo>
                  <a:pt x="407350" y="25526"/>
                </a:lnTo>
                <a:lnTo>
                  <a:pt x="407699" y="25521"/>
                </a:lnTo>
                <a:lnTo>
                  <a:pt x="408055" y="25526"/>
                </a:lnTo>
                <a:lnTo>
                  <a:pt x="408405" y="25539"/>
                </a:lnTo>
                <a:lnTo>
                  <a:pt x="408748" y="25560"/>
                </a:lnTo>
                <a:lnTo>
                  <a:pt x="409084" y="25590"/>
                </a:lnTo>
                <a:lnTo>
                  <a:pt x="409414" y="25629"/>
                </a:lnTo>
                <a:lnTo>
                  <a:pt x="409736" y="25676"/>
                </a:lnTo>
                <a:lnTo>
                  <a:pt x="410053" y="25732"/>
                </a:lnTo>
                <a:lnTo>
                  <a:pt x="410362" y="25797"/>
                </a:lnTo>
                <a:lnTo>
                  <a:pt x="410665" y="25870"/>
                </a:lnTo>
                <a:lnTo>
                  <a:pt x="410961" y="25952"/>
                </a:lnTo>
                <a:lnTo>
                  <a:pt x="411250" y="26042"/>
                </a:lnTo>
                <a:lnTo>
                  <a:pt x="411532" y="26141"/>
                </a:lnTo>
                <a:lnTo>
                  <a:pt x="411808" y="26249"/>
                </a:lnTo>
                <a:lnTo>
                  <a:pt x="412078" y="26365"/>
                </a:lnTo>
                <a:lnTo>
                  <a:pt x="412340" y="26490"/>
                </a:lnTo>
                <a:lnTo>
                  <a:pt x="412596" y="26623"/>
                </a:lnTo>
                <a:lnTo>
                  <a:pt x="412845" y="26765"/>
                </a:lnTo>
                <a:lnTo>
                  <a:pt x="413087" y="26916"/>
                </a:lnTo>
                <a:lnTo>
                  <a:pt x="413323" y="27075"/>
                </a:lnTo>
                <a:lnTo>
                  <a:pt x="413552" y="27243"/>
                </a:lnTo>
                <a:lnTo>
                  <a:pt x="413774" y="27420"/>
                </a:lnTo>
                <a:lnTo>
                  <a:pt x="413990" y="27605"/>
                </a:lnTo>
                <a:lnTo>
                  <a:pt x="414198" y="27798"/>
                </a:lnTo>
                <a:lnTo>
                  <a:pt x="414401" y="28001"/>
                </a:lnTo>
                <a:lnTo>
                  <a:pt x="414595" y="28211"/>
                </a:lnTo>
                <a:lnTo>
                  <a:pt x="414782" y="28428"/>
                </a:lnTo>
                <a:lnTo>
                  <a:pt x="414960" y="28653"/>
                </a:lnTo>
                <a:lnTo>
                  <a:pt x="415130" y="28885"/>
                </a:lnTo>
                <a:lnTo>
                  <a:pt x="415292" y="29125"/>
                </a:lnTo>
                <a:lnTo>
                  <a:pt x="415445" y="29372"/>
                </a:lnTo>
                <a:lnTo>
                  <a:pt x="415590" y="29626"/>
                </a:lnTo>
                <a:lnTo>
                  <a:pt x="415727" y="29887"/>
                </a:lnTo>
                <a:lnTo>
                  <a:pt x="415855" y="30156"/>
                </a:lnTo>
                <a:lnTo>
                  <a:pt x="415975" y="30432"/>
                </a:lnTo>
                <a:lnTo>
                  <a:pt x="416087" y="30716"/>
                </a:lnTo>
                <a:lnTo>
                  <a:pt x="416191" y="31007"/>
                </a:lnTo>
                <a:lnTo>
                  <a:pt x="416286" y="31305"/>
                </a:lnTo>
                <a:lnTo>
                  <a:pt x="416373" y="31610"/>
                </a:lnTo>
                <a:lnTo>
                  <a:pt x="416452" y="31923"/>
                </a:lnTo>
                <a:lnTo>
                  <a:pt x="416522" y="32243"/>
                </a:lnTo>
                <a:lnTo>
                  <a:pt x="416585" y="32571"/>
                </a:lnTo>
                <a:lnTo>
                  <a:pt x="416638" y="32905"/>
                </a:lnTo>
                <a:lnTo>
                  <a:pt x="416684" y="33247"/>
                </a:lnTo>
                <a:lnTo>
                  <a:pt x="416721" y="33597"/>
                </a:lnTo>
                <a:lnTo>
                  <a:pt x="416750" y="33954"/>
                </a:lnTo>
                <a:lnTo>
                  <a:pt x="416771" y="34318"/>
                </a:lnTo>
                <a:lnTo>
                  <a:pt x="416783" y="34689"/>
                </a:lnTo>
                <a:lnTo>
                  <a:pt x="416788" y="35068"/>
                </a:lnTo>
                <a:lnTo>
                  <a:pt x="416788" y="67016"/>
                </a:lnTo>
                <a:lnTo>
                  <a:pt x="428263" y="67016"/>
                </a:lnTo>
                <a:lnTo>
                  <a:pt x="428263" y="33876"/>
                </a:lnTo>
                <a:lnTo>
                  <a:pt x="428255" y="33185"/>
                </a:lnTo>
                <a:lnTo>
                  <a:pt x="428232" y="32507"/>
                </a:lnTo>
                <a:lnTo>
                  <a:pt x="428193" y="31840"/>
                </a:lnTo>
                <a:lnTo>
                  <a:pt x="428139" y="31185"/>
                </a:lnTo>
                <a:lnTo>
                  <a:pt x="428070" y="30542"/>
                </a:lnTo>
                <a:lnTo>
                  <a:pt x="427985" y="29911"/>
                </a:lnTo>
                <a:lnTo>
                  <a:pt x="427884" y="29291"/>
                </a:lnTo>
                <a:lnTo>
                  <a:pt x="427768" y="28684"/>
                </a:lnTo>
                <a:lnTo>
                  <a:pt x="427637" y="28088"/>
                </a:lnTo>
                <a:lnTo>
                  <a:pt x="427490" y="27504"/>
                </a:lnTo>
                <a:lnTo>
                  <a:pt x="427328" y="26931"/>
                </a:lnTo>
                <a:lnTo>
                  <a:pt x="427150" y="26371"/>
                </a:lnTo>
                <a:lnTo>
                  <a:pt x="426956" y="25822"/>
                </a:lnTo>
                <a:lnTo>
                  <a:pt x="426748" y="25285"/>
                </a:lnTo>
                <a:lnTo>
                  <a:pt x="426524" y="24760"/>
                </a:lnTo>
                <a:lnTo>
                  <a:pt x="426284" y="24246"/>
                </a:lnTo>
                <a:lnTo>
                  <a:pt x="426029" y="23745"/>
                </a:lnTo>
                <a:lnTo>
                  <a:pt x="425758" y="23255"/>
                </a:lnTo>
                <a:lnTo>
                  <a:pt x="425472" y="22777"/>
                </a:lnTo>
                <a:lnTo>
                  <a:pt x="425171" y="22311"/>
                </a:lnTo>
                <a:lnTo>
                  <a:pt x="424854" y="21856"/>
                </a:lnTo>
                <a:lnTo>
                  <a:pt x="424521" y="21414"/>
                </a:lnTo>
                <a:lnTo>
                  <a:pt x="424173" y="20983"/>
                </a:lnTo>
                <a:lnTo>
                  <a:pt x="423810" y="20564"/>
                </a:lnTo>
                <a:lnTo>
                  <a:pt x="423434" y="20159"/>
                </a:lnTo>
                <a:lnTo>
                  <a:pt x="423047" y="19772"/>
                </a:lnTo>
                <a:lnTo>
                  <a:pt x="422650" y="19402"/>
                </a:lnTo>
                <a:lnTo>
                  <a:pt x="422243" y="19049"/>
                </a:lnTo>
                <a:lnTo>
                  <a:pt x="421825" y="18713"/>
                </a:lnTo>
                <a:lnTo>
                  <a:pt x="421397" y="18395"/>
                </a:lnTo>
                <a:lnTo>
                  <a:pt x="420959" y="18094"/>
                </a:lnTo>
                <a:lnTo>
                  <a:pt x="420510" y="17810"/>
                </a:lnTo>
                <a:lnTo>
                  <a:pt x="420051" y="17543"/>
                </a:lnTo>
                <a:lnTo>
                  <a:pt x="419582" y="17293"/>
                </a:lnTo>
                <a:lnTo>
                  <a:pt x="419102" y="17061"/>
                </a:lnTo>
                <a:lnTo>
                  <a:pt x="418612" y="16846"/>
                </a:lnTo>
                <a:lnTo>
                  <a:pt x="418112" y="16648"/>
                </a:lnTo>
                <a:lnTo>
                  <a:pt x="417601" y="16467"/>
                </a:lnTo>
                <a:lnTo>
                  <a:pt x="417080" y="16304"/>
                </a:lnTo>
                <a:lnTo>
                  <a:pt x="416548" y="16157"/>
                </a:lnTo>
                <a:lnTo>
                  <a:pt x="416006" y="16028"/>
                </a:lnTo>
                <a:lnTo>
                  <a:pt x="415454" y="15916"/>
                </a:lnTo>
                <a:lnTo>
                  <a:pt x="414891" y="15822"/>
                </a:lnTo>
                <a:lnTo>
                  <a:pt x="414318" y="15744"/>
                </a:lnTo>
                <a:lnTo>
                  <a:pt x="413735" y="15684"/>
                </a:lnTo>
                <a:lnTo>
                  <a:pt x="413141" y="15641"/>
                </a:lnTo>
                <a:lnTo>
                  <a:pt x="412537" y="15615"/>
                </a:lnTo>
                <a:lnTo>
                  <a:pt x="411923" y="15606"/>
                </a:lnTo>
                <a:lnTo>
                  <a:pt x="411399" y="15612"/>
                </a:lnTo>
                <a:lnTo>
                  <a:pt x="410886" y="15631"/>
                </a:lnTo>
                <a:lnTo>
                  <a:pt x="410381" y="15661"/>
                </a:lnTo>
                <a:lnTo>
                  <a:pt x="409886" y="15703"/>
                </a:lnTo>
                <a:lnTo>
                  <a:pt x="409401" y="15758"/>
                </a:lnTo>
                <a:lnTo>
                  <a:pt x="408925" y="15825"/>
                </a:lnTo>
                <a:lnTo>
                  <a:pt x="408458" y="15903"/>
                </a:lnTo>
                <a:lnTo>
                  <a:pt x="408000" y="15994"/>
                </a:lnTo>
                <a:lnTo>
                  <a:pt x="407553" y="16097"/>
                </a:lnTo>
                <a:lnTo>
                  <a:pt x="407114" y="16212"/>
                </a:lnTo>
                <a:lnTo>
                  <a:pt x="406685" y="16339"/>
                </a:lnTo>
                <a:lnTo>
                  <a:pt x="406265" y="16479"/>
                </a:lnTo>
                <a:lnTo>
                  <a:pt x="405855" y="16630"/>
                </a:lnTo>
                <a:lnTo>
                  <a:pt x="405454" y="16794"/>
                </a:lnTo>
                <a:lnTo>
                  <a:pt x="405062" y="16969"/>
                </a:lnTo>
                <a:lnTo>
                  <a:pt x="404680" y="17157"/>
                </a:lnTo>
                <a:lnTo>
                  <a:pt x="404307" y="17357"/>
                </a:lnTo>
                <a:lnTo>
                  <a:pt x="403944" y="17569"/>
                </a:lnTo>
                <a:lnTo>
                  <a:pt x="403590" y="17793"/>
                </a:lnTo>
                <a:lnTo>
                  <a:pt x="403246" y="18030"/>
                </a:lnTo>
                <a:lnTo>
                  <a:pt x="402910" y="18278"/>
                </a:lnTo>
                <a:lnTo>
                  <a:pt x="402585" y="18539"/>
                </a:lnTo>
                <a:lnTo>
                  <a:pt x="402268" y="18811"/>
                </a:lnTo>
                <a:lnTo>
                  <a:pt x="401961" y="19096"/>
                </a:lnTo>
                <a:lnTo>
                  <a:pt x="401666" y="19391"/>
                </a:lnTo>
                <a:lnTo>
                  <a:pt x="401382" y="19696"/>
                </a:lnTo>
                <a:lnTo>
                  <a:pt x="401112" y="20011"/>
                </a:lnTo>
                <a:lnTo>
                  <a:pt x="400854" y="20335"/>
                </a:lnTo>
                <a:lnTo>
                  <a:pt x="400608" y="20669"/>
                </a:lnTo>
                <a:lnTo>
                  <a:pt x="400375" y="21012"/>
                </a:lnTo>
                <a:lnTo>
                  <a:pt x="400155" y="21365"/>
                </a:lnTo>
                <a:lnTo>
                  <a:pt x="399947" y="21727"/>
                </a:lnTo>
                <a:lnTo>
                  <a:pt x="399752" y="22099"/>
                </a:lnTo>
                <a:lnTo>
                  <a:pt x="399570" y="22481"/>
                </a:lnTo>
                <a:lnTo>
                  <a:pt x="399400" y="22872"/>
                </a:lnTo>
                <a:lnTo>
                  <a:pt x="399242" y="23272"/>
                </a:lnTo>
                <a:lnTo>
                  <a:pt x="399098" y="23683"/>
                </a:lnTo>
                <a:lnTo>
                  <a:pt x="398966" y="24102"/>
                </a:lnTo>
                <a:lnTo>
                  <a:pt x="398846" y="24532"/>
                </a:lnTo>
                <a:lnTo>
                  <a:pt x="398739" y="24971"/>
                </a:lnTo>
                <a:lnTo>
                  <a:pt x="398645" y="25419"/>
                </a:lnTo>
                <a:lnTo>
                  <a:pt x="398563" y="25877"/>
                </a:lnTo>
                <a:lnTo>
                  <a:pt x="398520" y="26163"/>
                </a:lnTo>
                <a:lnTo>
                  <a:pt x="398336" y="26163"/>
                </a:lnTo>
                <a:lnTo>
                  <a:pt x="398611" y="16524"/>
                </a:lnTo>
                <a:lnTo>
                  <a:pt x="398611" y="0"/>
                </a:lnTo>
                <a:lnTo>
                  <a:pt x="387135" y="0"/>
                </a:lnTo>
                <a:close/>
                <a:moveTo>
                  <a:pt x="498860" y="67016"/>
                </a:moveTo>
                <a:lnTo>
                  <a:pt x="510336" y="67016"/>
                </a:lnTo>
                <a:lnTo>
                  <a:pt x="510336" y="35436"/>
                </a:lnTo>
                <a:lnTo>
                  <a:pt x="510340" y="35035"/>
                </a:lnTo>
                <a:lnTo>
                  <a:pt x="510352" y="34641"/>
                </a:lnTo>
                <a:lnTo>
                  <a:pt x="510374" y="34254"/>
                </a:lnTo>
                <a:lnTo>
                  <a:pt x="510403" y="33875"/>
                </a:lnTo>
                <a:lnTo>
                  <a:pt x="510441" y="33504"/>
                </a:lnTo>
                <a:lnTo>
                  <a:pt x="510488" y="33141"/>
                </a:lnTo>
                <a:lnTo>
                  <a:pt x="510543" y="32785"/>
                </a:lnTo>
                <a:lnTo>
                  <a:pt x="510606" y="32437"/>
                </a:lnTo>
                <a:lnTo>
                  <a:pt x="510678" y="32097"/>
                </a:lnTo>
                <a:lnTo>
                  <a:pt x="510758" y="31764"/>
                </a:lnTo>
                <a:lnTo>
                  <a:pt x="510847" y="31439"/>
                </a:lnTo>
                <a:lnTo>
                  <a:pt x="510944" y="31121"/>
                </a:lnTo>
                <a:lnTo>
                  <a:pt x="511049" y="30811"/>
                </a:lnTo>
                <a:lnTo>
                  <a:pt x="511164" y="30509"/>
                </a:lnTo>
                <a:lnTo>
                  <a:pt x="511286" y="30215"/>
                </a:lnTo>
                <a:lnTo>
                  <a:pt x="511417" y="29928"/>
                </a:lnTo>
                <a:lnTo>
                  <a:pt x="511556" y="29648"/>
                </a:lnTo>
                <a:lnTo>
                  <a:pt x="511704" y="29377"/>
                </a:lnTo>
                <a:lnTo>
                  <a:pt x="511861" y="29113"/>
                </a:lnTo>
                <a:lnTo>
                  <a:pt x="512025" y="28857"/>
                </a:lnTo>
                <a:lnTo>
                  <a:pt x="512198" y="28608"/>
                </a:lnTo>
                <a:lnTo>
                  <a:pt x="512380" y="28367"/>
                </a:lnTo>
                <a:lnTo>
                  <a:pt x="512570" y="28134"/>
                </a:lnTo>
                <a:lnTo>
                  <a:pt x="512769" y="27908"/>
                </a:lnTo>
                <a:lnTo>
                  <a:pt x="512975" y="27691"/>
                </a:lnTo>
                <a:lnTo>
                  <a:pt x="513189" y="27483"/>
                </a:lnTo>
                <a:lnTo>
                  <a:pt x="513409" y="27284"/>
                </a:lnTo>
                <a:lnTo>
                  <a:pt x="513637" y="27095"/>
                </a:lnTo>
                <a:lnTo>
                  <a:pt x="513872" y="26914"/>
                </a:lnTo>
                <a:lnTo>
                  <a:pt x="514114" y="26743"/>
                </a:lnTo>
                <a:lnTo>
                  <a:pt x="514364" y="26581"/>
                </a:lnTo>
                <a:lnTo>
                  <a:pt x="514620" y="26429"/>
                </a:lnTo>
                <a:lnTo>
                  <a:pt x="514884" y="26286"/>
                </a:lnTo>
                <a:lnTo>
                  <a:pt x="515155" y="26152"/>
                </a:lnTo>
                <a:lnTo>
                  <a:pt x="515433" y="26027"/>
                </a:lnTo>
                <a:lnTo>
                  <a:pt x="515718" y="25911"/>
                </a:lnTo>
                <a:lnTo>
                  <a:pt x="516011" y="25805"/>
                </a:lnTo>
                <a:lnTo>
                  <a:pt x="516310" y="25708"/>
                </a:lnTo>
                <a:lnTo>
                  <a:pt x="516617" y="25620"/>
                </a:lnTo>
                <a:lnTo>
                  <a:pt x="516931" y="25541"/>
                </a:lnTo>
                <a:lnTo>
                  <a:pt x="517252" y="25472"/>
                </a:lnTo>
                <a:lnTo>
                  <a:pt x="517580" y="25412"/>
                </a:lnTo>
                <a:lnTo>
                  <a:pt x="517915" y="25361"/>
                </a:lnTo>
                <a:lnTo>
                  <a:pt x="518258" y="25319"/>
                </a:lnTo>
                <a:lnTo>
                  <a:pt x="518608" y="25287"/>
                </a:lnTo>
                <a:lnTo>
                  <a:pt x="518965" y="25264"/>
                </a:lnTo>
                <a:lnTo>
                  <a:pt x="519329" y="25250"/>
                </a:lnTo>
                <a:lnTo>
                  <a:pt x="519700" y="25245"/>
                </a:lnTo>
                <a:lnTo>
                  <a:pt x="520064" y="25250"/>
                </a:lnTo>
                <a:lnTo>
                  <a:pt x="520421" y="25264"/>
                </a:lnTo>
                <a:lnTo>
                  <a:pt x="520772" y="25287"/>
                </a:lnTo>
                <a:lnTo>
                  <a:pt x="521117" y="25319"/>
                </a:lnTo>
                <a:lnTo>
                  <a:pt x="521454" y="25361"/>
                </a:lnTo>
                <a:lnTo>
                  <a:pt x="521786" y="25412"/>
                </a:lnTo>
                <a:lnTo>
                  <a:pt x="522111" y="25472"/>
                </a:lnTo>
                <a:lnTo>
                  <a:pt x="522429" y="25541"/>
                </a:lnTo>
                <a:lnTo>
                  <a:pt x="522740" y="25620"/>
                </a:lnTo>
                <a:lnTo>
                  <a:pt x="523046" y="25708"/>
                </a:lnTo>
                <a:lnTo>
                  <a:pt x="523344" y="25805"/>
                </a:lnTo>
                <a:lnTo>
                  <a:pt x="523636" y="25911"/>
                </a:lnTo>
                <a:lnTo>
                  <a:pt x="523922" y="26027"/>
                </a:lnTo>
                <a:lnTo>
                  <a:pt x="524201" y="26152"/>
                </a:lnTo>
                <a:lnTo>
                  <a:pt x="524473" y="26286"/>
                </a:lnTo>
                <a:lnTo>
                  <a:pt x="524739" y="26429"/>
                </a:lnTo>
                <a:lnTo>
                  <a:pt x="524999" y="26581"/>
                </a:lnTo>
                <a:lnTo>
                  <a:pt x="525251" y="26743"/>
                </a:lnTo>
                <a:lnTo>
                  <a:pt x="525498" y="26914"/>
                </a:lnTo>
                <a:lnTo>
                  <a:pt x="525737" y="27095"/>
                </a:lnTo>
                <a:lnTo>
                  <a:pt x="525971" y="27284"/>
                </a:lnTo>
                <a:lnTo>
                  <a:pt x="526197" y="27483"/>
                </a:lnTo>
                <a:lnTo>
                  <a:pt x="526418" y="27691"/>
                </a:lnTo>
                <a:lnTo>
                  <a:pt x="526631" y="27908"/>
                </a:lnTo>
                <a:lnTo>
                  <a:pt x="526837" y="28134"/>
                </a:lnTo>
                <a:lnTo>
                  <a:pt x="527034" y="28367"/>
                </a:lnTo>
                <a:lnTo>
                  <a:pt x="527223" y="28608"/>
                </a:lnTo>
                <a:lnTo>
                  <a:pt x="527402" y="28857"/>
                </a:lnTo>
                <a:lnTo>
                  <a:pt x="527573" y="29113"/>
                </a:lnTo>
                <a:lnTo>
                  <a:pt x="527736" y="29377"/>
                </a:lnTo>
                <a:lnTo>
                  <a:pt x="527889" y="29648"/>
                </a:lnTo>
                <a:lnTo>
                  <a:pt x="528034" y="29928"/>
                </a:lnTo>
                <a:lnTo>
                  <a:pt x="528169" y="30215"/>
                </a:lnTo>
                <a:lnTo>
                  <a:pt x="528296" y="30509"/>
                </a:lnTo>
                <a:lnTo>
                  <a:pt x="528415" y="30811"/>
                </a:lnTo>
                <a:lnTo>
                  <a:pt x="528524" y="31121"/>
                </a:lnTo>
                <a:lnTo>
                  <a:pt x="528625" y="31439"/>
                </a:lnTo>
                <a:lnTo>
                  <a:pt x="528717" y="31764"/>
                </a:lnTo>
                <a:lnTo>
                  <a:pt x="528800" y="32097"/>
                </a:lnTo>
                <a:lnTo>
                  <a:pt x="528875" y="32437"/>
                </a:lnTo>
                <a:lnTo>
                  <a:pt x="528941" y="32785"/>
                </a:lnTo>
                <a:lnTo>
                  <a:pt x="528998" y="33141"/>
                </a:lnTo>
                <a:lnTo>
                  <a:pt x="529046" y="33504"/>
                </a:lnTo>
                <a:lnTo>
                  <a:pt x="529085" y="33875"/>
                </a:lnTo>
                <a:lnTo>
                  <a:pt x="529116" y="34254"/>
                </a:lnTo>
                <a:lnTo>
                  <a:pt x="529138" y="34641"/>
                </a:lnTo>
                <a:lnTo>
                  <a:pt x="529151" y="35035"/>
                </a:lnTo>
                <a:lnTo>
                  <a:pt x="529155" y="35436"/>
                </a:lnTo>
                <a:lnTo>
                  <a:pt x="529155" y="38281"/>
                </a:lnTo>
                <a:lnTo>
                  <a:pt x="541181" y="38281"/>
                </a:lnTo>
                <a:lnTo>
                  <a:pt x="541181" y="34610"/>
                </a:lnTo>
                <a:lnTo>
                  <a:pt x="541173" y="33874"/>
                </a:lnTo>
                <a:lnTo>
                  <a:pt x="541149" y="33152"/>
                </a:lnTo>
                <a:lnTo>
                  <a:pt x="541108" y="32444"/>
                </a:lnTo>
                <a:lnTo>
                  <a:pt x="541051" y="31749"/>
                </a:lnTo>
                <a:lnTo>
                  <a:pt x="540978" y="31067"/>
                </a:lnTo>
                <a:lnTo>
                  <a:pt x="540889" y="30398"/>
                </a:lnTo>
                <a:lnTo>
                  <a:pt x="540783" y="29743"/>
                </a:lnTo>
                <a:lnTo>
                  <a:pt x="540661" y="29102"/>
                </a:lnTo>
                <a:lnTo>
                  <a:pt x="540523" y="28473"/>
                </a:lnTo>
                <a:lnTo>
                  <a:pt x="540369" y="27859"/>
                </a:lnTo>
                <a:lnTo>
                  <a:pt x="540198" y="27257"/>
                </a:lnTo>
                <a:lnTo>
                  <a:pt x="540011" y="26669"/>
                </a:lnTo>
                <a:lnTo>
                  <a:pt x="539808" y="26094"/>
                </a:lnTo>
                <a:lnTo>
                  <a:pt x="539588" y="25533"/>
                </a:lnTo>
                <a:lnTo>
                  <a:pt x="539353" y="24985"/>
                </a:lnTo>
                <a:lnTo>
                  <a:pt x="539101" y="24451"/>
                </a:lnTo>
                <a:lnTo>
                  <a:pt x="538832" y="23929"/>
                </a:lnTo>
                <a:lnTo>
                  <a:pt x="538548" y="23422"/>
                </a:lnTo>
                <a:lnTo>
                  <a:pt x="538247" y="22927"/>
                </a:lnTo>
                <a:lnTo>
                  <a:pt x="537930" y="22446"/>
                </a:lnTo>
                <a:lnTo>
                  <a:pt x="537597" y="21979"/>
                </a:lnTo>
                <a:lnTo>
                  <a:pt x="537248" y="21525"/>
                </a:lnTo>
                <a:lnTo>
                  <a:pt x="536882" y="21084"/>
                </a:lnTo>
                <a:lnTo>
                  <a:pt x="536500" y="20656"/>
                </a:lnTo>
                <a:lnTo>
                  <a:pt x="536104" y="20244"/>
                </a:lnTo>
                <a:lnTo>
                  <a:pt x="535695" y="19850"/>
                </a:lnTo>
                <a:lnTo>
                  <a:pt x="535275" y="19473"/>
                </a:lnTo>
                <a:lnTo>
                  <a:pt x="534842" y="19113"/>
                </a:lnTo>
                <a:lnTo>
                  <a:pt x="534398" y="18771"/>
                </a:lnTo>
                <a:lnTo>
                  <a:pt x="533941" y="18447"/>
                </a:lnTo>
                <a:lnTo>
                  <a:pt x="533472" y="18140"/>
                </a:lnTo>
                <a:lnTo>
                  <a:pt x="532991" y="17851"/>
                </a:lnTo>
                <a:lnTo>
                  <a:pt x="532498" y="17579"/>
                </a:lnTo>
                <a:lnTo>
                  <a:pt x="531993" y="17325"/>
                </a:lnTo>
                <a:lnTo>
                  <a:pt x="531475" y="17088"/>
                </a:lnTo>
                <a:lnTo>
                  <a:pt x="530946" y="16869"/>
                </a:lnTo>
                <a:lnTo>
                  <a:pt x="530404" y="16667"/>
                </a:lnTo>
                <a:lnTo>
                  <a:pt x="529851" y="16483"/>
                </a:lnTo>
                <a:lnTo>
                  <a:pt x="529285" y="16317"/>
                </a:lnTo>
                <a:lnTo>
                  <a:pt x="528707" y="16168"/>
                </a:lnTo>
                <a:lnTo>
                  <a:pt x="528117" y="16036"/>
                </a:lnTo>
                <a:lnTo>
                  <a:pt x="527515" y="15922"/>
                </a:lnTo>
                <a:lnTo>
                  <a:pt x="526901" y="15826"/>
                </a:lnTo>
                <a:lnTo>
                  <a:pt x="526274" y="15747"/>
                </a:lnTo>
                <a:lnTo>
                  <a:pt x="525636" y="15685"/>
                </a:lnTo>
                <a:lnTo>
                  <a:pt x="524985" y="15641"/>
                </a:lnTo>
                <a:lnTo>
                  <a:pt x="524322" y="15615"/>
                </a:lnTo>
                <a:lnTo>
                  <a:pt x="523647" y="15606"/>
                </a:lnTo>
                <a:lnTo>
                  <a:pt x="523057" y="15614"/>
                </a:lnTo>
                <a:lnTo>
                  <a:pt x="522478" y="15635"/>
                </a:lnTo>
                <a:lnTo>
                  <a:pt x="521912" y="15671"/>
                </a:lnTo>
                <a:lnTo>
                  <a:pt x="521357" y="15721"/>
                </a:lnTo>
                <a:lnTo>
                  <a:pt x="520815" y="15786"/>
                </a:lnTo>
                <a:lnTo>
                  <a:pt x="520285" y="15865"/>
                </a:lnTo>
                <a:lnTo>
                  <a:pt x="519767" y="15958"/>
                </a:lnTo>
                <a:lnTo>
                  <a:pt x="519261" y="16065"/>
                </a:lnTo>
                <a:lnTo>
                  <a:pt x="518767" y="16187"/>
                </a:lnTo>
                <a:lnTo>
                  <a:pt x="518286" y="16324"/>
                </a:lnTo>
                <a:lnTo>
                  <a:pt x="517816" y="16474"/>
                </a:lnTo>
                <a:lnTo>
                  <a:pt x="517359" y="16639"/>
                </a:lnTo>
                <a:lnTo>
                  <a:pt x="516913" y="16818"/>
                </a:lnTo>
                <a:lnTo>
                  <a:pt x="516480" y="17012"/>
                </a:lnTo>
                <a:lnTo>
                  <a:pt x="516059" y="17220"/>
                </a:lnTo>
                <a:lnTo>
                  <a:pt x="515650" y="17442"/>
                </a:lnTo>
                <a:lnTo>
                  <a:pt x="515253" y="17679"/>
                </a:lnTo>
                <a:lnTo>
                  <a:pt x="514868" y="17930"/>
                </a:lnTo>
                <a:lnTo>
                  <a:pt x="514495" y="18195"/>
                </a:lnTo>
                <a:lnTo>
                  <a:pt x="514135" y="18475"/>
                </a:lnTo>
                <a:lnTo>
                  <a:pt x="513786" y="18769"/>
                </a:lnTo>
                <a:lnTo>
                  <a:pt x="513450" y="19078"/>
                </a:lnTo>
                <a:lnTo>
                  <a:pt x="513126" y="19400"/>
                </a:lnTo>
                <a:lnTo>
                  <a:pt x="512814" y="19737"/>
                </a:lnTo>
                <a:lnTo>
                  <a:pt x="512514" y="20089"/>
                </a:lnTo>
                <a:lnTo>
                  <a:pt x="512227" y="20454"/>
                </a:lnTo>
                <a:lnTo>
                  <a:pt x="511953" y="20833"/>
                </a:lnTo>
                <a:lnTo>
                  <a:pt x="511692" y="21227"/>
                </a:lnTo>
                <a:lnTo>
                  <a:pt x="511443" y="21634"/>
                </a:lnTo>
                <a:lnTo>
                  <a:pt x="511207" y="22055"/>
                </a:lnTo>
                <a:lnTo>
                  <a:pt x="510984" y="22491"/>
                </a:lnTo>
                <a:lnTo>
                  <a:pt x="510774" y="22940"/>
                </a:lnTo>
                <a:lnTo>
                  <a:pt x="510576" y="23404"/>
                </a:lnTo>
                <a:lnTo>
                  <a:pt x="510391" y="23881"/>
                </a:lnTo>
                <a:lnTo>
                  <a:pt x="510219" y="24373"/>
                </a:lnTo>
                <a:lnTo>
                  <a:pt x="510060" y="24878"/>
                </a:lnTo>
                <a:lnTo>
                  <a:pt x="509913" y="25398"/>
                </a:lnTo>
                <a:lnTo>
                  <a:pt x="509779" y="25932"/>
                </a:lnTo>
                <a:lnTo>
                  <a:pt x="509728" y="26163"/>
                </a:lnTo>
                <a:lnTo>
                  <a:pt x="509694" y="26163"/>
                </a:lnTo>
                <a:lnTo>
                  <a:pt x="509694" y="16524"/>
                </a:lnTo>
                <a:lnTo>
                  <a:pt x="498860" y="16524"/>
                </a:lnTo>
                <a:lnTo>
                  <a:pt x="498860" y="67016"/>
                </a:lnTo>
                <a:close/>
                <a:moveTo>
                  <a:pt x="577324" y="67779"/>
                </a:moveTo>
                <a:lnTo>
                  <a:pt x="578078" y="67729"/>
                </a:lnTo>
                <a:lnTo>
                  <a:pt x="578815" y="67665"/>
                </a:lnTo>
                <a:lnTo>
                  <a:pt x="579536" y="67587"/>
                </a:lnTo>
                <a:lnTo>
                  <a:pt x="580240" y="67495"/>
                </a:lnTo>
                <a:lnTo>
                  <a:pt x="580928" y="67389"/>
                </a:lnTo>
                <a:lnTo>
                  <a:pt x="581599" y="67268"/>
                </a:lnTo>
                <a:lnTo>
                  <a:pt x="582254" y="67133"/>
                </a:lnTo>
                <a:lnTo>
                  <a:pt x="582893" y="66985"/>
                </a:lnTo>
                <a:lnTo>
                  <a:pt x="583515" y="66821"/>
                </a:lnTo>
                <a:lnTo>
                  <a:pt x="584120" y="66644"/>
                </a:lnTo>
                <a:lnTo>
                  <a:pt x="584710" y="66453"/>
                </a:lnTo>
                <a:lnTo>
                  <a:pt x="585282" y="66247"/>
                </a:lnTo>
                <a:lnTo>
                  <a:pt x="585839" y="66027"/>
                </a:lnTo>
                <a:lnTo>
                  <a:pt x="586379" y="65793"/>
                </a:lnTo>
                <a:lnTo>
                  <a:pt x="586902" y="65545"/>
                </a:lnTo>
                <a:lnTo>
                  <a:pt x="587410" y="65283"/>
                </a:lnTo>
                <a:lnTo>
                  <a:pt x="587900" y="65006"/>
                </a:lnTo>
                <a:lnTo>
                  <a:pt x="588375" y="64715"/>
                </a:lnTo>
                <a:lnTo>
                  <a:pt x="588833" y="64410"/>
                </a:lnTo>
                <a:lnTo>
                  <a:pt x="589274" y="64091"/>
                </a:lnTo>
                <a:lnTo>
                  <a:pt x="589699" y="63758"/>
                </a:lnTo>
                <a:lnTo>
                  <a:pt x="590107" y="63412"/>
                </a:lnTo>
                <a:lnTo>
                  <a:pt x="590498" y="63054"/>
                </a:lnTo>
                <a:lnTo>
                  <a:pt x="590872" y="62685"/>
                </a:lnTo>
                <a:lnTo>
                  <a:pt x="591228" y="62305"/>
                </a:lnTo>
                <a:lnTo>
                  <a:pt x="591567" y="61914"/>
                </a:lnTo>
                <a:lnTo>
                  <a:pt x="591888" y="61511"/>
                </a:lnTo>
                <a:lnTo>
                  <a:pt x="592192" y="61097"/>
                </a:lnTo>
                <a:lnTo>
                  <a:pt x="592479" y="60672"/>
                </a:lnTo>
                <a:lnTo>
                  <a:pt x="592748" y="60235"/>
                </a:lnTo>
                <a:lnTo>
                  <a:pt x="593000" y="59787"/>
                </a:lnTo>
                <a:lnTo>
                  <a:pt x="593235" y="59328"/>
                </a:lnTo>
                <a:lnTo>
                  <a:pt x="593452" y="58857"/>
                </a:lnTo>
                <a:lnTo>
                  <a:pt x="593652" y="58375"/>
                </a:lnTo>
                <a:lnTo>
                  <a:pt x="593834" y="57882"/>
                </a:lnTo>
                <a:lnTo>
                  <a:pt x="593999" y="57377"/>
                </a:lnTo>
                <a:lnTo>
                  <a:pt x="594147" y="56862"/>
                </a:lnTo>
                <a:lnTo>
                  <a:pt x="594277" y="56334"/>
                </a:lnTo>
                <a:lnTo>
                  <a:pt x="594390" y="55796"/>
                </a:lnTo>
                <a:lnTo>
                  <a:pt x="594486" y="55246"/>
                </a:lnTo>
                <a:lnTo>
                  <a:pt x="594564" y="54685"/>
                </a:lnTo>
                <a:lnTo>
                  <a:pt x="594625" y="54112"/>
                </a:lnTo>
                <a:lnTo>
                  <a:pt x="594668" y="53529"/>
                </a:lnTo>
                <a:lnTo>
                  <a:pt x="594694" y="52934"/>
                </a:lnTo>
                <a:lnTo>
                  <a:pt x="594703" y="52327"/>
                </a:lnTo>
                <a:lnTo>
                  <a:pt x="594695" y="51759"/>
                </a:lnTo>
                <a:lnTo>
                  <a:pt x="594673" y="51203"/>
                </a:lnTo>
                <a:lnTo>
                  <a:pt x="594636" y="50658"/>
                </a:lnTo>
                <a:lnTo>
                  <a:pt x="594584" y="50125"/>
                </a:lnTo>
                <a:lnTo>
                  <a:pt x="594518" y="49604"/>
                </a:lnTo>
                <a:lnTo>
                  <a:pt x="594436" y="49094"/>
                </a:lnTo>
                <a:lnTo>
                  <a:pt x="594340" y="48596"/>
                </a:lnTo>
                <a:lnTo>
                  <a:pt x="594229" y="48110"/>
                </a:lnTo>
                <a:lnTo>
                  <a:pt x="594103" y="47635"/>
                </a:lnTo>
                <a:lnTo>
                  <a:pt x="593962" y="47171"/>
                </a:lnTo>
                <a:lnTo>
                  <a:pt x="593806" y="46720"/>
                </a:lnTo>
                <a:lnTo>
                  <a:pt x="593636" y="46280"/>
                </a:lnTo>
                <a:lnTo>
                  <a:pt x="593451" y="45852"/>
                </a:lnTo>
                <a:lnTo>
                  <a:pt x="593251" y="45435"/>
                </a:lnTo>
                <a:lnTo>
                  <a:pt x="593036" y="45030"/>
                </a:lnTo>
                <a:lnTo>
                  <a:pt x="592806" y="44636"/>
                </a:lnTo>
                <a:lnTo>
                  <a:pt x="592561" y="44255"/>
                </a:lnTo>
                <a:lnTo>
                  <a:pt x="592302" y="43885"/>
                </a:lnTo>
                <a:lnTo>
                  <a:pt x="592028" y="43526"/>
                </a:lnTo>
                <a:lnTo>
                  <a:pt x="591739" y="43179"/>
                </a:lnTo>
                <a:lnTo>
                  <a:pt x="591435" y="42844"/>
                </a:lnTo>
                <a:lnTo>
                  <a:pt x="591116" y="42520"/>
                </a:lnTo>
                <a:lnTo>
                  <a:pt x="590783" y="42208"/>
                </a:lnTo>
                <a:lnTo>
                  <a:pt x="590435" y="41908"/>
                </a:lnTo>
                <a:lnTo>
                  <a:pt x="590071" y="41617"/>
                </a:lnTo>
                <a:lnTo>
                  <a:pt x="589690" y="41335"/>
                </a:lnTo>
                <a:lnTo>
                  <a:pt x="589294" y="41060"/>
                </a:lnTo>
                <a:lnTo>
                  <a:pt x="588881" y="40792"/>
                </a:lnTo>
                <a:lnTo>
                  <a:pt x="588451" y="40533"/>
                </a:lnTo>
                <a:lnTo>
                  <a:pt x="588005" y="40281"/>
                </a:lnTo>
                <a:lnTo>
                  <a:pt x="587543" y="40038"/>
                </a:lnTo>
                <a:lnTo>
                  <a:pt x="587064" y="39802"/>
                </a:lnTo>
                <a:lnTo>
                  <a:pt x="586568" y="39574"/>
                </a:lnTo>
                <a:lnTo>
                  <a:pt x="586057" y="39353"/>
                </a:lnTo>
                <a:lnTo>
                  <a:pt x="585529" y="39141"/>
                </a:lnTo>
                <a:lnTo>
                  <a:pt x="584984" y="38936"/>
                </a:lnTo>
                <a:lnTo>
                  <a:pt x="584423" y="38739"/>
                </a:lnTo>
                <a:lnTo>
                  <a:pt x="583846" y="38550"/>
                </a:lnTo>
                <a:lnTo>
                  <a:pt x="583252" y="38368"/>
                </a:lnTo>
                <a:lnTo>
                  <a:pt x="582642" y="38195"/>
                </a:lnTo>
                <a:lnTo>
                  <a:pt x="582015" y="38029"/>
                </a:lnTo>
                <a:lnTo>
                  <a:pt x="581372" y="37871"/>
                </a:lnTo>
                <a:lnTo>
                  <a:pt x="580713" y="37721"/>
                </a:lnTo>
                <a:lnTo>
                  <a:pt x="580037" y="37579"/>
                </a:lnTo>
                <a:lnTo>
                  <a:pt x="579344" y="37444"/>
                </a:lnTo>
                <a:lnTo>
                  <a:pt x="578636" y="37318"/>
                </a:lnTo>
                <a:lnTo>
                  <a:pt x="577911" y="37199"/>
                </a:lnTo>
                <a:lnTo>
                  <a:pt x="577169" y="37088"/>
                </a:lnTo>
                <a:lnTo>
                  <a:pt x="570651" y="36170"/>
                </a:lnTo>
                <a:lnTo>
                  <a:pt x="570364" y="36123"/>
                </a:lnTo>
                <a:lnTo>
                  <a:pt x="570083" y="36074"/>
                </a:lnTo>
                <a:lnTo>
                  <a:pt x="569809" y="36022"/>
                </a:lnTo>
                <a:lnTo>
                  <a:pt x="569542" y="35968"/>
                </a:lnTo>
                <a:lnTo>
                  <a:pt x="569281" y="35911"/>
                </a:lnTo>
                <a:lnTo>
                  <a:pt x="569027" y="35852"/>
                </a:lnTo>
                <a:lnTo>
                  <a:pt x="568780" y="35791"/>
                </a:lnTo>
                <a:lnTo>
                  <a:pt x="568540" y="35727"/>
                </a:lnTo>
                <a:lnTo>
                  <a:pt x="568306" y="35661"/>
                </a:lnTo>
                <a:lnTo>
                  <a:pt x="568079" y="35592"/>
                </a:lnTo>
                <a:lnTo>
                  <a:pt x="567858" y="35521"/>
                </a:lnTo>
                <a:lnTo>
                  <a:pt x="567645" y="35447"/>
                </a:lnTo>
                <a:lnTo>
                  <a:pt x="567437" y="35372"/>
                </a:lnTo>
                <a:lnTo>
                  <a:pt x="567237" y="35294"/>
                </a:lnTo>
                <a:lnTo>
                  <a:pt x="567043" y="35213"/>
                </a:lnTo>
                <a:lnTo>
                  <a:pt x="566856" y="35130"/>
                </a:lnTo>
                <a:lnTo>
                  <a:pt x="566676" y="35045"/>
                </a:lnTo>
                <a:lnTo>
                  <a:pt x="566502" y="34957"/>
                </a:lnTo>
                <a:lnTo>
                  <a:pt x="566335" y="34867"/>
                </a:lnTo>
                <a:lnTo>
                  <a:pt x="566175" y="34774"/>
                </a:lnTo>
                <a:lnTo>
                  <a:pt x="566022" y="34679"/>
                </a:lnTo>
                <a:lnTo>
                  <a:pt x="565875" y="34582"/>
                </a:lnTo>
                <a:lnTo>
                  <a:pt x="565735" y="34482"/>
                </a:lnTo>
                <a:lnTo>
                  <a:pt x="565601" y="34380"/>
                </a:lnTo>
                <a:lnTo>
                  <a:pt x="565474" y="34274"/>
                </a:lnTo>
                <a:lnTo>
                  <a:pt x="565352" y="34164"/>
                </a:lnTo>
                <a:lnTo>
                  <a:pt x="565235" y="34049"/>
                </a:lnTo>
                <a:lnTo>
                  <a:pt x="565124" y="33930"/>
                </a:lnTo>
                <a:lnTo>
                  <a:pt x="565019" y="33806"/>
                </a:lnTo>
                <a:lnTo>
                  <a:pt x="564918" y="33677"/>
                </a:lnTo>
                <a:lnTo>
                  <a:pt x="564824" y="33544"/>
                </a:lnTo>
                <a:lnTo>
                  <a:pt x="564734" y="33406"/>
                </a:lnTo>
                <a:lnTo>
                  <a:pt x="564650" y="33263"/>
                </a:lnTo>
                <a:lnTo>
                  <a:pt x="564572" y="33116"/>
                </a:lnTo>
                <a:lnTo>
                  <a:pt x="564498" y="32964"/>
                </a:lnTo>
                <a:lnTo>
                  <a:pt x="564431" y="32808"/>
                </a:lnTo>
                <a:lnTo>
                  <a:pt x="564368" y="32647"/>
                </a:lnTo>
                <a:lnTo>
                  <a:pt x="564311" y="32481"/>
                </a:lnTo>
                <a:lnTo>
                  <a:pt x="564260" y="32311"/>
                </a:lnTo>
                <a:lnTo>
                  <a:pt x="564214" y="32136"/>
                </a:lnTo>
                <a:lnTo>
                  <a:pt x="564173" y="31956"/>
                </a:lnTo>
                <a:lnTo>
                  <a:pt x="564138" y="31772"/>
                </a:lnTo>
                <a:lnTo>
                  <a:pt x="564108" y="31583"/>
                </a:lnTo>
                <a:lnTo>
                  <a:pt x="564084" y="31390"/>
                </a:lnTo>
                <a:lnTo>
                  <a:pt x="564065" y="31192"/>
                </a:lnTo>
                <a:lnTo>
                  <a:pt x="564051" y="30989"/>
                </a:lnTo>
                <a:lnTo>
                  <a:pt x="564043" y="30782"/>
                </a:lnTo>
                <a:lnTo>
                  <a:pt x="564041" y="30570"/>
                </a:lnTo>
                <a:lnTo>
                  <a:pt x="564044" y="30343"/>
                </a:lnTo>
                <a:lnTo>
                  <a:pt x="564053" y="30120"/>
                </a:lnTo>
                <a:lnTo>
                  <a:pt x="564069" y="29902"/>
                </a:lnTo>
                <a:lnTo>
                  <a:pt x="564090" y="29689"/>
                </a:lnTo>
                <a:lnTo>
                  <a:pt x="564118" y="29480"/>
                </a:lnTo>
                <a:lnTo>
                  <a:pt x="564152" y="29276"/>
                </a:lnTo>
                <a:lnTo>
                  <a:pt x="564193" y="29077"/>
                </a:lnTo>
                <a:lnTo>
                  <a:pt x="564239" y="28882"/>
                </a:lnTo>
                <a:lnTo>
                  <a:pt x="564292" y="28692"/>
                </a:lnTo>
                <a:lnTo>
                  <a:pt x="564351" y="28506"/>
                </a:lnTo>
                <a:lnTo>
                  <a:pt x="564417" y="28325"/>
                </a:lnTo>
                <a:lnTo>
                  <a:pt x="564488" y="28149"/>
                </a:lnTo>
                <a:lnTo>
                  <a:pt x="564566" y="27977"/>
                </a:lnTo>
                <a:lnTo>
                  <a:pt x="564650" y="27810"/>
                </a:lnTo>
                <a:lnTo>
                  <a:pt x="564740" y="27648"/>
                </a:lnTo>
                <a:lnTo>
                  <a:pt x="564836" y="27490"/>
                </a:lnTo>
                <a:lnTo>
                  <a:pt x="564939" y="27337"/>
                </a:lnTo>
                <a:lnTo>
                  <a:pt x="565048" y="27188"/>
                </a:lnTo>
                <a:lnTo>
                  <a:pt x="565163" y="27044"/>
                </a:lnTo>
                <a:lnTo>
                  <a:pt x="565284" y="26905"/>
                </a:lnTo>
                <a:lnTo>
                  <a:pt x="565411" y="26770"/>
                </a:lnTo>
                <a:lnTo>
                  <a:pt x="565545" y="26640"/>
                </a:lnTo>
                <a:lnTo>
                  <a:pt x="565685" y="26515"/>
                </a:lnTo>
                <a:lnTo>
                  <a:pt x="565831" y="26394"/>
                </a:lnTo>
                <a:lnTo>
                  <a:pt x="565984" y="26278"/>
                </a:lnTo>
                <a:lnTo>
                  <a:pt x="566144" y="26167"/>
                </a:lnTo>
                <a:lnTo>
                  <a:pt x="566312" y="26060"/>
                </a:lnTo>
                <a:lnTo>
                  <a:pt x="566487" y="25959"/>
                </a:lnTo>
                <a:lnTo>
                  <a:pt x="566670" y="25863"/>
                </a:lnTo>
                <a:lnTo>
                  <a:pt x="566861" y="25771"/>
                </a:lnTo>
                <a:lnTo>
                  <a:pt x="567059" y="25685"/>
                </a:lnTo>
                <a:lnTo>
                  <a:pt x="567264" y="25603"/>
                </a:lnTo>
                <a:lnTo>
                  <a:pt x="567477" y="25527"/>
                </a:lnTo>
                <a:lnTo>
                  <a:pt x="567697" y="25455"/>
                </a:lnTo>
                <a:lnTo>
                  <a:pt x="567925" y="25388"/>
                </a:lnTo>
                <a:lnTo>
                  <a:pt x="568160" y="25327"/>
                </a:lnTo>
                <a:lnTo>
                  <a:pt x="568403" y="25270"/>
                </a:lnTo>
                <a:lnTo>
                  <a:pt x="568653" y="25218"/>
                </a:lnTo>
                <a:lnTo>
                  <a:pt x="568911" y="25171"/>
                </a:lnTo>
                <a:lnTo>
                  <a:pt x="569177" y="25129"/>
                </a:lnTo>
                <a:lnTo>
                  <a:pt x="569449" y="25092"/>
                </a:lnTo>
                <a:lnTo>
                  <a:pt x="569730" y="25060"/>
                </a:lnTo>
                <a:lnTo>
                  <a:pt x="570017" y="25033"/>
                </a:lnTo>
                <a:lnTo>
                  <a:pt x="570313" y="25010"/>
                </a:lnTo>
                <a:lnTo>
                  <a:pt x="570615" y="24993"/>
                </a:lnTo>
                <a:lnTo>
                  <a:pt x="570926" y="24981"/>
                </a:lnTo>
                <a:lnTo>
                  <a:pt x="571243" y="24973"/>
                </a:lnTo>
                <a:lnTo>
                  <a:pt x="571569" y="24971"/>
                </a:lnTo>
                <a:lnTo>
                  <a:pt x="575058" y="24971"/>
                </a:lnTo>
                <a:lnTo>
                  <a:pt x="575323" y="24973"/>
                </a:lnTo>
                <a:lnTo>
                  <a:pt x="575585" y="24980"/>
                </a:lnTo>
                <a:lnTo>
                  <a:pt x="575842" y="24991"/>
                </a:lnTo>
                <a:lnTo>
                  <a:pt x="576094" y="25007"/>
                </a:lnTo>
                <a:lnTo>
                  <a:pt x="576343" y="25027"/>
                </a:lnTo>
                <a:lnTo>
                  <a:pt x="576587" y="25051"/>
                </a:lnTo>
                <a:lnTo>
                  <a:pt x="576826" y="25080"/>
                </a:lnTo>
                <a:lnTo>
                  <a:pt x="577062" y="25114"/>
                </a:lnTo>
                <a:lnTo>
                  <a:pt x="577293" y="25152"/>
                </a:lnTo>
                <a:lnTo>
                  <a:pt x="577520" y="25194"/>
                </a:lnTo>
                <a:lnTo>
                  <a:pt x="577742" y="25241"/>
                </a:lnTo>
                <a:lnTo>
                  <a:pt x="577960" y="25292"/>
                </a:lnTo>
                <a:lnTo>
                  <a:pt x="578174" y="25348"/>
                </a:lnTo>
                <a:lnTo>
                  <a:pt x="578384" y="25408"/>
                </a:lnTo>
                <a:lnTo>
                  <a:pt x="578589" y="25473"/>
                </a:lnTo>
                <a:lnTo>
                  <a:pt x="578790" y="25542"/>
                </a:lnTo>
                <a:lnTo>
                  <a:pt x="578987" y="25616"/>
                </a:lnTo>
                <a:lnTo>
                  <a:pt x="579179" y="25694"/>
                </a:lnTo>
                <a:lnTo>
                  <a:pt x="579368" y="25777"/>
                </a:lnTo>
                <a:lnTo>
                  <a:pt x="579551" y="25864"/>
                </a:lnTo>
                <a:lnTo>
                  <a:pt x="579731" y="25955"/>
                </a:lnTo>
                <a:lnTo>
                  <a:pt x="579906" y="26051"/>
                </a:lnTo>
                <a:lnTo>
                  <a:pt x="580077" y="26152"/>
                </a:lnTo>
                <a:lnTo>
                  <a:pt x="580244" y="26257"/>
                </a:lnTo>
                <a:lnTo>
                  <a:pt x="580405" y="26365"/>
                </a:lnTo>
                <a:lnTo>
                  <a:pt x="580561" y="26476"/>
                </a:lnTo>
                <a:lnTo>
                  <a:pt x="580711" y="26589"/>
                </a:lnTo>
                <a:lnTo>
                  <a:pt x="580854" y="26705"/>
                </a:lnTo>
                <a:lnTo>
                  <a:pt x="580992" y="26824"/>
                </a:lnTo>
                <a:lnTo>
                  <a:pt x="581124" y="26945"/>
                </a:lnTo>
                <a:lnTo>
                  <a:pt x="581251" y="27069"/>
                </a:lnTo>
                <a:lnTo>
                  <a:pt x="581371" y="27195"/>
                </a:lnTo>
                <a:lnTo>
                  <a:pt x="581485" y="27323"/>
                </a:lnTo>
                <a:lnTo>
                  <a:pt x="581594" y="27455"/>
                </a:lnTo>
                <a:lnTo>
                  <a:pt x="581696" y="27588"/>
                </a:lnTo>
                <a:lnTo>
                  <a:pt x="581793" y="27725"/>
                </a:lnTo>
                <a:lnTo>
                  <a:pt x="581884" y="27864"/>
                </a:lnTo>
                <a:lnTo>
                  <a:pt x="581969" y="28005"/>
                </a:lnTo>
                <a:lnTo>
                  <a:pt x="582048" y="28149"/>
                </a:lnTo>
                <a:lnTo>
                  <a:pt x="582121" y="28296"/>
                </a:lnTo>
                <a:lnTo>
                  <a:pt x="582188" y="28445"/>
                </a:lnTo>
                <a:lnTo>
                  <a:pt x="582249" y="28596"/>
                </a:lnTo>
                <a:lnTo>
                  <a:pt x="582305" y="28751"/>
                </a:lnTo>
                <a:lnTo>
                  <a:pt x="582354" y="28907"/>
                </a:lnTo>
                <a:lnTo>
                  <a:pt x="582398" y="29067"/>
                </a:lnTo>
                <a:lnTo>
                  <a:pt x="582436" y="29229"/>
                </a:lnTo>
                <a:lnTo>
                  <a:pt x="582467" y="29393"/>
                </a:lnTo>
                <a:lnTo>
                  <a:pt x="582493" y="29560"/>
                </a:lnTo>
                <a:lnTo>
                  <a:pt x="593969" y="29560"/>
                </a:lnTo>
                <a:lnTo>
                  <a:pt x="593930" y="29036"/>
                </a:lnTo>
                <a:lnTo>
                  <a:pt x="593875" y="28522"/>
                </a:lnTo>
                <a:lnTo>
                  <a:pt x="593804" y="28016"/>
                </a:lnTo>
                <a:lnTo>
                  <a:pt x="593716" y="27520"/>
                </a:lnTo>
                <a:lnTo>
                  <a:pt x="593613" y="27032"/>
                </a:lnTo>
                <a:lnTo>
                  <a:pt x="593493" y="26553"/>
                </a:lnTo>
                <a:lnTo>
                  <a:pt x="593356" y="26083"/>
                </a:lnTo>
                <a:lnTo>
                  <a:pt x="593204" y="25623"/>
                </a:lnTo>
                <a:lnTo>
                  <a:pt x="593035" y="25171"/>
                </a:lnTo>
                <a:lnTo>
                  <a:pt x="592850" y="24727"/>
                </a:lnTo>
                <a:lnTo>
                  <a:pt x="592649" y="24293"/>
                </a:lnTo>
                <a:lnTo>
                  <a:pt x="592431" y="23868"/>
                </a:lnTo>
                <a:lnTo>
                  <a:pt x="592197" y="23452"/>
                </a:lnTo>
                <a:lnTo>
                  <a:pt x="591947" y="23044"/>
                </a:lnTo>
                <a:lnTo>
                  <a:pt x="591681" y="22646"/>
                </a:lnTo>
                <a:lnTo>
                  <a:pt x="591398" y="22256"/>
                </a:lnTo>
                <a:lnTo>
                  <a:pt x="591099" y="21876"/>
                </a:lnTo>
                <a:lnTo>
                  <a:pt x="590784" y="21504"/>
                </a:lnTo>
                <a:lnTo>
                  <a:pt x="590453" y="21141"/>
                </a:lnTo>
                <a:lnTo>
                  <a:pt x="590105" y="20788"/>
                </a:lnTo>
                <a:lnTo>
                  <a:pt x="589741" y="20443"/>
                </a:lnTo>
                <a:lnTo>
                  <a:pt x="589361" y="20107"/>
                </a:lnTo>
                <a:lnTo>
                  <a:pt x="588965" y="19780"/>
                </a:lnTo>
                <a:lnTo>
                  <a:pt x="588552" y="19461"/>
                </a:lnTo>
                <a:lnTo>
                  <a:pt x="588125" y="19154"/>
                </a:lnTo>
                <a:lnTo>
                  <a:pt x="587687" y="18860"/>
                </a:lnTo>
                <a:lnTo>
                  <a:pt x="587237" y="18579"/>
                </a:lnTo>
                <a:lnTo>
                  <a:pt x="586775" y="18311"/>
                </a:lnTo>
                <a:lnTo>
                  <a:pt x="586301" y="18056"/>
                </a:lnTo>
                <a:lnTo>
                  <a:pt x="585815" y="17815"/>
                </a:lnTo>
                <a:lnTo>
                  <a:pt x="585318" y="17586"/>
                </a:lnTo>
                <a:lnTo>
                  <a:pt x="584809" y="17370"/>
                </a:lnTo>
                <a:lnTo>
                  <a:pt x="584288" y="17168"/>
                </a:lnTo>
                <a:lnTo>
                  <a:pt x="583755" y="16978"/>
                </a:lnTo>
                <a:lnTo>
                  <a:pt x="583211" y="16802"/>
                </a:lnTo>
                <a:lnTo>
                  <a:pt x="582654" y="16638"/>
                </a:lnTo>
                <a:lnTo>
                  <a:pt x="582086" y="16488"/>
                </a:lnTo>
                <a:lnTo>
                  <a:pt x="581506" y="16351"/>
                </a:lnTo>
                <a:lnTo>
                  <a:pt x="580914" y="16227"/>
                </a:lnTo>
                <a:lnTo>
                  <a:pt x="580311" y="16116"/>
                </a:lnTo>
                <a:lnTo>
                  <a:pt x="579695" y="16018"/>
                </a:lnTo>
                <a:lnTo>
                  <a:pt x="579068" y="15933"/>
                </a:lnTo>
                <a:lnTo>
                  <a:pt x="578429" y="15861"/>
                </a:lnTo>
                <a:lnTo>
                  <a:pt x="577779" y="15802"/>
                </a:lnTo>
                <a:lnTo>
                  <a:pt x="577116" y="15756"/>
                </a:lnTo>
                <a:lnTo>
                  <a:pt x="576442" y="15724"/>
                </a:lnTo>
                <a:lnTo>
                  <a:pt x="575756" y="15704"/>
                </a:lnTo>
                <a:lnTo>
                  <a:pt x="575058" y="15697"/>
                </a:lnTo>
                <a:lnTo>
                  <a:pt x="571569" y="15697"/>
                </a:lnTo>
                <a:lnTo>
                  <a:pt x="570804" y="15704"/>
                </a:lnTo>
                <a:lnTo>
                  <a:pt x="570054" y="15725"/>
                </a:lnTo>
                <a:lnTo>
                  <a:pt x="569321" y="15758"/>
                </a:lnTo>
                <a:lnTo>
                  <a:pt x="568603" y="15806"/>
                </a:lnTo>
                <a:lnTo>
                  <a:pt x="567900" y="15867"/>
                </a:lnTo>
                <a:lnTo>
                  <a:pt x="567214" y="15941"/>
                </a:lnTo>
                <a:lnTo>
                  <a:pt x="566543" y="16029"/>
                </a:lnTo>
                <a:lnTo>
                  <a:pt x="565887" y="16131"/>
                </a:lnTo>
                <a:lnTo>
                  <a:pt x="565247" y="16246"/>
                </a:lnTo>
                <a:lnTo>
                  <a:pt x="564623" y="16375"/>
                </a:lnTo>
                <a:lnTo>
                  <a:pt x="564014" y="16517"/>
                </a:lnTo>
                <a:lnTo>
                  <a:pt x="563421" y="16673"/>
                </a:lnTo>
                <a:lnTo>
                  <a:pt x="562844" y="16843"/>
                </a:lnTo>
                <a:lnTo>
                  <a:pt x="562282" y="17025"/>
                </a:lnTo>
                <a:lnTo>
                  <a:pt x="561736" y="17222"/>
                </a:lnTo>
                <a:lnTo>
                  <a:pt x="561205" y="17432"/>
                </a:lnTo>
                <a:lnTo>
                  <a:pt x="560690" y="17656"/>
                </a:lnTo>
                <a:lnTo>
                  <a:pt x="560191" y="17893"/>
                </a:lnTo>
                <a:lnTo>
                  <a:pt x="559707" y="18143"/>
                </a:lnTo>
                <a:lnTo>
                  <a:pt x="559239" y="18408"/>
                </a:lnTo>
                <a:lnTo>
                  <a:pt x="558786" y="18685"/>
                </a:lnTo>
                <a:lnTo>
                  <a:pt x="558349" y="18977"/>
                </a:lnTo>
                <a:lnTo>
                  <a:pt x="557928" y="19282"/>
                </a:lnTo>
                <a:lnTo>
                  <a:pt x="557523" y="19600"/>
                </a:lnTo>
                <a:lnTo>
                  <a:pt x="557133" y="19931"/>
                </a:lnTo>
                <a:lnTo>
                  <a:pt x="556760" y="20272"/>
                </a:lnTo>
                <a:lnTo>
                  <a:pt x="556404" y="20625"/>
                </a:lnTo>
                <a:lnTo>
                  <a:pt x="556064" y="20989"/>
                </a:lnTo>
                <a:lnTo>
                  <a:pt x="555741" y="21363"/>
                </a:lnTo>
                <a:lnTo>
                  <a:pt x="555434" y="21749"/>
                </a:lnTo>
                <a:lnTo>
                  <a:pt x="555144" y="22145"/>
                </a:lnTo>
                <a:lnTo>
                  <a:pt x="554870" y="22553"/>
                </a:lnTo>
                <a:lnTo>
                  <a:pt x="554613" y="22971"/>
                </a:lnTo>
                <a:lnTo>
                  <a:pt x="554373" y="23401"/>
                </a:lnTo>
                <a:lnTo>
                  <a:pt x="554149" y="23842"/>
                </a:lnTo>
                <a:lnTo>
                  <a:pt x="553942" y="24293"/>
                </a:lnTo>
                <a:lnTo>
                  <a:pt x="553752" y="24756"/>
                </a:lnTo>
                <a:lnTo>
                  <a:pt x="553577" y="25229"/>
                </a:lnTo>
                <a:lnTo>
                  <a:pt x="553420" y="25714"/>
                </a:lnTo>
                <a:lnTo>
                  <a:pt x="553279" y="26209"/>
                </a:lnTo>
                <a:lnTo>
                  <a:pt x="553155" y="26716"/>
                </a:lnTo>
                <a:lnTo>
                  <a:pt x="553047" y="27234"/>
                </a:lnTo>
                <a:lnTo>
                  <a:pt x="552956" y="27762"/>
                </a:lnTo>
                <a:lnTo>
                  <a:pt x="552881" y="28302"/>
                </a:lnTo>
                <a:lnTo>
                  <a:pt x="552823" y="28852"/>
                </a:lnTo>
                <a:lnTo>
                  <a:pt x="552782" y="29414"/>
                </a:lnTo>
                <a:lnTo>
                  <a:pt x="552757" y="29986"/>
                </a:lnTo>
                <a:lnTo>
                  <a:pt x="552749" y="30570"/>
                </a:lnTo>
                <a:lnTo>
                  <a:pt x="552756" y="31130"/>
                </a:lnTo>
                <a:lnTo>
                  <a:pt x="552777" y="31679"/>
                </a:lnTo>
                <a:lnTo>
                  <a:pt x="552812" y="32215"/>
                </a:lnTo>
                <a:lnTo>
                  <a:pt x="552861" y="32740"/>
                </a:lnTo>
                <a:lnTo>
                  <a:pt x="552924" y="33253"/>
                </a:lnTo>
                <a:lnTo>
                  <a:pt x="553001" y="33755"/>
                </a:lnTo>
                <a:lnTo>
                  <a:pt x="553092" y="34244"/>
                </a:lnTo>
                <a:lnTo>
                  <a:pt x="553198" y="34722"/>
                </a:lnTo>
                <a:lnTo>
                  <a:pt x="553317" y="35188"/>
                </a:lnTo>
                <a:lnTo>
                  <a:pt x="553450" y="35642"/>
                </a:lnTo>
                <a:lnTo>
                  <a:pt x="553597" y="36084"/>
                </a:lnTo>
                <a:lnTo>
                  <a:pt x="553759" y="36515"/>
                </a:lnTo>
                <a:lnTo>
                  <a:pt x="553934" y="36933"/>
                </a:lnTo>
                <a:lnTo>
                  <a:pt x="554123" y="37340"/>
                </a:lnTo>
                <a:lnTo>
                  <a:pt x="554327" y="37735"/>
                </a:lnTo>
                <a:lnTo>
                  <a:pt x="554544" y="38119"/>
                </a:lnTo>
                <a:lnTo>
                  <a:pt x="554776" y="38490"/>
                </a:lnTo>
                <a:lnTo>
                  <a:pt x="555021" y="38850"/>
                </a:lnTo>
                <a:lnTo>
                  <a:pt x="555281" y="39198"/>
                </a:lnTo>
                <a:lnTo>
                  <a:pt x="555554" y="39534"/>
                </a:lnTo>
                <a:lnTo>
                  <a:pt x="555842" y="39858"/>
                </a:lnTo>
                <a:lnTo>
                  <a:pt x="556143" y="40171"/>
                </a:lnTo>
                <a:lnTo>
                  <a:pt x="556459" y="40472"/>
                </a:lnTo>
                <a:lnTo>
                  <a:pt x="556789" y="40761"/>
                </a:lnTo>
                <a:lnTo>
                  <a:pt x="557133" y="41040"/>
                </a:lnTo>
                <a:lnTo>
                  <a:pt x="557494" y="41312"/>
                </a:lnTo>
                <a:lnTo>
                  <a:pt x="557870" y="41576"/>
                </a:lnTo>
                <a:lnTo>
                  <a:pt x="558263" y="41832"/>
                </a:lnTo>
                <a:lnTo>
                  <a:pt x="558671" y="42081"/>
                </a:lnTo>
                <a:lnTo>
                  <a:pt x="559095" y="42322"/>
                </a:lnTo>
                <a:lnTo>
                  <a:pt x="559536" y="42555"/>
                </a:lnTo>
                <a:lnTo>
                  <a:pt x="559992" y="42781"/>
                </a:lnTo>
                <a:lnTo>
                  <a:pt x="560464" y="42999"/>
                </a:lnTo>
                <a:lnTo>
                  <a:pt x="560952" y="43209"/>
                </a:lnTo>
                <a:lnTo>
                  <a:pt x="561456" y="43412"/>
                </a:lnTo>
                <a:lnTo>
                  <a:pt x="561976" y="43607"/>
                </a:lnTo>
                <a:lnTo>
                  <a:pt x="562512" y="43794"/>
                </a:lnTo>
                <a:lnTo>
                  <a:pt x="563063" y="43974"/>
                </a:lnTo>
                <a:lnTo>
                  <a:pt x="563631" y="44146"/>
                </a:lnTo>
                <a:lnTo>
                  <a:pt x="564215" y="44311"/>
                </a:lnTo>
                <a:lnTo>
                  <a:pt x="564814" y="44468"/>
                </a:lnTo>
                <a:lnTo>
                  <a:pt x="565430" y="44617"/>
                </a:lnTo>
                <a:lnTo>
                  <a:pt x="566061" y="44758"/>
                </a:lnTo>
                <a:lnTo>
                  <a:pt x="566709" y="44892"/>
                </a:lnTo>
                <a:lnTo>
                  <a:pt x="567372" y="45018"/>
                </a:lnTo>
                <a:lnTo>
                  <a:pt x="568051" y="45137"/>
                </a:lnTo>
                <a:lnTo>
                  <a:pt x="568746" y="45248"/>
                </a:lnTo>
                <a:lnTo>
                  <a:pt x="569458" y="45351"/>
                </a:lnTo>
                <a:lnTo>
                  <a:pt x="575700" y="46269"/>
                </a:lnTo>
                <a:lnTo>
                  <a:pt x="576025" y="46309"/>
                </a:lnTo>
                <a:lnTo>
                  <a:pt x="576343" y="46353"/>
                </a:lnTo>
                <a:lnTo>
                  <a:pt x="576654" y="46400"/>
                </a:lnTo>
                <a:lnTo>
                  <a:pt x="576958" y="46451"/>
                </a:lnTo>
                <a:lnTo>
                  <a:pt x="577255" y="46506"/>
                </a:lnTo>
                <a:lnTo>
                  <a:pt x="577544" y="46564"/>
                </a:lnTo>
                <a:lnTo>
                  <a:pt x="577826" y="46627"/>
                </a:lnTo>
                <a:lnTo>
                  <a:pt x="578102" y="46692"/>
                </a:lnTo>
                <a:lnTo>
                  <a:pt x="578370" y="46762"/>
                </a:lnTo>
                <a:lnTo>
                  <a:pt x="578630" y="46835"/>
                </a:lnTo>
                <a:lnTo>
                  <a:pt x="578884" y="46912"/>
                </a:lnTo>
                <a:lnTo>
                  <a:pt x="579130" y="46992"/>
                </a:lnTo>
                <a:lnTo>
                  <a:pt x="579370" y="47076"/>
                </a:lnTo>
                <a:lnTo>
                  <a:pt x="579602" y="47164"/>
                </a:lnTo>
                <a:lnTo>
                  <a:pt x="579827" y="47255"/>
                </a:lnTo>
                <a:lnTo>
                  <a:pt x="580045" y="47350"/>
                </a:lnTo>
                <a:lnTo>
                  <a:pt x="580255" y="47449"/>
                </a:lnTo>
                <a:lnTo>
                  <a:pt x="580459" y="47551"/>
                </a:lnTo>
                <a:lnTo>
                  <a:pt x="580655" y="47657"/>
                </a:lnTo>
                <a:lnTo>
                  <a:pt x="580844" y="47767"/>
                </a:lnTo>
                <a:lnTo>
                  <a:pt x="581026" y="47880"/>
                </a:lnTo>
                <a:lnTo>
                  <a:pt x="581200" y="47997"/>
                </a:lnTo>
                <a:lnTo>
                  <a:pt x="581368" y="48118"/>
                </a:lnTo>
                <a:lnTo>
                  <a:pt x="581528" y="48242"/>
                </a:lnTo>
                <a:lnTo>
                  <a:pt x="581682" y="48371"/>
                </a:lnTo>
                <a:lnTo>
                  <a:pt x="581829" y="48503"/>
                </a:lnTo>
                <a:lnTo>
                  <a:pt x="581970" y="48639"/>
                </a:lnTo>
                <a:lnTo>
                  <a:pt x="582104" y="48779"/>
                </a:lnTo>
                <a:lnTo>
                  <a:pt x="582231" y="48923"/>
                </a:lnTo>
                <a:lnTo>
                  <a:pt x="582352" y="49071"/>
                </a:lnTo>
                <a:lnTo>
                  <a:pt x="582466" y="49224"/>
                </a:lnTo>
                <a:lnTo>
                  <a:pt x="582574" y="49380"/>
                </a:lnTo>
                <a:lnTo>
                  <a:pt x="582676" y="49540"/>
                </a:lnTo>
                <a:lnTo>
                  <a:pt x="582770" y="49704"/>
                </a:lnTo>
                <a:lnTo>
                  <a:pt x="582859" y="49872"/>
                </a:lnTo>
                <a:lnTo>
                  <a:pt x="582940" y="50044"/>
                </a:lnTo>
                <a:lnTo>
                  <a:pt x="583015" y="50220"/>
                </a:lnTo>
                <a:lnTo>
                  <a:pt x="583084" y="50400"/>
                </a:lnTo>
                <a:lnTo>
                  <a:pt x="583146" y="50584"/>
                </a:lnTo>
                <a:lnTo>
                  <a:pt x="583202" y="50772"/>
                </a:lnTo>
                <a:lnTo>
                  <a:pt x="583251" y="50964"/>
                </a:lnTo>
                <a:lnTo>
                  <a:pt x="583293" y="51160"/>
                </a:lnTo>
                <a:lnTo>
                  <a:pt x="583329" y="51360"/>
                </a:lnTo>
                <a:lnTo>
                  <a:pt x="583359" y="51564"/>
                </a:lnTo>
                <a:lnTo>
                  <a:pt x="583382" y="51772"/>
                </a:lnTo>
                <a:lnTo>
                  <a:pt x="583398" y="51984"/>
                </a:lnTo>
                <a:lnTo>
                  <a:pt x="583408" y="52200"/>
                </a:lnTo>
                <a:lnTo>
                  <a:pt x="583411" y="52420"/>
                </a:lnTo>
                <a:lnTo>
                  <a:pt x="583407" y="52655"/>
                </a:lnTo>
                <a:lnTo>
                  <a:pt x="583396" y="52886"/>
                </a:lnTo>
                <a:lnTo>
                  <a:pt x="583378" y="53112"/>
                </a:lnTo>
                <a:lnTo>
                  <a:pt x="583352" y="53335"/>
                </a:lnTo>
                <a:lnTo>
                  <a:pt x="583319" y="53553"/>
                </a:lnTo>
                <a:lnTo>
                  <a:pt x="583279" y="53768"/>
                </a:lnTo>
                <a:lnTo>
                  <a:pt x="583231" y="53978"/>
                </a:lnTo>
                <a:lnTo>
                  <a:pt x="583176" y="54184"/>
                </a:lnTo>
                <a:lnTo>
                  <a:pt x="583114" y="54386"/>
                </a:lnTo>
                <a:lnTo>
                  <a:pt x="583044" y="54584"/>
                </a:lnTo>
                <a:lnTo>
                  <a:pt x="582968" y="54777"/>
                </a:lnTo>
                <a:lnTo>
                  <a:pt x="582883" y="54967"/>
                </a:lnTo>
                <a:lnTo>
                  <a:pt x="582792" y="55152"/>
                </a:lnTo>
                <a:lnTo>
                  <a:pt x="582693" y="55333"/>
                </a:lnTo>
                <a:lnTo>
                  <a:pt x="582586" y="55510"/>
                </a:lnTo>
                <a:lnTo>
                  <a:pt x="582473" y="55683"/>
                </a:lnTo>
                <a:lnTo>
                  <a:pt x="582352" y="55852"/>
                </a:lnTo>
                <a:lnTo>
                  <a:pt x="582224" y="56017"/>
                </a:lnTo>
                <a:lnTo>
                  <a:pt x="582088" y="56177"/>
                </a:lnTo>
                <a:lnTo>
                  <a:pt x="581945" y="56334"/>
                </a:lnTo>
                <a:lnTo>
                  <a:pt x="581795" y="56486"/>
                </a:lnTo>
                <a:lnTo>
                  <a:pt x="581637" y="56634"/>
                </a:lnTo>
                <a:lnTo>
                  <a:pt x="581472" y="56778"/>
                </a:lnTo>
                <a:lnTo>
                  <a:pt x="581300" y="56918"/>
                </a:lnTo>
                <a:lnTo>
                  <a:pt x="581120" y="57053"/>
                </a:lnTo>
                <a:lnTo>
                  <a:pt x="580933" y="57182"/>
                </a:lnTo>
                <a:lnTo>
                  <a:pt x="580739" y="57305"/>
                </a:lnTo>
                <a:lnTo>
                  <a:pt x="580538" y="57423"/>
                </a:lnTo>
                <a:lnTo>
                  <a:pt x="580329" y="57535"/>
                </a:lnTo>
                <a:lnTo>
                  <a:pt x="580112" y="57641"/>
                </a:lnTo>
                <a:lnTo>
                  <a:pt x="579889" y="57741"/>
                </a:lnTo>
                <a:lnTo>
                  <a:pt x="579658" y="57836"/>
                </a:lnTo>
                <a:lnTo>
                  <a:pt x="579420" y="57925"/>
                </a:lnTo>
                <a:lnTo>
                  <a:pt x="579174" y="58008"/>
                </a:lnTo>
                <a:lnTo>
                  <a:pt x="578921" y="58086"/>
                </a:lnTo>
                <a:lnTo>
                  <a:pt x="578661" y="58157"/>
                </a:lnTo>
                <a:lnTo>
                  <a:pt x="578393" y="58223"/>
                </a:lnTo>
                <a:lnTo>
                  <a:pt x="578118" y="58284"/>
                </a:lnTo>
                <a:lnTo>
                  <a:pt x="577836" y="58338"/>
                </a:lnTo>
                <a:lnTo>
                  <a:pt x="577546" y="58387"/>
                </a:lnTo>
                <a:lnTo>
                  <a:pt x="577249" y="58430"/>
                </a:lnTo>
                <a:lnTo>
                  <a:pt x="576945" y="58467"/>
                </a:lnTo>
                <a:lnTo>
                  <a:pt x="576634" y="58499"/>
                </a:lnTo>
                <a:lnTo>
                  <a:pt x="576315" y="58525"/>
                </a:lnTo>
                <a:lnTo>
                  <a:pt x="575988" y="58545"/>
                </a:lnTo>
                <a:lnTo>
                  <a:pt x="575655" y="58559"/>
                </a:lnTo>
                <a:lnTo>
                  <a:pt x="575314" y="58568"/>
                </a:lnTo>
                <a:lnTo>
                  <a:pt x="574965" y="58571"/>
                </a:lnTo>
                <a:lnTo>
                  <a:pt x="570927" y="58571"/>
                </a:lnTo>
                <a:lnTo>
                  <a:pt x="570638" y="58568"/>
                </a:lnTo>
                <a:lnTo>
                  <a:pt x="570355" y="58560"/>
                </a:lnTo>
                <a:lnTo>
                  <a:pt x="570075" y="58548"/>
                </a:lnTo>
                <a:lnTo>
                  <a:pt x="569801" y="58530"/>
                </a:lnTo>
                <a:lnTo>
                  <a:pt x="569531" y="58507"/>
                </a:lnTo>
                <a:lnTo>
                  <a:pt x="569266" y="58479"/>
                </a:lnTo>
                <a:lnTo>
                  <a:pt x="569005" y="58446"/>
                </a:lnTo>
                <a:lnTo>
                  <a:pt x="568749" y="58408"/>
                </a:lnTo>
                <a:lnTo>
                  <a:pt x="568497" y="58364"/>
                </a:lnTo>
                <a:lnTo>
                  <a:pt x="568250" y="58316"/>
                </a:lnTo>
                <a:lnTo>
                  <a:pt x="568008" y="58262"/>
                </a:lnTo>
                <a:lnTo>
                  <a:pt x="567771" y="58204"/>
                </a:lnTo>
                <a:lnTo>
                  <a:pt x="567538" y="58140"/>
                </a:lnTo>
                <a:lnTo>
                  <a:pt x="567309" y="58071"/>
                </a:lnTo>
                <a:lnTo>
                  <a:pt x="567086" y="57997"/>
                </a:lnTo>
                <a:lnTo>
                  <a:pt x="566866" y="57918"/>
                </a:lnTo>
                <a:lnTo>
                  <a:pt x="566652" y="57834"/>
                </a:lnTo>
                <a:lnTo>
                  <a:pt x="566442" y="57745"/>
                </a:lnTo>
                <a:lnTo>
                  <a:pt x="566237" y="57651"/>
                </a:lnTo>
                <a:lnTo>
                  <a:pt x="566036" y="57551"/>
                </a:lnTo>
                <a:lnTo>
                  <a:pt x="565840" y="57447"/>
                </a:lnTo>
                <a:lnTo>
                  <a:pt x="565649" y="57337"/>
                </a:lnTo>
                <a:lnTo>
                  <a:pt x="565462" y="57222"/>
                </a:lnTo>
                <a:lnTo>
                  <a:pt x="565280" y="57103"/>
                </a:lnTo>
                <a:lnTo>
                  <a:pt x="565104" y="56979"/>
                </a:lnTo>
                <a:lnTo>
                  <a:pt x="564934" y="56851"/>
                </a:lnTo>
                <a:lnTo>
                  <a:pt x="564772" y="56721"/>
                </a:lnTo>
                <a:lnTo>
                  <a:pt x="564616" y="56587"/>
                </a:lnTo>
                <a:lnTo>
                  <a:pt x="564467" y="56451"/>
                </a:lnTo>
                <a:lnTo>
                  <a:pt x="564325" y="56311"/>
                </a:lnTo>
                <a:lnTo>
                  <a:pt x="564190" y="56167"/>
                </a:lnTo>
                <a:lnTo>
                  <a:pt x="564061" y="56021"/>
                </a:lnTo>
                <a:lnTo>
                  <a:pt x="563940" y="55871"/>
                </a:lnTo>
                <a:lnTo>
                  <a:pt x="563825" y="55719"/>
                </a:lnTo>
                <a:lnTo>
                  <a:pt x="563717" y="55563"/>
                </a:lnTo>
                <a:lnTo>
                  <a:pt x="563616" y="55404"/>
                </a:lnTo>
                <a:lnTo>
                  <a:pt x="563522" y="55242"/>
                </a:lnTo>
                <a:lnTo>
                  <a:pt x="563435" y="55076"/>
                </a:lnTo>
                <a:lnTo>
                  <a:pt x="563355" y="54907"/>
                </a:lnTo>
                <a:lnTo>
                  <a:pt x="563281" y="54736"/>
                </a:lnTo>
                <a:lnTo>
                  <a:pt x="563214" y="54561"/>
                </a:lnTo>
                <a:lnTo>
                  <a:pt x="563155" y="54382"/>
                </a:lnTo>
                <a:lnTo>
                  <a:pt x="563102" y="54201"/>
                </a:lnTo>
                <a:lnTo>
                  <a:pt x="563056" y="54016"/>
                </a:lnTo>
                <a:lnTo>
                  <a:pt x="563016" y="53829"/>
                </a:lnTo>
                <a:lnTo>
                  <a:pt x="562984" y="53638"/>
                </a:lnTo>
                <a:lnTo>
                  <a:pt x="562958" y="53444"/>
                </a:lnTo>
                <a:lnTo>
                  <a:pt x="562940" y="53246"/>
                </a:lnTo>
                <a:lnTo>
                  <a:pt x="551464" y="53246"/>
                </a:lnTo>
                <a:lnTo>
                  <a:pt x="551483" y="53611"/>
                </a:lnTo>
                <a:lnTo>
                  <a:pt x="551510" y="53972"/>
                </a:lnTo>
                <a:lnTo>
                  <a:pt x="551545" y="54330"/>
                </a:lnTo>
                <a:lnTo>
                  <a:pt x="551588" y="54683"/>
                </a:lnTo>
                <a:lnTo>
                  <a:pt x="551638" y="55032"/>
                </a:lnTo>
                <a:lnTo>
                  <a:pt x="551696" y="55377"/>
                </a:lnTo>
                <a:lnTo>
                  <a:pt x="551762" y="55719"/>
                </a:lnTo>
                <a:lnTo>
                  <a:pt x="551836" y="56056"/>
                </a:lnTo>
                <a:lnTo>
                  <a:pt x="551918" y="56389"/>
                </a:lnTo>
                <a:lnTo>
                  <a:pt x="552007" y="56719"/>
                </a:lnTo>
                <a:lnTo>
                  <a:pt x="552105" y="57044"/>
                </a:lnTo>
                <a:lnTo>
                  <a:pt x="552210" y="57365"/>
                </a:lnTo>
                <a:lnTo>
                  <a:pt x="552323" y="57683"/>
                </a:lnTo>
                <a:lnTo>
                  <a:pt x="552443" y="57996"/>
                </a:lnTo>
                <a:lnTo>
                  <a:pt x="552572" y="58306"/>
                </a:lnTo>
                <a:lnTo>
                  <a:pt x="552708" y="58611"/>
                </a:lnTo>
                <a:lnTo>
                  <a:pt x="552852" y="58912"/>
                </a:lnTo>
                <a:lnTo>
                  <a:pt x="553004" y="59210"/>
                </a:lnTo>
                <a:lnTo>
                  <a:pt x="553164" y="59503"/>
                </a:lnTo>
                <a:lnTo>
                  <a:pt x="553331" y="59793"/>
                </a:lnTo>
                <a:lnTo>
                  <a:pt x="553507" y="60079"/>
                </a:lnTo>
                <a:lnTo>
                  <a:pt x="553690" y="60360"/>
                </a:lnTo>
                <a:lnTo>
                  <a:pt x="553881" y="60638"/>
                </a:lnTo>
                <a:lnTo>
                  <a:pt x="554079" y="60911"/>
                </a:lnTo>
                <a:lnTo>
                  <a:pt x="554285" y="61180"/>
                </a:lnTo>
                <a:lnTo>
                  <a:pt x="554498" y="61445"/>
                </a:lnTo>
                <a:lnTo>
                  <a:pt x="554717" y="61704"/>
                </a:lnTo>
                <a:lnTo>
                  <a:pt x="554943" y="61958"/>
                </a:lnTo>
                <a:lnTo>
                  <a:pt x="555175" y="62207"/>
                </a:lnTo>
                <a:lnTo>
                  <a:pt x="555414" y="62452"/>
                </a:lnTo>
                <a:lnTo>
                  <a:pt x="555659" y="62691"/>
                </a:lnTo>
                <a:lnTo>
                  <a:pt x="555911" y="62926"/>
                </a:lnTo>
                <a:lnTo>
                  <a:pt x="556169" y="63155"/>
                </a:lnTo>
                <a:lnTo>
                  <a:pt x="556434" y="63380"/>
                </a:lnTo>
                <a:lnTo>
                  <a:pt x="556705" y="63599"/>
                </a:lnTo>
                <a:lnTo>
                  <a:pt x="556983" y="63814"/>
                </a:lnTo>
                <a:lnTo>
                  <a:pt x="557267" y="64024"/>
                </a:lnTo>
                <a:lnTo>
                  <a:pt x="557558" y="64229"/>
                </a:lnTo>
                <a:lnTo>
                  <a:pt x="557856" y="64429"/>
                </a:lnTo>
                <a:lnTo>
                  <a:pt x="558160" y="64624"/>
                </a:lnTo>
                <a:lnTo>
                  <a:pt x="558470" y="64814"/>
                </a:lnTo>
                <a:lnTo>
                  <a:pt x="558787" y="64999"/>
                </a:lnTo>
                <a:lnTo>
                  <a:pt x="559111" y="65179"/>
                </a:lnTo>
                <a:lnTo>
                  <a:pt x="559441" y="65355"/>
                </a:lnTo>
                <a:lnTo>
                  <a:pt x="559778" y="65525"/>
                </a:lnTo>
                <a:lnTo>
                  <a:pt x="560121" y="65690"/>
                </a:lnTo>
                <a:lnTo>
                  <a:pt x="560471" y="65851"/>
                </a:lnTo>
                <a:lnTo>
                  <a:pt x="560827" y="66006"/>
                </a:lnTo>
                <a:lnTo>
                  <a:pt x="561189" y="66156"/>
                </a:lnTo>
                <a:lnTo>
                  <a:pt x="561557" y="66299"/>
                </a:lnTo>
                <a:lnTo>
                  <a:pt x="561929" y="66437"/>
                </a:lnTo>
                <a:lnTo>
                  <a:pt x="562307" y="66567"/>
                </a:lnTo>
                <a:lnTo>
                  <a:pt x="562689" y="66692"/>
                </a:lnTo>
                <a:lnTo>
                  <a:pt x="563077" y="66810"/>
                </a:lnTo>
                <a:lnTo>
                  <a:pt x="563470" y="66921"/>
                </a:lnTo>
                <a:lnTo>
                  <a:pt x="563867" y="67026"/>
                </a:lnTo>
                <a:lnTo>
                  <a:pt x="564270" y="67125"/>
                </a:lnTo>
                <a:lnTo>
                  <a:pt x="564679" y="67218"/>
                </a:lnTo>
                <a:lnTo>
                  <a:pt x="565092" y="67304"/>
                </a:lnTo>
                <a:lnTo>
                  <a:pt x="565510" y="67384"/>
                </a:lnTo>
                <a:lnTo>
                  <a:pt x="565933" y="67457"/>
                </a:lnTo>
                <a:lnTo>
                  <a:pt x="566362" y="67524"/>
                </a:lnTo>
                <a:lnTo>
                  <a:pt x="566795" y="67584"/>
                </a:lnTo>
                <a:lnTo>
                  <a:pt x="567234" y="67639"/>
                </a:lnTo>
                <a:lnTo>
                  <a:pt x="567678" y="67686"/>
                </a:lnTo>
                <a:lnTo>
                  <a:pt x="568127" y="67728"/>
                </a:lnTo>
                <a:lnTo>
                  <a:pt x="568581" y="67763"/>
                </a:lnTo>
                <a:lnTo>
                  <a:pt x="569040" y="67792"/>
                </a:lnTo>
                <a:lnTo>
                  <a:pt x="569504" y="67814"/>
                </a:lnTo>
                <a:lnTo>
                  <a:pt x="569973" y="67830"/>
                </a:lnTo>
                <a:lnTo>
                  <a:pt x="570448" y="67839"/>
                </a:lnTo>
                <a:lnTo>
                  <a:pt x="570927" y="67843"/>
                </a:lnTo>
                <a:lnTo>
                  <a:pt x="574965" y="67843"/>
                </a:lnTo>
                <a:lnTo>
                  <a:pt x="575768" y="67836"/>
                </a:lnTo>
                <a:lnTo>
                  <a:pt x="576555" y="67814"/>
                </a:lnTo>
                <a:lnTo>
                  <a:pt x="577324" y="67779"/>
                </a:lnTo>
                <a:close/>
                <a:moveTo>
                  <a:pt x="483345" y="32773"/>
                </a:moveTo>
                <a:lnTo>
                  <a:pt x="483336" y="32121"/>
                </a:lnTo>
                <a:lnTo>
                  <a:pt x="483308" y="31480"/>
                </a:lnTo>
                <a:lnTo>
                  <a:pt x="483261" y="30851"/>
                </a:lnTo>
                <a:lnTo>
                  <a:pt x="483196" y="30232"/>
                </a:lnTo>
                <a:lnTo>
                  <a:pt x="483112" y="29625"/>
                </a:lnTo>
                <a:lnTo>
                  <a:pt x="483009" y="29030"/>
                </a:lnTo>
                <a:lnTo>
                  <a:pt x="482888" y="28445"/>
                </a:lnTo>
                <a:lnTo>
                  <a:pt x="482748" y="27872"/>
                </a:lnTo>
                <a:lnTo>
                  <a:pt x="482590" y="27311"/>
                </a:lnTo>
                <a:lnTo>
                  <a:pt x="482413" y="26760"/>
                </a:lnTo>
                <a:lnTo>
                  <a:pt x="482217" y="26221"/>
                </a:lnTo>
                <a:lnTo>
                  <a:pt x="482002" y="25693"/>
                </a:lnTo>
                <a:lnTo>
                  <a:pt x="481769" y="25177"/>
                </a:lnTo>
                <a:lnTo>
                  <a:pt x="481518" y="24672"/>
                </a:lnTo>
                <a:lnTo>
                  <a:pt x="481247" y="24178"/>
                </a:lnTo>
                <a:lnTo>
                  <a:pt x="480958" y="23695"/>
                </a:lnTo>
                <a:lnTo>
                  <a:pt x="480650" y="23224"/>
                </a:lnTo>
                <a:lnTo>
                  <a:pt x="480324" y="22764"/>
                </a:lnTo>
                <a:lnTo>
                  <a:pt x="479979" y="22316"/>
                </a:lnTo>
                <a:lnTo>
                  <a:pt x="479615" y="21879"/>
                </a:lnTo>
                <a:lnTo>
                  <a:pt x="479233" y="21453"/>
                </a:lnTo>
                <a:lnTo>
                  <a:pt x="478832" y="21038"/>
                </a:lnTo>
                <a:lnTo>
                  <a:pt x="478413" y="20635"/>
                </a:lnTo>
                <a:lnTo>
                  <a:pt x="477974" y="20243"/>
                </a:lnTo>
                <a:lnTo>
                  <a:pt x="477520" y="19865"/>
                </a:lnTo>
                <a:lnTo>
                  <a:pt x="477052" y="19503"/>
                </a:lnTo>
                <a:lnTo>
                  <a:pt x="476571" y="19156"/>
                </a:lnTo>
                <a:lnTo>
                  <a:pt x="476076" y="18826"/>
                </a:lnTo>
                <a:lnTo>
                  <a:pt x="475568" y="18512"/>
                </a:lnTo>
                <a:lnTo>
                  <a:pt x="475046" y="18215"/>
                </a:lnTo>
                <a:lnTo>
                  <a:pt x="474510" y="17933"/>
                </a:lnTo>
                <a:lnTo>
                  <a:pt x="473961" y="17667"/>
                </a:lnTo>
                <a:lnTo>
                  <a:pt x="473399" y="17418"/>
                </a:lnTo>
                <a:lnTo>
                  <a:pt x="472822" y="17184"/>
                </a:lnTo>
                <a:lnTo>
                  <a:pt x="472233" y="16967"/>
                </a:lnTo>
                <a:lnTo>
                  <a:pt x="471629" y="16766"/>
                </a:lnTo>
                <a:lnTo>
                  <a:pt x="471013" y="16580"/>
                </a:lnTo>
                <a:lnTo>
                  <a:pt x="470382" y="16411"/>
                </a:lnTo>
                <a:lnTo>
                  <a:pt x="469738" y="16258"/>
                </a:lnTo>
                <a:lnTo>
                  <a:pt x="469081" y="16122"/>
                </a:lnTo>
                <a:lnTo>
                  <a:pt x="468410" y="16001"/>
                </a:lnTo>
                <a:lnTo>
                  <a:pt x="467725" y="15896"/>
                </a:lnTo>
                <a:lnTo>
                  <a:pt x="467027" y="15808"/>
                </a:lnTo>
                <a:lnTo>
                  <a:pt x="466315" y="15735"/>
                </a:lnTo>
                <a:lnTo>
                  <a:pt x="465590" y="15679"/>
                </a:lnTo>
                <a:lnTo>
                  <a:pt x="464851" y="15639"/>
                </a:lnTo>
                <a:lnTo>
                  <a:pt x="464099" y="15614"/>
                </a:lnTo>
                <a:lnTo>
                  <a:pt x="463333" y="15606"/>
                </a:lnTo>
                <a:lnTo>
                  <a:pt x="462612" y="15614"/>
                </a:lnTo>
                <a:lnTo>
                  <a:pt x="461901" y="15636"/>
                </a:lnTo>
                <a:lnTo>
                  <a:pt x="461202" y="15672"/>
                </a:lnTo>
                <a:lnTo>
                  <a:pt x="460513" y="15724"/>
                </a:lnTo>
                <a:lnTo>
                  <a:pt x="459835" y="15790"/>
                </a:lnTo>
                <a:lnTo>
                  <a:pt x="459167" y="15870"/>
                </a:lnTo>
                <a:lnTo>
                  <a:pt x="458511" y="15966"/>
                </a:lnTo>
                <a:lnTo>
                  <a:pt x="457866" y="16076"/>
                </a:lnTo>
                <a:lnTo>
                  <a:pt x="457231" y="16200"/>
                </a:lnTo>
                <a:lnTo>
                  <a:pt x="456607" y="16340"/>
                </a:lnTo>
                <a:lnTo>
                  <a:pt x="455994" y="16494"/>
                </a:lnTo>
                <a:lnTo>
                  <a:pt x="455392" y="16662"/>
                </a:lnTo>
                <a:lnTo>
                  <a:pt x="454801" y="16846"/>
                </a:lnTo>
                <a:lnTo>
                  <a:pt x="454220" y="17044"/>
                </a:lnTo>
                <a:lnTo>
                  <a:pt x="453650" y="17256"/>
                </a:lnTo>
                <a:lnTo>
                  <a:pt x="453092" y="17484"/>
                </a:lnTo>
                <a:lnTo>
                  <a:pt x="452544" y="17725"/>
                </a:lnTo>
                <a:lnTo>
                  <a:pt x="452007" y="17982"/>
                </a:lnTo>
                <a:lnTo>
                  <a:pt x="451480" y="18253"/>
                </a:lnTo>
                <a:lnTo>
                  <a:pt x="450965" y="18539"/>
                </a:lnTo>
                <a:lnTo>
                  <a:pt x="450460" y="18840"/>
                </a:lnTo>
                <a:lnTo>
                  <a:pt x="449966" y="19155"/>
                </a:lnTo>
                <a:lnTo>
                  <a:pt x="449483" y="19485"/>
                </a:lnTo>
                <a:lnTo>
                  <a:pt x="449011" y="19830"/>
                </a:lnTo>
                <a:lnTo>
                  <a:pt x="448553" y="20187"/>
                </a:lnTo>
                <a:lnTo>
                  <a:pt x="448111" y="20554"/>
                </a:lnTo>
                <a:lnTo>
                  <a:pt x="447686" y="20931"/>
                </a:lnTo>
                <a:lnTo>
                  <a:pt x="447277" y="21319"/>
                </a:lnTo>
                <a:lnTo>
                  <a:pt x="446885" y="21717"/>
                </a:lnTo>
                <a:lnTo>
                  <a:pt x="446509" y="22125"/>
                </a:lnTo>
                <a:lnTo>
                  <a:pt x="446150" y="22543"/>
                </a:lnTo>
                <a:lnTo>
                  <a:pt x="445808" y="22971"/>
                </a:lnTo>
                <a:lnTo>
                  <a:pt x="445482" y="23410"/>
                </a:lnTo>
                <a:lnTo>
                  <a:pt x="445173" y="23858"/>
                </a:lnTo>
                <a:lnTo>
                  <a:pt x="444880" y="24317"/>
                </a:lnTo>
                <a:lnTo>
                  <a:pt x="444604" y="24787"/>
                </a:lnTo>
                <a:lnTo>
                  <a:pt x="444345" y="25266"/>
                </a:lnTo>
                <a:lnTo>
                  <a:pt x="444102" y="25756"/>
                </a:lnTo>
                <a:lnTo>
                  <a:pt x="443876" y="26255"/>
                </a:lnTo>
                <a:lnTo>
                  <a:pt x="443666" y="26765"/>
                </a:lnTo>
                <a:lnTo>
                  <a:pt x="443473" y="27286"/>
                </a:lnTo>
                <a:lnTo>
                  <a:pt x="443296" y="27816"/>
                </a:lnTo>
                <a:lnTo>
                  <a:pt x="443136" y="28357"/>
                </a:lnTo>
                <a:lnTo>
                  <a:pt x="442992" y="28907"/>
                </a:lnTo>
                <a:lnTo>
                  <a:pt x="442866" y="29469"/>
                </a:lnTo>
                <a:lnTo>
                  <a:pt x="442755" y="30040"/>
                </a:lnTo>
                <a:lnTo>
                  <a:pt x="442661" y="30621"/>
                </a:lnTo>
                <a:lnTo>
                  <a:pt x="442584" y="31213"/>
                </a:lnTo>
                <a:lnTo>
                  <a:pt x="453785" y="31213"/>
                </a:lnTo>
                <a:lnTo>
                  <a:pt x="453827" y="30978"/>
                </a:lnTo>
                <a:lnTo>
                  <a:pt x="453876" y="30747"/>
                </a:lnTo>
                <a:lnTo>
                  <a:pt x="453931" y="30520"/>
                </a:lnTo>
                <a:lnTo>
                  <a:pt x="453994" y="30297"/>
                </a:lnTo>
                <a:lnTo>
                  <a:pt x="454064" y="30079"/>
                </a:lnTo>
                <a:lnTo>
                  <a:pt x="454140" y="29864"/>
                </a:lnTo>
                <a:lnTo>
                  <a:pt x="454224" y="29654"/>
                </a:lnTo>
                <a:lnTo>
                  <a:pt x="454315" y="29448"/>
                </a:lnTo>
                <a:lnTo>
                  <a:pt x="454413" y="29246"/>
                </a:lnTo>
                <a:lnTo>
                  <a:pt x="454518" y="29048"/>
                </a:lnTo>
                <a:lnTo>
                  <a:pt x="454629" y="28855"/>
                </a:lnTo>
                <a:lnTo>
                  <a:pt x="454748" y="28665"/>
                </a:lnTo>
                <a:lnTo>
                  <a:pt x="454874" y="28480"/>
                </a:lnTo>
                <a:lnTo>
                  <a:pt x="455007" y="28299"/>
                </a:lnTo>
                <a:lnTo>
                  <a:pt x="455147" y="28122"/>
                </a:lnTo>
                <a:lnTo>
                  <a:pt x="455294" y="27949"/>
                </a:lnTo>
                <a:lnTo>
                  <a:pt x="455448" y="27780"/>
                </a:lnTo>
                <a:lnTo>
                  <a:pt x="455609" y="27615"/>
                </a:lnTo>
                <a:lnTo>
                  <a:pt x="455776" y="27455"/>
                </a:lnTo>
                <a:lnTo>
                  <a:pt x="455951" y="27299"/>
                </a:lnTo>
                <a:lnTo>
                  <a:pt x="456133" y="27146"/>
                </a:lnTo>
                <a:lnTo>
                  <a:pt x="456322" y="26998"/>
                </a:lnTo>
                <a:lnTo>
                  <a:pt x="456518" y="26855"/>
                </a:lnTo>
                <a:lnTo>
                  <a:pt x="456721" y="26715"/>
                </a:lnTo>
                <a:lnTo>
                  <a:pt x="456930" y="26580"/>
                </a:lnTo>
                <a:lnTo>
                  <a:pt x="457143" y="26451"/>
                </a:lnTo>
                <a:lnTo>
                  <a:pt x="457361" y="26327"/>
                </a:lnTo>
                <a:lnTo>
                  <a:pt x="457583" y="26210"/>
                </a:lnTo>
                <a:lnTo>
                  <a:pt x="457810" y="26098"/>
                </a:lnTo>
                <a:lnTo>
                  <a:pt x="458041" y="25992"/>
                </a:lnTo>
                <a:lnTo>
                  <a:pt x="458277" y="25891"/>
                </a:lnTo>
                <a:lnTo>
                  <a:pt x="458517" y="25797"/>
                </a:lnTo>
                <a:lnTo>
                  <a:pt x="458761" y="25708"/>
                </a:lnTo>
                <a:lnTo>
                  <a:pt x="459010" y="25624"/>
                </a:lnTo>
                <a:lnTo>
                  <a:pt x="459264" y="25547"/>
                </a:lnTo>
                <a:lnTo>
                  <a:pt x="459522" y="25475"/>
                </a:lnTo>
                <a:lnTo>
                  <a:pt x="459784" y="25409"/>
                </a:lnTo>
                <a:lnTo>
                  <a:pt x="460051" y="25349"/>
                </a:lnTo>
                <a:lnTo>
                  <a:pt x="460322" y="25294"/>
                </a:lnTo>
                <a:lnTo>
                  <a:pt x="460598" y="25246"/>
                </a:lnTo>
                <a:lnTo>
                  <a:pt x="460878" y="25203"/>
                </a:lnTo>
                <a:lnTo>
                  <a:pt x="461163" y="25165"/>
                </a:lnTo>
                <a:lnTo>
                  <a:pt x="461452" y="25134"/>
                </a:lnTo>
                <a:lnTo>
                  <a:pt x="461746" y="25108"/>
                </a:lnTo>
                <a:lnTo>
                  <a:pt x="462044" y="25088"/>
                </a:lnTo>
                <a:lnTo>
                  <a:pt x="462346" y="25073"/>
                </a:lnTo>
                <a:lnTo>
                  <a:pt x="462653" y="25065"/>
                </a:lnTo>
                <a:lnTo>
                  <a:pt x="462965" y="25062"/>
                </a:lnTo>
                <a:lnTo>
                  <a:pt x="463306" y="25065"/>
                </a:lnTo>
                <a:lnTo>
                  <a:pt x="463641" y="25076"/>
                </a:lnTo>
                <a:lnTo>
                  <a:pt x="463970" y="25094"/>
                </a:lnTo>
                <a:lnTo>
                  <a:pt x="464294" y="25119"/>
                </a:lnTo>
                <a:lnTo>
                  <a:pt x="464611" y="25152"/>
                </a:lnTo>
                <a:lnTo>
                  <a:pt x="464922" y="25191"/>
                </a:lnTo>
                <a:lnTo>
                  <a:pt x="465227" y="25238"/>
                </a:lnTo>
                <a:lnTo>
                  <a:pt x="465526" y="25291"/>
                </a:lnTo>
                <a:lnTo>
                  <a:pt x="465818" y="25352"/>
                </a:lnTo>
                <a:lnTo>
                  <a:pt x="466105" y="25421"/>
                </a:lnTo>
                <a:lnTo>
                  <a:pt x="466386" y="25496"/>
                </a:lnTo>
                <a:lnTo>
                  <a:pt x="466660" y="25578"/>
                </a:lnTo>
                <a:lnTo>
                  <a:pt x="466929" y="25668"/>
                </a:lnTo>
                <a:lnTo>
                  <a:pt x="467191" y="25765"/>
                </a:lnTo>
                <a:lnTo>
                  <a:pt x="467448" y="25869"/>
                </a:lnTo>
                <a:lnTo>
                  <a:pt x="467698" y="25980"/>
                </a:lnTo>
                <a:lnTo>
                  <a:pt x="467942" y="26099"/>
                </a:lnTo>
                <a:lnTo>
                  <a:pt x="468181" y="26224"/>
                </a:lnTo>
                <a:lnTo>
                  <a:pt x="468413" y="26357"/>
                </a:lnTo>
                <a:lnTo>
                  <a:pt x="468639" y="26497"/>
                </a:lnTo>
                <a:lnTo>
                  <a:pt x="468859" y="26644"/>
                </a:lnTo>
                <a:lnTo>
                  <a:pt x="469073" y="26798"/>
                </a:lnTo>
                <a:lnTo>
                  <a:pt x="469281" y="26959"/>
                </a:lnTo>
                <a:lnTo>
                  <a:pt x="469483" y="27128"/>
                </a:lnTo>
                <a:lnTo>
                  <a:pt x="469677" y="27303"/>
                </a:lnTo>
                <a:lnTo>
                  <a:pt x="469864" y="27483"/>
                </a:lnTo>
                <a:lnTo>
                  <a:pt x="470042" y="27669"/>
                </a:lnTo>
                <a:lnTo>
                  <a:pt x="470212" y="27861"/>
                </a:lnTo>
                <a:lnTo>
                  <a:pt x="470374" y="28058"/>
                </a:lnTo>
                <a:lnTo>
                  <a:pt x="470527" y="28261"/>
                </a:lnTo>
                <a:lnTo>
                  <a:pt x="470672" y="28469"/>
                </a:lnTo>
                <a:lnTo>
                  <a:pt x="470809" y="28683"/>
                </a:lnTo>
                <a:lnTo>
                  <a:pt x="470937" y="28903"/>
                </a:lnTo>
                <a:lnTo>
                  <a:pt x="471057" y="29128"/>
                </a:lnTo>
                <a:lnTo>
                  <a:pt x="471169" y="29359"/>
                </a:lnTo>
                <a:lnTo>
                  <a:pt x="471273" y="29595"/>
                </a:lnTo>
                <a:lnTo>
                  <a:pt x="471368" y="29837"/>
                </a:lnTo>
                <a:lnTo>
                  <a:pt x="471455" y="30084"/>
                </a:lnTo>
                <a:lnTo>
                  <a:pt x="471534" y="30337"/>
                </a:lnTo>
                <a:lnTo>
                  <a:pt x="471604" y="30596"/>
                </a:lnTo>
                <a:lnTo>
                  <a:pt x="471667" y="30860"/>
                </a:lnTo>
                <a:lnTo>
                  <a:pt x="471720" y="31130"/>
                </a:lnTo>
                <a:lnTo>
                  <a:pt x="471766" y="31405"/>
                </a:lnTo>
                <a:lnTo>
                  <a:pt x="471803" y="31686"/>
                </a:lnTo>
                <a:lnTo>
                  <a:pt x="471832" y="31973"/>
                </a:lnTo>
                <a:lnTo>
                  <a:pt x="471853" y="32265"/>
                </a:lnTo>
                <a:lnTo>
                  <a:pt x="471865" y="32563"/>
                </a:lnTo>
                <a:lnTo>
                  <a:pt x="471870" y="32866"/>
                </a:lnTo>
                <a:lnTo>
                  <a:pt x="471870" y="37180"/>
                </a:lnTo>
                <a:lnTo>
                  <a:pt x="459293" y="37180"/>
                </a:lnTo>
                <a:lnTo>
                  <a:pt x="458543" y="37187"/>
                </a:lnTo>
                <a:lnTo>
                  <a:pt x="457807" y="37208"/>
                </a:lnTo>
                <a:lnTo>
                  <a:pt x="457086" y="37243"/>
                </a:lnTo>
                <a:lnTo>
                  <a:pt x="456378" y="37293"/>
                </a:lnTo>
                <a:lnTo>
                  <a:pt x="455686" y="37356"/>
                </a:lnTo>
                <a:lnTo>
                  <a:pt x="455007" y="37433"/>
                </a:lnTo>
                <a:lnTo>
                  <a:pt x="454343" y="37524"/>
                </a:lnTo>
                <a:lnTo>
                  <a:pt x="453693" y="37629"/>
                </a:lnTo>
                <a:lnTo>
                  <a:pt x="453058" y="37748"/>
                </a:lnTo>
                <a:lnTo>
                  <a:pt x="452437" y="37882"/>
                </a:lnTo>
                <a:lnTo>
                  <a:pt x="451830" y="38029"/>
                </a:lnTo>
                <a:lnTo>
                  <a:pt x="451237" y="38190"/>
                </a:lnTo>
                <a:lnTo>
                  <a:pt x="450659" y="38366"/>
                </a:lnTo>
                <a:lnTo>
                  <a:pt x="450096" y="38555"/>
                </a:lnTo>
                <a:lnTo>
                  <a:pt x="449546" y="38758"/>
                </a:lnTo>
                <a:lnTo>
                  <a:pt x="449011" y="38976"/>
                </a:lnTo>
                <a:lnTo>
                  <a:pt x="448491" y="39207"/>
                </a:lnTo>
                <a:lnTo>
                  <a:pt x="447984" y="39453"/>
                </a:lnTo>
                <a:lnTo>
                  <a:pt x="447492" y="39712"/>
                </a:lnTo>
                <a:lnTo>
                  <a:pt x="447014" y="39986"/>
                </a:lnTo>
                <a:lnTo>
                  <a:pt x="446551" y="40273"/>
                </a:lnTo>
                <a:lnTo>
                  <a:pt x="446102" y="40575"/>
                </a:lnTo>
                <a:lnTo>
                  <a:pt x="445668" y="40891"/>
                </a:lnTo>
                <a:lnTo>
                  <a:pt x="445247" y="41220"/>
                </a:lnTo>
                <a:lnTo>
                  <a:pt x="444843" y="41563"/>
                </a:lnTo>
                <a:lnTo>
                  <a:pt x="444455" y="41917"/>
                </a:lnTo>
                <a:lnTo>
                  <a:pt x="444085" y="42283"/>
                </a:lnTo>
                <a:lnTo>
                  <a:pt x="443732" y="42661"/>
                </a:lnTo>
                <a:lnTo>
                  <a:pt x="443397" y="43050"/>
                </a:lnTo>
                <a:lnTo>
                  <a:pt x="443078" y="43452"/>
                </a:lnTo>
                <a:lnTo>
                  <a:pt x="442777" y="43865"/>
                </a:lnTo>
                <a:lnTo>
                  <a:pt x="442493" y="44290"/>
                </a:lnTo>
                <a:lnTo>
                  <a:pt x="442226" y="44727"/>
                </a:lnTo>
                <a:lnTo>
                  <a:pt x="441977" y="45175"/>
                </a:lnTo>
                <a:lnTo>
                  <a:pt x="441744" y="45636"/>
                </a:lnTo>
                <a:lnTo>
                  <a:pt x="441529" y="46108"/>
                </a:lnTo>
                <a:lnTo>
                  <a:pt x="441331" y="46592"/>
                </a:lnTo>
                <a:lnTo>
                  <a:pt x="441150" y="47088"/>
                </a:lnTo>
                <a:lnTo>
                  <a:pt x="440987" y="47595"/>
                </a:lnTo>
                <a:lnTo>
                  <a:pt x="440841" y="48115"/>
                </a:lnTo>
                <a:lnTo>
                  <a:pt x="440712" y="48646"/>
                </a:lnTo>
                <a:lnTo>
                  <a:pt x="440600" y="49189"/>
                </a:lnTo>
                <a:lnTo>
                  <a:pt x="440505" y="49744"/>
                </a:lnTo>
                <a:lnTo>
                  <a:pt x="440427" y="50310"/>
                </a:lnTo>
                <a:lnTo>
                  <a:pt x="440367" y="50888"/>
                </a:lnTo>
                <a:lnTo>
                  <a:pt x="440324" y="51479"/>
                </a:lnTo>
                <a:lnTo>
                  <a:pt x="440298" y="52081"/>
                </a:lnTo>
                <a:lnTo>
                  <a:pt x="440290" y="52694"/>
                </a:lnTo>
                <a:lnTo>
                  <a:pt x="440298" y="53271"/>
                </a:lnTo>
                <a:lnTo>
                  <a:pt x="440321" y="53837"/>
                </a:lnTo>
                <a:lnTo>
                  <a:pt x="440360" y="54394"/>
                </a:lnTo>
                <a:lnTo>
                  <a:pt x="440415" y="54941"/>
                </a:lnTo>
                <a:lnTo>
                  <a:pt x="440485" y="55478"/>
                </a:lnTo>
                <a:lnTo>
                  <a:pt x="440571" y="56005"/>
                </a:lnTo>
                <a:lnTo>
                  <a:pt x="440672" y="56522"/>
                </a:lnTo>
                <a:lnTo>
                  <a:pt x="440790" y="57030"/>
                </a:lnTo>
                <a:lnTo>
                  <a:pt x="440922" y="57527"/>
                </a:lnTo>
                <a:lnTo>
                  <a:pt x="441071" y="58015"/>
                </a:lnTo>
                <a:lnTo>
                  <a:pt x="441235" y="58492"/>
                </a:lnTo>
                <a:lnTo>
                  <a:pt x="441414" y="58960"/>
                </a:lnTo>
                <a:lnTo>
                  <a:pt x="441610" y="59418"/>
                </a:lnTo>
                <a:lnTo>
                  <a:pt x="441820" y="59866"/>
                </a:lnTo>
                <a:lnTo>
                  <a:pt x="442047" y="60304"/>
                </a:lnTo>
                <a:lnTo>
                  <a:pt x="442289" y="60732"/>
                </a:lnTo>
                <a:lnTo>
                  <a:pt x="442547" y="61151"/>
                </a:lnTo>
                <a:lnTo>
                  <a:pt x="442820" y="61559"/>
                </a:lnTo>
                <a:lnTo>
                  <a:pt x="443109" y="61958"/>
                </a:lnTo>
                <a:lnTo>
                  <a:pt x="443413" y="62347"/>
                </a:lnTo>
                <a:lnTo>
                  <a:pt x="443734" y="62725"/>
                </a:lnTo>
                <a:lnTo>
                  <a:pt x="444069" y="63094"/>
                </a:lnTo>
                <a:lnTo>
                  <a:pt x="444421" y="63453"/>
                </a:lnTo>
                <a:lnTo>
                  <a:pt x="444788" y="63803"/>
                </a:lnTo>
                <a:lnTo>
                  <a:pt x="445168" y="64140"/>
                </a:lnTo>
                <a:lnTo>
                  <a:pt x="445561" y="64462"/>
                </a:lnTo>
                <a:lnTo>
                  <a:pt x="445964" y="64771"/>
                </a:lnTo>
                <a:lnTo>
                  <a:pt x="446379" y="65065"/>
                </a:lnTo>
                <a:lnTo>
                  <a:pt x="446806" y="65345"/>
                </a:lnTo>
                <a:lnTo>
                  <a:pt x="447244" y="65610"/>
                </a:lnTo>
                <a:lnTo>
                  <a:pt x="447693" y="65861"/>
                </a:lnTo>
                <a:lnTo>
                  <a:pt x="448154" y="66098"/>
                </a:lnTo>
                <a:lnTo>
                  <a:pt x="448627" y="66320"/>
                </a:lnTo>
                <a:lnTo>
                  <a:pt x="449111" y="66528"/>
                </a:lnTo>
                <a:lnTo>
                  <a:pt x="449606" y="66722"/>
                </a:lnTo>
                <a:lnTo>
                  <a:pt x="450113" y="66901"/>
                </a:lnTo>
                <a:lnTo>
                  <a:pt x="450631" y="67066"/>
                </a:lnTo>
                <a:lnTo>
                  <a:pt x="451161" y="67216"/>
                </a:lnTo>
                <a:lnTo>
                  <a:pt x="451702" y="67353"/>
                </a:lnTo>
                <a:lnTo>
                  <a:pt x="452255" y="67475"/>
                </a:lnTo>
                <a:lnTo>
                  <a:pt x="452819" y="67582"/>
                </a:lnTo>
                <a:lnTo>
                  <a:pt x="453395" y="67675"/>
                </a:lnTo>
                <a:lnTo>
                  <a:pt x="453982" y="67754"/>
                </a:lnTo>
                <a:lnTo>
                  <a:pt x="454581" y="67819"/>
                </a:lnTo>
                <a:lnTo>
                  <a:pt x="455191" y="67869"/>
                </a:lnTo>
                <a:lnTo>
                  <a:pt x="455812" y="67905"/>
                </a:lnTo>
                <a:lnTo>
                  <a:pt x="456445" y="67926"/>
                </a:lnTo>
                <a:lnTo>
                  <a:pt x="457090" y="67934"/>
                </a:lnTo>
                <a:lnTo>
                  <a:pt x="457659" y="67928"/>
                </a:lnTo>
                <a:lnTo>
                  <a:pt x="458218" y="67911"/>
                </a:lnTo>
                <a:lnTo>
                  <a:pt x="458768" y="67882"/>
                </a:lnTo>
                <a:lnTo>
                  <a:pt x="459308" y="67842"/>
                </a:lnTo>
                <a:lnTo>
                  <a:pt x="459839" y="67790"/>
                </a:lnTo>
                <a:lnTo>
                  <a:pt x="460360" y="67727"/>
                </a:lnTo>
                <a:lnTo>
                  <a:pt x="460872" y="67653"/>
                </a:lnTo>
                <a:lnTo>
                  <a:pt x="461374" y="67567"/>
                </a:lnTo>
                <a:lnTo>
                  <a:pt x="461866" y="67469"/>
                </a:lnTo>
                <a:lnTo>
                  <a:pt x="462349" y="67360"/>
                </a:lnTo>
                <a:lnTo>
                  <a:pt x="462822" y="67239"/>
                </a:lnTo>
                <a:lnTo>
                  <a:pt x="463286" y="67108"/>
                </a:lnTo>
                <a:lnTo>
                  <a:pt x="463740" y="66964"/>
                </a:lnTo>
                <a:lnTo>
                  <a:pt x="464185" y="66809"/>
                </a:lnTo>
                <a:lnTo>
                  <a:pt x="464620" y="66643"/>
                </a:lnTo>
                <a:lnTo>
                  <a:pt x="465046" y="66465"/>
                </a:lnTo>
                <a:lnTo>
                  <a:pt x="465462" y="66276"/>
                </a:lnTo>
                <a:lnTo>
                  <a:pt x="465868" y="66075"/>
                </a:lnTo>
                <a:lnTo>
                  <a:pt x="466265" y="65863"/>
                </a:lnTo>
                <a:lnTo>
                  <a:pt x="466652" y="65639"/>
                </a:lnTo>
                <a:lnTo>
                  <a:pt x="467030" y="65404"/>
                </a:lnTo>
                <a:lnTo>
                  <a:pt x="467398" y="65157"/>
                </a:lnTo>
                <a:lnTo>
                  <a:pt x="467757" y="64899"/>
                </a:lnTo>
                <a:lnTo>
                  <a:pt x="468106" y="64629"/>
                </a:lnTo>
                <a:lnTo>
                  <a:pt x="468443" y="64350"/>
                </a:lnTo>
                <a:lnTo>
                  <a:pt x="468766" y="64062"/>
                </a:lnTo>
                <a:lnTo>
                  <a:pt x="469074" y="63767"/>
                </a:lnTo>
                <a:lnTo>
                  <a:pt x="469368" y="63464"/>
                </a:lnTo>
                <a:lnTo>
                  <a:pt x="469648" y="63153"/>
                </a:lnTo>
                <a:lnTo>
                  <a:pt x="469914" y="62833"/>
                </a:lnTo>
                <a:lnTo>
                  <a:pt x="470165" y="62506"/>
                </a:lnTo>
                <a:lnTo>
                  <a:pt x="470401" y="62171"/>
                </a:lnTo>
                <a:lnTo>
                  <a:pt x="470624" y="61828"/>
                </a:lnTo>
                <a:lnTo>
                  <a:pt x="470832" y="61477"/>
                </a:lnTo>
                <a:lnTo>
                  <a:pt x="471026" y="61118"/>
                </a:lnTo>
                <a:lnTo>
                  <a:pt x="471205" y="60751"/>
                </a:lnTo>
                <a:lnTo>
                  <a:pt x="471370" y="60376"/>
                </a:lnTo>
                <a:lnTo>
                  <a:pt x="471521" y="59993"/>
                </a:lnTo>
                <a:lnTo>
                  <a:pt x="471657" y="59602"/>
                </a:lnTo>
                <a:lnTo>
                  <a:pt x="471779" y="59203"/>
                </a:lnTo>
                <a:lnTo>
                  <a:pt x="471887" y="58796"/>
                </a:lnTo>
                <a:lnTo>
                  <a:pt x="471980" y="58381"/>
                </a:lnTo>
                <a:lnTo>
                  <a:pt x="472013" y="58204"/>
                </a:lnTo>
                <a:lnTo>
                  <a:pt x="472238" y="58204"/>
                </a:lnTo>
                <a:lnTo>
                  <a:pt x="472238" y="67016"/>
                </a:lnTo>
                <a:lnTo>
                  <a:pt x="483345" y="67016"/>
                </a:lnTo>
                <a:lnTo>
                  <a:pt x="483345" y="32773"/>
                </a:lnTo>
                <a:close/>
                <a:moveTo>
                  <a:pt x="459496" y="59247"/>
                </a:moveTo>
                <a:lnTo>
                  <a:pt x="459172" y="59215"/>
                </a:lnTo>
                <a:lnTo>
                  <a:pt x="458854" y="59176"/>
                </a:lnTo>
                <a:lnTo>
                  <a:pt x="458542" y="59129"/>
                </a:lnTo>
                <a:lnTo>
                  <a:pt x="458237" y="59075"/>
                </a:lnTo>
                <a:lnTo>
                  <a:pt x="457938" y="59014"/>
                </a:lnTo>
                <a:lnTo>
                  <a:pt x="457645" y="58946"/>
                </a:lnTo>
                <a:lnTo>
                  <a:pt x="457358" y="58871"/>
                </a:lnTo>
                <a:lnTo>
                  <a:pt x="457078" y="58788"/>
                </a:lnTo>
                <a:lnTo>
                  <a:pt x="456804" y="58699"/>
                </a:lnTo>
                <a:lnTo>
                  <a:pt x="456535" y="58602"/>
                </a:lnTo>
                <a:lnTo>
                  <a:pt x="456274" y="58498"/>
                </a:lnTo>
                <a:lnTo>
                  <a:pt x="456018" y="58387"/>
                </a:lnTo>
                <a:lnTo>
                  <a:pt x="455769" y="58269"/>
                </a:lnTo>
                <a:lnTo>
                  <a:pt x="455526" y="58143"/>
                </a:lnTo>
                <a:lnTo>
                  <a:pt x="455289" y="58011"/>
                </a:lnTo>
                <a:lnTo>
                  <a:pt x="455058" y="57871"/>
                </a:lnTo>
                <a:lnTo>
                  <a:pt x="454833" y="57724"/>
                </a:lnTo>
                <a:lnTo>
                  <a:pt x="454615" y="57570"/>
                </a:lnTo>
                <a:lnTo>
                  <a:pt x="454403" y="57408"/>
                </a:lnTo>
                <a:lnTo>
                  <a:pt x="454197" y="57240"/>
                </a:lnTo>
                <a:lnTo>
                  <a:pt x="453999" y="57065"/>
                </a:lnTo>
                <a:lnTo>
                  <a:pt x="453809" y="56885"/>
                </a:lnTo>
                <a:lnTo>
                  <a:pt x="453627" y="56700"/>
                </a:lnTo>
                <a:lnTo>
                  <a:pt x="453454" y="56509"/>
                </a:lnTo>
                <a:lnTo>
                  <a:pt x="453289" y="56313"/>
                </a:lnTo>
                <a:lnTo>
                  <a:pt x="453133" y="56112"/>
                </a:lnTo>
                <a:lnTo>
                  <a:pt x="452985" y="55906"/>
                </a:lnTo>
                <a:lnTo>
                  <a:pt x="452846" y="55694"/>
                </a:lnTo>
                <a:lnTo>
                  <a:pt x="452715" y="55477"/>
                </a:lnTo>
                <a:lnTo>
                  <a:pt x="452593" y="55255"/>
                </a:lnTo>
                <a:lnTo>
                  <a:pt x="452479" y="55028"/>
                </a:lnTo>
                <a:lnTo>
                  <a:pt x="452373" y="54795"/>
                </a:lnTo>
                <a:lnTo>
                  <a:pt x="452276" y="54557"/>
                </a:lnTo>
                <a:lnTo>
                  <a:pt x="452187" y="54314"/>
                </a:lnTo>
                <a:lnTo>
                  <a:pt x="452107" y="54066"/>
                </a:lnTo>
                <a:lnTo>
                  <a:pt x="452035" y="53812"/>
                </a:lnTo>
                <a:lnTo>
                  <a:pt x="451972" y="53553"/>
                </a:lnTo>
                <a:lnTo>
                  <a:pt x="451917" y="53289"/>
                </a:lnTo>
                <a:lnTo>
                  <a:pt x="451871" y="53019"/>
                </a:lnTo>
                <a:lnTo>
                  <a:pt x="451833" y="52745"/>
                </a:lnTo>
                <a:lnTo>
                  <a:pt x="451803" y="52465"/>
                </a:lnTo>
                <a:lnTo>
                  <a:pt x="451782" y="52179"/>
                </a:lnTo>
                <a:lnTo>
                  <a:pt x="451769" y="51889"/>
                </a:lnTo>
                <a:lnTo>
                  <a:pt x="451765" y="51593"/>
                </a:lnTo>
                <a:lnTo>
                  <a:pt x="451769" y="51320"/>
                </a:lnTo>
                <a:lnTo>
                  <a:pt x="451780" y="51051"/>
                </a:lnTo>
                <a:lnTo>
                  <a:pt x="451798" y="50787"/>
                </a:lnTo>
                <a:lnTo>
                  <a:pt x="451824" y="50527"/>
                </a:lnTo>
                <a:lnTo>
                  <a:pt x="451857" y="50272"/>
                </a:lnTo>
                <a:lnTo>
                  <a:pt x="451897" y="50021"/>
                </a:lnTo>
                <a:lnTo>
                  <a:pt x="451945" y="49775"/>
                </a:lnTo>
                <a:lnTo>
                  <a:pt x="452000" y="49533"/>
                </a:lnTo>
                <a:lnTo>
                  <a:pt x="452062" y="49295"/>
                </a:lnTo>
                <a:lnTo>
                  <a:pt x="452132" y="49062"/>
                </a:lnTo>
                <a:lnTo>
                  <a:pt x="452209" y="48834"/>
                </a:lnTo>
                <a:lnTo>
                  <a:pt x="452293" y="48610"/>
                </a:lnTo>
                <a:lnTo>
                  <a:pt x="452385" y="48390"/>
                </a:lnTo>
                <a:lnTo>
                  <a:pt x="452484" y="48175"/>
                </a:lnTo>
                <a:lnTo>
                  <a:pt x="452590" y="47964"/>
                </a:lnTo>
                <a:lnTo>
                  <a:pt x="452703" y="47758"/>
                </a:lnTo>
                <a:lnTo>
                  <a:pt x="452824" y="47556"/>
                </a:lnTo>
                <a:lnTo>
                  <a:pt x="452953" y="47359"/>
                </a:lnTo>
                <a:lnTo>
                  <a:pt x="453088" y="47166"/>
                </a:lnTo>
                <a:lnTo>
                  <a:pt x="453231" y="46978"/>
                </a:lnTo>
                <a:lnTo>
                  <a:pt x="453381" y="46794"/>
                </a:lnTo>
                <a:lnTo>
                  <a:pt x="453539" y="46614"/>
                </a:lnTo>
                <a:lnTo>
                  <a:pt x="453704" y="46439"/>
                </a:lnTo>
                <a:lnTo>
                  <a:pt x="453876" y="46269"/>
                </a:lnTo>
                <a:lnTo>
                  <a:pt x="454055" y="46104"/>
                </a:lnTo>
                <a:lnTo>
                  <a:pt x="454238" y="45946"/>
                </a:lnTo>
                <a:lnTo>
                  <a:pt x="454426" y="45795"/>
                </a:lnTo>
                <a:lnTo>
                  <a:pt x="454619" y="45652"/>
                </a:lnTo>
                <a:lnTo>
                  <a:pt x="454816" y="45515"/>
                </a:lnTo>
                <a:lnTo>
                  <a:pt x="455018" y="45385"/>
                </a:lnTo>
                <a:lnTo>
                  <a:pt x="455225" y="45262"/>
                </a:lnTo>
                <a:lnTo>
                  <a:pt x="455437" y="45147"/>
                </a:lnTo>
                <a:lnTo>
                  <a:pt x="455654" y="45038"/>
                </a:lnTo>
                <a:lnTo>
                  <a:pt x="455875" y="44936"/>
                </a:lnTo>
                <a:lnTo>
                  <a:pt x="456102" y="44841"/>
                </a:lnTo>
                <a:lnTo>
                  <a:pt x="456333" y="44754"/>
                </a:lnTo>
                <a:lnTo>
                  <a:pt x="456568" y="44673"/>
                </a:lnTo>
                <a:lnTo>
                  <a:pt x="456809" y="44599"/>
                </a:lnTo>
                <a:lnTo>
                  <a:pt x="457054" y="44533"/>
                </a:lnTo>
                <a:lnTo>
                  <a:pt x="457304" y="44473"/>
                </a:lnTo>
                <a:lnTo>
                  <a:pt x="457559" y="44421"/>
                </a:lnTo>
                <a:lnTo>
                  <a:pt x="457819" y="44375"/>
                </a:lnTo>
                <a:lnTo>
                  <a:pt x="458083" y="44336"/>
                </a:lnTo>
                <a:lnTo>
                  <a:pt x="458352" y="44305"/>
                </a:lnTo>
                <a:lnTo>
                  <a:pt x="458626" y="44280"/>
                </a:lnTo>
                <a:lnTo>
                  <a:pt x="458905" y="44263"/>
                </a:lnTo>
                <a:lnTo>
                  <a:pt x="459188" y="44252"/>
                </a:lnTo>
                <a:lnTo>
                  <a:pt x="459477" y="44249"/>
                </a:lnTo>
                <a:lnTo>
                  <a:pt x="471870" y="44249"/>
                </a:lnTo>
                <a:lnTo>
                  <a:pt x="471870" y="50400"/>
                </a:lnTo>
                <a:lnTo>
                  <a:pt x="471864" y="50726"/>
                </a:lnTo>
                <a:lnTo>
                  <a:pt x="471848" y="51047"/>
                </a:lnTo>
                <a:lnTo>
                  <a:pt x="471822" y="51364"/>
                </a:lnTo>
                <a:lnTo>
                  <a:pt x="471784" y="51675"/>
                </a:lnTo>
                <a:lnTo>
                  <a:pt x="471736" y="51981"/>
                </a:lnTo>
                <a:lnTo>
                  <a:pt x="471677" y="52282"/>
                </a:lnTo>
                <a:lnTo>
                  <a:pt x="471608" y="52578"/>
                </a:lnTo>
                <a:lnTo>
                  <a:pt x="471528" y="52868"/>
                </a:lnTo>
                <a:lnTo>
                  <a:pt x="471437" y="53154"/>
                </a:lnTo>
                <a:lnTo>
                  <a:pt x="471336" y="53434"/>
                </a:lnTo>
                <a:lnTo>
                  <a:pt x="471223" y="53710"/>
                </a:lnTo>
                <a:lnTo>
                  <a:pt x="471101" y="53980"/>
                </a:lnTo>
                <a:lnTo>
                  <a:pt x="470967" y="54245"/>
                </a:lnTo>
                <a:lnTo>
                  <a:pt x="470823" y="54506"/>
                </a:lnTo>
                <a:lnTo>
                  <a:pt x="470668" y="54761"/>
                </a:lnTo>
                <a:lnTo>
                  <a:pt x="470502" y="55011"/>
                </a:lnTo>
                <a:lnTo>
                  <a:pt x="470326" y="55255"/>
                </a:lnTo>
                <a:lnTo>
                  <a:pt x="470139" y="55495"/>
                </a:lnTo>
                <a:lnTo>
                  <a:pt x="469942" y="55730"/>
                </a:lnTo>
                <a:lnTo>
                  <a:pt x="469733" y="55959"/>
                </a:lnTo>
                <a:lnTo>
                  <a:pt x="469514" y="56184"/>
                </a:lnTo>
                <a:lnTo>
                  <a:pt x="469285" y="56403"/>
                </a:lnTo>
                <a:lnTo>
                  <a:pt x="469044" y="56617"/>
                </a:lnTo>
                <a:lnTo>
                  <a:pt x="468793" y="56827"/>
                </a:lnTo>
                <a:lnTo>
                  <a:pt x="468534" y="57029"/>
                </a:lnTo>
                <a:lnTo>
                  <a:pt x="468269" y="57222"/>
                </a:lnTo>
                <a:lnTo>
                  <a:pt x="467997" y="57407"/>
                </a:lnTo>
                <a:lnTo>
                  <a:pt x="467719" y="57584"/>
                </a:lnTo>
                <a:lnTo>
                  <a:pt x="467435" y="57752"/>
                </a:lnTo>
                <a:lnTo>
                  <a:pt x="467144" y="57911"/>
                </a:lnTo>
                <a:lnTo>
                  <a:pt x="466848" y="58061"/>
                </a:lnTo>
                <a:lnTo>
                  <a:pt x="466545" y="58203"/>
                </a:lnTo>
                <a:lnTo>
                  <a:pt x="466236" y="58337"/>
                </a:lnTo>
                <a:lnTo>
                  <a:pt x="465920" y="58461"/>
                </a:lnTo>
                <a:lnTo>
                  <a:pt x="465599" y="58578"/>
                </a:lnTo>
                <a:lnTo>
                  <a:pt x="465271" y="58685"/>
                </a:lnTo>
                <a:lnTo>
                  <a:pt x="464937" y="58784"/>
                </a:lnTo>
                <a:lnTo>
                  <a:pt x="464597" y="58874"/>
                </a:lnTo>
                <a:lnTo>
                  <a:pt x="464251" y="58956"/>
                </a:lnTo>
                <a:lnTo>
                  <a:pt x="463898" y="59029"/>
                </a:lnTo>
                <a:lnTo>
                  <a:pt x="463539" y="59094"/>
                </a:lnTo>
                <a:lnTo>
                  <a:pt x="463174" y="59150"/>
                </a:lnTo>
                <a:lnTo>
                  <a:pt x="462803" y="59197"/>
                </a:lnTo>
                <a:lnTo>
                  <a:pt x="462426" y="59236"/>
                </a:lnTo>
                <a:lnTo>
                  <a:pt x="462042" y="59266"/>
                </a:lnTo>
                <a:lnTo>
                  <a:pt x="461652" y="59287"/>
                </a:lnTo>
                <a:lnTo>
                  <a:pt x="461256" y="59300"/>
                </a:lnTo>
                <a:lnTo>
                  <a:pt x="460854" y="59305"/>
                </a:lnTo>
                <a:lnTo>
                  <a:pt x="460505" y="59301"/>
                </a:lnTo>
                <a:lnTo>
                  <a:pt x="460162" y="59290"/>
                </a:lnTo>
                <a:lnTo>
                  <a:pt x="459826" y="59272"/>
                </a:lnTo>
                <a:lnTo>
                  <a:pt x="459496" y="592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Text def">
            <a:extLst xmlns:a="http://schemas.openxmlformats.org/drawingml/2006/main">
              <a:ext uri="{FF2B5EF4-FFF2-40B4-BE49-F238E27FC236}">
                <a16:creationId xmlns:a16="http://schemas.microsoft.com/office/drawing/2014/main" id="{70AA9DDB-14B4-41DD-BA7A-1DB25E5E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369" y="2647410"/>
            <a:ext cx="153403" cy="67934"/>
          </a:xfrm>
          <a:custGeom xmlns:a="http://schemas.openxmlformats.org/drawingml/2006/main">
            <a:pathLst>
              <a:path w="153403" h="67934">
                <a:moveTo>
                  <a:pt x="153403" y="32497"/>
                </a:moveTo>
                <a:lnTo>
                  <a:pt x="153403" y="22124"/>
                </a:lnTo>
                <a:lnTo>
                  <a:pt x="134033" y="22124"/>
                </a:lnTo>
                <a:lnTo>
                  <a:pt x="134033" y="14687"/>
                </a:lnTo>
                <a:lnTo>
                  <a:pt x="134035" y="14513"/>
                </a:lnTo>
                <a:lnTo>
                  <a:pt x="134042" y="14342"/>
                </a:lnTo>
                <a:lnTo>
                  <a:pt x="134054" y="14173"/>
                </a:lnTo>
                <a:lnTo>
                  <a:pt x="134070" y="14008"/>
                </a:lnTo>
                <a:lnTo>
                  <a:pt x="134090" y="13846"/>
                </a:lnTo>
                <a:lnTo>
                  <a:pt x="134116" y="13687"/>
                </a:lnTo>
                <a:lnTo>
                  <a:pt x="134146" y="13530"/>
                </a:lnTo>
                <a:lnTo>
                  <a:pt x="134181" y="13377"/>
                </a:lnTo>
                <a:lnTo>
                  <a:pt x="134220" y="13227"/>
                </a:lnTo>
                <a:lnTo>
                  <a:pt x="134264" y="13080"/>
                </a:lnTo>
                <a:lnTo>
                  <a:pt x="134312" y="12936"/>
                </a:lnTo>
                <a:lnTo>
                  <a:pt x="134365" y="12795"/>
                </a:lnTo>
                <a:lnTo>
                  <a:pt x="134423" y="12657"/>
                </a:lnTo>
                <a:lnTo>
                  <a:pt x="134486" y="12522"/>
                </a:lnTo>
                <a:lnTo>
                  <a:pt x="134553" y="12390"/>
                </a:lnTo>
                <a:lnTo>
                  <a:pt x="134624" y="12261"/>
                </a:lnTo>
                <a:lnTo>
                  <a:pt x="134700" y="12135"/>
                </a:lnTo>
                <a:lnTo>
                  <a:pt x="134781" y="12012"/>
                </a:lnTo>
                <a:lnTo>
                  <a:pt x="134867" y="11892"/>
                </a:lnTo>
                <a:lnTo>
                  <a:pt x="134957" y="11775"/>
                </a:lnTo>
                <a:lnTo>
                  <a:pt x="135052" y="11661"/>
                </a:lnTo>
                <a:lnTo>
                  <a:pt x="135151" y="11551"/>
                </a:lnTo>
                <a:lnTo>
                  <a:pt x="135255" y="11443"/>
                </a:lnTo>
                <a:lnTo>
                  <a:pt x="135364" y="11338"/>
                </a:lnTo>
                <a:lnTo>
                  <a:pt x="135476" y="11237"/>
                </a:lnTo>
                <a:lnTo>
                  <a:pt x="135591" y="11140"/>
                </a:lnTo>
                <a:lnTo>
                  <a:pt x="135710" y="11048"/>
                </a:lnTo>
                <a:lnTo>
                  <a:pt x="135831" y="10959"/>
                </a:lnTo>
                <a:lnTo>
                  <a:pt x="135956" y="10875"/>
                </a:lnTo>
                <a:lnTo>
                  <a:pt x="136083" y="10796"/>
                </a:lnTo>
                <a:lnTo>
                  <a:pt x="136214" y="10720"/>
                </a:lnTo>
                <a:lnTo>
                  <a:pt x="136348" y="10649"/>
                </a:lnTo>
                <a:lnTo>
                  <a:pt x="136484" y="10583"/>
                </a:lnTo>
                <a:lnTo>
                  <a:pt x="136624" y="10520"/>
                </a:lnTo>
                <a:lnTo>
                  <a:pt x="136767" y="10462"/>
                </a:lnTo>
                <a:lnTo>
                  <a:pt x="136912" y="10408"/>
                </a:lnTo>
                <a:lnTo>
                  <a:pt x="137061" y="10359"/>
                </a:lnTo>
                <a:lnTo>
                  <a:pt x="137213" y="10314"/>
                </a:lnTo>
                <a:lnTo>
                  <a:pt x="137368" y="10273"/>
                </a:lnTo>
                <a:lnTo>
                  <a:pt x="137526" y="10236"/>
                </a:lnTo>
                <a:lnTo>
                  <a:pt x="137687" y="10204"/>
                </a:lnTo>
                <a:lnTo>
                  <a:pt x="137851" y="10176"/>
                </a:lnTo>
                <a:lnTo>
                  <a:pt x="138018" y="10152"/>
                </a:lnTo>
                <a:lnTo>
                  <a:pt x="138188" y="10133"/>
                </a:lnTo>
                <a:lnTo>
                  <a:pt x="138361" y="10118"/>
                </a:lnTo>
                <a:lnTo>
                  <a:pt x="138537" y="10107"/>
                </a:lnTo>
                <a:lnTo>
                  <a:pt x="138716" y="10101"/>
                </a:lnTo>
                <a:lnTo>
                  <a:pt x="138898" y="10098"/>
                </a:lnTo>
                <a:lnTo>
                  <a:pt x="153403" y="10098"/>
                </a:lnTo>
                <a:lnTo>
                  <a:pt x="153403" y="0"/>
                </a:lnTo>
                <a:lnTo>
                  <a:pt x="138623" y="0"/>
                </a:lnTo>
                <a:lnTo>
                  <a:pt x="138024" y="7"/>
                </a:lnTo>
                <a:lnTo>
                  <a:pt x="137434" y="27"/>
                </a:lnTo>
                <a:lnTo>
                  <a:pt x="136854" y="62"/>
                </a:lnTo>
                <a:lnTo>
                  <a:pt x="136284" y="110"/>
                </a:lnTo>
                <a:lnTo>
                  <a:pt x="135724" y="171"/>
                </a:lnTo>
                <a:lnTo>
                  <a:pt x="135174" y="247"/>
                </a:lnTo>
                <a:lnTo>
                  <a:pt x="134634" y="336"/>
                </a:lnTo>
                <a:lnTo>
                  <a:pt x="134104" y="439"/>
                </a:lnTo>
                <a:lnTo>
                  <a:pt x="133583" y="555"/>
                </a:lnTo>
                <a:lnTo>
                  <a:pt x="133073" y="685"/>
                </a:lnTo>
                <a:lnTo>
                  <a:pt x="132572" y="829"/>
                </a:lnTo>
                <a:lnTo>
                  <a:pt x="132081" y="987"/>
                </a:lnTo>
                <a:lnTo>
                  <a:pt x="131601" y="1158"/>
                </a:lnTo>
                <a:lnTo>
                  <a:pt x="131129" y="1343"/>
                </a:lnTo>
                <a:lnTo>
                  <a:pt x="130668" y="1542"/>
                </a:lnTo>
                <a:lnTo>
                  <a:pt x="130217" y="1754"/>
                </a:lnTo>
                <a:lnTo>
                  <a:pt x="129776" y="1981"/>
                </a:lnTo>
                <a:lnTo>
                  <a:pt x="129344" y="2220"/>
                </a:lnTo>
                <a:lnTo>
                  <a:pt x="128923" y="2474"/>
                </a:lnTo>
                <a:lnTo>
                  <a:pt x="128511" y="2741"/>
                </a:lnTo>
                <a:lnTo>
                  <a:pt x="128109" y="3022"/>
                </a:lnTo>
                <a:lnTo>
                  <a:pt x="127717" y="3317"/>
                </a:lnTo>
                <a:lnTo>
                  <a:pt x="127335" y="3625"/>
                </a:lnTo>
                <a:lnTo>
                  <a:pt x="126963" y="3947"/>
                </a:lnTo>
                <a:lnTo>
                  <a:pt x="126603" y="4281"/>
                </a:lnTo>
                <a:lnTo>
                  <a:pt x="126259" y="4624"/>
                </a:lnTo>
                <a:lnTo>
                  <a:pt x="125930" y="4976"/>
                </a:lnTo>
                <a:lnTo>
                  <a:pt x="125617" y="5337"/>
                </a:lnTo>
                <a:lnTo>
                  <a:pt x="125318" y="5708"/>
                </a:lnTo>
                <a:lnTo>
                  <a:pt x="125035" y="6088"/>
                </a:lnTo>
                <a:lnTo>
                  <a:pt x="124768" y="6477"/>
                </a:lnTo>
                <a:lnTo>
                  <a:pt x="124515" y="6875"/>
                </a:lnTo>
                <a:lnTo>
                  <a:pt x="124278" y="7282"/>
                </a:lnTo>
                <a:lnTo>
                  <a:pt x="124056" y="7699"/>
                </a:lnTo>
                <a:lnTo>
                  <a:pt x="123850" y="8125"/>
                </a:lnTo>
                <a:lnTo>
                  <a:pt x="123659" y="8560"/>
                </a:lnTo>
                <a:lnTo>
                  <a:pt x="123483" y="9005"/>
                </a:lnTo>
                <a:lnTo>
                  <a:pt x="123322" y="9459"/>
                </a:lnTo>
                <a:lnTo>
                  <a:pt x="123177" y="9921"/>
                </a:lnTo>
                <a:lnTo>
                  <a:pt x="123047" y="10394"/>
                </a:lnTo>
                <a:lnTo>
                  <a:pt x="122932" y="10875"/>
                </a:lnTo>
                <a:lnTo>
                  <a:pt x="122833" y="11366"/>
                </a:lnTo>
                <a:lnTo>
                  <a:pt x="122749" y="11866"/>
                </a:lnTo>
                <a:lnTo>
                  <a:pt x="122680" y="12375"/>
                </a:lnTo>
                <a:lnTo>
                  <a:pt x="122626" y="12893"/>
                </a:lnTo>
                <a:lnTo>
                  <a:pt x="122588" y="13421"/>
                </a:lnTo>
                <a:lnTo>
                  <a:pt x="122565" y="13958"/>
                </a:lnTo>
                <a:lnTo>
                  <a:pt x="122557" y="14504"/>
                </a:lnTo>
                <a:lnTo>
                  <a:pt x="122557" y="22124"/>
                </a:lnTo>
                <a:lnTo>
                  <a:pt x="108695" y="22124"/>
                </a:lnTo>
                <a:lnTo>
                  <a:pt x="108695" y="32497"/>
                </a:lnTo>
                <a:lnTo>
                  <a:pt x="122557" y="32497"/>
                </a:lnTo>
                <a:lnTo>
                  <a:pt x="122557" y="67016"/>
                </a:lnTo>
                <a:lnTo>
                  <a:pt x="134033" y="67016"/>
                </a:lnTo>
                <a:lnTo>
                  <a:pt x="134033" y="32497"/>
                </a:lnTo>
                <a:lnTo>
                  <a:pt x="153403" y="32497"/>
                </a:lnTo>
                <a:close/>
                <a:moveTo>
                  <a:pt x="29978" y="25016"/>
                </a:moveTo>
                <a:lnTo>
                  <a:pt x="29870" y="24581"/>
                </a:lnTo>
                <a:lnTo>
                  <a:pt x="29749" y="24154"/>
                </a:lnTo>
                <a:lnTo>
                  <a:pt x="29615" y="23737"/>
                </a:lnTo>
                <a:lnTo>
                  <a:pt x="29468" y="23329"/>
                </a:lnTo>
                <a:lnTo>
                  <a:pt x="29309" y="22930"/>
                </a:lnTo>
                <a:lnTo>
                  <a:pt x="29137" y="22540"/>
                </a:lnTo>
                <a:lnTo>
                  <a:pt x="28952" y="22159"/>
                </a:lnTo>
                <a:lnTo>
                  <a:pt x="28754" y="21788"/>
                </a:lnTo>
                <a:lnTo>
                  <a:pt x="28544" y="21425"/>
                </a:lnTo>
                <a:lnTo>
                  <a:pt x="28320" y="21071"/>
                </a:lnTo>
                <a:lnTo>
                  <a:pt x="28084" y="20727"/>
                </a:lnTo>
                <a:lnTo>
                  <a:pt x="27836" y="20391"/>
                </a:lnTo>
                <a:lnTo>
                  <a:pt x="27574" y="20065"/>
                </a:lnTo>
                <a:lnTo>
                  <a:pt x="27300" y="19748"/>
                </a:lnTo>
                <a:lnTo>
                  <a:pt x="27013" y="19440"/>
                </a:lnTo>
                <a:lnTo>
                  <a:pt x="26713" y="19141"/>
                </a:lnTo>
                <a:lnTo>
                  <a:pt x="26403" y="18852"/>
                </a:lnTo>
                <a:lnTo>
                  <a:pt x="26084" y="18576"/>
                </a:lnTo>
                <a:lnTo>
                  <a:pt x="25755" y="18312"/>
                </a:lnTo>
                <a:lnTo>
                  <a:pt x="25418" y="18061"/>
                </a:lnTo>
                <a:lnTo>
                  <a:pt x="25072" y="17821"/>
                </a:lnTo>
                <a:lnTo>
                  <a:pt x="24717" y="17594"/>
                </a:lnTo>
                <a:lnTo>
                  <a:pt x="24353" y="17380"/>
                </a:lnTo>
                <a:lnTo>
                  <a:pt x="23980" y="17177"/>
                </a:lnTo>
                <a:lnTo>
                  <a:pt x="23598" y="16987"/>
                </a:lnTo>
                <a:lnTo>
                  <a:pt x="23208" y="16809"/>
                </a:lnTo>
                <a:lnTo>
                  <a:pt x="22808" y="16643"/>
                </a:lnTo>
                <a:lnTo>
                  <a:pt x="22399" y="16490"/>
                </a:lnTo>
                <a:lnTo>
                  <a:pt x="21982" y="16349"/>
                </a:lnTo>
                <a:lnTo>
                  <a:pt x="21555" y="16220"/>
                </a:lnTo>
                <a:lnTo>
                  <a:pt x="21120" y="16103"/>
                </a:lnTo>
                <a:lnTo>
                  <a:pt x="20676" y="15999"/>
                </a:lnTo>
                <a:lnTo>
                  <a:pt x="20222" y="15907"/>
                </a:lnTo>
                <a:lnTo>
                  <a:pt x="19760" y="15827"/>
                </a:lnTo>
                <a:lnTo>
                  <a:pt x="19289" y="15760"/>
                </a:lnTo>
                <a:lnTo>
                  <a:pt x="18809" y="15705"/>
                </a:lnTo>
                <a:lnTo>
                  <a:pt x="18320" y="15662"/>
                </a:lnTo>
                <a:lnTo>
                  <a:pt x="17822" y="15631"/>
                </a:lnTo>
                <a:lnTo>
                  <a:pt x="17316" y="15613"/>
                </a:lnTo>
                <a:lnTo>
                  <a:pt x="16800" y="15606"/>
                </a:lnTo>
                <a:lnTo>
                  <a:pt x="16170" y="15616"/>
                </a:lnTo>
                <a:lnTo>
                  <a:pt x="15551" y="15643"/>
                </a:lnTo>
                <a:lnTo>
                  <a:pt x="14942" y="15688"/>
                </a:lnTo>
                <a:lnTo>
                  <a:pt x="14344" y="15752"/>
                </a:lnTo>
                <a:lnTo>
                  <a:pt x="13756" y="15834"/>
                </a:lnTo>
                <a:lnTo>
                  <a:pt x="13179" y="15934"/>
                </a:lnTo>
                <a:lnTo>
                  <a:pt x="12612" y="16052"/>
                </a:lnTo>
                <a:lnTo>
                  <a:pt x="12056" y="16188"/>
                </a:lnTo>
                <a:lnTo>
                  <a:pt x="11511" y="16342"/>
                </a:lnTo>
                <a:lnTo>
                  <a:pt x="10976" y="16515"/>
                </a:lnTo>
                <a:lnTo>
                  <a:pt x="10451" y="16706"/>
                </a:lnTo>
                <a:lnTo>
                  <a:pt x="9937" y="16915"/>
                </a:lnTo>
                <a:lnTo>
                  <a:pt x="9433" y="17142"/>
                </a:lnTo>
                <a:lnTo>
                  <a:pt x="8940" y="17387"/>
                </a:lnTo>
                <a:lnTo>
                  <a:pt x="8458" y="17651"/>
                </a:lnTo>
                <a:lnTo>
                  <a:pt x="7986" y="17932"/>
                </a:lnTo>
                <a:lnTo>
                  <a:pt x="7525" y="18232"/>
                </a:lnTo>
                <a:lnTo>
                  <a:pt x="7074" y="18550"/>
                </a:lnTo>
                <a:lnTo>
                  <a:pt x="6633" y="18886"/>
                </a:lnTo>
                <a:lnTo>
                  <a:pt x="6203" y="19241"/>
                </a:lnTo>
                <a:lnTo>
                  <a:pt x="5784" y="19613"/>
                </a:lnTo>
                <a:lnTo>
                  <a:pt x="5375" y="20004"/>
                </a:lnTo>
                <a:lnTo>
                  <a:pt x="4977" y="20413"/>
                </a:lnTo>
                <a:lnTo>
                  <a:pt x="4589" y="20840"/>
                </a:lnTo>
                <a:lnTo>
                  <a:pt x="4215" y="21282"/>
                </a:lnTo>
                <a:lnTo>
                  <a:pt x="3856" y="21737"/>
                </a:lnTo>
                <a:lnTo>
                  <a:pt x="3513" y="22205"/>
                </a:lnTo>
                <a:lnTo>
                  <a:pt x="3187" y="22686"/>
                </a:lnTo>
                <a:lnTo>
                  <a:pt x="2876" y="23179"/>
                </a:lnTo>
                <a:lnTo>
                  <a:pt x="2581" y="23685"/>
                </a:lnTo>
                <a:lnTo>
                  <a:pt x="2302" y="24204"/>
                </a:lnTo>
                <a:lnTo>
                  <a:pt x="2040" y="24736"/>
                </a:lnTo>
                <a:lnTo>
                  <a:pt x="1793" y="25280"/>
                </a:lnTo>
                <a:lnTo>
                  <a:pt x="1562" y="25838"/>
                </a:lnTo>
                <a:lnTo>
                  <a:pt x="1346" y="26407"/>
                </a:lnTo>
                <a:lnTo>
                  <a:pt x="1147" y="26990"/>
                </a:lnTo>
                <a:lnTo>
                  <a:pt x="964" y="27586"/>
                </a:lnTo>
                <a:lnTo>
                  <a:pt x="797" y="28194"/>
                </a:lnTo>
                <a:lnTo>
                  <a:pt x="645" y="28815"/>
                </a:lnTo>
                <a:lnTo>
                  <a:pt x="510" y="29448"/>
                </a:lnTo>
                <a:lnTo>
                  <a:pt x="390" y="30095"/>
                </a:lnTo>
                <a:lnTo>
                  <a:pt x="287" y="30754"/>
                </a:lnTo>
                <a:lnTo>
                  <a:pt x="199" y="31426"/>
                </a:lnTo>
                <a:lnTo>
                  <a:pt x="127" y="32111"/>
                </a:lnTo>
                <a:lnTo>
                  <a:pt x="72" y="32808"/>
                </a:lnTo>
                <a:lnTo>
                  <a:pt x="32" y="33518"/>
                </a:lnTo>
                <a:lnTo>
                  <a:pt x="8" y="34241"/>
                </a:lnTo>
                <a:lnTo>
                  <a:pt x="0" y="34977"/>
                </a:lnTo>
                <a:lnTo>
                  <a:pt x="0" y="48656"/>
                </a:lnTo>
                <a:lnTo>
                  <a:pt x="8" y="49384"/>
                </a:lnTo>
                <a:lnTo>
                  <a:pt x="32" y="50100"/>
                </a:lnTo>
                <a:lnTo>
                  <a:pt x="72" y="50803"/>
                </a:lnTo>
                <a:lnTo>
                  <a:pt x="129" y="51494"/>
                </a:lnTo>
                <a:lnTo>
                  <a:pt x="201" y="52172"/>
                </a:lnTo>
                <a:lnTo>
                  <a:pt x="290" y="52838"/>
                </a:lnTo>
                <a:lnTo>
                  <a:pt x="394" y="53492"/>
                </a:lnTo>
                <a:lnTo>
                  <a:pt x="515" y="54133"/>
                </a:lnTo>
                <a:lnTo>
                  <a:pt x="652" y="54762"/>
                </a:lnTo>
                <a:lnTo>
                  <a:pt x="805" y="55378"/>
                </a:lnTo>
                <a:lnTo>
                  <a:pt x="974" y="55982"/>
                </a:lnTo>
                <a:lnTo>
                  <a:pt x="1159" y="56573"/>
                </a:lnTo>
                <a:lnTo>
                  <a:pt x="1360" y="57152"/>
                </a:lnTo>
                <a:lnTo>
                  <a:pt x="1577" y="57719"/>
                </a:lnTo>
                <a:lnTo>
                  <a:pt x="1811" y="58273"/>
                </a:lnTo>
                <a:lnTo>
                  <a:pt x="2060" y="58815"/>
                </a:lnTo>
                <a:lnTo>
                  <a:pt x="2326" y="59344"/>
                </a:lnTo>
                <a:lnTo>
                  <a:pt x="2607" y="59861"/>
                </a:lnTo>
                <a:lnTo>
                  <a:pt x="2905" y="60366"/>
                </a:lnTo>
                <a:lnTo>
                  <a:pt x="3219" y="60858"/>
                </a:lnTo>
                <a:lnTo>
                  <a:pt x="3549" y="61337"/>
                </a:lnTo>
                <a:lnTo>
                  <a:pt x="3895" y="61805"/>
                </a:lnTo>
                <a:lnTo>
                  <a:pt x="4257" y="62259"/>
                </a:lnTo>
                <a:lnTo>
                  <a:pt x="4635" y="62702"/>
                </a:lnTo>
                <a:lnTo>
                  <a:pt x="5027" y="63129"/>
                </a:lnTo>
                <a:lnTo>
                  <a:pt x="5428" y="63537"/>
                </a:lnTo>
                <a:lnTo>
                  <a:pt x="5840" y="63928"/>
                </a:lnTo>
                <a:lnTo>
                  <a:pt x="6261" y="64300"/>
                </a:lnTo>
                <a:lnTo>
                  <a:pt x="6693" y="64655"/>
                </a:lnTo>
                <a:lnTo>
                  <a:pt x="7134" y="64991"/>
                </a:lnTo>
                <a:lnTo>
                  <a:pt x="7586" y="65309"/>
                </a:lnTo>
                <a:lnTo>
                  <a:pt x="8048" y="65608"/>
                </a:lnTo>
                <a:lnTo>
                  <a:pt x="8519" y="65890"/>
                </a:lnTo>
                <a:lnTo>
                  <a:pt x="9001" y="66153"/>
                </a:lnTo>
                <a:lnTo>
                  <a:pt x="9493" y="66399"/>
                </a:lnTo>
                <a:lnTo>
                  <a:pt x="9995" y="66626"/>
                </a:lnTo>
                <a:lnTo>
                  <a:pt x="10507" y="66835"/>
                </a:lnTo>
                <a:lnTo>
                  <a:pt x="11029" y="67025"/>
                </a:lnTo>
                <a:lnTo>
                  <a:pt x="11561" y="67198"/>
                </a:lnTo>
                <a:lnTo>
                  <a:pt x="12103" y="67352"/>
                </a:lnTo>
                <a:lnTo>
                  <a:pt x="12655" y="67489"/>
                </a:lnTo>
                <a:lnTo>
                  <a:pt x="13217" y="67607"/>
                </a:lnTo>
                <a:lnTo>
                  <a:pt x="13789" y="67707"/>
                </a:lnTo>
                <a:lnTo>
                  <a:pt x="14371" y="67788"/>
                </a:lnTo>
                <a:lnTo>
                  <a:pt x="14963" y="67852"/>
                </a:lnTo>
                <a:lnTo>
                  <a:pt x="15565" y="67897"/>
                </a:lnTo>
                <a:lnTo>
                  <a:pt x="16178" y="67925"/>
                </a:lnTo>
                <a:lnTo>
                  <a:pt x="16800" y="67934"/>
                </a:lnTo>
                <a:lnTo>
                  <a:pt x="17316" y="67928"/>
                </a:lnTo>
                <a:lnTo>
                  <a:pt x="17822" y="67909"/>
                </a:lnTo>
                <a:lnTo>
                  <a:pt x="18320" y="67878"/>
                </a:lnTo>
                <a:lnTo>
                  <a:pt x="18809" y="67835"/>
                </a:lnTo>
                <a:lnTo>
                  <a:pt x="19289" y="67780"/>
                </a:lnTo>
                <a:lnTo>
                  <a:pt x="19760" y="67713"/>
                </a:lnTo>
                <a:lnTo>
                  <a:pt x="20222" y="67633"/>
                </a:lnTo>
                <a:lnTo>
                  <a:pt x="20676" y="67541"/>
                </a:lnTo>
                <a:lnTo>
                  <a:pt x="21120" y="67437"/>
                </a:lnTo>
                <a:lnTo>
                  <a:pt x="21555" y="67320"/>
                </a:lnTo>
                <a:lnTo>
                  <a:pt x="21982" y="67191"/>
                </a:lnTo>
                <a:lnTo>
                  <a:pt x="22399" y="67050"/>
                </a:lnTo>
                <a:lnTo>
                  <a:pt x="22808" y="66897"/>
                </a:lnTo>
                <a:lnTo>
                  <a:pt x="23208" y="66731"/>
                </a:lnTo>
                <a:lnTo>
                  <a:pt x="23598" y="66553"/>
                </a:lnTo>
                <a:lnTo>
                  <a:pt x="23980" y="66363"/>
                </a:lnTo>
                <a:lnTo>
                  <a:pt x="24353" y="66160"/>
                </a:lnTo>
                <a:lnTo>
                  <a:pt x="24717" y="65946"/>
                </a:lnTo>
                <a:lnTo>
                  <a:pt x="25072" y="65719"/>
                </a:lnTo>
                <a:lnTo>
                  <a:pt x="25418" y="65479"/>
                </a:lnTo>
                <a:lnTo>
                  <a:pt x="25755" y="65228"/>
                </a:lnTo>
                <a:lnTo>
                  <a:pt x="26084" y="64964"/>
                </a:lnTo>
                <a:lnTo>
                  <a:pt x="26403" y="64688"/>
                </a:lnTo>
                <a:lnTo>
                  <a:pt x="26713" y="64399"/>
                </a:lnTo>
                <a:lnTo>
                  <a:pt x="27013" y="64100"/>
                </a:lnTo>
                <a:lnTo>
                  <a:pt x="27300" y="63792"/>
                </a:lnTo>
                <a:lnTo>
                  <a:pt x="27574" y="63475"/>
                </a:lnTo>
                <a:lnTo>
                  <a:pt x="27836" y="63149"/>
                </a:lnTo>
                <a:lnTo>
                  <a:pt x="28084" y="62813"/>
                </a:lnTo>
                <a:lnTo>
                  <a:pt x="28320" y="62469"/>
                </a:lnTo>
                <a:lnTo>
                  <a:pt x="28544" y="62115"/>
                </a:lnTo>
                <a:lnTo>
                  <a:pt x="28754" y="61753"/>
                </a:lnTo>
                <a:lnTo>
                  <a:pt x="28952" y="61381"/>
                </a:lnTo>
                <a:lnTo>
                  <a:pt x="29137" y="61000"/>
                </a:lnTo>
                <a:lnTo>
                  <a:pt x="29309" y="60610"/>
                </a:lnTo>
                <a:lnTo>
                  <a:pt x="29468" y="60211"/>
                </a:lnTo>
                <a:lnTo>
                  <a:pt x="29615" y="59803"/>
                </a:lnTo>
                <a:lnTo>
                  <a:pt x="29749" y="59386"/>
                </a:lnTo>
                <a:lnTo>
                  <a:pt x="29870" y="58959"/>
                </a:lnTo>
                <a:lnTo>
                  <a:pt x="29978" y="58524"/>
                </a:lnTo>
                <a:lnTo>
                  <a:pt x="30074" y="58080"/>
                </a:lnTo>
                <a:lnTo>
                  <a:pt x="30157" y="57626"/>
                </a:lnTo>
                <a:lnTo>
                  <a:pt x="30195" y="57377"/>
                </a:lnTo>
                <a:lnTo>
                  <a:pt x="30386" y="57377"/>
                </a:lnTo>
                <a:lnTo>
                  <a:pt x="30386" y="67016"/>
                </a:lnTo>
                <a:lnTo>
                  <a:pt x="41586" y="67016"/>
                </a:lnTo>
                <a:lnTo>
                  <a:pt x="41586" y="0"/>
                </a:lnTo>
                <a:lnTo>
                  <a:pt x="30110" y="0"/>
                </a:lnTo>
                <a:lnTo>
                  <a:pt x="30110" y="14137"/>
                </a:lnTo>
                <a:lnTo>
                  <a:pt x="30477" y="26163"/>
                </a:lnTo>
                <a:lnTo>
                  <a:pt x="30195" y="26163"/>
                </a:lnTo>
                <a:lnTo>
                  <a:pt x="30157" y="25914"/>
                </a:lnTo>
                <a:lnTo>
                  <a:pt x="30074" y="25460"/>
                </a:lnTo>
                <a:lnTo>
                  <a:pt x="29978" y="25016"/>
                </a:lnTo>
                <a:close/>
                <a:moveTo>
                  <a:pt x="19767" y="57979"/>
                </a:moveTo>
                <a:lnTo>
                  <a:pt x="19423" y="57947"/>
                </a:lnTo>
                <a:lnTo>
                  <a:pt x="19086" y="57907"/>
                </a:lnTo>
                <a:lnTo>
                  <a:pt x="18756" y="57858"/>
                </a:lnTo>
                <a:lnTo>
                  <a:pt x="18432" y="57800"/>
                </a:lnTo>
                <a:lnTo>
                  <a:pt x="18115" y="57733"/>
                </a:lnTo>
                <a:lnTo>
                  <a:pt x="17804" y="57657"/>
                </a:lnTo>
                <a:lnTo>
                  <a:pt x="17501" y="57572"/>
                </a:lnTo>
                <a:lnTo>
                  <a:pt x="17204" y="57479"/>
                </a:lnTo>
                <a:lnTo>
                  <a:pt x="16914" y="57376"/>
                </a:lnTo>
                <a:lnTo>
                  <a:pt x="16630" y="57265"/>
                </a:lnTo>
                <a:lnTo>
                  <a:pt x="16353" y="57144"/>
                </a:lnTo>
                <a:lnTo>
                  <a:pt x="16083" y="57015"/>
                </a:lnTo>
                <a:lnTo>
                  <a:pt x="15820" y="56876"/>
                </a:lnTo>
                <a:lnTo>
                  <a:pt x="15563" y="56729"/>
                </a:lnTo>
                <a:lnTo>
                  <a:pt x="15313" y="56573"/>
                </a:lnTo>
                <a:lnTo>
                  <a:pt x="15070" y="56408"/>
                </a:lnTo>
                <a:lnTo>
                  <a:pt x="14833" y="56234"/>
                </a:lnTo>
                <a:lnTo>
                  <a:pt x="14603" y="56051"/>
                </a:lnTo>
                <a:lnTo>
                  <a:pt x="14380" y="55859"/>
                </a:lnTo>
                <a:lnTo>
                  <a:pt x="14163" y="55658"/>
                </a:lnTo>
                <a:lnTo>
                  <a:pt x="13953" y="55448"/>
                </a:lnTo>
                <a:lnTo>
                  <a:pt x="13751" y="55230"/>
                </a:lnTo>
                <a:lnTo>
                  <a:pt x="13558" y="55005"/>
                </a:lnTo>
                <a:lnTo>
                  <a:pt x="13373" y="54771"/>
                </a:lnTo>
                <a:lnTo>
                  <a:pt x="13196" y="54530"/>
                </a:lnTo>
                <a:lnTo>
                  <a:pt x="13029" y="54282"/>
                </a:lnTo>
                <a:lnTo>
                  <a:pt x="12869" y="54025"/>
                </a:lnTo>
                <a:lnTo>
                  <a:pt x="12719" y="53761"/>
                </a:lnTo>
                <a:lnTo>
                  <a:pt x="12577" y="53490"/>
                </a:lnTo>
                <a:lnTo>
                  <a:pt x="12443" y="53211"/>
                </a:lnTo>
                <a:lnTo>
                  <a:pt x="12319" y="52924"/>
                </a:lnTo>
                <a:lnTo>
                  <a:pt x="12202" y="52629"/>
                </a:lnTo>
                <a:lnTo>
                  <a:pt x="12095" y="52327"/>
                </a:lnTo>
                <a:lnTo>
                  <a:pt x="11996" y="52017"/>
                </a:lnTo>
                <a:lnTo>
                  <a:pt x="11906" y="51700"/>
                </a:lnTo>
                <a:lnTo>
                  <a:pt x="11824" y="51375"/>
                </a:lnTo>
                <a:lnTo>
                  <a:pt x="11751" y="51042"/>
                </a:lnTo>
                <a:lnTo>
                  <a:pt x="11686" y="50702"/>
                </a:lnTo>
                <a:lnTo>
                  <a:pt x="11630" y="50354"/>
                </a:lnTo>
                <a:lnTo>
                  <a:pt x="11583" y="49998"/>
                </a:lnTo>
                <a:lnTo>
                  <a:pt x="11544" y="49635"/>
                </a:lnTo>
                <a:lnTo>
                  <a:pt x="11514" y="49264"/>
                </a:lnTo>
                <a:lnTo>
                  <a:pt x="11493" y="48885"/>
                </a:lnTo>
                <a:lnTo>
                  <a:pt x="11480" y="48499"/>
                </a:lnTo>
                <a:lnTo>
                  <a:pt x="11475" y="48105"/>
                </a:lnTo>
                <a:lnTo>
                  <a:pt x="11475" y="35436"/>
                </a:lnTo>
                <a:lnTo>
                  <a:pt x="11480" y="35042"/>
                </a:lnTo>
                <a:lnTo>
                  <a:pt x="11493" y="34656"/>
                </a:lnTo>
                <a:lnTo>
                  <a:pt x="11514" y="34277"/>
                </a:lnTo>
                <a:lnTo>
                  <a:pt x="11544" y="33906"/>
                </a:lnTo>
                <a:lnTo>
                  <a:pt x="11583" y="33543"/>
                </a:lnTo>
                <a:lnTo>
                  <a:pt x="11630" y="33187"/>
                </a:lnTo>
                <a:lnTo>
                  <a:pt x="11686" y="32839"/>
                </a:lnTo>
                <a:lnTo>
                  <a:pt x="11751" y="32498"/>
                </a:lnTo>
                <a:lnTo>
                  <a:pt x="11824" y="32166"/>
                </a:lnTo>
                <a:lnTo>
                  <a:pt x="11906" y="31841"/>
                </a:lnTo>
                <a:lnTo>
                  <a:pt x="11996" y="31523"/>
                </a:lnTo>
                <a:lnTo>
                  <a:pt x="12095" y="31213"/>
                </a:lnTo>
                <a:lnTo>
                  <a:pt x="12202" y="30911"/>
                </a:lnTo>
                <a:lnTo>
                  <a:pt x="12319" y="30616"/>
                </a:lnTo>
                <a:lnTo>
                  <a:pt x="12443" y="30330"/>
                </a:lnTo>
                <a:lnTo>
                  <a:pt x="12577" y="30050"/>
                </a:lnTo>
                <a:lnTo>
                  <a:pt x="12719" y="29779"/>
                </a:lnTo>
                <a:lnTo>
                  <a:pt x="12869" y="29515"/>
                </a:lnTo>
                <a:lnTo>
                  <a:pt x="13029" y="29259"/>
                </a:lnTo>
                <a:lnTo>
                  <a:pt x="13196" y="29010"/>
                </a:lnTo>
                <a:lnTo>
                  <a:pt x="13373" y="28769"/>
                </a:lnTo>
                <a:lnTo>
                  <a:pt x="13558" y="28536"/>
                </a:lnTo>
                <a:lnTo>
                  <a:pt x="13751" y="28310"/>
                </a:lnTo>
                <a:lnTo>
                  <a:pt x="13953" y="28092"/>
                </a:lnTo>
                <a:lnTo>
                  <a:pt x="14163" y="27882"/>
                </a:lnTo>
                <a:lnTo>
                  <a:pt x="14380" y="27681"/>
                </a:lnTo>
                <a:lnTo>
                  <a:pt x="14603" y="27489"/>
                </a:lnTo>
                <a:lnTo>
                  <a:pt x="14833" y="27306"/>
                </a:lnTo>
                <a:lnTo>
                  <a:pt x="15070" y="27132"/>
                </a:lnTo>
                <a:lnTo>
                  <a:pt x="15313" y="26967"/>
                </a:lnTo>
                <a:lnTo>
                  <a:pt x="15563" y="26811"/>
                </a:lnTo>
                <a:lnTo>
                  <a:pt x="15820" y="26664"/>
                </a:lnTo>
                <a:lnTo>
                  <a:pt x="16083" y="26525"/>
                </a:lnTo>
                <a:lnTo>
                  <a:pt x="16353" y="26396"/>
                </a:lnTo>
                <a:lnTo>
                  <a:pt x="16630" y="26276"/>
                </a:lnTo>
                <a:lnTo>
                  <a:pt x="16914" y="26164"/>
                </a:lnTo>
                <a:lnTo>
                  <a:pt x="17204" y="26061"/>
                </a:lnTo>
                <a:lnTo>
                  <a:pt x="17501" y="25968"/>
                </a:lnTo>
                <a:lnTo>
                  <a:pt x="17804" y="25883"/>
                </a:lnTo>
                <a:lnTo>
                  <a:pt x="18115" y="25807"/>
                </a:lnTo>
                <a:lnTo>
                  <a:pt x="18432" y="25740"/>
                </a:lnTo>
                <a:lnTo>
                  <a:pt x="18756" y="25682"/>
                </a:lnTo>
                <a:lnTo>
                  <a:pt x="19086" y="25633"/>
                </a:lnTo>
                <a:lnTo>
                  <a:pt x="19423" y="25593"/>
                </a:lnTo>
                <a:lnTo>
                  <a:pt x="19767" y="25562"/>
                </a:lnTo>
                <a:lnTo>
                  <a:pt x="20117" y="25539"/>
                </a:lnTo>
                <a:lnTo>
                  <a:pt x="20475" y="25526"/>
                </a:lnTo>
                <a:lnTo>
                  <a:pt x="20838" y="25521"/>
                </a:lnTo>
                <a:lnTo>
                  <a:pt x="21202" y="25526"/>
                </a:lnTo>
                <a:lnTo>
                  <a:pt x="21559" y="25540"/>
                </a:lnTo>
                <a:lnTo>
                  <a:pt x="21909" y="25562"/>
                </a:lnTo>
                <a:lnTo>
                  <a:pt x="22253" y="25594"/>
                </a:lnTo>
                <a:lnTo>
                  <a:pt x="22589" y="25635"/>
                </a:lnTo>
                <a:lnTo>
                  <a:pt x="22918" y="25685"/>
                </a:lnTo>
                <a:lnTo>
                  <a:pt x="23241" y="25744"/>
                </a:lnTo>
                <a:lnTo>
                  <a:pt x="23557" y="25812"/>
                </a:lnTo>
                <a:lnTo>
                  <a:pt x="23866" y="25889"/>
                </a:lnTo>
                <a:lnTo>
                  <a:pt x="24168" y="25976"/>
                </a:lnTo>
                <a:lnTo>
                  <a:pt x="24463" y="26071"/>
                </a:lnTo>
                <a:lnTo>
                  <a:pt x="24752" y="26176"/>
                </a:lnTo>
                <a:lnTo>
                  <a:pt x="25033" y="26289"/>
                </a:lnTo>
                <a:lnTo>
                  <a:pt x="25308" y="26412"/>
                </a:lnTo>
                <a:lnTo>
                  <a:pt x="25576" y="26544"/>
                </a:lnTo>
                <a:lnTo>
                  <a:pt x="25837" y="26684"/>
                </a:lnTo>
                <a:lnTo>
                  <a:pt x="26091" y="26834"/>
                </a:lnTo>
                <a:lnTo>
                  <a:pt x="26338" y="26993"/>
                </a:lnTo>
                <a:lnTo>
                  <a:pt x="26578" y="27161"/>
                </a:lnTo>
                <a:lnTo>
                  <a:pt x="26812" y="27339"/>
                </a:lnTo>
                <a:lnTo>
                  <a:pt x="27038" y="27525"/>
                </a:lnTo>
                <a:lnTo>
                  <a:pt x="27258" y="27720"/>
                </a:lnTo>
                <a:lnTo>
                  <a:pt x="27471" y="27925"/>
                </a:lnTo>
                <a:lnTo>
                  <a:pt x="27677" y="28138"/>
                </a:lnTo>
                <a:lnTo>
                  <a:pt x="27876" y="28360"/>
                </a:lnTo>
                <a:lnTo>
                  <a:pt x="28066" y="28588"/>
                </a:lnTo>
                <a:lnTo>
                  <a:pt x="28247" y="28824"/>
                </a:lnTo>
                <a:lnTo>
                  <a:pt x="28421" y="29067"/>
                </a:lnTo>
                <a:lnTo>
                  <a:pt x="28585" y="29318"/>
                </a:lnTo>
                <a:lnTo>
                  <a:pt x="28742" y="29575"/>
                </a:lnTo>
                <a:lnTo>
                  <a:pt x="28890" y="29840"/>
                </a:lnTo>
                <a:lnTo>
                  <a:pt x="29029" y="30111"/>
                </a:lnTo>
                <a:lnTo>
                  <a:pt x="29160" y="30390"/>
                </a:lnTo>
                <a:lnTo>
                  <a:pt x="29282" y="30676"/>
                </a:lnTo>
                <a:lnTo>
                  <a:pt x="29396" y="30970"/>
                </a:lnTo>
                <a:lnTo>
                  <a:pt x="29502" y="31270"/>
                </a:lnTo>
                <a:lnTo>
                  <a:pt x="29599" y="31578"/>
                </a:lnTo>
                <a:lnTo>
                  <a:pt x="29688" y="31893"/>
                </a:lnTo>
                <a:lnTo>
                  <a:pt x="29768" y="32215"/>
                </a:lnTo>
                <a:lnTo>
                  <a:pt x="29840" y="32544"/>
                </a:lnTo>
                <a:lnTo>
                  <a:pt x="29903" y="32880"/>
                </a:lnTo>
                <a:lnTo>
                  <a:pt x="29958" y="33224"/>
                </a:lnTo>
                <a:lnTo>
                  <a:pt x="30005" y="33575"/>
                </a:lnTo>
                <a:lnTo>
                  <a:pt x="30043" y="33933"/>
                </a:lnTo>
                <a:lnTo>
                  <a:pt x="30072" y="34298"/>
                </a:lnTo>
                <a:lnTo>
                  <a:pt x="30094" y="34670"/>
                </a:lnTo>
                <a:lnTo>
                  <a:pt x="30106" y="35050"/>
                </a:lnTo>
                <a:lnTo>
                  <a:pt x="30110" y="35436"/>
                </a:lnTo>
                <a:lnTo>
                  <a:pt x="30110" y="48105"/>
                </a:lnTo>
                <a:lnTo>
                  <a:pt x="30106" y="48492"/>
                </a:lnTo>
                <a:lnTo>
                  <a:pt x="30094" y="48871"/>
                </a:lnTo>
                <a:lnTo>
                  <a:pt x="30072" y="49243"/>
                </a:lnTo>
                <a:lnTo>
                  <a:pt x="30043" y="49608"/>
                </a:lnTo>
                <a:lnTo>
                  <a:pt x="30005" y="49966"/>
                </a:lnTo>
                <a:lnTo>
                  <a:pt x="29958" y="50317"/>
                </a:lnTo>
                <a:lnTo>
                  <a:pt x="29903" y="50660"/>
                </a:lnTo>
                <a:lnTo>
                  <a:pt x="29840" y="50997"/>
                </a:lnTo>
                <a:lnTo>
                  <a:pt x="29768" y="51326"/>
                </a:lnTo>
                <a:lnTo>
                  <a:pt x="29688" y="51648"/>
                </a:lnTo>
                <a:lnTo>
                  <a:pt x="29599" y="51963"/>
                </a:lnTo>
                <a:lnTo>
                  <a:pt x="29502" y="52271"/>
                </a:lnTo>
                <a:lnTo>
                  <a:pt x="29396" y="52571"/>
                </a:lnTo>
                <a:lnTo>
                  <a:pt x="29282" y="52864"/>
                </a:lnTo>
                <a:lnTo>
                  <a:pt x="29160" y="53151"/>
                </a:lnTo>
                <a:lnTo>
                  <a:pt x="29029" y="53430"/>
                </a:lnTo>
                <a:lnTo>
                  <a:pt x="28890" y="53701"/>
                </a:lnTo>
                <a:lnTo>
                  <a:pt x="28742" y="53966"/>
                </a:lnTo>
                <a:lnTo>
                  <a:pt x="28585" y="54224"/>
                </a:lnTo>
                <a:lnTo>
                  <a:pt x="28421" y="54474"/>
                </a:lnTo>
                <a:lnTo>
                  <a:pt x="28247" y="54717"/>
                </a:lnTo>
                <a:lnTo>
                  <a:pt x="28066" y="54953"/>
                </a:lnTo>
                <a:lnTo>
                  <a:pt x="27876" y="55182"/>
                </a:lnTo>
                <a:lnTo>
                  <a:pt x="27677" y="55403"/>
                </a:lnTo>
                <a:lnTo>
                  <a:pt x="27471" y="55617"/>
                </a:lnTo>
                <a:lnTo>
                  <a:pt x="27258" y="55821"/>
                </a:lnTo>
                <a:lnTo>
                  <a:pt x="27038" y="56016"/>
                </a:lnTo>
                <a:lnTo>
                  <a:pt x="26812" y="56203"/>
                </a:lnTo>
                <a:lnTo>
                  <a:pt x="26578" y="56380"/>
                </a:lnTo>
                <a:lnTo>
                  <a:pt x="26338" y="56548"/>
                </a:lnTo>
                <a:lnTo>
                  <a:pt x="26091" y="56707"/>
                </a:lnTo>
                <a:lnTo>
                  <a:pt x="25837" y="56856"/>
                </a:lnTo>
                <a:lnTo>
                  <a:pt x="25576" y="56997"/>
                </a:lnTo>
                <a:lnTo>
                  <a:pt x="25308" y="57129"/>
                </a:lnTo>
                <a:lnTo>
                  <a:pt x="25033" y="57251"/>
                </a:lnTo>
                <a:lnTo>
                  <a:pt x="24752" y="57365"/>
                </a:lnTo>
                <a:lnTo>
                  <a:pt x="24463" y="57469"/>
                </a:lnTo>
                <a:lnTo>
                  <a:pt x="24168" y="57565"/>
                </a:lnTo>
                <a:lnTo>
                  <a:pt x="23866" y="57651"/>
                </a:lnTo>
                <a:lnTo>
                  <a:pt x="23557" y="57728"/>
                </a:lnTo>
                <a:lnTo>
                  <a:pt x="23241" y="57796"/>
                </a:lnTo>
                <a:lnTo>
                  <a:pt x="22918" y="57855"/>
                </a:lnTo>
                <a:lnTo>
                  <a:pt x="22589" y="57905"/>
                </a:lnTo>
                <a:lnTo>
                  <a:pt x="22253" y="57946"/>
                </a:lnTo>
                <a:lnTo>
                  <a:pt x="21909" y="57978"/>
                </a:lnTo>
                <a:lnTo>
                  <a:pt x="21559" y="58001"/>
                </a:lnTo>
                <a:lnTo>
                  <a:pt x="21202" y="58014"/>
                </a:lnTo>
                <a:lnTo>
                  <a:pt x="20838" y="58019"/>
                </a:lnTo>
                <a:lnTo>
                  <a:pt x="20475" y="58014"/>
                </a:lnTo>
                <a:lnTo>
                  <a:pt x="20117" y="58001"/>
                </a:lnTo>
                <a:lnTo>
                  <a:pt x="19767" y="57979"/>
                </a:lnTo>
                <a:close/>
                <a:moveTo>
                  <a:pt x="78269" y="67873"/>
                </a:moveTo>
                <a:lnTo>
                  <a:pt x="78913" y="67825"/>
                </a:lnTo>
                <a:lnTo>
                  <a:pt x="79548" y="67764"/>
                </a:lnTo>
                <a:lnTo>
                  <a:pt x="80175" y="67690"/>
                </a:lnTo>
                <a:lnTo>
                  <a:pt x="80794" y="67602"/>
                </a:lnTo>
                <a:lnTo>
                  <a:pt x="81404" y="67500"/>
                </a:lnTo>
                <a:lnTo>
                  <a:pt x="82005" y="67385"/>
                </a:lnTo>
                <a:lnTo>
                  <a:pt x="82598" y="67256"/>
                </a:lnTo>
                <a:lnTo>
                  <a:pt x="83183" y="67114"/>
                </a:lnTo>
                <a:lnTo>
                  <a:pt x="83759" y="66958"/>
                </a:lnTo>
                <a:lnTo>
                  <a:pt x="84326" y="66789"/>
                </a:lnTo>
                <a:lnTo>
                  <a:pt x="84886" y="66606"/>
                </a:lnTo>
                <a:lnTo>
                  <a:pt x="85436" y="66410"/>
                </a:lnTo>
                <a:lnTo>
                  <a:pt x="85979" y="66200"/>
                </a:lnTo>
                <a:lnTo>
                  <a:pt x="86512" y="65976"/>
                </a:lnTo>
                <a:lnTo>
                  <a:pt x="87038" y="65739"/>
                </a:lnTo>
                <a:lnTo>
                  <a:pt x="87555" y="65489"/>
                </a:lnTo>
                <a:lnTo>
                  <a:pt x="88063" y="65224"/>
                </a:lnTo>
                <a:lnTo>
                  <a:pt x="88563" y="64947"/>
                </a:lnTo>
                <a:lnTo>
                  <a:pt x="89055" y="64656"/>
                </a:lnTo>
                <a:lnTo>
                  <a:pt x="89538" y="64351"/>
                </a:lnTo>
                <a:lnTo>
                  <a:pt x="90013" y="64032"/>
                </a:lnTo>
                <a:lnTo>
                  <a:pt x="90475" y="63703"/>
                </a:lnTo>
                <a:lnTo>
                  <a:pt x="90923" y="63364"/>
                </a:lnTo>
                <a:lnTo>
                  <a:pt x="91356" y="63016"/>
                </a:lnTo>
                <a:lnTo>
                  <a:pt x="91773" y="62659"/>
                </a:lnTo>
                <a:lnTo>
                  <a:pt x="92176" y="62293"/>
                </a:lnTo>
                <a:lnTo>
                  <a:pt x="92563" y="61918"/>
                </a:lnTo>
                <a:lnTo>
                  <a:pt x="92935" y="61534"/>
                </a:lnTo>
                <a:lnTo>
                  <a:pt x="93292" y="61141"/>
                </a:lnTo>
                <a:lnTo>
                  <a:pt x="93634" y="60738"/>
                </a:lnTo>
                <a:lnTo>
                  <a:pt x="93960" y="60327"/>
                </a:lnTo>
                <a:lnTo>
                  <a:pt x="94272" y="59907"/>
                </a:lnTo>
                <a:lnTo>
                  <a:pt x="94568" y="59477"/>
                </a:lnTo>
                <a:lnTo>
                  <a:pt x="94849" y="59038"/>
                </a:lnTo>
                <a:lnTo>
                  <a:pt x="95115" y="58591"/>
                </a:lnTo>
                <a:lnTo>
                  <a:pt x="95366" y="58134"/>
                </a:lnTo>
                <a:lnTo>
                  <a:pt x="95602" y="57668"/>
                </a:lnTo>
                <a:lnTo>
                  <a:pt x="95823" y="57193"/>
                </a:lnTo>
                <a:lnTo>
                  <a:pt x="96028" y="56709"/>
                </a:lnTo>
                <a:lnTo>
                  <a:pt x="96219" y="56215"/>
                </a:lnTo>
                <a:lnTo>
                  <a:pt x="96394" y="55713"/>
                </a:lnTo>
                <a:lnTo>
                  <a:pt x="96554" y="55202"/>
                </a:lnTo>
                <a:lnTo>
                  <a:pt x="96699" y="54681"/>
                </a:lnTo>
                <a:lnTo>
                  <a:pt x="96829" y="54152"/>
                </a:lnTo>
                <a:lnTo>
                  <a:pt x="96944" y="53613"/>
                </a:lnTo>
                <a:lnTo>
                  <a:pt x="85652" y="53613"/>
                </a:lnTo>
                <a:lnTo>
                  <a:pt x="85595" y="53825"/>
                </a:lnTo>
                <a:lnTo>
                  <a:pt x="85533" y="54033"/>
                </a:lnTo>
                <a:lnTo>
                  <a:pt x="85464" y="54236"/>
                </a:lnTo>
                <a:lnTo>
                  <a:pt x="85389" y="54436"/>
                </a:lnTo>
                <a:lnTo>
                  <a:pt x="85308" y="54630"/>
                </a:lnTo>
                <a:lnTo>
                  <a:pt x="85221" y="54821"/>
                </a:lnTo>
                <a:lnTo>
                  <a:pt x="85128" y="55007"/>
                </a:lnTo>
                <a:lnTo>
                  <a:pt x="85029" y="55189"/>
                </a:lnTo>
                <a:lnTo>
                  <a:pt x="84924" y="55367"/>
                </a:lnTo>
                <a:lnTo>
                  <a:pt x="84813" y="55540"/>
                </a:lnTo>
                <a:lnTo>
                  <a:pt x="84696" y="55709"/>
                </a:lnTo>
                <a:lnTo>
                  <a:pt x="84573" y="55874"/>
                </a:lnTo>
                <a:lnTo>
                  <a:pt x="84444" y="56034"/>
                </a:lnTo>
                <a:lnTo>
                  <a:pt x="84308" y="56190"/>
                </a:lnTo>
                <a:lnTo>
                  <a:pt x="84167" y="56342"/>
                </a:lnTo>
                <a:lnTo>
                  <a:pt x="84019" y="56490"/>
                </a:lnTo>
                <a:lnTo>
                  <a:pt x="83866" y="56633"/>
                </a:lnTo>
                <a:lnTo>
                  <a:pt x="83706" y="56772"/>
                </a:lnTo>
                <a:lnTo>
                  <a:pt x="83541" y="56906"/>
                </a:lnTo>
                <a:lnTo>
                  <a:pt x="83369" y="57036"/>
                </a:lnTo>
                <a:lnTo>
                  <a:pt x="83191" y="57162"/>
                </a:lnTo>
                <a:lnTo>
                  <a:pt x="83008" y="57284"/>
                </a:lnTo>
                <a:lnTo>
                  <a:pt x="82818" y="57401"/>
                </a:lnTo>
                <a:lnTo>
                  <a:pt x="82622" y="57514"/>
                </a:lnTo>
                <a:lnTo>
                  <a:pt x="82420" y="57623"/>
                </a:lnTo>
                <a:lnTo>
                  <a:pt x="82214" y="57727"/>
                </a:lnTo>
                <a:lnTo>
                  <a:pt x="82002" y="57826"/>
                </a:lnTo>
                <a:lnTo>
                  <a:pt x="81786" y="57921"/>
                </a:lnTo>
                <a:lnTo>
                  <a:pt x="81564" y="58011"/>
                </a:lnTo>
                <a:lnTo>
                  <a:pt x="81337" y="58097"/>
                </a:lnTo>
                <a:lnTo>
                  <a:pt x="81105" y="58178"/>
                </a:lnTo>
                <a:lnTo>
                  <a:pt x="80868" y="58254"/>
                </a:lnTo>
                <a:lnTo>
                  <a:pt x="80625" y="58325"/>
                </a:lnTo>
                <a:lnTo>
                  <a:pt x="80378" y="58392"/>
                </a:lnTo>
                <a:lnTo>
                  <a:pt x="80125" y="58455"/>
                </a:lnTo>
                <a:lnTo>
                  <a:pt x="79868" y="58513"/>
                </a:lnTo>
                <a:lnTo>
                  <a:pt x="79605" y="58566"/>
                </a:lnTo>
                <a:lnTo>
                  <a:pt x="79338" y="58614"/>
                </a:lnTo>
                <a:lnTo>
                  <a:pt x="79065" y="58658"/>
                </a:lnTo>
                <a:lnTo>
                  <a:pt x="78787" y="58697"/>
                </a:lnTo>
                <a:lnTo>
                  <a:pt x="78504" y="58732"/>
                </a:lnTo>
                <a:lnTo>
                  <a:pt x="78216" y="58762"/>
                </a:lnTo>
                <a:lnTo>
                  <a:pt x="77922" y="58787"/>
                </a:lnTo>
                <a:lnTo>
                  <a:pt x="77624" y="58808"/>
                </a:lnTo>
                <a:lnTo>
                  <a:pt x="77321" y="58824"/>
                </a:lnTo>
                <a:lnTo>
                  <a:pt x="77012" y="58836"/>
                </a:lnTo>
                <a:lnTo>
                  <a:pt x="76699" y="58843"/>
                </a:lnTo>
                <a:lnTo>
                  <a:pt x="76380" y="58845"/>
                </a:lnTo>
                <a:lnTo>
                  <a:pt x="75963" y="58841"/>
                </a:lnTo>
                <a:lnTo>
                  <a:pt x="75556" y="58826"/>
                </a:lnTo>
                <a:lnTo>
                  <a:pt x="75156" y="58803"/>
                </a:lnTo>
                <a:lnTo>
                  <a:pt x="74766" y="58770"/>
                </a:lnTo>
                <a:lnTo>
                  <a:pt x="74383" y="58728"/>
                </a:lnTo>
                <a:lnTo>
                  <a:pt x="74010" y="58676"/>
                </a:lnTo>
                <a:lnTo>
                  <a:pt x="73645" y="58615"/>
                </a:lnTo>
                <a:lnTo>
                  <a:pt x="73289" y="58544"/>
                </a:lnTo>
                <a:lnTo>
                  <a:pt x="72941" y="58464"/>
                </a:lnTo>
                <a:lnTo>
                  <a:pt x="72602" y="58375"/>
                </a:lnTo>
                <a:lnTo>
                  <a:pt x="72272" y="58276"/>
                </a:lnTo>
                <a:lnTo>
                  <a:pt x="71950" y="58168"/>
                </a:lnTo>
                <a:lnTo>
                  <a:pt x="71637" y="58051"/>
                </a:lnTo>
                <a:lnTo>
                  <a:pt x="71332" y="57924"/>
                </a:lnTo>
                <a:lnTo>
                  <a:pt x="71036" y="57787"/>
                </a:lnTo>
                <a:lnTo>
                  <a:pt x="70749" y="57642"/>
                </a:lnTo>
                <a:lnTo>
                  <a:pt x="70470" y="57487"/>
                </a:lnTo>
                <a:lnTo>
                  <a:pt x="70200" y="57322"/>
                </a:lnTo>
                <a:lnTo>
                  <a:pt x="69938" y="57148"/>
                </a:lnTo>
                <a:lnTo>
                  <a:pt x="69685" y="56965"/>
                </a:lnTo>
                <a:lnTo>
                  <a:pt x="69441" y="56772"/>
                </a:lnTo>
                <a:lnTo>
                  <a:pt x="69205" y="56570"/>
                </a:lnTo>
                <a:lnTo>
                  <a:pt x="68978" y="56358"/>
                </a:lnTo>
                <a:lnTo>
                  <a:pt x="68760" y="56137"/>
                </a:lnTo>
                <a:lnTo>
                  <a:pt x="68550" y="55907"/>
                </a:lnTo>
                <a:lnTo>
                  <a:pt x="68349" y="55668"/>
                </a:lnTo>
                <a:lnTo>
                  <a:pt x="68157" y="55420"/>
                </a:lnTo>
                <a:lnTo>
                  <a:pt x="67974" y="55162"/>
                </a:lnTo>
                <a:lnTo>
                  <a:pt x="67800" y="54896"/>
                </a:lnTo>
                <a:lnTo>
                  <a:pt x="67635" y="54620"/>
                </a:lnTo>
                <a:lnTo>
                  <a:pt x="67479" y="54335"/>
                </a:lnTo>
                <a:lnTo>
                  <a:pt x="67331" y="54042"/>
                </a:lnTo>
                <a:lnTo>
                  <a:pt x="67193" y="53739"/>
                </a:lnTo>
                <a:lnTo>
                  <a:pt x="67064" y="53427"/>
                </a:lnTo>
                <a:lnTo>
                  <a:pt x="66943" y="53106"/>
                </a:lnTo>
                <a:lnTo>
                  <a:pt x="66832" y="52776"/>
                </a:lnTo>
                <a:lnTo>
                  <a:pt x="66729" y="52436"/>
                </a:lnTo>
                <a:lnTo>
                  <a:pt x="66635" y="52088"/>
                </a:lnTo>
                <a:lnTo>
                  <a:pt x="66551" y="51731"/>
                </a:lnTo>
                <a:lnTo>
                  <a:pt x="66475" y="51364"/>
                </a:lnTo>
                <a:lnTo>
                  <a:pt x="66408" y="50989"/>
                </a:lnTo>
                <a:lnTo>
                  <a:pt x="66350" y="50604"/>
                </a:lnTo>
                <a:lnTo>
                  <a:pt x="66301" y="50210"/>
                </a:lnTo>
                <a:lnTo>
                  <a:pt x="66260" y="49807"/>
                </a:lnTo>
                <a:lnTo>
                  <a:pt x="66229" y="49395"/>
                </a:lnTo>
                <a:lnTo>
                  <a:pt x="66207" y="48974"/>
                </a:lnTo>
                <a:lnTo>
                  <a:pt x="66194" y="48544"/>
                </a:lnTo>
                <a:lnTo>
                  <a:pt x="66189" y="48105"/>
                </a:lnTo>
                <a:lnTo>
                  <a:pt x="66189" y="44525"/>
                </a:lnTo>
                <a:lnTo>
                  <a:pt x="97311" y="44525"/>
                </a:lnTo>
                <a:lnTo>
                  <a:pt x="97311" y="35436"/>
                </a:lnTo>
                <a:lnTo>
                  <a:pt x="97306" y="34942"/>
                </a:lnTo>
                <a:lnTo>
                  <a:pt x="97293" y="34452"/>
                </a:lnTo>
                <a:lnTo>
                  <a:pt x="97270" y="33968"/>
                </a:lnTo>
                <a:lnTo>
                  <a:pt x="97238" y="33489"/>
                </a:lnTo>
                <a:lnTo>
                  <a:pt x="97197" y="33016"/>
                </a:lnTo>
                <a:lnTo>
                  <a:pt x="97147" y="32547"/>
                </a:lnTo>
                <a:lnTo>
                  <a:pt x="97088" y="32084"/>
                </a:lnTo>
                <a:lnTo>
                  <a:pt x="97020" y="31626"/>
                </a:lnTo>
                <a:lnTo>
                  <a:pt x="96943" y="31174"/>
                </a:lnTo>
                <a:lnTo>
                  <a:pt x="96857" y="30727"/>
                </a:lnTo>
                <a:lnTo>
                  <a:pt x="96761" y="30285"/>
                </a:lnTo>
                <a:lnTo>
                  <a:pt x="96657" y="29848"/>
                </a:lnTo>
                <a:lnTo>
                  <a:pt x="96543" y="29416"/>
                </a:lnTo>
                <a:lnTo>
                  <a:pt x="96420" y="28990"/>
                </a:lnTo>
                <a:lnTo>
                  <a:pt x="96289" y="28569"/>
                </a:lnTo>
                <a:lnTo>
                  <a:pt x="96148" y="28153"/>
                </a:lnTo>
                <a:lnTo>
                  <a:pt x="95998" y="27743"/>
                </a:lnTo>
                <a:lnTo>
                  <a:pt x="95839" y="27338"/>
                </a:lnTo>
                <a:lnTo>
                  <a:pt x="95671" y="26938"/>
                </a:lnTo>
                <a:lnTo>
                  <a:pt x="95494" y="26543"/>
                </a:lnTo>
                <a:lnTo>
                  <a:pt x="95307" y="26154"/>
                </a:lnTo>
                <a:lnTo>
                  <a:pt x="95112" y="25770"/>
                </a:lnTo>
                <a:lnTo>
                  <a:pt x="94908" y="25391"/>
                </a:lnTo>
                <a:lnTo>
                  <a:pt x="94694" y="25017"/>
                </a:lnTo>
                <a:lnTo>
                  <a:pt x="94473" y="24649"/>
                </a:lnTo>
                <a:lnTo>
                  <a:pt x="94244" y="24289"/>
                </a:lnTo>
                <a:lnTo>
                  <a:pt x="94007" y="23935"/>
                </a:lnTo>
                <a:lnTo>
                  <a:pt x="93764" y="23588"/>
                </a:lnTo>
                <a:lnTo>
                  <a:pt x="93513" y="23247"/>
                </a:lnTo>
                <a:lnTo>
                  <a:pt x="93254" y="22914"/>
                </a:lnTo>
                <a:lnTo>
                  <a:pt x="92989" y="22587"/>
                </a:lnTo>
                <a:lnTo>
                  <a:pt x="92716" y="22268"/>
                </a:lnTo>
                <a:lnTo>
                  <a:pt x="92435" y="21955"/>
                </a:lnTo>
                <a:lnTo>
                  <a:pt x="92148" y="21649"/>
                </a:lnTo>
                <a:lnTo>
                  <a:pt x="91853" y="21350"/>
                </a:lnTo>
                <a:lnTo>
                  <a:pt x="91550" y="21058"/>
                </a:lnTo>
                <a:lnTo>
                  <a:pt x="91241" y="20772"/>
                </a:lnTo>
                <a:lnTo>
                  <a:pt x="90924" y="20494"/>
                </a:lnTo>
                <a:lnTo>
                  <a:pt x="90599" y="20222"/>
                </a:lnTo>
                <a:lnTo>
                  <a:pt x="90268" y="19957"/>
                </a:lnTo>
                <a:lnTo>
                  <a:pt x="89929" y="19699"/>
                </a:lnTo>
                <a:lnTo>
                  <a:pt x="89582" y="19448"/>
                </a:lnTo>
                <a:lnTo>
                  <a:pt x="89228" y="19204"/>
                </a:lnTo>
                <a:lnTo>
                  <a:pt x="88867" y="18967"/>
                </a:lnTo>
                <a:lnTo>
                  <a:pt x="88499" y="18736"/>
                </a:lnTo>
                <a:lnTo>
                  <a:pt x="88123" y="18513"/>
                </a:lnTo>
                <a:lnTo>
                  <a:pt x="87740" y="18296"/>
                </a:lnTo>
                <a:lnTo>
                  <a:pt x="87350" y="18086"/>
                </a:lnTo>
                <a:lnTo>
                  <a:pt x="86953" y="17884"/>
                </a:lnTo>
                <a:lnTo>
                  <a:pt x="86551" y="17690"/>
                </a:lnTo>
                <a:lnTo>
                  <a:pt x="86143" y="17505"/>
                </a:lnTo>
                <a:lnTo>
                  <a:pt x="85729" y="17328"/>
                </a:lnTo>
                <a:lnTo>
                  <a:pt x="85310" y="17160"/>
                </a:lnTo>
                <a:lnTo>
                  <a:pt x="84885" y="17001"/>
                </a:lnTo>
                <a:lnTo>
                  <a:pt x="84455" y="16850"/>
                </a:lnTo>
                <a:lnTo>
                  <a:pt x="84019" y="16708"/>
                </a:lnTo>
                <a:lnTo>
                  <a:pt x="83578" y="16575"/>
                </a:lnTo>
                <a:lnTo>
                  <a:pt x="83131" y="16450"/>
                </a:lnTo>
                <a:lnTo>
                  <a:pt x="82678" y="16334"/>
                </a:lnTo>
                <a:lnTo>
                  <a:pt x="82220" y="16226"/>
                </a:lnTo>
                <a:lnTo>
                  <a:pt x="81757" y="16127"/>
                </a:lnTo>
                <a:lnTo>
                  <a:pt x="81287" y="16037"/>
                </a:lnTo>
                <a:lnTo>
                  <a:pt x="80812" y="15955"/>
                </a:lnTo>
                <a:lnTo>
                  <a:pt x="80332" y="15882"/>
                </a:lnTo>
                <a:lnTo>
                  <a:pt x="79846" y="15817"/>
                </a:lnTo>
                <a:lnTo>
                  <a:pt x="79354" y="15761"/>
                </a:lnTo>
                <a:lnTo>
                  <a:pt x="78857" y="15714"/>
                </a:lnTo>
                <a:lnTo>
                  <a:pt x="78354" y="15675"/>
                </a:lnTo>
                <a:lnTo>
                  <a:pt x="77846" y="15645"/>
                </a:lnTo>
                <a:lnTo>
                  <a:pt x="77332" y="15624"/>
                </a:lnTo>
                <a:lnTo>
                  <a:pt x="76813" y="15611"/>
                </a:lnTo>
                <a:lnTo>
                  <a:pt x="76287" y="15606"/>
                </a:lnTo>
                <a:lnTo>
                  <a:pt x="75755" y="15611"/>
                </a:lnTo>
                <a:lnTo>
                  <a:pt x="75228" y="15624"/>
                </a:lnTo>
                <a:lnTo>
                  <a:pt x="74707" y="15645"/>
                </a:lnTo>
                <a:lnTo>
                  <a:pt x="74192" y="15675"/>
                </a:lnTo>
                <a:lnTo>
                  <a:pt x="73682" y="15714"/>
                </a:lnTo>
                <a:lnTo>
                  <a:pt x="73178" y="15761"/>
                </a:lnTo>
                <a:lnTo>
                  <a:pt x="72680" y="15817"/>
                </a:lnTo>
                <a:lnTo>
                  <a:pt x="72187" y="15882"/>
                </a:lnTo>
                <a:lnTo>
                  <a:pt x="71701" y="15955"/>
                </a:lnTo>
                <a:lnTo>
                  <a:pt x="71220" y="16037"/>
                </a:lnTo>
                <a:lnTo>
                  <a:pt x="70744" y="16127"/>
                </a:lnTo>
                <a:lnTo>
                  <a:pt x="70275" y="16226"/>
                </a:lnTo>
                <a:lnTo>
                  <a:pt x="69811" y="16334"/>
                </a:lnTo>
                <a:lnTo>
                  <a:pt x="69353" y="16450"/>
                </a:lnTo>
                <a:lnTo>
                  <a:pt x="68901" y="16575"/>
                </a:lnTo>
                <a:lnTo>
                  <a:pt x="68454" y="16708"/>
                </a:lnTo>
                <a:lnTo>
                  <a:pt x="68013" y="16850"/>
                </a:lnTo>
                <a:lnTo>
                  <a:pt x="67578" y="17001"/>
                </a:lnTo>
                <a:lnTo>
                  <a:pt x="67149" y="17160"/>
                </a:lnTo>
                <a:lnTo>
                  <a:pt x="66725" y="17328"/>
                </a:lnTo>
                <a:lnTo>
                  <a:pt x="66307" y="17505"/>
                </a:lnTo>
                <a:lnTo>
                  <a:pt x="65895" y="17690"/>
                </a:lnTo>
                <a:lnTo>
                  <a:pt x="65489" y="17884"/>
                </a:lnTo>
                <a:lnTo>
                  <a:pt x="65088" y="18086"/>
                </a:lnTo>
                <a:lnTo>
                  <a:pt x="64694" y="18296"/>
                </a:lnTo>
                <a:lnTo>
                  <a:pt x="64307" y="18513"/>
                </a:lnTo>
                <a:lnTo>
                  <a:pt x="63928" y="18736"/>
                </a:lnTo>
                <a:lnTo>
                  <a:pt x="63557" y="18967"/>
                </a:lnTo>
                <a:lnTo>
                  <a:pt x="63192" y="19204"/>
                </a:lnTo>
                <a:lnTo>
                  <a:pt x="62836" y="19448"/>
                </a:lnTo>
                <a:lnTo>
                  <a:pt x="62487" y="19699"/>
                </a:lnTo>
                <a:lnTo>
                  <a:pt x="62145" y="19957"/>
                </a:lnTo>
                <a:lnTo>
                  <a:pt x="61811" y="20222"/>
                </a:lnTo>
                <a:lnTo>
                  <a:pt x="61484" y="20494"/>
                </a:lnTo>
                <a:lnTo>
                  <a:pt x="61165" y="20772"/>
                </a:lnTo>
                <a:lnTo>
                  <a:pt x="60853" y="21058"/>
                </a:lnTo>
                <a:lnTo>
                  <a:pt x="60549" y="21350"/>
                </a:lnTo>
                <a:lnTo>
                  <a:pt x="60252" y="21649"/>
                </a:lnTo>
                <a:lnTo>
                  <a:pt x="59963" y="21955"/>
                </a:lnTo>
                <a:lnTo>
                  <a:pt x="59682" y="22268"/>
                </a:lnTo>
                <a:lnTo>
                  <a:pt x="59407" y="22587"/>
                </a:lnTo>
                <a:lnTo>
                  <a:pt x="59141" y="22914"/>
                </a:lnTo>
                <a:lnTo>
                  <a:pt x="58881" y="23247"/>
                </a:lnTo>
                <a:lnTo>
                  <a:pt x="58630" y="23588"/>
                </a:lnTo>
                <a:lnTo>
                  <a:pt x="58385" y="23935"/>
                </a:lnTo>
                <a:lnTo>
                  <a:pt x="58148" y="24289"/>
                </a:lnTo>
                <a:lnTo>
                  <a:pt x="57919" y="24649"/>
                </a:lnTo>
                <a:lnTo>
                  <a:pt x="57697" y="25017"/>
                </a:lnTo>
                <a:lnTo>
                  <a:pt x="57484" y="25391"/>
                </a:lnTo>
                <a:lnTo>
                  <a:pt x="57280" y="25770"/>
                </a:lnTo>
                <a:lnTo>
                  <a:pt x="57084" y="26154"/>
                </a:lnTo>
                <a:lnTo>
                  <a:pt x="56898" y="26543"/>
                </a:lnTo>
                <a:lnTo>
                  <a:pt x="56721" y="26938"/>
                </a:lnTo>
                <a:lnTo>
                  <a:pt x="56553" y="27338"/>
                </a:lnTo>
                <a:lnTo>
                  <a:pt x="56394" y="27743"/>
                </a:lnTo>
                <a:lnTo>
                  <a:pt x="56244" y="28153"/>
                </a:lnTo>
                <a:lnTo>
                  <a:pt x="56104" y="28569"/>
                </a:lnTo>
                <a:lnTo>
                  <a:pt x="55972" y="28990"/>
                </a:lnTo>
                <a:lnTo>
                  <a:pt x="55849" y="29416"/>
                </a:lnTo>
                <a:lnTo>
                  <a:pt x="55736" y="29848"/>
                </a:lnTo>
                <a:lnTo>
                  <a:pt x="55631" y="30285"/>
                </a:lnTo>
                <a:lnTo>
                  <a:pt x="55536" y="30727"/>
                </a:lnTo>
                <a:lnTo>
                  <a:pt x="55450" y="31174"/>
                </a:lnTo>
                <a:lnTo>
                  <a:pt x="55373" y="31626"/>
                </a:lnTo>
                <a:lnTo>
                  <a:pt x="55305" y="32084"/>
                </a:lnTo>
                <a:lnTo>
                  <a:pt x="55245" y="32547"/>
                </a:lnTo>
                <a:lnTo>
                  <a:pt x="55196" y="33016"/>
                </a:lnTo>
                <a:lnTo>
                  <a:pt x="55155" y="33489"/>
                </a:lnTo>
                <a:lnTo>
                  <a:pt x="55123" y="33968"/>
                </a:lnTo>
                <a:lnTo>
                  <a:pt x="55100" y="34452"/>
                </a:lnTo>
                <a:lnTo>
                  <a:pt x="55087" y="34942"/>
                </a:lnTo>
                <a:lnTo>
                  <a:pt x="55082" y="35436"/>
                </a:lnTo>
                <a:lnTo>
                  <a:pt x="55082" y="48105"/>
                </a:lnTo>
                <a:lnTo>
                  <a:pt x="55087" y="48600"/>
                </a:lnTo>
                <a:lnTo>
                  <a:pt x="55100" y="49089"/>
                </a:lnTo>
                <a:lnTo>
                  <a:pt x="55123" y="49573"/>
                </a:lnTo>
                <a:lnTo>
                  <a:pt x="55155" y="50052"/>
                </a:lnTo>
                <a:lnTo>
                  <a:pt x="55196" y="50525"/>
                </a:lnTo>
                <a:lnTo>
                  <a:pt x="55245" y="50994"/>
                </a:lnTo>
                <a:lnTo>
                  <a:pt x="55305" y="51457"/>
                </a:lnTo>
                <a:lnTo>
                  <a:pt x="55373" y="51914"/>
                </a:lnTo>
                <a:lnTo>
                  <a:pt x="55450" y="52367"/>
                </a:lnTo>
                <a:lnTo>
                  <a:pt x="55536" y="52814"/>
                </a:lnTo>
                <a:lnTo>
                  <a:pt x="55631" y="53256"/>
                </a:lnTo>
                <a:lnTo>
                  <a:pt x="55736" y="53693"/>
                </a:lnTo>
                <a:lnTo>
                  <a:pt x="55849" y="54125"/>
                </a:lnTo>
                <a:lnTo>
                  <a:pt x="55972" y="54551"/>
                </a:lnTo>
                <a:lnTo>
                  <a:pt x="56104" y="54972"/>
                </a:lnTo>
                <a:lnTo>
                  <a:pt x="56244" y="55388"/>
                </a:lnTo>
                <a:lnTo>
                  <a:pt x="56394" y="55798"/>
                </a:lnTo>
                <a:lnTo>
                  <a:pt x="56553" y="56203"/>
                </a:lnTo>
                <a:lnTo>
                  <a:pt x="56721" y="56603"/>
                </a:lnTo>
                <a:lnTo>
                  <a:pt x="56898" y="56998"/>
                </a:lnTo>
                <a:lnTo>
                  <a:pt x="57084" y="57387"/>
                </a:lnTo>
                <a:lnTo>
                  <a:pt x="57280" y="57772"/>
                </a:lnTo>
                <a:lnTo>
                  <a:pt x="57484" y="58151"/>
                </a:lnTo>
                <a:lnTo>
                  <a:pt x="57697" y="58524"/>
                </a:lnTo>
                <a:lnTo>
                  <a:pt x="57919" y="58892"/>
                </a:lnTo>
                <a:lnTo>
                  <a:pt x="58148" y="59253"/>
                </a:lnTo>
                <a:lnTo>
                  <a:pt x="58385" y="59607"/>
                </a:lnTo>
                <a:lnTo>
                  <a:pt x="58630" y="59954"/>
                </a:lnTo>
                <a:lnTo>
                  <a:pt x="58881" y="60294"/>
                </a:lnTo>
                <a:lnTo>
                  <a:pt x="59141" y="60627"/>
                </a:lnTo>
                <a:lnTo>
                  <a:pt x="59407" y="60954"/>
                </a:lnTo>
                <a:lnTo>
                  <a:pt x="59682" y="61273"/>
                </a:lnTo>
                <a:lnTo>
                  <a:pt x="59963" y="61586"/>
                </a:lnTo>
                <a:lnTo>
                  <a:pt x="60252" y="61892"/>
                </a:lnTo>
                <a:lnTo>
                  <a:pt x="60549" y="62191"/>
                </a:lnTo>
                <a:lnTo>
                  <a:pt x="60853" y="62483"/>
                </a:lnTo>
                <a:lnTo>
                  <a:pt x="61165" y="62768"/>
                </a:lnTo>
                <a:lnTo>
                  <a:pt x="61484" y="63047"/>
                </a:lnTo>
                <a:lnTo>
                  <a:pt x="61811" y="63319"/>
                </a:lnTo>
                <a:lnTo>
                  <a:pt x="62145" y="63584"/>
                </a:lnTo>
                <a:lnTo>
                  <a:pt x="62487" y="63842"/>
                </a:lnTo>
                <a:lnTo>
                  <a:pt x="62836" y="64093"/>
                </a:lnTo>
                <a:lnTo>
                  <a:pt x="63192" y="64337"/>
                </a:lnTo>
                <a:lnTo>
                  <a:pt x="63557" y="64574"/>
                </a:lnTo>
                <a:lnTo>
                  <a:pt x="63928" y="64805"/>
                </a:lnTo>
                <a:lnTo>
                  <a:pt x="64307" y="65029"/>
                </a:lnTo>
                <a:lnTo>
                  <a:pt x="64694" y="65246"/>
                </a:lnTo>
                <a:lnTo>
                  <a:pt x="65088" y="65456"/>
                </a:lnTo>
                <a:lnTo>
                  <a:pt x="65489" y="65658"/>
                </a:lnTo>
                <a:lnTo>
                  <a:pt x="65895" y="65851"/>
                </a:lnTo>
                <a:lnTo>
                  <a:pt x="66307" y="66036"/>
                </a:lnTo>
                <a:lnTo>
                  <a:pt x="66725" y="66213"/>
                </a:lnTo>
                <a:lnTo>
                  <a:pt x="67149" y="66381"/>
                </a:lnTo>
                <a:lnTo>
                  <a:pt x="67578" y="66540"/>
                </a:lnTo>
                <a:lnTo>
                  <a:pt x="68013" y="66690"/>
                </a:lnTo>
                <a:lnTo>
                  <a:pt x="68454" y="66832"/>
                </a:lnTo>
                <a:lnTo>
                  <a:pt x="68901" y="66966"/>
                </a:lnTo>
                <a:lnTo>
                  <a:pt x="69353" y="67090"/>
                </a:lnTo>
                <a:lnTo>
                  <a:pt x="69811" y="67207"/>
                </a:lnTo>
                <a:lnTo>
                  <a:pt x="70275" y="67314"/>
                </a:lnTo>
                <a:lnTo>
                  <a:pt x="70744" y="67413"/>
                </a:lnTo>
                <a:lnTo>
                  <a:pt x="71220" y="67503"/>
                </a:lnTo>
                <a:lnTo>
                  <a:pt x="71701" y="67585"/>
                </a:lnTo>
                <a:lnTo>
                  <a:pt x="72187" y="67658"/>
                </a:lnTo>
                <a:lnTo>
                  <a:pt x="72680" y="67723"/>
                </a:lnTo>
                <a:lnTo>
                  <a:pt x="73178" y="67779"/>
                </a:lnTo>
                <a:lnTo>
                  <a:pt x="73682" y="67826"/>
                </a:lnTo>
                <a:lnTo>
                  <a:pt x="74192" y="67865"/>
                </a:lnTo>
                <a:lnTo>
                  <a:pt x="74707" y="67895"/>
                </a:lnTo>
                <a:lnTo>
                  <a:pt x="75228" y="67916"/>
                </a:lnTo>
                <a:lnTo>
                  <a:pt x="75755" y="67929"/>
                </a:lnTo>
                <a:lnTo>
                  <a:pt x="76287" y="67934"/>
                </a:lnTo>
                <a:lnTo>
                  <a:pt x="76957" y="67927"/>
                </a:lnTo>
                <a:lnTo>
                  <a:pt x="77617" y="67907"/>
                </a:lnTo>
                <a:lnTo>
                  <a:pt x="78269" y="67873"/>
                </a:lnTo>
                <a:close/>
                <a:moveTo>
                  <a:pt x="66194" y="35004"/>
                </a:moveTo>
                <a:lnTo>
                  <a:pt x="66207" y="34581"/>
                </a:lnTo>
                <a:lnTo>
                  <a:pt x="66229" y="34165"/>
                </a:lnTo>
                <a:lnTo>
                  <a:pt x="66260" y="33758"/>
                </a:lnTo>
                <a:lnTo>
                  <a:pt x="66301" y="33359"/>
                </a:lnTo>
                <a:lnTo>
                  <a:pt x="66350" y="32969"/>
                </a:lnTo>
                <a:lnTo>
                  <a:pt x="66408" y="32587"/>
                </a:lnTo>
                <a:lnTo>
                  <a:pt x="66475" y="32213"/>
                </a:lnTo>
                <a:lnTo>
                  <a:pt x="66551" y="31847"/>
                </a:lnTo>
                <a:lnTo>
                  <a:pt x="66635" y="31490"/>
                </a:lnTo>
                <a:lnTo>
                  <a:pt x="66729" y="31141"/>
                </a:lnTo>
                <a:lnTo>
                  <a:pt x="66832" y="30800"/>
                </a:lnTo>
                <a:lnTo>
                  <a:pt x="66943" y="30467"/>
                </a:lnTo>
                <a:lnTo>
                  <a:pt x="67064" y="30143"/>
                </a:lnTo>
                <a:lnTo>
                  <a:pt x="67193" y="29827"/>
                </a:lnTo>
                <a:lnTo>
                  <a:pt x="67331" y="29520"/>
                </a:lnTo>
                <a:lnTo>
                  <a:pt x="67479" y="29221"/>
                </a:lnTo>
                <a:lnTo>
                  <a:pt x="67635" y="28930"/>
                </a:lnTo>
                <a:lnTo>
                  <a:pt x="67800" y="28647"/>
                </a:lnTo>
                <a:lnTo>
                  <a:pt x="67974" y="28373"/>
                </a:lnTo>
                <a:lnTo>
                  <a:pt x="68157" y="28106"/>
                </a:lnTo>
                <a:lnTo>
                  <a:pt x="68349" y="27849"/>
                </a:lnTo>
                <a:lnTo>
                  <a:pt x="68550" y="27599"/>
                </a:lnTo>
                <a:lnTo>
                  <a:pt x="68760" y="27358"/>
                </a:lnTo>
                <a:lnTo>
                  <a:pt x="68978" y="27126"/>
                </a:lnTo>
                <a:lnTo>
                  <a:pt x="69205" y="26903"/>
                </a:lnTo>
                <a:lnTo>
                  <a:pt x="69439" y="26691"/>
                </a:lnTo>
                <a:lnTo>
                  <a:pt x="69683" y="26488"/>
                </a:lnTo>
                <a:lnTo>
                  <a:pt x="69934" y="26295"/>
                </a:lnTo>
                <a:lnTo>
                  <a:pt x="70194" y="26112"/>
                </a:lnTo>
                <a:lnTo>
                  <a:pt x="70462" y="25940"/>
                </a:lnTo>
                <a:lnTo>
                  <a:pt x="70738" y="25776"/>
                </a:lnTo>
                <a:lnTo>
                  <a:pt x="71023" y="25623"/>
                </a:lnTo>
                <a:lnTo>
                  <a:pt x="71316" y="25480"/>
                </a:lnTo>
                <a:lnTo>
                  <a:pt x="71617" y="25347"/>
                </a:lnTo>
                <a:lnTo>
                  <a:pt x="71927" y="25223"/>
                </a:lnTo>
                <a:lnTo>
                  <a:pt x="72245" y="25109"/>
                </a:lnTo>
                <a:lnTo>
                  <a:pt x="72571" y="25006"/>
                </a:lnTo>
                <a:lnTo>
                  <a:pt x="72905" y="24912"/>
                </a:lnTo>
                <a:lnTo>
                  <a:pt x="73248" y="24828"/>
                </a:lnTo>
                <a:lnTo>
                  <a:pt x="73599" y="24754"/>
                </a:lnTo>
                <a:lnTo>
                  <a:pt x="73958" y="24689"/>
                </a:lnTo>
                <a:lnTo>
                  <a:pt x="74325" y="24635"/>
                </a:lnTo>
                <a:lnTo>
                  <a:pt x="74701" y="24590"/>
                </a:lnTo>
                <a:lnTo>
                  <a:pt x="75085" y="24556"/>
                </a:lnTo>
                <a:lnTo>
                  <a:pt x="75478" y="24531"/>
                </a:lnTo>
                <a:lnTo>
                  <a:pt x="75879" y="24516"/>
                </a:lnTo>
                <a:lnTo>
                  <a:pt x="76287" y="24511"/>
                </a:lnTo>
                <a:lnTo>
                  <a:pt x="76696" y="24516"/>
                </a:lnTo>
                <a:lnTo>
                  <a:pt x="77097" y="24531"/>
                </a:lnTo>
                <a:lnTo>
                  <a:pt x="77488" y="24555"/>
                </a:lnTo>
                <a:lnTo>
                  <a:pt x="77871" y="24589"/>
                </a:lnTo>
                <a:lnTo>
                  <a:pt x="78245" y="24633"/>
                </a:lnTo>
                <a:lnTo>
                  <a:pt x="78611" y="24686"/>
                </a:lnTo>
                <a:lnTo>
                  <a:pt x="78968" y="24750"/>
                </a:lnTo>
                <a:lnTo>
                  <a:pt x="79317" y="24823"/>
                </a:lnTo>
                <a:lnTo>
                  <a:pt x="79657" y="24905"/>
                </a:lnTo>
                <a:lnTo>
                  <a:pt x="79988" y="24998"/>
                </a:lnTo>
                <a:lnTo>
                  <a:pt x="80311" y="25100"/>
                </a:lnTo>
                <a:lnTo>
                  <a:pt x="80625" y="25211"/>
                </a:lnTo>
                <a:lnTo>
                  <a:pt x="80931" y="25333"/>
                </a:lnTo>
                <a:lnTo>
                  <a:pt x="81228" y="25464"/>
                </a:lnTo>
                <a:lnTo>
                  <a:pt x="81516" y="25605"/>
                </a:lnTo>
                <a:lnTo>
                  <a:pt x="81795" y="25756"/>
                </a:lnTo>
                <a:lnTo>
                  <a:pt x="82067" y="25916"/>
                </a:lnTo>
                <a:lnTo>
                  <a:pt x="82329" y="26086"/>
                </a:lnTo>
                <a:lnTo>
                  <a:pt x="82583" y="26266"/>
                </a:lnTo>
                <a:lnTo>
                  <a:pt x="82828" y="26456"/>
                </a:lnTo>
                <a:lnTo>
                  <a:pt x="83065" y="26655"/>
                </a:lnTo>
                <a:lnTo>
                  <a:pt x="83293" y="26864"/>
                </a:lnTo>
                <a:lnTo>
                  <a:pt x="83512" y="27083"/>
                </a:lnTo>
                <a:lnTo>
                  <a:pt x="83723" y="27312"/>
                </a:lnTo>
                <a:lnTo>
                  <a:pt x="83925" y="27549"/>
                </a:lnTo>
                <a:lnTo>
                  <a:pt x="84119" y="27795"/>
                </a:lnTo>
                <a:lnTo>
                  <a:pt x="84304" y="28050"/>
                </a:lnTo>
                <a:lnTo>
                  <a:pt x="84481" y="28313"/>
                </a:lnTo>
                <a:lnTo>
                  <a:pt x="84648" y="28584"/>
                </a:lnTo>
                <a:lnTo>
                  <a:pt x="84808" y="28864"/>
                </a:lnTo>
                <a:lnTo>
                  <a:pt x="84958" y="29152"/>
                </a:lnTo>
                <a:lnTo>
                  <a:pt x="85100" y="29449"/>
                </a:lnTo>
                <a:lnTo>
                  <a:pt x="85234" y="29754"/>
                </a:lnTo>
                <a:lnTo>
                  <a:pt x="85359" y="30067"/>
                </a:lnTo>
                <a:lnTo>
                  <a:pt x="85475" y="30389"/>
                </a:lnTo>
                <a:lnTo>
                  <a:pt x="85583" y="30720"/>
                </a:lnTo>
                <a:lnTo>
                  <a:pt x="85682" y="31059"/>
                </a:lnTo>
                <a:lnTo>
                  <a:pt x="85772" y="31406"/>
                </a:lnTo>
                <a:lnTo>
                  <a:pt x="85854" y="31762"/>
                </a:lnTo>
                <a:lnTo>
                  <a:pt x="85927" y="32126"/>
                </a:lnTo>
                <a:lnTo>
                  <a:pt x="85991" y="32499"/>
                </a:lnTo>
                <a:lnTo>
                  <a:pt x="86047" y="32880"/>
                </a:lnTo>
                <a:lnTo>
                  <a:pt x="86095" y="33269"/>
                </a:lnTo>
                <a:lnTo>
                  <a:pt x="86134" y="33667"/>
                </a:lnTo>
                <a:lnTo>
                  <a:pt x="86164" y="34074"/>
                </a:lnTo>
                <a:lnTo>
                  <a:pt x="86185" y="34489"/>
                </a:lnTo>
                <a:lnTo>
                  <a:pt x="86198" y="34912"/>
                </a:lnTo>
                <a:lnTo>
                  <a:pt x="86202" y="35344"/>
                </a:lnTo>
                <a:lnTo>
                  <a:pt x="86202" y="37188"/>
                </a:lnTo>
                <a:lnTo>
                  <a:pt x="66189" y="37364"/>
                </a:lnTo>
                <a:lnTo>
                  <a:pt x="66189" y="35436"/>
                </a:lnTo>
                <a:lnTo>
                  <a:pt x="66194" y="35004"/>
                </a:lnTo>
                <a:close/>
              </a:path>
            </a:pathLst>
          </a:custGeom>
          <a:solidFill xmlns:a="http://schemas.openxmlformats.org/drawingml/2006/main">
            <a:srgbClr val="D222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Text _truncate_html">
            <a:extLst xmlns:a="http://schemas.openxmlformats.org/drawingml/2006/main">
              <a:ext uri="{FF2B5EF4-FFF2-40B4-BE49-F238E27FC236}">
                <a16:creationId xmlns:a16="http://schemas.microsoft.com/office/drawing/2014/main" id="{92F37A49-232D-4922-B9B3-CE9CCFE4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566" y="2647410"/>
            <a:ext cx="761878" cy="79685"/>
          </a:xfrm>
          <a:custGeom xmlns:a="http://schemas.openxmlformats.org/drawingml/2006/main">
            <a:pathLst>
              <a:path w="761878" h="79685">
                <a:moveTo>
                  <a:pt x="83068" y="56633"/>
                </a:moveTo>
                <a:lnTo>
                  <a:pt x="82702" y="56609"/>
                </a:lnTo>
                <a:lnTo>
                  <a:pt x="82352" y="56567"/>
                </a:lnTo>
                <a:lnTo>
                  <a:pt x="82019" y="56509"/>
                </a:lnTo>
                <a:lnTo>
                  <a:pt x="81702" y="56435"/>
                </a:lnTo>
                <a:lnTo>
                  <a:pt x="81401" y="56343"/>
                </a:lnTo>
                <a:lnTo>
                  <a:pt x="81117" y="56236"/>
                </a:lnTo>
                <a:lnTo>
                  <a:pt x="80848" y="56111"/>
                </a:lnTo>
                <a:lnTo>
                  <a:pt x="80596" y="55971"/>
                </a:lnTo>
                <a:lnTo>
                  <a:pt x="80360" y="55813"/>
                </a:lnTo>
                <a:lnTo>
                  <a:pt x="80141" y="55639"/>
                </a:lnTo>
                <a:lnTo>
                  <a:pt x="79938" y="55449"/>
                </a:lnTo>
                <a:lnTo>
                  <a:pt x="79751" y="55241"/>
                </a:lnTo>
                <a:lnTo>
                  <a:pt x="79580" y="55018"/>
                </a:lnTo>
                <a:lnTo>
                  <a:pt x="79425" y="54777"/>
                </a:lnTo>
                <a:lnTo>
                  <a:pt x="79287" y="54521"/>
                </a:lnTo>
                <a:lnTo>
                  <a:pt x="79165" y="54247"/>
                </a:lnTo>
                <a:lnTo>
                  <a:pt x="79060" y="53957"/>
                </a:lnTo>
                <a:lnTo>
                  <a:pt x="78970" y="53651"/>
                </a:lnTo>
                <a:lnTo>
                  <a:pt x="78897" y="53327"/>
                </a:lnTo>
                <a:lnTo>
                  <a:pt x="78840" y="52988"/>
                </a:lnTo>
                <a:lnTo>
                  <a:pt x="78799" y="52631"/>
                </a:lnTo>
                <a:lnTo>
                  <a:pt x="78775" y="52259"/>
                </a:lnTo>
                <a:lnTo>
                  <a:pt x="78767" y="51869"/>
                </a:lnTo>
                <a:lnTo>
                  <a:pt x="78767" y="26898"/>
                </a:lnTo>
                <a:lnTo>
                  <a:pt x="98139" y="26898"/>
                </a:lnTo>
                <a:lnTo>
                  <a:pt x="98139" y="16524"/>
                </a:lnTo>
                <a:lnTo>
                  <a:pt x="78767" y="16524"/>
                </a:lnTo>
                <a:lnTo>
                  <a:pt x="78767" y="2295"/>
                </a:lnTo>
                <a:lnTo>
                  <a:pt x="67200" y="2295"/>
                </a:lnTo>
                <a:lnTo>
                  <a:pt x="67200" y="16524"/>
                </a:lnTo>
                <a:lnTo>
                  <a:pt x="53522" y="16524"/>
                </a:lnTo>
                <a:lnTo>
                  <a:pt x="53522" y="26898"/>
                </a:lnTo>
                <a:lnTo>
                  <a:pt x="67200" y="26898"/>
                </a:lnTo>
                <a:lnTo>
                  <a:pt x="67200" y="51869"/>
                </a:lnTo>
                <a:lnTo>
                  <a:pt x="67208" y="52453"/>
                </a:lnTo>
                <a:lnTo>
                  <a:pt x="67229" y="53026"/>
                </a:lnTo>
                <a:lnTo>
                  <a:pt x="67264" y="53589"/>
                </a:lnTo>
                <a:lnTo>
                  <a:pt x="67314" y="54141"/>
                </a:lnTo>
                <a:lnTo>
                  <a:pt x="67378" y="54683"/>
                </a:lnTo>
                <a:lnTo>
                  <a:pt x="67456" y="55214"/>
                </a:lnTo>
                <a:lnTo>
                  <a:pt x="67548" y="55735"/>
                </a:lnTo>
                <a:lnTo>
                  <a:pt x="67654" y="56245"/>
                </a:lnTo>
                <a:lnTo>
                  <a:pt x="67775" y="56745"/>
                </a:lnTo>
                <a:lnTo>
                  <a:pt x="67910" y="57234"/>
                </a:lnTo>
                <a:lnTo>
                  <a:pt x="68059" y="57712"/>
                </a:lnTo>
                <a:lnTo>
                  <a:pt x="68222" y="58181"/>
                </a:lnTo>
                <a:lnTo>
                  <a:pt x="68399" y="58638"/>
                </a:lnTo>
                <a:lnTo>
                  <a:pt x="68590" y="59085"/>
                </a:lnTo>
                <a:lnTo>
                  <a:pt x="68796" y="59522"/>
                </a:lnTo>
                <a:lnTo>
                  <a:pt x="69016" y="59948"/>
                </a:lnTo>
                <a:lnTo>
                  <a:pt x="69250" y="60363"/>
                </a:lnTo>
                <a:lnTo>
                  <a:pt x="69498" y="60768"/>
                </a:lnTo>
                <a:lnTo>
                  <a:pt x="69761" y="61163"/>
                </a:lnTo>
                <a:lnTo>
                  <a:pt x="70037" y="61547"/>
                </a:lnTo>
                <a:lnTo>
                  <a:pt x="70328" y="61920"/>
                </a:lnTo>
                <a:lnTo>
                  <a:pt x="70633" y="62283"/>
                </a:lnTo>
                <a:lnTo>
                  <a:pt x="70952" y="62636"/>
                </a:lnTo>
                <a:lnTo>
                  <a:pt x="71285" y="62978"/>
                </a:lnTo>
                <a:lnTo>
                  <a:pt x="71631" y="63307"/>
                </a:lnTo>
                <a:lnTo>
                  <a:pt x="71988" y="63623"/>
                </a:lnTo>
                <a:lnTo>
                  <a:pt x="72356" y="63924"/>
                </a:lnTo>
                <a:lnTo>
                  <a:pt x="72735" y="64212"/>
                </a:lnTo>
                <a:lnTo>
                  <a:pt x="73125" y="64485"/>
                </a:lnTo>
                <a:lnTo>
                  <a:pt x="73526" y="64744"/>
                </a:lnTo>
                <a:lnTo>
                  <a:pt x="73938" y="64990"/>
                </a:lnTo>
                <a:lnTo>
                  <a:pt x="74361" y="65221"/>
                </a:lnTo>
                <a:lnTo>
                  <a:pt x="74795" y="65439"/>
                </a:lnTo>
                <a:lnTo>
                  <a:pt x="75240" y="65642"/>
                </a:lnTo>
                <a:lnTo>
                  <a:pt x="75696" y="65831"/>
                </a:lnTo>
                <a:lnTo>
                  <a:pt x="76163" y="66007"/>
                </a:lnTo>
                <a:lnTo>
                  <a:pt x="76641" y="66168"/>
                </a:lnTo>
                <a:lnTo>
                  <a:pt x="77130" y="66315"/>
                </a:lnTo>
                <a:lnTo>
                  <a:pt x="77630" y="66448"/>
                </a:lnTo>
                <a:lnTo>
                  <a:pt x="78140" y="66567"/>
                </a:lnTo>
                <a:lnTo>
                  <a:pt x="78662" y="66673"/>
                </a:lnTo>
                <a:lnTo>
                  <a:pt x="79195" y="66764"/>
                </a:lnTo>
                <a:lnTo>
                  <a:pt x="79739" y="66841"/>
                </a:lnTo>
                <a:lnTo>
                  <a:pt x="80294" y="66904"/>
                </a:lnTo>
                <a:lnTo>
                  <a:pt x="80860" y="66953"/>
                </a:lnTo>
                <a:lnTo>
                  <a:pt x="81437" y="66988"/>
                </a:lnTo>
                <a:lnTo>
                  <a:pt x="82025" y="67009"/>
                </a:lnTo>
                <a:lnTo>
                  <a:pt x="82623" y="67016"/>
                </a:lnTo>
                <a:lnTo>
                  <a:pt x="97220" y="67016"/>
                </a:lnTo>
                <a:lnTo>
                  <a:pt x="97220" y="56642"/>
                </a:lnTo>
                <a:lnTo>
                  <a:pt x="83450" y="56642"/>
                </a:lnTo>
                <a:lnTo>
                  <a:pt x="83068" y="56633"/>
                </a:lnTo>
                <a:close/>
                <a:moveTo>
                  <a:pt x="413195" y="56609"/>
                </a:moveTo>
                <a:lnTo>
                  <a:pt x="412845" y="56567"/>
                </a:lnTo>
                <a:lnTo>
                  <a:pt x="412512" y="56509"/>
                </a:lnTo>
                <a:lnTo>
                  <a:pt x="412195" y="56435"/>
                </a:lnTo>
                <a:lnTo>
                  <a:pt x="411894" y="56343"/>
                </a:lnTo>
                <a:lnTo>
                  <a:pt x="411609" y="56236"/>
                </a:lnTo>
                <a:lnTo>
                  <a:pt x="411341" y="56111"/>
                </a:lnTo>
                <a:lnTo>
                  <a:pt x="411089" y="55971"/>
                </a:lnTo>
                <a:lnTo>
                  <a:pt x="410853" y="55813"/>
                </a:lnTo>
                <a:lnTo>
                  <a:pt x="410634" y="55639"/>
                </a:lnTo>
                <a:lnTo>
                  <a:pt x="410430" y="55449"/>
                </a:lnTo>
                <a:lnTo>
                  <a:pt x="410243" y="55241"/>
                </a:lnTo>
                <a:lnTo>
                  <a:pt x="410073" y="55018"/>
                </a:lnTo>
                <a:lnTo>
                  <a:pt x="409918" y="54777"/>
                </a:lnTo>
                <a:lnTo>
                  <a:pt x="409780" y="54521"/>
                </a:lnTo>
                <a:lnTo>
                  <a:pt x="409658" y="54247"/>
                </a:lnTo>
                <a:lnTo>
                  <a:pt x="409552" y="53957"/>
                </a:lnTo>
                <a:lnTo>
                  <a:pt x="409463" y="53651"/>
                </a:lnTo>
                <a:lnTo>
                  <a:pt x="409390" y="53327"/>
                </a:lnTo>
                <a:lnTo>
                  <a:pt x="409333" y="52988"/>
                </a:lnTo>
                <a:lnTo>
                  <a:pt x="409292" y="52631"/>
                </a:lnTo>
                <a:lnTo>
                  <a:pt x="409268" y="52259"/>
                </a:lnTo>
                <a:lnTo>
                  <a:pt x="409260" y="51869"/>
                </a:lnTo>
                <a:lnTo>
                  <a:pt x="409260" y="26898"/>
                </a:lnTo>
                <a:lnTo>
                  <a:pt x="428631" y="26898"/>
                </a:lnTo>
                <a:lnTo>
                  <a:pt x="428631" y="16524"/>
                </a:lnTo>
                <a:lnTo>
                  <a:pt x="409260" y="16524"/>
                </a:lnTo>
                <a:lnTo>
                  <a:pt x="409260" y="2295"/>
                </a:lnTo>
                <a:lnTo>
                  <a:pt x="397693" y="2295"/>
                </a:lnTo>
                <a:lnTo>
                  <a:pt x="397693" y="16524"/>
                </a:lnTo>
                <a:lnTo>
                  <a:pt x="384014" y="16524"/>
                </a:lnTo>
                <a:lnTo>
                  <a:pt x="384014" y="26898"/>
                </a:lnTo>
                <a:lnTo>
                  <a:pt x="397693" y="26898"/>
                </a:lnTo>
                <a:lnTo>
                  <a:pt x="397693" y="51869"/>
                </a:lnTo>
                <a:lnTo>
                  <a:pt x="397700" y="52453"/>
                </a:lnTo>
                <a:lnTo>
                  <a:pt x="397722" y="53026"/>
                </a:lnTo>
                <a:lnTo>
                  <a:pt x="397757" y="53589"/>
                </a:lnTo>
                <a:lnTo>
                  <a:pt x="397807" y="54141"/>
                </a:lnTo>
                <a:lnTo>
                  <a:pt x="397870" y="54683"/>
                </a:lnTo>
                <a:lnTo>
                  <a:pt x="397948" y="55214"/>
                </a:lnTo>
                <a:lnTo>
                  <a:pt x="398041" y="55735"/>
                </a:lnTo>
                <a:lnTo>
                  <a:pt x="398147" y="56245"/>
                </a:lnTo>
                <a:lnTo>
                  <a:pt x="398268" y="56745"/>
                </a:lnTo>
                <a:lnTo>
                  <a:pt x="398402" y="57234"/>
                </a:lnTo>
                <a:lnTo>
                  <a:pt x="398551" y="57712"/>
                </a:lnTo>
                <a:lnTo>
                  <a:pt x="398714" y="58181"/>
                </a:lnTo>
                <a:lnTo>
                  <a:pt x="398892" y="58638"/>
                </a:lnTo>
                <a:lnTo>
                  <a:pt x="399083" y="59085"/>
                </a:lnTo>
                <a:lnTo>
                  <a:pt x="399289" y="59522"/>
                </a:lnTo>
                <a:lnTo>
                  <a:pt x="399509" y="59948"/>
                </a:lnTo>
                <a:lnTo>
                  <a:pt x="399743" y="60363"/>
                </a:lnTo>
                <a:lnTo>
                  <a:pt x="399991" y="60768"/>
                </a:lnTo>
                <a:lnTo>
                  <a:pt x="400253" y="61163"/>
                </a:lnTo>
                <a:lnTo>
                  <a:pt x="400530" y="61547"/>
                </a:lnTo>
                <a:lnTo>
                  <a:pt x="400821" y="61920"/>
                </a:lnTo>
                <a:lnTo>
                  <a:pt x="401126" y="62283"/>
                </a:lnTo>
                <a:lnTo>
                  <a:pt x="401445" y="62636"/>
                </a:lnTo>
                <a:lnTo>
                  <a:pt x="401778" y="62978"/>
                </a:lnTo>
                <a:lnTo>
                  <a:pt x="402124" y="63307"/>
                </a:lnTo>
                <a:lnTo>
                  <a:pt x="402481" y="63623"/>
                </a:lnTo>
                <a:lnTo>
                  <a:pt x="402849" y="63924"/>
                </a:lnTo>
                <a:lnTo>
                  <a:pt x="403228" y="64212"/>
                </a:lnTo>
                <a:lnTo>
                  <a:pt x="403618" y="64485"/>
                </a:lnTo>
                <a:lnTo>
                  <a:pt x="404019" y="64744"/>
                </a:lnTo>
                <a:lnTo>
                  <a:pt x="404431" y="64990"/>
                </a:lnTo>
                <a:lnTo>
                  <a:pt x="404854" y="65221"/>
                </a:lnTo>
                <a:lnTo>
                  <a:pt x="405288" y="65439"/>
                </a:lnTo>
                <a:lnTo>
                  <a:pt x="405733" y="65642"/>
                </a:lnTo>
                <a:lnTo>
                  <a:pt x="406189" y="65831"/>
                </a:lnTo>
                <a:lnTo>
                  <a:pt x="406656" y="66007"/>
                </a:lnTo>
                <a:lnTo>
                  <a:pt x="407133" y="66168"/>
                </a:lnTo>
                <a:lnTo>
                  <a:pt x="407622" y="66315"/>
                </a:lnTo>
                <a:lnTo>
                  <a:pt x="408122" y="66448"/>
                </a:lnTo>
                <a:lnTo>
                  <a:pt x="408633" y="66567"/>
                </a:lnTo>
                <a:lnTo>
                  <a:pt x="409155" y="66673"/>
                </a:lnTo>
                <a:lnTo>
                  <a:pt x="409688" y="66764"/>
                </a:lnTo>
                <a:lnTo>
                  <a:pt x="410232" y="66841"/>
                </a:lnTo>
                <a:lnTo>
                  <a:pt x="410787" y="66904"/>
                </a:lnTo>
                <a:lnTo>
                  <a:pt x="411353" y="66953"/>
                </a:lnTo>
                <a:lnTo>
                  <a:pt x="411929" y="66988"/>
                </a:lnTo>
                <a:lnTo>
                  <a:pt x="412517" y="67009"/>
                </a:lnTo>
                <a:lnTo>
                  <a:pt x="413116" y="67016"/>
                </a:lnTo>
                <a:lnTo>
                  <a:pt x="427713" y="67016"/>
                </a:lnTo>
                <a:lnTo>
                  <a:pt x="427713" y="56642"/>
                </a:lnTo>
                <a:lnTo>
                  <a:pt x="413943" y="56642"/>
                </a:lnTo>
                <a:lnTo>
                  <a:pt x="413560" y="56633"/>
                </a:lnTo>
                <a:lnTo>
                  <a:pt x="413195" y="56609"/>
                </a:lnTo>
                <a:close/>
                <a:moveTo>
                  <a:pt x="124760" y="67016"/>
                </a:moveTo>
                <a:lnTo>
                  <a:pt x="124760" y="35436"/>
                </a:lnTo>
                <a:lnTo>
                  <a:pt x="124765" y="35035"/>
                </a:lnTo>
                <a:lnTo>
                  <a:pt x="124777" y="34641"/>
                </a:lnTo>
                <a:lnTo>
                  <a:pt x="124799" y="34254"/>
                </a:lnTo>
                <a:lnTo>
                  <a:pt x="124828" y="33875"/>
                </a:lnTo>
                <a:lnTo>
                  <a:pt x="124866" y="33504"/>
                </a:lnTo>
                <a:lnTo>
                  <a:pt x="124913" y="33141"/>
                </a:lnTo>
                <a:lnTo>
                  <a:pt x="124967" y="32785"/>
                </a:lnTo>
                <a:lnTo>
                  <a:pt x="125031" y="32437"/>
                </a:lnTo>
                <a:lnTo>
                  <a:pt x="125103" y="32097"/>
                </a:lnTo>
                <a:lnTo>
                  <a:pt x="125183" y="31764"/>
                </a:lnTo>
                <a:lnTo>
                  <a:pt x="125272" y="31439"/>
                </a:lnTo>
                <a:lnTo>
                  <a:pt x="125369" y="31121"/>
                </a:lnTo>
                <a:lnTo>
                  <a:pt x="125474" y="30811"/>
                </a:lnTo>
                <a:lnTo>
                  <a:pt x="125588" y="30509"/>
                </a:lnTo>
                <a:lnTo>
                  <a:pt x="125711" y="30215"/>
                </a:lnTo>
                <a:lnTo>
                  <a:pt x="125842" y="29928"/>
                </a:lnTo>
                <a:lnTo>
                  <a:pt x="125981" y="29648"/>
                </a:lnTo>
                <a:lnTo>
                  <a:pt x="126129" y="29377"/>
                </a:lnTo>
                <a:lnTo>
                  <a:pt x="126285" y="29113"/>
                </a:lnTo>
                <a:lnTo>
                  <a:pt x="126450" y="28857"/>
                </a:lnTo>
                <a:lnTo>
                  <a:pt x="126623" y="28608"/>
                </a:lnTo>
                <a:lnTo>
                  <a:pt x="126805" y="28367"/>
                </a:lnTo>
                <a:lnTo>
                  <a:pt x="126995" y="28134"/>
                </a:lnTo>
                <a:lnTo>
                  <a:pt x="127194" y="27908"/>
                </a:lnTo>
                <a:lnTo>
                  <a:pt x="127400" y="27691"/>
                </a:lnTo>
                <a:lnTo>
                  <a:pt x="127614" y="27483"/>
                </a:lnTo>
                <a:lnTo>
                  <a:pt x="127834" y="27284"/>
                </a:lnTo>
                <a:lnTo>
                  <a:pt x="128062" y="27095"/>
                </a:lnTo>
                <a:lnTo>
                  <a:pt x="128297" y="26914"/>
                </a:lnTo>
                <a:lnTo>
                  <a:pt x="128539" y="26743"/>
                </a:lnTo>
                <a:lnTo>
                  <a:pt x="128789" y="26581"/>
                </a:lnTo>
                <a:lnTo>
                  <a:pt x="129045" y="26429"/>
                </a:lnTo>
                <a:lnTo>
                  <a:pt x="129309" y="26286"/>
                </a:lnTo>
                <a:lnTo>
                  <a:pt x="129580" y="26152"/>
                </a:lnTo>
                <a:lnTo>
                  <a:pt x="129858" y="26027"/>
                </a:lnTo>
                <a:lnTo>
                  <a:pt x="130143" y="25911"/>
                </a:lnTo>
                <a:lnTo>
                  <a:pt x="130435" y="25805"/>
                </a:lnTo>
                <a:lnTo>
                  <a:pt x="130735" y="25708"/>
                </a:lnTo>
                <a:lnTo>
                  <a:pt x="131042" y="25620"/>
                </a:lnTo>
                <a:lnTo>
                  <a:pt x="131356" y="25541"/>
                </a:lnTo>
                <a:lnTo>
                  <a:pt x="131677" y="25472"/>
                </a:lnTo>
                <a:lnTo>
                  <a:pt x="132005" y="25412"/>
                </a:lnTo>
                <a:lnTo>
                  <a:pt x="132340" y="25361"/>
                </a:lnTo>
                <a:lnTo>
                  <a:pt x="132683" y="25319"/>
                </a:lnTo>
                <a:lnTo>
                  <a:pt x="133033" y="25287"/>
                </a:lnTo>
                <a:lnTo>
                  <a:pt x="133390" y="25264"/>
                </a:lnTo>
                <a:lnTo>
                  <a:pt x="133754" y="25250"/>
                </a:lnTo>
                <a:lnTo>
                  <a:pt x="134125" y="25245"/>
                </a:lnTo>
                <a:lnTo>
                  <a:pt x="134489" y="25250"/>
                </a:lnTo>
                <a:lnTo>
                  <a:pt x="134846" y="25264"/>
                </a:lnTo>
                <a:lnTo>
                  <a:pt x="135197" y="25287"/>
                </a:lnTo>
                <a:lnTo>
                  <a:pt x="135542" y="25319"/>
                </a:lnTo>
                <a:lnTo>
                  <a:pt x="135879" y="25361"/>
                </a:lnTo>
                <a:lnTo>
                  <a:pt x="136211" y="25412"/>
                </a:lnTo>
                <a:lnTo>
                  <a:pt x="136535" y="25472"/>
                </a:lnTo>
                <a:lnTo>
                  <a:pt x="136854" y="25541"/>
                </a:lnTo>
                <a:lnTo>
                  <a:pt x="137165" y="25620"/>
                </a:lnTo>
                <a:lnTo>
                  <a:pt x="137471" y="25708"/>
                </a:lnTo>
                <a:lnTo>
                  <a:pt x="137769" y="25805"/>
                </a:lnTo>
                <a:lnTo>
                  <a:pt x="138061" y="25911"/>
                </a:lnTo>
                <a:lnTo>
                  <a:pt x="138347" y="26027"/>
                </a:lnTo>
                <a:lnTo>
                  <a:pt x="138626" y="26152"/>
                </a:lnTo>
                <a:lnTo>
                  <a:pt x="138898" y="26286"/>
                </a:lnTo>
                <a:lnTo>
                  <a:pt x="139164" y="26429"/>
                </a:lnTo>
                <a:lnTo>
                  <a:pt x="139423" y="26581"/>
                </a:lnTo>
                <a:lnTo>
                  <a:pt x="139676" y="26743"/>
                </a:lnTo>
                <a:lnTo>
                  <a:pt x="139923" y="26914"/>
                </a:lnTo>
                <a:lnTo>
                  <a:pt x="140162" y="27095"/>
                </a:lnTo>
                <a:lnTo>
                  <a:pt x="140396" y="27284"/>
                </a:lnTo>
                <a:lnTo>
                  <a:pt x="140622" y="27483"/>
                </a:lnTo>
                <a:lnTo>
                  <a:pt x="140842" y="27691"/>
                </a:lnTo>
                <a:lnTo>
                  <a:pt x="141056" y="27908"/>
                </a:lnTo>
                <a:lnTo>
                  <a:pt x="141262" y="28134"/>
                </a:lnTo>
                <a:lnTo>
                  <a:pt x="141459" y="28367"/>
                </a:lnTo>
                <a:lnTo>
                  <a:pt x="141648" y="28608"/>
                </a:lnTo>
                <a:lnTo>
                  <a:pt x="141827" y="28857"/>
                </a:lnTo>
                <a:lnTo>
                  <a:pt x="141998" y="29113"/>
                </a:lnTo>
                <a:lnTo>
                  <a:pt x="142160" y="29377"/>
                </a:lnTo>
                <a:lnTo>
                  <a:pt x="142314" y="29648"/>
                </a:lnTo>
                <a:lnTo>
                  <a:pt x="142458" y="29928"/>
                </a:lnTo>
                <a:lnTo>
                  <a:pt x="142594" y="30215"/>
                </a:lnTo>
                <a:lnTo>
                  <a:pt x="142721" y="30509"/>
                </a:lnTo>
                <a:lnTo>
                  <a:pt x="142840" y="30811"/>
                </a:lnTo>
                <a:lnTo>
                  <a:pt x="142949" y="31121"/>
                </a:lnTo>
                <a:lnTo>
                  <a:pt x="143050" y="31439"/>
                </a:lnTo>
                <a:lnTo>
                  <a:pt x="143142" y="31764"/>
                </a:lnTo>
                <a:lnTo>
                  <a:pt x="143225" y="32097"/>
                </a:lnTo>
                <a:lnTo>
                  <a:pt x="143300" y="32437"/>
                </a:lnTo>
                <a:lnTo>
                  <a:pt x="143366" y="32785"/>
                </a:lnTo>
                <a:lnTo>
                  <a:pt x="143423" y="33141"/>
                </a:lnTo>
                <a:lnTo>
                  <a:pt x="143471" y="33504"/>
                </a:lnTo>
                <a:lnTo>
                  <a:pt x="143510" y="33875"/>
                </a:lnTo>
                <a:lnTo>
                  <a:pt x="143541" y="34254"/>
                </a:lnTo>
                <a:lnTo>
                  <a:pt x="143563" y="34641"/>
                </a:lnTo>
                <a:lnTo>
                  <a:pt x="143576" y="35035"/>
                </a:lnTo>
                <a:lnTo>
                  <a:pt x="143580" y="35436"/>
                </a:lnTo>
                <a:lnTo>
                  <a:pt x="143580" y="38281"/>
                </a:lnTo>
                <a:lnTo>
                  <a:pt x="155606" y="38281"/>
                </a:lnTo>
                <a:lnTo>
                  <a:pt x="155606" y="34610"/>
                </a:lnTo>
                <a:lnTo>
                  <a:pt x="155598" y="33874"/>
                </a:lnTo>
                <a:lnTo>
                  <a:pt x="155574" y="33152"/>
                </a:lnTo>
                <a:lnTo>
                  <a:pt x="155533" y="32444"/>
                </a:lnTo>
                <a:lnTo>
                  <a:pt x="155476" y="31749"/>
                </a:lnTo>
                <a:lnTo>
                  <a:pt x="155403" y="31067"/>
                </a:lnTo>
                <a:lnTo>
                  <a:pt x="155314" y="30398"/>
                </a:lnTo>
                <a:lnTo>
                  <a:pt x="155208" y="29743"/>
                </a:lnTo>
                <a:lnTo>
                  <a:pt x="155086" y="29102"/>
                </a:lnTo>
                <a:lnTo>
                  <a:pt x="154948" y="28473"/>
                </a:lnTo>
                <a:lnTo>
                  <a:pt x="154794" y="27859"/>
                </a:lnTo>
                <a:lnTo>
                  <a:pt x="154623" y="27257"/>
                </a:lnTo>
                <a:lnTo>
                  <a:pt x="154436" y="26669"/>
                </a:lnTo>
                <a:lnTo>
                  <a:pt x="154233" y="26094"/>
                </a:lnTo>
                <a:lnTo>
                  <a:pt x="154013" y="25533"/>
                </a:lnTo>
                <a:lnTo>
                  <a:pt x="153778" y="24985"/>
                </a:lnTo>
                <a:lnTo>
                  <a:pt x="153526" y="24451"/>
                </a:lnTo>
                <a:lnTo>
                  <a:pt x="153257" y="23929"/>
                </a:lnTo>
                <a:lnTo>
                  <a:pt x="152973" y="23422"/>
                </a:lnTo>
                <a:lnTo>
                  <a:pt x="152672" y="22927"/>
                </a:lnTo>
                <a:lnTo>
                  <a:pt x="152355" y="22446"/>
                </a:lnTo>
                <a:lnTo>
                  <a:pt x="152022" y="21979"/>
                </a:lnTo>
                <a:lnTo>
                  <a:pt x="151673" y="21525"/>
                </a:lnTo>
                <a:lnTo>
                  <a:pt x="151307" y="21084"/>
                </a:lnTo>
                <a:lnTo>
                  <a:pt x="150925" y="20656"/>
                </a:lnTo>
                <a:lnTo>
                  <a:pt x="150529" y="20244"/>
                </a:lnTo>
                <a:lnTo>
                  <a:pt x="150120" y="19850"/>
                </a:lnTo>
                <a:lnTo>
                  <a:pt x="149700" y="19473"/>
                </a:lnTo>
                <a:lnTo>
                  <a:pt x="149267" y="19113"/>
                </a:lnTo>
                <a:lnTo>
                  <a:pt x="148823" y="18771"/>
                </a:lnTo>
                <a:lnTo>
                  <a:pt x="148366" y="18447"/>
                </a:lnTo>
                <a:lnTo>
                  <a:pt x="147897" y="18140"/>
                </a:lnTo>
                <a:lnTo>
                  <a:pt x="147416" y="17851"/>
                </a:lnTo>
                <a:lnTo>
                  <a:pt x="146923" y="17579"/>
                </a:lnTo>
                <a:lnTo>
                  <a:pt x="146418" y="17325"/>
                </a:lnTo>
                <a:lnTo>
                  <a:pt x="145900" y="17088"/>
                </a:lnTo>
                <a:lnTo>
                  <a:pt x="145371" y="16869"/>
                </a:lnTo>
                <a:lnTo>
                  <a:pt x="144829" y="16667"/>
                </a:lnTo>
                <a:lnTo>
                  <a:pt x="144276" y="16483"/>
                </a:lnTo>
                <a:lnTo>
                  <a:pt x="143710" y="16317"/>
                </a:lnTo>
                <a:lnTo>
                  <a:pt x="143132" y="16168"/>
                </a:lnTo>
                <a:lnTo>
                  <a:pt x="142542" y="16036"/>
                </a:lnTo>
                <a:lnTo>
                  <a:pt x="141940" y="15922"/>
                </a:lnTo>
                <a:lnTo>
                  <a:pt x="141325" y="15826"/>
                </a:lnTo>
                <a:lnTo>
                  <a:pt x="140699" y="15747"/>
                </a:lnTo>
                <a:lnTo>
                  <a:pt x="140061" y="15685"/>
                </a:lnTo>
                <a:lnTo>
                  <a:pt x="139410" y="15641"/>
                </a:lnTo>
                <a:lnTo>
                  <a:pt x="138747" y="15615"/>
                </a:lnTo>
                <a:lnTo>
                  <a:pt x="138072" y="15606"/>
                </a:lnTo>
                <a:lnTo>
                  <a:pt x="137482" y="15614"/>
                </a:lnTo>
                <a:lnTo>
                  <a:pt x="136903" y="15635"/>
                </a:lnTo>
                <a:lnTo>
                  <a:pt x="136337" y="15671"/>
                </a:lnTo>
                <a:lnTo>
                  <a:pt x="135782" y="15721"/>
                </a:lnTo>
                <a:lnTo>
                  <a:pt x="135240" y="15786"/>
                </a:lnTo>
                <a:lnTo>
                  <a:pt x="134710" y="15865"/>
                </a:lnTo>
                <a:lnTo>
                  <a:pt x="134192" y="15958"/>
                </a:lnTo>
                <a:lnTo>
                  <a:pt x="133686" y="16065"/>
                </a:lnTo>
                <a:lnTo>
                  <a:pt x="133192" y="16187"/>
                </a:lnTo>
                <a:lnTo>
                  <a:pt x="132710" y="16324"/>
                </a:lnTo>
                <a:lnTo>
                  <a:pt x="132241" y="16474"/>
                </a:lnTo>
                <a:lnTo>
                  <a:pt x="131783" y="16639"/>
                </a:lnTo>
                <a:lnTo>
                  <a:pt x="131338" y="16818"/>
                </a:lnTo>
                <a:lnTo>
                  <a:pt x="130905" y="17012"/>
                </a:lnTo>
                <a:lnTo>
                  <a:pt x="130484" y="17220"/>
                </a:lnTo>
                <a:lnTo>
                  <a:pt x="130075" y="17442"/>
                </a:lnTo>
                <a:lnTo>
                  <a:pt x="129678" y="17679"/>
                </a:lnTo>
                <a:lnTo>
                  <a:pt x="129293" y="17930"/>
                </a:lnTo>
                <a:lnTo>
                  <a:pt x="128920" y="18195"/>
                </a:lnTo>
                <a:lnTo>
                  <a:pt x="128560" y="18475"/>
                </a:lnTo>
                <a:lnTo>
                  <a:pt x="128211" y="18769"/>
                </a:lnTo>
                <a:lnTo>
                  <a:pt x="127875" y="19078"/>
                </a:lnTo>
                <a:lnTo>
                  <a:pt x="127551" y="19400"/>
                </a:lnTo>
                <a:lnTo>
                  <a:pt x="127239" y="19737"/>
                </a:lnTo>
                <a:lnTo>
                  <a:pt x="126939" y="20089"/>
                </a:lnTo>
                <a:lnTo>
                  <a:pt x="126652" y="20454"/>
                </a:lnTo>
                <a:lnTo>
                  <a:pt x="126378" y="20833"/>
                </a:lnTo>
                <a:lnTo>
                  <a:pt x="126117" y="21227"/>
                </a:lnTo>
                <a:lnTo>
                  <a:pt x="125868" y="21634"/>
                </a:lnTo>
                <a:lnTo>
                  <a:pt x="125632" y="22055"/>
                </a:lnTo>
                <a:lnTo>
                  <a:pt x="125409" y="22491"/>
                </a:lnTo>
                <a:lnTo>
                  <a:pt x="125199" y="22940"/>
                </a:lnTo>
                <a:lnTo>
                  <a:pt x="125001" y="23404"/>
                </a:lnTo>
                <a:lnTo>
                  <a:pt x="124816" y="23881"/>
                </a:lnTo>
                <a:lnTo>
                  <a:pt x="124644" y="24373"/>
                </a:lnTo>
                <a:lnTo>
                  <a:pt x="124485" y="24878"/>
                </a:lnTo>
                <a:lnTo>
                  <a:pt x="124338" y="25398"/>
                </a:lnTo>
                <a:lnTo>
                  <a:pt x="124204" y="25932"/>
                </a:lnTo>
                <a:lnTo>
                  <a:pt x="124153" y="26163"/>
                </a:lnTo>
                <a:lnTo>
                  <a:pt x="124119" y="26163"/>
                </a:lnTo>
                <a:lnTo>
                  <a:pt x="124119" y="16524"/>
                </a:lnTo>
                <a:lnTo>
                  <a:pt x="113285" y="16524"/>
                </a:lnTo>
                <a:lnTo>
                  <a:pt x="113285" y="67016"/>
                </a:lnTo>
                <a:lnTo>
                  <a:pt x="124760" y="67016"/>
                </a:lnTo>
                <a:close/>
                <a:moveTo>
                  <a:pt x="221889" y="67016"/>
                </a:moveTo>
                <a:lnTo>
                  <a:pt x="233364" y="67016"/>
                </a:lnTo>
                <a:lnTo>
                  <a:pt x="233364" y="35436"/>
                </a:lnTo>
                <a:lnTo>
                  <a:pt x="233369" y="35042"/>
                </a:lnTo>
                <a:lnTo>
                  <a:pt x="233381" y="34656"/>
                </a:lnTo>
                <a:lnTo>
                  <a:pt x="233402" y="34277"/>
                </a:lnTo>
                <a:lnTo>
                  <a:pt x="233432" y="33906"/>
                </a:lnTo>
                <a:lnTo>
                  <a:pt x="233470" y="33543"/>
                </a:lnTo>
                <a:lnTo>
                  <a:pt x="233516" y="33187"/>
                </a:lnTo>
                <a:lnTo>
                  <a:pt x="233571" y="32839"/>
                </a:lnTo>
                <a:lnTo>
                  <a:pt x="233635" y="32498"/>
                </a:lnTo>
                <a:lnTo>
                  <a:pt x="233707" y="32166"/>
                </a:lnTo>
                <a:lnTo>
                  <a:pt x="233787" y="31841"/>
                </a:lnTo>
                <a:lnTo>
                  <a:pt x="233875" y="31523"/>
                </a:lnTo>
                <a:lnTo>
                  <a:pt x="233973" y="31213"/>
                </a:lnTo>
                <a:lnTo>
                  <a:pt x="234078" y="30911"/>
                </a:lnTo>
                <a:lnTo>
                  <a:pt x="234192" y="30616"/>
                </a:lnTo>
                <a:lnTo>
                  <a:pt x="234315" y="30330"/>
                </a:lnTo>
                <a:lnTo>
                  <a:pt x="234446" y="30050"/>
                </a:lnTo>
                <a:lnTo>
                  <a:pt x="234585" y="29779"/>
                </a:lnTo>
                <a:lnTo>
                  <a:pt x="234733" y="29515"/>
                </a:lnTo>
                <a:lnTo>
                  <a:pt x="234889" y="29259"/>
                </a:lnTo>
                <a:lnTo>
                  <a:pt x="235054" y="29010"/>
                </a:lnTo>
                <a:lnTo>
                  <a:pt x="235227" y="28769"/>
                </a:lnTo>
                <a:lnTo>
                  <a:pt x="235409" y="28536"/>
                </a:lnTo>
                <a:lnTo>
                  <a:pt x="235599" y="28310"/>
                </a:lnTo>
                <a:lnTo>
                  <a:pt x="235798" y="28092"/>
                </a:lnTo>
                <a:lnTo>
                  <a:pt x="236003" y="27882"/>
                </a:lnTo>
                <a:lnTo>
                  <a:pt x="236215" y="27681"/>
                </a:lnTo>
                <a:lnTo>
                  <a:pt x="236434" y="27489"/>
                </a:lnTo>
                <a:lnTo>
                  <a:pt x="236658" y="27306"/>
                </a:lnTo>
                <a:lnTo>
                  <a:pt x="236889" y="27132"/>
                </a:lnTo>
                <a:lnTo>
                  <a:pt x="237126" y="26967"/>
                </a:lnTo>
                <a:lnTo>
                  <a:pt x="237369" y="26811"/>
                </a:lnTo>
                <a:lnTo>
                  <a:pt x="237618" y="26664"/>
                </a:lnTo>
                <a:lnTo>
                  <a:pt x="237874" y="26525"/>
                </a:lnTo>
                <a:lnTo>
                  <a:pt x="238136" y="26396"/>
                </a:lnTo>
                <a:lnTo>
                  <a:pt x="238404" y="26276"/>
                </a:lnTo>
                <a:lnTo>
                  <a:pt x="238678" y="26164"/>
                </a:lnTo>
                <a:lnTo>
                  <a:pt x="238958" y="26061"/>
                </a:lnTo>
                <a:lnTo>
                  <a:pt x="239245" y="25968"/>
                </a:lnTo>
                <a:lnTo>
                  <a:pt x="239538" y="25883"/>
                </a:lnTo>
                <a:lnTo>
                  <a:pt x="239837" y="25807"/>
                </a:lnTo>
                <a:lnTo>
                  <a:pt x="240142" y="25740"/>
                </a:lnTo>
                <a:lnTo>
                  <a:pt x="240454" y="25682"/>
                </a:lnTo>
                <a:lnTo>
                  <a:pt x="240771" y="25633"/>
                </a:lnTo>
                <a:lnTo>
                  <a:pt x="241095" y="25593"/>
                </a:lnTo>
                <a:lnTo>
                  <a:pt x="241425" y="25562"/>
                </a:lnTo>
                <a:lnTo>
                  <a:pt x="241762" y="25539"/>
                </a:lnTo>
                <a:lnTo>
                  <a:pt x="242104" y="25526"/>
                </a:lnTo>
                <a:lnTo>
                  <a:pt x="242453" y="25521"/>
                </a:lnTo>
                <a:lnTo>
                  <a:pt x="242809" y="25526"/>
                </a:lnTo>
                <a:lnTo>
                  <a:pt x="243159" y="25539"/>
                </a:lnTo>
                <a:lnTo>
                  <a:pt x="243502" y="25560"/>
                </a:lnTo>
                <a:lnTo>
                  <a:pt x="243838" y="25590"/>
                </a:lnTo>
                <a:lnTo>
                  <a:pt x="244167" y="25629"/>
                </a:lnTo>
                <a:lnTo>
                  <a:pt x="244490" y="25676"/>
                </a:lnTo>
                <a:lnTo>
                  <a:pt x="244806" y="25732"/>
                </a:lnTo>
                <a:lnTo>
                  <a:pt x="245116" y="25797"/>
                </a:lnTo>
                <a:lnTo>
                  <a:pt x="245418" y="25870"/>
                </a:lnTo>
                <a:lnTo>
                  <a:pt x="245714" y="25952"/>
                </a:lnTo>
                <a:lnTo>
                  <a:pt x="246004" y="26042"/>
                </a:lnTo>
                <a:lnTo>
                  <a:pt x="246286" y="26141"/>
                </a:lnTo>
                <a:lnTo>
                  <a:pt x="246562" y="26249"/>
                </a:lnTo>
                <a:lnTo>
                  <a:pt x="246831" y="26365"/>
                </a:lnTo>
                <a:lnTo>
                  <a:pt x="247094" y="26490"/>
                </a:lnTo>
                <a:lnTo>
                  <a:pt x="247349" y="26623"/>
                </a:lnTo>
                <a:lnTo>
                  <a:pt x="247598" y="26765"/>
                </a:lnTo>
                <a:lnTo>
                  <a:pt x="247841" y="26916"/>
                </a:lnTo>
                <a:lnTo>
                  <a:pt x="248076" y="27075"/>
                </a:lnTo>
                <a:lnTo>
                  <a:pt x="248305" y="27243"/>
                </a:lnTo>
                <a:lnTo>
                  <a:pt x="248528" y="27420"/>
                </a:lnTo>
                <a:lnTo>
                  <a:pt x="248743" y="27605"/>
                </a:lnTo>
                <a:lnTo>
                  <a:pt x="248952" y="27798"/>
                </a:lnTo>
                <a:lnTo>
                  <a:pt x="249154" y="28001"/>
                </a:lnTo>
                <a:lnTo>
                  <a:pt x="249349" y="28211"/>
                </a:lnTo>
                <a:lnTo>
                  <a:pt x="249536" y="28428"/>
                </a:lnTo>
                <a:lnTo>
                  <a:pt x="249714" y="28653"/>
                </a:lnTo>
                <a:lnTo>
                  <a:pt x="249884" y="28885"/>
                </a:lnTo>
                <a:lnTo>
                  <a:pt x="250045" y="29125"/>
                </a:lnTo>
                <a:lnTo>
                  <a:pt x="250199" y="29372"/>
                </a:lnTo>
                <a:lnTo>
                  <a:pt x="250344" y="29626"/>
                </a:lnTo>
                <a:lnTo>
                  <a:pt x="250480" y="29887"/>
                </a:lnTo>
                <a:lnTo>
                  <a:pt x="250609" y="30156"/>
                </a:lnTo>
                <a:lnTo>
                  <a:pt x="250729" y="30432"/>
                </a:lnTo>
                <a:lnTo>
                  <a:pt x="250841" y="30716"/>
                </a:lnTo>
                <a:lnTo>
                  <a:pt x="250944" y="31007"/>
                </a:lnTo>
                <a:lnTo>
                  <a:pt x="251040" y="31305"/>
                </a:lnTo>
                <a:lnTo>
                  <a:pt x="251127" y="31610"/>
                </a:lnTo>
                <a:lnTo>
                  <a:pt x="251206" y="31923"/>
                </a:lnTo>
                <a:lnTo>
                  <a:pt x="251276" y="32243"/>
                </a:lnTo>
                <a:lnTo>
                  <a:pt x="251338" y="32571"/>
                </a:lnTo>
                <a:lnTo>
                  <a:pt x="251392" y="32905"/>
                </a:lnTo>
                <a:lnTo>
                  <a:pt x="251438" y="33247"/>
                </a:lnTo>
                <a:lnTo>
                  <a:pt x="251475" y="33597"/>
                </a:lnTo>
                <a:lnTo>
                  <a:pt x="251504" y="33954"/>
                </a:lnTo>
                <a:lnTo>
                  <a:pt x="251525" y="34318"/>
                </a:lnTo>
                <a:lnTo>
                  <a:pt x="251537" y="34689"/>
                </a:lnTo>
                <a:lnTo>
                  <a:pt x="251541" y="35068"/>
                </a:lnTo>
                <a:lnTo>
                  <a:pt x="251541" y="67016"/>
                </a:lnTo>
                <a:lnTo>
                  <a:pt x="263017" y="67016"/>
                </a:lnTo>
                <a:lnTo>
                  <a:pt x="263017" y="33876"/>
                </a:lnTo>
                <a:lnTo>
                  <a:pt x="263009" y="33185"/>
                </a:lnTo>
                <a:lnTo>
                  <a:pt x="262986" y="32507"/>
                </a:lnTo>
                <a:lnTo>
                  <a:pt x="262947" y="31840"/>
                </a:lnTo>
                <a:lnTo>
                  <a:pt x="262893" y="31185"/>
                </a:lnTo>
                <a:lnTo>
                  <a:pt x="262823" y="30542"/>
                </a:lnTo>
                <a:lnTo>
                  <a:pt x="262738" y="29911"/>
                </a:lnTo>
                <a:lnTo>
                  <a:pt x="262638" y="29291"/>
                </a:lnTo>
                <a:lnTo>
                  <a:pt x="262522" y="28684"/>
                </a:lnTo>
                <a:lnTo>
                  <a:pt x="262390" y="28088"/>
                </a:lnTo>
                <a:lnTo>
                  <a:pt x="262244" y="27504"/>
                </a:lnTo>
                <a:lnTo>
                  <a:pt x="262081" y="26931"/>
                </a:lnTo>
                <a:lnTo>
                  <a:pt x="261903" y="26371"/>
                </a:lnTo>
                <a:lnTo>
                  <a:pt x="261710" y="25822"/>
                </a:lnTo>
                <a:lnTo>
                  <a:pt x="261501" y="25285"/>
                </a:lnTo>
                <a:lnTo>
                  <a:pt x="261277" y="24760"/>
                </a:lnTo>
                <a:lnTo>
                  <a:pt x="261037" y="24246"/>
                </a:lnTo>
                <a:lnTo>
                  <a:pt x="260782" y="23745"/>
                </a:lnTo>
                <a:lnTo>
                  <a:pt x="260512" y="23255"/>
                </a:lnTo>
                <a:lnTo>
                  <a:pt x="260226" y="22777"/>
                </a:lnTo>
                <a:lnTo>
                  <a:pt x="259924" y="22311"/>
                </a:lnTo>
                <a:lnTo>
                  <a:pt x="259607" y="21856"/>
                </a:lnTo>
                <a:lnTo>
                  <a:pt x="259275" y="21414"/>
                </a:lnTo>
                <a:lnTo>
                  <a:pt x="258927" y="20983"/>
                </a:lnTo>
                <a:lnTo>
                  <a:pt x="258563" y="20564"/>
                </a:lnTo>
                <a:lnTo>
                  <a:pt x="258187" y="20159"/>
                </a:lnTo>
                <a:lnTo>
                  <a:pt x="257801" y="19772"/>
                </a:lnTo>
                <a:lnTo>
                  <a:pt x="257404" y="19402"/>
                </a:lnTo>
                <a:lnTo>
                  <a:pt x="256997" y="19049"/>
                </a:lnTo>
                <a:lnTo>
                  <a:pt x="256579" y="18713"/>
                </a:lnTo>
                <a:lnTo>
                  <a:pt x="256151" y="18395"/>
                </a:lnTo>
                <a:lnTo>
                  <a:pt x="255713" y="18094"/>
                </a:lnTo>
                <a:lnTo>
                  <a:pt x="255264" y="17810"/>
                </a:lnTo>
                <a:lnTo>
                  <a:pt x="254805" y="17543"/>
                </a:lnTo>
                <a:lnTo>
                  <a:pt x="254336" y="17293"/>
                </a:lnTo>
                <a:lnTo>
                  <a:pt x="253856" y="17061"/>
                </a:lnTo>
                <a:lnTo>
                  <a:pt x="253366" y="16846"/>
                </a:lnTo>
                <a:lnTo>
                  <a:pt x="252865" y="16648"/>
                </a:lnTo>
                <a:lnTo>
                  <a:pt x="252354" y="16467"/>
                </a:lnTo>
                <a:lnTo>
                  <a:pt x="251833" y="16304"/>
                </a:lnTo>
                <a:lnTo>
                  <a:pt x="251302" y="16157"/>
                </a:lnTo>
                <a:lnTo>
                  <a:pt x="250760" y="16028"/>
                </a:lnTo>
                <a:lnTo>
                  <a:pt x="250207" y="15916"/>
                </a:lnTo>
                <a:lnTo>
                  <a:pt x="249645" y="15822"/>
                </a:lnTo>
                <a:lnTo>
                  <a:pt x="249072" y="15744"/>
                </a:lnTo>
                <a:lnTo>
                  <a:pt x="248488" y="15684"/>
                </a:lnTo>
                <a:lnTo>
                  <a:pt x="247895" y="15641"/>
                </a:lnTo>
                <a:lnTo>
                  <a:pt x="247291" y="15615"/>
                </a:lnTo>
                <a:lnTo>
                  <a:pt x="246676" y="15606"/>
                </a:lnTo>
                <a:lnTo>
                  <a:pt x="246153" y="15612"/>
                </a:lnTo>
                <a:lnTo>
                  <a:pt x="245639" y="15631"/>
                </a:lnTo>
                <a:lnTo>
                  <a:pt x="245135" y="15661"/>
                </a:lnTo>
                <a:lnTo>
                  <a:pt x="244640" y="15703"/>
                </a:lnTo>
                <a:lnTo>
                  <a:pt x="244154" y="15758"/>
                </a:lnTo>
                <a:lnTo>
                  <a:pt x="243678" y="15825"/>
                </a:lnTo>
                <a:lnTo>
                  <a:pt x="243211" y="15903"/>
                </a:lnTo>
                <a:lnTo>
                  <a:pt x="242754" y="15994"/>
                </a:lnTo>
                <a:lnTo>
                  <a:pt x="242306" y="16097"/>
                </a:lnTo>
                <a:lnTo>
                  <a:pt x="241868" y="16212"/>
                </a:lnTo>
                <a:lnTo>
                  <a:pt x="241438" y="16339"/>
                </a:lnTo>
                <a:lnTo>
                  <a:pt x="241019" y="16479"/>
                </a:lnTo>
                <a:lnTo>
                  <a:pt x="240608" y="16630"/>
                </a:lnTo>
                <a:lnTo>
                  <a:pt x="240207" y="16794"/>
                </a:lnTo>
                <a:lnTo>
                  <a:pt x="239816" y="16969"/>
                </a:lnTo>
                <a:lnTo>
                  <a:pt x="239434" y="17157"/>
                </a:lnTo>
                <a:lnTo>
                  <a:pt x="239061" y="17357"/>
                </a:lnTo>
                <a:lnTo>
                  <a:pt x="238698" y="17569"/>
                </a:lnTo>
                <a:lnTo>
                  <a:pt x="238344" y="17793"/>
                </a:lnTo>
                <a:lnTo>
                  <a:pt x="237999" y="18030"/>
                </a:lnTo>
                <a:lnTo>
                  <a:pt x="237664" y="18278"/>
                </a:lnTo>
                <a:lnTo>
                  <a:pt x="237338" y="18539"/>
                </a:lnTo>
                <a:lnTo>
                  <a:pt x="237022" y="18811"/>
                </a:lnTo>
                <a:lnTo>
                  <a:pt x="236715" y="19096"/>
                </a:lnTo>
                <a:lnTo>
                  <a:pt x="236419" y="19391"/>
                </a:lnTo>
                <a:lnTo>
                  <a:pt x="236136" y="19696"/>
                </a:lnTo>
                <a:lnTo>
                  <a:pt x="235865" y="20011"/>
                </a:lnTo>
                <a:lnTo>
                  <a:pt x="235607" y="20335"/>
                </a:lnTo>
                <a:lnTo>
                  <a:pt x="235362" y="20669"/>
                </a:lnTo>
                <a:lnTo>
                  <a:pt x="235129" y="21012"/>
                </a:lnTo>
                <a:lnTo>
                  <a:pt x="234909" y="21365"/>
                </a:lnTo>
                <a:lnTo>
                  <a:pt x="234701" y="21727"/>
                </a:lnTo>
                <a:lnTo>
                  <a:pt x="234506" y="22099"/>
                </a:lnTo>
                <a:lnTo>
                  <a:pt x="234323" y="22481"/>
                </a:lnTo>
                <a:lnTo>
                  <a:pt x="234153" y="22872"/>
                </a:lnTo>
                <a:lnTo>
                  <a:pt x="233996" y="23272"/>
                </a:lnTo>
                <a:lnTo>
                  <a:pt x="233851" y="23683"/>
                </a:lnTo>
                <a:lnTo>
                  <a:pt x="233719" y="24102"/>
                </a:lnTo>
                <a:lnTo>
                  <a:pt x="233600" y="24532"/>
                </a:lnTo>
                <a:lnTo>
                  <a:pt x="233493" y="24971"/>
                </a:lnTo>
                <a:lnTo>
                  <a:pt x="233398" y="25419"/>
                </a:lnTo>
                <a:lnTo>
                  <a:pt x="233316" y="25877"/>
                </a:lnTo>
                <a:lnTo>
                  <a:pt x="233274" y="26163"/>
                </a:lnTo>
                <a:lnTo>
                  <a:pt x="233090" y="26163"/>
                </a:lnTo>
                <a:lnTo>
                  <a:pt x="233090" y="16524"/>
                </a:lnTo>
                <a:lnTo>
                  <a:pt x="221889" y="16524"/>
                </a:lnTo>
                <a:lnTo>
                  <a:pt x="221889" y="67016"/>
                </a:lnTo>
                <a:close/>
                <a:moveTo>
                  <a:pt x="301529" y="67721"/>
                </a:moveTo>
                <a:lnTo>
                  <a:pt x="302251" y="67627"/>
                </a:lnTo>
                <a:lnTo>
                  <a:pt x="302960" y="67516"/>
                </a:lnTo>
                <a:lnTo>
                  <a:pt x="303655" y="67388"/>
                </a:lnTo>
                <a:lnTo>
                  <a:pt x="304337" y="67243"/>
                </a:lnTo>
                <a:lnTo>
                  <a:pt x="305005" y="67081"/>
                </a:lnTo>
                <a:lnTo>
                  <a:pt x="305660" y="66902"/>
                </a:lnTo>
                <a:lnTo>
                  <a:pt x="306302" y="66706"/>
                </a:lnTo>
                <a:lnTo>
                  <a:pt x="306930" y="66493"/>
                </a:lnTo>
                <a:lnTo>
                  <a:pt x="307545" y="66262"/>
                </a:lnTo>
                <a:lnTo>
                  <a:pt x="308147" y="66015"/>
                </a:lnTo>
                <a:lnTo>
                  <a:pt x="308735" y="65751"/>
                </a:lnTo>
                <a:lnTo>
                  <a:pt x="309310" y="65470"/>
                </a:lnTo>
                <a:lnTo>
                  <a:pt x="309871" y="65171"/>
                </a:lnTo>
                <a:lnTo>
                  <a:pt x="310419" y="64856"/>
                </a:lnTo>
                <a:lnTo>
                  <a:pt x="310953" y="64523"/>
                </a:lnTo>
                <a:lnTo>
                  <a:pt x="311475" y="64174"/>
                </a:lnTo>
                <a:lnTo>
                  <a:pt x="311982" y="63807"/>
                </a:lnTo>
                <a:lnTo>
                  <a:pt x="312477" y="63423"/>
                </a:lnTo>
                <a:lnTo>
                  <a:pt x="312958" y="63022"/>
                </a:lnTo>
                <a:lnTo>
                  <a:pt x="313423" y="62607"/>
                </a:lnTo>
                <a:lnTo>
                  <a:pt x="313869" y="62179"/>
                </a:lnTo>
                <a:lnTo>
                  <a:pt x="314296" y="61739"/>
                </a:lnTo>
                <a:lnTo>
                  <a:pt x="314705" y="61287"/>
                </a:lnTo>
                <a:lnTo>
                  <a:pt x="315095" y="60823"/>
                </a:lnTo>
                <a:lnTo>
                  <a:pt x="315466" y="60346"/>
                </a:lnTo>
                <a:lnTo>
                  <a:pt x="315818" y="59857"/>
                </a:lnTo>
                <a:lnTo>
                  <a:pt x="316151" y="59356"/>
                </a:lnTo>
                <a:lnTo>
                  <a:pt x="316465" y="58842"/>
                </a:lnTo>
                <a:lnTo>
                  <a:pt x="316761" y="58316"/>
                </a:lnTo>
                <a:lnTo>
                  <a:pt x="317038" y="57778"/>
                </a:lnTo>
                <a:lnTo>
                  <a:pt x="317296" y="57228"/>
                </a:lnTo>
                <a:lnTo>
                  <a:pt x="317535" y="56665"/>
                </a:lnTo>
                <a:lnTo>
                  <a:pt x="317756" y="56090"/>
                </a:lnTo>
                <a:lnTo>
                  <a:pt x="317957" y="55503"/>
                </a:lnTo>
                <a:lnTo>
                  <a:pt x="318140" y="54903"/>
                </a:lnTo>
                <a:lnTo>
                  <a:pt x="318304" y="54292"/>
                </a:lnTo>
                <a:lnTo>
                  <a:pt x="318449" y="53668"/>
                </a:lnTo>
                <a:lnTo>
                  <a:pt x="318576" y="53031"/>
                </a:lnTo>
                <a:lnTo>
                  <a:pt x="318683" y="52383"/>
                </a:lnTo>
                <a:lnTo>
                  <a:pt x="318772" y="51722"/>
                </a:lnTo>
                <a:lnTo>
                  <a:pt x="318842" y="51049"/>
                </a:lnTo>
                <a:lnTo>
                  <a:pt x="318893" y="50363"/>
                </a:lnTo>
                <a:lnTo>
                  <a:pt x="318925" y="49666"/>
                </a:lnTo>
                <a:lnTo>
                  <a:pt x="307450" y="49666"/>
                </a:lnTo>
                <a:lnTo>
                  <a:pt x="307423" y="49992"/>
                </a:lnTo>
                <a:lnTo>
                  <a:pt x="307388" y="50311"/>
                </a:lnTo>
                <a:lnTo>
                  <a:pt x="307346" y="50625"/>
                </a:lnTo>
                <a:lnTo>
                  <a:pt x="307296" y="50932"/>
                </a:lnTo>
                <a:lnTo>
                  <a:pt x="307238" y="51233"/>
                </a:lnTo>
                <a:lnTo>
                  <a:pt x="307172" y="51528"/>
                </a:lnTo>
                <a:lnTo>
                  <a:pt x="307098" y="51816"/>
                </a:lnTo>
                <a:lnTo>
                  <a:pt x="307017" y="52098"/>
                </a:lnTo>
                <a:lnTo>
                  <a:pt x="306927" y="52375"/>
                </a:lnTo>
                <a:lnTo>
                  <a:pt x="306830" y="52644"/>
                </a:lnTo>
                <a:lnTo>
                  <a:pt x="306725" y="52908"/>
                </a:lnTo>
                <a:lnTo>
                  <a:pt x="306612" y="53166"/>
                </a:lnTo>
                <a:lnTo>
                  <a:pt x="306492" y="53417"/>
                </a:lnTo>
                <a:lnTo>
                  <a:pt x="306363" y="53662"/>
                </a:lnTo>
                <a:lnTo>
                  <a:pt x="306227" y="53901"/>
                </a:lnTo>
                <a:lnTo>
                  <a:pt x="306083" y="54133"/>
                </a:lnTo>
                <a:lnTo>
                  <a:pt x="305931" y="54360"/>
                </a:lnTo>
                <a:lnTo>
                  <a:pt x="305772" y="54580"/>
                </a:lnTo>
                <a:lnTo>
                  <a:pt x="305604" y="54794"/>
                </a:lnTo>
                <a:lnTo>
                  <a:pt x="305429" y="55002"/>
                </a:lnTo>
                <a:lnTo>
                  <a:pt x="305246" y="55203"/>
                </a:lnTo>
                <a:lnTo>
                  <a:pt x="305055" y="55398"/>
                </a:lnTo>
                <a:lnTo>
                  <a:pt x="304856" y="55588"/>
                </a:lnTo>
                <a:lnTo>
                  <a:pt x="304650" y="55770"/>
                </a:lnTo>
                <a:lnTo>
                  <a:pt x="304436" y="55946"/>
                </a:lnTo>
                <a:lnTo>
                  <a:pt x="304216" y="56115"/>
                </a:lnTo>
                <a:lnTo>
                  <a:pt x="303989" y="56276"/>
                </a:lnTo>
                <a:lnTo>
                  <a:pt x="303756" y="56430"/>
                </a:lnTo>
                <a:lnTo>
                  <a:pt x="303516" y="56576"/>
                </a:lnTo>
                <a:lnTo>
                  <a:pt x="303270" y="56714"/>
                </a:lnTo>
                <a:lnTo>
                  <a:pt x="303017" y="56845"/>
                </a:lnTo>
                <a:lnTo>
                  <a:pt x="302757" y="56969"/>
                </a:lnTo>
                <a:lnTo>
                  <a:pt x="302492" y="57085"/>
                </a:lnTo>
                <a:lnTo>
                  <a:pt x="302219" y="57194"/>
                </a:lnTo>
                <a:lnTo>
                  <a:pt x="301940" y="57295"/>
                </a:lnTo>
                <a:lnTo>
                  <a:pt x="301655" y="57388"/>
                </a:lnTo>
                <a:lnTo>
                  <a:pt x="301363" y="57475"/>
                </a:lnTo>
                <a:lnTo>
                  <a:pt x="301064" y="57553"/>
                </a:lnTo>
                <a:lnTo>
                  <a:pt x="300759" y="57624"/>
                </a:lnTo>
                <a:lnTo>
                  <a:pt x="300447" y="57688"/>
                </a:lnTo>
                <a:lnTo>
                  <a:pt x="300129" y="57744"/>
                </a:lnTo>
                <a:lnTo>
                  <a:pt x="299804" y="57793"/>
                </a:lnTo>
                <a:lnTo>
                  <a:pt x="299473" y="57834"/>
                </a:lnTo>
                <a:lnTo>
                  <a:pt x="299135" y="57868"/>
                </a:lnTo>
                <a:lnTo>
                  <a:pt x="298791" y="57894"/>
                </a:lnTo>
                <a:lnTo>
                  <a:pt x="298440" y="57913"/>
                </a:lnTo>
                <a:lnTo>
                  <a:pt x="298082" y="57924"/>
                </a:lnTo>
                <a:lnTo>
                  <a:pt x="297718" y="57928"/>
                </a:lnTo>
                <a:lnTo>
                  <a:pt x="297339" y="57923"/>
                </a:lnTo>
                <a:lnTo>
                  <a:pt x="296967" y="57910"/>
                </a:lnTo>
                <a:lnTo>
                  <a:pt x="296601" y="57888"/>
                </a:lnTo>
                <a:lnTo>
                  <a:pt x="296242" y="57856"/>
                </a:lnTo>
                <a:lnTo>
                  <a:pt x="295890" y="57816"/>
                </a:lnTo>
                <a:lnTo>
                  <a:pt x="295544" y="57767"/>
                </a:lnTo>
                <a:lnTo>
                  <a:pt x="295205" y="57709"/>
                </a:lnTo>
                <a:lnTo>
                  <a:pt x="294873" y="57642"/>
                </a:lnTo>
                <a:lnTo>
                  <a:pt x="294547" y="57566"/>
                </a:lnTo>
                <a:lnTo>
                  <a:pt x="294229" y="57481"/>
                </a:lnTo>
                <a:lnTo>
                  <a:pt x="293916" y="57388"/>
                </a:lnTo>
                <a:lnTo>
                  <a:pt x="293611" y="57285"/>
                </a:lnTo>
                <a:lnTo>
                  <a:pt x="293312" y="57173"/>
                </a:lnTo>
                <a:lnTo>
                  <a:pt x="293020" y="57053"/>
                </a:lnTo>
                <a:lnTo>
                  <a:pt x="292734" y="56924"/>
                </a:lnTo>
                <a:lnTo>
                  <a:pt x="292456" y="56785"/>
                </a:lnTo>
                <a:lnTo>
                  <a:pt x="292184" y="56638"/>
                </a:lnTo>
                <a:lnTo>
                  <a:pt x="291918" y="56482"/>
                </a:lnTo>
                <a:lnTo>
                  <a:pt x="291659" y="56317"/>
                </a:lnTo>
                <a:lnTo>
                  <a:pt x="291407" y="56143"/>
                </a:lnTo>
                <a:lnTo>
                  <a:pt x="291162" y="55960"/>
                </a:lnTo>
                <a:lnTo>
                  <a:pt x="290924" y="55768"/>
                </a:lnTo>
                <a:lnTo>
                  <a:pt x="290692" y="55567"/>
                </a:lnTo>
                <a:lnTo>
                  <a:pt x="290466" y="55357"/>
                </a:lnTo>
                <a:lnTo>
                  <a:pt x="290249" y="55139"/>
                </a:lnTo>
                <a:lnTo>
                  <a:pt x="290041" y="54914"/>
                </a:lnTo>
                <a:lnTo>
                  <a:pt x="289843" y="54682"/>
                </a:lnTo>
                <a:lnTo>
                  <a:pt x="289653" y="54442"/>
                </a:lnTo>
                <a:lnTo>
                  <a:pt x="289473" y="54195"/>
                </a:lnTo>
                <a:lnTo>
                  <a:pt x="289302" y="53940"/>
                </a:lnTo>
                <a:lnTo>
                  <a:pt x="289140" y="53678"/>
                </a:lnTo>
                <a:lnTo>
                  <a:pt x="288988" y="53409"/>
                </a:lnTo>
                <a:lnTo>
                  <a:pt x="288844" y="53132"/>
                </a:lnTo>
                <a:lnTo>
                  <a:pt x="288710" y="52849"/>
                </a:lnTo>
                <a:lnTo>
                  <a:pt x="288586" y="52557"/>
                </a:lnTo>
                <a:lnTo>
                  <a:pt x="288470" y="52259"/>
                </a:lnTo>
                <a:lnTo>
                  <a:pt x="288364" y="51953"/>
                </a:lnTo>
                <a:lnTo>
                  <a:pt x="288267" y="51640"/>
                </a:lnTo>
                <a:lnTo>
                  <a:pt x="288179" y="51319"/>
                </a:lnTo>
                <a:lnTo>
                  <a:pt x="288101" y="50992"/>
                </a:lnTo>
                <a:lnTo>
                  <a:pt x="288031" y="50657"/>
                </a:lnTo>
                <a:lnTo>
                  <a:pt x="287971" y="50314"/>
                </a:lnTo>
                <a:lnTo>
                  <a:pt x="287920" y="49964"/>
                </a:lnTo>
                <a:lnTo>
                  <a:pt x="287879" y="49607"/>
                </a:lnTo>
                <a:lnTo>
                  <a:pt x="287846" y="49243"/>
                </a:lnTo>
                <a:lnTo>
                  <a:pt x="287823" y="48871"/>
                </a:lnTo>
                <a:lnTo>
                  <a:pt x="287809" y="48492"/>
                </a:lnTo>
                <a:lnTo>
                  <a:pt x="287805" y="48105"/>
                </a:lnTo>
                <a:lnTo>
                  <a:pt x="287805" y="35344"/>
                </a:lnTo>
                <a:lnTo>
                  <a:pt x="287809" y="34957"/>
                </a:lnTo>
                <a:lnTo>
                  <a:pt x="287823" y="34579"/>
                </a:lnTo>
                <a:lnTo>
                  <a:pt x="287846" y="34207"/>
                </a:lnTo>
                <a:lnTo>
                  <a:pt x="287879" y="33843"/>
                </a:lnTo>
                <a:lnTo>
                  <a:pt x="287920" y="33487"/>
                </a:lnTo>
                <a:lnTo>
                  <a:pt x="287971" y="33138"/>
                </a:lnTo>
                <a:lnTo>
                  <a:pt x="288031" y="32796"/>
                </a:lnTo>
                <a:lnTo>
                  <a:pt x="288101" y="32463"/>
                </a:lnTo>
                <a:lnTo>
                  <a:pt x="288179" y="32136"/>
                </a:lnTo>
                <a:lnTo>
                  <a:pt x="288267" y="31817"/>
                </a:lnTo>
                <a:lnTo>
                  <a:pt x="288364" y="31506"/>
                </a:lnTo>
                <a:lnTo>
                  <a:pt x="288470" y="31202"/>
                </a:lnTo>
                <a:lnTo>
                  <a:pt x="288586" y="30905"/>
                </a:lnTo>
                <a:lnTo>
                  <a:pt x="288710" y="30616"/>
                </a:lnTo>
                <a:lnTo>
                  <a:pt x="288844" y="30335"/>
                </a:lnTo>
                <a:lnTo>
                  <a:pt x="288988" y="30061"/>
                </a:lnTo>
                <a:lnTo>
                  <a:pt x="289140" y="29794"/>
                </a:lnTo>
                <a:lnTo>
                  <a:pt x="289302" y="29535"/>
                </a:lnTo>
                <a:lnTo>
                  <a:pt x="289473" y="29283"/>
                </a:lnTo>
                <a:lnTo>
                  <a:pt x="289653" y="29039"/>
                </a:lnTo>
                <a:lnTo>
                  <a:pt x="289843" y="28803"/>
                </a:lnTo>
                <a:lnTo>
                  <a:pt x="290041" y="28574"/>
                </a:lnTo>
                <a:lnTo>
                  <a:pt x="290249" y="28352"/>
                </a:lnTo>
                <a:lnTo>
                  <a:pt x="290466" y="28138"/>
                </a:lnTo>
                <a:lnTo>
                  <a:pt x="290692" y="27932"/>
                </a:lnTo>
                <a:lnTo>
                  <a:pt x="290924" y="27735"/>
                </a:lnTo>
                <a:lnTo>
                  <a:pt x="291162" y="27546"/>
                </a:lnTo>
                <a:lnTo>
                  <a:pt x="291407" y="27366"/>
                </a:lnTo>
                <a:lnTo>
                  <a:pt x="291659" y="27195"/>
                </a:lnTo>
                <a:lnTo>
                  <a:pt x="291918" y="27033"/>
                </a:lnTo>
                <a:lnTo>
                  <a:pt x="292184" y="26880"/>
                </a:lnTo>
                <a:lnTo>
                  <a:pt x="292456" y="26735"/>
                </a:lnTo>
                <a:lnTo>
                  <a:pt x="292734" y="26599"/>
                </a:lnTo>
                <a:lnTo>
                  <a:pt x="293020" y="26472"/>
                </a:lnTo>
                <a:lnTo>
                  <a:pt x="293312" y="26353"/>
                </a:lnTo>
                <a:lnTo>
                  <a:pt x="293611" y="26244"/>
                </a:lnTo>
                <a:lnTo>
                  <a:pt x="293916" y="26143"/>
                </a:lnTo>
                <a:lnTo>
                  <a:pt x="294229" y="26051"/>
                </a:lnTo>
                <a:lnTo>
                  <a:pt x="294547" y="25968"/>
                </a:lnTo>
                <a:lnTo>
                  <a:pt x="294873" y="25893"/>
                </a:lnTo>
                <a:lnTo>
                  <a:pt x="295205" y="25827"/>
                </a:lnTo>
                <a:lnTo>
                  <a:pt x="295544" y="25770"/>
                </a:lnTo>
                <a:lnTo>
                  <a:pt x="295890" y="25722"/>
                </a:lnTo>
                <a:lnTo>
                  <a:pt x="296242" y="25683"/>
                </a:lnTo>
                <a:lnTo>
                  <a:pt x="296601" y="25652"/>
                </a:lnTo>
                <a:lnTo>
                  <a:pt x="296967" y="25630"/>
                </a:lnTo>
                <a:lnTo>
                  <a:pt x="297339" y="25617"/>
                </a:lnTo>
                <a:lnTo>
                  <a:pt x="297718" y="25612"/>
                </a:lnTo>
                <a:lnTo>
                  <a:pt x="298082" y="25616"/>
                </a:lnTo>
                <a:lnTo>
                  <a:pt x="298440" y="25627"/>
                </a:lnTo>
                <a:lnTo>
                  <a:pt x="298791" y="25646"/>
                </a:lnTo>
                <a:lnTo>
                  <a:pt x="299135" y="25672"/>
                </a:lnTo>
                <a:lnTo>
                  <a:pt x="299473" y="25706"/>
                </a:lnTo>
                <a:lnTo>
                  <a:pt x="299804" y="25747"/>
                </a:lnTo>
                <a:lnTo>
                  <a:pt x="300129" y="25796"/>
                </a:lnTo>
                <a:lnTo>
                  <a:pt x="300447" y="25852"/>
                </a:lnTo>
                <a:lnTo>
                  <a:pt x="300759" y="25916"/>
                </a:lnTo>
                <a:lnTo>
                  <a:pt x="301064" y="25987"/>
                </a:lnTo>
                <a:lnTo>
                  <a:pt x="301363" y="26066"/>
                </a:lnTo>
                <a:lnTo>
                  <a:pt x="301655" y="26152"/>
                </a:lnTo>
                <a:lnTo>
                  <a:pt x="301940" y="26245"/>
                </a:lnTo>
                <a:lnTo>
                  <a:pt x="302219" y="26346"/>
                </a:lnTo>
                <a:lnTo>
                  <a:pt x="302492" y="26455"/>
                </a:lnTo>
                <a:lnTo>
                  <a:pt x="302757" y="26571"/>
                </a:lnTo>
                <a:lnTo>
                  <a:pt x="303017" y="26695"/>
                </a:lnTo>
                <a:lnTo>
                  <a:pt x="303270" y="26826"/>
                </a:lnTo>
                <a:lnTo>
                  <a:pt x="303516" y="26964"/>
                </a:lnTo>
                <a:lnTo>
                  <a:pt x="303756" y="27110"/>
                </a:lnTo>
                <a:lnTo>
                  <a:pt x="303989" y="27264"/>
                </a:lnTo>
                <a:lnTo>
                  <a:pt x="304216" y="27425"/>
                </a:lnTo>
                <a:lnTo>
                  <a:pt x="304436" y="27594"/>
                </a:lnTo>
                <a:lnTo>
                  <a:pt x="304650" y="27770"/>
                </a:lnTo>
                <a:lnTo>
                  <a:pt x="304856" y="27953"/>
                </a:lnTo>
                <a:lnTo>
                  <a:pt x="305055" y="28142"/>
                </a:lnTo>
                <a:lnTo>
                  <a:pt x="305246" y="28337"/>
                </a:lnTo>
                <a:lnTo>
                  <a:pt x="305429" y="28539"/>
                </a:lnTo>
                <a:lnTo>
                  <a:pt x="305604" y="28746"/>
                </a:lnTo>
                <a:lnTo>
                  <a:pt x="305772" y="28960"/>
                </a:lnTo>
                <a:lnTo>
                  <a:pt x="305931" y="29180"/>
                </a:lnTo>
                <a:lnTo>
                  <a:pt x="306083" y="29407"/>
                </a:lnTo>
                <a:lnTo>
                  <a:pt x="306227" y="29640"/>
                </a:lnTo>
                <a:lnTo>
                  <a:pt x="306363" y="29878"/>
                </a:lnTo>
                <a:lnTo>
                  <a:pt x="306492" y="30123"/>
                </a:lnTo>
                <a:lnTo>
                  <a:pt x="306612" y="30375"/>
                </a:lnTo>
                <a:lnTo>
                  <a:pt x="306725" y="30632"/>
                </a:lnTo>
                <a:lnTo>
                  <a:pt x="306830" y="30896"/>
                </a:lnTo>
                <a:lnTo>
                  <a:pt x="306927" y="31166"/>
                </a:lnTo>
                <a:lnTo>
                  <a:pt x="307017" y="31442"/>
                </a:lnTo>
                <a:lnTo>
                  <a:pt x="307098" y="31725"/>
                </a:lnTo>
                <a:lnTo>
                  <a:pt x="307172" y="32013"/>
                </a:lnTo>
                <a:lnTo>
                  <a:pt x="307238" y="32308"/>
                </a:lnTo>
                <a:lnTo>
                  <a:pt x="307296" y="32609"/>
                </a:lnTo>
                <a:lnTo>
                  <a:pt x="307346" y="32917"/>
                </a:lnTo>
                <a:lnTo>
                  <a:pt x="307388" y="33230"/>
                </a:lnTo>
                <a:lnTo>
                  <a:pt x="307423" y="33550"/>
                </a:lnTo>
                <a:lnTo>
                  <a:pt x="307450" y="33876"/>
                </a:lnTo>
                <a:lnTo>
                  <a:pt x="318925" y="33876"/>
                </a:lnTo>
                <a:lnTo>
                  <a:pt x="318893" y="33178"/>
                </a:lnTo>
                <a:lnTo>
                  <a:pt x="318842" y="32493"/>
                </a:lnTo>
                <a:lnTo>
                  <a:pt x="318772" y="31819"/>
                </a:lnTo>
                <a:lnTo>
                  <a:pt x="318683" y="31158"/>
                </a:lnTo>
                <a:lnTo>
                  <a:pt x="318576" y="30510"/>
                </a:lnTo>
                <a:lnTo>
                  <a:pt x="318449" y="29873"/>
                </a:lnTo>
                <a:lnTo>
                  <a:pt x="318304" y="29249"/>
                </a:lnTo>
                <a:lnTo>
                  <a:pt x="318140" y="28637"/>
                </a:lnTo>
                <a:lnTo>
                  <a:pt x="317957" y="28038"/>
                </a:lnTo>
                <a:lnTo>
                  <a:pt x="317756" y="27451"/>
                </a:lnTo>
                <a:lnTo>
                  <a:pt x="317535" y="26876"/>
                </a:lnTo>
                <a:lnTo>
                  <a:pt x="317296" y="26313"/>
                </a:lnTo>
                <a:lnTo>
                  <a:pt x="317038" y="25762"/>
                </a:lnTo>
                <a:lnTo>
                  <a:pt x="316761" y="25224"/>
                </a:lnTo>
                <a:lnTo>
                  <a:pt x="316465" y="24698"/>
                </a:lnTo>
                <a:lnTo>
                  <a:pt x="316151" y="24185"/>
                </a:lnTo>
                <a:lnTo>
                  <a:pt x="315818" y="23683"/>
                </a:lnTo>
                <a:lnTo>
                  <a:pt x="315466" y="23194"/>
                </a:lnTo>
                <a:lnTo>
                  <a:pt x="315095" y="22717"/>
                </a:lnTo>
                <a:lnTo>
                  <a:pt x="314705" y="22253"/>
                </a:lnTo>
                <a:lnTo>
                  <a:pt x="314296" y="21801"/>
                </a:lnTo>
                <a:lnTo>
                  <a:pt x="313869" y="21361"/>
                </a:lnTo>
                <a:lnTo>
                  <a:pt x="313423" y="20933"/>
                </a:lnTo>
                <a:lnTo>
                  <a:pt x="312958" y="20518"/>
                </a:lnTo>
                <a:lnTo>
                  <a:pt x="312477" y="20117"/>
                </a:lnTo>
                <a:lnTo>
                  <a:pt x="311982" y="19733"/>
                </a:lnTo>
                <a:lnTo>
                  <a:pt x="311475" y="19367"/>
                </a:lnTo>
                <a:lnTo>
                  <a:pt x="310953" y="19017"/>
                </a:lnTo>
                <a:lnTo>
                  <a:pt x="310419" y="18684"/>
                </a:lnTo>
                <a:lnTo>
                  <a:pt x="309871" y="18369"/>
                </a:lnTo>
                <a:lnTo>
                  <a:pt x="309310" y="18071"/>
                </a:lnTo>
                <a:lnTo>
                  <a:pt x="308735" y="17789"/>
                </a:lnTo>
                <a:lnTo>
                  <a:pt x="308147" y="17525"/>
                </a:lnTo>
                <a:lnTo>
                  <a:pt x="307545" y="17278"/>
                </a:lnTo>
                <a:lnTo>
                  <a:pt x="306930" y="17047"/>
                </a:lnTo>
                <a:lnTo>
                  <a:pt x="306302" y="16834"/>
                </a:lnTo>
                <a:lnTo>
                  <a:pt x="305660" y="16638"/>
                </a:lnTo>
                <a:lnTo>
                  <a:pt x="305005" y="16459"/>
                </a:lnTo>
                <a:lnTo>
                  <a:pt x="304337" y="16297"/>
                </a:lnTo>
                <a:lnTo>
                  <a:pt x="303655" y="16152"/>
                </a:lnTo>
                <a:lnTo>
                  <a:pt x="302960" y="16024"/>
                </a:lnTo>
                <a:lnTo>
                  <a:pt x="302251" y="15913"/>
                </a:lnTo>
                <a:lnTo>
                  <a:pt x="301529" y="15820"/>
                </a:lnTo>
                <a:lnTo>
                  <a:pt x="300794" y="15743"/>
                </a:lnTo>
                <a:lnTo>
                  <a:pt x="300045" y="15683"/>
                </a:lnTo>
                <a:lnTo>
                  <a:pt x="299283" y="15641"/>
                </a:lnTo>
                <a:lnTo>
                  <a:pt x="298507" y="15615"/>
                </a:lnTo>
                <a:lnTo>
                  <a:pt x="297718" y="15606"/>
                </a:lnTo>
                <a:lnTo>
                  <a:pt x="297186" y="15611"/>
                </a:lnTo>
                <a:lnTo>
                  <a:pt x="296659" y="15623"/>
                </a:lnTo>
                <a:lnTo>
                  <a:pt x="296137" y="15644"/>
                </a:lnTo>
                <a:lnTo>
                  <a:pt x="295621" y="15674"/>
                </a:lnTo>
                <a:lnTo>
                  <a:pt x="295111" y="15712"/>
                </a:lnTo>
                <a:lnTo>
                  <a:pt x="294606" y="15758"/>
                </a:lnTo>
                <a:lnTo>
                  <a:pt x="294107" y="15813"/>
                </a:lnTo>
                <a:lnTo>
                  <a:pt x="293613" y="15877"/>
                </a:lnTo>
                <a:lnTo>
                  <a:pt x="293125" y="15949"/>
                </a:lnTo>
                <a:lnTo>
                  <a:pt x="292642" y="16029"/>
                </a:lnTo>
                <a:lnTo>
                  <a:pt x="292165" y="16118"/>
                </a:lnTo>
                <a:lnTo>
                  <a:pt x="291694" y="16215"/>
                </a:lnTo>
                <a:lnTo>
                  <a:pt x="291228" y="16320"/>
                </a:lnTo>
                <a:lnTo>
                  <a:pt x="290768" y="16434"/>
                </a:lnTo>
                <a:lnTo>
                  <a:pt x="290314" y="16557"/>
                </a:lnTo>
                <a:lnTo>
                  <a:pt x="289864" y="16688"/>
                </a:lnTo>
                <a:lnTo>
                  <a:pt x="289421" y="16827"/>
                </a:lnTo>
                <a:lnTo>
                  <a:pt x="288983" y="16975"/>
                </a:lnTo>
                <a:lnTo>
                  <a:pt x="288551" y="17131"/>
                </a:lnTo>
                <a:lnTo>
                  <a:pt x="288124" y="17296"/>
                </a:lnTo>
                <a:lnTo>
                  <a:pt x="287703" y="17469"/>
                </a:lnTo>
                <a:lnTo>
                  <a:pt x="287287" y="17651"/>
                </a:lnTo>
                <a:lnTo>
                  <a:pt x="286877" y="17841"/>
                </a:lnTo>
                <a:lnTo>
                  <a:pt x="286473" y="18040"/>
                </a:lnTo>
                <a:lnTo>
                  <a:pt x="286075" y="18246"/>
                </a:lnTo>
                <a:lnTo>
                  <a:pt x="285684" y="18459"/>
                </a:lnTo>
                <a:lnTo>
                  <a:pt x="285302" y="18678"/>
                </a:lnTo>
                <a:lnTo>
                  <a:pt x="284926" y="18905"/>
                </a:lnTo>
                <a:lnTo>
                  <a:pt x="284558" y="19139"/>
                </a:lnTo>
                <a:lnTo>
                  <a:pt x="284198" y="19379"/>
                </a:lnTo>
                <a:lnTo>
                  <a:pt x="283845" y="19626"/>
                </a:lnTo>
                <a:lnTo>
                  <a:pt x="283500" y="19880"/>
                </a:lnTo>
                <a:lnTo>
                  <a:pt x="283162" y="20141"/>
                </a:lnTo>
                <a:lnTo>
                  <a:pt x="282831" y="20409"/>
                </a:lnTo>
                <a:lnTo>
                  <a:pt x="282508" y="20684"/>
                </a:lnTo>
                <a:lnTo>
                  <a:pt x="282193" y="20965"/>
                </a:lnTo>
                <a:lnTo>
                  <a:pt x="281885" y="21254"/>
                </a:lnTo>
                <a:lnTo>
                  <a:pt x="281584" y="21549"/>
                </a:lnTo>
                <a:lnTo>
                  <a:pt x="281291" y="21851"/>
                </a:lnTo>
                <a:lnTo>
                  <a:pt x="281006" y="22160"/>
                </a:lnTo>
                <a:lnTo>
                  <a:pt x="280728" y="22476"/>
                </a:lnTo>
                <a:lnTo>
                  <a:pt x="280457" y="22798"/>
                </a:lnTo>
                <a:lnTo>
                  <a:pt x="280194" y="23128"/>
                </a:lnTo>
                <a:lnTo>
                  <a:pt x="279938" y="23464"/>
                </a:lnTo>
                <a:lnTo>
                  <a:pt x="279690" y="23808"/>
                </a:lnTo>
                <a:lnTo>
                  <a:pt x="279450" y="24158"/>
                </a:lnTo>
                <a:lnTo>
                  <a:pt x="279217" y="24515"/>
                </a:lnTo>
                <a:lnTo>
                  <a:pt x="278991" y="24878"/>
                </a:lnTo>
                <a:lnTo>
                  <a:pt x="278774" y="25249"/>
                </a:lnTo>
                <a:lnTo>
                  <a:pt x="278566" y="25625"/>
                </a:lnTo>
                <a:lnTo>
                  <a:pt x="278367" y="26007"/>
                </a:lnTo>
                <a:lnTo>
                  <a:pt x="278178" y="26396"/>
                </a:lnTo>
                <a:lnTo>
                  <a:pt x="277997" y="26790"/>
                </a:lnTo>
                <a:lnTo>
                  <a:pt x="277826" y="27191"/>
                </a:lnTo>
                <a:lnTo>
                  <a:pt x="277665" y="27597"/>
                </a:lnTo>
                <a:lnTo>
                  <a:pt x="277512" y="28010"/>
                </a:lnTo>
                <a:lnTo>
                  <a:pt x="277369" y="28429"/>
                </a:lnTo>
                <a:lnTo>
                  <a:pt x="277235" y="28854"/>
                </a:lnTo>
                <a:lnTo>
                  <a:pt x="277110" y="29284"/>
                </a:lnTo>
                <a:lnTo>
                  <a:pt x="276995" y="29721"/>
                </a:lnTo>
                <a:lnTo>
                  <a:pt x="276888" y="30164"/>
                </a:lnTo>
                <a:lnTo>
                  <a:pt x="276791" y="30613"/>
                </a:lnTo>
                <a:lnTo>
                  <a:pt x="276704" y="31068"/>
                </a:lnTo>
                <a:lnTo>
                  <a:pt x="276625" y="31529"/>
                </a:lnTo>
                <a:lnTo>
                  <a:pt x="276556" y="31997"/>
                </a:lnTo>
                <a:lnTo>
                  <a:pt x="276496" y="32470"/>
                </a:lnTo>
                <a:lnTo>
                  <a:pt x="276445" y="32949"/>
                </a:lnTo>
                <a:lnTo>
                  <a:pt x="276403" y="33434"/>
                </a:lnTo>
                <a:lnTo>
                  <a:pt x="276371" y="33926"/>
                </a:lnTo>
                <a:lnTo>
                  <a:pt x="276348" y="34423"/>
                </a:lnTo>
                <a:lnTo>
                  <a:pt x="276334" y="34927"/>
                </a:lnTo>
                <a:lnTo>
                  <a:pt x="276329" y="35436"/>
                </a:lnTo>
                <a:lnTo>
                  <a:pt x="276329" y="48105"/>
                </a:lnTo>
                <a:lnTo>
                  <a:pt x="276334" y="48607"/>
                </a:lnTo>
                <a:lnTo>
                  <a:pt x="276348" y="49104"/>
                </a:lnTo>
                <a:lnTo>
                  <a:pt x="276371" y="49595"/>
                </a:lnTo>
                <a:lnTo>
                  <a:pt x="276403" y="50080"/>
                </a:lnTo>
                <a:lnTo>
                  <a:pt x="276445" y="50560"/>
                </a:lnTo>
                <a:lnTo>
                  <a:pt x="276496" y="51034"/>
                </a:lnTo>
                <a:lnTo>
                  <a:pt x="276556" y="51503"/>
                </a:lnTo>
                <a:lnTo>
                  <a:pt x="276625" y="51966"/>
                </a:lnTo>
                <a:lnTo>
                  <a:pt x="276704" y="52423"/>
                </a:lnTo>
                <a:lnTo>
                  <a:pt x="276791" y="52875"/>
                </a:lnTo>
                <a:lnTo>
                  <a:pt x="276888" y="53322"/>
                </a:lnTo>
                <a:lnTo>
                  <a:pt x="276995" y="53762"/>
                </a:lnTo>
                <a:lnTo>
                  <a:pt x="277110" y="54198"/>
                </a:lnTo>
                <a:lnTo>
                  <a:pt x="277235" y="54627"/>
                </a:lnTo>
                <a:lnTo>
                  <a:pt x="277369" y="55051"/>
                </a:lnTo>
                <a:lnTo>
                  <a:pt x="277512" y="55470"/>
                </a:lnTo>
                <a:lnTo>
                  <a:pt x="277665" y="55883"/>
                </a:lnTo>
                <a:lnTo>
                  <a:pt x="277826" y="56290"/>
                </a:lnTo>
                <a:lnTo>
                  <a:pt x="277997" y="56692"/>
                </a:lnTo>
                <a:lnTo>
                  <a:pt x="278178" y="57088"/>
                </a:lnTo>
                <a:lnTo>
                  <a:pt x="278367" y="57479"/>
                </a:lnTo>
                <a:lnTo>
                  <a:pt x="278566" y="57864"/>
                </a:lnTo>
                <a:lnTo>
                  <a:pt x="278774" y="58243"/>
                </a:lnTo>
                <a:lnTo>
                  <a:pt x="278991" y="58617"/>
                </a:lnTo>
                <a:lnTo>
                  <a:pt x="279217" y="58984"/>
                </a:lnTo>
                <a:lnTo>
                  <a:pt x="279450" y="59345"/>
                </a:lnTo>
                <a:lnTo>
                  <a:pt x="279690" y="59698"/>
                </a:lnTo>
                <a:lnTo>
                  <a:pt x="279938" y="60045"/>
                </a:lnTo>
                <a:lnTo>
                  <a:pt x="280194" y="60384"/>
                </a:lnTo>
                <a:lnTo>
                  <a:pt x="280457" y="60717"/>
                </a:lnTo>
                <a:lnTo>
                  <a:pt x="280728" y="61042"/>
                </a:lnTo>
                <a:lnTo>
                  <a:pt x="281006" y="61360"/>
                </a:lnTo>
                <a:lnTo>
                  <a:pt x="281291" y="61672"/>
                </a:lnTo>
                <a:lnTo>
                  <a:pt x="281584" y="61976"/>
                </a:lnTo>
                <a:lnTo>
                  <a:pt x="281885" y="62274"/>
                </a:lnTo>
                <a:lnTo>
                  <a:pt x="282193" y="62564"/>
                </a:lnTo>
                <a:lnTo>
                  <a:pt x="282508" y="62847"/>
                </a:lnTo>
                <a:lnTo>
                  <a:pt x="282831" y="63124"/>
                </a:lnTo>
                <a:lnTo>
                  <a:pt x="283162" y="63393"/>
                </a:lnTo>
                <a:lnTo>
                  <a:pt x="283500" y="63655"/>
                </a:lnTo>
                <a:lnTo>
                  <a:pt x="283845" y="63911"/>
                </a:lnTo>
                <a:lnTo>
                  <a:pt x="284198" y="64159"/>
                </a:lnTo>
                <a:lnTo>
                  <a:pt x="284558" y="64400"/>
                </a:lnTo>
                <a:lnTo>
                  <a:pt x="284926" y="64635"/>
                </a:lnTo>
                <a:lnTo>
                  <a:pt x="285302" y="64862"/>
                </a:lnTo>
                <a:lnTo>
                  <a:pt x="285684" y="65082"/>
                </a:lnTo>
                <a:lnTo>
                  <a:pt x="286075" y="65296"/>
                </a:lnTo>
                <a:lnTo>
                  <a:pt x="286473" y="65502"/>
                </a:lnTo>
                <a:lnTo>
                  <a:pt x="286877" y="65700"/>
                </a:lnTo>
                <a:lnTo>
                  <a:pt x="287287" y="65890"/>
                </a:lnTo>
                <a:lnTo>
                  <a:pt x="287703" y="66072"/>
                </a:lnTo>
                <a:lnTo>
                  <a:pt x="288124" y="66245"/>
                </a:lnTo>
                <a:lnTo>
                  <a:pt x="288551" y="66410"/>
                </a:lnTo>
                <a:lnTo>
                  <a:pt x="288983" y="66566"/>
                </a:lnTo>
                <a:lnTo>
                  <a:pt x="289421" y="66714"/>
                </a:lnTo>
                <a:lnTo>
                  <a:pt x="289864" y="66853"/>
                </a:lnTo>
                <a:lnTo>
                  <a:pt x="290314" y="66984"/>
                </a:lnTo>
                <a:lnTo>
                  <a:pt x="290768" y="67106"/>
                </a:lnTo>
                <a:lnTo>
                  <a:pt x="291228" y="67220"/>
                </a:lnTo>
                <a:lnTo>
                  <a:pt x="291694" y="67326"/>
                </a:lnTo>
                <a:lnTo>
                  <a:pt x="292165" y="67423"/>
                </a:lnTo>
                <a:lnTo>
                  <a:pt x="292642" y="67511"/>
                </a:lnTo>
                <a:lnTo>
                  <a:pt x="293125" y="67592"/>
                </a:lnTo>
                <a:lnTo>
                  <a:pt x="293613" y="67663"/>
                </a:lnTo>
                <a:lnTo>
                  <a:pt x="294107" y="67727"/>
                </a:lnTo>
                <a:lnTo>
                  <a:pt x="294606" y="67782"/>
                </a:lnTo>
                <a:lnTo>
                  <a:pt x="295111" y="67828"/>
                </a:lnTo>
                <a:lnTo>
                  <a:pt x="295621" y="67866"/>
                </a:lnTo>
                <a:lnTo>
                  <a:pt x="296137" y="67896"/>
                </a:lnTo>
                <a:lnTo>
                  <a:pt x="296659" y="67917"/>
                </a:lnTo>
                <a:lnTo>
                  <a:pt x="297186" y="67929"/>
                </a:lnTo>
                <a:lnTo>
                  <a:pt x="297718" y="67934"/>
                </a:lnTo>
                <a:lnTo>
                  <a:pt x="298507" y="67925"/>
                </a:lnTo>
                <a:lnTo>
                  <a:pt x="299283" y="67900"/>
                </a:lnTo>
                <a:lnTo>
                  <a:pt x="300045" y="67857"/>
                </a:lnTo>
                <a:lnTo>
                  <a:pt x="300794" y="67797"/>
                </a:lnTo>
                <a:lnTo>
                  <a:pt x="301529" y="67721"/>
                </a:lnTo>
                <a:close/>
                <a:moveTo>
                  <a:pt x="373172" y="32121"/>
                </a:moveTo>
                <a:lnTo>
                  <a:pt x="373144" y="31480"/>
                </a:lnTo>
                <a:lnTo>
                  <a:pt x="373097" y="30851"/>
                </a:lnTo>
                <a:lnTo>
                  <a:pt x="373032" y="30232"/>
                </a:lnTo>
                <a:lnTo>
                  <a:pt x="372948" y="29625"/>
                </a:lnTo>
                <a:lnTo>
                  <a:pt x="372845" y="29030"/>
                </a:lnTo>
                <a:lnTo>
                  <a:pt x="372724" y="28445"/>
                </a:lnTo>
                <a:lnTo>
                  <a:pt x="372584" y="27872"/>
                </a:lnTo>
                <a:lnTo>
                  <a:pt x="372426" y="27311"/>
                </a:lnTo>
                <a:lnTo>
                  <a:pt x="372249" y="26760"/>
                </a:lnTo>
                <a:lnTo>
                  <a:pt x="372053" y="26221"/>
                </a:lnTo>
                <a:lnTo>
                  <a:pt x="371838" y="25693"/>
                </a:lnTo>
                <a:lnTo>
                  <a:pt x="371605" y="25177"/>
                </a:lnTo>
                <a:lnTo>
                  <a:pt x="371353" y="24672"/>
                </a:lnTo>
                <a:lnTo>
                  <a:pt x="371083" y="24178"/>
                </a:lnTo>
                <a:lnTo>
                  <a:pt x="370794" y="23695"/>
                </a:lnTo>
                <a:lnTo>
                  <a:pt x="370486" y="23224"/>
                </a:lnTo>
                <a:lnTo>
                  <a:pt x="370160" y="22764"/>
                </a:lnTo>
                <a:lnTo>
                  <a:pt x="369815" y="22316"/>
                </a:lnTo>
                <a:lnTo>
                  <a:pt x="369451" y="21879"/>
                </a:lnTo>
                <a:lnTo>
                  <a:pt x="369069" y="21453"/>
                </a:lnTo>
                <a:lnTo>
                  <a:pt x="368668" y="21038"/>
                </a:lnTo>
                <a:lnTo>
                  <a:pt x="368249" y="20635"/>
                </a:lnTo>
                <a:lnTo>
                  <a:pt x="367810" y="20243"/>
                </a:lnTo>
                <a:lnTo>
                  <a:pt x="367356" y="19865"/>
                </a:lnTo>
                <a:lnTo>
                  <a:pt x="366888" y="19503"/>
                </a:lnTo>
                <a:lnTo>
                  <a:pt x="366407" y="19156"/>
                </a:lnTo>
                <a:lnTo>
                  <a:pt x="365912" y="18826"/>
                </a:lnTo>
                <a:lnTo>
                  <a:pt x="365404" y="18512"/>
                </a:lnTo>
                <a:lnTo>
                  <a:pt x="364882" y="18215"/>
                </a:lnTo>
                <a:lnTo>
                  <a:pt x="364346" y="17933"/>
                </a:lnTo>
                <a:lnTo>
                  <a:pt x="363797" y="17667"/>
                </a:lnTo>
                <a:lnTo>
                  <a:pt x="363235" y="17418"/>
                </a:lnTo>
                <a:lnTo>
                  <a:pt x="362658" y="17184"/>
                </a:lnTo>
                <a:lnTo>
                  <a:pt x="362069" y="16967"/>
                </a:lnTo>
                <a:lnTo>
                  <a:pt x="361465" y="16766"/>
                </a:lnTo>
                <a:lnTo>
                  <a:pt x="360849" y="16580"/>
                </a:lnTo>
                <a:lnTo>
                  <a:pt x="360218" y="16411"/>
                </a:lnTo>
                <a:lnTo>
                  <a:pt x="359574" y="16258"/>
                </a:lnTo>
                <a:lnTo>
                  <a:pt x="358917" y="16122"/>
                </a:lnTo>
                <a:lnTo>
                  <a:pt x="358246" y="16001"/>
                </a:lnTo>
                <a:lnTo>
                  <a:pt x="357561" y="15896"/>
                </a:lnTo>
                <a:lnTo>
                  <a:pt x="356863" y="15808"/>
                </a:lnTo>
                <a:lnTo>
                  <a:pt x="356151" y="15735"/>
                </a:lnTo>
                <a:lnTo>
                  <a:pt x="355426" y="15679"/>
                </a:lnTo>
                <a:lnTo>
                  <a:pt x="354687" y="15639"/>
                </a:lnTo>
                <a:lnTo>
                  <a:pt x="353935" y="15614"/>
                </a:lnTo>
                <a:lnTo>
                  <a:pt x="353169" y="15606"/>
                </a:lnTo>
                <a:lnTo>
                  <a:pt x="352448" y="15614"/>
                </a:lnTo>
                <a:lnTo>
                  <a:pt x="351737" y="15636"/>
                </a:lnTo>
                <a:lnTo>
                  <a:pt x="351037" y="15672"/>
                </a:lnTo>
                <a:lnTo>
                  <a:pt x="350349" y="15724"/>
                </a:lnTo>
                <a:lnTo>
                  <a:pt x="349671" y="15790"/>
                </a:lnTo>
                <a:lnTo>
                  <a:pt x="349003" y="15870"/>
                </a:lnTo>
                <a:lnTo>
                  <a:pt x="348347" y="15966"/>
                </a:lnTo>
                <a:lnTo>
                  <a:pt x="347702" y="16076"/>
                </a:lnTo>
                <a:lnTo>
                  <a:pt x="347067" y="16200"/>
                </a:lnTo>
                <a:lnTo>
                  <a:pt x="346443" y="16340"/>
                </a:lnTo>
                <a:lnTo>
                  <a:pt x="345830" y="16494"/>
                </a:lnTo>
                <a:lnTo>
                  <a:pt x="345228" y="16662"/>
                </a:lnTo>
                <a:lnTo>
                  <a:pt x="344637" y="16846"/>
                </a:lnTo>
                <a:lnTo>
                  <a:pt x="344056" y="17044"/>
                </a:lnTo>
                <a:lnTo>
                  <a:pt x="343486" y="17256"/>
                </a:lnTo>
                <a:lnTo>
                  <a:pt x="342928" y="17484"/>
                </a:lnTo>
                <a:lnTo>
                  <a:pt x="342380" y="17725"/>
                </a:lnTo>
                <a:lnTo>
                  <a:pt x="341842" y="17982"/>
                </a:lnTo>
                <a:lnTo>
                  <a:pt x="341316" y="18253"/>
                </a:lnTo>
                <a:lnTo>
                  <a:pt x="340801" y="18539"/>
                </a:lnTo>
                <a:lnTo>
                  <a:pt x="340296" y="18840"/>
                </a:lnTo>
                <a:lnTo>
                  <a:pt x="339802" y="19155"/>
                </a:lnTo>
                <a:lnTo>
                  <a:pt x="339319" y="19485"/>
                </a:lnTo>
                <a:lnTo>
                  <a:pt x="338847" y="19830"/>
                </a:lnTo>
                <a:lnTo>
                  <a:pt x="338389" y="20187"/>
                </a:lnTo>
                <a:lnTo>
                  <a:pt x="337947" y="20554"/>
                </a:lnTo>
                <a:lnTo>
                  <a:pt x="337522" y="20931"/>
                </a:lnTo>
                <a:lnTo>
                  <a:pt x="337113" y="21319"/>
                </a:lnTo>
                <a:lnTo>
                  <a:pt x="336721" y="21717"/>
                </a:lnTo>
                <a:lnTo>
                  <a:pt x="336345" y="22125"/>
                </a:lnTo>
                <a:lnTo>
                  <a:pt x="335986" y="22543"/>
                </a:lnTo>
                <a:lnTo>
                  <a:pt x="335644" y="22971"/>
                </a:lnTo>
                <a:lnTo>
                  <a:pt x="335318" y="23410"/>
                </a:lnTo>
                <a:lnTo>
                  <a:pt x="335009" y="23858"/>
                </a:lnTo>
                <a:lnTo>
                  <a:pt x="334716" y="24317"/>
                </a:lnTo>
                <a:lnTo>
                  <a:pt x="334440" y="24787"/>
                </a:lnTo>
                <a:lnTo>
                  <a:pt x="334181" y="25266"/>
                </a:lnTo>
                <a:lnTo>
                  <a:pt x="333938" y="25756"/>
                </a:lnTo>
                <a:lnTo>
                  <a:pt x="333711" y="26255"/>
                </a:lnTo>
                <a:lnTo>
                  <a:pt x="333502" y="26765"/>
                </a:lnTo>
                <a:lnTo>
                  <a:pt x="333308" y="27286"/>
                </a:lnTo>
                <a:lnTo>
                  <a:pt x="333132" y="27816"/>
                </a:lnTo>
                <a:lnTo>
                  <a:pt x="332972" y="28357"/>
                </a:lnTo>
                <a:lnTo>
                  <a:pt x="332828" y="28907"/>
                </a:lnTo>
                <a:lnTo>
                  <a:pt x="332701" y="29469"/>
                </a:lnTo>
                <a:lnTo>
                  <a:pt x="332591" y="30040"/>
                </a:lnTo>
                <a:lnTo>
                  <a:pt x="332497" y="30621"/>
                </a:lnTo>
                <a:lnTo>
                  <a:pt x="332420" y="31213"/>
                </a:lnTo>
                <a:lnTo>
                  <a:pt x="343621" y="31213"/>
                </a:lnTo>
                <a:lnTo>
                  <a:pt x="343663" y="30978"/>
                </a:lnTo>
                <a:lnTo>
                  <a:pt x="343711" y="30747"/>
                </a:lnTo>
                <a:lnTo>
                  <a:pt x="343767" y="30520"/>
                </a:lnTo>
                <a:lnTo>
                  <a:pt x="343830" y="30297"/>
                </a:lnTo>
                <a:lnTo>
                  <a:pt x="343900" y="30079"/>
                </a:lnTo>
                <a:lnTo>
                  <a:pt x="343976" y="29864"/>
                </a:lnTo>
                <a:lnTo>
                  <a:pt x="344060" y="29654"/>
                </a:lnTo>
                <a:lnTo>
                  <a:pt x="344151" y="29448"/>
                </a:lnTo>
                <a:lnTo>
                  <a:pt x="344249" y="29246"/>
                </a:lnTo>
                <a:lnTo>
                  <a:pt x="344354" y="29048"/>
                </a:lnTo>
                <a:lnTo>
                  <a:pt x="344465" y="28855"/>
                </a:lnTo>
                <a:lnTo>
                  <a:pt x="344584" y="28665"/>
                </a:lnTo>
                <a:lnTo>
                  <a:pt x="344710" y="28480"/>
                </a:lnTo>
                <a:lnTo>
                  <a:pt x="344843" y="28299"/>
                </a:lnTo>
                <a:lnTo>
                  <a:pt x="344983" y="28122"/>
                </a:lnTo>
                <a:lnTo>
                  <a:pt x="345130" y="27949"/>
                </a:lnTo>
                <a:lnTo>
                  <a:pt x="345284" y="27780"/>
                </a:lnTo>
                <a:lnTo>
                  <a:pt x="345444" y="27615"/>
                </a:lnTo>
                <a:lnTo>
                  <a:pt x="345612" y="27455"/>
                </a:lnTo>
                <a:lnTo>
                  <a:pt x="345787" y="27299"/>
                </a:lnTo>
                <a:lnTo>
                  <a:pt x="345969" y="27146"/>
                </a:lnTo>
                <a:lnTo>
                  <a:pt x="346158" y="26998"/>
                </a:lnTo>
                <a:lnTo>
                  <a:pt x="346354" y="26855"/>
                </a:lnTo>
                <a:lnTo>
                  <a:pt x="346557" y="26715"/>
                </a:lnTo>
                <a:lnTo>
                  <a:pt x="346766" y="26580"/>
                </a:lnTo>
                <a:lnTo>
                  <a:pt x="346979" y="26451"/>
                </a:lnTo>
                <a:lnTo>
                  <a:pt x="347197" y="26327"/>
                </a:lnTo>
                <a:lnTo>
                  <a:pt x="347419" y="26210"/>
                </a:lnTo>
                <a:lnTo>
                  <a:pt x="347646" y="26098"/>
                </a:lnTo>
                <a:lnTo>
                  <a:pt x="347877" y="25992"/>
                </a:lnTo>
                <a:lnTo>
                  <a:pt x="348113" y="25891"/>
                </a:lnTo>
                <a:lnTo>
                  <a:pt x="348353" y="25797"/>
                </a:lnTo>
                <a:lnTo>
                  <a:pt x="348597" y="25708"/>
                </a:lnTo>
                <a:lnTo>
                  <a:pt x="348846" y="25624"/>
                </a:lnTo>
                <a:lnTo>
                  <a:pt x="349100" y="25547"/>
                </a:lnTo>
                <a:lnTo>
                  <a:pt x="349358" y="25475"/>
                </a:lnTo>
                <a:lnTo>
                  <a:pt x="349620" y="25409"/>
                </a:lnTo>
                <a:lnTo>
                  <a:pt x="349887" y="25349"/>
                </a:lnTo>
                <a:lnTo>
                  <a:pt x="350158" y="25294"/>
                </a:lnTo>
                <a:lnTo>
                  <a:pt x="350434" y="25246"/>
                </a:lnTo>
                <a:lnTo>
                  <a:pt x="350714" y="25203"/>
                </a:lnTo>
                <a:lnTo>
                  <a:pt x="350999" y="25165"/>
                </a:lnTo>
                <a:lnTo>
                  <a:pt x="351288" y="25134"/>
                </a:lnTo>
                <a:lnTo>
                  <a:pt x="351582" y="25108"/>
                </a:lnTo>
                <a:lnTo>
                  <a:pt x="351880" y="25088"/>
                </a:lnTo>
                <a:lnTo>
                  <a:pt x="352182" y="25073"/>
                </a:lnTo>
                <a:lnTo>
                  <a:pt x="352489" y="25065"/>
                </a:lnTo>
                <a:lnTo>
                  <a:pt x="352801" y="25062"/>
                </a:lnTo>
                <a:lnTo>
                  <a:pt x="353142" y="25065"/>
                </a:lnTo>
                <a:lnTo>
                  <a:pt x="353477" y="25076"/>
                </a:lnTo>
                <a:lnTo>
                  <a:pt x="353806" y="25094"/>
                </a:lnTo>
                <a:lnTo>
                  <a:pt x="354130" y="25119"/>
                </a:lnTo>
                <a:lnTo>
                  <a:pt x="354447" y="25152"/>
                </a:lnTo>
                <a:lnTo>
                  <a:pt x="354758" y="25191"/>
                </a:lnTo>
                <a:lnTo>
                  <a:pt x="355063" y="25238"/>
                </a:lnTo>
                <a:lnTo>
                  <a:pt x="355361" y="25291"/>
                </a:lnTo>
                <a:lnTo>
                  <a:pt x="355654" y="25352"/>
                </a:lnTo>
                <a:lnTo>
                  <a:pt x="355941" y="25421"/>
                </a:lnTo>
                <a:lnTo>
                  <a:pt x="356222" y="25496"/>
                </a:lnTo>
                <a:lnTo>
                  <a:pt x="356496" y="25578"/>
                </a:lnTo>
                <a:lnTo>
                  <a:pt x="356765" y="25668"/>
                </a:lnTo>
                <a:lnTo>
                  <a:pt x="357027" y="25765"/>
                </a:lnTo>
                <a:lnTo>
                  <a:pt x="357284" y="25869"/>
                </a:lnTo>
                <a:lnTo>
                  <a:pt x="357534" y="25980"/>
                </a:lnTo>
                <a:lnTo>
                  <a:pt x="357778" y="26099"/>
                </a:lnTo>
                <a:lnTo>
                  <a:pt x="358017" y="26224"/>
                </a:lnTo>
                <a:lnTo>
                  <a:pt x="358249" y="26357"/>
                </a:lnTo>
                <a:lnTo>
                  <a:pt x="358475" y="26497"/>
                </a:lnTo>
                <a:lnTo>
                  <a:pt x="358695" y="26644"/>
                </a:lnTo>
                <a:lnTo>
                  <a:pt x="358909" y="26798"/>
                </a:lnTo>
                <a:lnTo>
                  <a:pt x="359117" y="26959"/>
                </a:lnTo>
                <a:lnTo>
                  <a:pt x="359319" y="27128"/>
                </a:lnTo>
                <a:lnTo>
                  <a:pt x="359513" y="27303"/>
                </a:lnTo>
                <a:lnTo>
                  <a:pt x="359700" y="27483"/>
                </a:lnTo>
                <a:lnTo>
                  <a:pt x="359878" y="27669"/>
                </a:lnTo>
                <a:lnTo>
                  <a:pt x="360048" y="27861"/>
                </a:lnTo>
                <a:lnTo>
                  <a:pt x="360210" y="28058"/>
                </a:lnTo>
                <a:lnTo>
                  <a:pt x="360363" y="28261"/>
                </a:lnTo>
                <a:lnTo>
                  <a:pt x="360508" y="28469"/>
                </a:lnTo>
                <a:lnTo>
                  <a:pt x="360645" y="28683"/>
                </a:lnTo>
                <a:lnTo>
                  <a:pt x="360773" y="28903"/>
                </a:lnTo>
                <a:lnTo>
                  <a:pt x="360893" y="29128"/>
                </a:lnTo>
                <a:lnTo>
                  <a:pt x="361005" y="29359"/>
                </a:lnTo>
                <a:lnTo>
                  <a:pt x="361109" y="29595"/>
                </a:lnTo>
                <a:lnTo>
                  <a:pt x="361204" y="29837"/>
                </a:lnTo>
                <a:lnTo>
                  <a:pt x="361291" y="30084"/>
                </a:lnTo>
                <a:lnTo>
                  <a:pt x="361370" y="30337"/>
                </a:lnTo>
                <a:lnTo>
                  <a:pt x="361440" y="30596"/>
                </a:lnTo>
                <a:lnTo>
                  <a:pt x="361503" y="30860"/>
                </a:lnTo>
                <a:lnTo>
                  <a:pt x="361556" y="31130"/>
                </a:lnTo>
                <a:lnTo>
                  <a:pt x="361602" y="31405"/>
                </a:lnTo>
                <a:lnTo>
                  <a:pt x="361639" y="31686"/>
                </a:lnTo>
                <a:lnTo>
                  <a:pt x="361668" y="31973"/>
                </a:lnTo>
                <a:lnTo>
                  <a:pt x="361689" y="32265"/>
                </a:lnTo>
                <a:lnTo>
                  <a:pt x="361701" y="32563"/>
                </a:lnTo>
                <a:lnTo>
                  <a:pt x="361706" y="32866"/>
                </a:lnTo>
                <a:lnTo>
                  <a:pt x="361706" y="37180"/>
                </a:lnTo>
                <a:lnTo>
                  <a:pt x="349129" y="37180"/>
                </a:lnTo>
                <a:lnTo>
                  <a:pt x="348379" y="37187"/>
                </a:lnTo>
                <a:lnTo>
                  <a:pt x="347643" y="37208"/>
                </a:lnTo>
                <a:lnTo>
                  <a:pt x="346922" y="37243"/>
                </a:lnTo>
                <a:lnTo>
                  <a:pt x="346214" y="37293"/>
                </a:lnTo>
                <a:lnTo>
                  <a:pt x="345522" y="37356"/>
                </a:lnTo>
                <a:lnTo>
                  <a:pt x="344843" y="37433"/>
                </a:lnTo>
                <a:lnTo>
                  <a:pt x="344179" y="37524"/>
                </a:lnTo>
                <a:lnTo>
                  <a:pt x="343529" y="37629"/>
                </a:lnTo>
                <a:lnTo>
                  <a:pt x="342894" y="37748"/>
                </a:lnTo>
                <a:lnTo>
                  <a:pt x="342273" y="37882"/>
                </a:lnTo>
                <a:lnTo>
                  <a:pt x="341666" y="38029"/>
                </a:lnTo>
                <a:lnTo>
                  <a:pt x="341073" y="38190"/>
                </a:lnTo>
                <a:lnTo>
                  <a:pt x="340495" y="38366"/>
                </a:lnTo>
                <a:lnTo>
                  <a:pt x="339932" y="38555"/>
                </a:lnTo>
                <a:lnTo>
                  <a:pt x="339382" y="38758"/>
                </a:lnTo>
                <a:lnTo>
                  <a:pt x="338847" y="38976"/>
                </a:lnTo>
                <a:lnTo>
                  <a:pt x="338326" y="39207"/>
                </a:lnTo>
                <a:lnTo>
                  <a:pt x="337820" y="39453"/>
                </a:lnTo>
                <a:lnTo>
                  <a:pt x="337328" y="39712"/>
                </a:lnTo>
                <a:lnTo>
                  <a:pt x="336850" y="39986"/>
                </a:lnTo>
                <a:lnTo>
                  <a:pt x="336387" y="40273"/>
                </a:lnTo>
                <a:lnTo>
                  <a:pt x="335938" y="40575"/>
                </a:lnTo>
                <a:lnTo>
                  <a:pt x="335503" y="40891"/>
                </a:lnTo>
                <a:lnTo>
                  <a:pt x="335083" y="41220"/>
                </a:lnTo>
                <a:lnTo>
                  <a:pt x="334679" y="41563"/>
                </a:lnTo>
                <a:lnTo>
                  <a:pt x="334291" y="41917"/>
                </a:lnTo>
                <a:lnTo>
                  <a:pt x="333921" y="42283"/>
                </a:lnTo>
                <a:lnTo>
                  <a:pt x="333568" y="42661"/>
                </a:lnTo>
                <a:lnTo>
                  <a:pt x="333233" y="43050"/>
                </a:lnTo>
                <a:lnTo>
                  <a:pt x="332914" y="43452"/>
                </a:lnTo>
                <a:lnTo>
                  <a:pt x="332613" y="43865"/>
                </a:lnTo>
                <a:lnTo>
                  <a:pt x="332329" y="44290"/>
                </a:lnTo>
                <a:lnTo>
                  <a:pt x="332062" y="44727"/>
                </a:lnTo>
                <a:lnTo>
                  <a:pt x="331813" y="45175"/>
                </a:lnTo>
                <a:lnTo>
                  <a:pt x="331580" y="45636"/>
                </a:lnTo>
                <a:lnTo>
                  <a:pt x="331365" y="46108"/>
                </a:lnTo>
                <a:lnTo>
                  <a:pt x="331167" y="46592"/>
                </a:lnTo>
                <a:lnTo>
                  <a:pt x="330986" y="47088"/>
                </a:lnTo>
                <a:lnTo>
                  <a:pt x="330823" y="47595"/>
                </a:lnTo>
                <a:lnTo>
                  <a:pt x="330677" y="48115"/>
                </a:lnTo>
                <a:lnTo>
                  <a:pt x="330547" y="48646"/>
                </a:lnTo>
                <a:lnTo>
                  <a:pt x="330436" y="49189"/>
                </a:lnTo>
                <a:lnTo>
                  <a:pt x="330341" y="49744"/>
                </a:lnTo>
                <a:lnTo>
                  <a:pt x="330263" y="50310"/>
                </a:lnTo>
                <a:lnTo>
                  <a:pt x="330203" y="50888"/>
                </a:lnTo>
                <a:lnTo>
                  <a:pt x="330160" y="51479"/>
                </a:lnTo>
                <a:lnTo>
                  <a:pt x="330134" y="52081"/>
                </a:lnTo>
                <a:lnTo>
                  <a:pt x="330126" y="52694"/>
                </a:lnTo>
                <a:lnTo>
                  <a:pt x="330134" y="53271"/>
                </a:lnTo>
                <a:lnTo>
                  <a:pt x="330157" y="53837"/>
                </a:lnTo>
                <a:lnTo>
                  <a:pt x="330196" y="54394"/>
                </a:lnTo>
                <a:lnTo>
                  <a:pt x="330251" y="54941"/>
                </a:lnTo>
                <a:lnTo>
                  <a:pt x="330321" y="55478"/>
                </a:lnTo>
                <a:lnTo>
                  <a:pt x="330407" y="56005"/>
                </a:lnTo>
                <a:lnTo>
                  <a:pt x="330508" y="56522"/>
                </a:lnTo>
                <a:lnTo>
                  <a:pt x="330626" y="57030"/>
                </a:lnTo>
                <a:lnTo>
                  <a:pt x="330758" y="57527"/>
                </a:lnTo>
                <a:lnTo>
                  <a:pt x="330907" y="58015"/>
                </a:lnTo>
                <a:lnTo>
                  <a:pt x="331071" y="58492"/>
                </a:lnTo>
                <a:lnTo>
                  <a:pt x="331250" y="58960"/>
                </a:lnTo>
                <a:lnTo>
                  <a:pt x="331445" y="59418"/>
                </a:lnTo>
                <a:lnTo>
                  <a:pt x="331656" y="59866"/>
                </a:lnTo>
                <a:lnTo>
                  <a:pt x="331883" y="60304"/>
                </a:lnTo>
                <a:lnTo>
                  <a:pt x="332125" y="60732"/>
                </a:lnTo>
                <a:lnTo>
                  <a:pt x="332383" y="61151"/>
                </a:lnTo>
                <a:lnTo>
                  <a:pt x="332656" y="61559"/>
                </a:lnTo>
                <a:lnTo>
                  <a:pt x="332945" y="61958"/>
                </a:lnTo>
                <a:lnTo>
                  <a:pt x="333249" y="62347"/>
                </a:lnTo>
                <a:lnTo>
                  <a:pt x="333570" y="62725"/>
                </a:lnTo>
                <a:lnTo>
                  <a:pt x="333905" y="63094"/>
                </a:lnTo>
                <a:lnTo>
                  <a:pt x="334257" y="63453"/>
                </a:lnTo>
                <a:lnTo>
                  <a:pt x="334624" y="63803"/>
                </a:lnTo>
                <a:lnTo>
                  <a:pt x="335004" y="64140"/>
                </a:lnTo>
                <a:lnTo>
                  <a:pt x="335397" y="64462"/>
                </a:lnTo>
                <a:lnTo>
                  <a:pt x="335800" y="64771"/>
                </a:lnTo>
                <a:lnTo>
                  <a:pt x="336215" y="65065"/>
                </a:lnTo>
                <a:lnTo>
                  <a:pt x="336642" y="65345"/>
                </a:lnTo>
                <a:lnTo>
                  <a:pt x="337080" y="65610"/>
                </a:lnTo>
                <a:lnTo>
                  <a:pt x="337529" y="65861"/>
                </a:lnTo>
                <a:lnTo>
                  <a:pt x="337990" y="66098"/>
                </a:lnTo>
                <a:lnTo>
                  <a:pt x="338463" y="66320"/>
                </a:lnTo>
                <a:lnTo>
                  <a:pt x="338947" y="66528"/>
                </a:lnTo>
                <a:lnTo>
                  <a:pt x="339442" y="66722"/>
                </a:lnTo>
                <a:lnTo>
                  <a:pt x="339949" y="66901"/>
                </a:lnTo>
                <a:lnTo>
                  <a:pt x="340467" y="67066"/>
                </a:lnTo>
                <a:lnTo>
                  <a:pt x="340997" y="67216"/>
                </a:lnTo>
                <a:lnTo>
                  <a:pt x="341538" y="67353"/>
                </a:lnTo>
                <a:lnTo>
                  <a:pt x="342091" y="67475"/>
                </a:lnTo>
                <a:lnTo>
                  <a:pt x="342655" y="67582"/>
                </a:lnTo>
                <a:lnTo>
                  <a:pt x="343231" y="67675"/>
                </a:lnTo>
                <a:lnTo>
                  <a:pt x="343818" y="67754"/>
                </a:lnTo>
                <a:lnTo>
                  <a:pt x="344417" y="67819"/>
                </a:lnTo>
                <a:lnTo>
                  <a:pt x="345027" y="67869"/>
                </a:lnTo>
                <a:lnTo>
                  <a:pt x="345648" y="67905"/>
                </a:lnTo>
                <a:lnTo>
                  <a:pt x="346281" y="67926"/>
                </a:lnTo>
                <a:lnTo>
                  <a:pt x="346926" y="67934"/>
                </a:lnTo>
                <a:lnTo>
                  <a:pt x="347495" y="67928"/>
                </a:lnTo>
                <a:lnTo>
                  <a:pt x="348054" y="67911"/>
                </a:lnTo>
                <a:lnTo>
                  <a:pt x="348604" y="67882"/>
                </a:lnTo>
                <a:lnTo>
                  <a:pt x="349144" y="67842"/>
                </a:lnTo>
                <a:lnTo>
                  <a:pt x="349675" y="67790"/>
                </a:lnTo>
                <a:lnTo>
                  <a:pt x="350196" y="67727"/>
                </a:lnTo>
                <a:lnTo>
                  <a:pt x="350708" y="67653"/>
                </a:lnTo>
                <a:lnTo>
                  <a:pt x="351210" y="67567"/>
                </a:lnTo>
                <a:lnTo>
                  <a:pt x="351702" y="67469"/>
                </a:lnTo>
                <a:lnTo>
                  <a:pt x="352185" y="67360"/>
                </a:lnTo>
                <a:lnTo>
                  <a:pt x="352658" y="67239"/>
                </a:lnTo>
                <a:lnTo>
                  <a:pt x="353122" y="67108"/>
                </a:lnTo>
                <a:lnTo>
                  <a:pt x="353576" y="66964"/>
                </a:lnTo>
                <a:lnTo>
                  <a:pt x="354021" y="66809"/>
                </a:lnTo>
                <a:lnTo>
                  <a:pt x="354456" y="66643"/>
                </a:lnTo>
                <a:lnTo>
                  <a:pt x="354882" y="66465"/>
                </a:lnTo>
                <a:lnTo>
                  <a:pt x="355298" y="66276"/>
                </a:lnTo>
                <a:lnTo>
                  <a:pt x="355704" y="66075"/>
                </a:lnTo>
                <a:lnTo>
                  <a:pt x="356101" y="65863"/>
                </a:lnTo>
                <a:lnTo>
                  <a:pt x="356488" y="65639"/>
                </a:lnTo>
                <a:lnTo>
                  <a:pt x="356866" y="65404"/>
                </a:lnTo>
                <a:lnTo>
                  <a:pt x="357234" y="65157"/>
                </a:lnTo>
                <a:lnTo>
                  <a:pt x="357593" y="64899"/>
                </a:lnTo>
                <a:lnTo>
                  <a:pt x="357942" y="64629"/>
                </a:lnTo>
                <a:lnTo>
                  <a:pt x="358279" y="64350"/>
                </a:lnTo>
                <a:lnTo>
                  <a:pt x="358602" y="64062"/>
                </a:lnTo>
                <a:lnTo>
                  <a:pt x="358910" y="63767"/>
                </a:lnTo>
                <a:lnTo>
                  <a:pt x="359204" y="63464"/>
                </a:lnTo>
                <a:lnTo>
                  <a:pt x="359484" y="63153"/>
                </a:lnTo>
                <a:lnTo>
                  <a:pt x="359750" y="62833"/>
                </a:lnTo>
                <a:lnTo>
                  <a:pt x="360001" y="62506"/>
                </a:lnTo>
                <a:lnTo>
                  <a:pt x="360237" y="62171"/>
                </a:lnTo>
                <a:lnTo>
                  <a:pt x="360460" y="61828"/>
                </a:lnTo>
                <a:lnTo>
                  <a:pt x="360668" y="61477"/>
                </a:lnTo>
                <a:lnTo>
                  <a:pt x="360862" y="61118"/>
                </a:lnTo>
                <a:lnTo>
                  <a:pt x="361041" y="60751"/>
                </a:lnTo>
                <a:lnTo>
                  <a:pt x="361206" y="60376"/>
                </a:lnTo>
                <a:lnTo>
                  <a:pt x="361357" y="59993"/>
                </a:lnTo>
                <a:lnTo>
                  <a:pt x="361493" y="59602"/>
                </a:lnTo>
                <a:lnTo>
                  <a:pt x="361615" y="59203"/>
                </a:lnTo>
                <a:lnTo>
                  <a:pt x="361722" y="58796"/>
                </a:lnTo>
                <a:lnTo>
                  <a:pt x="361816" y="58381"/>
                </a:lnTo>
                <a:lnTo>
                  <a:pt x="361849" y="58204"/>
                </a:lnTo>
                <a:lnTo>
                  <a:pt x="362074" y="58204"/>
                </a:lnTo>
                <a:lnTo>
                  <a:pt x="362074" y="67016"/>
                </a:lnTo>
                <a:lnTo>
                  <a:pt x="373181" y="67016"/>
                </a:lnTo>
                <a:lnTo>
                  <a:pt x="373181" y="32773"/>
                </a:lnTo>
                <a:lnTo>
                  <a:pt x="373172" y="32121"/>
                </a:lnTo>
                <a:close/>
                <a:moveTo>
                  <a:pt x="349008" y="59215"/>
                </a:moveTo>
                <a:lnTo>
                  <a:pt x="348690" y="59176"/>
                </a:lnTo>
                <a:lnTo>
                  <a:pt x="348378" y="59129"/>
                </a:lnTo>
                <a:lnTo>
                  <a:pt x="348073" y="59075"/>
                </a:lnTo>
                <a:lnTo>
                  <a:pt x="347774" y="59014"/>
                </a:lnTo>
                <a:lnTo>
                  <a:pt x="347481" y="58946"/>
                </a:lnTo>
                <a:lnTo>
                  <a:pt x="347194" y="58871"/>
                </a:lnTo>
                <a:lnTo>
                  <a:pt x="346914" y="58788"/>
                </a:lnTo>
                <a:lnTo>
                  <a:pt x="346639" y="58699"/>
                </a:lnTo>
                <a:lnTo>
                  <a:pt x="346371" y="58602"/>
                </a:lnTo>
                <a:lnTo>
                  <a:pt x="346110" y="58498"/>
                </a:lnTo>
                <a:lnTo>
                  <a:pt x="345854" y="58387"/>
                </a:lnTo>
                <a:lnTo>
                  <a:pt x="345605" y="58269"/>
                </a:lnTo>
                <a:lnTo>
                  <a:pt x="345361" y="58143"/>
                </a:lnTo>
                <a:lnTo>
                  <a:pt x="345125" y="58011"/>
                </a:lnTo>
                <a:lnTo>
                  <a:pt x="344894" y="57871"/>
                </a:lnTo>
                <a:lnTo>
                  <a:pt x="344669" y="57724"/>
                </a:lnTo>
                <a:lnTo>
                  <a:pt x="344451" y="57570"/>
                </a:lnTo>
                <a:lnTo>
                  <a:pt x="344239" y="57408"/>
                </a:lnTo>
                <a:lnTo>
                  <a:pt x="344033" y="57240"/>
                </a:lnTo>
                <a:lnTo>
                  <a:pt x="343835" y="57065"/>
                </a:lnTo>
                <a:lnTo>
                  <a:pt x="343645" y="56885"/>
                </a:lnTo>
                <a:lnTo>
                  <a:pt x="343463" y="56700"/>
                </a:lnTo>
                <a:lnTo>
                  <a:pt x="343290" y="56509"/>
                </a:lnTo>
                <a:lnTo>
                  <a:pt x="343125" y="56313"/>
                </a:lnTo>
                <a:lnTo>
                  <a:pt x="342969" y="56112"/>
                </a:lnTo>
                <a:lnTo>
                  <a:pt x="342821" y="55906"/>
                </a:lnTo>
                <a:lnTo>
                  <a:pt x="342682" y="55694"/>
                </a:lnTo>
                <a:lnTo>
                  <a:pt x="342551" y="55477"/>
                </a:lnTo>
                <a:lnTo>
                  <a:pt x="342429" y="55255"/>
                </a:lnTo>
                <a:lnTo>
                  <a:pt x="342315" y="55028"/>
                </a:lnTo>
                <a:lnTo>
                  <a:pt x="342209" y="54795"/>
                </a:lnTo>
                <a:lnTo>
                  <a:pt x="342112" y="54557"/>
                </a:lnTo>
                <a:lnTo>
                  <a:pt x="342023" y="54314"/>
                </a:lnTo>
                <a:lnTo>
                  <a:pt x="341943" y="54066"/>
                </a:lnTo>
                <a:lnTo>
                  <a:pt x="341871" y="53812"/>
                </a:lnTo>
                <a:lnTo>
                  <a:pt x="341808" y="53553"/>
                </a:lnTo>
                <a:lnTo>
                  <a:pt x="341753" y="53289"/>
                </a:lnTo>
                <a:lnTo>
                  <a:pt x="341707" y="53019"/>
                </a:lnTo>
                <a:lnTo>
                  <a:pt x="341669" y="52745"/>
                </a:lnTo>
                <a:lnTo>
                  <a:pt x="341639" y="52465"/>
                </a:lnTo>
                <a:lnTo>
                  <a:pt x="341618" y="52179"/>
                </a:lnTo>
                <a:lnTo>
                  <a:pt x="341605" y="51889"/>
                </a:lnTo>
                <a:lnTo>
                  <a:pt x="341601" y="51593"/>
                </a:lnTo>
                <a:lnTo>
                  <a:pt x="341605" y="51320"/>
                </a:lnTo>
                <a:lnTo>
                  <a:pt x="341616" y="51051"/>
                </a:lnTo>
                <a:lnTo>
                  <a:pt x="341634" y="50787"/>
                </a:lnTo>
                <a:lnTo>
                  <a:pt x="341660" y="50527"/>
                </a:lnTo>
                <a:lnTo>
                  <a:pt x="341693" y="50272"/>
                </a:lnTo>
                <a:lnTo>
                  <a:pt x="341733" y="50021"/>
                </a:lnTo>
                <a:lnTo>
                  <a:pt x="341781" y="49775"/>
                </a:lnTo>
                <a:lnTo>
                  <a:pt x="341836" y="49533"/>
                </a:lnTo>
                <a:lnTo>
                  <a:pt x="341898" y="49295"/>
                </a:lnTo>
                <a:lnTo>
                  <a:pt x="341968" y="49062"/>
                </a:lnTo>
                <a:lnTo>
                  <a:pt x="342045" y="48834"/>
                </a:lnTo>
                <a:lnTo>
                  <a:pt x="342129" y="48610"/>
                </a:lnTo>
                <a:lnTo>
                  <a:pt x="342221" y="48390"/>
                </a:lnTo>
                <a:lnTo>
                  <a:pt x="342319" y="48175"/>
                </a:lnTo>
                <a:lnTo>
                  <a:pt x="342426" y="47964"/>
                </a:lnTo>
                <a:lnTo>
                  <a:pt x="342539" y="47758"/>
                </a:lnTo>
                <a:lnTo>
                  <a:pt x="342660" y="47556"/>
                </a:lnTo>
                <a:lnTo>
                  <a:pt x="342789" y="47359"/>
                </a:lnTo>
                <a:lnTo>
                  <a:pt x="342924" y="47166"/>
                </a:lnTo>
                <a:lnTo>
                  <a:pt x="343067" y="46978"/>
                </a:lnTo>
                <a:lnTo>
                  <a:pt x="343217" y="46794"/>
                </a:lnTo>
                <a:lnTo>
                  <a:pt x="343375" y="46614"/>
                </a:lnTo>
                <a:lnTo>
                  <a:pt x="343540" y="46439"/>
                </a:lnTo>
                <a:lnTo>
                  <a:pt x="343712" y="46269"/>
                </a:lnTo>
                <a:lnTo>
                  <a:pt x="343891" y="46104"/>
                </a:lnTo>
                <a:lnTo>
                  <a:pt x="344074" y="45946"/>
                </a:lnTo>
                <a:lnTo>
                  <a:pt x="344262" y="45795"/>
                </a:lnTo>
                <a:lnTo>
                  <a:pt x="344455" y="45652"/>
                </a:lnTo>
                <a:lnTo>
                  <a:pt x="344652" y="45515"/>
                </a:lnTo>
                <a:lnTo>
                  <a:pt x="344854" y="45385"/>
                </a:lnTo>
                <a:lnTo>
                  <a:pt x="345061" y="45262"/>
                </a:lnTo>
                <a:lnTo>
                  <a:pt x="345273" y="45147"/>
                </a:lnTo>
                <a:lnTo>
                  <a:pt x="345490" y="45038"/>
                </a:lnTo>
                <a:lnTo>
                  <a:pt x="345711" y="44936"/>
                </a:lnTo>
                <a:lnTo>
                  <a:pt x="345938" y="44841"/>
                </a:lnTo>
                <a:lnTo>
                  <a:pt x="346168" y="44754"/>
                </a:lnTo>
                <a:lnTo>
                  <a:pt x="346404" y="44673"/>
                </a:lnTo>
                <a:lnTo>
                  <a:pt x="346645" y="44599"/>
                </a:lnTo>
                <a:lnTo>
                  <a:pt x="346890" y="44533"/>
                </a:lnTo>
                <a:lnTo>
                  <a:pt x="347140" y="44473"/>
                </a:lnTo>
                <a:lnTo>
                  <a:pt x="347395" y="44421"/>
                </a:lnTo>
                <a:lnTo>
                  <a:pt x="347655" y="44375"/>
                </a:lnTo>
                <a:lnTo>
                  <a:pt x="347919" y="44336"/>
                </a:lnTo>
                <a:lnTo>
                  <a:pt x="348188" y="44305"/>
                </a:lnTo>
                <a:lnTo>
                  <a:pt x="348462" y="44280"/>
                </a:lnTo>
                <a:lnTo>
                  <a:pt x="348741" y="44263"/>
                </a:lnTo>
                <a:lnTo>
                  <a:pt x="349024" y="44252"/>
                </a:lnTo>
                <a:lnTo>
                  <a:pt x="349313" y="44249"/>
                </a:lnTo>
                <a:lnTo>
                  <a:pt x="361706" y="44249"/>
                </a:lnTo>
                <a:lnTo>
                  <a:pt x="361706" y="50400"/>
                </a:lnTo>
                <a:lnTo>
                  <a:pt x="361700" y="50726"/>
                </a:lnTo>
                <a:lnTo>
                  <a:pt x="361684" y="51047"/>
                </a:lnTo>
                <a:lnTo>
                  <a:pt x="361658" y="51364"/>
                </a:lnTo>
                <a:lnTo>
                  <a:pt x="361620" y="51675"/>
                </a:lnTo>
                <a:lnTo>
                  <a:pt x="361572" y="51981"/>
                </a:lnTo>
                <a:lnTo>
                  <a:pt x="361513" y="52282"/>
                </a:lnTo>
                <a:lnTo>
                  <a:pt x="361444" y="52578"/>
                </a:lnTo>
                <a:lnTo>
                  <a:pt x="361364" y="52868"/>
                </a:lnTo>
                <a:lnTo>
                  <a:pt x="361273" y="53154"/>
                </a:lnTo>
                <a:lnTo>
                  <a:pt x="361172" y="53434"/>
                </a:lnTo>
                <a:lnTo>
                  <a:pt x="361059" y="53710"/>
                </a:lnTo>
                <a:lnTo>
                  <a:pt x="360937" y="53980"/>
                </a:lnTo>
                <a:lnTo>
                  <a:pt x="360803" y="54245"/>
                </a:lnTo>
                <a:lnTo>
                  <a:pt x="360659" y="54506"/>
                </a:lnTo>
                <a:lnTo>
                  <a:pt x="360504" y="54761"/>
                </a:lnTo>
                <a:lnTo>
                  <a:pt x="360338" y="55011"/>
                </a:lnTo>
                <a:lnTo>
                  <a:pt x="360162" y="55255"/>
                </a:lnTo>
                <a:lnTo>
                  <a:pt x="359975" y="55495"/>
                </a:lnTo>
                <a:lnTo>
                  <a:pt x="359778" y="55730"/>
                </a:lnTo>
                <a:lnTo>
                  <a:pt x="359569" y="55959"/>
                </a:lnTo>
                <a:lnTo>
                  <a:pt x="359350" y="56184"/>
                </a:lnTo>
                <a:lnTo>
                  <a:pt x="359121" y="56403"/>
                </a:lnTo>
                <a:lnTo>
                  <a:pt x="358880" y="56617"/>
                </a:lnTo>
                <a:lnTo>
                  <a:pt x="358629" y="56827"/>
                </a:lnTo>
                <a:lnTo>
                  <a:pt x="358370" y="57029"/>
                </a:lnTo>
                <a:lnTo>
                  <a:pt x="358105" y="57222"/>
                </a:lnTo>
                <a:lnTo>
                  <a:pt x="357833" y="57407"/>
                </a:lnTo>
                <a:lnTo>
                  <a:pt x="357555" y="57584"/>
                </a:lnTo>
                <a:lnTo>
                  <a:pt x="357271" y="57752"/>
                </a:lnTo>
                <a:lnTo>
                  <a:pt x="356980" y="57911"/>
                </a:lnTo>
                <a:lnTo>
                  <a:pt x="356683" y="58061"/>
                </a:lnTo>
                <a:lnTo>
                  <a:pt x="356381" y="58203"/>
                </a:lnTo>
                <a:lnTo>
                  <a:pt x="356072" y="58337"/>
                </a:lnTo>
                <a:lnTo>
                  <a:pt x="355756" y="58461"/>
                </a:lnTo>
                <a:lnTo>
                  <a:pt x="355435" y="58578"/>
                </a:lnTo>
                <a:lnTo>
                  <a:pt x="355107" y="58685"/>
                </a:lnTo>
                <a:lnTo>
                  <a:pt x="354773" y="58784"/>
                </a:lnTo>
                <a:lnTo>
                  <a:pt x="354433" y="58874"/>
                </a:lnTo>
                <a:lnTo>
                  <a:pt x="354087" y="58956"/>
                </a:lnTo>
                <a:lnTo>
                  <a:pt x="353734" y="59029"/>
                </a:lnTo>
                <a:lnTo>
                  <a:pt x="353375" y="59094"/>
                </a:lnTo>
                <a:lnTo>
                  <a:pt x="353010" y="59150"/>
                </a:lnTo>
                <a:lnTo>
                  <a:pt x="352639" y="59197"/>
                </a:lnTo>
                <a:lnTo>
                  <a:pt x="352262" y="59236"/>
                </a:lnTo>
                <a:lnTo>
                  <a:pt x="351878" y="59266"/>
                </a:lnTo>
                <a:lnTo>
                  <a:pt x="351488" y="59287"/>
                </a:lnTo>
                <a:lnTo>
                  <a:pt x="351092" y="59300"/>
                </a:lnTo>
                <a:lnTo>
                  <a:pt x="350690" y="59305"/>
                </a:lnTo>
                <a:lnTo>
                  <a:pt x="350341" y="59301"/>
                </a:lnTo>
                <a:lnTo>
                  <a:pt x="349998" y="59290"/>
                </a:lnTo>
                <a:lnTo>
                  <a:pt x="349662" y="59272"/>
                </a:lnTo>
                <a:lnTo>
                  <a:pt x="349332" y="59247"/>
                </a:lnTo>
                <a:lnTo>
                  <a:pt x="349008" y="59215"/>
                </a:lnTo>
                <a:close/>
                <a:moveTo>
                  <a:pt x="190324" y="67785"/>
                </a:moveTo>
                <a:lnTo>
                  <a:pt x="191052" y="67701"/>
                </a:lnTo>
                <a:lnTo>
                  <a:pt x="191766" y="67598"/>
                </a:lnTo>
                <a:lnTo>
                  <a:pt x="192467" y="67477"/>
                </a:lnTo>
                <a:lnTo>
                  <a:pt x="193155" y="67337"/>
                </a:lnTo>
                <a:lnTo>
                  <a:pt x="193829" y="67179"/>
                </a:lnTo>
                <a:lnTo>
                  <a:pt x="194490" y="67002"/>
                </a:lnTo>
                <a:lnTo>
                  <a:pt x="195137" y="66806"/>
                </a:lnTo>
                <a:lnTo>
                  <a:pt x="195771" y="66591"/>
                </a:lnTo>
                <a:lnTo>
                  <a:pt x="196392" y="66358"/>
                </a:lnTo>
                <a:lnTo>
                  <a:pt x="196999" y="66107"/>
                </a:lnTo>
                <a:lnTo>
                  <a:pt x="197593" y="65836"/>
                </a:lnTo>
                <a:lnTo>
                  <a:pt x="198173" y="65547"/>
                </a:lnTo>
                <a:lnTo>
                  <a:pt x="198740" y="65240"/>
                </a:lnTo>
                <a:lnTo>
                  <a:pt x="199294" y="64913"/>
                </a:lnTo>
                <a:lnTo>
                  <a:pt x="199834" y="64569"/>
                </a:lnTo>
                <a:lnTo>
                  <a:pt x="200361" y="64205"/>
                </a:lnTo>
                <a:lnTo>
                  <a:pt x="200874" y="63823"/>
                </a:lnTo>
                <a:lnTo>
                  <a:pt x="201374" y="63422"/>
                </a:lnTo>
                <a:lnTo>
                  <a:pt x="201861" y="63002"/>
                </a:lnTo>
                <a:lnTo>
                  <a:pt x="202334" y="62564"/>
                </a:lnTo>
                <a:lnTo>
                  <a:pt x="202791" y="62110"/>
                </a:lnTo>
                <a:lnTo>
                  <a:pt x="203229" y="61642"/>
                </a:lnTo>
                <a:lnTo>
                  <a:pt x="203647" y="61161"/>
                </a:lnTo>
                <a:lnTo>
                  <a:pt x="204045" y="60666"/>
                </a:lnTo>
                <a:lnTo>
                  <a:pt x="204425" y="60157"/>
                </a:lnTo>
                <a:lnTo>
                  <a:pt x="204784" y="59635"/>
                </a:lnTo>
                <a:lnTo>
                  <a:pt x="205125" y="59100"/>
                </a:lnTo>
                <a:lnTo>
                  <a:pt x="205446" y="58550"/>
                </a:lnTo>
                <a:lnTo>
                  <a:pt x="205747" y="57988"/>
                </a:lnTo>
                <a:lnTo>
                  <a:pt x="206029" y="57411"/>
                </a:lnTo>
                <a:lnTo>
                  <a:pt x="206291" y="56822"/>
                </a:lnTo>
                <a:lnTo>
                  <a:pt x="206535" y="56218"/>
                </a:lnTo>
                <a:lnTo>
                  <a:pt x="206758" y="55601"/>
                </a:lnTo>
                <a:lnTo>
                  <a:pt x="206962" y="54971"/>
                </a:lnTo>
                <a:lnTo>
                  <a:pt x="207147" y="54327"/>
                </a:lnTo>
                <a:lnTo>
                  <a:pt x="207312" y="53670"/>
                </a:lnTo>
                <a:lnTo>
                  <a:pt x="207458" y="52998"/>
                </a:lnTo>
                <a:lnTo>
                  <a:pt x="207585" y="52314"/>
                </a:lnTo>
                <a:lnTo>
                  <a:pt x="207692" y="51616"/>
                </a:lnTo>
                <a:lnTo>
                  <a:pt x="207779" y="50904"/>
                </a:lnTo>
                <a:lnTo>
                  <a:pt x="207847" y="50179"/>
                </a:lnTo>
                <a:lnTo>
                  <a:pt x="207896" y="49440"/>
                </a:lnTo>
                <a:lnTo>
                  <a:pt x="207925" y="48688"/>
                </a:lnTo>
                <a:lnTo>
                  <a:pt x="207935" y="47922"/>
                </a:lnTo>
                <a:lnTo>
                  <a:pt x="207935" y="16524"/>
                </a:lnTo>
                <a:lnTo>
                  <a:pt x="196459" y="16524"/>
                </a:lnTo>
                <a:lnTo>
                  <a:pt x="196459" y="47829"/>
                </a:lnTo>
                <a:lnTo>
                  <a:pt x="196455" y="48231"/>
                </a:lnTo>
                <a:lnTo>
                  <a:pt x="196442" y="48624"/>
                </a:lnTo>
                <a:lnTo>
                  <a:pt x="196421" y="49010"/>
                </a:lnTo>
                <a:lnTo>
                  <a:pt x="196392" y="49388"/>
                </a:lnTo>
                <a:lnTo>
                  <a:pt x="196354" y="49759"/>
                </a:lnTo>
                <a:lnTo>
                  <a:pt x="196307" y="50121"/>
                </a:lnTo>
                <a:lnTo>
                  <a:pt x="196252" y="50476"/>
                </a:lnTo>
                <a:lnTo>
                  <a:pt x="196189" y="50823"/>
                </a:lnTo>
                <a:lnTo>
                  <a:pt x="196117" y="51162"/>
                </a:lnTo>
                <a:lnTo>
                  <a:pt x="196037" y="51493"/>
                </a:lnTo>
                <a:lnTo>
                  <a:pt x="195948" y="51817"/>
                </a:lnTo>
                <a:lnTo>
                  <a:pt x="195851" y="52132"/>
                </a:lnTo>
                <a:lnTo>
                  <a:pt x="195745" y="52440"/>
                </a:lnTo>
                <a:lnTo>
                  <a:pt x="195631" y="52740"/>
                </a:lnTo>
                <a:lnTo>
                  <a:pt x="195509" y="53032"/>
                </a:lnTo>
                <a:lnTo>
                  <a:pt x="195378" y="53317"/>
                </a:lnTo>
                <a:lnTo>
                  <a:pt x="195238" y="53593"/>
                </a:lnTo>
                <a:lnTo>
                  <a:pt x="195091" y="53862"/>
                </a:lnTo>
                <a:lnTo>
                  <a:pt x="194934" y="54123"/>
                </a:lnTo>
                <a:lnTo>
                  <a:pt x="194769" y="54376"/>
                </a:lnTo>
                <a:lnTo>
                  <a:pt x="194596" y="54622"/>
                </a:lnTo>
                <a:lnTo>
                  <a:pt x="194415" y="54859"/>
                </a:lnTo>
                <a:lnTo>
                  <a:pt x="194225" y="55089"/>
                </a:lnTo>
                <a:lnTo>
                  <a:pt x="194026" y="55311"/>
                </a:lnTo>
                <a:lnTo>
                  <a:pt x="193820" y="55524"/>
                </a:lnTo>
                <a:lnTo>
                  <a:pt x="193608" y="55729"/>
                </a:lnTo>
                <a:lnTo>
                  <a:pt x="193389" y="55924"/>
                </a:lnTo>
                <a:lnTo>
                  <a:pt x="193163" y="56111"/>
                </a:lnTo>
                <a:lnTo>
                  <a:pt x="192931" y="56288"/>
                </a:lnTo>
                <a:lnTo>
                  <a:pt x="192692" y="56456"/>
                </a:lnTo>
                <a:lnTo>
                  <a:pt x="192447" y="56615"/>
                </a:lnTo>
                <a:lnTo>
                  <a:pt x="192196" y="56765"/>
                </a:lnTo>
                <a:lnTo>
                  <a:pt x="191937" y="56906"/>
                </a:lnTo>
                <a:lnTo>
                  <a:pt x="191673" y="57037"/>
                </a:lnTo>
                <a:lnTo>
                  <a:pt x="191401" y="57160"/>
                </a:lnTo>
                <a:lnTo>
                  <a:pt x="191124" y="57274"/>
                </a:lnTo>
                <a:lnTo>
                  <a:pt x="190839" y="57378"/>
                </a:lnTo>
                <a:lnTo>
                  <a:pt x="190548" y="57473"/>
                </a:lnTo>
                <a:lnTo>
                  <a:pt x="190251" y="57560"/>
                </a:lnTo>
                <a:lnTo>
                  <a:pt x="189947" y="57637"/>
                </a:lnTo>
                <a:lnTo>
                  <a:pt x="189636" y="57705"/>
                </a:lnTo>
                <a:lnTo>
                  <a:pt x="189319" y="57764"/>
                </a:lnTo>
                <a:lnTo>
                  <a:pt x="188996" y="57814"/>
                </a:lnTo>
                <a:lnTo>
                  <a:pt x="188666" y="57855"/>
                </a:lnTo>
                <a:lnTo>
                  <a:pt x="188329" y="57887"/>
                </a:lnTo>
                <a:lnTo>
                  <a:pt x="187986" y="57910"/>
                </a:lnTo>
                <a:lnTo>
                  <a:pt x="187636" y="57923"/>
                </a:lnTo>
                <a:lnTo>
                  <a:pt x="187280" y="57928"/>
                </a:lnTo>
                <a:lnTo>
                  <a:pt x="186916" y="57923"/>
                </a:lnTo>
                <a:lnTo>
                  <a:pt x="186559" y="57910"/>
                </a:lnTo>
                <a:lnTo>
                  <a:pt x="186210" y="57887"/>
                </a:lnTo>
                <a:lnTo>
                  <a:pt x="185867" y="57855"/>
                </a:lnTo>
                <a:lnTo>
                  <a:pt x="185531" y="57814"/>
                </a:lnTo>
                <a:lnTo>
                  <a:pt x="185202" y="57764"/>
                </a:lnTo>
                <a:lnTo>
                  <a:pt x="184881" y="57705"/>
                </a:lnTo>
                <a:lnTo>
                  <a:pt x="184566" y="57637"/>
                </a:lnTo>
                <a:lnTo>
                  <a:pt x="184259" y="57560"/>
                </a:lnTo>
                <a:lnTo>
                  <a:pt x="183958" y="57473"/>
                </a:lnTo>
                <a:lnTo>
                  <a:pt x="183664" y="57378"/>
                </a:lnTo>
                <a:lnTo>
                  <a:pt x="183378" y="57274"/>
                </a:lnTo>
                <a:lnTo>
                  <a:pt x="183098" y="57160"/>
                </a:lnTo>
                <a:lnTo>
                  <a:pt x="182826" y="57037"/>
                </a:lnTo>
                <a:lnTo>
                  <a:pt x="182560" y="56906"/>
                </a:lnTo>
                <a:lnTo>
                  <a:pt x="182302" y="56765"/>
                </a:lnTo>
                <a:lnTo>
                  <a:pt x="182050" y="56615"/>
                </a:lnTo>
                <a:lnTo>
                  <a:pt x="181806" y="56456"/>
                </a:lnTo>
                <a:lnTo>
                  <a:pt x="181568" y="56288"/>
                </a:lnTo>
                <a:lnTo>
                  <a:pt x="181338" y="56111"/>
                </a:lnTo>
                <a:lnTo>
                  <a:pt x="181114" y="55924"/>
                </a:lnTo>
                <a:lnTo>
                  <a:pt x="180898" y="55729"/>
                </a:lnTo>
                <a:lnTo>
                  <a:pt x="180688" y="55524"/>
                </a:lnTo>
                <a:lnTo>
                  <a:pt x="180486" y="55311"/>
                </a:lnTo>
                <a:lnTo>
                  <a:pt x="180291" y="55089"/>
                </a:lnTo>
                <a:lnTo>
                  <a:pt x="180105" y="54859"/>
                </a:lnTo>
                <a:lnTo>
                  <a:pt x="179926" y="54622"/>
                </a:lnTo>
                <a:lnTo>
                  <a:pt x="179756" y="54376"/>
                </a:lnTo>
                <a:lnTo>
                  <a:pt x="179595" y="54123"/>
                </a:lnTo>
                <a:lnTo>
                  <a:pt x="179441" y="53862"/>
                </a:lnTo>
                <a:lnTo>
                  <a:pt x="179296" y="53593"/>
                </a:lnTo>
                <a:lnTo>
                  <a:pt x="179160" y="53317"/>
                </a:lnTo>
                <a:lnTo>
                  <a:pt x="179031" y="53032"/>
                </a:lnTo>
                <a:lnTo>
                  <a:pt x="178911" y="52740"/>
                </a:lnTo>
                <a:lnTo>
                  <a:pt x="178799" y="52440"/>
                </a:lnTo>
                <a:lnTo>
                  <a:pt x="178696" y="52132"/>
                </a:lnTo>
                <a:lnTo>
                  <a:pt x="178600" y="51817"/>
                </a:lnTo>
                <a:lnTo>
                  <a:pt x="178513" y="51493"/>
                </a:lnTo>
                <a:lnTo>
                  <a:pt x="178434" y="51162"/>
                </a:lnTo>
                <a:lnTo>
                  <a:pt x="178364" y="50823"/>
                </a:lnTo>
                <a:lnTo>
                  <a:pt x="178302" y="50476"/>
                </a:lnTo>
                <a:lnTo>
                  <a:pt x="178248" y="50121"/>
                </a:lnTo>
                <a:lnTo>
                  <a:pt x="178202" y="49759"/>
                </a:lnTo>
                <a:lnTo>
                  <a:pt x="178165" y="49388"/>
                </a:lnTo>
                <a:lnTo>
                  <a:pt x="178136" y="49010"/>
                </a:lnTo>
                <a:lnTo>
                  <a:pt x="178115" y="48624"/>
                </a:lnTo>
                <a:lnTo>
                  <a:pt x="178103" y="48231"/>
                </a:lnTo>
                <a:lnTo>
                  <a:pt x="178099" y="47829"/>
                </a:lnTo>
                <a:lnTo>
                  <a:pt x="178099" y="16524"/>
                </a:lnTo>
                <a:lnTo>
                  <a:pt x="166623" y="16524"/>
                </a:lnTo>
                <a:lnTo>
                  <a:pt x="166623" y="47922"/>
                </a:lnTo>
                <a:lnTo>
                  <a:pt x="166633" y="48688"/>
                </a:lnTo>
                <a:lnTo>
                  <a:pt x="166662" y="49440"/>
                </a:lnTo>
                <a:lnTo>
                  <a:pt x="166709" y="50179"/>
                </a:lnTo>
                <a:lnTo>
                  <a:pt x="166776" y="50904"/>
                </a:lnTo>
                <a:lnTo>
                  <a:pt x="166862" y="51616"/>
                </a:lnTo>
                <a:lnTo>
                  <a:pt x="166968" y="52314"/>
                </a:lnTo>
                <a:lnTo>
                  <a:pt x="167092" y="52998"/>
                </a:lnTo>
                <a:lnTo>
                  <a:pt x="167235" y="53670"/>
                </a:lnTo>
                <a:lnTo>
                  <a:pt x="167398" y="54327"/>
                </a:lnTo>
                <a:lnTo>
                  <a:pt x="167580" y="54971"/>
                </a:lnTo>
                <a:lnTo>
                  <a:pt x="167780" y="55601"/>
                </a:lnTo>
                <a:lnTo>
                  <a:pt x="168000" y="56218"/>
                </a:lnTo>
                <a:lnTo>
                  <a:pt x="168239" y="56822"/>
                </a:lnTo>
                <a:lnTo>
                  <a:pt x="168498" y="57411"/>
                </a:lnTo>
                <a:lnTo>
                  <a:pt x="168775" y="57988"/>
                </a:lnTo>
                <a:lnTo>
                  <a:pt x="169071" y="58550"/>
                </a:lnTo>
                <a:lnTo>
                  <a:pt x="169387" y="59100"/>
                </a:lnTo>
                <a:lnTo>
                  <a:pt x="169722" y="59635"/>
                </a:lnTo>
                <a:lnTo>
                  <a:pt x="170075" y="60157"/>
                </a:lnTo>
                <a:lnTo>
                  <a:pt x="170448" y="60666"/>
                </a:lnTo>
                <a:lnTo>
                  <a:pt x="170840" y="61161"/>
                </a:lnTo>
                <a:lnTo>
                  <a:pt x="171252" y="61642"/>
                </a:lnTo>
                <a:lnTo>
                  <a:pt x="171682" y="62110"/>
                </a:lnTo>
                <a:lnTo>
                  <a:pt x="172131" y="62564"/>
                </a:lnTo>
                <a:lnTo>
                  <a:pt x="172598" y="63002"/>
                </a:lnTo>
                <a:lnTo>
                  <a:pt x="173078" y="63422"/>
                </a:lnTo>
                <a:lnTo>
                  <a:pt x="173573" y="63823"/>
                </a:lnTo>
                <a:lnTo>
                  <a:pt x="174083" y="64205"/>
                </a:lnTo>
                <a:lnTo>
                  <a:pt x="174606" y="64569"/>
                </a:lnTo>
                <a:lnTo>
                  <a:pt x="175144" y="64913"/>
                </a:lnTo>
                <a:lnTo>
                  <a:pt x="175696" y="65240"/>
                </a:lnTo>
                <a:lnTo>
                  <a:pt x="176263" y="65547"/>
                </a:lnTo>
                <a:lnTo>
                  <a:pt x="176844" y="65836"/>
                </a:lnTo>
                <a:lnTo>
                  <a:pt x="177439" y="66107"/>
                </a:lnTo>
                <a:lnTo>
                  <a:pt x="178049" y="66358"/>
                </a:lnTo>
                <a:lnTo>
                  <a:pt x="178673" y="66591"/>
                </a:lnTo>
                <a:lnTo>
                  <a:pt x="179311" y="66806"/>
                </a:lnTo>
                <a:lnTo>
                  <a:pt x="179964" y="67002"/>
                </a:lnTo>
                <a:lnTo>
                  <a:pt x="180631" y="67179"/>
                </a:lnTo>
                <a:lnTo>
                  <a:pt x="181313" y="67337"/>
                </a:lnTo>
                <a:lnTo>
                  <a:pt x="182008" y="67477"/>
                </a:lnTo>
                <a:lnTo>
                  <a:pt x="182718" y="67598"/>
                </a:lnTo>
                <a:lnTo>
                  <a:pt x="183443" y="67701"/>
                </a:lnTo>
                <a:lnTo>
                  <a:pt x="184181" y="67785"/>
                </a:lnTo>
                <a:lnTo>
                  <a:pt x="184934" y="67850"/>
                </a:lnTo>
                <a:lnTo>
                  <a:pt x="185702" y="67896"/>
                </a:lnTo>
                <a:lnTo>
                  <a:pt x="186484" y="67924"/>
                </a:lnTo>
                <a:lnTo>
                  <a:pt x="187280" y="67934"/>
                </a:lnTo>
                <a:lnTo>
                  <a:pt x="188061" y="67924"/>
                </a:lnTo>
                <a:lnTo>
                  <a:pt x="188829" y="67896"/>
                </a:lnTo>
                <a:lnTo>
                  <a:pt x="189583" y="67850"/>
                </a:lnTo>
                <a:lnTo>
                  <a:pt x="190324" y="67785"/>
                </a:lnTo>
                <a:close/>
                <a:moveTo>
                  <a:pt x="44065" y="79685"/>
                </a:moveTo>
                <a:lnTo>
                  <a:pt x="44065" y="69311"/>
                </a:lnTo>
                <a:lnTo>
                  <a:pt x="0" y="69311"/>
                </a:lnTo>
                <a:lnTo>
                  <a:pt x="0" y="79685"/>
                </a:lnTo>
                <a:lnTo>
                  <a:pt x="44065" y="79685"/>
                </a:lnTo>
                <a:close/>
                <a:moveTo>
                  <a:pt x="552382" y="67016"/>
                </a:moveTo>
                <a:lnTo>
                  <a:pt x="563857" y="67016"/>
                </a:lnTo>
                <a:lnTo>
                  <a:pt x="563857" y="35436"/>
                </a:lnTo>
                <a:lnTo>
                  <a:pt x="563861" y="35042"/>
                </a:lnTo>
                <a:lnTo>
                  <a:pt x="563874" y="34656"/>
                </a:lnTo>
                <a:lnTo>
                  <a:pt x="563895" y="34277"/>
                </a:lnTo>
                <a:lnTo>
                  <a:pt x="563925" y="33906"/>
                </a:lnTo>
                <a:lnTo>
                  <a:pt x="563963" y="33543"/>
                </a:lnTo>
                <a:lnTo>
                  <a:pt x="564009" y="33187"/>
                </a:lnTo>
                <a:lnTo>
                  <a:pt x="564064" y="32839"/>
                </a:lnTo>
                <a:lnTo>
                  <a:pt x="564127" y="32498"/>
                </a:lnTo>
                <a:lnTo>
                  <a:pt x="564199" y="32166"/>
                </a:lnTo>
                <a:lnTo>
                  <a:pt x="564279" y="31841"/>
                </a:lnTo>
                <a:lnTo>
                  <a:pt x="564368" y="31523"/>
                </a:lnTo>
                <a:lnTo>
                  <a:pt x="564465" y="31213"/>
                </a:lnTo>
                <a:lnTo>
                  <a:pt x="564571" y="30911"/>
                </a:lnTo>
                <a:lnTo>
                  <a:pt x="564685" y="30616"/>
                </a:lnTo>
                <a:lnTo>
                  <a:pt x="564808" y="30330"/>
                </a:lnTo>
                <a:lnTo>
                  <a:pt x="564938" y="30050"/>
                </a:lnTo>
                <a:lnTo>
                  <a:pt x="565078" y="29779"/>
                </a:lnTo>
                <a:lnTo>
                  <a:pt x="565226" y="29515"/>
                </a:lnTo>
                <a:lnTo>
                  <a:pt x="565382" y="29259"/>
                </a:lnTo>
                <a:lnTo>
                  <a:pt x="565547" y="29010"/>
                </a:lnTo>
                <a:lnTo>
                  <a:pt x="565720" y="28769"/>
                </a:lnTo>
                <a:lnTo>
                  <a:pt x="565902" y="28536"/>
                </a:lnTo>
                <a:lnTo>
                  <a:pt x="566092" y="28310"/>
                </a:lnTo>
                <a:lnTo>
                  <a:pt x="566290" y="28092"/>
                </a:lnTo>
                <a:lnTo>
                  <a:pt x="566496" y="27882"/>
                </a:lnTo>
                <a:lnTo>
                  <a:pt x="566708" y="27681"/>
                </a:lnTo>
                <a:lnTo>
                  <a:pt x="566927" y="27489"/>
                </a:lnTo>
                <a:lnTo>
                  <a:pt x="567151" y="27306"/>
                </a:lnTo>
                <a:lnTo>
                  <a:pt x="567382" y="27132"/>
                </a:lnTo>
                <a:lnTo>
                  <a:pt x="567619" y="26967"/>
                </a:lnTo>
                <a:lnTo>
                  <a:pt x="567862" y="26811"/>
                </a:lnTo>
                <a:lnTo>
                  <a:pt x="568111" y="26664"/>
                </a:lnTo>
                <a:lnTo>
                  <a:pt x="568367" y="26525"/>
                </a:lnTo>
                <a:lnTo>
                  <a:pt x="568629" y="26396"/>
                </a:lnTo>
                <a:lnTo>
                  <a:pt x="568896" y="26276"/>
                </a:lnTo>
                <a:lnTo>
                  <a:pt x="569171" y="26164"/>
                </a:lnTo>
                <a:lnTo>
                  <a:pt x="569451" y="26061"/>
                </a:lnTo>
                <a:lnTo>
                  <a:pt x="569738" y="25968"/>
                </a:lnTo>
                <a:lnTo>
                  <a:pt x="570031" y="25883"/>
                </a:lnTo>
                <a:lnTo>
                  <a:pt x="570330" y="25807"/>
                </a:lnTo>
                <a:lnTo>
                  <a:pt x="570635" y="25740"/>
                </a:lnTo>
                <a:lnTo>
                  <a:pt x="570946" y="25682"/>
                </a:lnTo>
                <a:lnTo>
                  <a:pt x="571264" y="25633"/>
                </a:lnTo>
                <a:lnTo>
                  <a:pt x="571588" y="25593"/>
                </a:lnTo>
                <a:lnTo>
                  <a:pt x="571918" y="25562"/>
                </a:lnTo>
                <a:lnTo>
                  <a:pt x="572254" y="25539"/>
                </a:lnTo>
                <a:lnTo>
                  <a:pt x="572597" y="25526"/>
                </a:lnTo>
                <a:lnTo>
                  <a:pt x="572946" y="25521"/>
                </a:lnTo>
                <a:lnTo>
                  <a:pt x="573302" y="25526"/>
                </a:lnTo>
                <a:lnTo>
                  <a:pt x="573651" y="25539"/>
                </a:lnTo>
                <a:lnTo>
                  <a:pt x="573994" y="25560"/>
                </a:lnTo>
                <a:lnTo>
                  <a:pt x="574331" y="25590"/>
                </a:lnTo>
                <a:lnTo>
                  <a:pt x="574660" y="25629"/>
                </a:lnTo>
                <a:lnTo>
                  <a:pt x="574983" y="25676"/>
                </a:lnTo>
                <a:lnTo>
                  <a:pt x="575299" y="25732"/>
                </a:lnTo>
                <a:lnTo>
                  <a:pt x="575608" y="25797"/>
                </a:lnTo>
                <a:lnTo>
                  <a:pt x="575911" y="25870"/>
                </a:lnTo>
                <a:lnTo>
                  <a:pt x="576207" y="25952"/>
                </a:lnTo>
                <a:lnTo>
                  <a:pt x="576496" y="26042"/>
                </a:lnTo>
                <a:lnTo>
                  <a:pt x="576779" y="26141"/>
                </a:lnTo>
                <a:lnTo>
                  <a:pt x="577055" y="26249"/>
                </a:lnTo>
                <a:lnTo>
                  <a:pt x="577324" y="26365"/>
                </a:lnTo>
                <a:lnTo>
                  <a:pt x="577586" y="26490"/>
                </a:lnTo>
                <a:lnTo>
                  <a:pt x="577842" y="26623"/>
                </a:lnTo>
                <a:lnTo>
                  <a:pt x="578091" y="26765"/>
                </a:lnTo>
                <a:lnTo>
                  <a:pt x="578334" y="26916"/>
                </a:lnTo>
                <a:lnTo>
                  <a:pt x="578569" y="27075"/>
                </a:lnTo>
                <a:lnTo>
                  <a:pt x="578798" y="27243"/>
                </a:lnTo>
                <a:lnTo>
                  <a:pt x="579020" y="27420"/>
                </a:lnTo>
                <a:lnTo>
                  <a:pt x="579236" y="27605"/>
                </a:lnTo>
                <a:lnTo>
                  <a:pt x="579445" y="27798"/>
                </a:lnTo>
                <a:lnTo>
                  <a:pt x="579647" y="28001"/>
                </a:lnTo>
                <a:lnTo>
                  <a:pt x="579842" y="28211"/>
                </a:lnTo>
                <a:lnTo>
                  <a:pt x="580028" y="28428"/>
                </a:lnTo>
                <a:lnTo>
                  <a:pt x="580206" y="28653"/>
                </a:lnTo>
                <a:lnTo>
                  <a:pt x="580376" y="28885"/>
                </a:lnTo>
                <a:lnTo>
                  <a:pt x="580538" y="29125"/>
                </a:lnTo>
                <a:lnTo>
                  <a:pt x="580691" y="29372"/>
                </a:lnTo>
                <a:lnTo>
                  <a:pt x="580836" y="29626"/>
                </a:lnTo>
                <a:lnTo>
                  <a:pt x="580973" y="29887"/>
                </a:lnTo>
                <a:lnTo>
                  <a:pt x="581102" y="30156"/>
                </a:lnTo>
                <a:lnTo>
                  <a:pt x="581222" y="30432"/>
                </a:lnTo>
                <a:lnTo>
                  <a:pt x="581334" y="30716"/>
                </a:lnTo>
                <a:lnTo>
                  <a:pt x="581437" y="31007"/>
                </a:lnTo>
                <a:lnTo>
                  <a:pt x="581533" y="31305"/>
                </a:lnTo>
                <a:lnTo>
                  <a:pt x="581620" y="31610"/>
                </a:lnTo>
                <a:lnTo>
                  <a:pt x="581698" y="31923"/>
                </a:lnTo>
                <a:lnTo>
                  <a:pt x="581769" y="32243"/>
                </a:lnTo>
                <a:lnTo>
                  <a:pt x="581831" y="32571"/>
                </a:lnTo>
                <a:lnTo>
                  <a:pt x="581885" y="32905"/>
                </a:lnTo>
                <a:lnTo>
                  <a:pt x="581930" y="33247"/>
                </a:lnTo>
                <a:lnTo>
                  <a:pt x="581968" y="33597"/>
                </a:lnTo>
                <a:lnTo>
                  <a:pt x="581997" y="33954"/>
                </a:lnTo>
                <a:lnTo>
                  <a:pt x="582017" y="34318"/>
                </a:lnTo>
                <a:lnTo>
                  <a:pt x="582030" y="34689"/>
                </a:lnTo>
                <a:lnTo>
                  <a:pt x="582034" y="35068"/>
                </a:lnTo>
                <a:lnTo>
                  <a:pt x="582034" y="67016"/>
                </a:lnTo>
                <a:lnTo>
                  <a:pt x="593509" y="67016"/>
                </a:lnTo>
                <a:lnTo>
                  <a:pt x="593509" y="33876"/>
                </a:lnTo>
                <a:lnTo>
                  <a:pt x="593502" y="33185"/>
                </a:lnTo>
                <a:lnTo>
                  <a:pt x="593478" y="32507"/>
                </a:lnTo>
                <a:lnTo>
                  <a:pt x="593440" y="31840"/>
                </a:lnTo>
                <a:lnTo>
                  <a:pt x="593386" y="31185"/>
                </a:lnTo>
                <a:lnTo>
                  <a:pt x="593316" y="30542"/>
                </a:lnTo>
                <a:lnTo>
                  <a:pt x="593231" y="29911"/>
                </a:lnTo>
                <a:lnTo>
                  <a:pt x="593131" y="29291"/>
                </a:lnTo>
                <a:lnTo>
                  <a:pt x="593015" y="28684"/>
                </a:lnTo>
                <a:lnTo>
                  <a:pt x="592883" y="28088"/>
                </a:lnTo>
                <a:lnTo>
                  <a:pt x="592736" y="27504"/>
                </a:lnTo>
                <a:lnTo>
                  <a:pt x="592574" y="26931"/>
                </a:lnTo>
                <a:lnTo>
                  <a:pt x="592396" y="26371"/>
                </a:lnTo>
                <a:lnTo>
                  <a:pt x="592203" y="25822"/>
                </a:lnTo>
                <a:lnTo>
                  <a:pt x="591994" y="25285"/>
                </a:lnTo>
                <a:lnTo>
                  <a:pt x="591770" y="24760"/>
                </a:lnTo>
                <a:lnTo>
                  <a:pt x="591530" y="24246"/>
                </a:lnTo>
                <a:lnTo>
                  <a:pt x="591275" y="23745"/>
                </a:lnTo>
                <a:lnTo>
                  <a:pt x="591004" y="23255"/>
                </a:lnTo>
                <a:lnTo>
                  <a:pt x="590718" y="22777"/>
                </a:lnTo>
                <a:lnTo>
                  <a:pt x="590417" y="22311"/>
                </a:lnTo>
                <a:lnTo>
                  <a:pt x="590100" y="21856"/>
                </a:lnTo>
                <a:lnTo>
                  <a:pt x="589768" y="21414"/>
                </a:lnTo>
                <a:lnTo>
                  <a:pt x="589420" y="20983"/>
                </a:lnTo>
                <a:lnTo>
                  <a:pt x="589056" y="20564"/>
                </a:lnTo>
                <a:lnTo>
                  <a:pt x="588680" y="20159"/>
                </a:lnTo>
                <a:lnTo>
                  <a:pt x="588294" y="19772"/>
                </a:lnTo>
                <a:lnTo>
                  <a:pt x="587897" y="19402"/>
                </a:lnTo>
                <a:lnTo>
                  <a:pt x="587489" y="19049"/>
                </a:lnTo>
                <a:lnTo>
                  <a:pt x="587072" y="18713"/>
                </a:lnTo>
                <a:lnTo>
                  <a:pt x="586644" y="18395"/>
                </a:lnTo>
                <a:lnTo>
                  <a:pt x="586206" y="18094"/>
                </a:lnTo>
                <a:lnTo>
                  <a:pt x="585757" y="17810"/>
                </a:lnTo>
                <a:lnTo>
                  <a:pt x="585298" y="17543"/>
                </a:lnTo>
                <a:lnTo>
                  <a:pt x="584828" y="17293"/>
                </a:lnTo>
                <a:lnTo>
                  <a:pt x="584349" y="17061"/>
                </a:lnTo>
                <a:lnTo>
                  <a:pt x="583859" y="16846"/>
                </a:lnTo>
                <a:lnTo>
                  <a:pt x="583358" y="16648"/>
                </a:lnTo>
                <a:lnTo>
                  <a:pt x="582847" y="16467"/>
                </a:lnTo>
                <a:lnTo>
                  <a:pt x="582326" y="16304"/>
                </a:lnTo>
                <a:lnTo>
                  <a:pt x="581794" y="16157"/>
                </a:lnTo>
                <a:lnTo>
                  <a:pt x="581253" y="16028"/>
                </a:lnTo>
                <a:lnTo>
                  <a:pt x="580700" y="15916"/>
                </a:lnTo>
                <a:lnTo>
                  <a:pt x="580138" y="15822"/>
                </a:lnTo>
                <a:lnTo>
                  <a:pt x="579565" y="15744"/>
                </a:lnTo>
                <a:lnTo>
                  <a:pt x="578981" y="15684"/>
                </a:lnTo>
                <a:lnTo>
                  <a:pt x="578387" y="15641"/>
                </a:lnTo>
                <a:lnTo>
                  <a:pt x="577783" y="15615"/>
                </a:lnTo>
                <a:lnTo>
                  <a:pt x="577169" y="15606"/>
                </a:lnTo>
                <a:lnTo>
                  <a:pt x="576646" y="15612"/>
                </a:lnTo>
                <a:lnTo>
                  <a:pt x="576132" y="15631"/>
                </a:lnTo>
                <a:lnTo>
                  <a:pt x="575628" y="15661"/>
                </a:lnTo>
                <a:lnTo>
                  <a:pt x="575133" y="15703"/>
                </a:lnTo>
                <a:lnTo>
                  <a:pt x="574647" y="15758"/>
                </a:lnTo>
                <a:lnTo>
                  <a:pt x="574171" y="15825"/>
                </a:lnTo>
                <a:lnTo>
                  <a:pt x="573704" y="15903"/>
                </a:lnTo>
                <a:lnTo>
                  <a:pt x="573247" y="15994"/>
                </a:lnTo>
                <a:lnTo>
                  <a:pt x="572799" y="16097"/>
                </a:lnTo>
                <a:lnTo>
                  <a:pt x="572360" y="16212"/>
                </a:lnTo>
                <a:lnTo>
                  <a:pt x="571931" y="16339"/>
                </a:lnTo>
                <a:lnTo>
                  <a:pt x="571511" y="16479"/>
                </a:lnTo>
                <a:lnTo>
                  <a:pt x="571101" y="16630"/>
                </a:lnTo>
                <a:lnTo>
                  <a:pt x="570700" y="16794"/>
                </a:lnTo>
                <a:lnTo>
                  <a:pt x="570309" y="16969"/>
                </a:lnTo>
                <a:lnTo>
                  <a:pt x="569926" y="17157"/>
                </a:lnTo>
                <a:lnTo>
                  <a:pt x="569554" y="17357"/>
                </a:lnTo>
                <a:lnTo>
                  <a:pt x="569190" y="17569"/>
                </a:lnTo>
                <a:lnTo>
                  <a:pt x="568836" y="17793"/>
                </a:lnTo>
                <a:lnTo>
                  <a:pt x="568492" y="18030"/>
                </a:lnTo>
                <a:lnTo>
                  <a:pt x="568157" y="18278"/>
                </a:lnTo>
                <a:lnTo>
                  <a:pt x="567831" y="18539"/>
                </a:lnTo>
                <a:lnTo>
                  <a:pt x="567515" y="18811"/>
                </a:lnTo>
                <a:lnTo>
                  <a:pt x="567208" y="19096"/>
                </a:lnTo>
                <a:lnTo>
                  <a:pt x="566912" y="19391"/>
                </a:lnTo>
                <a:lnTo>
                  <a:pt x="566629" y="19696"/>
                </a:lnTo>
                <a:lnTo>
                  <a:pt x="566358" y="20011"/>
                </a:lnTo>
                <a:lnTo>
                  <a:pt x="566100" y="20335"/>
                </a:lnTo>
                <a:lnTo>
                  <a:pt x="565855" y="20669"/>
                </a:lnTo>
                <a:lnTo>
                  <a:pt x="565622" y="21012"/>
                </a:lnTo>
                <a:lnTo>
                  <a:pt x="565401" y="21365"/>
                </a:lnTo>
                <a:lnTo>
                  <a:pt x="565194" y="21727"/>
                </a:lnTo>
                <a:lnTo>
                  <a:pt x="564999" y="22099"/>
                </a:lnTo>
                <a:lnTo>
                  <a:pt x="564816" y="22481"/>
                </a:lnTo>
                <a:lnTo>
                  <a:pt x="564646" y="22872"/>
                </a:lnTo>
                <a:lnTo>
                  <a:pt x="564489" y="23272"/>
                </a:lnTo>
                <a:lnTo>
                  <a:pt x="564344" y="23683"/>
                </a:lnTo>
                <a:lnTo>
                  <a:pt x="564212" y="24102"/>
                </a:lnTo>
                <a:lnTo>
                  <a:pt x="564092" y="24532"/>
                </a:lnTo>
                <a:lnTo>
                  <a:pt x="563985" y="24971"/>
                </a:lnTo>
                <a:lnTo>
                  <a:pt x="563891" y="25419"/>
                </a:lnTo>
                <a:lnTo>
                  <a:pt x="563809" y="25877"/>
                </a:lnTo>
                <a:lnTo>
                  <a:pt x="563767" y="26163"/>
                </a:lnTo>
                <a:lnTo>
                  <a:pt x="563583" y="26163"/>
                </a:lnTo>
                <a:lnTo>
                  <a:pt x="563857" y="16524"/>
                </a:lnTo>
                <a:lnTo>
                  <a:pt x="563857" y="0"/>
                </a:lnTo>
                <a:lnTo>
                  <a:pt x="552382" y="0"/>
                </a:lnTo>
                <a:lnTo>
                  <a:pt x="552382" y="67016"/>
                </a:lnTo>
                <a:close/>
                <a:moveTo>
                  <a:pt x="746411" y="56639"/>
                </a:moveTo>
                <a:lnTo>
                  <a:pt x="746188" y="56631"/>
                </a:lnTo>
                <a:lnTo>
                  <a:pt x="745968" y="56617"/>
                </a:lnTo>
                <a:lnTo>
                  <a:pt x="745753" y="56597"/>
                </a:lnTo>
                <a:lnTo>
                  <a:pt x="745541" y="56572"/>
                </a:lnTo>
                <a:lnTo>
                  <a:pt x="745333" y="56541"/>
                </a:lnTo>
                <a:lnTo>
                  <a:pt x="745130" y="56505"/>
                </a:lnTo>
                <a:lnTo>
                  <a:pt x="744930" y="56463"/>
                </a:lnTo>
                <a:lnTo>
                  <a:pt x="744735" y="56416"/>
                </a:lnTo>
                <a:lnTo>
                  <a:pt x="744543" y="56363"/>
                </a:lnTo>
                <a:lnTo>
                  <a:pt x="744355" y="56305"/>
                </a:lnTo>
                <a:lnTo>
                  <a:pt x="744172" y="56240"/>
                </a:lnTo>
                <a:lnTo>
                  <a:pt x="743992" y="56171"/>
                </a:lnTo>
                <a:lnTo>
                  <a:pt x="743816" y="56095"/>
                </a:lnTo>
                <a:lnTo>
                  <a:pt x="743644" y="56015"/>
                </a:lnTo>
                <a:lnTo>
                  <a:pt x="743477" y="55928"/>
                </a:lnTo>
                <a:lnTo>
                  <a:pt x="743313" y="55836"/>
                </a:lnTo>
                <a:lnTo>
                  <a:pt x="743153" y="55739"/>
                </a:lnTo>
                <a:lnTo>
                  <a:pt x="742997" y="55636"/>
                </a:lnTo>
                <a:lnTo>
                  <a:pt x="742845" y="55527"/>
                </a:lnTo>
                <a:lnTo>
                  <a:pt x="742698" y="55413"/>
                </a:lnTo>
                <a:lnTo>
                  <a:pt x="742554" y="55293"/>
                </a:lnTo>
                <a:lnTo>
                  <a:pt x="742414" y="55167"/>
                </a:lnTo>
                <a:lnTo>
                  <a:pt x="742278" y="55036"/>
                </a:lnTo>
                <a:lnTo>
                  <a:pt x="742147" y="54901"/>
                </a:lnTo>
                <a:lnTo>
                  <a:pt x="742021" y="54761"/>
                </a:lnTo>
                <a:lnTo>
                  <a:pt x="741901" y="54617"/>
                </a:lnTo>
                <a:lnTo>
                  <a:pt x="741787" y="54469"/>
                </a:lnTo>
                <a:lnTo>
                  <a:pt x="741678" y="54317"/>
                </a:lnTo>
                <a:lnTo>
                  <a:pt x="741575" y="54161"/>
                </a:lnTo>
                <a:lnTo>
                  <a:pt x="741477" y="54002"/>
                </a:lnTo>
                <a:lnTo>
                  <a:pt x="741385" y="53838"/>
                </a:lnTo>
                <a:lnTo>
                  <a:pt x="741299" y="53670"/>
                </a:lnTo>
                <a:lnTo>
                  <a:pt x="741218" y="53498"/>
                </a:lnTo>
                <a:lnTo>
                  <a:pt x="741143" y="53323"/>
                </a:lnTo>
                <a:lnTo>
                  <a:pt x="741073" y="53143"/>
                </a:lnTo>
                <a:lnTo>
                  <a:pt x="741009" y="52959"/>
                </a:lnTo>
                <a:lnTo>
                  <a:pt x="740950" y="52772"/>
                </a:lnTo>
                <a:lnTo>
                  <a:pt x="740897" y="52580"/>
                </a:lnTo>
                <a:lnTo>
                  <a:pt x="740850" y="52384"/>
                </a:lnTo>
                <a:lnTo>
                  <a:pt x="740808" y="52185"/>
                </a:lnTo>
                <a:lnTo>
                  <a:pt x="740772" y="51981"/>
                </a:lnTo>
                <a:lnTo>
                  <a:pt x="740741" y="51773"/>
                </a:lnTo>
                <a:lnTo>
                  <a:pt x="740716" y="51562"/>
                </a:lnTo>
                <a:lnTo>
                  <a:pt x="740696" y="51346"/>
                </a:lnTo>
                <a:lnTo>
                  <a:pt x="740682" y="51127"/>
                </a:lnTo>
                <a:lnTo>
                  <a:pt x="740674" y="50903"/>
                </a:lnTo>
                <a:lnTo>
                  <a:pt x="740671" y="50676"/>
                </a:lnTo>
                <a:lnTo>
                  <a:pt x="740671" y="0"/>
                </a:lnTo>
                <a:lnTo>
                  <a:pt x="713038" y="0"/>
                </a:lnTo>
                <a:lnTo>
                  <a:pt x="713038" y="10373"/>
                </a:lnTo>
                <a:lnTo>
                  <a:pt x="729196" y="10373"/>
                </a:lnTo>
                <a:lnTo>
                  <a:pt x="729196" y="50676"/>
                </a:lnTo>
                <a:lnTo>
                  <a:pt x="729200" y="51079"/>
                </a:lnTo>
                <a:lnTo>
                  <a:pt x="729211" y="51479"/>
                </a:lnTo>
                <a:lnTo>
                  <a:pt x="729229" y="51874"/>
                </a:lnTo>
                <a:lnTo>
                  <a:pt x="729255" y="52265"/>
                </a:lnTo>
                <a:lnTo>
                  <a:pt x="729288" y="52653"/>
                </a:lnTo>
                <a:lnTo>
                  <a:pt x="729328" y="53036"/>
                </a:lnTo>
                <a:lnTo>
                  <a:pt x="729375" y="53416"/>
                </a:lnTo>
                <a:lnTo>
                  <a:pt x="729430" y="53792"/>
                </a:lnTo>
                <a:lnTo>
                  <a:pt x="729493" y="54163"/>
                </a:lnTo>
                <a:lnTo>
                  <a:pt x="729562" y="54531"/>
                </a:lnTo>
                <a:lnTo>
                  <a:pt x="729639" y="54894"/>
                </a:lnTo>
                <a:lnTo>
                  <a:pt x="729724" y="55254"/>
                </a:lnTo>
                <a:lnTo>
                  <a:pt x="729815" y="55610"/>
                </a:lnTo>
                <a:lnTo>
                  <a:pt x="729914" y="55961"/>
                </a:lnTo>
                <a:lnTo>
                  <a:pt x="730021" y="56309"/>
                </a:lnTo>
                <a:lnTo>
                  <a:pt x="730134" y="56652"/>
                </a:lnTo>
                <a:lnTo>
                  <a:pt x="730255" y="56992"/>
                </a:lnTo>
                <a:lnTo>
                  <a:pt x="730383" y="57328"/>
                </a:lnTo>
                <a:lnTo>
                  <a:pt x="730519" y="57660"/>
                </a:lnTo>
                <a:lnTo>
                  <a:pt x="730662" y="57987"/>
                </a:lnTo>
                <a:lnTo>
                  <a:pt x="730812" y="58311"/>
                </a:lnTo>
                <a:lnTo>
                  <a:pt x="730970" y="58631"/>
                </a:lnTo>
                <a:lnTo>
                  <a:pt x="731135" y="58947"/>
                </a:lnTo>
                <a:lnTo>
                  <a:pt x="731307" y="59258"/>
                </a:lnTo>
                <a:lnTo>
                  <a:pt x="731486" y="59565"/>
                </a:lnTo>
                <a:lnTo>
                  <a:pt x="731670" y="59866"/>
                </a:lnTo>
                <a:lnTo>
                  <a:pt x="731860" y="60161"/>
                </a:lnTo>
                <a:lnTo>
                  <a:pt x="732055" y="60451"/>
                </a:lnTo>
                <a:lnTo>
                  <a:pt x="732256" y="60734"/>
                </a:lnTo>
                <a:lnTo>
                  <a:pt x="732463" y="61011"/>
                </a:lnTo>
                <a:lnTo>
                  <a:pt x="732675" y="61283"/>
                </a:lnTo>
                <a:lnTo>
                  <a:pt x="732893" y="61548"/>
                </a:lnTo>
                <a:lnTo>
                  <a:pt x="733116" y="61808"/>
                </a:lnTo>
                <a:lnTo>
                  <a:pt x="733345" y="62062"/>
                </a:lnTo>
                <a:lnTo>
                  <a:pt x="733580" y="62310"/>
                </a:lnTo>
                <a:lnTo>
                  <a:pt x="733820" y="62552"/>
                </a:lnTo>
                <a:lnTo>
                  <a:pt x="734065" y="62788"/>
                </a:lnTo>
                <a:lnTo>
                  <a:pt x="734316" y="63018"/>
                </a:lnTo>
                <a:lnTo>
                  <a:pt x="734573" y="63242"/>
                </a:lnTo>
                <a:lnTo>
                  <a:pt x="734836" y="63461"/>
                </a:lnTo>
                <a:lnTo>
                  <a:pt x="735104" y="63673"/>
                </a:lnTo>
                <a:lnTo>
                  <a:pt x="735377" y="63880"/>
                </a:lnTo>
                <a:lnTo>
                  <a:pt x="735656" y="64081"/>
                </a:lnTo>
                <a:lnTo>
                  <a:pt x="735941" y="64276"/>
                </a:lnTo>
                <a:lnTo>
                  <a:pt x="736231" y="64465"/>
                </a:lnTo>
                <a:lnTo>
                  <a:pt x="736527" y="64648"/>
                </a:lnTo>
                <a:lnTo>
                  <a:pt x="736829" y="64825"/>
                </a:lnTo>
                <a:lnTo>
                  <a:pt x="737136" y="64996"/>
                </a:lnTo>
                <a:lnTo>
                  <a:pt x="737448" y="65161"/>
                </a:lnTo>
                <a:lnTo>
                  <a:pt x="737764" y="65319"/>
                </a:lnTo>
                <a:lnTo>
                  <a:pt x="738085" y="65470"/>
                </a:lnTo>
                <a:lnTo>
                  <a:pt x="738410" y="65613"/>
                </a:lnTo>
                <a:lnTo>
                  <a:pt x="738739" y="65750"/>
                </a:lnTo>
                <a:lnTo>
                  <a:pt x="739073" y="65880"/>
                </a:lnTo>
                <a:lnTo>
                  <a:pt x="739411" y="66003"/>
                </a:lnTo>
                <a:lnTo>
                  <a:pt x="739753" y="66118"/>
                </a:lnTo>
                <a:lnTo>
                  <a:pt x="740099" y="66227"/>
                </a:lnTo>
                <a:lnTo>
                  <a:pt x="740450" y="66329"/>
                </a:lnTo>
                <a:lnTo>
                  <a:pt x="740805" y="66423"/>
                </a:lnTo>
                <a:lnTo>
                  <a:pt x="741164" y="66511"/>
                </a:lnTo>
                <a:lnTo>
                  <a:pt x="741528" y="66592"/>
                </a:lnTo>
                <a:lnTo>
                  <a:pt x="741896" y="66665"/>
                </a:lnTo>
                <a:lnTo>
                  <a:pt x="742268" y="66732"/>
                </a:lnTo>
                <a:lnTo>
                  <a:pt x="742645" y="66792"/>
                </a:lnTo>
                <a:lnTo>
                  <a:pt x="743026" y="66844"/>
                </a:lnTo>
                <a:lnTo>
                  <a:pt x="743411" y="66890"/>
                </a:lnTo>
                <a:lnTo>
                  <a:pt x="743800" y="66928"/>
                </a:lnTo>
                <a:lnTo>
                  <a:pt x="744194" y="66960"/>
                </a:lnTo>
                <a:lnTo>
                  <a:pt x="744592" y="66985"/>
                </a:lnTo>
                <a:lnTo>
                  <a:pt x="744995" y="67002"/>
                </a:lnTo>
                <a:lnTo>
                  <a:pt x="745401" y="67013"/>
                </a:lnTo>
                <a:lnTo>
                  <a:pt x="745812" y="67016"/>
                </a:lnTo>
                <a:lnTo>
                  <a:pt x="761878" y="67016"/>
                </a:lnTo>
                <a:lnTo>
                  <a:pt x="761878" y="56642"/>
                </a:lnTo>
                <a:lnTo>
                  <a:pt x="746639" y="56642"/>
                </a:lnTo>
                <a:lnTo>
                  <a:pt x="746411" y="56639"/>
                </a:lnTo>
                <a:close/>
                <a:moveTo>
                  <a:pt x="633523" y="56609"/>
                </a:moveTo>
                <a:lnTo>
                  <a:pt x="633173" y="56567"/>
                </a:lnTo>
                <a:lnTo>
                  <a:pt x="632840" y="56509"/>
                </a:lnTo>
                <a:lnTo>
                  <a:pt x="632523" y="56435"/>
                </a:lnTo>
                <a:lnTo>
                  <a:pt x="632222" y="56343"/>
                </a:lnTo>
                <a:lnTo>
                  <a:pt x="631938" y="56236"/>
                </a:lnTo>
                <a:lnTo>
                  <a:pt x="631669" y="56111"/>
                </a:lnTo>
                <a:lnTo>
                  <a:pt x="631417" y="55971"/>
                </a:lnTo>
                <a:lnTo>
                  <a:pt x="631182" y="55813"/>
                </a:lnTo>
                <a:lnTo>
                  <a:pt x="630962" y="55639"/>
                </a:lnTo>
                <a:lnTo>
                  <a:pt x="630759" y="55449"/>
                </a:lnTo>
                <a:lnTo>
                  <a:pt x="630572" y="55241"/>
                </a:lnTo>
                <a:lnTo>
                  <a:pt x="630401" y="55018"/>
                </a:lnTo>
                <a:lnTo>
                  <a:pt x="630247" y="54777"/>
                </a:lnTo>
                <a:lnTo>
                  <a:pt x="630108" y="54521"/>
                </a:lnTo>
                <a:lnTo>
                  <a:pt x="629986" y="54247"/>
                </a:lnTo>
                <a:lnTo>
                  <a:pt x="629881" y="53957"/>
                </a:lnTo>
                <a:lnTo>
                  <a:pt x="629791" y="53651"/>
                </a:lnTo>
                <a:lnTo>
                  <a:pt x="629718" y="53327"/>
                </a:lnTo>
                <a:lnTo>
                  <a:pt x="629661" y="52988"/>
                </a:lnTo>
                <a:lnTo>
                  <a:pt x="629621" y="52631"/>
                </a:lnTo>
                <a:lnTo>
                  <a:pt x="629596" y="52259"/>
                </a:lnTo>
                <a:lnTo>
                  <a:pt x="629588" y="51869"/>
                </a:lnTo>
                <a:lnTo>
                  <a:pt x="629588" y="26898"/>
                </a:lnTo>
                <a:lnTo>
                  <a:pt x="648960" y="26898"/>
                </a:lnTo>
                <a:lnTo>
                  <a:pt x="648960" y="16524"/>
                </a:lnTo>
                <a:lnTo>
                  <a:pt x="629588" y="16524"/>
                </a:lnTo>
                <a:lnTo>
                  <a:pt x="629588" y="2295"/>
                </a:lnTo>
                <a:lnTo>
                  <a:pt x="618022" y="2295"/>
                </a:lnTo>
                <a:lnTo>
                  <a:pt x="618022" y="16524"/>
                </a:lnTo>
                <a:lnTo>
                  <a:pt x="604343" y="16524"/>
                </a:lnTo>
                <a:lnTo>
                  <a:pt x="604343" y="26898"/>
                </a:lnTo>
                <a:lnTo>
                  <a:pt x="618022" y="26898"/>
                </a:lnTo>
                <a:lnTo>
                  <a:pt x="618022" y="51869"/>
                </a:lnTo>
                <a:lnTo>
                  <a:pt x="618029" y="52453"/>
                </a:lnTo>
                <a:lnTo>
                  <a:pt x="618050" y="53026"/>
                </a:lnTo>
                <a:lnTo>
                  <a:pt x="618085" y="53589"/>
                </a:lnTo>
                <a:lnTo>
                  <a:pt x="618135" y="54141"/>
                </a:lnTo>
                <a:lnTo>
                  <a:pt x="618199" y="54683"/>
                </a:lnTo>
                <a:lnTo>
                  <a:pt x="618277" y="55214"/>
                </a:lnTo>
                <a:lnTo>
                  <a:pt x="618369" y="55735"/>
                </a:lnTo>
                <a:lnTo>
                  <a:pt x="618475" y="56245"/>
                </a:lnTo>
                <a:lnTo>
                  <a:pt x="618596" y="56745"/>
                </a:lnTo>
                <a:lnTo>
                  <a:pt x="618731" y="57234"/>
                </a:lnTo>
                <a:lnTo>
                  <a:pt x="618880" y="57712"/>
                </a:lnTo>
                <a:lnTo>
                  <a:pt x="619043" y="58181"/>
                </a:lnTo>
                <a:lnTo>
                  <a:pt x="619220" y="58638"/>
                </a:lnTo>
                <a:lnTo>
                  <a:pt x="619412" y="59085"/>
                </a:lnTo>
                <a:lnTo>
                  <a:pt x="619617" y="59522"/>
                </a:lnTo>
                <a:lnTo>
                  <a:pt x="619837" y="59948"/>
                </a:lnTo>
                <a:lnTo>
                  <a:pt x="620071" y="60363"/>
                </a:lnTo>
                <a:lnTo>
                  <a:pt x="620319" y="60768"/>
                </a:lnTo>
                <a:lnTo>
                  <a:pt x="620582" y="61163"/>
                </a:lnTo>
                <a:lnTo>
                  <a:pt x="620858" y="61547"/>
                </a:lnTo>
                <a:lnTo>
                  <a:pt x="621149" y="61920"/>
                </a:lnTo>
                <a:lnTo>
                  <a:pt x="621454" y="62283"/>
                </a:lnTo>
                <a:lnTo>
                  <a:pt x="621773" y="62636"/>
                </a:lnTo>
                <a:lnTo>
                  <a:pt x="622106" y="62978"/>
                </a:lnTo>
                <a:lnTo>
                  <a:pt x="622452" y="63307"/>
                </a:lnTo>
                <a:lnTo>
                  <a:pt x="622809" y="63623"/>
                </a:lnTo>
                <a:lnTo>
                  <a:pt x="623177" y="63924"/>
                </a:lnTo>
                <a:lnTo>
                  <a:pt x="623556" y="64212"/>
                </a:lnTo>
                <a:lnTo>
                  <a:pt x="623946" y="64485"/>
                </a:lnTo>
                <a:lnTo>
                  <a:pt x="624347" y="64744"/>
                </a:lnTo>
                <a:lnTo>
                  <a:pt x="624759" y="64990"/>
                </a:lnTo>
                <a:lnTo>
                  <a:pt x="625182" y="65221"/>
                </a:lnTo>
                <a:lnTo>
                  <a:pt x="625616" y="65439"/>
                </a:lnTo>
                <a:lnTo>
                  <a:pt x="626061" y="65642"/>
                </a:lnTo>
                <a:lnTo>
                  <a:pt x="626517" y="65831"/>
                </a:lnTo>
                <a:lnTo>
                  <a:pt x="626984" y="66007"/>
                </a:lnTo>
                <a:lnTo>
                  <a:pt x="627462" y="66168"/>
                </a:lnTo>
                <a:lnTo>
                  <a:pt x="627951" y="66315"/>
                </a:lnTo>
                <a:lnTo>
                  <a:pt x="628451" y="66448"/>
                </a:lnTo>
                <a:lnTo>
                  <a:pt x="628962" y="66567"/>
                </a:lnTo>
                <a:lnTo>
                  <a:pt x="629483" y="66673"/>
                </a:lnTo>
                <a:lnTo>
                  <a:pt x="630016" y="66764"/>
                </a:lnTo>
                <a:lnTo>
                  <a:pt x="630560" y="66841"/>
                </a:lnTo>
                <a:lnTo>
                  <a:pt x="631115" y="66904"/>
                </a:lnTo>
                <a:lnTo>
                  <a:pt x="631681" y="66953"/>
                </a:lnTo>
                <a:lnTo>
                  <a:pt x="632258" y="66988"/>
                </a:lnTo>
                <a:lnTo>
                  <a:pt x="632846" y="67009"/>
                </a:lnTo>
                <a:lnTo>
                  <a:pt x="633444" y="67016"/>
                </a:lnTo>
                <a:lnTo>
                  <a:pt x="648041" y="67016"/>
                </a:lnTo>
                <a:lnTo>
                  <a:pt x="648041" y="56642"/>
                </a:lnTo>
                <a:lnTo>
                  <a:pt x="634271" y="56642"/>
                </a:lnTo>
                <a:lnTo>
                  <a:pt x="633889" y="56633"/>
                </a:lnTo>
                <a:lnTo>
                  <a:pt x="633523" y="56609"/>
                </a:lnTo>
                <a:close/>
                <a:moveTo>
                  <a:pt x="660251" y="67016"/>
                </a:moveTo>
                <a:lnTo>
                  <a:pt x="670350" y="67016"/>
                </a:lnTo>
                <a:lnTo>
                  <a:pt x="670350" y="29009"/>
                </a:lnTo>
                <a:lnTo>
                  <a:pt x="670352" y="28797"/>
                </a:lnTo>
                <a:lnTo>
                  <a:pt x="670357" y="28589"/>
                </a:lnTo>
                <a:lnTo>
                  <a:pt x="670366" y="28385"/>
                </a:lnTo>
                <a:lnTo>
                  <a:pt x="670379" y="28186"/>
                </a:lnTo>
                <a:lnTo>
                  <a:pt x="670396" y="27990"/>
                </a:lnTo>
                <a:lnTo>
                  <a:pt x="670416" y="27799"/>
                </a:lnTo>
                <a:lnTo>
                  <a:pt x="670440" y="27611"/>
                </a:lnTo>
                <a:lnTo>
                  <a:pt x="670467" y="27428"/>
                </a:lnTo>
                <a:lnTo>
                  <a:pt x="670498" y="27249"/>
                </a:lnTo>
                <a:lnTo>
                  <a:pt x="670533" y="27074"/>
                </a:lnTo>
                <a:lnTo>
                  <a:pt x="670571" y="26904"/>
                </a:lnTo>
                <a:lnTo>
                  <a:pt x="670614" y="26737"/>
                </a:lnTo>
                <a:lnTo>
                  <a:pt x="670659" y="26575"/>
                </a:lnTo>
                <a:lnTo>
                  <a:pt x="670709" y="26417"/>
                </a:lnTo>
                <a:lnTo>
                  <a:pt x="670762" y="26262"/>
                </a:lnTo>
                <a:lnTo>
                  <a:pt x="670819" y="26112"/>
                </a:lnTo>
                <a:lnTo>
                  <a:pt x="670879" y="25967"/>
                </a:lnTo>
                <a:lnTo>
                  <a:pt x="670943" y="25825"/>
                </a:lnTo>
                <a:lnTo>
                  <a:pt x="671011" y="25687"/>
                </a:lnTo>
                <a:lnTo>
                  <a:pt x="671082" y="25554"/>
                </a:lnTo>
                <a:lnTo>
                  <a:pt x="671157" y="25425"/>
                </a:lnTo>
                <a:lnTo>
                  <a:pt x="671236" y="25300"/>
                </a:lnTo>
                <a:lnTo>
                  <a:pt x="671319" y="25179"/>
                </a:lnTo>
                <a:lnTo>
                  <a:pt x="671405" y="25062"/>
                </a:lnTo>
                <a:lnTo>
                  <a:pt x="671495" y="24950"/>
                </a:lnTo>
                <a:lnTo>
                  <a:pt x="671588" y="24842"/>
                </a:lnTo>
                <a:lnTo>
                  <a:pt x="671685" y="24739"/>
                </a:lnTo>
                <a:lnTo>
                  <a:pt x="671786" y="24641"/>
                </a:lnTo>
                <a:lnTo>
                  <a:pt x="671891" y="24548"/>
                </a:lnTo>
                <a:lnTo>
                  <a:pt x="671999" y="24459"/>
                </a:lnTo>
                <a:lnTo>
                  <a:pt x="672111" y="24376"/>
                </a:lnTo>
                <a:lnTo>
                  <a:pt x="672226" y="24297"/>
                </a:lnTo>
                <a:lnTo>
                  <a:pt x="672345" y="24223"/>
                </a:lnTo>
                <a:lnTo>
                  <a:pt x="672468" y="24153"/>
                </a:lnTo>
                <a:lnTo>
                  <a:pt x="672594" y="24089"/>
                </a:lnTo>
                <a:lnTo>
                  <a:pt x="672725" y="24029"/>
                </a:lnTo>
                <a:lnTo>
                  <a:pt x="672858" y="23974"/>
                </a:lnTo>
                <a:lnTo>
                  <a:pt x="672996" y="23924"/>
                </a:lnTo>
                <a:lnTo>
                  <a:pt x="673137" y="23879"/>
                </a:lnTo>
                <a:lnTo>
                  <a:pt x="673282" y="23838"/>
                </a:lnTo>
                <a:lnTo>
                  <a:pt x="673430" y="23802"/>
                </a:lnTo>
                <a:lnTo>
                  <a:pt x="673582" y="23771"/>
                </a:lnTo>
                <a:lnTo>
                  <a:pt x="673738" y="23745"/>
                </a:lnTo>
                <a:lnTo>
                  <a:pt x="673898" y="23723"/>
                </a:lnTo>
                <a:lnTo>
                  <a:pt x="674061" y="23706"/>
                </a:lnTo>
                <a:lnTo>
                  <a:pt x="674227" y="23694"/>
                </a:lnTo>
                <a:lnTo>
                  <a:pt x="674398" y="23687"/>
                </a:lnTo>
                <a:lnTo>
                  <a:pt x="674572" y="23685"/>
                </a:lnTo>
                <a:lnTo>
                  <a:pt x="674746" y="23687"/>
                </a:lnTo>
                <a:lnTo>
                  <a:pt x="674917" y="23694"/>
                </a:lnTo>
                <a:lnTo>
                  <a:pt x="675084" y="23706"/>
                </a:lnTo>
                <a:lnTo>
                  <a:pt x="675248" y="23723"/>
                </a:lnTo>
                <a:lnTo>
                  <a:pt x="675408" y="23745"/>
                </a:lnTo>
                <a:lnTo>
                  <a:pt x="675565" y="23771"/>
                </a:lnTo>
                <a:lnTo>
                  <a:pt x="675718" y="23802"/>
                </a:lnTo>
                <a:lnTo>
                  <a:pt x="675868" y="23838"/>
                </a:lnTo>
                <a:lnTo>
                  <a:pt x="676014" y="23879"/>
                </a:lnTo>
                <a:lnTo>
                  <a:pt x="676157" y="23924"/>
                </a:lnTo>
                <a:lnTo>
                  <a:pt x="676296" y="23974"/>
                </a:lnTo>
                <a:lnTo>
                  <a:pt x="676431" y="24029"/>
                </a:lnTo>
                <a:lnTo>
                  <a:pt x="676564" y="24089"/>
                </a:lnTo>
                <a:lnTo>
                  <a:pt x="676692" y="24153"/>
                </a:lnTo>
                <a:lnTo>
                  <a:pt x="676817" y="24223"/>
                </a:lnTo>
                <a:lnTo>
                  <a:pt x="676939" y="24297"/>
                </a:lnTo>
                <a:lnTo>
                  <a:pt x="677057" y="24376"/>
                </a:lnTo>
                <a:lnTo>
                  <a:pt x="677172" y="24459"/>
                </a:lnTo>
                <a:lnTo>
                  <a:pt x="677283" y="24548"/>
                </a:lnTo>
                <a:lnTo>
                  <a:pt x="677390" y="24641"/>
                </a:lnTo>
                <a:lnTo>
                  <a:pt x="677494" y="24739"/>
                </a:lnTo>
                <a:lnTo>
                  <a:pt x="677595" y="24842"/>
                </a:lnTo>
                <a:lnTo>
                  <a:pt x="677692" y="24950"/>
                </a:lnTo>
                <a:lnTo>
                  <a:pt x="677785" y="25062"/>
                </a:lnTo>
                <a:lnTo>
                  <a:pt x="677875" y="25179"/>
                </a:lnTo>
                <a:lnTo>
                  <a:pt x="677961" y="25300"/>
                </a:lnTo>
                <a:lnTo>
                  <a:pt x="678044" y="25425"/>
                </a:lnTo>
                <a:lnTo>
                  <a:pt x="678122" y="25554"/>
                </a:lnTo>
                <a:lnTo>
                  <a:pt x="678197" y="25687"/>
                </a:lnTo>
                <a:lnTo>
                  <a:pt x="678268" y="25825"/>
                </a:lnTo>
                <a:lnTo>
                  <a:pt x="678335" y="25967"/>
                </a:lnTo>
                <a:lnTo>
                  <a:pt x="678398" y="26112"/>
                </a:lnTo>
                <a:lnTo>
                  <a:pt x="678457" y="26262"/>
                </a:lnTo>
                <a:lnTo>
                  <a:pt x="678513" y="26417"/>
                </a:lnTo>
                <a:lnTo>
                  <a:pt x="678564" y="26575"/>
                </a:lnTo>
                <a:lnTo>
                  <a:pt x="678612" y="26737"/>
                </a:lnTo>
                <a:lnTo>
                  <a:pt x="678656" y="26904"/>
                </a:lnTo>
                <a:lnTo>
                  <a:pt x="678696" y="27074"/>
                </a:lnTo>
                <a:lnTo>
                  <a:pt x="678733" y="27249"/>
                </a:lnTo>
                <a:lnTo>
                  <a:pt x="678765" y="27428"/>
                </a:lnTo>
                <a:lnTo>
                  <a:pt x="678794" y="27611"/>
                </a:lnTo>
                <a:lnTo>
                  <a:pt x="678819" y="27799"/>
                </a:lnTo>
                <a:lnTo>
                  <a:pt x="678840" y="27990"/>
                </a:lnTo>
                <a:lnTo>
                  <a:pt x="678857" y="28186"/>
                </a:lnTo>
                <a:lnTo>
                  <a:pt x="678871" y="28385"/>
                </a:lnTo>
                <a:lnTo>
                  <a:pt x="678880" y="28589"/>
                </a:lnTo>
                <a:lnTo>
                  <a:pt x="678886" y="28797"/>
                </a:lnTo>
                <a:lnTo>
                  <a:pt x="678888" y="29009"/>
                </a:lnTo>
                <a:lnTo>
                  <a:pt x="678888" y="67016"/>
                </a:lnTo>
                <a:lnTo>
                  <a:pt x="687150" y="67016"/>
                </a:lnTo>
                <a:lnTo>
                  <a:pt x="687150" y="29009"/>
                </a:lnTo>
                <a:lnTo>
                  <a:pt x="687152" y="28797"/>
                </a:lnTo>
                <a:lnTo>
                  <a:pt x="687158" y="28589"/>
                </a:lnTo>
                <a:lnTo>
                  <a:pt x="687168" y="28385"/>
                </a:lnTo>
                <a:lnTo>
                  <a:pt x="687182" y="28186"/>
                </a:lnTo>
                <a:lnTo>
                  <a:pt x="687200" y="27990"/>
                </a:lnTo>
                <a:lnTo>
                  <a:pt x="687222" y="27799"/>
                </a:lnTo>
                <a:lnTo>
                  <a:pt x="687247" y="27611"/>
                </a:lnTo>
                <a:lnTo>
                  <a:pt x="687277" y="27428"/>
                </a:lnTo>
                <a:lnTo>
                  <a:pt x="687311" y="27249"/>
                </a:lnTo>
                <a:lnTo>
                  <a:pt x="687349" y="27074"/>
                </a:lnTo>
                <a:lnTo>
                  <a:pt x="687391" y="26904"/>
                </a:lnTo>
                <a:lnTo>
                  <a:pt x="687437" y="26737"/>
                </a:lnTo>
                <a:lnTo>
                  <a:pt x="687486" y="26575"/>
                </a:lnTo>
                <a:lnTo>
                  <a:pt x="687540" y="26417"/>
                </a:lnTo>
                <a:lnTo>
                  <a:pt x="687598" y="26262"/>
                </a:lnTo>
                <a:lnTo>
                  <a:pt x="687660" y="26112"/>
                </a:lnTo>
                <a:lnTo>
                  <a:pt x="687725" y="25967"/>
                </a:lnTo>
                <a:lnTo>
                  <a:pt x="687795" y="25825"/>
                </a:lnTo>
                <a:lnTo>
                  <a:pt x="687869" y="25687"/>
                </a:lnTo>
                <a:lnTo>
                  <a:pt x="687947" y="25554"/>
                </a:lnTo>
                <a:lnTo>
                  <a:pt x="688028" y="25425"/>
                </a:lnTo>
                <a:lnTo>
                  <a:pt x="688114" y="25300"/>
                </a:lnTo>
                <a:lnTo>
                  <a:pt x="688203" y="25179"/>
                </a:lnTo>
                <a:lnTo>
                  <a:pt x="688297" y="25062"/>
                </a:lnTo>
                <a:lnTo>
                  <a:pt x="688394" y="24950"/>
                </a:lnTo>
                <a:lnTo>
                  <a:pt x="688494" y="24842"/>
                </a:lnTo>
                <a:lnTo>
                  <a:pt x="688598" y="24739"/>
                </a:lnTo>
                <a:lnTo>
                  <a:pt x="688704" y="24641"/>
                </a:lnTo>
                <a:lnTo>
                  <a:pt x="688813" y="24548"/>
                </a:lnTo>
                <a:lnTo>
                  <a:pt x="688925" y="24459"/>
                </a:lnTo>
                <a:lnTo>
                  <a:pt x="689041" y="24376"/>
                </a:lnTo>
                <a:lnTo>
                  <a:pt x="689159" y="24297"/>
                </a:lnTo>
                <a:lnTo>
                  <a:pt x="689280" y="24223"/>
                </a:lnTo>
                <a:lnTo>
                  <a:pt x="689405" y="24153"/>
                </a:lnTo>
                <a:lnTo>
                  <a:pt x="689532" y="24089"/>
                </a:lnTo>
                <a:lnTo>
                  <a:pt x="689662" y="24029"/>
                </a:lnTo>
                <a:lnTo>
                  <a:pt x="689796" y="23974"/>
                </a:lnTo>
                <a:lnTo>
                  <a:pt x="689932" y="23924"/>
                </a:lnTo>
                <a:lnTo>
                  <a:pt x="690072" y="23879"/>
                </a:lnTo>
                <a:lnTo>
                  <a:pt x="690215" y="23838"/>
                </a:lnTo>
                <a:lnTo>
                  <a:pt x="690360" y="23802"/>
                </a:lnTo>
                <a:lnTo>
                  <a:pt x="690509" y="23771"/>
                </a:lnTo>
                <a:lnTo>
                  <a:pt x="690661" y="23745"/>
                </a:lnTo>
                <a:lnTo>
                  <a:pt x="690815" y="23723"/>
                </a:lnTo>
                <a:lnTo>
                  <a:pt x="690973" y="23706"/>
                </a:lnTo>
                <a:lnTo>
                  <a:pt x="691134" y="23694"/>
                </a:lnTo>
                <a:lnTo>
                  <a:pt x="691297" y="23687"/>
                </a:lnTo>
                <a:lnTo>
                  <a:pt x="691464" y="23685"/>
                </a:lnTo>
                <a:lnTo>
                  <a:pt x="691638" y="23687"/>
                </a:lnTo>
                <a:lnTo>
                  <a:pt x="691809" y="23695"/>
                </a:lnTo>
                <a:lnTo>
                  <a:pt x="691976" y="23707"/>
                </a:lnTo>
                <a:lnTo>
                  <a:pt x="692140" y="23724"/>
                </a:lnTo>
                <a:lnTo>
                  <a:pt x="692300" y="23747"/>
                </a:lnTo>
                <a:lnTo>
                  <a:pt x="692457" y="23774"/>
                </a:lnTo>
                <a:lnTo>
                  <a:pt x="692610" y="23806"/>
                </a:lnTo>
                <a:lnTo>
                  <a:pt x="692759" y="23843"/>
                </a:lnTo>
                <a:lnTo>
                  <a:pt x="692906" y="23885"/>
                </a:lnTo>
                <a:lnTo>
                  <a:pt x="693048" y="23932"/>
                </a:lnTo>
                <a:lnTo>
                  <a:pt x="693187" y="23984"/>
                </a:lnTo>
                <a:lnTo>
                  <a:pt x="693323" y="24041"/>
                </a:lnTo>
                <a:lnTo>
                  <a:pt x="693455" y="24102"/>
                </a:lnTo>
                <a:lnTo>
                  <a:pt x="693583" y="24169"/>
                </a:lnTo>
                <a:lnTo>
                  <a:pt x="693709" y="24241"/>
                </a:lnTo>
                <a:lnTo>
                  <a:pt x="693830" y="24317"/>
                </a:lnTo>
                <a:lnTo>
                  <a:pt x="693948" y="24399"/>
                </a:lnTo>
                <a:lnTo>
                  <a:pt x="694063" y="24485"/>
                </a:lnTo>
                <a:lnTo>
                  <a:pt x="694174" y="24577"/>
                </a:lnTo>
                <a:lnTo>
                  <a:pt x="694281" y="24673"/>
                </a:lnTo>
                <a:lnTo>
                  <a:pt x="694385" y="24775"/>
                </a:lnTo>
                <a:lnTo>
                  <a:pt x="694486" y="24881"/>
                </a:lnTo>
                <a:lnTo>
                  <a:pt x="694583" y="24992"/>
                </a:lnTo>
                <a:lnTo>
                  <a:pt x="694676" y="25108"/>
                </a:lnTo>
                <a:lnTo>
                  <a:pt x="694766" y="25229"/>
                </a:lnTo>
                <a:lnTo>
                  <a:pt x="694852" y="25353"/>
                </a:lnTo>
                <a:lnTo>
                  <a:pt x="694935" y="25480"/>
                </a:lnTo>
                <a:lnTo>
                  <a:pt x="695013" y="25612"/>
                </a:lnTo>
                <a:lnTo>
                  <a:pt x="695088" y="25747"/>
                </a:lnTo>
                <a:lnTo>
                  <a:pt x="695159" y="25886"/>
                </a:lnTo>
                <a:lnTo>
                  <a:pt x="695226" y="26028"/>
                </a:lnTo>
                <a:lnTo>
                  <a:pt x="695289" y="26174"/>
                </a:lnTo>
                <a:lnTo>
                  <a:pt x="695348" y="26324"/>
                </a:lnTo>
                <a:lnTo>
                  <a:pt x="695404" y="26477"/>
                </a:lnTo>
                <a:lnTo>
                  <a:pt x="695455" y="26634"/>
                </a:lnTo>
                <a:lnTo>
                  <a:pt x="695503" y="26795"/>
                </a:lnTo>
                <a:lnTo>
                  <a:pt x="695547" y="26959"/>
                </a:lnTo>
                <a:lnTo>
                  <a:pt x="695587" y="27127"/>
                </a:lnTo>
                <a:lnTo>
                  <a:pt x="695624" y="27299"/>
                </a:lnTo>
                <a:lnTo>
                  <a:pt x="695656" y="27475"/>
                </a:lnTo>
                <a:lnTo>
                  <a:pt x="695685" y="27654"/>
                </a:lnTo>
                <a:lnTo>
                  <a:pt x="695710" y="27836"/>
                </a:lnTo>
                <a:lnTo>
                  <a:pt x="695731" y="28023"/>
                </a:lnTo>
                <a:lnTo>
                  <a:pt x="695748" y="28213"/>
                </a:lnTo>
                <a:lnTo>
                  <a:pt x="695762" y="28406"/>
                </a:lnTo>
                <a:lnTo>
                  <a:pt x="695771" y="28604"/>
                </a:lnTo>
                <a:lnTo>
                  <a:pt x="695777" y="28805"/>
                </a:lnTo>
                <a:lnTo>
                  <a:pt x="695779" y="29009"/>
                </a:lnTo>
                <a:lnTo>
                  <a:pt x="695779" y="67016"/>
                </a:lnTo>
                <a:lnTo>
                  <a:pt x="705877" y="67016"/>
                </a:lnTo>
                <a:lnTo>
                  <a:pt x="705877" y="28550"/>
                </a:lnTo>
                <a:lnTo>
                  <a:pt x="705872" y="28057"/>
                </a:lnTo>
                <a:lnTo>
                  <a:pt x="705858" y="27573"/>
                </a:lnTo>
                <a:lnTo>
                  <a:pt x="705834" y="27097"/>
                </a:lnTo>
                <a:lnTo>
                  <a:pt x="705801" y="26630"/>
                </a:lnTo>
                <a:lnTo>
                  <a:pt x="705758" y="26172"/>
                </a:lnTo>
                <a:lnTo>
                  <a:pt x="705705" y="25722"/>
                </a:lnTo>
                <a:lnTo>
                  <a:pt x="705643" y="25281"/>
                </a:lnTo>
                <a:lnTo>
                  <a:pt x="705571" y="24848"/>
                </a:lnTo>
                <a:lnTo>
                  <a:pt x="705490" y="24424"/>
                </a:lnTo>
                <a:lnTo>
                  <a:pt x="705399" y="24008"/>
                </a:lnTo>
                <a:lnTo>
                  <a:pt x="705299" y="23602"/>
                </a:lnTo>
                <a:lnTo>
                  <a:pt x="705189" y="23203"/>
                </a:lnTo>
                <a:lnTo>
                  <a:pt x="705069" y="22814"/>
                </a:lnTo>
                <a:lnTo>
                  <a:pt x="704940" y="22433"/>
                </a:lnTo>
                <a:lnTo>
                  <a:pt x="704801" y="22060"/>
                </a:lnTo>
                <a:lnTo>
                  <a:pt x="704653" y="21697"/>
                </a:lnTo>
                <a:lnTo>
                  <a:pt x="704495" y="21341"/>
                </a:lnTo>
                <a:lnTo>
                  <a:pt x="704328" y="20995"/>
                </a:lnTo>
                <a:lnTo>
                  <a:pt x="704151" y="20657"/>
                </a:lnTo>
                <a:lnTo>
                  <a:pt x="703965" y="20327"/>
                </a:lnTo>
                <a:lnTo>
                  <a:pt x="703769" y="20007"/>
                </a:lnTo>
                <a:lnTo>
                  <a:pt x="703563" y="19694"/>
                </a:lnTo>
                <a:lnTo>
                  <a:pt x="703348" y="19391"/>
                </a:lnTo>
                <a:lnTo>
                  <a:pt x="703123" y="19096"/>
                </a:lnTo>
                <a:lnTo>
                  <a:pt x="702890" y="18811"/>
                </a:lnTo>
                <a:lnTo>
                  <a:pt x="702651" y="18539"/>
                </a:lnTo>
                <a:lnTo>
                  <a:pt x="702405" y="18278"/>
                </a:lnTo>
                <a:lnTo>
                  <a:pt x="702152" y="18030"/>
                </a:lnTo>
                <a:lnTo>
                  <a:pt x="701892" y="17793"/>
                </a:lnTo>
                <a:lnTo>
                  <a:pt x="701626" y="17569"/>
                </a:lnTo>
                <a:lnTo>
                  <a:pt x="701353" y="17357"/>
                </a:lnTo>
                <a:lnTo>
                  <a:pt x="701073" y="17157"/>
                </a:lnTo>
                <a:lnTo>
                  <a:pt x="700787" y="16969"/>
                </a:lnTo>
                <a:lnTo>
                  <a:pt x="700494" y="16794"/>
                </a:lnTo>
                <a:lnTo>
                  <a:pt x="700194" y="16630"/>
                </a:lnTo>
                <a:lnTo>
                  <a:pt x="699887" y="16479"/>
                </a:lnTo>
                <a:lnTo>
                  <a:pt x="699574" y="16339"/>
                </a:lnTo>
                <a:lnTo>
                  <a:pt x="699254" y="16212"/>
                </a:lnTo>
                <a:lnTo>
                  <a:pt x="698928" y="16097"/>
                </a:lnTo>
                <a:lnTo>
                  <a:pt x="698595" y="15994"/>
                </a:lnTo>
                <a:lnTo>
                  <a:pt x="698255" y="15903"/>
                </a:lnTo>
                <a:lnTo>
                  <a:pt x="697908" y="15825"/>
                </a:lnTo>
                <a:lnTo>
                  <a:pt x="697555" y="15758"/>
                </a:lnTo>
                <a:lnTo>
                  <a:pt x="697195" y="15703"/>
                </a:lnTo>
                <a:lnTo>
                  <a:pt x="696828" y="15661"/>
                </a:lnTo>
                <a:lnTo>
                  <a:pt x="696455" y="15631"/>
                </a:lnTo>
                <a:lnTo>
                  <a:pt x="696075" y="15612"/>
                </a:lnTo>
                <a:lnTo>
                  <a:pt x="695688" y="15606"/>
                </a:lnTo>
                <a:lnTo>
                  <a:pt x="695361" y="15611"/>
                </a:lnTo>
                <a:lnTo>
                  <a:pt x="695041" y="15624"/>
                </a:lnTo>
                <a:lnTo>
                  <a:pt x="694725" y="15647"/>
                </a:lnTo>
                <a:lnTo>
                  <a:pt x="694415" y="15678"/>
                </a:lnTo>
                <a:lnTo>
                  <a:pt x="694111" y="15718"/>
                </a:lnTo>
                <a:lnTo>
                  <a:pt x="693812" y="15767"/>
                </a:lnTo>
                <a:lnTo>
                  <a:pt x="693518" y="15825"/>
                </a:lnTo>
                <a:lnTo>
                  <a:pt x="693229" y="15892"/>
                </a:lnTo>
                <a:lnTo>
                  <a:pt x="692947" y="15968"/>
                </a:lnTo>
                <a:lnTo>
                  <a:pt x="692669" y="16053"/>
                </a:lnTo>
                <a:lnTo>
                  <a:pt x="692397" y="16146"/>
                </a:lnTo>
                <a:lnTo>
                  <a:pt x="692130" y="16249"/>
                </a:lnTo>
                <a:lnTo>
                  <a:pt x="691869" y="16361"/>
                </a:lnTo>
                <a:lnTo>
                  <a:pt x="691613" y="16481"/>
                </a:lnTo>
                <a:lnTo>
                  <a:pt x="691363" y="16611"/>
                </a:lnTo>
                <a:lnTo>
                  <a:pt x="691118" y="16749"/>
                </a:lnTo>
                <a:lnTo>
                  <a:pt x="690878" y="16896"/>
                </a:lnTo>
                <a:lnTo>
                  <a:pt x="690644" y="17052"/>
                </a:lnTo>
                <a:lnTo>
                  <a:pt x="690416" y="17217"/>
                </a:lnTo>
                <a:lnTo>
                  <a:pt x="690192" y="17391"/>
                </a:lnTo>
                <a:lnTo>
                  <a:pt x="689974" y="17574"/>
                </a:lnTo>
                <a:lnTo>
                  <a:pt x="689762" y="17766"/>
                </a:lnTo>
                <a:lnTo>
                  <a:pt x="689555" y="17967"/>
                </a:lnTo>
                <a:lnTo>
                  <a:pt x="689353" y="18177"/>
                </a:lnTo>
                <a:lnTo>
                  <a:pt x="689158" y="18394"/>
                </a:lnTo>
                <a:lnTo>
                  <a:pt x="688972" y="18617"/>
                </a:lnTo>
                <a:lnTo>
                  <a:pt x="688794" y="18845"/>
                </a:lnTo>
                <a:lnTo>
                  <a:pt x="688624" y="19080"/>
                </a:lnTo>
                <a:lnTo>
                  <a:pt x="688462" y="19320"/>
                </a:lnTo>
                <a:lnTo>
                  <a:pt x="688309" y="19565"/>
                </a:lnTo>
                <a:lnTo>
                  <a:pt x="688164" y="19817"/>
                </a:lnTo>
                <a:lnTo>
                  <a:pt x="688027" y="20074"/>
                </a:lnTo>
                <a:lnTo>
                  <a:pt x="687899" y="20337"/>
                </a:lnTo>
                <a:lnTo>
                  <a:pt x="687779" y="20606"/>
                </a:lnTo>
                <a:lnTo>
                  <a:pt x="687667" y="20880"/>
                </a:lnTo>
                <a:lnTo>
                  <a:pt x="687563" y="21161"/>
                </a:lnTo>
                <a:lnTo>
                  <a:pt x="687468" y="21447"/>
                </a:lnTo>
                <a:lnTo>
                  <a:pt x="687381" y="21738"/>
                </a:lnTo>
                <a:lnTo>
                  <a:pt x="687302" y="22036"/>
                </a:lnTo>
                <a:lnTo>
                  <a:pt x="687232" y="22339"/>
                </a:lnTo>
                <a:lnTo>
                  <a:pt x="687169" y="22648"/>
                </a:lnTo>
                <a:lnTo>
                  <a:pt x="687115" y="22962"/>
                </a:lnTo>
                <a:lnTo>
                  <a:pt x="687070" y="23283"/>
                </a:lnTo>
                <a:lnTo>
                  <a:pt x="687066" y="23318"/>
                </a:lnTo>
                <a:lnTo>
                  <a:pt x="686618" y="23318"/>
                </a:lnTo>
                <a:lnTo>
                  <a:pt x="686585" y="23164"/>
                </a:lnTo>
                <a:lnTo>
                  <a:pt x="686495" y="22789"/>
                </a:lnTo>
                <a:lnTo>
                  <a:pt x="686397" y="22422"/>
                </a:lnTo>
                <a:lnTo>
                  <a:pt x="686292" y="22063"/>
                </a:lnTo>
                <a:lnTo>
                  <a:pt x="686179" y="21712"/>
                </a:lnTo>
                <a:lnTo>
                  <a:pt x="686057" y="21369"/>
                </a:lnTo>
                <a:lnTo>
                  <a:pt x="685929" y="21034"/>
                </a:lnTo>
                <a:lnTo>
                  <a:pt x="685792" y="20707"/>
                </a:lnTo>
                <a:lnTo>
                  <a:pt x="685647" y="20387"/>
                </a:lnTo>
                <a:lnTo>
                  <a:pt x="685495" y="20076"/>
                </a:lnTo>
                <a:lnTo>
                  <a:pt x="685335" y="19773"/>
                </a:lnTo>
                <a:lnTo>
                  <a:pt x="685167" y="19478"/>
                </a:lnTo>
                <a:lnTo>
                  <a:pt x="684991" y="19190"/>
                </a:lnTo>
                <a:lnTo>
                  <a:pt x="684808" y="18911"/>
                </a:lnTo>
                <a:lnTo>
                  <a:pt x="684617" y="18641"/>
                </a:lnTo>
                <a:lnTo>
                  <a:pt x="684420" y="18383"/>
                </a:lnTo>
                <a:lnTo>
                  <a:pt x="684218" y="18136"/>
                </a:lnTo>
                <a:lnTo>
                  <a:pt x="684008" y="17901"/>
                </a:lnTo>
                <a:lnTo>
                  <a:pt x="683793" y="17677"/>
                </a:lnTo>
                <a:lnTo>
                  <a:pt x="683572" y="17465"/>
                </a:lnTo>
                <a:lnTo>
                  <a:pt x="683344" y="17264"/>
                </a:lnTo>
                <a:lnTo>
                  <a:pt x="683110" y="17075"/>
                </a:lnTo>
                <a:lnTo>
                  <a:pt x="682870" y="16897"/>
                </a:lnTo>
                <a:lnTo>
                  <a:pt x="682623" y="16731"/>
                </a:lnTo>
                <a:lnTo>
                  <a:pt x="682371" y="16576"/>
                </a:lnTo>
                <a:lnTo>
                  <a:pt x="682112" y="16433"/>
                </a:lnTo>
                <a:lnTo>
                  <a:pt x="681847" y="16301"/>
                </a:lnTo>
                <a:lnTo>
                  <a:pt x="681575" y="16180"/>
                </a:lnTo>
                <a:lnTo>
                  <a:pt x="681298" y="16071"/>
                </a:lnTo>
                <a:lnTo>
                  <a:pt x="681014" y="15974"/>
                </a:lnTo>
                <a:lnTo>
                  <a:pt x="680724" y="15888"/>
                </a:lnTo>
                <a:lnTo>
                  <a:pt x="680428" y="15813"/>
                </a:lnTo>
                <a:lnTo>
                  <a:pt x="680126" y="15750"/>
                </a:lnTo>
                <a:lnTo>
                  <a:pt x="679817" y="15698"/>
                </a:lnTo>
                <a:lnTo>
                  <a:pt x="679502" y="15658"/>
                </a:lnTo>
                <a:lnTo>
                  <a:pt x="679181" y="15629"/>
                </a:lnTo>
                <a:lnTo>
                  <a:pt x="678854" y="15612"/>
                </a:lnTo>
                <a:lnTo>
                  <a:pt x="678521" y="15606"/>
                </a:lnTo>
                <a:lnTo>
                  <a:pt x="678210" y="15611"/>
                </a:lnTo>
                <a:lnTo>
                  <a:pt x="677903" y="15624"/>
                </a:lnTo>
                <a:lnTo>
                  <a:pt x="677601" y="15647"/>
                </a:lnTo>
                <a:lnTo>
                  <a:pt x="677304" y="15678"/>
                </a:lnTo>
                <a:lnTo>
                  <a:pt x="677012" y="15718"/>
                </a:lnTo>
                <a:lnTo>
                  <a:pt x="676725" y="15767"/>
                </a:lnTo>
                <a:lnTo>
                  <a:pt x="676442" y="15825"/>
                </a:lnTo>
                <a:lnTo>
                  <a:pt x="676164" y="15892"/>
                </a:lnTo>
                <a:lnTo>
                  <a:pt x="675891" y="15968"/>
                </a:lnTo>
                <a:lnTo>
                  <a:pt x="675623" y="16053"/>
                </a:lnTo>
                <a:lnTo>
                  <a:pt x="675360" y="16146"/>
                </a:lnTo>
                <a:lnTo>
                  <a:pt x="675101" y="16249"/>
                </a:lnTo>
                <a:lnTo>
                  <a:pt x="674847" y="16361"/>
                </a:lnTo>
                <a:lnTo>
                  <a:pt x="674598" y="16481"/>
                </a:lnTo>
                <a:lnTo>
                  <a:pt x="674354" y="16611"/>
                </a:lnTo>
                <a:lnTo>
                  <a:pt x="674114" y="16749"/>
                </a:lnTo>
                <a:lnTo>
                  <a:pt x="673879" y="16896"/>
                </a:lnTo>
                <a:lnTo>
                  <a:pt x="673649" y="17052"/>
                </a:lnTo>
                <a:lnTo>
                  <a:pt x="673424" y="17217"/>
                </a:lnTo>
                <a:lnTo>
                  <a:pt x="673204" y="17391"/>
                </a:lnTo>
                <a:lnTo>
                  <a:pt x="672988" y="17574"/>
                </a:lnTo>
                <a:lnTo>
                  <a:pt x="672777" y="17766"/>
                </a:lnTo>
                <a:lnTo>
                  <a:pt x="672571" y="17967"/>
                </a:lnTo>
                <a:lnTo>
                  <a:pt x="672370" y="18177"/>
                </a:lnTo>
                <a:lnTo>
                  <a:pt x="672175" y="18394"/>
                </a:lnTo>
                <a:lnTo>
                  <a:pt x="671989" y="18617"/>
                </a:lnTo>
                <a:lnTo>
                  <a:pt x="671810" y="18845"/>
                </a:lnTo>
                <a:lnTo>
                  <a:pt x="671640" y="19080"/>
                </a:lnTo>
                <a:lnTo>
                  <a:pt x="671479" y="19320"/>
                </a:lnTo>
                <a:lnTo>
                  <a:pt x="671326" y="19565"/>
                </a:lnTo>
                <a:lnTo>
                  <a:pt x="671181" y="19817"/>
                </a:lnTo>
                <a:lnTo>
                  <a:pt x="671044" y="20074"/>
                </a:lnTo>
                <a:lnTo>
                  <a:pt x="670915" y="20337"/>
                </a:lnTo>
                <a:lnTo>
                  <a:pt x="670795" y="20606"/>
                </a:lnTo>
                <a:lnTo>
                  <a:pt x="670683" y="20880"/>
                </a:lnTo>
                <a:lnTo>
                  <a:pt x="670580" y="21161"/>
                </a:lnTo>
                <a:lnTo>
                  <a:pt x="670484" y="21447"/>
                </a:lnTo>
                <a:lnTo>
                  <a:pt x="670397" y="21738"/>
                </a:lnTo>
                <a:lnTo>
                  <a:pt x="670319" y="22036"/>
                </a:lnTo>
                <a:lnTo>
                  <a:pt x="670248" y="22339"/>
                </a:lnTo>
                <a:lnTo>
                  <a:pt x="670186" y="22648"/>
                </a:lnTo>
                <a:lnTo>
                  <a:pt x="670132" y="22962"/>
                </a:lnTo>
                <a:lnTo>
                  <a:pt x="670086" y="23283"/>
                </a:lnTo>
                <a:lnTo>
                  <a:pt x="670082" y="23318"/>
                </a:lnTo>
                <a:lnTo>
                  <a:pt x="669616" y="23318"/>
                </a:lnTo>
                <a:lnTo>
                  <a:pt x="669616" y="16524"/>
                </a:lnTo>
                <a:lnTo>
                  <a:pt x="660251" y="16524"/>
                </a:lnTo>
                <a:lnTo>
                  <a:pt x="660251" y="67016"/>
                </a:lnTo>
                <a:close/>
                <a:moveTo>
                  <a:pt x="466042" y="67764"/>
                </a:moveTo>
                <a:lnTo>
                  <a:pt x="466669" y="67690"/>
                </a:lnTo>
                <a:lnTo>
                  <a:pt x="467287" y="67602"/>
                </a:lnTo>
                <a:lnTo>
                  <a:pt x="467897" y="67500"/>
                </a:lnTo>
                <a:lnTo>
                  <a:pt x="468499" y="67385"/>
                </a:lnTo>
                <a:lnTo>
                  <a:pt x="469092" y="67256"/>
                </a:lnTo>
                <a:lnTo>
                  <a:pt x="469676" y="67114"/>
                </a:lnTo>
                <a:lnTo>
                  <a:pt x="470252" y="66958"/>
                </a:lnTo>
                <a:lnTo>
                  <a:pt x="470820" y="66789"/>
                </a:lnTo>
                <a:lnTo>
                  <a:pt x="471379" y="66606"/>
                </a:lnTo>
                <a:lnTo>
                  <a:pt x="471930" y="66410"/>
                </a:lnTo>
                <a:lnTo>
                  <a:pt x="472472" y="66200"/>
                </a:lnTo>
                <a:lnTo>
                  <a:pt x="473006" y="65976"/>
                </a:lnTo>
                <a:lnTo>
                  <a:pt x="473532" y="65739"/>
                </a:lnTo>
                <a:lnTo>
                  <a:pt x="474048" y="65489"/>
                </a:lnTo>
                <a:lnTo>
                  <a:pt x="474557" y="65224"/>
                </a:lnTo>
                <a:lnTo>
                  <a:pt x="475057" y="64947"/>
                </a:lnTo>
                <a:lnTo>
                  <a:pt x="475549" y="64656"/>
                </a:lnTo>
                <a:lnTo>
                  <a:pt x="476032" y="64351"/>
                </a:lnTo>
                <a:lnTo>
                  <a:pt x="476506" y="64032"/>
                </a:lnTo>
                <a:lnTo>
                  <a:pt x="476969" y="63703"/>
                </a:lnTo>
                <a:lnTo>
                  <a:pt x="477417" y="63364"/>
                </a:lnTo>
                <a:lnTo>
                  <a:pt x="477850" y="63016"/>
                </a:lnTo>
                <a:lnTo>
                  <a:pt x="478267" y="62659"/>
                </a:lnTo>
                <a:lnTo>
                  <a:pt x="478669" y="62293"/>
                </a:lnTo>
                <a:lnTo>
                  <a:pt x="479056" y="61918"/>
                </a:lnTo>
                <a:lnTo>
                  <a:pt x="479429" y="61534"/>
                </a:lnTo>
                <a:lnTo>
                  <a:pt x="479785" y="61141"/>
                </a:lnTo>
                <a:lnTo>
                  <a:pt x="480127" y="60738"/>
                </a:lnTo>
                <a:lnTo>
                  <a:pt x="480454" y="60327"/>
                </a:lnTo>
                <a:lnTo>
                  <a:pt x="480765" y="59907"/>
                </a:lnTo>
                <a:lnTo>
                  <a:pt x="481062" y="59477"/>
                </a:lnTo>
                <a:lnTo>
                  <a:pt x="481343" y="59038"/>
                </a:lnTo>
                <a:lnTo>
                  <a:pt x="481609" y="58591"/>
                </a:lnTo>
                <a:lnTo>
                  <a:pt x="481860" y="58134"/>
                </a:lnTo>
                <a:lnTo>
                  <a:pt x="482096" y="57668"/>
                </a:lnTo>
                <a:lnTo>
                  <a:pt x="482317" y="57193"/>
                </a:lnTo>
                <a:lnTo>
                  <a:pt x="482522" y="56709"/>
                </a:lnTo>
                <a:lnTo>
                  <a:pt x="482713" y="56215"/>
                </a:lnTo>
                <a:lnTo>
                  <a:pt x="482888" y="55713"/>
                </a:lnTo>
                <a:lnTo>
                  <a:pt x="483048" y="55202"/>
                </a:lnTo>
                <a:lnTo>
                  <a:pt x="483193" y="54681"/>
                </a:lnTo>
                <a:lnTo>
                  <a:pt x="483323" y="54152"/>
                </a:lnTo>
                <a:lnTo>
                  <a:pt x="483438" y="53613"/>
                </a:lnTo>
                <a:lnTo>
                  <a:pt x="472146" y="53613"/>
                </a:lnTo>
                <a:lnTo>
                  <a:pt x="472089" y="53825"/>
                </a:lnTo>
                <a:lnTo>
                  <a:pt x="472026" y="54033"/>
                </a:lnTo>
                <a:lnTo>
                  <a:pt x="471958" y="54236"/>
                </a:lnTo>
                <a:lnTo>
                  <a:pt x="471883" y="54436"/>
                </a:lnTo>
                <a:lnTo>
                  <a:pt x="471802" y="54630"/>
                </a:lnTo>
                <a:lnTo>
                  <a:pt x="471715" y="54821"/>
                </a:lnTo>
                <a:lnTo>
                  <a:pt x="471622" y="55007"/>
                </a:lnTo>
                <a:lnTo>
                  <a:pt x="471523" y="55189"/>
                </a:lnTo>
                <a:lnTo>
                  <a:pt x="471418" y="55367"/>
                </a:lnTo>
                <a:lnTo>
                  <a:pt x="471307" y="55540"/>
                </a:lnTo>
                <a:lnTo>
                  <a:pt x="471190" y="55709"/>
                </a:lnTo>
                <a:lnTo>
                  <a:pt x="471067" y="55874"/>
                </a:lnTo>
                <a:lnTo>
                  <a:pt x="470937" y="56034"/>
                </a:lnTo>
                <a:lnTo>
                  <a:pt x="470802" y="56190"/>
                </a:lnTo>
                <a:lnTo>
                  <a:pt x="470661" y="56342"/>
                </a:lnTo>
                <a:lnTo>
                  <a:pt x="470513" y="56490"/>
                </a:lnTo>
                <a:lnTo>
                  <a:pt x="470360" y="56633"/>
                </a:lnTo>
                <a:lnTo>
                  <a:pt x="470200" y="56772"/>
                </a:lnTo>
                <a:lnTo>
                  <a:pt x="470035" y="56906"/>
                </a:lnTo>
                <a:lnTo>
                  <a:pt x="469863" y="57036"/>
                </a:lnTo>
                <a:lnTo>
                  <a:pt x="469685" y="57162"/>
                </a:lnTo>
                <a:lnTo>
                  <a:pt x="469501" y="57284"/>
                </a:lnTo>
                <a:lnTo>
                  <a:pt x="469312" y="57401"/>
                </a:lnTo>
                <a:lnTo>
                  <a:pt x="469116" y="57514"/>
                </a:lnTo>
                <a:lnTo>
                  <a:pt x="468914" y="57623"/>
                </a:lnTo>
                <a:lnTo>
                  <a:pt x="468708" y="57727"/>
                </a:lnTo>
                <a:lnTo>
                  <a:pt x="468496" y="57826"/>
                </a:lnTo>
                <a:lnTo>
                  <a:pt x="468279" y="57921"/>
                </a:lnTo>
                <a:lnTo>
                  <a:pt x="468057" y="58011"/>
                </a:lnTo>
                <a:lnTo>
                  <a:pt x="467830" y="58097"/>
                </a:lnTo>
                <a:lnTo>
                  <a:pt x="467598" y="58178"/>
                </a:lnTo>
                <a:lnTo>
                  <a:pt x="467361" y="58254"/>
                </a:lnTo>
                <a:lnTo>
                  <a:pt x="467119" y="58325"/>
                </a:lnTo>
                <a:lnTo>
                  <a:pt x="466872" y="58392"/>
                </a:lnTo>
                <a:lnTo>
                  <a:pt x="466619" y="58455"/>
                </a:lnTo>
                <a:lnTo>
                  <a:pt x="466362" y="58513"/>
                </a:lnTo>
                <a:lnTo>
                  <a:pt x="466099" y="58566"/>
                </a:lnTo>
                <a:lnTo>
                  <a:pt x="465831" y="58614"/>
                </a:lnTo>
                <a:lnTo>
                  <a:pt x="465558" y="58658"/>
                </a:lnTo>
                <a:lnTo>
                  <a:pt x="465281" y="58697"/>
                </a:lnTo>
                <a:lnTo>
                  <a:pt x="464998" y="58732"/>
                </a:lnTo>
                <a:lnTo>
                  <a:pt x="464709" y="58762"/>
                </a:lnTo>
                <a:lnTo>
                  <a:pt x="464416" y="58787"/>
                </a:lnTo>
                <a:lnTo>
                  <a:pt x="464118" y="58808"/>
                </a:lnTo>
                <a:lnTo>
                  <a:pt x="463814" y="58824"/>
                </a:lnTo>
                <a:lnTo>
                  <a:pt x="463506" y="58836"/>
                </a:lnTo>
                <a:lnTo>
                  <a:pt x="463192" y="58843"/>
                </a:lnTo>
                <a:lnTo>
                  <a:pt x="462874" y="58845"/>
                </a:lnTo>
                <a:lnTo>
                  <a:pt x="462457" y="58841"/>
                </a:lnTo>
                <a:lnTo>
                  <a:pt x="462049" y="58826"/>
                </a:lnTo>
                <a:lnTo>
                  <a:pt x="461650" y="58803"/>
                </a:lnTo>
                <a:lnTo>
                  <a:pt x="461259" y="58770"/>
                </a:lnTo>
                <a:lnTo>
                  <a:pt x="460877" y="58728"/>
                </a:lnTo>
                <a:lnTo>
                  <a:pt x="460504" y="58676"/>
                </a:lnTo>
                <a:lnTo>
                  <a:pt x="460139" y="58615"/>
                </a:lnTo>
                <a:lnTo>
                  <a:pt x="459783" y="58544"/>
                </a:lnTo>
                <a:lnTo>
                  <a:pt x="459435" y="58464"/>
                </a:lnTo>
                <a:lnTo>
                  <a:pt x="459096" y="58375"/>
                </a:lnTo>
                <a:lnTo>
                  <a:pt x="458765" y="58276"/>
                </a:lnTo>
                <a:lnTo>
                  <a:pt x="458444" y="58168"/>
                </a:lnTo>
                <a:lnTo>
                  <a:pt x="458130" y="58051"/>
                </a:lnTo>
                <a:lnTo>
                  <a:pt x="457826" y="57924"/>
                </a:lnTo>
                <a:lnTo>
                  <a:pt x="457530" y="57787"/>
                </a:lnTo>
                <a:lnTo>
                  <a:pt x="457242" y="57642"/>
                </a:lnTo>
                <a:lnTo>
                  <a:pt x="456964" y="57487"/>
                </a:lnTo>
                <a:lnTo>
                  <a:pt x="456693" y="57322"/>
                </a:lnTo>
                <a:lnTo>
                  <a:pt x="456432" y="57148"/>
                </a:lnTo>
                <a:lnTo>
                  <a:pt x="456179" y="56965"/>
                </a:lnTo>
                <a:lnTo>
                  <a:pt x="455935" y="56772"/>
                </a:lnTo>
                <a:lnTo>
                  <a:pt x="455699" y="56570"/>
                </a:lnTo>
                <a:lnTo>
                  <a:pt x="455472" y="56358"/>
                </a:lnTo>
                <a:lnTo>
                  <a:pt x="455253" y="56137"/>
                </a:lnTo>
                <a:lnTo>
                  <a:pt x="455043" y="55907"/>
                </a:lnTo>
                <a:lnTo>
                  <a:pt x="454843" y="55668"/>
                </a:lnTo>
                <a:lnTo>
                  <a:pt x="454651" y="55420"/>
                </a:lnTo>
                <a:lnTo>
                  <a:pt x="454468" y="55162"/>
                </a:lnTo>
                <a:lnTo>
                  <a:pt x="454294" y="54896"/>
                </a:lnTo>
                <a:lnTo>
                  <a:pt x="454129" y="54620"/>
                </a:lnTo>
                <a:lnTo>
                  <a:pt x="453972" y="54335"/>
                </a:lnTo>
                <a:lnTo>
                  <a:pt x="453825" y="54042"/>
                </a:lnTo>
                <a:lnTo>
                  <a:pt x="453687" y="53739"/>
                </a:lnTo>
                <a:lnTo>
                  <a:pt x="453557" y="53427"/>
                </a:lnTo>
                <a:lnTo>
                  <a:pt x="453437" y="53106"/>
                </a:lnTo>
                <a:lnTo>
                  <a:pt x="453325" y="52776"/>
                </a:lnTo>
                <a:lnTo>
                  <a:pt x="453223" y="52436"/>
                </a:lnTo>
                <a:lnTo>
                  <a:pt x="453129" y="52088"/>
                </a:lnTo>
                <a:lnTo>
                  <a:pt x="453044" y="51731"/>
                </a:lnTo>
                <a:lnTo>
                  <a:pt x="452968" y="51364"/>
                </a:lnTo>
                <a:lnTo>
                  <a:pt x="452901" y="50989"/>
                </a:lnTo>
                <a:lnTo>
                  <a:pt x="452843" y="50604"/>
                </a:lnTo>
                <a:lnTo>
                  <a:pt x="452794" y="50210"/>
                </a:lnTo>
                <a:lnTo>
                  <a:pt x="452754" y="49807"/>
                </a:lnTo>
                <a:lnTo>
                  <a:pt x="452723" y="49395"/>
                </a:lnTo>
                <a:lnTo>
                  <a:pt x="452701" y="48974"/>
                </a:lnTo>
                <a:lnTo>
                  <a:pt x="452687" y="48544"/>
                </a:lnTo>
                <a:lnTo>
                  <a:pt x="452683" y="48105"/>
                </a:lnTo>
                <a:lnTo>
                  <a:pt x="452683" y="44525"/>
                </a:lnTo>
                <a:lnTo>
                  <a:pt x="483805" y="44525"/>
                </a:lnTo>
                <a:lnTo>
                  <a:pt x="483805" y="35436"/>
                </a:lnTo>
                <a:lnTo>
                  <a:pt x="483800" y="34942"/>
                </a:lnTo>
                <a:lnTo>
                  <a:pt x="483786" y="34452"/>
                </a:lnTo>
                <a:lnTo>
                  <a:pt x="483764" y="33968"/>
                </a:lnTo>
                <a:lnTo>
                  <a:pt x="483732" y="33489"/>
                </a:lnTo>
                <a:lnTo>
                  <a:pt x="483691" y="33016"/>
                </a:lnTo>
                <a:lnTo>
                  <a:pt x="483641" y="32547"/>
                </a:lnTo>
                <a:lnTo>
                  <a:pt x="483582" y="32084"/>
                </a:lnTo>
                <a:lnTo>
                  <a:pt x="483514" y="31626"/>
                </a:lnTo>
                <a:lnTo>
                  <a:pt x="483437" y="31174"/>
                </a:lnTo>
                <a:lnTo>
                  <a:pt x="483350" y="30727"/>
                </a:lnTo>
                <a:lnTo>
                  <a:pt x="483255" y="30285"/>
                </a:lnTo>
                <a:lnTo>
                  <a:pt x="483150" y="29848"/>
                </a:lnTo>
                <a:lnTo>
                  <a:pt x="483037" y="29416"/>
                </a:lnTo>
                <a:lnTo>
                  <a:pt x="482914" y="28990"/>
                </a:lnTo>
                <a:lnTo>
                  <a:pt x="482782" y="28569"/>
                </a:lnTo>
                <a:lnTo>
                  <a:pt x="482642" y="28153"/>
                </a:lnTo>
                <a:lnTo>
                  <a:pt x="482492" y="27743"/>
                </a:lnTo>
                <a:lnTo>
                  <a:pt x="482333" y="27338"/>
                </a:lnTo>
                <a:lnTo>
                  <a:pt x="482165" y="26938"/>
                </a:lnTo>
                <a:lnTo>
                  <a:pt x="481987" y="26543"/>
                </a:lnTo>
                <a:lnTo>
                  <a:pt x="481801" y="26154"/>
                </a:lnTo>
                <a:lnTo>
                  <a:pt x="481606" y="25770"/>
                </a:lnTo>
                <a:lnTo>
                  <a:pt x="481401" y="25391"/>
                </a:lnTo>
                <a:lnTo>
                  <a:pt x="481188" y="25017"/>
                </a:lnTo>
                <a:lnTo>
                  <a:pt x="480966" y="24649"/>
                </a:lnTo>
                <a:lnTo>
                  <a:pt x="480737" y="24289"/>
                </a:lnTo>
                <a:lnTo>
                  <a:pt x="480501" y="23935"/>
                </a:lnTo>
                <a:lnTo>
                  <a:pt x="480257" y="23588"/>
                </a:lnTo>
                <a:lnTo>
                  <a:pt x="480006" y="23247"/>
                </a:lnTo>
                <a:lnTo>
                  <a:pt x="479748" y="22914"/>
                </a:lnTo>
                <a:lnTo>
                  <a:pt x="479482" y="22587"/>
                </a:lnTo>
                <a:lnTo>
                  <a:pt x="479209" y="22268"/>
                </a:lnTo>
                <a:lnTo>
                  <a:pt x="478929" y="21955"/>
                </a:lnTo>
                <a:lnTo>
                  <a:pt x="478641" y="21649"/>
                </a:lnTo>
                <a:lnTo>
                  <a:pt x="478346" y="21350"/>
                </a:lnTo>
                <a:lnTo>
                  <a:pt x="478044" y="21058"/>
                </a:lnTo>
                <a:lnTo>
                  <a:pt x="477734" y="20772"/>
                </a:lnTo>
                <a:lnTo>
                  <a:pt x="477417" y="20494"/>
                </a:lnTo>
                <a:lnTo>
                  <a:pt x="477093" y="20222"/>
                </a:lnTo>
                <a:lnTo>
                  <a:pt x="476761" y="19957"/>
                </a:lnTo>
                <a:lnTo>
                  <a:pt x="476422" y="19699"/>
                </a:lnTo>
                <a:lnTo>
                  <a:pt x="476076" y="19448"/>
                </a:lnTo>
                <a:lnTo>
                  <a:pt x="475722" y="19204"/>
                </a:lnTo>
                <a:lnTo>
                  <a:pt x="475361" y="18967"/>
                </a:lnTo>
                <a:lnTo>
                  <a:pt x="474993" y="18736"/>
                </a:lnTo>
                <a:lnTo>
                  <a:pt x="474617" y="18513"/>
                </a:lnTo>
                <a:lnTo>
                  <a:pt x="474234" y="18296"/>
                </a:lnTo>
                <a:lnTo>
                  <a:pt x="473843" y="18086"/>
                </a:lnTo>
                <a:lnTo>
                  <a:pt x="473447" y="17884"/>
                </a:lnTo>
                <a:lnTo>
                  <a:pt x="473044" y="17690"/>
                </a:lnTo>
                <a:lnTo>
                  <a:pt x="472636" y="17505"/>
                </a:lnTo>
                <a:lnTo>
                  <a:pt x="472223" y="17328"/>
                </a:lnTo>
                <a:lnTo>
                  <a:pt x="471804" y="17160"/>
                </a:lnTo>
                <a:lnTo>
                  <a:pt x="471379" y="17001"/>
                </a:lnTo>
                <a:lnTo>
                  <a:pt x="470949" y="16850"/>
                </a:lnTo>
                <a:lnTo>
                  <a:pt x="470513" y="16708"/>
                </a:lnTo>
                <a:lnTo>
                  <a:pt x="470072" y="16575"/>
                </a:lnTo>
                <a:lnTo>
                  <a:pt x="469625" y="16450"/>
                </a:lnTo>
                <a:lnTo>
                  <a:pt x="469172" y="16334"/>
                </a:lnTo>
                <a:lnTo>
                  <a:pt x="468714" y="16226"/>
                </a:lnTo>
                <a:lnTo>
                  <a:pt x="468250" y="16127"/>
                </a:lnTo>
                <a:lnTo>
                  <a:pt x="467781" y="16037"/>
                </a:lnTo>
                <a:lnTo>
                  <a:pt x="467306" y="15955"/>
                </a:lnTo>
                <a:lnTo>
                  <a:pt x="466826" y="15882"/>
                </a:lnTo>
                <a:lnTo>
                  <a:pt x="466340" y="15817"/>
                </a:lnTo>
                <a:lnTo>
                  <a:pt x="465848" y="15761"/>
                </a:lnTo>
                <a:lnTo>
                  <a:pt x="465351" y="15714"/>
                </a:lnTo>
                <a:lnTo>
                  <a:pt x="464848" y="15675"/>
                </a:lnTo>
                <a:lnTo>
                  <a:pt x="464340" y="15645"/>
                </a:lnTo>
                <a:lnTo>
                  <a:pt x="463826" y="15624"/>
                </a:lnTo>
                <a:lnTo>
                  <a:pt x="463306" y="15611"/>
                </a:lnTo>
                <a:lnTo>
                  <a:pt x="462781" y="15606"/>
                </a:lnTo>
                <a:lnTo>
                  <a:pt x="462249" y="15611"/>
                </a:lnTo>
                <a:lnTo>
                  <a:pt x="461722" y="15624"/>
                </a:lnTo>
                <a:lnTo>
                  <a:pt x="461201" y="15645"/>
                </a:lnTo>
                <a:lnTo>
                  <a:pt x="460685" y="15675"/>
                </a:lnTo>
                <a:lnTo>
                  <a:pt x="460176" y="15714"/>
                </a:lnTo>
                <a:lnTo>
                  <a:pt x="459672" y="15761"/>
                </a:lnTo>
                <a:lnTo>
                  <a:pt x="459173" y="15817"/>
                </a:lnTo>
                <a:lnTo>
                  <a:pt x="458681" y="15882"/>
                </a:lnTo>
                <a:lnTo>
                  <a:pt x="458194" y="15955"/>
                </a:lnTo>
                <a:lnTo>
                  <a:pt x="457713" y="16037"/>
                </a:lnTo>
                <a:lnTo>
                  <a:pt x="457238" y="16127"/>
                </a:lnTo>
                <a:lnTo>
                  <a:pt x="456769" y="16226"/>
                </a:lnTo>
                <a:lnTo>
                  <a:pt x="456305" y="16334"/>
                </a:lnTo>
                <a:lnTo>
                  <a:pt x="455847" y="16450"/>
                </a:lnTo>
                <a:lnTo>
                  <a:pt x="455394" y="16575"/>
                </a:lnTo>
                <a:lnTo>
                  <a:pt x="454948" y="16708"/>
                </a:lnTo>
                <a:lnTo>
                  <a:pt x="454507" y="16850"/>
                </a:lnTo>
                <a:lnTo>
                  <a:pt x="454072" y="17001"/>
                </a:lnTo>
                <a:lnTo>
                  <a:pt x="453643" y="17160"/>
                </a:lnTo>
                <a:lnTo>
                  <a:pt x="453219" y="17328"/>
                </a:lnTo>
                <a:lnTo>
                  <a:pt x="452801" y="17505"/>
                </a:lnTo>
                <a:lnTo>
                  <a:pt x="452389" y="17690"/>
                </a:lnTo>
                <a:lnTo>
                  <a:pt x="451982" y="17884"/>
                </a:lnTo>
                <a:lnTo>
                  <a:pt x="451582" y="18086"/>
                </a:lnTo>
                <a:lnTo>
                  <a:pt x="451188" y="18296"/>
                </a:lnTo>
                <a:lnTo>
                  <a:pt x="450801" y="18513"/>
                </a:lnTo>
                <a:lnTo>
                  <a:pt x="450422" y="18736"/>
                </a:lnTo>
                <a:lnTo>
                  <a:pt x="450050" y="18967"/>
                </a:lnTo>
                <a:lnTo>
                  <a:pt x="449686" y="19204"/>
                </a:lnTo>
                <a:lnTo>
                  <a:pt x="449330" y="19448"/>
                </a:lnTo>
                <a:lnTo>
                  <a:pt x="448980" y="19699"/>
                </a:lnTo>
                <a:lnTo>
                  <a:pt x="448639" y="19957"/>
                </a:lnTo>
                <a:lnTo>
                  <a:pt x="448305" y="20222"/>
                </a:lnTo>
                <a:lnTo>
                  <a:pt x="447978" y="20494"/>
                </a:lnTo>
                <a:lnTo>
                  <a:pt x="447659" y="20772"/>
                </a:lnTo>
                <a:lnTo>
                  <a:pt x="447347" y="21058"/>
                </a:lnTo>
                <a:lnTo>
                  <a:pt x="447043" y="21350"/>
                </a:lnTo>
                <a:lnTo>
                  <a:pt x="446746" y="21649"/>
                </a:lnTo>
                <a:lnTo>
                  <a:pt x="446457" y="21955"/>
                </a:lnTo>
                <a:lnTo>
                  <a:pt x="446175" y="22268"/>
                </a:lnTo>
                <a:lnTo>
                  <a:pt x="445901" y="22587"/>
                </a:lnTo>
                <a:lnTo>
                  <a:pt x="445634" y="22914"/>
                </a:lnTo>
                <a:lnTo>
                  <a:pt x="445375" y="23247"/>
                </a:lnTo>
                <a:lnTo>
                  <a:pt x="445123" y="23588"/>
                </a:lnTo>
                <a:lnTo>
                  <a:pt x="444879" y="23935"/>
                </a:lnTo>
                <a:lnTo>
                  <a:pt x="444642" y="24289"/>
                </a:lnTo>
                <a:lnTo>
                  <a:pt x="444413" y="24649"/>
                </a:lnTo>
                <a:lnTo>
                  <a:pt x="444191" y="25017"/>
                </a:lnTo>
                <a:lnTo>
                  <a:pt x="443978" y="25391"/>
                </a:lnTo>
                <a:lnTo>
                  <a:pt x="443773" y="25770"/>
                </a:lnTo>
                <a:lnTo>
                  <a:pt x="443578" y="26154"/>
                </a:lnTo>
                <a:lnTo>
                  <a:pt x="443392" y="26543"/>
                </a:lnTo>
                <a:lnTo>
                  <a:pt x="443215" y="26938"/>
                </a:lnTo>
                <a:lnTo>
                  <a:pt x="443047" y="27338"/>
                </a:lnTo>
                <a:lnTo>
                  <a:pt x="442888" y="27743"/>
                </a:lnTo>
                <a:lnTo>
                  <a:pt x="442738" y="28153"/>
                </a:lnTo>
                <a:lnTo>
                  <a:pt x="442597" y="28569"/>
                </a:lnTo>
                <a:lnTo>
                  <a:pt x="442466" y="28990"/>
                </a:lnTo>
                <a:lnTo>
                  <a:pt x="442343" y="29416"/>
                </a:lnTo>
                <a:lnTo>
                  <a:pt x="442230" y="29848"/>
                </a:lnTo>
                <a:lnTo>
                  <a:pt x="442125" y="30285"/>
                </a:lnTo>
                <a:lnTo>
                  <a:pt x="442030" y="30727"/>
                </a:lnTo>
                <a:lnTo>
                  <a:pt x="441943" y="31174"/>
                </a:lnTo>
                <a:lnTo>
                  <a:pt x="441866" y="31626"/>
                </a:lnTo>
                <a:lnTo>
                  <a:pt x="441798" y="32084"/>
                </a:lnTo>
                <a:lnTo>
                  <a:pt x="441739" y="32547"/>
                </a:lnTo>
                <a:lnTo>
                  <a:pt x="441689" y="33016"/>
                </a:lnTo>
                <a:lnTo>
                  <a:pt x="441648" y="33489"/>
                </a:lnTo>
                <a:lnTo>
                  <a:pt x="441617" y="33968"/>
                </a:lnTo>
                <a:lnTo>
                  <a:pt x="441594" y="34452"/>
                </a:lnTo>
                <a:lnTo>
                  <a:pt x="441580" y="34942"/>
                </a:lnTo>
                <a:lnTo>
                  <a:pt x="441576" y="35436"/>
                </a:lnTo>
                <a:lnTo>
                  <a:pt x="441576" y="48105"/>
                </a:lnTo>
                <a:lnTo>
                  <a:pt x="441580" y="48600"/>
                </a:lnTo>
                <a:lnTo>
                  <a:pt x="441594" y="49089"/>
                </a:lnTo>
                <a:lnTo>
                  <a:pt x="441617" y="49573"/>
                </a:lnTo>
                <a:lnTo>
                  <a:pt x="441648" y="50052"/>
                </a:lnTo>
                <a:lnTo>
                  <a:pt x="441689" y="50525"/>
                </a:lnTo>
                <a:lnTo>
                  <a:pt x="441739" y="50994"/>
                </a:lnTo>
                <a:lnTo>
                  <a:pt x="441798" y="51457"/>
                </a:lnTo>
                <a:lnTo>
                  <a:pt x="441866" y="51914"/>
                </a:lnTo>
                <a:lnTo>
                  <a:pt x="441943" y="52367"/>
                </a:lnTo>
                <a:lnTo>
                  <a:pt x="442030" y="52814"/>
                </a:lnTo>
                <a:lnTo>
                  <a:pt x="442125" y="53256"/>
                </a:lnTo>
                <a:lnTo>
                  <a:pt x="442230" y="53693"/>
                </a:lnTo>
                <a:lnTo>
                  <a:pt x="442343" y="54125"/>
                </a:lnTo>
                <a:lnTo>
                  <a:pt x="442466" y="54551"/>
                </a:lnTo>
                <a:lnTo>
                  <a:pt x="442597" y="54972"/>
                </a:lnTo>
                <a:lnTo>
                  <a:pt x="442738" y="55388"/>
                </a:lnTo>
                <a:lnTo>
                  <a:pt x="442888" y="55798"/>
                </a:lnTo>
                <a:lnTo>
                  <a:pt x="443047" y="56203"/>
                </a:lnTo>
                <a:lnTo>
                  <a:pt x="443215" y="56603"/>
                </a:lnTo>
                <a:lnTo>
                  <a:pt x="443392" y="56998"/>
                </a:lnTo>
                <a:lnTo>
                  <a:pt x="443578" y="57387"/>
                </a:lnTo>
                <a:lnTo>
                  <a:pt x="443773" y="57772"/>
                </a:lnTo>
                <a:lnTo>
                  <a:pt x="443978" y="58151"/>
                </a:lnTo>
                <a:lnTo>
                  <a:pt x="444191" y="58524"/>
                </a:lnTo>
                <a:lnTo>
                  <a:pt x="444413" y="58892"/>
                </a:lnTo>
                <a:lnTo>
                  <a:pt x="444642" y="59253"/>
                </a:lnTo>
                <a:lnTo>
                  <a:pt x="444879" y="59607"/>
                </a:lnTo>
                <a:lnTo>
                  <a:pt x="445123" y="59954"/>
                </a:lnTo>
                <a:lnTo>
                  <a:pt x="445375" y="60294"/>
                </a:lnTo>
                <a:lnTo>
                  <a:pt x="445634" y="60627"/>
                </a:lnTo>
                <a:lnTo>
                  <a:pt x="445901" y="60954"/>
                </a:lnTo>
                <a:lnTo>
                  <a:pt x="446175" y="61273"/>
                </a:lnTo>
                <a:lnTo>
                  <a:pt x="446457" y="61586"/>
                </a:lnTo>
                <a:lnTo>
                  <a:pt x="446746" y="61892"/>
                </a:lnTo>
                <a:lnTo>
                  <a:pt x="447043" y="62191"/>
                </a:lnTo>
                <a:lnTo>
                  <a:pt x="447347" y="62483"/>
                </a:lnTo>
                <a:lnTo>
                  <a:pt x="447659" y="62768"/>
                </a:lnTo>
                <a:lnTo>
                  <a:pt x="447978" y="63047"/>
                </a:lnTo>
                <a:lnTo>
                  <a:pt x="448305" y="63319"/>
                </a:lnTo>
                <a:lnTo>
                  <a:pt x="448639" y="63584"/>
                </a:lnTo>
                <a:lnTo>
                  <a:pt x="448980" y="63842"/>
                </a:lnTo>
                <a:lnTo>
                  <a:pt x="449330" y="64093"/>
                </a:lnTo>
                <a:lnTo>
                  <a:pt x="449686" y="64337"/>
                </a:lnTo>
                <a:lnTo>
                  <a:pt x="450050" y="64574"/>
                </a:lnTo>
                <a:lnTo>
                  <a:pt x="450422" y="64805"/>
                </a:lnTo>
                <a:lnTo>
                  <a:pt x="450801" y="65029"/>
                </a:lnTo>
                <a:lnTo>
                  <a:pt x="451188" y="65246"/>
                </a:lnTo>
                <a:lnTo>
                  <a:pt x="451582" y="65456"/>
                </a:lnTo>
                <a:lnTo>
                  <a:pt x="451982" y="65658"/>
                </a:lnTo>
                <a:lnTo>
                  <a:pt x="452389" y="65851"/>
                </a:lnTo>
                <a:lnTo>
                  <a:pt x="452801" y="66036"/>
                </a:lnTo>
                <a:lnTo>
                  <a:pt x="453219" y="66213"/>
                </a:lnTo>
                <a:lnTo>
                  <a:pt x="453643" y="66381"/>
                </a:lnTo>
                <a:lnTo>
                  <a:pt x="454072" y="66540"/>
                </a:lnTo>
                <a:lnTo>
                  <a:pt x="454507" y="66690"/>
                </a:lnTo>
                <a:lnTo>
                  <a:pt x="454948" y="66832"/>
                </a:lnTo>
                <a:lnTo>
                  <a:pt x="455394" y="66966"/>
                </a:lnTo>
                <a:lnTo>
                  <a:pt x="455847" y="67090"/>
                </a:lnTo>
                <a:lnTo>
                  <a:pt x="456305" y="67207"/>
                </a:lnTo>
                <a:lnTo>
                  <a:pt x="456769" y="67314"/>
                </a:lnTo>
                <a:lnTo>
                  <a:pt x="457238" y="67413"/>
                </a:lnTo>
                <a:lnTo>
                  <a:pt x="457713" y="67503"/>
                </a:lnTo>
                <a:lnTo>
                  <a:pt x="458194" y="67585"/>
                </a:lnTo>
                <a:lnTo>
                  <a:pt x="458681" y="67658"/>
                </a:lnTo>
                <a:lnTo>
                  <a:pt x="459173" y="67723"/>
                </a:lnTo>
                <a:lnTo>
                  <a:pt x="459672" y="67779"/>
                </a:lnTo>
                <a:lnTo>
                  <a:pt x="460176" y="67826"/>
                </a:lnTo>
                <a:lnTo>
                  <a:pt x="460685" y="67865"/>
                </a:lnTo>
                <a:lnTo>
                  <a:pt x="461201" y="67895"/>
                </a:lnTo>
                <a:lnTo>
                  <a:pt x="461722" y="67916"/>
                </a:lnTo>
                <a:lnTo>
                  <a:pt x="462249" y="67929"/>
                </a:lnTo>
                <a:lnTo>
                  <a:pt x="462781" y="67934"/>
                </a:lnTo>
                <a:lnTo>
                  <a:pt x="463450" y="67927"/>
                </a:lnTo>
                <a:lnTo>
                  <a:pt x="464111" y="67907"/>
                </a:lnTo>
                <a:lnTo>
                  <a:pt x="464763" y="67873"/>
                </a:lnTo>
                <a:lnTo>
                  <a:pt x="465407" y="67825"/>
                </a:lnTo>
                <a:lnTo>
                  <a:pt x="466042" y="67764"/>
                </a:lnTo>
                <a:close/>
                <a:moveTo>
                  <a:pt x="452701" y="34581"/>
                </a:moveTo>
                <a:lnTo>
                  <a:pt x="452723" y="34165"/>
                </a:lnTo>
                <a:lnTo>
                  <a:pt x="452754" y="33758"/>
                </a:lnTo>
                <a:lnTo>
                  <a:pt x="452794" y="33359"/>
                </a:lnTo>
                <a:lnTo>
                  <a:pt x="452843" y="32969"/>
                </a:lnTo>
                <a:lnTo>
                  <a:pt x="452901" y="32587"/>
                </a:lnTo>
                <a:lnTo>
                  <a:pt x="452968" y="32213"/>
                </a:lnTo>
                <a:lnTo>
                  <a:pt x="453044" y="31847"/>
                </a:lnTo>
                <a:lnTo>
                  <a:pt x="453129" y="31490"/>
                </a:lnTo>
                <a:lnTo>
                  <a:pt x="453223" y="31141"/>
                </a:lnTo>
                <a:lnTo>
                  <a:pt x="453325" y="30800"/>
                </a:lnTo>
                <a:lnTo>
                  <a:pt x="453437" y="30467"/>
                </a:lnTo>
                <a:lnTo>
                  <a:pt x="453557" y="30143"/>
                </a:lnTo>
                <a:lnTo>
                  <a:pt x="453687" y="29827"/>
                </a:lnTo>
                <a:lnTo>
                  <a:pt x="453825" y="29520"/>
                </a:lnTo>
                <a:lnTo>
                  <a:pt x="453972" y="29221"/>
                </a:lnTo>
                <a:lnTo>
                  <a:pt x="454129" y="28930"/>
                </a:lnTo>
                <a:lnTo>
                  <a:pt x="454294" y="28647"/>
                </a:lnTo>
                <a:lnTo>
                  <a:pt x="454468" y="28373"/>
                </a:lnTo>
                <a:lnTo>
                  <a:pt x="454651" y="28106"/>
                </a:lnTo>
                <a:lnTo>
                  <a:pt x="454843" y="27849"/>
                </a:lnTo>
                <a:lnTo>
                  <a:pt x="455043" y="27599"/>
                </a:lnTo>
                <a:lnTo>
                  <a:pt x="455253" y="27358"/>
                </a:lnTo>
                <a:lnTo>
                  <a:pt x="455472" y="27126"/>
                </a:lnTo>
                <a:lnTo>
                  <a:pt x="455698" y="26903"/>
                </a:lnTo>
                <a:lnTo>
                  <a:pt x="455933" y="26691"/>
                </a:lnTo>
                <a:lnTo>
                  <a:pt x="456176" y="26488"/>
                </a:lnTo>
                <a:lnTo>
                  <a:pt x="456428" y="26295"/>
                </a:lnTo>
                <a:lnTo>
                  <a:pt x="456688" y="26112"/>
                </a:lnTo>
                <a:lnTo>
                  <a:pt x="456956" y="25940"/>
                </a:lnTo>
                <a:lnTo>
                  <a:pt x="457232" y="25776"/>
                </a:lnTo>
                <a:lnTo>
                  <a:pt x="457517" y="25623"/>
                </a:lnTo>
                <a:lnTo>
                  <a:pt x="457810" y="25480"/>
                </a:lnTo>
                <a:lnTo>
                  <a:pt x="458111" y="25347"/>
                </a:lnTo>
                <a:lnTo>
                  <a:pt x="458420" y="25223"/>
                </a:lnTo>
                <a:lnTo>
                  <a:pt x="458738" y="25109"/>
                </a:lnTo>
                <a:lnTo>
                  <a:pt x="459064" y="25006"/>
                </a:lnTo>
                <a:lnTo>
                  <a:pt x="459399" y="24912"/>
                </a:lnTo>
                <a:lnTo>
                  <a:pt x="459741" y="24828"/>
                </a:lnTo>
                <a:lnTo>
                  <a:pt x="460092" y="24754"/>
                </a:lnTo>
                <a:lnTo>
                  <a:pt x="460452" y="24689"/>
                </a:lnTo>
                <a:lnTo>
                  <a:pt x="460819" y="24635"/>
                </a:lnTo>
                <a:lnTo>
                  <a:pt x="461195" y="24590"/>
                </a:lnTo>
                <a:lnTo>
                  <a:pt x="461579" y="24556"/>
                </a:lnTo>
                <a:lnTo>
                  <a:pt x="461972" y="24531"/>
                </a:lnTo>
                <a:lnTo>
                  <a:pt x="462372" y="24516"/>
                </a:lnTo>
                <a:lnTo>
                  <a:pt x="462781" y="24511"/>
                </a:lnTo>
                <a:lnTo>
                  <a:pt x="463190" y="24516"/>
                </a:lnTo>
                <a:lnTo>
                  <a:pt x="463590" y="24531"/>
                </a:lnTo>
                <a:lnTo>
                  <a:pt x="463982" y="24555"/>
                </a:lnTo>
                <a:lnTo>
                  <a:pt x="464365" y="24589"/>
                </a:lnTo>
                <a:lnTo>
                  <a:pt x="464739" y="24633"/>
                </a:lnTo>
                <a:lnTo>
                  <a:pt x="465105" y="24686"/>
                </a:lnTo>
                <a:lnTo>
                  <a:pt x="465462" y="24750"/>
                </a:lnTo>
                <a:lnTo>
                  <a:pt x="465811" y="24823"/>
                </a:lnTo>
                <a:lnTo>
                  <a:pt x="466151" y="24905"/>
                </a:lnTo>
                <a:lnTo>
                  <a:pt x="466482" y="24998"/>
                </a:lnTo>
                <a:lnTo>
                  <a:pt x="466805" y="25100"/>
                </a:lnTo>
                <a:lnTo>
                  <a:pt x="467119" y="25211"/>
                </a:lnTo>
                <a:lnTo>
                  <a:pt x="467424" y="25333"/>
                </a:lnTo>
                <a:lnTo>
                  <a:pt x="467721" y="25464"/>
                </a:lnTo>
                <a:lnTo>
                  <a:pt x="468009" y="25605"/>
                </a:lnTo>
                <a:lnTo>
                  <a:pt x="468289" y="25756"/>
                </a:lnTo>
                <a:lnTo>
                  <a:pt x="468560" y="25916"/>
                </a:lnTo>
                <a:lnTo>
                  <a:pt x="468823" y="26086"/>
                </a:lnTo>
                <a:lnTo>
                  <a:pt x="469077" y="26266"/>
                </a:lnTo>
                <a:lnTo>
                  <a:pt x="469322" y="26456"/>
                </a:lnTo>
                <a:lnTo>
                  <a:pt x="469558" y="26655"/>
                </a:lnTo>
                <a:lnTo>
                  <a:pt x="469786" y="26864"/>
                </a:lnTo>
                <a:lnTo>
                  <a:pt x="470006" y="27083"/>
                </a:lnTo>
                <a:lnTo>
                  <a:pt x="470217" y="27312"/>
                </a:lnTo>
                <a:lnTo>
                  <a:pt x="470419" y="27549"/>
                </a:lnTo>
                <a:lnTo>
                  <a:pt x="470613" y="27795"/>
                </a:lnTo>
                <a:lnTo>
                  <a:pt x="470798" y="28050"/>
                </a:lnTo>
                <a:lnTo>
                  <a:pt x="470974" y="28313"/>
                </a:lnTo>
                <a:lnTo>
                  <a:pt x="471142" y="28584"/>
                </a:lnTo>
                <a:lnTo>
                  <a:pt x="471301" y="28864"/>
                </a:lnTo>
                <a:lnTo>
                  <a:pt x="471452" y="29152"/>
                </a:lnTo>
                <a:lnTo>
                  <a:pt x="471594" y="29449"/>
                </a:lnTo>
                <a:lnTo>
                  <a:pt x="471728" y="29754"/>
                </a:lnTo>
                <a:lnTo>
                  <a:pt x="471852" y="30067"/>
                </a:lnTo>
                <a:lnTo>
                  <a:pt x="471969" y="30389"/>
                </a:lnTo>
                <a:lnTo>
                  <a:pt x="472076" y="30720"/>
                </a:lnTo>
                <a:lnTo>
                  <a:pt x="472175" y="31059"/>
                </a:lnTo>
                <a:lnTo>
                  <a:pt x="472266" y="31406"/>
                </a:lnTo>
                <a:lnTo>
                  <a:pt x="472347" y="31762"/>
                </a:lnTo>
                <a:lnTo>
                  <a:pt x="472421" y="32126"/>
                </a:lnTo>
                <a:lnTo>
                  <a:pt x="472485" y="32499"/>
                </a:lnTo>
                <a:lnTo>
                  <a:pt x="472541" y="32880"/>
                </a:lnTo>
                <a:lnTo>
                  <a:pt x="472588" y="33269"/>
                </a:lnTo>
                <a:lnTo>
                  <a:pt x="472627" y="33667"/>
                </a:lnTo>
                <a:lnTo>
                  <a:pt x="472657" y="34074"/>
                </a:lnTo>
                <a:lnTo>
                  <a:pt x="472679" y="34489"/>
                </a:lnTo>
                <a:lnTo>
                  <a:pt x="472692" y="34912"/>
                </a:lnTo>
                <a:lnTo>
                  <a:pt x="472696" y="35344"/>
                </a:lnTo>
                <a:lnTo>
                  <a:pt x="472696" y="37188"/>
                </a:lnTo>
                <a:lnTo>
                  <a:pt x="452683" y="37364"/>
                </a:lnTo>
                <a:lnTo>
                  <a:pt x="452683" y="35436"/>
                </a:lnTo>
                <a:lnTo>
                  <a:pt x="452687" y="35004"/>
                </a:lnTo>
                <a:lnTo>
                  <a:pt x="452701" y="34581"/>
                </a:lnTo>
                <a:close/>
                <a:moveTo>
                  <a:pt x="539804" y="79685"/>
                </a:moveTo>
                <a:lnTo>
                  <a:pt x="539804" y="69311"/>
                </a:lnTo>
                <a:lnTo>
                  <a:pt x="495739" y="69311"/>
                </a:lnTo>
                <a:lnTo>
                  <a:pt x="495739" y="79685"/>
                </a:lnTo>
                <a:lnTo>
                  <a:pt x="539804" y="796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30FACB-C37C-4FB1-8973-49A76CD5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9512" y="2580734"/>
            <a:ext cx="968816" cy="472752"/>
          </a:xfrm>
          <a:custGeom xmlns:a="http://schemas.openxmlformats.org/drawingml/2006/main">
            <a:pathLst>
              <a:path w="968816" h="472752">
                <a:moveTo>
                  <a:pt x="0" y="0"/>
                </a:moveTo>
                <a:lnTo>
                  <a:pt x="968816" y="0"/>
                </a:lnTo>
                <a:lnTo>
                  <a:pt x="968816" y="472752"/>
                </a:lnTo>
                <a:lnTo>
                  <a:pt x="0" y="4727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Text csrf.py">
            <a:extLst xmlns:a="http://schemas.openxmlformats.org/drawingml/2006/main">
              <a:ext uri="{FF2B5EF4-FFF2-40B4-BE49-F238E27FC236}">
                <a16:creationId xmlns:a16="http://schemas.microsoft.com/office/drawing/2014/main" id="{EE33C0FD-F2E1-4017-95F7-C3F4472D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465" y="2762046"/>
            <a:ext cx="469574" cy="104425"/>
          </a:xfrm>
          <a:custGeom xmlns:a="http://schemas.openxmlformats.org/drawingml/2006/main">
            <a:pathLst>
              <a:path w="469574" h="104425">
                <a:moveTo>
                  <a:pt x="260606" y="40622"/>
                </a:moveTo>
                <a:lnTo>
                  <a:pt x="260606" y="27655"/>
                </a:lnTo>
                <a:lnTo>
                  <a:pt x="236393" y="27655"/>
                </a:lnTo>
                <a:lnTo>
                  <a:pt x="236393" y="18359"/>
                </a:lnTo>
                <a:lnTo>
                  <a:pt x="236396" y="18141"/>
                </a:lnTo>
                <a:lnTo>
                  <a:pt x="236405" y="17927"/>
                </a:lnTo>
                <a:lnTo>
                  <a:pt x="236419" y="17717"/>
                </a:lnTo>
                <a:lnTo>
                  <a:pt x="236440" y="17510"/>
                </a:lnTo>
                <a:lnTo>
                  <a:pt x="236466" y="17307"/>
                </a:lnTo>
                <a:lnTo>
                  <a:pt x="236497" y="17108"/>
                </a:lnTo>
                <a:lnTo>
                  <a:pt x="236535" y="16913"/>
                </a:lnTo>
                <a:lnTo>
                  <a:pt x="236578" y="16721"/>
                </a:lnTo>
                <a:lnTo>
                  <a:pt x="236627" y="16534"/>
                </a:lnTo>
                <a:lnTo>
                  <a:pt x="236682" y="16350"/>
                </a:lnTo>
                <a:lnTo>
                  <a:pt x="236743" y="16170"/>
                </a:lnTo>
                <a:lnTo>
                  <a:pt x="236809" y="15993"/>
                </a:lnTo>
                <a:lnTo>
                  <a:pt x="236881" y="15821"/>
                </a:lnTo>
                <a:lnTo>
                  <a:pt x="236959" y="15652"/>
                </a:lnTo>
                <a:lnTo>
                  <a:pt x="237043" y="15487"/>
                </a:lnTo>
                <a:lnTo>
                  <a:pt x="237133" y="15326"/>
                </a:lnTo>
                <a:lnTo>
                  <a:pt x="237228" y="15168"/>
                </a:lnTo>
                <a:lnTo>
                  <a:pt x="237329" y="15015"/>
                </a:lnTo>
                <a:lnTo>
                  <a:pt x="237436" y="14865"/>
                </a:lnTo>
                <a:lnTo>
                  <a:pt x="237548" y="14719"/>
                </a:lnTo>
                <a:lnTo>
                  <a:pt x="237667" y="14577"/>
                </a:lnTo>
                <a:lnTo>
                  <a:pt x="237791" y="14438"/>
                </a:lnTo>
                <a:lnTo>
                  <a:pt x="237921" y="14304"/>
                </a:lnTo>
                <a:lnTo>
                  <a:pt x="238057" y="14173"/>
                </a:lnTo>
                <a:lnTo>
                  <a:pt x="238197" y="14046"/>
                </a:lnTo>
                <a:lnTo>
                  <a:pt x="238342" y="13925"/>
                </a:lnTo>
                <a:lnTo>
                  <a:pt x="238490" y="13809"/>
                </a:lnTo>
                <a:lnTo>
                  <a:pt x="238642" y="13699"/>
                </a:lnTo>
                <a:lnTo>
                  <a:pt x="238797" y="13594"/>
                </a:lnTo>
                <a:lnTo>
                  <a:pt x="238957" y="13495"/>
                </a:lnTo>
                <a:lnTo>
                  <a:pt x="239120" y="13401"/>
                </a:lnTo>
                <a:lnTo>
                  <a:pt x="239287" y="13312"/>
                </a:lnTo>
                <a:lnTo>
                  <a:pt x="239458" y="13228"/>
                </a:lnTo>
                <a:lnTo>
                  <a:pt x="239632" y="13150"/>
                </a:lnTo>
                <a:lnTo>
                  <a:pt x="239811" y="13078"/>
                </a:lnTo>
                <a:lnTo>
                  <a:pt x="239993" y="13010"/>
                </a:lnTo>
                <a:lnTo>
                  <a:pt x="240179" y="12949"/>
                </a:lnTo>
                <a:lnTo>
                  <a:pt x="240369" y="12892"/>
                </a:lnTo>
                <a:lnTo>
                  <a:pt x="240562" y="12841"/>
                </a:lnTo>
                <a:lnTo>
                  <a:pt x="240760" y="12795"/>
                </a:lnTo>
                <a:lnTo>
                  <a:pt x="240961" y="12755"/>
                </a:lnTo>
                <a:lnTo>
                  <a:pt x="241166" y="12720"/>
                </a:lnTo>
                <a:lnTo>
                  <a:pt x="241374" y="12690"/>
                </a:lnTo>
                <a:lnTo>
                  <a:pt x="241587" y="12666"/>
                </a:lnTo>
                <a:lnTo>
                  <a:pt x="241803" y="12647"/>
                </a:lnTo>
                <a:lnTo>
                  <a:pt x="242023" y="12634"/>
                </a:lnTo>
                <a:lnTo>
                  <a:pt x="242247" y="12626"/>
                </a:lnTo>
                <a:lnTo>
                  <a:pt x="242475" y="12623"/>
                </a:lnTo>
                <a:lnTo>
                  <a:pt x="260606" y="12623"/>
                </a:lnTo>
                <a:lnTo>
                  <a:pt x="260606" y="0"/>
                </a:lnTo>
                <a:lnTo>
                  <a:pt x="242131" y="0"/>
                </a:lnTo>
                <a:lnTo>
                  <a:pt x="241382" y="9"/>
                </a:lnTo>
                <a:lnTo>
                  <a:pt x="240645" y="34"/>
                </a:lnTo>
                <a:lnTo>
                  <a:pt x="239920" y="77"/>
                </a:lnTo>
                <a:lnTo>
                  <a:pt x="239208" y="137"/>
                </a:lnTo>
                <a:lnTo>
                  <a:pt x="238508" y="214"/>
                </a:lnTo>
                <a:lnTo>
                  <a:pt x="237820" y="308"/>
                </a:lnTo>
                <a:lnTo>
                  <a:pt x="237145" y="420"/>
                </a:lnTo>
                <a:lnTo>
                  <a:pt x="236482" y="548"/>
                </a:lnTo>
                <a:lnTo>
                  <a:pt x="235832" y="694"/>
                </a:lnTo>
                <a:lnTo>
                  <a:pt x="235193" y="857"/>
                </a:lnTo>
                <a:lnTo>
                  <a:pt x="234568" y="1037"/>
                </a:lnTo>
                <a:lnTo>
                  <a:pt x="233954" y="1234"/>
                </a:lnTo>
                <a:lnTo>
                  <a:pt x="233353" y="1448"/>
                </a:lnTo>
                <a:lnTo>
                  <a:pt x="232764" y="1679"/>
                </a:lnTo>
                <a:lnTo>
                  <a:pt x="232188" y="1927"/>
                </a:lnTo>
                <a:lnTo>
                  <a:pt x="231624" y="2193"/>
                </a:lnTo>
                <a:lnTo>
                  <a:pt x="231072" y="2476"/>
                </a:lnTo>
                <a:lnTo>
                  <a:pt x="230533" y="2776"/>
                </a:lnTo>
                <a:lnTo>
                  <a:pt x="230006" y="3093"/>
                </a:lnTo>
                <a:lnTo>
                  <a:pt x="229491" y="3427"/>
                </a:lnTo>
                <a:lnTo>
                  <a:pt x="228989" y="3778"/>
                </a:lnTo>
                <a:lnTo>
                  <a:pt x="228499" y="4146"/>
                </a:lnTo>
                <a:lnTo>
                  <a:pt x="228021" y="4532"/>
                </a:lnTo>
                <a:lnTo>
                  <a:pt x="227556" y="4934"/>
                </a:lnTo>
                <a:lnTo>
                  <a:pt x="227107" y="5351"/>
                </a:lnTo>
                <a:lnTo>
                  <a:pt x="226676" y="5780"/>
                </a:lnTo>
                <a:lnTo>
                  <a:pt x="226265" y="6220"/>
                </a:lnTo>
                <a:lnTo>
                  <a:pt x="225873" y="6672"/>
                </a:lnTo>
                <a:lnTo>
                  <a:pt x="225500" y="7135"/>
                </a:lnTo>
                <a:lnTo>
                  <a:pt x="225147" y="7609"/>
                </a:lnTo>
                <a:lnTo>
                  <a:pt x="224812" y="8096"/>
                </a:lnTo>
                <a:lnTo>
                  <a:pt x="224497" y="8594"/>
                </a:lnTo>
                <a:lnTo>
                  <a:pt x="224200" y="9103"/>
                </a:lnTo>
                <a:lnTo>
                  <a:pt x="223923" y="9624"/>
                </a:lnTo>
                <a:lnTo>
                  <a:pt x="223665" y="10156"/>
                </a:lnTo>
                <a:lnTo>
                  <a:pt x="223426" y="10700"/>
                </a:lnTo>
                <a:lnTo>
                  <a:pt x="223206" y="11256"/>
                </a:lnTo>
                <a:lnTo>
                  <a:pt x="223005" y="11823"/>
                </a:lnTo>
                <a:lnTo>
                  <a:pt x="222823" y="12402"/>
                </a:lnTo>
                <a:lnTo>
                  <a:pt x="222661" y="12992"/>
                </a:lnTo>
                <a:lnTo>
                  <a:pt x="222517" y="13594"/>
                </a:lnTo>
                <a:lnTo>
                  <a:pt x="222393" y="14207"/>
                </a:lnTo>
                <a:lnTo>
                  <a:pt x="222288" y="14832"/>
                </a:lnTo>
                <a:lnTo>
                  <a:pt x="222202" y="15469"/>
                </a:lnTo>
                <a:lnTo>
                  <a:pt x="222135" y="16117"/>
                </a:lnTo>
                <a:lnTo>
                  <a:pt x="222087" y="16776"/>
                </a:lnTo>
                <a:lnTo>
                  <a:pt x="222059" y="17447"/>
                </a:lnTo>
                <a:lnTo>
                  <a:pt x="222049" y="18130"/>
                </a:lnTo>
                <a:lnTo>
                  <a:pt x="222049" y="27655"/>
                </a:lnTo>
                <a:lnTo>
                  <a:pt x="204721" y="27655"/>
                </a:lnTo>
                <a:lnTo>
                  <a:pt x="204721" y="40622"/>
                </a:lnTo>
                <a:lnTo>
                  <a:pt x="222049" y="40622"/>
                </a:lnTo>
                <a:lnTo>
                  <a:pt x="222049" y="83770"/>
                </a:lnTo>
                <a:lnTo>
                  <a:pt x="236393" y="83770"/>
                </a:lnTo>
                <a:lnTo>
                  <a:pt x="236393" y="40622"/>
                </a:lnTo>
                <a:lnTo>
                  <a:pt x="260606" y="40622"/>
                </a:lnTo>
                <a:close/>
                <a:moveTo>
                  <a:pt x="140458" y="83770"/>
                </a:moveTo>
                <a:lnTo>
                  <a:pt x="154802" y="83770"/>
                </a:lnTo>
                <a:lnTo>
                  <a:pt x="154802" y="44295"/>
                </a:lnTo>
                <a:lnTo>
                  <a:pt x="154807" y="43793"/>
                </a:lnTo>
                <a:lnTo>
                  <a:pt x="154823" y="43301"/>
                </a:lnTo>
                <a:lnTo>
                  <a:pt x="154850" y="42818"/>
                </a:lnTo>
                <a:lnTo>
                  <a:pt x="154887" y="42344"/>
                </a:lnTo>
                <a:lnTo>
                  <a:pt x="154934" y="41880"/>
                </a:lnTo>
                <a:lnTo>
                  <a:pt x="154992" y="41426"/>
                </a:lnTo>
                <a:lnTo>
                  <a:pt x="155061" y="40981"/>
                </a:lnTo>
                <a:lnTo>
                  <a:pt x="155140" y="40546"/>
                </a:lnTo>
                <a:lnTo>
                  <a:pt x="155230" y="40121"/>
                </a:lnTo>
                <a:lnTo>
                  <a:pt x="155330" y="39705"/>
                </a:lnTo>
                <a:lnTo>
                  <a:pt x="155441" y="39298"/>
                </a:lnTo>
                <a:lnTo>
                  <a:pt x="155562" y="38901"/>
                </a:lnTo>
                <a:lnTo>
                  <a:pt x="155694" y="38514"/>
                </a:lnTo>
                <a:lnTo>
                  <a:pt x="155837" y="38136"/>
                </a:lnTo>
                <a:lnTo>
                  <a:pt x="155990" y="37768"/>
                </a:lnTo>
                <a:lnTo>
                  <a:pt x="156154" y="37410"/>
                </a:lnTo>
                <a:lnTo>
                  <a:pt x="156328" y="37061"/>
                </a:lnTo>
                <a:lnTo>
                  <a:pt x="156513" y="36721"/>
                </a:lnTo>
                <a:lnTo>
                  <a:pt x="156708" y="36391"/>
                </a:lnTo>
                <a:lnTo>
                  <a:pt x="156914" y="36071"/>
                </a:lnTo>
                <a:lnTo>
                  <a:pt x="157131" y="35760"/>
                </a:lnTo>
                <a:lnTo>
                  <a:pt x="157358" y="35459"/>
                </a:lnTo>
                <a:lnTo>
                  <a:pt x="157595" y="35167"/>
                </a:lnTo>
                <a:lnTo>
                  <a:pt x="157844" y="34885"/>
                </a:lnTo>
                <a:lnTo>
                  <a:pt x="158102" y="34614"/>
                </a:lnTo>
                <a:lnTo>
                  <a:pt x="158368" y="34354"/>
                </a:lnTo>
                <a:lnTo>
                  <a:pt x="158644" y="34105"/>
                </a:lnTo>
                <a:lnTo>
                  <a:pt x="158929" y="33868"/>
                </a:lnTo>
                <a:lnTo>
                  <a:pt x="159223" y="33643"/>
                </a:lnTo>
                <a:lnTo>
                  <a:pt x="159526" y="33429"/>
                </a:lnTo>
                <a:lnTo>
                  <a:pt x="159837" y="33227"/>
                </a:lnTo>
                <a:lnTo>
                  <a:pt x="160158" y="33036"/>
                </a:lnTo>
                <a:lnTo>
                  <a:pt x="160488" y="32857"/>
                </a:lnTo>
                <a:lnTo>
                  <a:pt x="160826" y="32689"/>
                </a:lnTo>
                <a:lnTo>
                  <a:pt x="161174" y="32533"/>
                </a:lnTo>
                <a:lnTo>
                  <a:pt x="161530" y="32389"/>
                </a:lnTo>
                <a:lnTo>
                  <a:pt x="161896" y="32256"/>
                </a:lnTo>
                <a:lnTo>
                  <a:pt x="162270" y="32135"/>
                </a:lnTo>
                <a:lnTo>
                  <a:pt x="162654" y="32025"/>
                </a:lnTo>
                <a:lnTo>
                  <a:pt x="163046" y="31927"/>
                </a:lnTo>
                <a:lnTo>
                  <a:pt x="163447" y="31840"/>
                </a:lnTo>
                <a:lnTo>
                  <a:pt x="163858" y="31765"/>
                </a:lnTo>
                <a:lnTo>
                  <a:pt x="164277" y="31701"/>
                </a:lnTo>
                <a:lnTo>
                  <a:pt x="164705" y="31649"/>
                </a:lnTo>
                <a:lnTo>
                  <a:pt x="165142" y="31609"/>
                </a:lnTo>
                <a:lnTo>
                  <a:pt x="165588" y="31580"/>
                </a:lnTo>
                <a:lnTo>
                  <a:pt x="166044" y="31563"/>
                </a:lnTo>
                <a:lnTo>
                  <a:pt x="166508" y="31557"/>
                </a:lnTo>
                <a:lnTo>
                  <a:pt x="166963" y="31563"/>
                </a:lnTo>
                <a:lnTo>
                  <a:pt x="167409" y="31580"/>
                </a:lnTo>
                <a:lnTo>
                  <a:pt x="167848" y="31609"/>
                </a:lnTo>
                <a:lnTo>
                  <a:pt x="168278" y="31649"/>
                </a:lnTo>
                <a:lnTo>
                  <a:pt x="168701" y="31701"/>
                </a:lnTo>
                <a:lnTo>
                  <a:pt x="169115" y="31765"/>
                </a:lnTo>
                <a:lnTo>
                  <a:pt x="169521" y="31840"/>
                </a:lnTo>
                <a:lnTo>
                  <a:pt x="169919" y="31927"/>
                </a:lnTo>
                <a:lnTo>
                  <a:pt x="170308" y="32025"/>
                </a:lnTo>
                <a:lnTo>
                  <a:pt x="170690" y="32135"/>
                </a:lnTo>
                <a:lnTo>
                  <a:pt x="171063" y="32256"/>
                </a:lnTo>
                <a:lnTo>
                  <a:pt x="171428" y="32389"/>
                </a:lnTo>
                <a:lnTo>
                  <a:pt x="171785" y="32533"/>
                </a:lnTo>
                <a:lnTo>
                  <a:pt x="172134" y="32689"/>
                </a:lnTo>
                <a:lnTo>
                  <a:pt x="172474" y="32857"/>
                </a:lnTo>
                <a:lnTo>
                  <a:pt x="172807" y="33036"/>
                </a:lnTo>
                <a:lnTo>
                  <a:pt x="173131" y="33227"/>
                </a:lnTo>
                <a:lnTo>
                  <a:pt x="173447" y="33429"/>
                </a:lnTo>
                <a:lnTo>
                  <a:pt x="173755" y="33643"/>
                </a:lnTo>
                <a:lnTo>
                  <a:pt x="174054" y="33868"/>
                </a:lnTo>
                <a:lnTo>
                  <a:pt x="174346" y="34105"/>
                </a:lnTo>
                <a:lnTo>
                  <a:pt x="174629" y="34354"/>
                </a:lnTo>
                <a:lnTo>
                  <a:pt x="174905" y="34614"/>
                </a:lnTo>
                <a:lnTo>
                  <a:pt x="175172" y="34885"/>
                </a:lnTo>
                <a:lnTo>
                  <a:pt x="175429" y="35167"/>
                </a:lnTo>
                <a:lnTo>
                  <a:pt x="175676" y="35459"/>
                </a:lnTo>
                <a:lnTo>
                  <a:pt x="175911" y="35760"/>
                </a:lnTo>
                <a:lnTo>
                  <a:pt x="176136" y="36071"/>
                </a:lnTo>
                <a:lnTo>
                  <a:pt x="176349" y="36391"/>
                </a:lnTo>
                <a:lnTo>
                  <a:pt x="176552" y="36721"/>
                </a:lnTo>
                <a:lnTo>
                  <a:pt x="176744" y="37061"/>
                </a:lnTo>
                <a:lnTo>
                  <a:pt x="176925" y="37410"/>
                </a:lnTo>
                <a:lnTo>
                  <a:pt x="177094" y="37768"/>
                </a:lnTo>
                <a:lnTo>
                  <a:pt x="177253" y="38136"/>
                </a:lnTo>
                <a:lnTo>
                  <a:pt x="177401" y="38514"/>
                </a:lnTo>
                <a:lnTo>
                  <a:pt x="177538" y="38901"/>
                </a:lnTo>
                <a:lnTo>
                  <a:pt x="177664" y="39298"/>
                </a:lnTo>
                <a:lnTo>
                  <a:pt x="177779" y="39705"/>
                </a:lnTo>
                <a:lnTo>
                  <a:pt x="177883" y="40121"/>
                </a:lnTo>
                <a:lnTo>
                  <a:pt x="177976" y="40546"/>
                </a:lnTo>
                <a:lnTo>
                  <a:pt x="178059" y="40981"/>
                </a:lnTo>
                <a:lnTo>
                  <a:pt x="178130" y="41426"/>
                </a:lnTo>
                <a:lnTo>
                  <a:pt x="178190" y="41880"/>
                </a:lnTo>
                <a:lnTo>
                  <a:pt x="178239" y="42344"/>
                </a:lnTo>
                <a:lnTo>
                  <a:pt x="178278" y="42818"/>
                </a:lnTo>
                <a:lnTo>
                  <a:pt x="178305" y="43301"/>
                </a:lnTo>
                <a:lnTo>
                  <a:pt x="178321" y="43793"/>
                </a:lnTo>
                <a:lnTo>
                  <a:pt x="178327" y="44295"/>
                </a:lnTo>
                <a:lnTo>
                  <a:pt x="178327" y="47852"/>
                </a:lnTo>
                <a:lnTo>
                  <a:pt x="193359" y="47852"/>
                </a:lnTo>
                <a:lnTo>
                  <a:pt x="193359" y="43262"/>
                </a:lnTo>
                <a:lnTo>
                  <a:pt x="193349" y="42343"/>
                </a:lnTo>
                <a:lnTo>
                  <a:pt x="193319" y="41441"/>
                </a:lnTo>
                <a:lnTo>
                  <a:pt x="193268" y="40555"/>
                </a:lnTo>
                <a:lnTo>
                  <a:pt x="193197" y="39686"/>
                </a:lnTo>
                <a:lnTo>
                  <a:pt x="193105" y="38833"/>
                </a:lnTo>
                <a:lnTo>
                  <a:pt x="192994" y="37998"/>
                </a:lnTo>
                <a:lnTo>
                  <a:pt x="192862" y="37179"/>
                </a:lnTo>
                <a:lnTo>
                  <a:pt x="192709" y="36377"/>
                </a:lnTo>
                <a:lnTo>
                  <a:pt x="192536" y="35592"/>
                </a:lnTo>
                <a:lnTo>
                  <a:pt x="192343" y="34823"/>
                </a:lnTo>
                <a:lnTo>
                  <a:pt x="192130" y="34071"/>
                </a:lnTo>
                <a:lnTo>
                  <a:pt x="191896" y="33336"/>
                </a:lnTo>
                <a:lnTo>
                  <a:pt x="191642" y="32618"/>
                </a:lnTo>
                <a:lnTo>
                  <a:pt x="191368" y="31916"/>
                </a:lnTo>
                <a:lnTo>
                  <a:pt x="191073" y="31231"/>
                </a:lnTo>
                <a:lnTo>
                  <a:pt x="190759" y="30563"/>
                </a:lnTo>
                <a:lnTo>
                  <a:pt x="190423" y="29912"/>
                </a:lnTo>
                <a:lnTo>
                  <a:pt x="190068" y="29277"/>
                </a:lnTo>
                <a:lnTo>
                  <a:pt x="189692" y="28659"/>
                </a:lnTo>
                <a:lnTo>
                  <a:pt x="189296" y="28058"/>
                </a:lnTo>
                <a:lnTo>
                  <a:pt x="188879" y="27473"/>
                </a:lnTo>
                <a:lnTo>
                  <a:pt x="188442" y="26906"/>
                </a:lnTo>
                <a:lnTo>
                  <a:pt x="187985" y="26355"/>
                </a:lnTo>
                <a:lnTo>
                  <a:pt x="187507" y="25820"/>
                </a:lnTo>
                <a:lnTo>
                  <a:pt x="187012" y="25305"/>
                </a:lnTo>
                <a:lnTo>
                  <a:pt x="186502" y="24812"/>
                </a:lnTo>
                <a:lnTo>
                  <a:pt x="185976" y="24341"/>
                </a:lnTo>
                <a:lnTo>
                  <a:pt x="185436" y="23892"/>
                </a:lnTo>
                <a:lnTo>
                  <a:pt x="184880" y="23464"/>
                </a:lnTo>
                <a:lnTo>
                  <a:pt x="184309" y="23059"/>
                </a:lnTo>
                <a:lnTo>
                  <a:pt x="183723" y="22675"/>
                </a:lnTo>
                <a:lnTo>
                  <a:pt x="183122" y="22314"/>
                </a:lnTo>
                <a:lnTo>
                  <a:pt x="182505" y="21974"/>
                </a:lnTo>
                <a:lnTo>
                  <a:pt x="181874" y="21656"/>
                </a:lnTo>
                <a:lnTo>
                  <a:pt x="181227" y="21360"/>
                </a:lnTo>
                <a:lnTo>
                  <a:pt x="180565" y="21086"/>
                </a:lnTo>
                <a:lnTo>
                  <a:pt x="179888" y="20834"/>
                </a:lnTo>
                <a:lnTo>
                  <a:pt x="179196" y="20604"/>
                </a:lnTo>
                <a:lnTo>
                  <a:pt x="178489" y="20396"/>
                </a:lnTo>
                <a:lnTo>
                  <a:pt x="177766" y="20209"/>
                </a:lnTo>
                <a:lnTo>
                  <a:pt x="177029" y="20045"/>
                </a:lnTo>
                <a:lnTo>
                  <a:pt x="176276" y="19903"/>
                </a:lnTo>
                <a:lnTo>
                  <a:pt x="175508" y="19782"/>
                </a:lnTo>
                <a:lnTo>
                  <a:pt x="174725" y="19683"/>
                </a:lnTo>
                <a:lnTo>
                  <a:pt x="173927" y="19607"/>
                </a:lnTo>
                <a:lnTo>
                  <a:pt x="173114" y="19552"/>
                </a:lnTo>
                <a:lnTo>
                  <a:pt x="172286" y="19519"/>
                </a:lnTo>
                <a:lnTo>
                  <a:pt x="171442" y="19508"/>
                </a:lnTo>
                <a:lnTo>
                  <a:pt x="170704" y="19517"/>
                </a:lnTo>
                <a:lnTo>
                  <a:pt x="169980" y="19544"/>
                </a:lnTo>
                <a:lnTo>
                  <a:pt x="169272" y="19589"/>
                </a:lnTo>
                <a:lnTo>
                  <a:pt x="168579" y="19651"/>
                </a:lnTo>
                <a:lnTo>
                  <a:pt x="167902" y="19732"/>
                </a:lnTo>
                <a:lnTo>
                  <a:pt x="167239" y="19831"/>
                </a:lnTo>
                <a:lnTo>
                  <a:pt x="166591" y="19947"/>
                </a:lnTo>
                <a:lnTo>
                  <a:pt x="165959" y="20082"/>
                </a:lnTo>
                <a:lnTo>
                  <a:pt x="165342" y="20234"/>
                </a:lnTo>
                <a:lnTo>
                  <a:pt x="164740" y="20405"/>
                </a:lnTo>
                <a:lnTo>
                  <a:pt x="164153" y="20593"/>
                </a:lnTo>
                <a:lnTo>
                  <a:pt x="163581" y="20799"/>
                </a:lnTo>
                <a:lnTo>
                  <a:pt x="163024" y="21023"/>
                </a:lnTo>
                <a:lnTo>
                  <a:pt x="162483" y="21265"/>
                </a:lnTo>
                <a:lnTo>
                  <a:pt x="161956" y="21525"/>
                </a:lnTo>
                <a:lnTo>
                  <a:pt x="161445" y="21803"/>
                </a:lnTo>
                <a:lnTo>
                  <a:pt x="160949" y="22099"/>
                </a:lnTo>
                <a:lnTo>
                  <a:pt x="160468" y="22413"/>
                </a:lnTo>
                <a:lnTo>
                  <a:pt x="160002" y="22744"/>
                </a:lnTo>
                <a:lnTo>
                  <a:pt x="159551" y="23094"/>
                </a:lnTo>
                <a:lnTo>
                  <a:pt x="159116" y="23462"/>
                </a:lnTo>
                <a:lnTo>
                  <a:pt x="158695" y="23847"/>
                </a:lnTo>
                <a:lnTo>
                  <a:pt x="158290" y="24250"/>
                </a:lnTo>
                <a:lnTo>
                  <a:pt x="157900" y="24672"/>
                </a:lnTo>
                <a:lnTo>
                  <a:pt x="157525" y="25111"/>
                </a:lnTo>
                <a:lnTo>
                  <a:pt x="157167" y="25567"/>
                </a:lnTo>
                <a:lnTo>
                  <a:pt x="156824" y="26042"/>
                </a:lnTo>
                <a:lnTo>
                  <a:pt x="156497" y="26533"/>
                </a:lnTo>
                <a:lnTo>
                  <a:pt x="156187" y="27042"/>
                </a:lnTo>
                <a:lnTo>
                  <a:pt x="155892" y="27569"/>
                </a:lnTo>
                <a:lnTo>
                  <a:pt x="155613" y="28114"/>
                </a:lnTo>
                <a:lnTo>
                  <a:pt x="155350" y="28675"/>
                </a:lnTo>
                <a:lnTo>
                  <a:pt x="155103" y="29255"/>
                </a:lnTo>
                <a:lnTo>
                  <a:pt x="154872" y="29852"/>
                </a:lnTo>
                <a:lnTo>
                  <a:pt x="154657" y="30466"/>
                </a:lnTo>
                <a:lnTo>
                  <a:pt x="154458" y="31098"/>
                </a:lnTo>
                <a:lnTo>
                  <a:pt x="154274" y="31747"/>
                </a:lnTo>
                <a:lnTo>
                  <a:pt x="154107" y="32414"/>
                </a:lnTo>
                <a:lnTo>
                  <a:pt x="154043" y="32704"/>
                </a:lnTo>
                <a:lnTo>
                  <a:pt x="154000" y="32704"/>
                </a:lnTo>
                <a:lnTo>
                  <a:pt x="154000" y="20655"/>
                </a:lnTo>
                <a:lnTo>
                  <a:pt x="140458" y="20655"/>
                </a:lnTo>
                <a:lnTo>
                  <a:pt x="140458" y="83770"/>
                </a:lnTo>
                <a:close/>
                <a:moveTo>
                  <a:pt x="100833" y="84723"/>
                </a:moveTo>
                <a:lnTo>
                  <a:pt x="101775" y="84661"/>
                </a:lnTo>
                <a:lnTo>
                  <a:pt x="102696" y="84582"/>
                </a:lnTo>
                <a:lnTo>
                  <a:pt x="103597" y="84484"/>
                </a:lnTo>
                <a:lnTo>
                  <a:pt x="104477" y="84369"/>
                </a:lnTo>
                <a:lnTo>
                  <a:pt x="105337" y="84236"/>
                </a:lnTo>
                <a:lnTo>
                  <a:pt x="106176" y="84085"/>
                </a:lnTo>
                <a:lnTo>
                  <a:pt x="106995" y="83917"/>
                </a:lnTo>
                <a:lnTo>
                  <a:pt x="107793" y="83731"/>
                </a:lnTo>
                <a:lnTo>
                  <a:pt x="108571" y="83527"/>
                </a:lnTo>
                <a:lnTo>
                  <a:pt x="109328" y="83305"/>
                </a:lnTo>
                <a:lnTo>
                  <a:pt x="110065" y="83066"/>
                </a:lnTo>
                <a:lnTo>
                  <a:pt x="110781" y="82809"/>
                </a:lnTo>
                <a:lnTo>
                  <a:pt x="111476" y="82534"/>
                </a:lnTo>
                <a:lnTo>
                  <a:pt x="112151" y="82241"/>
                </a:lnTo>
                <a:lnTo>
                  <a:pt x="112806" y="81931"/>
                </a:lnTo>
                <a:lnTo>
                  <a:pt x="113440" y="81603"/>
                </a:lnTo>
                <a:lnTo>
                  <a:pt x="114053" y="81257"/>
                </a:lnTo>
                <a:lnTo>
                  <a:pt x="114646" y="80894"/>
                </a:lnTo>
                <a:lnTo>
                  <a:pt x="115218" y="80513"/>
                </a:lnTo>
                <a:lnTo>
                  <a:pt x="115770" y="80114"/>
                </a:lnTo>
                <a:lnTo>
                  <a:pt x="116302" y="79697"/>
                </a:lnTo>
                <a:lnTo>
                  <a:pt x="116812" y="79265"/>
                </a:lnTo>
                <a:lnTo>
                  <a:pt x="117301" y="78818"/>
                </a:lnTo>
                <a:lnTo>
                  <a:pt x="117767" y="78357"/>
                </a:lnTo>
                <a:lnTo>
                  <a:pt x="118213" y="77882"/>
                </a:lnTo>
                <a:lnTo>
                  <a:pt x="118636" y="77392"/>
                </a:lnTo>
                <a:lnTo>
                  <a:pt x="119038" y="76889"/>
                </a:lnTo>
                <a:lnTo>
                  <a:pt x="119418" y="76371"/>
                </a:lnTo>
                <a:lnTo>
                  <a:pt x="119776" y="75840"/>
                </a:lnTo>
                <a:lnTo>
                  <a:pt x="120113" y="75294"/>
                </a:lnTo>
                <a:lnTo>
                  <a:pt x="120428" y="74734"/>
                </a:lnTo>
                <a:lnTo>
                  <a:pt x="120721" y="74160"/>
                </a:lnTo>
                <a:lnTo>
                  <a:pt x="120992" y="73571"/>
                </a:lnTo>
                <a:lnTo>
                  <a:pt x="121242" y="72969"/>
                </a:lnTo>
                <a:lnTo>
                  <a:pt x="121470" y="72352"/>
                </a:lnTo>
                <a:lnTo>
                  <a:pt x="121677" y="71722"/>
                </a:lnTo>
                <a:lnTo>
                  <a:pt x="121861" y="71077"/>
                </a:lnTo>
                <a:lnTo>
                  <a:pt x="122024" y="70418"/>
                </a:lnTo>
                <a:lnTo>
                  <a:pt x="122165" y="69745"/>
                </a:lnTo>
                <a:lnTo>
                  <a:pt x="122285" y="69058"/>
                </a:lnTo>
                <a:lnTo>
                  <a:pt x="122382" y="68356"/>
                </a:lnTo>
                <a:lnTo>
                  <a:pt x="122458" y="67641"/>
                </a:lnTo>
                <a:lnTo>
                  <a:pt x="122513" y="66911"/>
                </a:lnTo>
                <a:lnTo>
                  <a:pt x="122545" y="66167"/>
                </a:lnTo>
                <a:lnTo>
                  <a:pt x="122556" y="65409"/>
                </a:lnTo>
                <a:lnTo>
                  <a:pt x="122547" y="64699"/>
                </a:lnTo>
                <a:lnTo>
                  <a:pt x="122519" y="64004"/>
                </a:lnTo>
                <a:lnTo>
                  <a:pt x="122473" y="63323"/>
                </a:lnTo>
                <a:lnTo>
                  <a:pt x="122408" y="62657"/>
                </a:lnTo>
                <a:lnTo>
                  <a:pt x="122325" y="62005"/>
                </a:lnTo>
                <a:lnTo>
                  <a:pt x="122223" y="61368"/>
                </a:lnTo>
                <a:lnTo>
                  <a:pt x="122102" y="60745"/>
                </a:lnTo>
                <a:lnTo>
                  <a:pt x="121963" y="60137"/>
                </a:lnTo>
                <a:lnTo>
                  <a:pt x="121806" y="59543"/>
                </a:lnTo>
                <a:lnTo>
                  <a:pt x="121630" y="58964"/>
                </a:lnTo>
                <a:lnTo>
                  <a:pt x="121435" y="58400"/>
                </a:lnTo>
                <a:lnTo>
                  <a:pt x="121222" y="57850"/>
                </a:lnTo>
                <a:lnTo>
                  <a:pt x="120991" y="57315"/>
                </a:lnTo>
                <a:lnTo>
                  <a:pt x="120741" y="56794"/>
                </a:lnTo>
                <a:lnTo>
                  <a:pt x="120472" y="56287"/>
                </a:lnTo>
                <a:lnTo>
                  <a:pt x="120185" y="55796"/>
                </a:lnTo>
                <a:lnTo>
                  <a:pt x="119879" y="55318"/>
                </a:lnTo>
                <a:lnTo>
                  <a:pt x="119555" y="54856"/>
                </a:lnTo>
                <a:lnTo>
                  <a:pt x="119212" y="54408"/>
                </a:lnTo>
                <a:lnTo>
                  <a:pt x="118851" y="53974"/>
                </a:lnTo>
                <a:lnTo>
                  <a:pt x="118471" y="53555"/>
                </a:lnTo>
                <a:lnTo>
                  <a:pt x="118073" y="53150"/>
                </a:lnTo>
                <a:lnTo>
                  <a:pt x="117656" y="52760"/>
                </a:lnTo>
                <a:lnTo>
                  <a:pt x="117221" y="52385"/>
                </a:lnTo>
                <a:lnTo>
                  <a:pt x="116766" y="52022"/>
                </a:lnTo>
                <a:lnTo>
                  <a:pt x="116291" y="51668"/>
                </a:lnTo>
                <a:lnTo>
                  <a:pt x="115795" y="51324"/>
                </a:lnTo>
                <a:lnTo>
                  <a:pt x="115278" y="50990"/>
                </a:lnTo>
                <a:lnTo>
                  <a:pt x="114741" y="50666"/>
                </a:lnTo>
                <a:lnTo>
                  <a:pt x="114184" y="50352"/>
                </a:lnTo>
                <a:lnTo>
                  <a:pt x="113606" y="50047"/>
                </a:lnTo>
                <a:lnTo>
                  <a:pt x="113007" y="49752"/>
                </a:lnTo>
                <a:lnTo>
                  <a:pt x="112388" y="49467"/>
                </a:lnTo>
                <a:lnTo>
                  <a:pt x="111748" y="49191"/>
                </a:lnTo>
                <a:lnTo>
                  <a:pt x="111088" y="48926"/>
                </a:lnTo>
                <a:lnTo>
                  <a:pt x="110408" y="48670"/>
                </a:lnTo>
                <a:lnTo>
                  <a:pt x="109706" y="48424"/>
                </a:lnTo>
                <a:lnTo>
                  <a:pt x="108985" y="48187"/>
                </a:lnTo>
                <a:lnTo>
                  <a:pt x="108243" y="47961"/>
                </a:lnTo>
                <a:lnTo>
                  <a:pt x="107480" y="47744"/>
                </a:lnTo>
                <a:lnTo>
                  <a:pt x="106696" y="47537"/>
                </a:lnTo>
                <a:lnTo>
                  <a:pt x="105893" y="47339"/>
                </a:lnTo>
                <a:lnTo>
                  <a:pt x="105068" y="47152"/>
                </a:lnTo>
                <a:lnTo>
                  <a:pt x="104223" y="46974"/>
                </a:lnTo>
                <a:lnTo>
                  <a:pt x="103358" y="46806"/>
                </a:lnTo>
                <a:lnTo>
                  <a:pt x="102472" y="46647"/>
                </a:lnTo>
                <a:lnTo>
                  <a:pt x="101566" y="46499"/>
                </a:lnTo>
                <a:lnTo>
                  <a:pt x="100639" y="46360"/>
                </a:lnTo>
                <a:lnTo>
                  <a:pt x="92491" y="45213"/>
                </a:lnTo>
                <a:lnTo>
                  <a:pt x="92132" y="45154"/>
                </a:lnTo>
                <a:lnTo>
                  <a:pt x="91781" y="45092"/>
                </a:lnTo>
                <a:lnTo>
                  <a:pt x="91439" y="45027"/>
                </a:lnTo>
                <a:lnTo>
                  <a:pt x="91105" y="44960"/>
                </a:lnTo>
                <a:lnTo>
                  <a:pt x="90779" y="44889"/>
                </a:lnTo>
                <a:lnTo>
                  <a:pt x="90462" y="44815"/>
                </a:lnTo>
                <a:lnTo>
                  <a:pt x="90153" y="44738"/>
                </a:lnTo>
                <a:lnTo>
                  <a:pt x="89852" y="44658"/>
                </a:lnTo>
                <a:lnTo>
                  <a:pt x="89560" y="44576"/>
                </a:lnTo>
                <a:lnTo>
                  <a:pt x="89276" y="44490"/>
                </a:lnTo>
                <a:lnTo>
                  <a:pt x="89000" y="44401"/>
                </a:lnTo>
                <a:lnTo>
                  <a:pt x="88733" y="44309"/>
                </a:lnTo>
                <a:lnTo>
                  <a:pt x="88474" y="44215"/>
                </a:lnTo>
                <a:lnTo>
                  <a:pt x="88224" y="44117"/>
                </a:lnTo>
                <a:lnTo>
                  <a:pt x="87982" y="44016"/>
                </a:lnTo>
                <a:lnTo>
                  <a:pt x="87748" y="43912"/>
                </a:lnTo>
                <a:lnTo>
                  <a:pt x="87523" y="43806"/>
                </a:lnTo>
                <a:lnTo>
                  <a:pt x="87306" y="43696"/>
                </a:lnTo>
                <a:lnTo>
                  <a:pt x="87097" y="43583"/>
                </a:lnTo>
                <a:lnTo>
                  <a:pt x="86897" y="43468"/>
                </a:lnTo>
                <a:lnTo>
                  <a:pt x="86705" y="43349"/>
                </a:lnTo>
                <a:lnTo>
                  <a:pt x="86521" y="43227"/>
                </a:lnTo>
                <a:lnTo>
                  <a:pt x="86346" y="43103"/>
                </a:lnTo>
                <a:lnTo>
                  <a:pt x="86179" y="42975"/>
                </a:lnTo>
                <a:lnTo>
                  <a:pt x="86020" y="42843"/>
                </a:lnTo>
                <a:lnTo>
                  <a:pt x="85867" y="42705"/>
                </a:lnTo>
                <a:lnTo>
                  <a:pt x="85722" y="42562"/>
                </a:lnTo>
                <a:lnTo>
                  <a:pt x="85583" y="42412"/>
                </a:lnTo>
                <a:lnTo>
                  <a:pt x="85451" y="42257"/>
                </a:lnTo>
                <a:lnTo>
                  <a:pt x="85325" y="42096"/>
                </a:lnTo>
                <a:lnTo>
                  <a:pt x="85207" y="41930"/>
                </a:lnTo>
                <a:lnTo>
                  <a:pt x="85095" y="41757"/>
                </a:lnTo>
                <a:lnTo>
                  <a:pt x="84990" y="41579"/>
                </a:lnTo>
                <a:lnTo>
                  <a:pt x="84892" y="41395"/>
                </a:lnTo>
                <a:lnTo>
                  <a:pt x="84801" y="41205"/>
                </a:lnTo>
                <a:lnTo>
                  <a:pt x="84716" y="41010"/>
                </a:lnTo>
                <a:lnTo>
                  <a:pt x="84638" y="40808"/>
                </a:lnTo>
                <a:lnTo>
                  <a:pt x="84567" y="40601"/>
                </a:lnTo>
                <a:lnTo>
                  <a:pt x="84503" y="40388"/>
                </a:lnTo>
                <a:lnTo>
                  <a:pt x="84445" y="40170"/>
                </a:lnTo>
                <a:lnTo>
                  <a:pt x="84394" y="39945"/>
                </a:lnTo>
                <a:lnTo>
                  <a:pt x="84350" y="39715"/>
                </a:lnTo>
                <a:lnTo>
                  <a:pt x="84313" y="39479"/>
                </a:lnTo>
                <a:lnTo>
                  <a:pt x="84282" y="39237"/>
                </a:lnTo>
                <a:lnTo>
                  <a:pt x="84259" y="38990"/>
                </a:lnTo>
                <a:lnTo>
                  <a:pt x="84242" y="38736"/>
                </a:lnTo>
                <a:lnTo>
                  <a:pt x="84232" y="38477"/>
                </a:lnTo>
                <a:lnTo>
                  <a:pt x="84228" y="38212"/>
                </a:lnTo>
                <a:lnTo>
                  <a:pt x="84232" y="37928"/>
                </a:lnTo>
                <a:lnTo>
                  <a:pt x="84244" y="37650"/>
                </a:lnTo>
                <a:lnTo>
                  <a:pt x="84263" y="37378"/>
                </a:lnTo>
                <a:lnTo>
                  <a:pt x="84290" y="37111"/>
                </a:lnTo>
                <a:lnTo>
                  <a:pt x="84325" y="36850"/>
                </a:lnTo>
                <a:lnTo>
                  <a:pt x="84368" y="36595"/>
                </a:lnTo>
                <a:lnTo>
                  <a:pt x="84419" y="36346"/>
                </a:lnTo>
                <a:lnTo>
                  <a:pt x="84477" y="36102"/>
                </a:lnTo>
                <a:lnTo>
                  <a:pt x="84543" y="35865"/>
                </a:lnTo>
                <a:lnTo>
                  <a:pt x="84617" y="35633"/>
                </a:lnTo>
                <a:lnTo>
                  <a:pt x="84698" y="35407"/>
                </a:lnTo>
                <a:lnTo>
                  <a:pt x="84788" y="35186"/>
                </a:lnTo>
                <a:lnTo>
                  <a:pt x="84885" y="34972"/>
                </a:lnTo>
                <a:lnTo>
                  <a:pt x="84990" y="34763"/>
                </a:lnTo>
                <a:lnTo>
                  <a:pt x="85102" y="34560"/>
                </a:lnTo>
                <a:lnTo>
                  <a:pt x="85223" y="34362"/>
                </a:lnTo>
                <a:lnTo>
                  <a:pt x="85351" y="34171"/>
                </a:lnTo>
                <a:lnTo>
                  <a:pt x="85487" y="33985"/>
                </a:lnTo>
                <a:lnTo>
                  <a:pt x="85631" y="33805"/>
                </a:lnTo>
                <a:lnTo>
                  <a:pt x="85782" y="33631"/>
                </a:lnTo>
                <a:lnTo>
                  <a:pt x="85942" y="33463"/>
                </a:lnTo>
                <a:lnTo>
                  <a:pt x="86109" y="33300"/>
                </a:lnTo>
                <a:lnTo>
                  <a:pt x="86283" y="33144"/>
                </a:lnTo>
                <a:lnTo>
                  <a:pt x="86466" y="32993"/>
                </a:lnTo>
                <a:lnTo>
                  <a:pt x="86657" y="32847"/>
                </a:lnTo>
                <a:lnTo>
                  <a:pt x="86858" y="32708"/>
                </a:lnTo>
                <a:lnTo>
                  <a:pt x="87068" y="32576"/>
                </a:lnTo>
                <a:lnTo>
                  <a:pt x="87287" y="32449"/>
                </a:lnTo>
                <a:lnTo>
                  <a:pt x="87515" y="32329"/>
                </a:lnTo>
                <a:lnTo>
                  <a:pt x="87753" y="32214"/>
                </a:lnTo>
                <a:lnTo>
                  <a:pt x="88001" y="32106"/>
                </a:lnTo>
                <a:lnTo>
                  <a:pt x="88258" y="32004"/>
                </a:lnTo>
                <a:lnTo>
                  <a:pt x="88524" y="31908"/>
                </a:lnTo>
                <a:lnTo>
                  <a:pt x="88799" y="31819"/>
                </a:lnTo>
                <a:lnTo>
                  <a:pt x="89084" y="31736"/>
                </a:lnTo>
                <a:lnTo>
                  <a:pt x="89378" y="31658"/>
                </a:lnTo>
                <a:lnTo>
                  <a:pt x="89681" y="31587"/>
                </a:lnTo>
                <a:lnTo>
                  <a:pt x="89994" y="31522"/>
                </a:lnTo>
                <a:lnTo>
                  <a:pt x="90317" y="31464"/>
                </a:lnTo>
                <a:lnTo>
                  <a:pt x="90648" y="31411"/>
                </a:lnTo>
                <a:lnTo>
                  <a:pt x="90989" y="31365"/>
                </a:lnTo>
                <a:lnTo>
                  <a:pt x="91340" y="31325"/>
                </a:lnTo>
                <a:lnTo>
                  <a:pt x="91699" y="31291"/>
                </a:lnTo>
                <a:lnTo>
                  <a:pt x="92068" y="31263"/>
                </a:lnTo>
                <a:lnTo>
                  <a:pt x="92447" y="31241"/>
                </a:lnTo>
                <a:lnTo>
                  <a:pt x="92835" y="31226"/>
                </a:lnTo>
                <a:lnTo>
                  <a:pt x="93232" y="31217"/>
                </a:lnTo>
                <a:lnTo>
                  <a:pt x="93638" y="31214"/>
                </a:lnTo>
                <a:lnTo>
                  <a:pt x="98000" y="31214"/>
                </a:lnTo>
                <a:lnTo>
                  <a:pt x="98332" y="31216"/>
                </a:lnTo>
                <a:lnTo>
                  <a:pt x="98658" y="31225"/>
                </a:lnTo>
                <a:lnTo>
                  <a:pt x="98980" y="31239"/>
                </a:lnTo>
                <a:lnTo>
                  <a:pt x="99295" y="31258"/>
                </a:lnTo>
                <a:lnTo>
                  <a:pt x="99606" y="31283"/>
                </a:lnTo>
                <a:lnTo>
                  <a:pt x="99911" y="31314"/>
                </a:lnTo>
                <a:lnTo>
                  <a:pt x="100210" y="31350"/>
                </a:lnTo>
                <a:lnTo>
                  <a:pt x="100505" y="31392"/>
                </a:lnTo>
                <a:lnTo>
                  <a:pt x="100794" y="31440"/>
                </a:lnTo>
                <a:lnTo>
                  <a:pt x="101077" y="31493"/>
                </a:lnTo>
                <a:lnTo>
                  <a:pt x="101355" y="31551"/>
                </a:lnTo>
                <a:lnTo>
                  <a:pt x="101628" y="31615"/>
                </a:lnTo>
                <a:lnTo>
                  <a:pt x="101895" y="31685"/>
                </a:lnTo>
                <a:lnTo>
                  <a:pt x="102157" y="31761"/>
                </a:lnTo>
                <a:lnTo>
                  <a:pt x="102414" y="31841"/>
                </a:lnTo>
                <a:lnTo>
                  <a:pt x="102665" y="31928"/>
                </a:lnTo>
                <a:lnTo>
                  <a:pt x="102911" y="32020"/>
                </a:lnTo>
                <a:lnTo>
                  <a:pt x="103152" y="32118"/>
                </a:lnTo>
                <a:lnTo>
                  <a:pt x="103387" y="32221"/>
                </a:lnTo>
                <a:lnTo>
                  <a:pt x="103617" y="32330"/>
                </a:lnTo>
                <a:lnTo>
                  <a:pt x="103841" y="32444"/>
                </a:lnTo>
                <a:lnTo>
                  <a:pt x="104060" y="32564"/>
                </a:lnTo>
                <a:lnTo>
                  <a:pt x="104274" y="32690"/>
                </a:lnTo>
                <a:lnTo>
                  <a:pt x="104482" y="32821"/>
                </a:lnTo>
                <a:lnTo>
                  <a:pt x="104684" y="32956"/>
                </a:lnTo>
                <a:lnTo>
                  <a:pt x="104879" y="33095"/>
                </a:lnTo>
                <a:lnTo>
                  <a:pt x="105066" y="33237"/>
                </a:lnTo>
                <a:lnTo>
                  <a:pt x="105246" y="33382"/>
                </a:lnTo>
                <a:lnTo>
                  <a:pt x="105418" y="33530"/>
                </a:lnTo>
                <a:lnTo>
                  <a:pt x="105583" y="33681"/>
                </a:lnTo>
                <a:lnTo>
                  <a:pt x="105741" y="33836"/>
                </a:lnTo>
                <a:lnTo>
                  <a:pt x="105891" y="33993"/>
                </a:lnTo>
                <a:lnTo>
                  <a:pt x="106034" y="34154"/>
                </a:lnTo>
                <a:lnTo>
                  <a:pt x="106170" y="34318"/>
                </a:lnTo>
                <a:lnTo>
                  <a:pt x="106298" y="34486"/>
                </a:lnTo>
                <a:lnTo>
                  <a:pt x="106419" y="34656"/>
                </a:lnTo>
                <a:lnTo>
                  <a:pt x="106532" y="34830"/>
                </a:lnTo>
                <a:lnTo>
                  <a:pt x="106638" y="35006"/>
                </a:lnTo>
                <a:lnTo>
                  <a:pt x="106737" y="35186"/>
                </a:lnTo>
                <a:lnTo>
                  <a:pt x="106829" y="35370"/>
                </a:lnTo>
                <a:lnTo>
                  <a:pt x="106913" y="35556"/>
                </a:lnTo>
                <a:lnTo>
                  <a:pt x="106989" y="35746"/>
                </a:lnTo>
                <a:lnTo>
                  <a:pt x="107058" y="35938"/>
                </a:lnTo>
                <a:lnTo>
                  <a:pt x="107120" y="36134"/>
                </a:lnTo>
                <a:lnTo>
                  <a:pt x="107175" y="36333"/>
                </a:lnTo>
                <a:lnTo>
                  <a:pt x="107222" y="36536"/>
                </a:lnTo>
                <a:lnTo>
                  <a:pt x="107262" y="36741"/>
                </a:lnTo>
                <a:lnTo>
                  <a:pt x="107294" y="36950"/>
                </a:lnTo>
                <a:lnTo>
                  <a:pt x="121639" y="36950"/>
                </a:lnTo>
                <a:lnTo>
                  <a:pt x="121590" y="36296"/>
                </a:lnTo>
                <a:lnTo>
                  <a:pt x="121522" y="35652"/>
                </a:lnTo>
                <a:lnTo>
                  <a:pt x="121432" y="35021"/>
                </a:lnTo>
                <a:lnTo>
                  <a:pt x="121323" y="34400"/>
                </a:lnTo>
                <a:lnTo>
                  <a:pt x="121193" y="33790"/>
                </a:lnTo>
                <a:lnTo>
                  <a:pt x="121043" y="33192"/>
                </a:lnTo>
                <a:lnTo>
                  <a:pt x="120873" y="32604"/>
                </a:lnTo>
                <a:lnTo>
                  <a:pt x="120682" y="32028"/>
                </a:lnTo>
                <a:lnTo>
                  <a:pt x="120471" y="31463"/>
                </a:lnTo>
                <a:lnTo>
                  <a:pt x="120240" y="30909"/>
                </a:lnTo>
                <a:lnTo>
                  <a:pt x="119988" y="30367"/>
                </a:lnTo>
                <a:lnTo>
                  <a:pt x="119716" y="29835"/>
                </a:lnTo>
                <a:lnTo>
                  <a:pt x="119424" y="29315"/>
                </a:lnTo>
                <a:lnTo>
                  <a:pt x="119112" y="28805"/>
                </a:lnTo>
                <a:lnTo>
                  <a:pt x="118779" y="28307"/>
                </a:lnTo>
                <a:lnTo>
                  <a:pt x="118425" y="27820"/>
                </a:lnTo>
                <a:lnTo>
                  <a:pt x="118052" y="27345"/>
                </a:lnTo>
                <a:lnTo>
                  <a:pt x="117658" y="26880"/>
                </a:lnTo>
                <a:lnTo>
                  <a:pt x="117244" y="26427"/>
                </a:lnTo>
                <a:lnTo>
                  <a:pt x="116809" y="25984"/>
                </a:lnTo>
                <a:lnTo>
                  <a:pt x="116354" y="25553"/>
                </a:lnTo>
                <a:lnTo>
                  <a:pt x="115879" y="25133"/>
                </a:lnTo>
                <a:lnTo>
                  <a:pt x="115383" y="24724"/>
                </a:lnTo>
                <a:lnTo>
                  <a:pt x="114867" y="24327"/>
                </a:lnTo>
                <a:lnTo>
                  <a:pt x="114334" y="23943"/>
                </a:lnTo>
                <a:lnTo>
                  <a:pt x="113786" y="23575"/>
                </a:lnTo>
                <a:lnTo>
                  <a:pt x="113223" y="23224"/>
                </a:lnTo>
                <a:lnTo>
                  <a:pt x="112646" y="22889"/>
                </a:lnTo>
                <a:lnTo>
                  <a:pt x="112054" y="22571"/>
                </a:lnTo>
                <a:lnTo>
                  <a:pt x="111447" y="22268"/>
                </a:lnTo>
                <a:lnTo>
                  <a:pt x="110825" y="21982"/>
                </a:lnTo>
                <a:lnTo>
                  <a:pt x="110189" y="21713"/>
                </a:lnTo>
                <a:lnTo>
                  <a:pt x="109537" y="21460"/>
                </a:lnTo>
                <a:lnTo>
                  <a:pt x="108871" y="21223"/>
                </a:lnTo>
                <a:lnTo>
                  <a:pt x="108191" y="21002"/>
                </a:lnTo>
                <a:lnTo>
                  <a:pt x="107495" y="20798"/>
                </a:lnTo>
                <a:lnTo>
                  <a:pt x="106785" y="20610"/>
                </a:lnTo>
                <a:lnTo>
                  <a:pt x="106060" y="20439"/>
                </a:lnTo>
                <a:lnTo>
                  <a:pt x="105320" y="20283"/>
                </a:lnTo>
                <a:lnTo>
                  <a:pt x="104566" y="20145"/>
                </a:lnTo>
                <a:lnTo>
                  <a:pt x="103797" y="20022"/>
                </a:lnTo>
                <a:lnTo>
                  <a:pt x="103013" y="19916"/>
                </a:lnTo>
                <a:lnTo>
                  <a:pt x="102214" y="19826"/>
                </a:lnTo>
                <a:lnTo>
                  <a:pt x="101401" y="19753"/>
                </a:lnTo>
                <a:lnTo>
                  <a:pt x="100573" y="19695"/>
                </a:lnTo>
                <a:lnTo>
                  <a:pt x="99730" y="19655"/>
                </a:lnTo>
                <a:lnTo>
                  <a:pt x="98872" y="19630"/>
                </a:lnTo>
                <a:lnTo>
                  <a:pt x="98000" y="19622"/>
                </a:lnTo>
                <a:lnTo>
                  <a:pt x="93638" y="19622"/>
                </a:lnTo>
                <a:lnTo>
                  <a:pt x="92682" y="19630"/>
                </a:lnTo>
                <a:lnTo>
                  <a:pt x="91746" y="19656"/>
                </a:lnTo>
                <a:lnTo>
                  <a:pt x="90829" y="19698"/>
                </a:lnTo>
                <a:lnTo>
                  <a:pt x="89931" y="19757"/>
                </a:lnTo>
                <a:lnTo>
                  <a:pt x="89053" y="19834"/>
                </a:lnTo>
                <a:lnTo>
                  <a:pt x="88195" y="19927"/>
                </a:lnTo>
                <a:lnTo>
                  <a:pt x="87356" y="20037"/>
                </a:lnTo>
                <a:lnTo>
                  <a:pt x="86536" y="20164"/>
                </a:lnTo>
                <a:lnTo>
                  <a:pt x="85736" y="20308"/>
                </a:lnTo>
                <a:lnTo>
                  <a:pt x="84956" y="20469"/>
                </a:lnTo>
                <a:lnTo>
                  <a:pt x="84195" y="20647"/>
                </a:lnTo>
                <a:lnTo>
                  <a:pt x="83454" y="20841"/>
                </a:lnTo>
                <a:lnTo>
                  <a:pt x="82732" y="21053"/>
                </a:lnTo>
                <a:lnTo>
                  <a:pt x="82030" y="21282"/>
                </a:lnTo>
                <a:lnTo>
                  <a:pt x="81347" y="21527"/>
                </a:lnTo>
                <a:lnTo>
                  <a:pt x="80684" y="21790"/>
                </a:lnTo>
                <a:lnTo>
                  <a:pt x="80040" y="22069"/>
                </a:lnTo>
                <a:lnTo>
                  <a:pt x="79416" y="22366"/>
                </a:lnTo>
                <a:lnTo>
                  <a:pt x="78811" y="22679"/>
                </a:lnTo>
                <a:lnTo>
                  <a:pt x="78226" y="23010"/>
                </a:lnTo>
                <a:lnTo>
                  <a:pt x="77660" y="23357"/>
                </a:lnTo>
                <a:lnTo>
                  <a:pt x="77114" y="23721"/>
                </a:lnTo>
                <a:lnTo>
                  <a:pt x="76588" y="24102"/>
                </a:lnTo>
                <a:lnTo>
                  <a:pt x="76081" y="24500"/>
                </a:lnTo>
                <a:lnTo>
                  <a:pt x="75594" y="24913"/>
                </a:lnTo>
                <a:lnTo>
                  <a:pt x="75128" y="25340"/>
                </a:lnTo>
                <a:lnTo>
                  <a:pt x="74682" y="25781"/>
                </a:lnTo>
                <a:lnTo>
                  <a:pt x="74257" y="26236"/>
                </a:lnTo>
                <a:lnTo>
                  <a:pt x="73853" y="26704"/>
                </a:lnTo>
                <a:lnTo>
                  <a:pt x="73470" y="27186"/>
                </a:lnTo>
                <a:lnTo>
                  <a:pt x="73107" y="27682"/>
                </a:lnTo>
                <a:lnTo>
                  <a:pt x="72766" y="28191"/>
                </a:lnTo>
                <a:lnTo>
                  <a:pt x="72444" y="28714"/>
                </a:lnTo>
                <a:lnTo>
                  <a:pt x="72144" y="29251"/>
                </a:lnTo>
                <a:lnTo>
                  <a:pt x="71864" y="29802"/>
                </a:lnTo>
                <a:lnTo>
                  <a:pt x="71605" y="30366"/>
                </a:lnTo>
                <a:lnTo>
                  <a:pt x="71367" y="30945"/>
                </a:lnTo>
                <a:lnTo>
                  <a:pt x="71149" y="31537"/>
                </a:lnTo>
                <a:lnTo>
                  <a:pt x="70953" y="32142"/>
                </a:lnTo>
                <a:lnTo>
                  <a:pt x="70776" y="32762"/>
                </a:lnTo>
                <a:lnTo>
                  <a:pt x="70621" y="33395"/>
                </a:lnTo>
                <a:lnTo>
                  <a:pt x="70486" y="34042"/>
                </a:lnTo>
                <a:lnTo>
                  <a:pt x="70372" y="34703"/>
                </a:lnTo>
                <a:lnTo>
                  <a:pt x="70279" y="35377"/>
                </a:lnTo>
                <a:lnTo>
                  <a:pt x="70207" y="36065"/>
                </a:lnTo>
                <a:lnTo>
                  <a:pt x="70155" y="36767"/>
                </a:lnTo>
                <a:lnTo>
                  <a:pt x="70124" y="37483"/>
                </a:lnTo>
                <a:lnTo>
                  <a:pt x="70113" y="38212"/>
                </a:lnTo>
                <a:lnTo>
                  <a:pt x="70122" y="38913"/>
                </a:lnTo>
                <a:lnTo>
                  <a:pt x="70148" y="39598"/>
                </a:lnTo>
                <a:lnTo>
                  <a:pt x="70192" y="40269"/>
                </a:lnTo>
                <a:lnTo>
                  <a:pt x="70254" y="40925"/>
                </a:lnTo>
                <a:lnTo>
                  <a:pt x="70333" y="41567"/>
                </a:lnTo>
                <a:lnTo>
                  <a:pt x="70429" y="42193"/>
                </a:lnTo>
                <a:lnTo>
                  <a:pt x="70543" y="42805"/>
                </a:lnTo>
                <a:lnTo>
                  <a:pt x="70674" y="43402"/>
                </a:lnTo>
                <a:lnTo>
                  <a:pt x="70823" y="43985"/>
                </a:lnTo>
                <a:lnTo>
                  <a:pt x="70990" y="44552"/>
                </a:lnTo>
                <a:lnTo>
                  <a:pt x="71174" y="45105"/>
                </a:lnTo>
                <a:lnTo>
                  <a:pt x="71376" y="45643"/>
                </a:lnTo>
                <a:lnTo>
                  <a:pt x="71595" y="46167"/>
                </a:lnTo>
                <a:lnTo>
                  <a:pt x="71832" y="46675"/>
                </a:lnTo>
                <a:lnTo>
                  <a:pt x="72086" y="47169"/>
                </a:lnTo>
                <a:lnTo>
                  <a:pt x="72358" y="47648"/>
                </a:lnTo>
                <a:lnTo>
                  <a:pt x="72647" y="48113"/>
                </a:lnTo>
                <a:lnTo>
                  <a:pt x="72954" y="48562"/>
                </a:lnTo>
                <a:lnTo>
                  <a:pt x="73278" y="48997"/>
                </a:lnTo>
                <a:lnTo>
                  <a:pt x="73620" y="49418"/>
                </a:lnTo>
                <a:lnTo>
                  <a:pt x="73980" y="49823"/>
                </a:lnTo>
                <a:lnTo>
                  <a:pt x="74357" y="50214"/>
                </a:lnTo>
                <a:lnTo>
                  <a:pt x="74751" y="50590"/>
                </a:lnTo>
                <a:lnTo>
                  <a:pt x="75163" y="50951"/>
                </a:lnTo>
                <a:lnTo>
                  <a:pt x="75594" y="51300"/>
                </a:lnTo>
                <a:lnTo>
                  <a:pt x="76045" y="51640"/>
                </a:lnTo>
                <a:lnTo>
                  <a:pt x="76515" y="51969"/>
                </a:lnTo>
                <a:lnTo>
                  <a:pt x="77006" y="52290"/>
                </a:lnTo>
                <a:lnTo>
                  <a:pt x="77516" y="52601"/>
                </a:lnTo>
                <a:lnTo>
                  <a:pt x="78047" y="52902"/>
                </a:lnTo>
                <a:lnTo>
                  <a:pt x="78597" y="53194"/>
                </a:lnTo>
                <a:lnTo>
                  <a:pt x="79167" y="53476"/>
                </a:lnTo>
                <a:lnTo>
                  <a:pt x="79757" y="53748"/>
                </a:lnTo>
                <a:lnTo>
                  <a:pt x="80367" y="54011"/>
                </a:lnTo>
                <a:lnTo>
                  <a:pt x="80997" y="54265"/>
                </a:lnTo>
                <a:lnTo>
                  <a:pt x="81647" y="54509"/>
                </a:lnTo>
                <a:lnTo>
                  <a:pt x="82317" y="54743"/>
                </a:lnTo>
                <a:lnTo>
                  <a:pt x="83007" y="54968"/>
                </a:lnTo>
                <a:lnTo>
                  <a:pt x="83716" y="55183"/>
                </a:lnTo>
                <a:lnTo>
                  <a:pt x="84446" y="55388"/>
                </a:lnTo>
                <a:lnTo>
                  <a:pt x="85195" y="55584"/>
                </a:lnTo>
                <a:lnTo>
                  <a:pt x="85965" y="55771"/>
                </a:lnTo>
                <a:lnTo>
                  <a:pt x="86754" y="55948"/>
                </a:lnTo>
                <a:lnTo>
                  <a:pt x="87563" y="56115"/>
                </a:lnTo>
                <a:lnTo>
                  <a:pt x="88392" y="56273"/>
                </a:lnTo>
                <a:lnTo>
                  <a:pt x="89242" y="56421"/>
                </a:lnTo>
                <a:lnTo>
                  <a:pt x="90111" y="56560"/>
                </a:lnTo>
                <a:lnTo>
                  <a:pt x="90999" y="56689"/>
                </a:lnTo>
                <a:lnTo>
                  <a:pt x="98802" y="57836"/>
                </a:lnTo>
                <a:lnTo>
                  <a:pt x="99209" y="57886"/>
                </a:lnTo>
                <a:lnTo>
                  <a:pt x="99606" y="57941"/>
                </a:lnTo>
                <a:lnTo>
                  <a:pt x="99995" y="58000"/>
                </a:lnTo>
                <a:lnTo>
                  <a:pt x="100375" y="58064"/>
                </a:lnTo>
                <a:lnTo>
                  <a:pt x="100746" y="58132"/>
                </a:lnTo>
                <a:lnTo>
                  <a:pt x="101108" y="58206"/>
                </a:lnTo>
                <a:lnTo>
                  <a:pt x="101461" y="58283"/>
                </a:lnTo>
                <a:lnTo>
                  <a:pt x="101805" y="58365"/>
                </a:lnTo>
                <a:lnTo>
                  <a:pt x="102139" y="58452"/>
                </a:lnTo>
                <a:lnTo>
                  <a:pt x="102465" y="58543"/>
                </a:lnTo>
                <a:lnTo>
                  <a:pt x="102783" y="58639"/>
                </a:lnTo>
                <a:lnTo>
                  <a:pt x="103091" y="58740"/>
                </a:lnTo>
                <a:lnTo>
                  <a:pt x="103390" y="58845"/>
                </a:lnTo>
                <a:lnTo>
                  <a:pt x="103680" y="58955"/>
                </a:lnTo>
                <a:lnTo>
                  <a:pt x="103961" y="59069"/>
                </a:lnTo>
                <a:lnTo>
                  <a:pt x="104233" y="59188"/>
                </a:lnTo>
                <a:lnTo>
                  <a:pt x="104496" y="59311"/>
                </a:lnTo>
                <a:lnTo>
                  <a:pt x="104751" y="59439"/>
                </a:lnTo>
                <a:lnTo>
                  <a:pt x="104996" y="59572"/>
                </a:lnTo>
                <a:lnTo>
                  <a:pt x="105232" y="59709"/>
                </a:lnTo>
                <a:lnTo>
                  <a:pt x="105460" y="59850"/>
                </a:lnTo>
                <a:lnTo>
                  <a:pt x="105678" y="59997"/>
                </a:lnTo>
                <a:lnTo>
                  <a:pt x="105887" y="60148"/>
                </a:lnTo>
                <a:lnTo>
                  <a:pt x="106088" y="60303"/>
                </a:lnTo>
                <a:lnTo>
                  <a:pt x="106280" y="60463"/>
                </a:lnTo>
                <a:lnTo>
                  <a:pt x="106464" y="60629"/>
                </a:lnTo>
                <a:lnTo>
                  <a:pt x="106639" y="60799"/>
                </a:lnTo>
                <a:lnTo>
                  <a:pt x="106807" y="60974"/>
                </a:lnTo>
                <a:lnTo>
                  <a:pt x="106966" y="61154"/>
                </a:lnTo>
                <a:lnTo>
                  <a:pt x="107117" y="61339"/>
                </a:lnTo>
                <a:lnTo>
                  <a:pt x="107260" y="61529"/>
                </a:lnTo>
                <a:lnTo>
                  <a:pt x="107395" y="61725"/>
                </a:lnTo>
                <a:lnTo>
                  <a:pt x="107522" y="61925"/>
                </a:lnTo>
                <a:lnTo>
                  <a:pt x="107640" y="62130"/>
                </a:lnTo>
                <a:lnTo>
                  <a:pt x="107751" y="62340"/>
                </a:lnTo>
                <a:lnTo>
                  <a:pt x="107853" y="62555"/>
                </a:lnTo>
                <a:lnTo>
                  <a:pt x="107947" y="62775"/>
                </a:lnTo>
                <a:lnTo>
                  <a:pt x="108033" y="63000"/>
                </a:lnTo>
                <a:lnTo>
                  <a:pt x="108110" y="63230"/>
                </a:lnTo>
                <a:lnTo>
                  <a:pt x="108180" y="63465"/>
                </a:lnTo>
                <a:lnTo>
                  <a:pt x="108241" y="63705"/>
                </a:lnTo>
                <a:lnTo>
                  <a:pt x="108294" y="63950"/>
                </a:lnTo>
                <a:lnTo>
                  <a:pt x="108339" y="64200"/>
                </a:lnTo>
                <a:lnTo>
                  <a:pt x="108376" y="64455"/>
                </a:lnTo>
                <a:lnTo>
                  <a:pt x="108404" y="64715"/>
                </a:lnTo>
                <a:lnTo>
                  <a:pt x="108425" y="64980"/>
                </a:lnTo>
                <a:lnTo>
                  <a:pt x="108437" y="65250"/>
                </a:lnTo>
                <a:lnTo>
                  <a:pt x="108441" y="65525"/>
                </a:lnTo>
                <a:lnTo>
                  <a:pt x="108437" y="65818"/>
                </a:lnTo>
                <a:lnTo>
                  <a:pt x="108423" y="66107"/>
                </a:lnTo>
                <a:lnTo>
                  <a:pt x="108400" y="66390"/>
                </a:lnTo>
                <a:lnTo>
                  <a:pt x="108368" y="66669"/>
                </a:lnTo>
                <a:lnTo>
                  <a:pt x="108327" y="66942"/>
                </a:lnTo>
                <a:lnTo>
                  <a:pt x="108276" y="67210"/>
                </a:lnTo>
                <a:lnTo>
                  <a:pt x="108217" y="67472"/>
                </a:lnTo>
                <a:lnTo>
                  <a:pt x="108148" y="67730"/>
                </a:lnTo>
                <a:lnTo>
                  <a:pt x="108070" y="67982"/>
                </a:lnTo>
                <a:lnTo>
                  <a:pt x="107983" y="68230"/>
                </a:lnTo>
                <a:lnTo>
                  <a:pt x="107887" y="68472"/>
                </a:lnTo>
                <a:lnTo>
                  <a:pt x="107782" y="68708"/>
                </a:lnTo>
                <a:lnTo>
                  <a:pt x="107667" y="68940"/>
                </a:lnTo>
                <a:lnTo>
                  <a:pt x="107543" y="69167"/>
                </a:lnTo>
                <a:lnTo>
                  <a:pt x="107410" y="69388"/>
                </a:lnTo>
                <a:lnTo>
                  <a:pt x="107268" y="69604"/>
                </a:lnTo>
                <a:lnTo>
                  <a:pt x="107117" y="69815"/>
                </a:lnTo>
                <a:lnTo>
                  <a:pt x="106957" y="70021"/>
                </a:lnTo>
                <a:lnTo>
                  <a:pt x="106787" y="70222"/>
                </a:lnTo>
                <a:lnTo>
                  <a:pt x="106609" y="70417"/>
                </a:lnTo>
                <a:lnTo>
                  <a:pt x="106421" y="70607"/>
                </a:lnTo>
                <a:lnTo>
                  <a:pt x="106224" y="70792"/>
                </a:lnTo>
                <a:lnTo>
                  <a:pt x="106018" y="70972"/>
                </a:lnTo>
                <a:lnTo>
                  <a:pt x="105802" y="71147"/>
                </a:lnTo>
                <a:lnTo>
                  <a:pt x="105578" y="71316"/>
                </a:lnTo>
                <a:lnTo>
                  <a:pt x="105344" y="71477"/>
                </a:lnTo>
                <a:lnTo>
                  <a:pt x="105102" y="71631"/>
                </a:lnTo>
                <a:lnTo>
                  <a:pt x="104850" y="71778"/>
                </a:lnTo>
                <a:lnTo>
                  <a:pt x="104588" y="71918"/>
                </a:lnTo>
                <a:lnTo>
                  <a:pt x="104318" y="72051"/>
                </a:lnTo>
                <a:lnTo>
                  <a:pt x="104039" y="72177"/>
                </a:lnTo>
                <a:lnTo>
                  <a:pt x="103750" y="72295"/>
                </a:lnTo>
                <a:lnTo>
                  <a:pt x="103452" y="72406"/>
                </a:lnTo>
                <a:lnTo>
                  <a:pt x="103145" y="72510"/>
                </a:lnTo>
                <a:lnTo>
                  <a:pt x="102829" y="72607"/>
                </a:lnTo>
                <a:lnTo>
                  <a:pt x="102504" y="72697"/>
                </a:lnTo>
                <a:lnTo>
                  <a:pt x="102169" y="72779"/>
                </a:lnTo>
                <a:lnTo>
                  <a:pt x="101825" y="72855"/>
                </a:lnTo>
                <a:lnTo>
                  <a:pt x="101473" y="72923"/>
                </a:lnTo>
                <a:lnTo>
                  <a:pt x="101111" y="72984"/>
                </a:lnTo>
                <a:lnTo>
                  <a:pt x="100739" y="73038"/>
                </a:lnTo>
                <a:lnTo>
                  <a:pt x="100359" y="73084"/>
                </a:lnTo>
                <a:lnTo>
                  <a:pt x="99969" y="73124"/>
                </a:lnTo>
                <a:lnTo>
                  <a:pt x="99571" y="73156"/>
                </a:lnTo>
                <a:lnTo>
                  <a:pt x="99163" y="73181"/>
                </a:lnTo>
                <a:lnTo>
                  <a:pt x="98746" y="73199"/>
                </a:lnTo>
                <a:lnTo>
                  <a:pt x="98320" y="73210"/>
                </a:lnTo>
                <a:lnTo>
                  <a:pt x="97884" y="73213"/>
                </a:lnTo>
                <a:lnTo>
                  <a:pt x="92836" y="73213"/>
                </a:lnTo>
                <a:lnTo>
                  <a:pt x="92476" y="73210"/>
                </a:lnTo>
                <a:lnTo>
                  <a:pt x="92121" y="73201"/>
                </a:lnTo>
                <a:lnTo>
                  <a:pt x="91772" y="73185"/>
                </a:lnTo>
                <a:lnTo>
                  <a:pt x="91429" y="73162"/>
                </a:lnTo>
                <a:lnTo>
                  <a:pt x="91091" y="73134"/>
                </a:lnTo>
                <a:lnTo>
                  <a:pt x="90759" y="73099"/>
                </a:lnTo>
                <a:lnTo>
                  <a:pt x="90434" y="73057"/>
                </a:lnTo>
                <a:lnTo>
                  <a:pt x="90113" y="73009"/>
                </a:lnTo>
                <a:lnTo>
                  <a:pt x="89799" y="72955"/>
                </a:lnTo>
                <a:lnTo>
                  <a:pt x="89491" y="72895"/>
                </a:lnTo>
                <a:lnTo>
                  <a:pt x="89188" y="72828"/>
                </a:lnTo>
                <a:lnTo>
                  <a:pt x="88891" y="72755"/>
                </a:lnTo>
                <a:lnTo>
                  <a:pt x="88600" y="72675"/>
                </a:lnTo>
                <a:lnTo>
                  <a:pt x="88314" y="72589"/>
                </a:lnTo>
                <a:lnTo>
                  <a:pt x="88034" y="72496"/>
                </a:lnTo>
                <a:lnTo>
                  <a:pt x="87761" y="72398"/>
                </a:lnTo>
                <a:lnTo>
                  <a:pt x="87493" y="72293"/>
                </a:lnTo>
                <a:lnTo>
                  <a:pt x="87230" y="72181"/>
                </a:lnTo>
                <a:lnTo>
                  <a:pt x="86974" y="72063"/>
                </a:lnTo>
                <a:lnTo>
                  <a:pt x="86723" y="71939"/>
                </a:lnTo>
                <a:lnTo>
                  <a:pt x="86478" y="71808"/>
                </a:lnTo>
                <a:lnTo>
                  <a:pt x="86239" y="71671"/>
                </a:lnTo>
                <a:lnTo>
                  <a:pt x="86005" y="71528"/>
                </a:lnTo>
                <a:lnTo>
                  <a:pt x="85778" y="71378"/>
                </a:lnTo>
                <a:lnTo>
                  <a:pt x="85557" y="71223"/>
                </a:lnTo>
                <a:lnTo>
                  <a:pt x="85346" y="71064"/>
                </a:lnTo>
                <a:lnTo>
                  <a:pt x="85142" y="70901"/>
                </a:lnTo>
                <a:lnTo>
                  <a:pt x="84948" y="70734"/>
                </a:lnTo>
                <a:lnTo>
                  <a:pt x="84761" y="70563"/>
                </a:lnTo>
                <a:lnTo>
                  <a:pt x="84584" y="70388"/>
                </a:lnTo>
                <a:lnTo>
                  <a:pt x="84415" y="70209"/>
                </a:lnTo>
                <a:lnTo>
                  <a:pt x="84254" y="70026"/>
                </a:lnTo>
                <a:lnTo>
                  <a:pt x="84102" y="69839"/>
                </a:lnTo>
                <a:lnTo>
                  <a:pt x="83959" y="69648"/>
                </a:lnTo>
                <a:lnTo>
                  <a:pt x="83824" y="69454"/>
                </a:lnTo>
                <a:lnTo>
                  <a:pt x="83698" y="69255"/>
                </a:lnTo>
                <a:lnTo>
                  <a:pt x="83580" y="69052"/>
                </a:lnTo>
                <a:lnTo>
                  <a:pt x="83471" y="68845"/>
                </a:lnTo>
                <a:lnTo>
                  <a:pt x="83371" y="68634"/>
                </a:lnTo>
                <a:lnTo>
                  <a:pt x="83279" y="68419"/>
                </a:lnTo>
                <a:lnTo>
                  <a:pt x="83196" y="68201"/>
                </a:lnTo>
                <a:lnTo>
                  <a:pt x="83121" y="67978"/>
                </a:lnTo>
                <a:lnTo>
                  <a:pt x="83055" y="67751"/>
                </a:lnTo>
                <a:lnTo>
                  <a:pt x="82997" y="67520"/>
                </a:lnTo>
                <a:lnTo>
                  <a:pt x="82948" y="67286"/>
                </a:lnTo>
                <a:lnTo>
                  <a:pt x="82907" y="67047"/>
                </a:lnTo>
                <a:lnTo>
                  <a:pt x="82875" y="66804"/>
                </a:lnTo>
                <a:lnTo>
                  <a:pt x="82852" y="66558"/>
                </a:lnTo>
                <a:lnTo>
                  <a:pt x="68508" y="66558"/>
                </a:lnTo>
                <a:lnTo>
                  <a:pt x="68532" y="67014"/>
                </a:lnTo>
                <a:lnTo>
                  <a:pt x="68565" y="67466"/>
                </a:lnTo>
                <a:lnTo>
                  <a:pt x="68609" y="67912"/>
                </a:lnTo>
                <a:lnTo>
                  <a:pt x="68662" y="68354"/>
                </a:lnTo>
                <a:lnTo>
                  <a:pt x="68725" y="68790"/>
                </a:lnTo>
                <a:lnTo>
                  <a:pt x="68798" y="69222"/>
                </a:lnTo>
                <a:lnTo>
                  <a:pt x="68881" y="69648"/>
                </a:lnTo>
                <a:lnTo>
                  <a:pt x="68973" y="70070"/>
                </a:lnTo>
                <a:lnTo>
                  <a:pt x="69075" y="70487"/>
                </a:lnTo>
                <a:lnTo>
                  <a:pt x="69187" y="70898"/>
                </a:lnTo>
                <a:lnTo>
                  <a:pt x="69308" y="71305"/>
                </a:lnTo>
                <a:lnTo>
                  <a:pt x="69440" y="71707"/>
                </a:lnTo>
                <a:lnTo>
                  <a:pt x="69581" y="72103"/>
                </a:lnTo>
                <a:lnTo>
                  <a:pt x="69732" y="72495"/>
                </a:lnTo>
                <a:lnTo>
                  <a:pt x="69892" y="72882"/>
                </a:lnTo>
                <a:lnTo>
                  <a:pt x="70063" y="73264"/>
                </a:lnTo>
                <a:lnTo>
                  <a:pt x="70243" y="73641"/>
                </a:lnTo>
                <a:lnTo>
                  <a:pt x="70433" y="74012"/>
                </a:lnTo>
                <a:lnTo>
                  <a:pt x="70632" y="74379"/>
                </a:lnTo>
                <a:lnTo>
                  <a:pt x="70842" y="74741"/>
                </a:lnTo>
                <a:lnTo>
                  <a:pt x="71061" y="75098"/>
                </a:lnTo>
                <a:lnTo>
                  <a:pt x="71290" y="75450"/>
                </a:lnTo>
                <a:lnTo>
                  <a:pt x="71528" y="75797"/>
                </a:lnTo>
                <a:lnTo>
                  <a:pt x="71777" y="76139"/>
                </a:lnTo>
                <a:lnTo>
                  <a:pt x="72034" y="76476"/>
                </a:lnTo>
                <a:lnTo>
                  <a:pt x="72300" y="76806"/>
                </a:lnTo>
                <a:lnTo>
                  <a:pt x="72574" y="77130"/>
                </a:lnTo>
                <a:lnTo>
                  <a:pt x="72856" y="77448"/>
                </a:lnTo>
                <a:lnTo>
                  <a:pt x="73146" y="77759"/>
                </a:lnTo>
                <a:lnTo>
                  <a:pt x="73445" y="78065"/>
                </a:lnTo>
                <a:lnTo>
                  <a:pt x="73751" y="78364"/>
                </a:lnTo>
                <a:lnTo>
                  <a:pt x="74066" y="78657"/>
                </a:lnTo>
                <a:lnTo>
                  <a:pt x="74389" y="78944"/>
                </a:lnTo>
                <a:lnTo>
                  <a:pt x="74720" y="79225"/>
                </a:lnTo>
                <a:lnTo>
                  <a:pt x="75059" y="79499"/>
                </a:lnTo>
                <a:lnTo>
                  <a:pt x="75406" y="79768"/>
                </a:lnTo>
                <a:lnTo>
                  <a:pt x="75762" y="80030"/>
                </a:lnTo>
                <a:lnTo>
                  <a:pt x="76125" y="80286"/>
                </a:lnTo>
                <a:lnTo>
                  <a:pt x="76497" y="80536"/>
                </a:lnTo>
                <a:lnTo>
                  <a:pt x="76877" y="80780"/>
                </a:lnTo>
                <a:lnTo>
                  <a:pt x="77265" y="81017"/>
                </a:lnTo>
                <a:lnTo>
                  <a:pt x="77662" y="81249"/>
                </a:lnTo>
                <a:lnTo>
                  <a:pt x="78066" y="81474"/>
                </a:lnTo>
                <a:lnTo>
                  <a:pt x="78479" y="81693"/>
                </a:lnTo>
                <a:lnTo>
                  <a:pt x="78900" y="81906"/>
                </a:lnTo>
                <a:lnTo>
                  <a:pt x="79329" y="82113"/>
                </a:lnTo>
                <a:lnTo>
                  <a:pt x="79766" y="82313"/>
                </a:lnTo>
                <a:lnTo>
                  <a:pt x="80211" y="82508"/>
                </a:lnTo>
                <a:lnTo>
                  <a:pt x="80664" y="82695"/>
                </a:lnTo>
                <a:lnTo>
                  <a:pt x="81123" y="82874"/>
                </a:lnTo>
                <a:lnTo>
                  <a:pt x="81589" y="83046"/>
                </a:lnTo>
                <a:lnTo>
                  <a:pt x="82061" y="83209"/>
                </a:lnTo>
                <a:lnTo>
                  <a:pt x="82539" y="83365"/>
                </a:lnTo>
                <a:lnTo>
                  <a:pt x="83024" y="83512"/>
                </a:lnTo>
                <a:lnTo>
                  <a:pt x="83515" y="83651"/>
                </a:lnTo>
                <a:lnTo>
                  <a:pt x="84012" y="83783"/>
                </a:lnTo>
                <a:lnTo>
                  <a:pt x="84516" y="83907"/>
                </a:lnTo>
                <a:lnTo>
                  <a:pt x="85026" y="84022"/>
                </a:lnTo>
                <a:lnTo>
                  <a:pt x="85542" y="84130"/>
                </a:lnTo>
                <a:lnTo>
                  <a:pt x="86065" y="84229"/>
                </a:lnTo>
                <a:lnTo>
                  <a:pt x="86594" y="84321"/>
                </a:lnTo>
                <a:lnTo>
                  <a:pt x="87130" y="84405"/>
                </a:lnTo>
                <a:lnTo>
                  <a:pt x="87672" y="84480"/>
                </a:lnTo>
                <a:lnTo>
                  <a:pt x="88220" y="84548"/>
                </a:lnTo>
                <a:lnTo>
                  <a:pt x="88775" y="84608"/>
                </a:lnTo>
                <a:lnTo>
                  <a:pt x="89336" y="84660"/>
                </a:lnTo>
                <a:lnTo>
                  <a:pt x="89903" y="84704"/>
                </a:lnTo>
                <a:lnTo>
                  <a:pt x="90477" y="84740"/>
                </a:lnTo>
                <a:lnTo>
                  <a:pt x="91057" y="84767"/>
                </a:lnTo>
                <a:lnTo>
                  <a:pt x="91644" y="84787"/>
                </a:lnTo>
                <a:lnTo>
                  <a:pt x="92237" y="84799"/>
                </a:lnTo>
                <a:lnTo>
                  <a:pt x="92836" y="84803"/>
                </a:lnTo>
                <a:lnTo>
                  <a:pt x="97884" y="84803"/>
                </a:lnTo>
                <a:lnTo>
                  <a:pt x="98888" y="84794"/>
                </a:lnTo>
                <a:lnTo>
                  <a:pt x="99871" y="84768"/>
                </a:lnTo>
                <a:lnTo>
                  <a:pt x="100833" y="84723"/>
                </a:lnTo>
                <a:close/>
                <a:moveTo>
                  <a:pt x="29645" y="84821"/>
                </a:moveTo>
                <a:lnTo>
                  <a:pt x="30581" y="84747"/>
                </a:lnTo>
                <a:lnTo>
                  <a:pt x="31500" y="84651"/>
                </a:lnTo>
                <a:lnTo>
                  <a:pt x="32402" y="84533"/>
                </a:lnTo>
                <a:lnTo>
                  <a:pt x="33288" y="84395"/>
                </a:lnTo>
                <a:lnTo>
                  <a:pt x="34157" y="84235"/>
                </a:lnTo>
                <a:lnTo>
                  <a:pt x="35009" y="84054"/>
                </a:lnTo>
                <a:lnTo>
                  <a:pt x="35845" y="83851"/>
                </a:lnTo>
                <a:lnTo>
                  <a:pt x="36664" y="83627"/>
                </a:lnTo>
                <a:lnTo>
                  <a:pt x="37466" y="83382"/>
                </a:lnTo>
                <a:lnTo>
                  <a:pt x="38251" y="83116"/>
                </a:lnTo>
                <a:lnTo>
                  <a:pt x="39020" y="82828"/>
                </a:lnTo>
                <a:lnTo>
                  <a:pt x="39772" y="82519"/>
                </a:lnTo>
                <a:lnTo>
                  <a:pt x="40507" y="82189"/>
                </a:lnTo>
                <a:lnTo>
                  <a:pt x="41225" y="81837"/>
                </a:lnTo>
                <a:lnTo>
                  <a:pt x="41927" y="81464"/>
                </a:lnTo>
                <a:lnTo>
                  <a:pt x="42612" y="81070"/>
                </a:lnTo>
                <a:lnTo>
                  <a:pt x="43280" y="80654"/>
                </a:lnTo>
                <a:lnTo>
                  <a:pt x="43932" y="80217"/>
                </a:lnTo>
                <a:lnTo>
                  <a:pt x="44566" y="79759"/>
                </a:lnTo>
                <a:lnTo>
                  <a:pt x="45184" y="79279"/>
                </a:lnTo>
                <a:lnTo>
                  <a:pt x="45785" y="78778"/>
                </a:lnTo>
                <a:lnTo>
                  <a:pt x="46367" y="78259"/>
                </a:lnTo>
                <a:lnTo>
                  <a:pt x="46924" y="77724"/>
                </a:lnTo>
                <a:lnTo>
                  <a:pt x="47459" y="77174"/>
                </a:lnTo>
                <a:lnTo>
                  <a:pt x="47969" y="76609"/>
                </a:lnTo>
                <a:lnTo>
                  <a:pt x="48457" y="76028"/>
                </a:lnTo>
                <a:lnTo>
                  <a:pt x="48920" y="75432"/>
                </a:lnTo>
                <a:lnTo>
                  <a:pt x="49360" y="74821"/>
                </a:lnTo>
                <a:lnTo>
                  <a:pt x="49777" y="74194"/>
                </a:lnTo>
                <a:lnTo>
                  <a:pt x="50170" y="73552"/>
                </a:lnTo>
                <a:lnTo>
                  <a:pt x="50540" y="72895"/>
                </a:lnTo>
                <a:lnTo>
                  <a:pt x="50886" y="72223"/>
                </a:lnTo>
                <a:lnTo>
                  <a:pt x="51208" y="71535"/>
                </a:lnTo>
                <a:lnTo>
                  <a:pt x="51507" y="70831"/>
                </a:lnTo>
                <a:lnTo>
                  <a:pt x="51783" y="70113"/>
                </a:lnTo>
                <a:lnTo>
                  <a:pt x="52035" y="69379"/>
                </a:lnTo>
                <a:lnTo>
                  <a:pt x="52263" y="68629"/>
                </a:lnTo>
                <a:lnTo>
                  <a:pt x="52468" y="67864"/>
                </a:lnTo>
                <a:lnTo>
                  <a:pt x="52650" y="67084"/>
                </a:lnTo>
                <a:lnTo>
                  <a:pt x="52808" y="66289"/>
                </a:lnTo>
                <a:lnTo>
                  <a:pt x="52942" y="65478"/>
                </a:lnTo>
                <a:lnTo>
                  <a:pt x="53053" y="64652"/>
                </a:lnTo>
                <a:lnTo>
                  <a:pt x="53141" y="63811"/>
                </a:lnTo>
                <a:lnTo>
                  <a:pt x="53204" y="62954"/>
                </a:lnTo>
                <a:lnTo>
                  <a:pt x="53245" y="62082"/>
                </a:lnTo>
                <a:lnTo>
                  <a:pt x="38900" y="62082"/>
                </a:lnTo>
                <a:lnTo>
                  <a:pt x="38867" y="62489"/>
                </a:lnTo>
                <a:lnTo>
                  <a:pt x="38824" y="62889"/>
                </a:lnTo>
                <a:lnTo>
                  <a:pt x="38771" y="63281"/>
                </a:lnTo>
                <a:lnTo>
                  <a:pt x="38708" y="63665"/>
                </a:lnTo>
                <a:lnTo>
                  <a:pt x="38635" y="64041"/>
                </a:lnTo>
                <a:lnTo>
                  <a:pt x="38553" y="64409"/>
                </a:lnTo>
                <a:lnTo>
                  <a:pt x="38461" y="64770"/>
                </a:lnTo>
                <a:lnTo>
                  <a:pt x="38359" y="65123"/>
                </a:lnTo>
                <a:lnTo>
                  <a:pt x="38247" y="65468"/>
                </a:lnTo>
                <a:lnTo>
                  <a:pt x="38126" y="65806"/>
                </a:lnTo>
                <a:lnTo>
                  <a:pt x="37995" y="66135"/>
                </a:lnTo>
                <a:lnTo>
                  <a:pt x="37854" y="66457"/>
                </a:lnTo>
                <a:lnTo>
                  <a:pt x="37703" y="66771"/>
                </a:lnTo>
                <a:lnTo>
                  <a:pt x="37543" y="67077"/>
                </a:lnTo>
                <a:lnTo>
                  <a:pt x="37372" y="67376"/>
                </a:lnTo>
                <a:lnTo>
                  <a:pt x="37192" y="67667"/>
                </a:lnTo>
                <a:lnTo>
                  <a:pt x="37002" y="67950"/>
                </a:lnTo>
                <a:lnTo>
                  <a:pt x="36803" y="68225"/>
                </a:lnTo>
                <a:lnTo>
                  <a:pt x="36594" y="68492"/>
                </a:lnTo>
                <a:lnTo>
                  <a:pt x="36374" y="68752"/>
                </a:lnTo>
                <a:lnTo>
                  <a:pt x="36146" y="69004"/>
                </a:lnTo>
                <a:lnTo>
                  <a:pt x="35907" y="69248"/>
                </a:lnTo>
                <a:lnTo>
                  <a:pt x="35658" y="69484"/>
                </a:lnTo>
                <a:lnTo>
                  <a:pt x="35400" y="69713"/>
                </a:lnTo>
                <a:lnTo>
                  <a:pt x="35133" y="69933"/>
                </a:lnTo>
                <a:lnTo>
                  <a:pt x="34858" y="70144"/>
                </a:lnTo>
                <a:lnTo>
                  <a:pt x="34575" y="70345"/>
                </a:lnTo>
                <a:lnTo>
                  <a:pt x="34283" y="70537"/>
                </a:lnTo>
                <a:lnTo>
                  <a:pt x="33983" y="70720"/>
                </a:lnTo>
                <a:lnTo>
                  <a:pt x="33675" y="70893"/>
                </a:lnTo>
                <a:lnTo>
                  <a:pt x="33359" y="71057"/>
                </a:lnTo>
                <a:lnTo>
                  <a:pt x="33035" y="71211"/>
                </a:lnTo>
                <a:lnTo>
                  <a:pt x="32703" y="71356"/>
                </a:lnTo>
                <a:lnTo>
                  <a:pt x="32362" y="71492"/>
                </a:lnTo>
                <a:lnTo>
                  <a:pt x="32013" y="71618"/>
                </a:lnTo>
                <a:lnTo>
                  <a:pt x="31657" y="71735"/>
                </a:lnTo>
                <a:lnTo>
                  <a:pt x="31291" y="71843"/>
                </a:lnTo>
                <a:lnTo>
                  <a:pt x="30918" y="71941"/>
                </a:lnTo>
                <a:lnTo>
                  <a:pt x="30537" y="72030"/>
                </a:lnTo>
                <a:lnTo>
                  <a:pt x="30147" y="72110"/>
                </a:lnTo>
                <a:lnTo>
                  <a:pt x="29749" y="72180"/>
                </a:lnTo>
                <a:lnTo>
                  <a:pt x="29343" y="72241"/>
                </a:lnTo>
                <a:lnTo>
                  <a:pt x="28929" y="72293"/>
                </a:lnTo>
                <a:lnTo>
                  <a:pt x="28507" y="72335"/>
                </a:lnTo>
                <a:lnTo>
                  <a:pt x="28077" y="72367"/>
                </a:lnTo>
                <a:lnTo>
                  <a:pt x="27638" y="72391"/>
                </a:lnTo>
                <a:lnTo>
                  <a:pt x="27191" y="72405"/>
                </a:lnTo>
                <a:lnTo>
                  <a:pt x="26736" y="72410"/>
                </a:lnTo>
                <a:lnTo>
                  <a:pt x="26262" y="72404"/>
                </a:lnTo>
                <a:lnTo>
                  <a:pt x="25797" y="72387"/>
                </a:lnTo>
                <a:lnTo>
                  <a:pt x="25340" y="72359"/>
                </a:lnTo>
                <a:lnTo>
                  <a:pt x="24891" y="72320"/>
                </a:lnTo>
                <a:lnTo>
                  <a:pt x="24451" y="72270"/>
                </a:lnTo>
                <a:lnTo>
                  <a:pt x="24019" y="72209"/>
                </a:lnTo>
                <a:lnTo>
                  <a:pt x="23595" y="72136"/>
                </a:lnTo>
                <a:lnTo>
                  <a:pt x="23180" y="72053"/>
                </a:lnTo>
                <a:lnTo>
                  <a:pt x="22773" y="71958"/>
                </a:lnTo>
                <a:lnTo>
                  <a:pt x="22374" y="71852"/>
                </a:lnTo>
                <a:lnTo>
                  <a:pt x="21984" y="71735"/>
                </a:lnTo>
                <a:lnTo>
                  <a:pt x="21602" y="71606"/>
                </a:lnTo>
                <a:lnTo>
                  <a:pt x="21228" y="71467"/>
                </a:lnTo>
                <a:lnTo>
                  <a:pt x="20863" y="71316"/>
                </a:lnTo>
                <a:lnTo>
                  <a:pt x="20506" y="71154"/>
                </a:lnTo>
                <a:lnTo>
                  <a:pt x="20158" y="70982"/>
                </a:lnTo>
                <a:lnTo>
                  <a:pt x="19818" y="70797"/>
                </a:lnTo>
                <a:lnTo>
                  <a:pt x="19486" y="70602"/>
                </a:lnTo>
                <a:lnTo>
                  <a:pt x="19163" y="70396"/>
                </a:lnTo>
                <a:lnTo>
                  <a:pt x="18848" y="70178"/>
                </a:lnTo>
                <a:lnTo>
                  <a:pt x="18541" y="69950"/>
                </a:lnTo>
                <a:lnTo>
                  <a:pt x="18243" y="69710"/>
                </a:lnTo>
                <a:lnTo>
                  <a:pt x="17953" y="69459"/>
                </a:lnTo>
                <a:lnTo>
                  <a:pt x="17671" y="69196"/>
                </a:lnTo>
                <a:lnTo>
                  <a:pt x="17400" y="68924"/>
                </a:lnTo>
                <a:lnTo>
                  <a:pt x="17140" y="68643"/>
                </a:lnTo>
                <a:lnTo>
                  <a:pt x="16891" y="68352"/>
                </a:lnTo>
                <a:lnTo>
                  <a:pt x="16655" y="68052"/>
                </a:lnTo>
                <a:lnTo>
                  <a:pt x="16429" y="67743"/>
                </a:lnTo>
                <a:lnTo>
                  <a:pt x="16216" y="67425"/>
                </a:lnTo>
                <a:lnTo>
                  <a:pt x="16014" y="67098"/>
                </a:lnTo>
                <a:lnTo>
                  <a:pt x="15823" y="66761"/>
                </a:lnTo>
                <a:lnTo>
                  <a:pt x="15644" y="66416"/>
                </a:lnTo>
                <a:lnTo>
                  <a:pt x="15476" y="66061"/>
                </a:lnTo>
                <a:lnTo>
                  <a:pt x="15320" y="65697"/>
                </a:lnTo>
                <a:lnTo>
                  <a:pt x="15176" y="65324"/>
                </a:lnTo>
                <a:lnTo>
                  <a:pt x="15043" y="64941"/>
                </a:lnTo>
                <a:lnTo>
                  <a:pt x="14922" y="64550"/>
                </a:lnTo>
                <a:lnTo>
                  <a:pt x="14812" y="64149"/>
                </a:lnTo>
                <a:lnTo>
                  <a:pt x="14714" y="63740"/>
                </a:lnTo>
                <a:lnTo>
                  <a:pt x="14627" y="63321"/>
                </a:lnTo>
                <a:lnTo>
                  <a:pt x="14552" y="62893"/>
                </a:lnTo>
                <a:lnTo>
                  <a:pt x="14489" y="62455"/>
                </a:lnTo>
                <a:lnTo>
                  <a:pt x="14437" y="62009"/>
                </a:lnTo>
                <a:lnTo>
                  <a:pt x="14396" y="61553"/>
                </a:lnTo>
                <a:lnTo>
                  <a:pt x="14367" y="61088"/>
                </a:lnTo>
                <a:lnTo>
                  <a:pt x="14350" y="60615"/>
                </a:lnTo>
                <a:lnTo>
                  <a:pt x="14344" y="60132"/>
                </a:lnTo>
                <a:lnTo>
                  <a:pt x="14344" y="44180"/>
                </a:lnTo>
                <a:lnTo>
                  <a:pt x="14350" y="43697"/>
                </a:lnTo>
                <a:lnTo>
                  <a:pt x="14367" y="43223"/>
                </a:lnTo>
                <a:lnTo>
                  <a:pt x="14396" y="42759"/>
                </a:lnTo>
                <a:lnTo>
                  <a:pt x="14437" y="42304"/>
                </a:lnTo>
                <a:lnTo>
                  <a:pt x="14489" y="41859"/>
                </a:lnTo>
                <a:lnTo>
                  <a:pt x="14552" y="41422"/>
                </a:lnTo>
                <a:lnTo>
                  <a:pt x="14627" y="40996"/>
                </a:lnTo>
                <a:lnTo>
                  <a:pt x="14714" y="40578"/>
                </a:lnTo>
                <a:lnTo>
                  <a:pt x="14812" y="40170"/>
                </a:lnTo>
                <a:lnTo>
                  <a:pt x="14922" y="39771"/>
                </a:lnTo>
                <a:lnTo>
                  <a:pt x="15043" y="39382"/>
                </a:lnTo>
                <a:lnTo>
                  <a:pt x="15176" y="39002"/>
                </a:lnTo>
                <a:lnTo>
                  <a:pt x="15320" y="38631"/>
                </a:lnTo>
                <a:lnTo>
                  <a:pt x="15476" y="38270"/>
                </a:lnTo>
                <a:lnTo>
                  <a:pt x="15644" y="37918"/>
                </a:lnTo>
                <a:lnTo>
                  <a:pt x="15823" y="37576"/>
                </a:lnTo>
                <a:lnTo>
                  <a:pt x="16014" y="37243"/>
                </a:lnTo>
                <a:lnTo>
                  <a:pt x="16216" y="36919"/>
                </a:lnTo>
                <a:lnTo>
                  <a:pt x="16429" y="36604"/>
                </a:lnTo>
                <a:lnTo>
                  <a:pt x="16655" y="36299"/>
                </a:lnTo>
                <a:lnTo>
                  <a:pt x="16891" y="36004"/>
                </a:lnTo>
                <a:lnTo>
                  <a:pt x="17140" y="35717"/>
                </a:lnTo>
                <a:lnTo>
                  <a:pt x="17400" y="35440"/>
                </a:lnTo>
                <a:lnTo>
                  <a:pt x="17671" y="35173"/>
                </a:lnTo>
                <a:lnTo>
                  <a:pt x="17953" y="34915"/>
                </a:lnTo>
                <a:lnTo>
                  <a:pt x="18243" y="34668"/>
                </a:lnTo>
                <a:lnTo>
                  <a:pt x="18541" y="34433"/>
                </a:lnTo>
                <a:lnTo>
                  <a:pt x="18848" y="34208"/>
                </a:lnTo>
                <a:lnTo>
                  <a:pt x="19163" y="33994"/>
                </a:lnTo>
                <a:lnTo>
                  <a:pt x="19486" y="33791"/>
                </a:lnTo>
                <a:lnTo>
                  <a:pt x="19818" y="33600"/>
                </a:lnTo>
                <a:lnTo>
                  <a:pt x="20158" y="33419"/>
                </a:lnTo>
                <a:lnTo>
                  <a:pt x="20506" y="33249"/>
                </a:lnTo>
                <a:lnTo>
                  <a:pt x="20863" y="33090"/>
                </a:lnTo>
                <a:lnTo>
                  <a:pt x="21228" y="32942"/>
                </a:lnTo>
                <a:lnTo>
                  <a:pt x="21602" y="32805"/>
                </a:lnTo>
                <a:lnTo>
                  <a:pt x="21984" y="32679"/>
                </a:lnTo>
                <a:lnTo>
                  <a:pt x="22374" y="32564"/>
                </a:lnTo>
                <a:lnTo>
                  <a:pt x="22773" y="32459"/>
                </a:lnTo>
                <a:lnTo>
                  <a:pt x="23180" y="32366"/>
                </a:lnTo>
                <a:lnTo>
                  <a:pt x="23595" y="32284"/>
                </a:lnTo>
                <a:lnTo>
                  <a:pt x="24019" y="32213"/>
                </a:lnTo>
                <a:lnTo>
                  <a:pt x="24451" y="32153"/>
                </a:lnTo>
                <a:lnTo>
                  <a:pt x="24891" y="32103"/>
                </a:lnTo>
                <a:lnTo>
                  <a:pt x="25340" y="32065"/>
                </a:lnTo>
                <a:lnTo>
                  <a:pt x="25797" y="32037"/>
                </a:lnTo>
                <a:lnTo>
                  <a:pt x="26262" y="32021"/>
                </a:lnTo>
                <a:lnTo>
                  <a:pt x="26736" y="32016"/>
                </a:lnTo>
                <a:lnTo>
                  <a:pt x="27191" y="32020"/>
                </a:lnTo>
                <a:lnTo>
                  <a:pt x="27638" y="32034"/>
                </a:lnTo>
                <a:lnTo>
                  <a:pt x="28077" y="32058"/>
                </a:lnTo>
                <a:lnTo>
                  <a:pt x="28507" y="32090"/>
                </a:lnTo>
                <a:lnTo>
                  <a:pt x="28929" y="32133"/>
                </a:lnTo>
                <a:lnTo>
                  <a:pt x="29343" y="32184"/>
                </a:lnTo>
                <a:lnTo>
                  <a:pt x="29749" y="32245"/>
                </a:lnTo>
                <a:lnTo>
                  <a:pt x="30147" y="32315"/>
                </a:lnTo>
                <a:lnTo>
                  <a:pt x="30537" y="32395"/>
                </a:lnTo>
                <a:lnTo>
                  <a:pt x="30918" y="32484"/>
                </a:lnTo>
                <a:lnTo>
                  <a:pt x="31291" y="32582"/>
                </a:lnTo>
                <a:lnTo>
                  <a:pt x="31657" y="32690"/>
                </a:lnTo>
                <a:lnTo>
                  <a:pt x="32013" y="32807"/>
                </a:lnTo>
                <a:lnTo>
                  <a:pt x="32362" y="32933"/>
                </a:lnTo>
                <a:lnTo>
                  <a:pt x="32703" y="33069"/>
                </a:lnTo>
                <a:lnTo>
                  <a:pt x="33035" y="33214"/>
                </a:lnTo>
                <a:lnTo>
                  <a:pt x="33359" y="33368"/>
                </a:lnTo>
                <a:lnTo>
                  <a:pt x="33675" y="33532"/>
                </a:lnTo>
                <a:lnTo>
                  <a:pt x="33983" y="33706"/>
                </a:lnTo>
                <a:lnTo>
                  <a:pt x="34283" y="33888"/>
                </a:lnTo>
                <a:lnTo>
                  <a:pt x="34575" y="34080"/>
                </a:lnTo>
                <a:lnTo>
                  <a:pt x="34858" y="34281"/>
                </a:lnTo>
                <a:lnTo>
                  <a:pt x="35133" y="34492"/>
                </a:lnTo>
                <a:lnTo>
                  <a:pt x="35400" y="34712"/>
                </a:lnTo>
                <a:lnTo>
                  <a:pt x="35658" y="34941"/>
                </a:lnTo>
                <a:lnTo>
                  <a:pt x="35907" y="35177"/>
                </a:lnTo>
                <a:lnTo>
                  <a:pt x="36146" y="35421"/>
                </a:lnTo>
                <a:lnTo>
                  <a:pt x="36374" y="35673"/>
                </a:lnTo>
                <a:lnTo>
                  <a:pt x="36594" y="35933"/>
                </a:lnTo>
                <a:lnTo>
                  <a:pt x="36803" y="36200"/>
                </a:lnTo>
                <a:lnTo>
                  <a:pt x="37002" y="36476"/>
                </a:lnTo>
                <a:lnTo>
                  <a:pt x="37192" y="36759"/>
                </a:lnTo>
                <a:lnTo>
                  <a:pt x="37372" y="37049"/>
                </a:lnTo>
                <a:lnTo>
                  <a:pt x="37543" y="37348"/>
                </a:lnTo>
                <a:lnTo>
                  <a:pt x="37703" y="37654"/>
                </a:lnTo>
                <a:lnTo>
                  <a:pt x="37854" y="37969"/>
                </a:lnTo>
                <a:lnTo>
                  <a:pt x="37995" y="38290"/>
                </a:lnTo>
                <a:lnTo>
                  <a:pt x="38126" y="38620"/>
                </a:lnTo>
                <a:lnTo>
                  <a:pt x="38247" y="38958"/>
                </a:lnTo>
                <a:lnTo>
                  <a:pt x="38359" y="39303"/>
                </a:lnTo>
                <a:lnTo>
                  <a:pt x="38461" y="39656"/>
                </a:lnTo>
                <a:lnTo>
                  <a:pt x="38553" y="40017"/>
                </a:lnTo>
                <a:lnTo>
                  <a:pt x="38635" y="40385"/>
                </a:lnTo>
                <a:lnTo>
                  <a:pt x="38708" y="40762"/>
                </a:lnTo>
                <a:lnTo>
                  <a:pt x="38771" y="41146"/>
                </a:lnTo>
                <a:lnTo>
                  <a:pt x="38824" y="41538"/>
                </a:lnTo>
                <a:lnTo>
                  <a:pt x="38867" y="41937"/>
                </a:lnTo>
                <a:lnTo>
                  <a:pt x="38900" y="42345"/>
                </a:lnTo>
                <a:lnTo>
                  <a:pt x="53245" y="42345"/>
                </a:lnTo>
                <a:lnTo>
                  <a:pt x="53204" y="41473"/>
                </a:lnTo>
                <a:lnTo>
                  <a:pt x="53141" y="40616"/>
                </a:lnTo>
                <a:lnTo>
                  <a:pt x="53053" y="39774"/>
                </a:lnTo>
                <a:lnTo>
                  <a:pt x="52942" y="38948"/>
                </a:lnTo>
                <a:lnTo>
                  <a:pt x="52808" y="38137"/>
                </a:lnTo>
                <a:lnTo>
                  <a:pt x="52650" y="37342"/>
                </a:lnTo>
                <a:lnTo>
                  <a:pt x="52468" y="36562"/>
                </a:lnTo>
                <a:lnTo>
                  <a:pt x="52263" y="35797"/>
                </a:lnTo>
                <a:lnTo>
                  <a:pt x="52035" y="35047"/>
                </a:lnTo>
                <a:lnTo>
                  <a:pt x="51783" y="34313"/>
                </a:lnTo>
                <a:lnTo>
                  <a:pt x="51507" y="33594"/>
                </a:lnTo>
                <a:lnTo>
                  <a:pt x="51208" y="32891"/>
                </a:lnTo>
                <a:lnTo>
                  <a:pt x="50886" y="32203"/>
                </a:lnTo>
                <a:lnTo>
                  <a:pt x="50540" y="31530"/>
                </a:lnTo>
                <a:lnTo>
                  <a:pt x="50170" y="30873"/>
                </a:lnTo>
                <a:lnTo>
                  <a:pt x="49777" y="30231"/>
                </a:lnTo>
                <a:lnTo>
                  <a:pt x="49360" y="29604"/>
                </a:lnTo>
                <a:lnTo>
                  <a:pt x="48920" y="28993"/>
                </a:lnTo>
                <a:lnTo>
                  <a:pt x="48457" y="28397"/>
                </a:lnTo>
                <a:lnTo>
                  <a:pt x="47969" y="27816"/>
                </a:lnTo>
                <a:lnTo>
                  <a:pt x="47459" y="27251"/>
                </a:lnTo>
                <a:lnTo>
                  <a:pt x="46924" y="26701"/>
                </a:lnTo>
                <a:lnTo>
                  <a:pt x="46367" y="26166"/>
                </a:lnTo>
                <a:lnTo>
                  <a:pt x="45785" y="25647"/>
                </a:lnTo>
                <a:lnTo>
                  <a:pt x="45184" y="25146"/>
                </a:lnTo>
                <a:lnTo>
                  <a:pt x="44566" y="24667"/>
                </a:lnTo>
                <a:lnTo>
                  <a:pt x="43932" y="24208"/>
                </a:lnTo>
                <a:lnTo>
                  <a:pt x="43280" y="23771"/>
                </a:lnTo>
                <a:lnTo>
                  <a:pt x="42612" y="23356"/>
                </a:lnTo>
                <a:lnTo>
                  <a:pt x="41927" y="22961"/>
                </a:lnTo>
                <a:lnTo>
                  <a:pt x="41225" y="22588"/>
                </a:lnTo>
                <a:lnTo>
                  <a:pt x="40507" y="22236"/>
                </a:lnTo>
                <a:lnTo>
                  <a:pt x="39772" y="21906"/>
                </a:lnTo>
                <a:lnTo>
                  <a:pt x="39020" y="21597"/>
                </a:lnTo>
                <a:lnTo>
                  <a:pt x="38251" y="21309"/>
                </a:lnTo>
                <a:lnTo>
                  <a:pt x="37466" y="21043"/>
                </a:lnTo>
                <a:lnTo>
                  <a:pt x="36664" y="20798"/>
                </a:lnTo>
                <a:lnTo>
                  <a:pt x="35845" y="20574"/>
                </a:lnTo>
                <a:lnTo>
                  <a:pt x="35009" y="20371"/>
                </a:lnTo>
                <a:lnTo>
                  <a:pt x="34157" y="20190"/>
                </a:lnTo>
                <a:lnTo>
                  <a:pt x="33288" y="20030"/>
                </a:lnTo>
                <a:lnTo>
                  <a:pt x="32402" y="19892"/>
                </a:lnTo>
                <a:lnTo>
                  <a:pt x="31500" y="19774"/>
                </a:lnTo>
                <a:lnTo>
                  <a:pt x="30581" y="19679"/>
                </a:lnTo>
                <a:lnTo>
                  <a:pt x="29645" y="19604"/>
                </a:lnTo>
                <a:lnTo>
                  <a:pt x="28692" y="19551"/>
                </a:lnTo>
                <a:lnTo>
                  <a:pt x="27722" y="19519"/>
                </a:lnTo>
                <a:lnTo>
                  <a:pt x="26736" y="19508"/>
                </a:lnTo>
                <a:lnTo>
                  <a:pt x="26070" y="19513"/>
                </a:lnTo>
                <a:lnTo>
                  <a:pt x="25411" y="19529"/>
                </a:lnTo>
                <a:lnTo>
                  <a:pt x="24760" y="19556"/>
                </a:lnTo>
                <a:lnTo>
                  <a:pt x="24115" y="19593"/>
                </a:lnTo>
                <a:lnTo>
                  <a:pt x="23477" y="19640"/>
                </a:lnTo>
                <a:lnTo>
                  <a:pt x="22846" y="19698"/>
                </a:lnTo>
                <a:lnTo>
                  <a:pt x="22222" y="19767"/>
                </a:lnTo>
                <a:lnTo>
                  <a:pt x="21605" y="19846"/>
                </a:lnTo>
                <a:lnTo>
                  <a:pt x="20994" y="19936"/>
                </a:lnTo>
                <a:lnTo>
                  <a:pt x="20391" y="20036"/>
                </a:lnTo>
                <a:lnTo>
                  <a:pt x="19795" y="20147"/>
                </a:lnTo>
                <a:lnTo>
                  <a:pt x="19206" y="20268"/>
                </a:lnTo>
                <a:lnTo>
                  <a:pt x="18624" y="20400"/>
                </a:lnTo>
                <a:lnTo>
                  <a:pt x="18048" y="20543"/>
                </a:lnTo>
                <a:lnTo>
                  <a:pt x="17480" y="20696"/>
                </a:lnTo>
                <a:lnTo>
                  <a:pt x="16919" y="20860"/>
                </a:lnTo>
                <a:lnTo>
                  <a:pt x="16365" y="21034"/>
                </a:lnTo>
                <a:lnTo>
                  <a:pt x="15817" y="21219"/>
                </a:lnTo>
                <a:lnTo>
                  <a:pt x="15277" y="21414"/>
                </a:lnTo>
                <a:lnTo>
                  <a:pt x="14743" y="21620"/>
                </a:lnTo>
                <a:lnTo>
                  <a:pt x="14217" y="21837"/>
                </a:lnTo>
                <a:lnTo>
                  <a:pt x="13697" y="22064"/>
                </a:lnTo>
                <a:lnTo>
                  <a:pt x="13185" y="22301"/>
                </a:lnTo>
                <a:lnTo>
                  <a:pt x="12679" y="22550"/>
                </a:lnTo>
                <a:lnTo>
                  <a:pt x="12182" y="22807"/>
                </a:lnTo>
                <a:lnTo>
                  <a:pt x="11694" y="23073"/>
                </a:lnTo>
                <a:lnTo>
                  <a:pt x="11215" y="23348"/>
                </a:lnTo>
                <a:lnTo>
                  <a:pt x="10746" y="23631"/>
                </a:lnTo>
                <a:lnTo>
                  <a:pt x="10286" y="23923"/>
                </a:lnTo>
                <a:lnTo>
                  <a:pt x="9836" y="24224"/>
                </a:lnTo>
                <a:lnTo>
                  <a:pt x="9395" y="24533"/>
                </a:lnTo>
                <a:lnTo>
                  <a:pt x="8963" y="24850"/>
                </a:lnTo>
                <a:lnTo>
                  <a:pt x="8540" y="25177"/>
                </a:lnTo>
                <a:lnTo>
                  <a:pt x="8127" y="25511"/>
                </a:lnTo>
                <a:lnTo>
                  <a:pt x="7724" y="25855"/>
                </a:lnTo>
                <a:lnTo>
                  <a:pt x="7329" y="26207"/>
                </a:lnTo>
                <a:lnTo>
                  <a:pt x="6944" y="26567"/>
                </a:lnTo>
                <a:lnTo>
                  <a:pt x="6569" y="26936"/>
                </a:lnTo>
                <a:lnTo>
                  <a:pt x="6202" y="27314"/>
                </a:lnTo>
                <a:lnTo>
                  <a:pt x="5845" y="27700"/>
                </a:lnTo>
                <a:lnTo>
                  <a:pt x="5498" y="28095"/>
                </a:lnTo>
                <a:lnTo>
                  <a:pt x="5160" y="28498"/>
                </a:lnTo>
                <a:lnTo>
                  <a:pt x="4831" y="28910"/>
                </a:lnTo>
                <a:lnTo>
                  <a:pt x="4511" y="29330"/>
                </a:lnTo>
                <a:lnTo>
                  <a:pt x="4201" y="29759"/>
                </a:lnTo>
                <a:lnTo>
                  <a:pt x="3900" y="30197"/>
                </a:lnTo>
                <a:lnTo>
                  <a:pt x="3609" y="30643"/>
                </a:lnTo>
                <a:lnTo>
                  <a:pt x="3327" y="31098"/>
                </a:lnTo>
                <a:lnTo>
                  <a:pt x="3055" y="31561"/>
                </a:lnTo>
                <a:lnTo>
                  <a:pt x="2796" y="32031"/>
                </a:lnTo>
                <a:lnTo>
                  <a:pt x="2547" y="32509"/>
                </a:lnTo>
                <a:lnTo>
                  <a:pt x="2310" y="32995"/>
                </a:lnTo>
                <a:lnTo>
                  <a:pt x="2085" y="33488"/>
                </a:lnTo>
                <a:lnTo>
                  <a:pt x="1871" y="33989"/>
                </a:lnTo>
                <a:lnTo>
                  <a:pt x="1669" y="34497"/>
                </a:lnTo>
                <a:lnTo>
                  <a:pt x="1479" y="35013"/>
                </a:lnTo>
                <a:lnTo>
                  <a:pt x="1300" y="35536"/>
                </a:lnTo>
                <a:lnTo>
                  <a:pt x="1132" y="36067"/>
                </a:lnTo>
                <a:lnTo>
                  <a:pt x="976" y="36606"/>
                </a:lnTo>
                <a:lnTo>
                  <a:pt x="832" y="37152"/>
                </a:lnTo>
                <a:lnTo>
                  <a:pt x="699" y="37705"/>
                </a:lnTo>
                <a:lnTo>
                  <a:pt x="578" y="38267"/>
                </a:lnTo>
                <a:lnTo>
                  <a:pt x="468" y="38835"/>
                </a:lnTo>
                <a:lnTo>
                  <a:pt x="370" y="39412"/>
                </a:lnTo>
                <a:lnTo>
                  <a:pt x="283" y="39996"/>
                </a:lnTo>
                <a:lnTo>
                  <a:pt x="208" y="40587"/>
                </a:lnTo>
                <a:lnTo>
                  <a:pt x="144" y="41186"/>
                </a:lnTo>
                <a:lnTo>
                  <a:pt x="92" y="41793"/>
                </a:lnTo>
                <a:lnTo>
                  <a:pt x="52" y="42407"/>
                </a:lnTo>
                <a:lnTo>
                  <a:pt x="23" y="43029"/>
                </a:lnTo>
                <a:lnTo>
                  <a:pt x="6" y="43658"/>
                </a:lnTo>
                <a:lnTo>
                  <a:pt x="0" y="44295"/>
                </a:lnTo>
                <a:lnTo>
                  <a:pt x="0" y="60132"/>
                </a:lnTo>
                <a:lnTo>
                  <a:pt x="6" y="60759"/>
                </a:lnTo>
                <a:lnTo>
                  <a:pt x="23" y="61380"/>
                </a:lnTo>
                <a:lnTo>
                  <a:pt x="52" y="61993"/>
                </a:lnTo>
                <a:lnTo>
                  <a:pt x="92" y="62600"/>
                </a:lnTo>
                <a:lnTo>
                  <a:pt x="144" y="63200"/>
                </a:lnTo>
                <a:lnTo>
                  <a:pt x="208" y="63793"/>
                </a:lnTo>
                <a:lnTo>
                  <a:pt x="283" y="64378"/>
                </a:lnTo>
                <a:lnTo>
                  <a:pt x="370" y="64957"/>
                </a:lnTo>
                <a:lnTo>
                  <a:pt x="468" y="65529"/>
                </a:lnTo>
                <a:lnTo>
                  <a:pt x="578" y="66094"/>
                </a:lnTo>
                <a:lnTo>
                  <a:pt x="699" y="66652"/>
                </a:lnTo>
                <a:lnTo>
                  <a:pt x="832" y="67203"/>
                </a:lnTo>
                <a:lnTo>
                  <a:pt x="976" y="67747"/>
                </a:lnTo>
                <a:lnTo>
                  <a:pt x="1132" y="68284"/>
                </a:lnTo>
                <a:lnTo>
                  <a:pt x="1300" y="68814"/>
                </a:lnTo>
                <a:lnTo>
                  <a:pt x="1479" y="69337"/>
                </a:lnTo>
                <a:lnTo>
                  <a:pt x="1669" y="69853"/>
                </a:lnTo>
                <a:lnTo>
                  <a:pt x="1871" y="70362"/>
                </a:lnTo>
                <a:lnTo>
                  <a:pt x="2085" y="70865"/>
                </a:lnTo>
                <a:lnTo>
                  <a:pt x="2310" y="71360"/>
                </a:lnTo>
                <a:lnTo>
                  <a:pt x="2547" y="71848"/>
                </a:lnTo>
                <a:lnTo>
                  <a:pt x="2796" y="72329"/>
                </a:lnTo>
                <a:lnTo>
                  <a:pt x="3055" y="72804"/>
                </a:lnTo>
                <a:lnTo>
                  <a:pt x="3327" y="73271"/>
                </a:lnTo>
                <a:lnTo>
                  <a:pt x="3609" y="73730"/>
                </a:lnTo>
                <a:lnTo>
                  <a:pt x="3900" y="74181"/>
                </a:lnTo>
                <a:lnTo>
                  <a:pt x="4201" y="74623"/>
                </a:lnTo>
                <a:lnTo>
                  <a:pt x="4511" y="75056"/>
                </a:lnTo>
                <a:lnTo>
                  <a:pt x="4831" y="75480"/>
                </a:lnTo>
                <a:lnTo>
                  <a:pt x="5160" y="75896"/>
                </a:lnTo>
                <a:lnTo>
                  <a:pt x="5498" y="76303"/>
                </a:lnTo>
                <a:lnTo>
                  <a:pt x="5845" y="76701"/>
                </a:lnTo>
                <a:lnTo>
                  <a:pt x="6202" y="77090"/>
                </a:lnTo>
                <a:lnTo>
                  <a:pt x="6569" y="77470"/>
                </a:lnTo>
                <a:lnTo>
                  <a:pt x="6944" y="77842"/>
                </a:lnTo>
                <a:lnTo>
                  <a:pt x="7329" y="78205"/>
                </a:lnTo>
                <a:lnTo>
                  <a:pt x="7724" y="78559"/>
                </a:lnTo>
                <a:lnTo>
                  <a:pt x="8127" y="78905"/>
                </a:lnTo>
                <a:lnTo>
                  <a:pt x="8540" y="79241"/>
                </a:lnTo>
                <a:lnTo>
                  <a:pt x="8963" y="79569"/>
                </a:lnTo>
                <a:lnTo>
                  <a:pt x="9395" y="79888"/>
                </a:lnTo>
                <a:lnTo>
                  <a:pt x="9836" y="80199"/>
                </a:lnTo>
                <a:lnTo>
                  <a:pt x="10286" y="80501"/>
                </a:lnTo>
                <a:lnTo>
                  <a:pt x="10746" y="80793"/>
                </a:lnTo>
                <a:lnTo>
                  <a:pt x="11215" y="81078"/>
                </a:lnTo>
                <a:lnTo>
                  <a:pt x="11694" y="81353"/>
                </a:lnTo>
                <a:lnTo>
                  <a:pt x="12182" y="81619"/>
                </a:lnTo>
                <a:lnTo>
                  <a:pt x="12679" y="81877"/>
                </a:lnTo>
                <a:lnTo>
                  <a:pt x="13185" y="82125"/>
                </a:lnTo>
                <a:lnTo>
                  <a:pt x="13697" y="82363"/>
                </a:lnTo>
                <a:lnTo>
                  <a:pt x="14217" y="82590"/>
                </a:lnTo>
                <a:lnTo>
                  <a:pt x="14743" y="82806"/>
                </a:lnTo>
                <a:lnTo>
                  <a:pt x="15277" y="83012"/>
                </a:lnTo>
                <a:lnTo>
                  <a:pt x="15817" y="83207"/>
                </a:lnTo>
                <a:lnTo>
                  <a:pt x="16365" y="83392"/>
                </a:lnTo>
                <a:lnTo>
                  <a:pt x="16919" y="83566"/>
                </a:lnTo>
                <a:lnTo>
                  <a:pt x="17480" y="83730"/>
                </a:lnTo>
                <a:lnTo>
                  <a:pt x="18048" y="83883"/>
                </a:lnTo>
                <a:lnTo>
                  <a:pt x="18624" y="84025"/>
                </a:lnTo>
                <a:lnTo>
                  <a:pt x="19206" y="84157"/>
                </a:lnTo>
                <a:lnTo>
                  <a:pt x="19795" y="84279"/>
                </a:lnTo>
                <a:lnTo>
                  <a:pt x="20391" y="84389"/>
                </a:lnTo>
                <a:lnTo>
                  <a:pt x="20994" y="84490"/>
                </a:lnTo>
                <a:lnTo>
                  <a:pt x="21605" y="84579"/>
                </a:lnTo>
                <a:lnTo>
                  <a:pt x="22222" y="84658"/>
                </a:lnTo>
                <a:lnTo>
                  <a:pt x="22846" y="84727"/>
                </a:lnTo>
                <a:lnTo>
                  <a:pt x="23477" y="84785"/>
                </a:lnTo>
                <a:lnTo>
                  <a:pt x="24115" y="84833"/>
                </a:lnTo>
                <a:lnTo>
                  <a:pt x="24760" y="84870"/>
                </a:lnTo>
                <a:lnTo>
                  <a:pt x="25411" y="84896"/>
                </a:lnTo>
                <a:lnTo>
                  <a:pt x="26070" y="84912"/>
                </a:lnTo>
                <a:lnTo>
                  <a:pt x="26736" y="84917"/>
                </a:lnTo>
                <a:lnTo>
                  <a:pt x="27722" y="84906"/>
                </a:lnTo>
                <a:lnTo>
                  <a:pt x="28692" y="84874"/>
                </a:lnTo>
                <a:lnTo>
                  <a:pt x="29645" y="84821"/>
                </a:lnTo>
                <a:close/>
                <a:moveTo>
                  <a:pt x="345065" y="20655"/>
                </a:moveTo>
                <a:lnTo>
                  <a:pt x="345065" y="104425"/>
                </a:lnTo>
                <a:lnTo>
                  <a:pt x="359409" y="104425"/>
                </a:lnTo>
                <a:lnTo>
                  <a:pt x="359409" y="86754"/>
                </a:lnTo>
                <a:lnTo>
                  <a:pt x="358951" y="71721"/>
                </a:lnTo>
                <a:lnTo>
                  <a:pt x="359306" y="71721"/>
                </a:lnTo>
                <a:lnTo>
                  <a:pt x="359353" y="72033"/>
                </a:lnTo>
                <a:lnTo>
                  <a:pt x="359457" y="72600"/>
                </a:lnTo>
                <a:lnTo>
                  <a:pt x="359576" y="73155"/>
                </a:lnTo>
                <a:lnTo>
                  <a:pt x="359711" y="73699"/>
                </a:lnTo>
                <a:lnTo>
                  <a:pt x="359863" y="74232"/>
                </a:lnTo>
                <a:lnTo>
                  <a:pt x="360030" y="74754"/>
                </a:lnTo>
                <a:lnTo>
                  <a:pt x="360213" y="75264"/>
                </a:lnTo>
                <a:lnTo>
                  <a:pt x="360413" y="75763"/>
                </a:lnTo>
                <a:lnTo>
                  <a:pt x="360628" y="76250"/>
                </a:lnTo>
                <a:lnTo>
                  <a:pt x="360859" y="76726"/>
                </a:lnTo>
                <a:lnTo>
                  <a:pt x="361106" y="77191"/>
                </a:lnTo>
                <a:lnTo>
                  <a:pt x="361369" y="77644"/>
                </a:lnTo>
                <a:lnTo>
                  <a:pt x="361648" y="78086"/>
                </a:lnTo>
                <a:lnTo>
                  <a:pt x="361942" y="78517"/>
                </a:lnTo>
                <a:lnTo>
                  <a:pt x="362253" y="78936"/>
                </a:lnTo>
                <a:lnTo>
                  <a:pt x="362580" y="79344"/>
                </a:lnTo>
                <a:lnTo>
                  <a:pt x="362922" y="79740"/>
                </a:lnTo>
                <a:lnTo>
                  <a:pt x="363281" y="80125"/>
                </a:lnTo>
                <a:lnTo>
                  <a:pt x="363655" y="80499"/>
                </a:lnTo>
                <a:lnTo>
                  <a:pt x="364044" y="80860"/>
                </a:lnTo>
                <a:lnTo>
                  <a:pt x="364443" y="81205"/>
                </a:lnTo>
                <a:lnTo>
                  <a:pt x="364853" y="81535"/>
                </a:lnTo>
                <a:lnTo>
                  <a:pt x="365275" y="81849"/>
                </a:lnTo>
                <a:lnTo>
                  <a:pt x="365708" y="82148"/>
                </a:lnTo>
                <a:lnTo>
                  <a:pt x="366152" y="82432"/>
                </a:lnTo>
                <a:lnTo>
                  <a:pt x="366607" y="82701"/>
                </a:lnTo>
                <a:lnTo>
                  <a:pt x="367073" y="82954"/>
                </a:lnTo>
                <a:lnTo>
                  <a:pt x="367550" y="83191"/>
                </a:lnTo>
                <a:lnTo>
                  <a:pt x="368039" y="83414"/>
                </a:lnTo>
                <a:lnTo>
                  <a:pt x="368539" y="83621"/>
                </a:lnTo>
                <a:lnTo>
                  <a:pt x="369049" y="83813"/>
                </a:lnTo>
                <a:lnTo>
                  <a:pt x="369571" y="83989"/>
                </a:lnTo>
                <a:lnTo>
                  <a:pt x="370105" y="84150"/>
                </a:lnTo>
                <a:lnTo>
                  <a:pt x="370649" y="84296"/>
                </a:lnTo>
                <a:lnTo>
                  <a:pt x="371204" y="84426"/>
                </a:lnTo>
                <a:lnTo>
                  <a:pt x="371771" y="84541"/>
                </a:lnTo>
                <a:lnTo>
                  <a:pt x="372349" y="84641"/>
                </a:lnTo>
                <a:lnTo>
                  <a:pt x="372937" y="84725"/>
                </a:lnTo>
                <a:lnTo>
                  <a:pt x="373538" y="84794"/>
                </a:lnTo>
                <a:lnTo>
                  <a:pt x="374149" y="84848"/>
                </a:lnTo>
                <a:lnTo>
                  <a:pt x="374771" y="84886"/>
                </a:lnTo>
                <a:lnTo>
                  <a:pt x="375405" y="84909"/>
                </a:lnTo>
                <a:lnTo>
                  <a:pt x="376049" y="84917"/>
                </a:lnTo>
                <a:lnTo>
                  <a:pt x="376582" y="84912"/>
                </a:lnTo>
                <a:lnTo>
                  <a:pt x="377108" y="84896"/>
                </a:lnTo>
                <a:lnTo>
                  <a:pt x="377629" y="84870"/>
                </a:lnTo>
                <a:lnTo>
                  <a:pt x="378143" y="84834"/>
                </a:lnTo>
                <a:lnTo>
                  <a:pt x="378652" y="84788"/>
                </a:lnTo>
                <a:lnTo>
                  <a:pt x="379155" y="84731"/>
                </a:lnTo>
                <a:lnTo>
                  <a:pt x="379651" y="84663"/>
                </a:lnTo>
                <a:lnTo>
                  <a:pt x="380142" y="84586"/>
                </a:lnTo>
                <a:lnTo>
                  <a:pt x="380627" y="84497"/>
                </a:lnTo>
                <a:lnTo>
                  <a:pt x="381106" y="84399"/>
                </a:lnTo>
                <a:lnTo>
                  <a:pt x="381578" y="84290"/>
                </a:lnTo>
                <a:lnTo>
                  <a:pt x="382045" y="84171"/>
                </a:lnTo>
                <a:lnTo>
                  <a:pt x="382506" y="84042"/>
                </a:lnTo>
                <a:lnTo>
                  <a:pt x="382961" y="83902"/>
                </a:lnTo>
                <a:lnTo>
                  <a:pt x="383410" y="83752"/>
                </a:lnTo>
                <a:lnTo>
                  <a:pt x="383852" y="83591"/>
                </a:lnTo>
                <a:lnTo>
                  <a:pt x="384289" y="83420"/>
                </a:lnTo>
                <a:lnTo>
                  <a:pt x="384720" y="83239"/>
                </a:lnTo>
                <a:lnTo>
                  <a:pt x="385145" y="83047"/>
                </a:lnTo>
                <a:lnTo>
                  <a:pt x="385564" y="82845"/>
                </a:lnTo>
                <a:lnTo>
                  <a:pt x="385977" y="82633"/>
                </a:lnTo>
                <a:lnTo>
                  <a:pt x="386384" y="82410"/>
                </a:lnTo>
                <a:lnTo>
                  <a:pt x="386785" y="82177"/>
                </a:lnTo>
                <a:lnTo>
                  <a:pt x="387180" y="81933"/>
                </a:lnTo>
                <a:lnTo>
                  <a:pt x="387569" y="81680"/>
                </a:lnTo>
                <a:lnTo>
                  <a:pt x="387950" y="81419"/>
                </a:lnTo>
                <a:lnTo>
                  <a:pt x="388323" y="81149"/>
                </a:lnTo>
                <a:lnTo>
                  <a:pt x="388690" y="80870"/>
                </a:lnTo>
                <a:lnTo>
                  <a:pt x="389049" y="80583"/>
                </a:lnTo>
                <a:lnTo>
                  <a:pt x="389400" y="80287"/>
                </a:lnTo>
                <a:lnTo>
                  <a:pt x="389744" y="79983"/>
                </a:lnTo>
                <a:lnTo>
                  <a:pt x="390081" y="79670"/>
                </a:lnTo>
                <a:lnTo>
                  <a:pt x="390410" y="79349"/>
                </a:lnTo>
                <a:lnTo>
                  <a:pt x="390732" y="79019"/>
                </a:lnTo>
                <a:lnTo>
                  <a:pt x="391047" y="78680"/>
                </a:lnTo>
                <a:lnTo>
                  <a:pt x="391354" y="78333"/>
                </a:lnTo>
                <a:lnTo>
                  <a:pt x="391654" y="77978"/>
                </a:lnTo>
                <a:lnTo>
                  <a:pt x="391947" y="77613"/>
                </a:lnTo>
                <a:lnTo>
                  <a:pt x="392232" y="77241"/>
                </a:lnTo>
                <a:lnTo>
                  <a:pt x="392510" y="76859"/>
                </a:lnTo>
                <a:lnTo>
                  <a:pt x="392780" y="76469"/>
                </a:lnTo>
                <a:lnTo>
                  <a:pt x="393043" y="76071"/>
                </a:lnTo>
                <a:lnTo>
                  <a:pt x="393299" y="75664"/>
                </a:lnTo>
                <a:lnTo>
                  <a:pt x="393547" y="75248"/>
                </a:lnTo>
                <a:lnTo>
                  <a:pt x="393788" y="74824"/>
                </a:lnTo>
                <a:lnTo>
                  <a:pt x="394021" y="74392"/>
                </a:lnTo>
                <a:lnTo>
                  <a:pt x="394248" y="73950"/>
                </a:lnTo>
                <a:lnTo>
                  <a:pt x="394466" y="73500"/>
                </a:lnTo>
                <a:lnTo>
                  <a:pt x="394677" y="73043"/>
                </a:lnTo>
                <a:lnTo>
                  <a:pt x="394879" y="72579"/>
                </a:lnTo>
                <a:lnTo>
                  <a:pt x="395072" y="72108"/>
                </a:lnTo>
                <a:lnTo>
                  <a:pt x="395255" y="71631"/>
                </a:lnTo>
                <a:lnTo>
                  <a:pt x="395430" y="71147"/>
                </a:lnTo>
                <a:lnTo>
                  <a:pt x="395596" y="70657"/>
                </a:lnTo>
                <a:lnTo>
                  <a:pt x="395753" y="70160"/>
                </a:lnTo>
                <a:lnTo>
                  <a:pt x="395901" y="69656"/>
                </a:lnTo>
                <a:lnTo>
                  <a:pt x="396040" y="69146"/>
                </a:lnTo>
                <a:lnTo>
                  <a:pt x="396170" y="68629"/>
                </a:lnTo>
                <a:lnTo>
                  <a:pt x="396291" y="68106"/>
                </a:lnTo>
                <a:lnTo>
                  <a:pt x="396403" y="67576"/>
                </a:lnTo>
                <a:lnTo>
                  <a:pt x="396506" y="67039"/>
                </a:lnTo>
                <a:lnTo>
                  <a:pt x="396601" y="66496"/>
                </a:lnTo>
                <a:lnTo>
                  <a:pt x="396686" y="65947"/>
                </a:lnTo>
                <a:lnTo>
                  <a:pt x="396762" y="65391"/>
                </a:lnTo>
                <a:lnTo>
                  <a:pt x="396829" y="64828"/>
                </a:lnTo>
                <a:lnTo>
                  <a:pt x="396888" y="64258"/>
                </a:lnTo>
                <a:lnTo>
                  <a:pt x="396937" y="63682"/>
                </a:lnTo>
                <a:lnTo>
                  <a:pt x="396977" y="63100"/>
                </a:lnTo>
                <a:lnTo>
                  <a:pt x="397009" y="62511"/>
                </a:lnTo>
                <a:lnTo>
                  <a:pt x="397031" y="61915"/>
                </a:lnTo>
                <a:lnTo>
                  <a:pt x="397045" y="61313"/>
                </a:lnTo>
                <a:lnTo>
                  <a:pt x="397049" y="60704"/>
                </a:lnTo>
                <a:lnTo>
                  <a:pt x="397049" y="43605"/>
                </a:lnTo>
                <a:lnTo>
                  <a:pt x="397039" y="42695"/>
                </a:lnTo>
                <a:lnTo>
                  <a:pt x="397009" y="41801"/>
                </a:lnTo>
                <a:lnTo>
                  <a:pt x="396959" y="40921"/>
                </a:lnTo>
                <a:lnTo>
                  <a:pt x="396890" y="40058"/>
                </a:lnTo>
                <a:lnTo>
                  <a:pt x="396800" y="39210"/>
                </a:lnTo>
                <a:lnTo>
                  <a:pt x="396690" y="38377"/>
                </a:lnTo>
                <a:lnTo>
                  <a:pt x="396561" y="37560"/>
                </a:lnTo>
                <a:lnTo>
                  <a:pt x="396411" y="36759"/>
                </a:lnTo>
                <a:lnTo>
                  <a:pt x="396242" y="35973"/>
                </a:lnTo>
                <a:lnTo>
                  <a:pt x="396053" y="35203"/>
                </a:lnTo>
                <a:lnTo>
                  <a:pt x="395844" y="34448"/>
                </a:lnTo>
                <a:lnTo>
                  <a:pt x="395615" y="33709"/>
                </a:lnTo>
                <a:lnTo>
                  <a:pt x="395365" y="32985"/>
                </a:lnTo>
                <a:lnTo>
                  <a:pt x="395097" y="32277"/>
                </a:lnTo>
                <a:lnTo>
                  <a:pt x="394808" y="31584"/>
                </a:lnTo>
                <a:lnTo>
                  <a:pt x="394499" y="30907"/>
                </a:lnTo>
                <a:lnTo>
                  <a:pt x="394170" y="30246"/>
                </a:lnTo>
                <a:lnTo>
                  <a:pt x="393821" y="29600"/>
                </a:lnTo>
                <a:lnTo>
                  <a:pt x="393453" y="28969"/>
                </a:lnTo>
                <a:lnTo>
                  <a:pt x="393064" y="28354"/>
                </a:lnTo>
                <a:lnTo>
                  <a:pt x="392656" y="27755"/>
                </a:lnTo>
                <a:lnTo>
                  <a:pt x="392227" y="27171"/>
                </a:lnTo>
                <a:lnTo>
                  <a:pt x="391779" y="26603"/>
                </a:lnTo>
                <a:lnTo>
                  <a:pt x="391311" y="26050"/>
                </a:lnTo>
                <a:lnTo>
                  <a:pt x="390826" y="25516"/>
                </a:lnTo>
                <a:lnTo>
                  <a:pt x="390328" y="25005"/>
                </a:lnTo>
                <a:lnTo>
                  <a:pt x="389817" y="24517"/>
                </a:lnTo>
                <a:lnTo>
                  <a:pt x="389293" y="24051"/>
                </a:lnTo>
                <a:lnTo>
                  <a:pt x="388756" y="23608"/>
                </a:lnTo>
                <a:lnTo>
                  <a:pt x="388205" y="23188"/>
                </a:lnTo>
                <a:lnTo>
                  <a:pt x="387642" y="22790"/>
                </a:lnTo>
                <a:lnTo>
                  <a:pt x="387065" y="22415"/>
                </a:lnTo>
                <a:lnTo>
                  <a:pt x="386475" y="22063"/>
                </a:lnTo>
                <a:lnTo>
                  <a:pt x="385872" y="21734"/>
                </a:lnTo>
                <a:lnTo>
                  <a:pt x="385256" y="21427"/>
                </a:lnTo>
                <a:lnTo>
                  <a:pt x="384626" y="21143"/>
                </a:lnTo>
                <a:lnTo>
                  <a:pt x="383984" y="20882"/>
                </a:lnTo>
                <a:lnTo>
                  <a:pt x="383328" y="20644"/>
                </a:lnTo>
                <a:lnTo>
                  <a:pt x="382660" y="20428"/>
                </a:lnTo>
                <a:lnTo>
                  <a:pt x="381978" y="20235"/>
                </a:lnTo>
                <a:lnTo>
                  <a:pt x="381283" y="20065"/>
                </a:lnTo>
                <a:lnTo>
                  <a:pt x="380574" y="19917"/>
                </a:lnTo>
                <a:lnTo>
                  <a:pt x="379853" y="19792"/>
                </a:lnTo>
                <a:lnTo>
                  <a:pt x="379119" y="19690"/>
                </a:lnTo>
                <a:lnTo>
                  <a:pt x="378371" y="19610"/>
                </a:lnTo>
                <a:lnTo>
                  <a:pt x="377610" y="19553"/>
                </a:lnTo>
                <a:lnTo>
                  <a:pt x="376836" y="19519"/>
                </a:lnTo>
                <a:lnTo>
                  <a:pt x="376049" y="19508"/>
                </a:lnTo>
                <a:lnTo>
                  <a:pt x="375405" y="19516"/>
                </a:lnTo>
                <a:lnTo>
                  <a:pt x="374771" y="19539"/>
                </a:lnTo>
                <a:lnTo>
                  <a:pt x="374149" y="19577"/>
                </a:lnTo>
                <a:lnTo>
                  <a:pt x="373538" y="19631"/>
                </a:lnTo>
                <a:lnTo>
                  <a:pt x="372937" y="19700"/>
                </a:lnTo>
                <a:lnTo>
                  <a:pt x="372349" y="19784"/>
                </a:lnTo>
                <a:lnTo>
                  <a:pt x="371771" y="19884"/>
                </a:lnTo>
                <a:lnTo>
                  <a:pt x="371204" y="19999"/>
                </a:lnTo>
                <a:lnTo>
                  <a:pt x="370649" y="20129"/>
                </a:lnTo>
                <a:lnTo>
                  <a:pt x="370105" y="20275"/>
                </a:lnTo>
                <a:lnTo>
                  <a:pt x="369571" y="20436"/>
                </a:lnTo>
                <a:lnTo>
                  <a:pt x="369049" y="20612"/>
                </a:lnTo>
                <a:lnTo>
                  <a:pt x="368539" y="20804"/>
                </a:lnTo>
                <a:lnTo>
                  <a:pt x="368039" y="21011"/>
                </a:lnTo>
                <a:lnTo>
                  <a:pt x="367550" y="21234"/>
                </a:lnTo>
                <a:lnTo>
                  <a:pt x="367073" y="21471"/>
                </a:lnTo>
                <a:lnTo>
                  <a:pt x="366607" y="21725"/>
                </a:lnTo>
                <a:lnTo>
                  <a:pt x="366152" y="21993"/>
                </a:lnTo>
                <a:lnTo>
                  <a:pt x="365708" y="22277"/>
                </a:lnTo>
                <a:lnTo>
                  <a:pt x="365275" y="22576"/>
                </a:lnTo>
                <a:lnTo>
                  <a:pt x="364853" y="22890"/>
                </a:lnTo>
                <a:lnTo>
                  <a:pt x="364443" y="23220"/>
                </a:lnTo>
                <a:lnTo>
                  <a:pt x="364044" y="23565"/>
                </a:lnTo>
                <a:lnTo>
                  <a:pt x="363655" y="23926"/>
                </a:lnTo>
                <a:lnTo>
                  <a:pt x="363281" y="24300"/>
                </a:lnTo>
                <a:lnTo>
                  <a:pt x="362922" y="24685"/>
                </a:lnTo>
                <a:lnTo>
                  <a:pt x="362580" y="25081"/>
                </a:lnTo>
                <a:lnTo>
                  <a:pt x="362253" y="25489"/>
                </a:lnTo>
                <a:lnTo>
                  <a:pt x="361942" y="25909"/>
                </a:lnTo>
                <a:lnTo>
                  <a:pt x="361648" y="26339"/>
                </a:lnTo>
                <a:lnTo>
                  <a:pt x="361369" y="26781"/>
                </a:lnTo>
                <a:lnTo>
                  <a:pt x="361106" y="27234"/>
                </a:lnTo>
                <a:lnTo>
                  <a:pt x="360859" y="27699"/>
                </a:lnTo>
                <a:lnTo>
                  <a:pt x="360628" y="28175"/>
                </a:lnTo>
                <a:lnTo>
                  <a:pt x="360413" y="28663"/>
                </a:lnTo>
                <a:lnTo>
                  <a:pt x="360213" y="29161"/>
                </a:lnTo>
                <a:lnTo>
                  <a:pt x="360030" y="29671"/>
                </a:lnTo>
                <a:lnTo>
                  <a:pt x="359863" y="30193"/>
                </a:lnTo>
                <a:lnTo>
                  <a:pt x="359711" y="30726"/>
                </a:lnTo>
                <a:lnTo>
                  <a:pt x="359576" y="31270"/>
                </a:lnTo>
                <a:lnTo>
                  <a:pt x="359457" y="31826"/>
                </a:lnTo>
                <a:lnTo>
                  <a:pt x="359353" y="32392"/>
                </a:lnTo>
                <a:lnTo>
                  <a:pt x="359306" y="32704"/>
                </a:lnTo>
                <a:lnTo>
                  <a:pt x="359066" y="32704"/>
                </a:lnTo>
                <a:lnTo>
                  <a:pt x="359066" y="20655"/>
                </a:lnTo>
                <a:lnTo>
                  <a:pt x="345065" y="20655"/>
                </a:lnTo>
                <a:close/>
                <a:moveTo>
                  <a:pt x="369687" y="72472"/>
                </a:moveTo>
                <a:lnTo>
                  <a:pt x="369265" y="72433"/>
                </a:lnTo>
                <a:lnTo>
                  <a:pt x="368852" y="72382"/>
                </a:lnTo>
                <a:lnTo>
                  <a:pt x="368446" y="72319"/>
                </a:lnTo>
                <a:lnTo>
                  <a:pt x="368048" y="72245"/>
                </a:lnTo>
                <a:lnTo>
                  <a:pt x="367659" y="72160"/>
                </a:lnTo>
                <a:lnTo>
                  <a:pt x="367277" y="72064"/>
                </a:lnTo>
                <a:lnTo>
                  <a:pt x="366903" y="71956"/>
                </a:lnTo>
                <a:lnTo>
                  <a:pt x="366537" y="71837"/>
                </a:lnTo>
                <a:lnTo>
                  <a:pt x="366180" y="71706"/>
                </a:lnTo>
                <a:lnTo>
                  <a:pt x="365830" y="71564"/>
                </a:lnTo>
                <a:lnTo>
                  <a:pt x="365488" y="71411"/>
                </a:lnTo>
                <a:lnTo>
                  <a:pt x="365154" y="71246"/>
                </a:lnTo>
                <a:lnTo>
                  <a:pt x="364828" y="71070"/>
                </a:lnTo>
                <a:lnTo>
                  <a:pt x="364510" y="70883"/>
                </a:lnTo>
                <a:lnTo>
                  <a:pt x="364200" y="70685"/>
                </a:lnTo>
                <a:lnTo>
                  <a:pt x="363898" y="70475"/>
                </a:lnTo>
                <a:lnTo>
                  <a:pt x="363604" y="70253"/>
                </a:lnTo>
                <a:lnTo>
                  <a:pt x="363317" y="70020"/>
                </a:lnTo>
                <a:lnTo>
                  <a:pt x="363039" y="69776"/>
                </a:lnTo>
                <a:lnTo>
                  <a:pt x="362769" y="69521"/>
                </a:lnTo>
                <a:lnTo>
                  <a:pt x="362507" y="69254"/>
                </a:lnTo>
                <a:lnTo>
                  <a:pt x="362254" y="68977"/>
                </a:lnTo>
                <a:lnTo>
                  <a:pt x="362012" y="68691"/>
                </a:lnTo>
                <a:lnTo>
                  <a:pt x="361781" y="68396"/>
                </a:lnTo>
                <a:lnTo>
                  <a:pt x="361560" y="68092"/>
                </a:lnTo>
                <a:lnTo>
                  <a:pt x="361351" y="67779"/>
                </a:lnTo>
                <a:lnTo>
                  <a:pt x="361152" y="67458"/>
                </a:lnTo>
                <a:lnTo>
                  <a:pt x="360963" y="67127"/>
                </a:lnTo>
                <a:lnTo>
                  <a:pt x="360786" y="66787"/>
                </a:lnTo>
                <a:lnTo>
                  <a:pt x="360619" y="66438"/>
                </a:lnTo>
                <a:lnTo>
                  <a:pt x="360463" y="66080"/>
                </a:lnTo>
                <a:lnTo>
                  <a:pt x="360318" y="65714"/>
                </a:lnTo>
                <a:lnTo>
                  <a:pt x="360184" y="65338"/>
                </a:lnTo>
                <a:lnTo>
                  <a:pt x="360060" y="64954"/>
                </a:lnTo>
                <a:lnTo>
                  <a:pt x="359947" y="64560"/>
                </a:lnTo>
                <a:lnTo>
                  <a:pt x="359845" y="64157"/>
                </a:lnTo>
                <a:lnTo>
                  <a:pt x="359753" y="63746"/>
                </a:lnTo>
                <a:lnTo>
                  <a:pt x="359673" y="63326"/>
                </a:lnTo>
                <a:lnTo>
                  <a:pt x="359603" y="62896"/>
                </a:lnTo>
                <a:lnTo>
                  <a:pt x="359544" y="62458"/>
                </a:lnTo>
                <a:lnTo>
                  <a:pt x="359495" y="62010"/>
                </a:lnTo>
                <a:lnTo>
                  <a:pt x="359458" y="61554"/>
                </a:lnTo>
                <a:lnTo>
                  <a:pt x="359431" y="61089"/>
                </a:lnTo>
                <a:lnTo>
                  <a:pt x="359415" y="60615"/>
                </a:lnTo>
                <a:lnTo>
                  <a:pt x="359409" y="60132"/>
                </a:lnTo>
                <a:lnTo>
                  <a:pt x="359409" y="44295"/>
                </a:lnTo>
                <a:lnTo>
                  <a:pt x="359415" y="43812"/>
                </a:lnTo>
                <a:lnTo>
                  <a:pt x="359431" y="43338"/>
                </a:lnTo>
                <a:lnTo>
                  <a:pt x="359458" y="42872"/>
                </a:lnTo>
                <a:lnTo>
                  <a:pt x="359495" y="42416"/>
                </a:lnTo>
                <a:lnTo>
                  <a:pt x="359544" y="41969"/>
                </a:lnTo>
                <a:lnTo>
                  <a:pt x="359603" y="41530"/>
                </a:lnTo>
                <a:lnTo>
                  <a:pt x="359673" y="41101"/>
                </a:lnTo>
                <a:lnTo>
                  <a:pt x="359753" y="40680"/>
                </a:lnTo>
                <a:lnTo>
                  <a:pt x="359845" y="40269"/>
                </a:lnTo>
                <a:lnTo>
                  <a:pt x="359947" y="39866"/>
                </a:lnTo>
                <a:lnTo>
                  <a:pt x="360060" y="39472"/>
                </a:lnTo>
                <a:lnTo>
                  <a:pt x="360184" y="39088"/>
                </a:lnTo>
                <a:lnTo>
                  <a:pt x="360318" y="38712"/>
                </a:lnTo>
                <a:lnTo>
                  <a:pt x="360463" y="38346"/>
                </a:lnTo>
                <a:lnTo>
                  <a:pt x="360619" y="37988"/>
                </a:lnTo>
                <a:lnTo>
                  <a:pt x="360786" y="37639"/>
                </a:lnTo>
                <a:lnTo>
                  <a:pt x="360963" y="37299"/>
                </a:lnTo>
                <a:lnTo>
                  <a:pt x="361152" y="36969"/>
                </a:lnTo>
                <a:lnTo>
                  <a:pt x="361351" y="36647"/>
                </a:lnTo>
                <a:lnTo>
                  <a:pt x="361560" y="36334"/>
                </a:lnTo>
                <a:lnTo>
                  <a:pt x="361781" y="36030"/>
                </a:lnTo>
                <a:lnTo>
                  <a:pt x="362012" y="35735"/>
                </a:lnTo>
                <a:lnTo>
                  <a:pt x="362254" y="35449"/>
                </a:lnTo>
                <a:lnTo>
                  <a:pt x="362507" y="35173"/>
                </a:lnTo>
                <a:lnTo>
                  <a:pt x="362769" y="34906"/>
                </a:lnTo>
                <a:lnTo>
                  <a:pt x="363039" y="34650"/>
                </a:lnTo>
                <a:lnTo>
                  <a:pt x="363317" y="34406"/>
                </a:lnTo>
                <a:lnTo>
                  <a:pt x="363604" y="34173"/>
                </a:lnTo>
                <a:lnTo>
                  <a:pt x="363898" y="33952"/>
                </a:lnTo>
                <a:lnTo>
                  <a:pt x="364200" y="33742"/>
                </a:lnTo>
                <a:lnTo>
                  <a:pt x="364510" y="33543"/>
                </a:lnTo>
                <a:lnTo>
                  <a:pt x="364828" y="33355"/>
                </a:lnTo>
                <a:lnTo>
                  <a:pt x="365154" y="33179"/>
                </a:lnTo>
                <a:lnTo>
                  <a:pt x="365488" y="33015"/>
                </a:lnTo>
                <a:lnTo>
                  <a:pt x="365830" y="32861"/>
                </a:lnTo>
                <a:lnTo>
                  <a:pt x="366180" y="32719"/>
                </a:lnTo>
                <a:lnTo>
                  <a:pt x="366537" y="32589"/>
                </a:lnTo>
                <a:lnTo>
                  <a:pt x="366903" y="32470"/>
                </a:lnTo>
                <a:lnTo>
                  <a:pt x="367277" y="32362"/>
                </a:lnTo>
                <a:lnTo>
                  <a:pt x="367659" y="32265"/>
                </a:lnTo>
                <a:lnTo>
                  <a:pt x="368048" y="32180"/>
                </a:lnTo>
                <a:lnTo>
                  <a:pt x="368446" y="32106"/>
                </a:lnTo>
                <a:lnTo>
                  <a:pt x="368852" y="32044"/>
                </a:lnTo>
                <a:lnTo>
                  <a:pt x="369265" y="31993"/>
                </a:lnTo>
                <a:lnTo>
                  <a:pt x="369687" y="31953"/>
                </a:lnTo>
                <a:lnTo>
                  <a:pt x="370116" y="31924"/>
                </a:lnTo>
                <a:lnTo>
                  <a:pt x="370554" y="31907"/>
                </a:lnTo>
                <a:lnTo>
                  <a:pt x="370999" y="31902"/>
                </a:lnTo>
                <a:lnTo>
                  <a:pt x="371454" y="31907"/>
                </a:lnTo>
                <a:lnTo>
                  <a:pt x="371901" y="31924"/>
                </a:lnTo>
                <a:lnTo>
                  <a:pt x="372339" y="31952"/>
                </a:lnTo>
                <a:lnTo>
                  <a:pt x="372768" y="31991"/>
                </a:lnTo>
                <a:lnTo>
                  <a:pt x="373190" y="32041"/>
                </a:lnTo>
                <a:lnTo>
                  <a:pt x="373603" y="32103"/>
                </a:lnTo>
                <a:lnTo>
                  <a:pt x="374008" y="32175"/>
                </a:lnTo>
                <a:lnTo>
                  <a:pt x="374404" y="32259"/>
                </a:lnTo>
                <a:lnTo>
                  <a:pt x="374792" y="32354"/>
                </a:lnTo>
                <a:lnTo>
                  <a:pt x="375171" y="32460"/>
                </a:lnTo>
                <a:lnTo>
                  <a:pt x="375542" y="32577"/>
                </a:lnTo>
                <a:lnTo>
                  <a:pt x="375905" y="32705"/>
                </a:lnTo>
                <a:lnTo>
                  <a:pt x="376260" y="32844"/>
                </a:lnTo>
                <a:lnTo>
                  <a:pt x="376606" y="32995"/>
                </a:lnTo>
                <a:lnTo>
                  <a:pt x="376943" y="33157"/>
                </a:lnTo>
                <a:lnTo>
                  <a:pt x="377273" y="33330"/>
                </a:lnTo>
                <a:lnTo>
                  <a:pt x="377593" y="33514"/>
                </a:lnTo>
                <a:lnTo>
                  <a:pt x="377906" y="33709"/>
                </a:lnTo>
                <a:lnTo>
                  <a:pt x="378210" y="33915"/>
                </a:lnTo>
                <a:lnTo>
                  <a:pt x="378506" y="34133"/>
                </a:lnTo>
                <a:lnTo>
                  <a:pt x="378793" y="34362"/>
                </a:lnTo>
                <a:lnTo>
                  <a:pt x="379072" y="34602"/>
                </a:lnTo>
                <a:lnTo>
                  <a:pt x="379343" y="34853"/>
                </a:lnTo>
                <a:lnTo>
                  <a:pt x="379605" y="35115"/>
                </a:lnTo>
                <a:lnTo>
                  <a:pt x="379858" y="35387"/>
                </a:lnTo>
                <a:lnTo>
                  <a:pt x="380100" y="35669"/>
                </a:lnTo>
                <a:lnTo>
                  <a:pt x="380332" y="35961"/>
                </a:lnTo>
                <a:lnTo>
                  <a:pt x="380552" y="36262"/>
                </a:lnTo>
                <a:lnTo>
                  <a:pt x="380762" y="36573"/>
                </a:lnTo>
                <a:lnTo>
                  <a:pt x="380961" y="36893"/>
                </a:lnTo>
                <a:lnTo>
                  <a:pt x="381150" y="37223"/>
                </a:lnTo>
                <a:lnTo>
                  <a:pt x="381327" y="37563"/>
                </a:lnTo>
                <a:lnTo>
                  <a:pt x="381494" y="37912"/>
                </a:lnTo>
                <a:lnTo>
                  <a:pt x="381650" y="38271"/>
                </a:lnTo>
                <a:lnTo>
                  <a:pt x="381795" y="38639"/>
                </a:lnTo>
                <a:lnTo>
                  <a:pt x="381930" y="39016"/>
                </a:lnTo>
                <a:lnTo>
                  <a:pt x="382054" y="39404"/>
                </a:lnTo>
                <a:lnTo>
                  <a:pt x="382167" y="39801"/>
                </a:lnTo>
                <a:lnTo>
                  <a:pt x="382269" y="40207"/>
                </a:lnTo>
                <a:lnTo>
                  <a:pt x="382360" y="40623"/>
                </a:lnTo>
                <a:lnTo>
                  <a:pt x="382441" y="41049"/>
                </a:lnTo>
                <a:lnTo>
                  <a:pt x="382511" y="41484"/>
                </a:lnTo>
                <a:lnTo>
                  <a:pt x="382570" y="41928"/>
                </a:lnTo>
                <a:lnTo>
                  <a:pt x="382619" y="42383"/>
                </a:lnTo>
                <a:lnTo>
                  <a:pt x="382656" y="42847"/>
                </a:lnTo>
                <a:lnTo>
                  <a:pt x="382683" y="43320"/>
                </a:lnTo>
                <a:lnTo>
                  <a:pt x="382699" y="43803"/>
                </a:lnTo>
                <a:lnTo>
                  <a:pt x="382705" y="44295"/>
                </a:lnTo>
                <a:lnTo>
                  <a:pt x="382705" y="60132"/>
                </a:lnTo>
                <a:lnTo>
                  <a:pt x="382699" y="60624"/>
                </a:lnTo>
                <a:lnTo>
                  <a:pt x="382683" y="61107"/>
                </a:lnTo>
                <a:lnTo>
                  <a:pt x="382656" y="61580"/>
                </a:lnTo>
                <a:lnTo>
                  <a:pt x="382619" y="62044"/>
                </a:lnTo>
                <a:lnTo>
                  <a:pt x="382570" y="62498"/>
                </a:lnTo>
                <a:lnTo>
                  <a:pt x="382511" y="62942"/>
                </a:lnTo>
                <a:lnTo>
                  <a:pt x="382441" y="63377"/>
                </a:lnTo>
                <a:lnTo>
                  <a:pt x="382360" y="63803"/>
                </a:lnTo>
                <a:lnTo>
                  <a:pt x="382269" y="64219"/>
                </a:lnTo>
                <a:lnTo>
                  <a:pt x="382167" y="64625"/>
                </a:lnTo>
                <a:lnTo>
                  <a:pt x="382054" y="65022"/>
                </a:lnTo>
                <a:lnTo>
                  <a:pt x="381930" y="65409"/>
                </a:lnTo>
                <a:lnTo>
                  <a:pt x="381795" y="65787"/>
                </a:lnTo>
                <a:lnTo>
                  <a:pt x="381650" y="66155"/>
                </a:lnTo>
                <a:lnTo>
                  <a:pt x="381494" y="66513"/>
                </a:lnTo>
                <a:lnTo>
                  <a:pt x="381327" y="66862"/>
                </a:lnTo>
                <a:lnTo>
                  <a:pt x="381150" y="67202"/>
                </a:lnTo>
                <a:lnTo>
                  <a:pt x="380961" y="67532"/>
                </a:lnTo>
                <a:lnTo>
                  <a:pt x="380762" y="67852"/>
                </a:lnTo>
                <a:lnTo>
                  <a:pt x="380552" y="68163"/>
                </a:lnTo>
                <a:lnTo>
                  <a:pt x="380332" y="68464"/>
                </a:lnTo>
                <a:lnTo>
                  <a:pt x="380100" y="68756"/>
                </a:lnTo>
                <a:lnTo>
                  <a:pt x="379858" y="69038"/>
                </a:lnTo>
                <a:lnTo>
                  <a:pt x="379605" y="69310"/>
                </a:lnTo>
                <a:lnTo>
                  <a:pt x="379343" y="69572"/>
                </a:lnTo>
                <a:lnTo>
                  <a:pt x="379072" y="69824"/>
                </a:lnTo>
                <a:lnTo>
                  <a:pt x="378793" y="70063"/>
                </a:lnTo>
                <a:lnTo>
                  <a:pt x="378506" y="70292"/>
                </a:lnTo>
                <a:lnTo>
                  <a:pt x="378210" y="70510"/>
                </a:lnTo>
                <a:lnTo>
                  <a:pt x="377906" y="70716"/>
                </a:lnTo>
                <a:lnTo>
                  <a:pt x="377593" y="70911"/>
                </a:lnTo>
                <a:lnTo>
                  <a:pt x="377273" y="71095"/>
                </a:lnTo>
                <a:lnTo>
                  <a:pt x="376943" y="71268"/>
                </a:lnTo>
                <a:lnTo>
                  <a:pt x="376606" y="71430"/>
                </a:lnTo>
                <a:lnTo>
                  <a:pt x="376260" y="71581"/>
                </a:lnTo>
                <a:lnTo>
                  <a:pt x="375905" y="71720"/>
                </a:lnTo>
                <a:lnTo>
                  <a:pt x="375542" y="71848"/>
                </a:lnTo>
                <a:lnTo>
                  <a:pt x="375171" y="71966"/>
                </a:lnTo>
                <a:lnTo>
                  <a:pt x="374792" y="72072"/>
                </a:lnTo>
                <a:lnTo>
                  <a:pt x="374404" y="72166"/>
                </a:lnTo>
                <a:lnTo>
                  <a:pt x="374008" y="72250"/>
                </a:lnTo>
                <a:lnTo>
                  <a:pt x="373603" y="72323"/>
                </a:lnTo>
                <a:lnTo>
                  <a:pt x="373190" y="72384"/>
                </a:lnTo>
                <a:lnTo>
                  <a:pt x="372768" y="72434"/>
                </a:lnTo>
                <a:lnTo>
                  <a:pt x="372339" y="72473"/>
                </a:lnTo>
                <a:lnTo>
                  <a:pt x="371901" y="72501"/>
                </a:lnTo>
                <a:lnTo>
                  <a:pt x="371454" y="72518"/>
                </a:lnTo>
                <a:lnTo>
                  <a:pt x="370999" y="72523"/>
                </a:lnTo>
                <a:lnTo>
                  <a:pt x="370554" y="72518"/>
                </a:lnTo>
                <a:lnTo>
                  <a:pt x="370116" y="72501"/>
                </a:lnTo>
                <a:lnTo>
                  <a:pt x="369687" y="72472"/>
                </a:lnTo>
                <a:close/>
                <a:moveTo>
                  <a:pt x="454426" y="20655"/>
                </a:moveTo>
                <a:lnTo>
                  <a:pt x="443410" y="52902"/>
                </a:lnTo>
                <a:lnTo>
                  <a:pt x="443333" y="53123"/>
                </a:lnTo>
                <a:lnTo>
                  <a:pt x="443257" y="53349"/>
                </a:lnTo>
                <a:lnTo>
                  <a:pt x="443180" y="53578"/>
                </a:lnTo>
                <a:lnTo>
                  <a:pt x="443104" y="53811"/>
                </a:lnTo>
                <a:lnTo>
                  <a:pt x="443028" y="54048"/>
                </a:lnTo>
                <a:lnTo>
                  <a:pt x="442951" y="54289"/>
                </a:lnTo>
                <a:lnTo>
                  <a:pt x="442875" y="54534"/>
                </a:lnTo>
                <a:lnTo>
                  <a:pt x="442798" y="54782"/>
                </a:lnTo>
                <a:lnTo>
                  <a:pt x="442722" y="55034"/>
                </a:lnTo>
                <a:lnTo>
                  <a:pt x="442645" y="55290"/>
                </a:lnTo>
                <a:lnTo>
                  <a:pt x="442568" y="55550"/>
                </a:lnTo>
                <a:lnTo>
                  <a:pt x="442492" y="55813"/>
                </a:lnTo>
                <a:lnTo>
                  <a:pt x="442415" y="56080"/>
                </a:lnTo>
                <a:lnTo>
                  <a:pt x="442339" y="56351"/>
                </a:lnTo>
                <a:lnTo>
                  <a:pt x="442262" y="56626"/>
                </a:lnTo>
                <a:lnTo>
                  <a:pt x="442186" y="56905"/>
                </a:lnTo>
                <a:lnTo>
                  <a:pt x="442109" y="57187"/>
                </a:lnTo>
                <a:lnTo>
                  <a:pt x="442033" y="57473"/>
                </a:lnTo>
                <a:lnTo>
                  <a:pt x="441956" y="57763"/>
                </a:lnTo>
                <a:lnTo>
                  <a:pt x="441879" y="58057"/>
                </a:lnTo>
                <a:lnTo>
                  <a:pt x="441803" y="58355"/>
                </a:lnTo>
                <a:lnTo>
                  <a:pt x="441726" y="58656"/>
                </a:lnTo>
                <a:lnTo>
                  <a:pt x="441650" y="58961"/>
                </a:lnTo>
                <a:lnTo>
                  <a:pt x="441573" y="59270"/>
                </a:lnTo>
                <a:lnTo>
                  <a:pt x="441497" y="59579"/>
                </a:lnTo>
                <a:lnTo>
                  <a:pt x="441423" y="59882"/>
                </a:lnTo>
                <a:lnTo>
                  <a:pt x="441349" y="60182"/>
                </a:lnTo>
                <a:lnTo>
                  <a:pt x="441277" y="60477"/>
                </a:lnTo>
                <a:lnTo>
                  <a:pt x="441206" y="60767"/>
                </a:lnTo>
                <a:lnTo>
                  <a:pt x="441136" y="61052"/>
                </a:lnTo>
                <a:lnTo>
                  <a:pt x="441067" y="61333"/>
                </a:lnTo>
                <a:lnTo>
                  <a:pt x="441000" y="61610"/>
                </a:lnTo>
                <a:lnTo>
                  <a:pt x="440933" y="61882"/>
                </a:lnTo>
                <a:lnTo>
                  <a:pt x="440868" y="62149"/>
                </a:lnTo>
                <a:lnTo>
                  <a:pt x="440804" y="62412"/>
                </a:lnTo>
                <a:lnTo>
                  <a:pt x="440741" y="62670"/>
                </a:lnTo>
                <a:lnTo>
                  <a:pt x="440680" y="62923"/>
                </a:lnTo>
                <a:lnTo>
                  <a:pt x="440619" y="63172"/>
                </a:lnTo>
                <a:lnTo>
                  <a:pt x="440560" y="63416"/>
                </a:lnTo>
                <a:lnTo>
                  <a:pt x="440502" y="63656"/>
                </a:lnTo>
                <a:lnTo>
                  <a:pt x="440445" y="63891"/>
                </a:lnTo>
                <a:lnTo>
                  <a:pt x="440390" y="64122"/>
                </a:lnTo>
                <a:lnTo>
                  <a:pt x="440335" y="64348"/>
                </a:lnTo>
                <a:lnTo>
                  <a:pt x="440282" y="64569"/>
                </a:lnTo>
                <a:lnTo>
                  <a:pt x="440230" y="64786"/>
                </a:lnTo>
                <a:lnTo>
                  <a:pt x="440179" y="64998"/>
                </a:lnTo>
                <a:lnTo>
                  <a:pt x="440130" y="65206"/>
                </a:lnTo>
                <a:lnTo>
                  <a:pt x="440081" y="65409"/>
                </a:lnTo>
                <a:lnTo>
                  <a:pt x="440042" y="65206"/>
                </a:lnTo>
                <a:lnTo>
                  <a:pt x="440002" y="64998"/>
                </a:lnTo>
                <a:lnTo>
                  <a:pt x="439959" y="64786"/>
                </a:lnTo>
                <a:lnTo>
                  <a:pt x="439916" y="64569"/>
                </a:lnTo>
                <a:lnTo>
                  <a:pt x="439870" y="64348"/>
                </a:lnTo>
                <a:lnTo>
                  <a:pt x="439823" y="64122"/>
                </a:lnTo>
                <a:lnTo>
                  <a:pt x="439775" y="63891"/>
                </a:lnTo>
                <a:lnTo>
                  <a:pt x="439724" y="63656"/>
                </a:lnTo>
                <a:lnTo>
                  <a:pt x="439673" y="63416"/>
                </a:lnTo>
                <a:lnTo>
                  <a:pt x="439619" y="63172"/>
                </a:lnTo>
                <a:lnTo>
                  <a:pt x="439564" y="62923"/>
                </a:lnTo>
                <a:lnTo>
                  <a:pt x="439508" y="62670"/>
                </a:lnTo>
                <a:lnTo>
                  <a:pt x="439450" y="62412"/>
                </a:lnTo>
                <a:lnTo>
                  <a:pt x="439390" y="62149"/>
                </a:lnTo>
                <a:lnTo>
                  <a:pt x="439329" y="61882"/>
                </a:lnTo>
                <a:lnTo>
                  <a:pt x="439266" y="61610"/>
                </a:lnTo>
                <a:lnTo>
                  <a:pt x="439201" y="61333"/>
                </a:lnTo>
                <a:lnTo>
                  <a:pt x="439135" y="61052"/>
                </a:lnTo>
                <a:lnTo>
                  <a:pt x="439067" y="60767"/>
                </a:lnTo>
                <a:lnTo>
                  <a:pt x="438998" y="60477"/>
                </a:lnTo>
                <a:lnTo>
                  <a:pt x="438927" y="60182"/>
                </a:lnTo>
                <a:lnTo>
                  <a:pt x="438855" y="59882"/>
                </a:lnTo>
                <a:lnTo>
                  <a:pt x="438781" y="59579"/>
                </a:lnTo>
                <a:lnTo>
                  <a:pt x="438705" y="59270"/>
                </a:lnTo>
                <a:lnTo>
                  <a:pt x="438628" y="58961"/>
                </a:lnTo>
                <a:lnTo>
                  <a:pt x="438552" y="58656"/>
                </a:lnTo>
                <a:lnTo>
                  <a:pt x="438476" y="58355"/>
                </a:lnTo>
                <a:lnTo>
                  <a:pt x="438399" y="58057"/>
                </a:lnTo>
                <a:lnTo>
                  <a:pt x="438323" y="57763"/>
                </a:lnTo>
                <a:lnTo>
                  <a:pt x="438246" y="57473"/>
                </a:lnTo>
                <a:lnTo>
                  <a:pt x="438170" y="57187"/>
                </a:lnTo>
                <a:lnTo>
                  <a:pt x="438093" y="56905"/>
                </a:lnTo>
                <a:lnTo>
                  <a:pt x="438017" y="56626"/>
                </a:lnTo>
                <a:lnTo>
                  <a:pt x="437940" y="56351"/>
                </a:lnTo>
                <a:lnTo>
                  <a:pt x="437863" y="56080"/>
                </a:lnTo>
                <a:lnTo>
                  <a:pt x="437787" y="55813"/>
                </a:lnTo>
                <a:lnTo>
                  <a:pt x="437710" y="55550"/>
                </a:lnTo>
                <a:lnTo>
                  <a:pt x="437634" y="55290"/>
                </a:lnTo>
                <a:lnTo>
                  <a:pt x="437557" y="55034"/>
                </a:lnTo>
                <a:lnTo>
                  <a:pt x="437481" y="54782"/>
                </a:lnTo>
                <a:lnTo>
                  <a:pt x="437404" y="54534"/>
                </a:lnTo>
                <a:lnTo>
                  <a:pt x="437328" y="54289"/>
                </a:lnTo>
                <a:lnTo>
                  <a:pt x="437251" y="54048"/>
                </a:lnTo>
                <a:lnTo>
                  <a:pt x="437174" y="53811"/>
                </a:lnTo>
                <a:lnTo>
                  <a:pt x="437098" y="53578"/>
                </a:lnTo>
                <a:lnTo>
                  <a:pt x="437021" y="53349"/>
                </a:lnTo>
                <a:lnTo>
                  <a:pt x="436945" y="53123"/>
                </a:lnTo>
                <a:lnTo>
                  <a:pt x="436868" y="52902"/>
                </a:lnTo>
                <a:lnTo>
                  <a:pt x="425164" y="20655"/>
                </a:lnTo>
                <a:lnTo>
                  <a:pt x="409442" y="20655"/>
                </a:lnTo>
                <a:lnTo>
                  <a:pt x="432967" y="80328"/>
                </a:lnTo>
                <a:lnTo>
                  <a:pt x="424131" y="104425"/>
                </a:lnTo>
                <a:lnTo>
                  <a:pt x="439164" y="104425"/>
                </a:lnTo>
                <a:lnTo>
                  <a:pt x="469574" y="20655"/>
                </a:lnTo>
                <a:lnTo>
                  <a:pt x="454426" y="20655"/>
                </a:lnTo>
                <a:close/>
                <a:moveTo>
                  <a:pt x="303393" y="84837"/>
                </a:moveTo>
                <a:lnTo>
                  <a:pt x="303773" y="84793"/>
                </a:lnTo>
                <a:lnTo>
                  <a:pt x="304145" y="84738"/>
                </a:lnTo>
                <a:lnTo>
                  <a:pt x="304511" y="84673"/>
                </a:lnTo>
                <a:lnTo>
                  <a:pt x="304870" y="84598"/>
                </a:lnTo>
                <a:lnTo>
                  <a:pt x="305222" y="84514"/>
                </a:lnTo>
                <a:lnTo>
                  <a:pt x="305567" y="84419"/>
                </a:lnTo>
                <a:lnTo>
                  <a:pt x="305905" y="84315"/>
                </a:lnTo>
                <a:lnTo>
                  <a:pt x="306236" y="84200"/>
                </a:lnTo>
                <a:lnTo>
                  <a:pt x="306560" y="84076"/>
                </a:lnTo>
                <a:lnTo>
                  <a:pt x="306877" y="83941"/>
                </a:lnTo>
                <a:lnTo>
                  <a:pt x="307187" y="83797"/>
                </a:lnTo>
                <a:lnTo>
                  <a:pt x="307490" y="83642"/>
                </a:lnTo>
                <a:lnTo>
                  <a:pt x="307786" y="83478"/>
                </a:lnTo>
                <a:lnTo>
                  <a:pt x="308076" y="83304"/>
                </a:lnTo>
                <a:lnTo>
                  <a:pt x="308358" y="83120"/>
                </a:lnTo>
                <a:lnTo>
                  <a:pt x="308633" y="82925"/>
                </a:lnTo>
                <a:lnTo>
                  <a:pt x="308901" y="82721"/>
                </a:lnTo>
                <a:lnTo>
                  <a:pt x="309162" y="82507"/>
                </a:lnTo>
                <a:lnTo>
                  <a:pt x="309417" y="82283"/>
                </a:lnTo>
                <a:lnTo>
                  <a:pt x="309664" y="82049"/>
                </a:lnTo>
                <a:lnTo>
                  <a:pt x="309903" y="81806"/>
                </a:lnTo>
                <a:lnTo>
                  <a:pt x="310131" y="81557"/>
                </a:lnTo>
                <a:lnTo>
                  <a:pt x="310350" y="81300"/>
                </a:lnTo>
                <a:lnTo>
                  <a:pt x="310558" y="81035"/>
                </a:lnTo>
                <a:lnTo>
                  <a:pt x="310756" y="80764"/>
                </a:lnTo>
                <a:lnTo>
                  <a:pt x="310944" y="80486"/>
                </a:lnTo>
                <a:lnTo>
                  <a:pt x="311122" y="80200"/>
                </a:lnTo>
                <a:lnTo>
                  <a:pt x="311290" y="79907"/>
                </a:lnTo>
                <a:lnTo>
                  <a:pt x="311447" y="79607"/>
                </a:lnTo>
                <a:lnTo>
                  <a:pt x="311594" y="79300"/>
                </a:lnTo>
                <a:lnTo>
                  <a:pt x="311731" y="78986"/>
                </a:lnTo>
                <a:lnTo>
                  <a:pt x="311858" y="78664"/>
                </a:lnTo>
                <a:lnTo>
                  <a:pt x="311975" y="78336"/>
                </a:lnTo>
                <a:lnTo>
                  <a:pt x="312082" y="78000"/>
                </a:lnTo>
                <a:lnTo>
                  <a:pt x="312178" y="77657"/>
                </a:lnTo>
                <a:lnTo>
                  <a:pt x="312265" y="77306"/>
                </a:lnTo>
                <a:lnTo>
                  <a:pt x="312341" y="76949"/>
                </a:lnTo>
                <a:lnTo>
                  <a:pt x="312407" y="76584"/>
                </a:lnTo>
                <a:lnTo>
                  <a:pt x="312463" y="76213"/>
                </a:lnTo>
                <a:lnTo>
                  <a:pt x="312509" y="75834"/>
                </a:lnTo>
                <a:lnTo>
                  <a:pt x="312544" y="75448"/>
                </a:lnTo>
                <a:lnTo>
                  <a:pt x="312570" y="75054"/>
                </a:lnTo>
                <a:lnTo>
                  <a:pt x="312585" y="74654"/>
                </a:lnTo>
                <a:lnTo>
                  <a:pt x="312590" y="74246"/>
                </a:lnTo>
                <a:lnTo>
                  <a:pt x="312585" y="73839"/>
                </a:lnTo>
                <a:lnTo>
                  <a:pt x="312570" y="73438"/>
                </a:lnTo>
                <a:lnTo>
                  <a:pt x="312544" y="73044"/>
                </a:lnTo>
                <a:lnTo>
                  <a:pt x="312509" y="72657"/>
                </a:lnTo>
                <a:lnTo>
                  <a:pt x="312463" y="72277"/>
                </a:lnTo>
                <a:lnTo>
                  <a:pt x="312407" y="71904"/>
                </a:lnTo>
                <a:lnTo>
                  <a:pt x="312341" y="71538"/>
                </a:lnTo>
                <a:lnTo>
                  <a:pt x="312265" y="71179"/>
                </a:lnTo>
                <a:lnTo>
                  <a:pt x="312178" y="70827"/>
                </a:lnTo>
                <a:lnTo>
                  <a:pt x="312082" y="70482"/>
                </a:lnTo>
                <a:lnTo>
                  <a:pt x="311975" y="70144"/>
                </a:lnTo>
                <a:lnTo>
                  <a:pt x="311858" y="69813"/>
                </a:lnTo>
                <a:lnTo>
                  <a:pt x="311731" y="69489"/>
                </a:lnTo>
                <a:lnTo>
                  <a:pt x="311594" y="69172"/>
                </a:lnTo>
                <a:lnTo>
                  <a:pt x="311447" y="68862"/>
                </a:lnTo>
                <a:lnTo>
                  <a:pt x="311290" y="68558"/>
                </a:lnTo>
                <a:lnTo>
                  <a:pt x="311122" y="68262"/>
                </a:lnTo>
                <a:lnTo>
                  <a:pt x="310944" y="67973"/>
                </a:lnTo>
                <a:lnTo>
                  <a:pt x="310756" y="67691"/>
                </a:lnTo>
                <a:lnTo>
                  <a:pt x="310558" y="67416"/>
                </a:lnTo>
                <a:lnTo>
                  <a:pt x="310350" y="67147"/>
                </a:lnTo>
                <a:lnTo>
                  <a:pt x="310131" y="66886"/>
                </a:lnTo>
                <a:lnTo>
                  <a:pt x="309903" y="66632"/>
                </a:lnTo>
                <a:lnTo>
                  <a:pt x="309664" y="66384"/>
                </a:lnTo>
                <a:lnTo>
                  <a:pt x="309417" y="66146"/>
                </a:lnTo>
                <a:lnTo>
                  <a:pt x="309162" y="65917"/>
                </a:lnTo>
                <a:lnTo>
                  <a:pt x="308901" y="65699"/>
                </a:lnTo>
                <a:lnTo>
                  <a:pt x="308633" y="65490"/>
                </a:lnTo>
                <a:lnTo>
                  <a:pt x="308358" y="65292"/>
                </a:lnTo>
                <a:lnTo>
                  <a:pt x="308076" y="65104"/>
                </a:lnTo>
                <a:lnTo>
                  <a:pt x="307786" y="64926"/>
                </a:lnTo>
                <a:lnTo>
                  <a:pt x="307490" y="64759"/>
                </a:lnTo>
                <a:lnTo>
                  <a:pt x="307187" y="64601"/>
                </a:lnTo>
                <a:lnTo>
                  <a:pt x="306877" y="64454"/>
                </a:lnTo>
                <a:lnTo>
                  <a:pt x="306560" y="64317"/>
                </a:lnTo>
                <a:lnTo>
                  <a:pt x="306236" y="64190"/>
                </a:lnTo>
                <a:lnTo>
                  <a:pt x="305905" y="64073"/>
                </a:lnTo>
                <a:lnTo>
                  <a:pt x="305567" y="63966"/>
                </a:lnTo>
                <a:lnTo>
                  <a:pt x="305222" y="63870"/>
                </a:lnTo>
                <a:lnTo>
                  <a:pt x="304870" y="63784"/>
                </a:lnTo>
                <a:lnTo>
                  <a:pt x="304511" y="63707"/>
                </a:lnTo>
                <a:lnTo>
                  <a:pt x="304145" y="63641"/>
                </a:lnTo>
                <a:lnTo>
                  <a:pt x="303773" y="63585"/>
                </a:lnTo>
                <a:lnTo>
                  <a:pt x="303393" y="63540"/>
                </a:lnTo>
                <a:lnTo>
                  <a:pt x="303006" y="63504"/>
                </a:lnTo>
                <a:lnTo>
                  <a:pt x="302612" y="63479"/>
                </a:lnTo>
                <a:lnTo>
                  <a:pt x="302211" y="63464"/>
                </a:lnTo>
                <a:lnTo>
                  <a:pt x="301804" y="63458"/>
                </a:lnTo>
                <a:lnTo>
                  <a:pt x="301396" y="63464"/>
                </a:lnTo>
                <a:lnTo>
                  <a:pt x="300995" y="63479"/>
                </a:lnTo>
                <a:lnTo>
                  <a:pt x="300601" y="63504"/>
                </a:lnTo>
                <a:lnTo>
                  <a:pt x="300215" y="63540"/>
                </a:lnTo>
                <a:lnTo>
                  <a:pt x="299835" y="63585"/>
                </a:lnTo>
                <a:lnTo>
                  <a:pt x="299462" y="63641"/>
                </a:lnTo>
                <a:lnTo>
                  <a:pt x="299096" y="63707"/>
                </a:lnTo>
                <a:lnTo>
                  <a:pt x="298737" y="63784"/>
                </a:lnTo>
                <a:lnTo>
                  <a:pt x="298385" y="63870"/>
                </a:lnTo>
                <a:lnTo>
                  <a:pt x="298040" y="63966"/>
                </a:lnTo>
                <a:lnTo>
                  <a:pt x="297702" y="64073"/>
                </a:lnTo>
                <a:lnTo>
                  <a:pt x="297371" y="64190"/>
                </a:lnTo>
                <a:lnTo>
                  <a:pt x="297047" y="64317"/>
                </a:lnTo>
                <a:lnTo>
                  <a:pt x="296730" y="64454"/>
                </a:lnTo>
                <a:lnTo>
                  <a:pt x="296420" y="64601"/>
                </a:lnTo>
                <a:lnTo>
                  <a:pt x="296116" y="64759"/>
                </a:lnTo>
                <a:lnTo>
                  <a:pt x="295820" y="64926"/>
                </a:lnTo>
                <a:lnTo>
                  <a:pt x="295531" y="65104"/>
                </a:lnTo>
                <a:lnTo>
                  <a:pt x="295249" y="65292"/>
                </a:lnTo>
                <a:lnTo>
                  <a:pt x="294973" y="65490"/>
                </a:lnTo>
                <a:lnTo>
                  <a:pt x="294705" y="65699"/>
                </a:lnTo>
                <a:lnTo>
                  <a:pt x="294444" y="65917"/>
                </a:lnTo>
                <a:lnTo>
                  <a:pt x="294189" y="66146"/>
                </a:lnTo>
                <a:lnTo>
                  <a:pt x="293942" y="66384"/>
                </a:lnTo>
                <a:lnTo>
                  <a:pt x="293703" y="66632"/>
                </a:lnTo>
                <a:lnTo>
                  <a:pt x="293474" y="66886"/>
                </a:lnTo>
                <a:lnTo>
                  <a:pt x="293256" y="67147"/>
                </a:lnTo>
                <a:lnTo>
                  <a:pt x="293048" y="67416"/>
                </a:lnTo>
                <a:lnTo>
                  <a:pt x="292850" y="67691"/>
                </a:lnTo>
                <a:lnTo>
                  <a:pt x="292662" y="67973"/>
                </a:lnTo>
                <a:lnTo>
                  <a:pt x="292484" y="68262"/>
                </a:lnTo>
                <a:lnTo>
                  <a:pt x="292316" y="68558"/>
                </a:lnTo>
                <a:lnTo>
                  <a:pt x="292159" y="68862"/>
                </a:lnTo>
                <a:lnTo>
                  <a:pt x="292011" y="69172"/>
                </a:lnTo>
                <a:lnTo>
                  <a:pt x="291874" y="69489"/>
                </a:lnTo>
                <a:lnTo>
                  <a:pt x="291747" y="69813"/>
                </a:lnTo>
                <a:lnTo>
                  <a:pt x="291630" y="70144"/>
                </a:lnTo>
                <a:lnTo>
                  <a:pt x="291524" y="70482"/>
                </a:lnTo>
                <a:lnTo>
                  <a:pt x="291427" y="70827"/>
                </a:lnTo>
                <a:lnTo>
                  <a:pt x="291341" y="71179"/>
                </a:lnTo>
                <a:lnTo>
                  <a:pt x="291265" y="71538"/>
                </a:lnTo>
                <a:lnTo>
                  <a:pt x="291199" y="71904"/>
                </a:lnTo>
                <a:lnTo>
                  <a:pt x="291143" y="72277"/>
                </a:lnTo>
                <a:lnTo>
                  <a:pt x="291097" y="72657"/>
                </a:lnTo>
                <a:lnTo>
                  <a:pt x="291061" y="73044"/>
                </a:lnTo>
                <a:lnTo>
                  <a:pt x="291036" y="73438"/>
                </a:lnTo>
                <a:lnTo>
                  <a:pt x="291021" y="73839"/>
                </a:lnTo>
                <a:lnTo>
                  <a:pt x="291016" y="74246"/>
                </a:lnTo>
                <a:lnTo>
                  <a:pt x="291021" y="74654"/>
                </a:lnTo>
                <a:lnTo>
                  <a:pt x="291036" y="75054"/>
                </a:lnTo>
                <a:lnTo>
                  <a:pt x="291061" y="75448"/>
                </a:lnTo>
                <a:lnTo>
                  <a:pt x="291097" y="75834"/>
                </a:lnTo>
                <a:lnTo>
                  <a:pt x="291143" y="76213"/>
                </a:lnTo>
                <a:lnTo>
                  <a:pt x="291199" y="76584"/>
                </a:lnTo>
                <a:lnTo>
                  <a:pt x="291265" y="76949"/>
                </a:lnTo>
                <a:lnTo>
                  <a:pt x="291341" y="77306"/>
                </a:lnTo>
                <a:lnTo>
                  <a:pt x="291427" y="77657"/>
                </a:lnTo>
                <a:lnTo>
                  <a:pt x="291524" y="78000"/>
                </a:lnTo>
                <a:lnTo>
                  <a:pt x="291630" y="78336"/>
                </a:lnTo>
                <a:lnTo>
                  <a:pt x="291747" y="78664"/>
                </a:lnTo>
                <a:lnTo>
                  <a:pt x="291874" y="78986"/>
                </a:lnTo>
                <a:lnTo>
                  <a:pt x="292011" y="79300"/>
                </a:lnTo>
                <a:lnTo>
                  <a:pt x="292159" y="79607"/>
                </a:lnTo>
                <a:lnTo>
                  <a:pt x="292316" y="79907"/>
                </a:lnTo>
                <a:lnTo>
                  <a:pt x="292484" y="80200"/>
                </a:lnTo>
                <a:lnTo>
                  <a:pt x="292662" y="80486"/>
                </a:lnTo>
                <a:lnTo>
                  <a:pt x="292850" y="80764"/>
                </a:lnTo>
                <a:lnTo>
                  <a:pt x="293048" y="81035"/>
                </a:lnTo>
                <a:lnTo>
                  <a:pt x="293256" y="81300"/>
                </a:lnTo>
                <a:lnTo>
                  <a:pt x="293474" y="81557"/>
                </a:lnTo>
                <a:lnTo>
                  <a:pt x="293703" y="81806"/>
                </a:lnTo>
                <a:lnTo>
                  <a:pt x="293942" y="82049"/>
                </a:lnTo>
                <a:lnTo>
                  <a:pt x="294189" y="82283"/>
                </a:lnTo>
                <a:lnTo>
                  <a:pt x="294444" y="82507"/>
                </a:lnTo>
                <a:lnTo>
                  <a:pt x="294705" y="82721"/>
                </a:lnTo>
                <a:lnTo>
                  <a:pt x="294973" y="82925"/>
                </a:lnTo>
                <a:lnTo>
                  <a:pt x="295249" y="83120"/>
                </a:lnTo>
                <a:lnTo>
                  <a:pt x="295531" y="83304"/>
                </a:lnTo>
                <a:lnTo>
                  <a:pt x="295820" y="83478"/>
                </a:lnTo>
                <a:lnTo>
                  <a:pt x="296116" y="83642"/>
                </a:lnTo>
                <a:lnTo>
                  <a:pt x="296420" y="83797"/>
                </a:lnTo>
                <a:lnTo>
                  <a:pt x="296730" y="83941"/>
                </a:lnTo>
                <a:lnTo>
                  <a:pt x="297047" y="84076"/>
                </a:lnTo>
                <a:lnTo>
                  <a:pt x="297371" y="84200"/>
                </a:lnTo>
                <a:lnTo>
                  <a:pt x="297702" y="84315"/>
                </a:lnTo>
                <a:lnTo>
                  <a:pt x="298040" y="84419"/>
                </a:lnTo>
                <a:lnTo>
                  <a:pt x="298385" y="84514"/>
                </a:lnTo>
                <a:lnTo>
                  <a:pt x="298737" y="84598"/>
                </a:lnTo>
                <a:lnTo>
                  <a:pt x="299096" y="84673"/>
                </a:lnTo>
                <a:lnTo>
                  <a:pt x="299462" y="84738"/>
                </a:lnTo>
                <a:lnTo>
                  <a:pt x="299835" y="84793"/>
                </a:lnTo>
                <a:lnTo>
                  <a:pt x="300215" y="84837"/>
                </a:lnTo>
                <a:lnTo>
                  <a:pt x="300601" y="84872"/>
                </a:lnTo>
                <a:lnTo>
                  <a:pt x="300995" y="84897"/>
                </a:lnTo>
                <a:lnTo>
                  <a:pt x="301396" y="84912"/>
                </a:lnTo>
                <a:lnTo>
                  <a:pt x="301804" y="84917"/>
                </a:lnTo>
                <a:lnTo>
                  <a:pt x="302211" y="84912"/>
                </a:lnTo>
                <a:lnTo>
                  <a:pt x="302612" y="84897"/>
                </a:lnTo>
                <a:lnTo>
                  <a:pt x="303006" y="84872"/>
                </a:lnTo>
                <a:lnTo>
                  <a:pt x="303393" y="848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A3D3F1-6DB2-4612-9063-32DB6B18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374" y="2721213"/>
            <a:ext cx="191875" cy="191875"/>
          </a:xfrm>
          <a:custGeom xmlns:a="http://schemas.openxmlformats.org/drawingml/2006/main">
            <a:pathLst>
              <a:path w="191875" h="191875">
                <a:moveTo>
                  <a:pt x="0" y="0"/>
                </a:moveTo>
                <a:lnTo>
                  <a:pt x="191875" y="0"/>
                </a:lnTo>
                <a:lnTo>
                  <a:pt x="191875" y="191875"/>
                </a:lnTo>
                <a:lnTo>
                  <a:pt x="0" y="1918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b4993bc26946c6"/>
          <a:stretch xmlns:a="http://schemas.openxmlformats.org/drawingml/2006/main"/>
        </p:blipFill>
        <p:spPr>
          <a:xfrm xmlns:a="http://schemas.openxmlformats.org/drawingml/2006/main">
            <a:off x="6760374" y="2721213"/>
            <a:ext cx="191874" cy="191874"/>
          </a:xfrm>
          <a:prstGeom xmlns:a="http://schemas.openxmlformats.org/drawingml/2006/main" prst="rect">
            <a:avLst/>
          </a:prstGeom>
        </p:spPr>
      </p:pic>
      <p:pic>
        <p:nvPicPr>
          <p:cNvPr id="8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98bbcc9a9d448b"/>
          <a:stretch xmlns:a="http://schemas.openxmlformats.org/drawingml/2006/main"/>
        </p:blipFill>
        <p:spPr>
          <a:xfrm xmlns:a="http://schemas.openxmlformats.org/drawingml/2006/main">
            <a:off x="5455179" y="1727139"/>
            <a:ext cx="1627388" cy="750661"/>
          </a:xfrm>
          <a:prstGeom xmlns:a="http://schemas.openxmlformats.org/drawingml/2006/main" prst="rect">
            <a:avLst/>
          </a:prstGeom>
        </p:spPr>
      </p:pic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A8A32E-C2C9-48C4-8359-C5CF0C43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7064" y="1804290"/>
            <a:ext cx="1403617" cy="527509"/>
          </a:xfrm>
          <a:custGeom xmlns:a="http://schemas.openxmlformats.org/drawingml/2006/main">
            <a:pathLst>
              <a:path w="1403617" h="527509">
                <a:moveTo>
                  <a:pt x="0" y="22335"/>
                </a:moveTo>
                <a:lnTo>
                  <a:pt x="0" y="22335"/>
                </a:lnTo>
                <a:cubicBezTo>
                  <a:pt x="0" y="10000"/>
                  <a:pt x="10000" y="0"/>
                  <a:pt x="22335" y="0"/>
                </a:cubicBezTo>
                <a:lnTo>
                  <a:pt x="1381283" y="0"/>
                </a:lnTo>
                <a:cubicBezTo>
                  <a:pt x="1387206" y="0"/>
                  <a:pt x="1392887" y="2353"/>
                  <a:pt x="1397075" y="6542"/>
                </a:cubicBezTo>
                <a:cubicBezTo>
                  <a:pt x="1401264" y="10730"/>
                  <a:pt x="1403617" y="16411"/>
                  <a:pt x="1403617" y="22335"/>
                </a:cubicBezTo>
                <a:lnTo>
                  <a:pt x="1403617" y="505174"/>
                </a:lnTo>
                <a:cubicBezTo>
                  <a:pt x="1403617" y="517509"/>
                  <a:pt x="1393618" y="527509"/>
                  <a:pt x="1381283" y="527509"/>
                </a:cubicBezTo>
                <a:lnTo>
                  <a:pt x="22335" y="527509"/>
                </a:lnTo>
                <a:cubicBezTo>
                  <a:pt x="10000" y="527509"/>
                  <a:pt x="0" y="517509"/>
                  <a:pt x="0" y="505174"/>
                </a:cubicBezTo>
                <a:lnTo>
                  <a:pt x="0" y="22335"/>
                </a:lnTo>
                <a:close/>
              </a:path>
            </a:pathLst>
          </a:custGeom>
          <a:solidFill xmlns:a="http://schemas.openxmlformats.org/drawingml/2006/main">
            <a:srgbClr val="F3F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DE8440-2009-4215-881C-204C0195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7064" y="1804290"/>
            <a:ext cx="1403617" cy="527509"/>
          </a:xfrm>
          <a:custGeom xmlns:a="http://schemas.openxmlformats.org/drawingml/2006/main">
            <a:pathLst>
              <a:path w="1403617" h="527509" fill="none">
                <a:moveTo>
                  <a:pt x="0" y="22335"/>
                </a:moveTo>
                <a:lnTo>
                  <a:pt x="0" y="22335"/>
                </a:lnTo>
                <a:cubicBezTo>
                  <a:pt x="0" y="10000"/>
                  <a:pt x="10000" y="0"/>
                  <a:pt x="22335" y="0"/>
                </a:cubicBezTo>
                <a:lnTo>
                  <a:pt x="1381283" y="0"/>
                </a:lnTo>
                <a:cubicBezTo>
                  <a:pt x="1387206" y="0"/>
                  <a:pt x="1392887" y="2353"/>
                  <a:pt x="1397075" y="6542"/>
                </a:cubicBezTo>
                <a:cubicBezTo>
                  <a:pt x="1401264" y="10730"/>
                  <a:pt x="1403617" y="16411"/>
                  <a:pt x="1403617" y="22335"/>
                </a:cubicBezTo>
                <a:lnTo>
                  <a:pt x="1403617" y="505174"/>
                </a:lnTo>
                <a:cubicBezTo>
                  <a:pt x="1403617" y="517509"/>
                  <a:pt x="1393618" y="527509"/>
                  <a:pt x="1381283" y="527509"/>
                </a:cubicBezTo>
                <a:lnTo>
                  <a:pt x="22335" y="527509"/>
                </a:lnTo>
                <a:cubicBezTo>
                  <a:pt x="10000" y="527509"/>
                  <a:pt x="0" y="517509"/>
                  <a:pt x="0" y="505174"/>
                </a:cubicBezTo>
                <a:lnTo>
                  <a:pt x="0" y="2233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213" cap="flat">
            <a:solidFill>
              <a:srgbClr val="666666"/>
            </a:solidFill>
            <a:round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8691D7-19B2-4BCC-BFD4-52C6BD3C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355" y="1826879"/>
            <a:ext cx="1304404" cy="360527"/>
          </a:xfrm>
          <a:custGeom xmlns:a="http://schemas.openxmlformats.org/drawingml/2006/main">
            <a:pathLst>
              <a:path w="1304404" h="360527">
                <a:moveTo>
                  <a:pt x="0" y="15265"/>
                </a:moveTo>
                <a:lnTo>
                  <a:pt x="0" y="15265"/>
                </a:lnTo>
                <a:cubicBezTo>
                  <a:pt x="0" y="6834"/>
                  <a:pt x="6834" y="0"/>
                  <a:pt x="15265" y="0"/>
                </a:cubicBezTo>
                <a:lnTo>
                  <a:pt x="1289140" y="0"/>
                </a:lnTo>
                <a:cubicBezTo>
                  <a:pt x="1293188" y="0"/>
                  <a:pt x="1297071" y="1608"/>
                  <a:pt x="1299934" y="4471"/>
                </a:cubicBezTo>
                <a:cubicBezTo>
                  <a:pt x="1302796" y="7334"/>
                  <a:pt x="1304404" y="11216"/>
                  <a:pt x="1304404" y="15265"/>
                </a:cubicBezTo>
                <a:lnTo>
                  <a:pt x="1304404" y="345263"/>
                </a:lnTo>
                <a:cubicBezTo>
                  <a:pt x="1304404" y="353693"/>
                  <a:pt x="1297571" y="360527"/>
                  <a:pt x="1289140" y="360527"/>
                </a:cubicBezTo>
                <a:lnTo>
                  <a:pt x="15265" y="360527"/>
                </a:lnTo>
                <a:cubicBezTo>
                  <a:pt x="6834" y="360527"/>
                  <a:pt x="0" y="353693"/>
                  <a:pt x="0" y="345263"/>
                </a:cubicBezTo>
                <a:lnTo>
                  <a:pt x="0" y="1526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Text class">
            <a:extLst xmlns:a="http://schemas.openxmlformats.org/drawingml/2006/main">
              <a:ext uri="{FF2B5EF4-FFF2-40B4-BE49-F238E27FC236}">
                <a16:creationId xmlns:a16="http://schemas.microsoft.com/office/drawing/2014/main" id="{17AFEEA1-CAD1-4526-8FFD-C70152D4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7253" y="1852465"/>
            <a:ext cx="263291" cy="67934"/>
          </a:xfrm>
          <a:custGeom xmlns:a="http://schemas.openxmlformats.org/drawingml/2006/main">
            <a:pathLst>
              <a:path w="263291" h="67934">
                <a:moveTo>
                  <a:pt x="99974" y="56642"/>
                </a:moveTo>
                <a:lnTo>
                  <a:pt x="84734" y="56642"/>
                </a:lnTo>
                <a:lnTo>
                  <a:pt x="84507" y="56639"/>
                </a:lnTo>
                <a:lnTo>
                  <a:pt x="84283" y="56631"/>
                </a:lnTo>
                <a:lnTo>
                  <a:pt x="84064" y="56617"/>
                </a:lnTo>
                <a:lnTo>
                  <a:pt x="83848" y="56597"/>
                </a:lnTo>
                <a:lnTo>
                  <a:pt x="83637" y="56572"/>
                </a:lnTo>
                <a:lnTo>
                  <a:pt x="83429" y="56541"/>
                </a:lnTo>
                <a:lnTo>
                  <a:pt x="83225" y="56505"/>
                </a:lnTo>
                <a:lnTo>
                  <a:pt x="83026" y="56463"/>
                </a:lnTo>
                <a:lnTo>
                  <a:pt x="82830" y="56416"/>
                </a:lnTo>
                <a:lnTo>
                  <a:pt x="82639" y="56363"/>
                </a:lnTo>
                <a:lnTo>
                  <a:pt x="82451" y="56305"/>
                </a:lnTo>
                <a:lnTo>
                  <a:pt x="82267" y="56240"/>
                </a:lnTo>
                <a:lnTo>
                  <a:pt x="82087" y="56171"/>
                </a:lnTo>
                <a:lnTo>
                  <a:pt x="81912" y="56095"/>
                </a:lnTo>
                <a:lnTo>
                  <a:pt x="81740" y="56015"/>
                </a:lnTo>
                <a:lnTo>
                  <a:pt x="81572" y="55928"/>
                </a:lnTo>
                <a:lnTo>
                  <a:pt x="81409" y="55836"/>
                </a:lnTo>
                <a:lnTo>
                  <a:pt x="81249" y="55739"/>
                </a:lnTo>
                <a:lnTo>
                  <a:pt x="81093" y="55636"/>
                </a:lnTo>
                <a:lnTo>
                  <a:pt x="80941" y="55527"/>
                </a:lnTo>
                <a:lnTo>
                  <a:pt x="80793" y="55413"/>
                </a:lnTo>
                <a:lnTo>
                  <a:pt x="80649" y="55293"/>
                </a:lnTo>
                <a:lnTo>
                  <a:pt x="80510" y="55167"/>
                </a:lnTo>
                <a:lnTo>
                  <a:pt x="80374" y="55036"/>
                </a:lnTo>
                <a:lnTo>
                  <a:pt x="80243" y="54901"/>
                </a:lnTo>
                <a:lnTo>
                  <a:pt x="80117" y="54761"/>
                </a:lnTo>
                <a:lnTo>
                  <a:pt x="79997" y="54617"/>
                </a:lnTo>
                <a:lnTo>
                  <a:pt x="79883" y="54469"/>
                </a:lnTo>
                <a:lnTo>
                  <a:pt x="79774" y="54317"/>
                </a:lnTo>
                <a:lnTo>
                  <a:pt x="79671" y="54161"/>
                </a:lnTo>
                <a:lnTo>
                  <a:pt x="79573" y="54002"/>
                </a:lnTo>
                <a:lnTo>
                  <a:pt x="79481" y="53838"/>
                </a:lnTo>
                <a:lnTo>
                  <a:pt x="79395" y="53670"/>
                </a:lnTo>
                <a:lnTo>
                  <a:pt x="79314" y="53498"/>
                </a:lnTo>
                <a:lnTo>
                  <a:pt x="79238" y="53323"/>
                </a:lnTo>
                <a:lnTo>
                  <a:pt x="79169" y="53143"/>
                </a:lnTo>
                <a:lnTo>
                  <a:pt x="79104" y="52959"/>
                </a:lnTo>
                <a:lnTo>
                  <a:pt x="79046" y="52772"/>
                </a:lnTo>
                <a:lnTo>
                  <a:pt x="78993" y="52580"/>
                </a:lnTo>
                <a:lnTo>
                  <a:pt x="78945" y="52384"/>
                </a:lnTo>
                <a:lnTo>
                  <a:pt x="78904" y="52185"/>
                </a:lnTo>
                <a:lnTo>
                  <a:pt x="78867" y="51981"/>
                </a:lnTo>
                <a:lnTo>
                  <a:pt x="78837" y="51773"/>
                </a:lnTo>
                <a:lnTo>
                  <a:pt x="78812" y="51562"/>
                </a:lnTo>
                <a:lnTo>
                  <a:pt x="78792" y="51346"/>
                </a:lnTo>
                <a:lnTo>
                  <a:pt x="78778" y="51127"/>
                </a:lnTo>
                <a:lnTo>
                  <a:pt x="78770" y="50903"/>
                </a:lnTo>
                <a:lnTo>
                  <a:pt x="78767" y="50676"/>
                </a:lnTo>
                <a:lnTo>
                  <a:pt x="78767" y="0"/>
                </a:lnTo>
                <a:lnTo>
                  <a:pt x="51133" y="0"/>
                </a:lnTo>
                <a:lnTo>
                  <a:pt x="51133" y="10373"/>
                </a:lnTo>
                <a:lnTo>
                  <a:pt x="67291" y="10373"/>
                </a:lnTo>
                <a:lnTo>
                  <a:pt x="67291" y="50676"/>
                </a:lnTo>
                <a:lnTo>
                  <a:pt x="67295" y="51079"/>
                </a:lnTo>
                <a:lnTo>
                  <a:pt x="67306" y="51479"/>
                </a:lnTo>
                <a:lnTo>
                  <a:pt x="67324" y="51874"/>
                </a:lnTo>
                <a:lnTo>
                  <a:pt x="67350" y="52265"/>
                </a:lnTo>
                <a:lnTo>
                  <a:pt x="67383" y="52653"/>
                </a:lnTo>
                <a:lnTo>
                  <a:pt x="67423" y="53036"/>
                </a:lnTo>
                <a:lnTo>
                  <a:pt x="67471" y="53416"/>
                </a:lnTo>
                <a:lnTo>
                  <a:pt x="67526" y="53792"/>
                </a:lnTo>
                <a:lnTo>
                  <a:pt x="67588" y="54163"/>
                </a:lnTo>
                <a:lnTo>
                  <a:pt x="67658" y="54531"/>
                </a:lnTo>
                <a:lnTo>
                  <a:pt x="67735" y="54894"/>
                </a:lnTo>
                <a:lnTo>
                  <a:pt x="67819" y="55254"/>
                </a:lnTo>
                <a:lnTo>
                  <a:pt x="67911" y="55610"/>
                </a:lnTo>
                <a:lnTo>
                  <a:pt x="68010" y="55961"/>
                </a:lnTo>
                <a:lnTo>
                  <a:pt x="68116" y="56309"/>
                </a:lnTo>
                <a:lnTo>
                  <a:pt x="68230" y="56652"/>
                </a:lnTo>
                <a:lnTo>
                  <a:pt x="68351" y="56992"/>
                </a:lnTo>
                <a:lnTo>
                  <a:pt x="68479" y="57328"/>
                </a:lnTo>
                <a:lnTo>
                  <a:pt x="68615" y="57660"/>
                </a:lnTo>
                <a:lnTo>
                  <a:pt x="68757" y="57987"/>
                </a:lnTo>
                <a:lnTo>
                  <a:pt x="68908" y="58311"/>
                </a:lnTo>
                <a:lnTo>
                  <a:pt x="69065" y="58631"/>
                </a:lnTo>
                <a:lnTo>
                  <a:pt x="69230" y="58947"/>
                </a:lnTo>
                <a:lnTo>
                  <a:pt x="69403" y="59258"/>
                </a:lnTo>
                <a:lnTo>
                  <a:pt x="69581" y="59565"/>
                </a:lnTo>
                <a:lnTo>
                  <a:pt x="69766" y="59866"/>
                </a:lnTo>
                <a:lnTo>
                  <a:pt x="69955" y="60161"/>
                </a:lnTo>
                <a:lnTo>
                  <a:pt x="70151" y="60451"/>
                </a:lnTo>
                <a:lnTo>
                  <a:pt x="70352" y="60734"/>
                </a:lnTo>
                <a:lnTo>
                  <a:pt x="70558" y="61011"/>
                </a:lnTo>
                <a:lnTo>
                  <a:pt x="70771" y="61283"/>
                </a:lnTo>
                <a:lnTo>
                  <a:pt x="70988" y="61548"/>
                </a:lnTo>
                <a:lnTo>
                  <a:pt x="71212" y="61808"/>
                </a:lnTo>
                <a:lnTo>
                  <a:pt x="71441" y="62062"/>
                </a:lnTo>
                <a:lnTo>
                  <a:pt x="71675" y="62310"/>
                </a:lnTo>
                <a:lnTo>
                  <a:pt x="71915" y="62552"/>
                </a:lnTo>
                <a:lnTo>
                  <a:pt x="72161" y="62788"/>
                </a:lnTo>
                <a:lnTo>
                  <a:pt x="72412" y="63018"/>
                </a:lnTo>
                <a:lnTo>
                  <a:pt x="72669" y="63242"/>
                </a:lnTo>
                <a:lnTo>
                  <a:pt x="72931" y="63461"/>
                </a:lnTo>
                <a:lnTo>
                  <a:pt x="73199" y="63673"/>
                </a:lnTo>
                <a:lnTo>
                  <a:pt x="73473" y="63880"/>
                </a:lnTo>
                <a:lnTo>
                  <a:pt x="73752" y="64081"/>
                </a:lnTo>
                <a:lnTo>
                  <a:pt x="74037" y="64276"/>
                </a:lnTo>
                <a:lnTo>
                  <a:pt x="74327" y="64465"/>
                </a:lnTo>
                <a:lnTo>
                  <a:pt x="74623" y="64648"/>
                </a:lnTo>
                <a:lnTo>
                  <a:pt x="74924" y="64825"/>
                </a:lnTo>
                <a:lnTo>
                  <a:pt x="75231" y="64996"/>
                </a:lnTo>
                <a:lnTo>
                  <a:pt x="75543" y="65161"/>
                </a:lnTo>
                <a:lnTo>
                  <a:pt x="75860" y="65319"/>
                </a:lnTo>
                <a:lnTo>
                  <a:pt x="76180" y="65470"/>
                </a:lnTo>
                <a:lnTo>
                  <a:pt x="76505" y="65613"/>
                </a:lnTo>
                <a:lnTo>
                  <a:pt x="76835" y="65750"/>
                </a:lnTo>
                <a:lnTo>
                  <a:pt x="77168" y="65880"/>
                </a:lnTo>
                <a:lnTo>
                  <a:pt x="77506" y="66003"/>
                </a:lnTo>
                <a:lnTo>
                  <a:pt x="77848" y="66118"/>
                </a:lnTo>
                <a:lnTo>
                  <a:pt x="78195" y="66227"/>
                </a:lnTo>
                <a:lnTo>
                  <a:pt x="78546" y="66329"/>
                </a:lnTo>
                <a:lnTo>
                  <a:pt x="78901" y="66423"/>
                </a:lnTo>
                <a:lnTo>
                  <a:pt x="79260" y="66511"/>
                </a:lnTo>
                <a:lnTo>
                  <a:pt x="79624" y="66592"/>
                </a:lnTo>
                <a:lnTo>
                  <a:pt x="79992" y="66665"/>
                </a:lnTo>
                <a:lnTo>
                  <a:pt x="80364" y="66732"/>
                </a:lnTo>
                <a:lnTo>
                  <a:pt x="80741" y="66792"/>
                </a:lnTo>
                <a:lnTo>
                  <a:pt x="81121" y="66844"/>
                </a:lnTo>
                <a:lnTo>
                  <a:pt x="81507" y="66890"/>
                </a:lnTo>
                <a:lnTo>
                  <a:pt x="81896" y="66928"/>
                </a:lnTo>
                <a:lnTo>
                  <a:pt x="82290" y="66960"/>
                </a:lnTo>
                <a:lnTo>
                  <a:pt x="82688" y="66985"/>
                </a:lnTo>
                <a:lnTo>
                  <a:pt x="83090" y="67002"/>
                </a:lnTo>
                <a:lnTo>
                  <a:pt x="83497" y="67013"/>
                </a:lnTo>
                <a:lnTo>
                  <a:pt x="83908" y="67016"/>
                </a:lnTo>
                <a:lnTo>
                  <a:pt x="99974" y="67016"/>
                </a:lnTo>
                <a:lnTo>
                  <a:pt x="99974" y="56642"/>
                </a:lnTo>
                <a:close/>
                <a:moveTo>
                  <a:pt x="190061" y="67814"/>
                </a:moveTo>
                <a:lnTo>
                  <a:pt x="190831" y="67779"/>
                </a:lnTo>
                <a:lnTo>
                  <a:pt x="191584" y="67729"/>
                </a:lnTo>
                <a:lnTo>
                  <a:pt x="192321" y="67665"/>
                </a:lnTo>
                <a:lnTo>
                  <a:pt x="193042" y="67587"/>
                </a:lnTo>
                <a:lnTo>
                  <a:pt x="193746" y="67495"/>
                </a:lnTo>
                <a:lnTo>
                  <a:pt x="194434" y="67389"/>
                </a:lnTo>
                <a:lnTo>
                  <a:pt x="195105" y="67268"/>
                </a:lnTo>
                <a:lnTo>
                  <a:pt x="195760" y="67133"/>
                </a:lnTo>
                <a:lnTo>
                  <a:pt x="196399" y="66985"/>
                </a:lnTo>
                <a:lnTo>
                  <a:pt x="197021" y="66821"/>
                </a:lnTo>
                <a:lnTo>
                  <a:pt x="197627" y="66644"/>
                </a:lnTo>
                <a:lnTo>
                  <a:pt x="198216" y="66453"/>
                </a:lnTo>
                <a:lnTo>
                  <a:pt x="198789" y="66247"/>
                </a:lnTo>
                <a:lnTo>
                  <a:pt x="199345" y="66027"/>
                </a:lnTo>
                <a:lnTo>
                  <a:pt x="199885" y="65793"/>
                </a:lnTo>
                <a:lnTo>
                  <a:pt x="200409" y="65545"/>
                </a:lnTo>
                <a:lnTo>
                  <a:pt x="200916" y="65283"/>
                </a:lnTo>
                <a:lnTo>
                  <a:pt x="201407" y="65006"/>
                </a:lnTo>
                <a:lnTo>
                  <a:pt x="201881" y="64715"/>
                </a:lnTo>
                <a:lnTo>
                  <a:pt x="202339" y="64410"/>
                </a:lnTo>
                <a:lnTo>
                  <a:pt x="202780" y="64091"/>
                </a:lnTo>
                <a:lnTo>
                  <a:pt x="203206" y="63758"/>
                </a:lnTo>
                <a:lnTo>
                  <a:pt x="203614" y="63412"/>
                </a:lnTo>
                <a:lnTo>
                  <a:pt x="204005" y="63054"/>
                </a:lnTo>
                <a:lnTo>
                  <a:pt x="204378" y="62685"/>
                </a:lnTo>
                <a:lnTo>
                  <a:pt x="204734" y="62305"/>
                </a:lnTo>
                <a:lnTo>
                  <a:pt x="205073" y="61914"/>
                </a:lnTo>
                <a:lnTo>
                  <a:pt x="205395" y="61511"/>
                </a:lnTo>
                <a:lnTo>
                  <a:pt x="205699" y="61097"/>
                </a:lnTo>
                <a:lnTo>
                  <a:pt x="205985" y="60672"/>
                </a:lnTo>
                <a:lnTo>
                  <a:pt x="206255" y="60235"/>
                </a:lnTo>
                <a:lnTo>
                  <a:pt x="206507" y="59787"/>
                </a:lnTo>
                <a:lnTo>
                  <a:pt x="206741" y="59328"/>
                </a:lnTo>
                <a:lnTo>
                  <a:pt x="206958" y="58857"/>
                </a:lnTo>
                <a:lnTo>
                  <a:pt x="207158" y="58375"/>
                </a:lnTo>
                <a:lnTo>
                  <a:pt x="207341" y="57882"/>
                </a:lnTo>
                <a:lnTo>
                  <a:pt x="207506" y="57377"/>
                </a:lnTo>
                <a:lnTo>
                  <a:pt x="207653" y="56862"/>
                </a:lnTo>
                <a:lnTo>
                  <a:pt x="207784" y="56334"/>
                </a:lnTo>
                <a:lnTo>
                  <a:pt x="207896" y="55796"/>
                </a:lnTo>
                <a:lnTo>
                  <a:pt x="207992" y="55246"/>
                </a:lnTo>
                <a:lnTo>
                  <a:pt x="208070" y="54685"/>
                </a:lnTo>
                <a:lnTo>
                  <a:pt x="208131" y="54112"/>
                </a:lnTo>
                <a:lnTo>
                  <a:pt x="208174" y="53529"/>
                </a:lnTo>
                <a:lnTo>
                  <a:pt x="208201" y="52934"/>
                </a:lnTo>
                <a:lnTo>
                  <a:pt x="208209" y="52327"/>
                </a:lnTo>
                <a:lnTo>
                  <a:pt x="208202" y="51759"/>
                </a:lnTo>
                <a:lnTo>
                  <a:pt x="208180" y="51203"/>
                </a:lnTo>
                <a:lnTo>
                  <a:pt x="208143" y="50658"/>
                </a:lnTo>
                <a:lnTo>
                  <a:pt x="208091" y="50125"/>
                </a:lnTo>
                <a:lnTo>
                  <a:pt x="208024" y="49604"/>
                </a:lnTo>
                <a:lnTo>
                  <a:pt x="207942" y="49094"/>
                </a:lnTo>
                <a:lnTo>
                  <a:pt x="207846" y="48596"/>
                </a:lnTo>
                <a:lnTo>
                  <a:pt x="207735" y="48110"/>
                </a:lnTo>
                <a:lnTo>
                  <a:pt x="207609" y="47635"/>
                </a:lnTo>
                <a:lnTo>
                  <a:pt x="207468" y="47171"/>
                </a:lnTo>
                <a:lnTo>
                  <a:pt x="207313" y="46720"/>
                </a:lnTo>
                <a:lnTo>
                  <a:pt x="207142" y="46280"/>
                </a:lnTo>
                <a:lnTo>
                  <a:pt x="206957" y="45852"/>
                </a:lnTo>
                <a:lnTo>
                  <a:pt x="206757" y="45435"/>
                </a:lnTo>
                <a:lnTo>
                  <a:pt x="206542" y="45030"/>
                </a:lnTo>
                <a:lnTo>
                  <a:pt x="206312" y="44636"/>
                </a:lnTo>
                <a:lnTo>
                  <a:pt x="206068" y="44255"/>
                </a:lnTo>
                <a:lnTo>
                  <a:pt x="205808" y="43885"/>
                </a:lnTo>
                <a:lnTo>
                  <a:pt x="205534" y="43526"/>
                </a:lnTo>
                <a:lnTo>
                  <a:pt x="205245" y="43179"/>
                </a:lnTo>
                <a:lnTo>
                  <a:pt x="204941" y="42844"/>
                </a:lnTo>
                <a:lnTo>
                  <a:pt x="204623" y="42520"/>
                </a:lnTo>
                <a:lnTo>
                  <a:pt x="204289" y="42208"/>
                </a:lnTo>
                <a:lnTo>
                  <a:pt x="203941" y="41908"/>
                </a:lnTo>
                <a:lnTo>
                  <a:pt x="203577" y="41617"/>
                </a:lnTo>
                <a:lnTo>
                  <a:pt x="203197" y="41335"/>
                </a:lnTo>
                <a:lnTo>
                  <a:pt x="202800" y="41060"/>
                </a:lnTo>
                <a:lnTo>
                  <a:pt x="202387" y="40792"/>
                </a:lnTo>
                <a:lnTo>
                  <a:pt x="201957" y="40533"/>
                </a:lnTo>
                <a:lnTo>
                  <a:pt x="201511" y="40281"/>
                </a:lnTo>
                <a:lnTo>
                  <a:pt x="201049" y="40038"/>
                </a:lnTo>
                <a:lnTo>
                  <a:pt x="200570" y="39802"/>
                </a:lnTo>
                <a:lnTo>
                  <a:pt x="200075" y="39574"/>
                </a:lnTo>
                <a:lnTo>
                  <a:pt x="199563" y="39353"/>
                </a:lnTo>
                <a:lnTo>
                  <a:pt x="199035" y="39141"/>
                </a:lnTo>
                <a:lnTo>
                  <a:pt x="198490" y="38936"/>
                </a:lnTo>
                <a:lnTo>
                  <a:pt x="197929" y="38739"/>
                </a:lnTo>
                <a:lnTo>
                  <a:pt x="197352" y="38550"/>
                </a:lnTo>
                <a:lnTo>
                  <a:pt x="196758" y="38368"/>
                </a:lnTo>
                <a:lnTo>
                  <a:pt x="196148" y="38195"/>
                </a:lnTo>
                <a:lnTo>
                  <a:pt x="195521" y="38029"/>
                </a:lnTo>
                <a:lnTo>
                  <a:pt x="194878" y="37871"/>
                </a:lnTo>
                <a:lnTo>
                  <a:pt x="194219" y="37721"/>
                </a:lnTo>
                <a:lnTo>
                  <a:pt x="193543" y="37579"/>
                </a:lnTo>
                <a:lnTo>
                  <a:pt x="192851" y="37444"/>
                </a:lnTo>
                <a:lnTo>
                  <a:pt x="192142" y="37318"/>
                </a:lnTo>
                <a:lnTo>
                  <a:pt x="191417" y="37199"/>
                </a:lnTo>
                <a:lnTo>
                  <a:pt x="190675" y="37088"/>
                </a:lnTo>
                <a:lnTo>
                  <a:pt x="184157" y="36170"/>
                </a:lnTo>
                <a:lnTo>
                  <a:pt x="183870" y="36123"/>
                </a:lnTo>
                <a:lnTo>
                  <a:pt x="183589" y="36074"/>
                </a:lnTo>
                <a:lnTo>
                  <a:pt x="183315" y="36022"/>
                </a:lnTo>
                <a:lnTo>
                  <a:pt x="183048" y="35968"/>
                </a:lnTo>
                <a:lnTo>
                  <a:pt x="182788" y="35911"/>
                </a:lnTo>
                <a:lnTo>
                  <a:pt x="182534" y="35852"/>
                </a:lnTo>
                <a:lnTo>
                  <a:pt x="182286" y="35791"/>
                </a:lnTo>
                <a:lnTo>
                  <a:pt x="182046" y="35727"/>
                </a:lnTo>
                <a:lnTo>
                  <a:pt x="181812" y="35661"/>
                </a:lnTo>
                <a:lnTo>
                  <a:pt x="181585" y="35592"/>
                </a:lnTo>
                <a:lnTo>
                  <a:pt x="181365" y="35521"/>
                </a:lnTo>
                <a:lnTo>
                  <a:pt x="181151" y="35447"/>
                </a:lnTo>
                <a:lnTo>
                  <a:pt x="180944" y="35372"/>
                </a:lnTo>
                <a:lnTo>
                  <a:pt x="180743" y="35294"/>
                </a:lnTo>
                <a:lnTo>
                  <a:pt x="180550" y="35213"/>
                </a:lnTo>
                <a:lnTo>
                  <a:pt x="180363" y="35130"/>
                </a:lnTo>
                <a:lnTo>
                  <a:pt x="180182" y="35045"/>
                </a:lnTo>
                <a:lnTo>
                  <a:pt x="180009" y="34957"/>
                </a:lnTo>
                <a:lnTo>
                  <a:pt x="179842" y="34867"/>
                </a:lnTo>
                <a:lnTo>
                  <a:pt x="179682" y="34774"/>
                </a:lnTo>
                <a:lnTo>
                  <a:pt x="179528" y="34679"/>
                </a:lnTo>
                <a:lnTo>
                  <a:pt x="179381" y="34582"/>
                </a:lnTo>
                <a:lnTo>
                  <a:pt x="179241" y="34482"/>
                </a:lnTo>
                <a:lnTo>
                  <a:pt x="179107" y="34380"/>
                </a:lnTo>
                <a:lnTo>
                  <a:pt x="178980" y="34274"/>
                </a:lnTo>
                <a:lnTo>
                  <a:pt x="178858" y="34164"/>
                </a:lnTo>
                <a:lnTo>
                  <a:pt x="178742" y="34049"/>
                </a:lnTo>
                <a:lnTo>
                  <a:pt x="178631" y="33930"/>
                </a:lnTo>
                <a:lnTo>
                  <a:pt x="178525" y="33806"/>
                </a:lnTo>
                <a:lnTo>
                  <a:pt x="178425" y="33677"/>
                </a:lnTo>
                <a:lnTo>
                  <a:pt x="178330" y="33544"/>
                </a:lnTo>
                <a:lnTo>
                  <a:pt x="178240" y="33406"/>
                </a:lnTo>
                <a:lnTo>
                  <a:pt x="178156" y="33263"/>
                </a:lnTo>
                <a:lnTo>
                  <a:pt x="178078" y="33116"/>
                </a:lnTo>
                <a:lnTo>
                  <a:pt x="178005" y="32964"/>
                </a:lnTo>
                <a:lnTo>
                  <a:pt x="177937" y="32808"/>
                </a:lnTo>
                <a:lnTo>
                  <a:pt x="177875" y="32647"/>
                </a:lnTo>
                <a:lnTo>
                  <a:pt x="177818" y="32481"/>
                </a:lnTo>
                <a:lnTo>
                  <a:pt x="177766" y="32311"/>
                </a:lnTo>
                <a:lnTo>
                  <a:pt x="177720" y="32136"/>
                </a:lnTo>
                <a:lnTo>
                  <a:pt x="177680" y="31956"/>
                </a:lnTo>
                <a:lnTo>
                  <a:pt x="177644" y="31772"/>
                </a:lnTo>
                <a:lnTo>
                  <a:pt x="177615" y="31583"/>
                </a:lnTo>
                <a:lnTo>
                  <a:pt x="177590" y="31390"/>
                </a:lnTo>
                <a:lnTo>
                  <a:pt x="177571" y="31192"/>
                </a:lnTo>
                <a:lnTo>
                  <a:pt x="177558" y="30989"/>
                </a:lnTo>
                <a:lnTo>
                  <a:pt x="177550" y="30782"/>
                </a:lnTo>
                <a:lnTo>
                  <a:pt x="177547" y="30570"/>
                </a:lnTo>
                <a:lnTo>
                  <a:pt x="177550" y="30343"/>
                </a:lnTo>
                <a:lnTo>
                  <a:pt x="177559" y="30120"/>
                </a:lnTo>
                <a:lnTo>
                  <a:pt x="177575" y="29902"/>
                </a:lnTo>
                <a:lnTo>
                  <a:pt x="177597" y="29689"/>
                </a:lnTo>
                <a:lnTo>
                  <a:pt x="177625" y="29480"/>
                </a:lnTo>
                <a:lnTo>
                  <a:pt x="177659" y="29276"/>
                </a:lnTo>
                <a:lnTo>
                  <a:pt x="177699" y="29077"/>
                </a:lnTo>
                <a:lnTo>
                  <a:pt x="177746" y="28882"/>
                </a:lnTo>
                <a:lnTo>
                  <a:pt x="177799" y="28692"/>
                </a:lnTo>
                <a:lnTo>
                  <a:pt x="177858" y="28506"/>
                </a:lnTo>
                <a:lnTo>
                  <a:pt x="177923" y="28325"/>
                </a:lnTo>
                <a:lnTo>
                  <a:pt x="177994" y="28149"/>
                </a:lnTo>
                <a:lnTo>
                  <a:pt x="178072" y="27977"/>
                </a:lnTo>
                <a:lnTo>
                  <a:pt x="178156" y="27810"/>
                </a:lnTo>
                <a:lnTo>
                  <a:pt x="178246" y="27648"/>
                </a:lnTo>
                <a:lnTo>
                  <a:pt x="178343" y="27490"/>
                </a:lnTo>
                <a:lnTo>
                  <a:pt x="178445" y="27337"/>
                </a:lnTo>
                <a:lnTo>
                  <a:pt x="178554" y="27188"/>
                </a:lnTo>
                <a:lnTo>
                  <a:pt x="178669" y="27044"/>
                </a:lnTo>
                <a:lnTo>
                  <a:pt x="178790" y="26905"/>
                </a:lnTo>
                <a:lnTo>
                  <a:pt x="178918" y="26770"/>
                </a:lnTo>
                <a:lnTo>
                  <a:pt x="179051" y="26640"/>
                </a:lnTo>
                <a:lnTo>
                  <a:pt x="179191" y="26515"/>
                </a:lnTo>
                <a:lnTo>
                  <a:pt x="179337" y="26394"/>
                </a:lnTo>
                <a:lnTo>
                  <a:pt x="179490" y="26278"/>
                </a:lnTo>
                <a:lnTo>
                  <a:pt x="179650" y="26167"/>
                </a:lnTo>
                <a:lnTo>
                  <a:pt x="179818" y="26060"/>
                </a:lnTo>
                <a:lnTo>
                  <a:pt x="179994" y="25959"/>
                </a:lnTo>
                <a:lnTo>
                  <a:pt x="180177" y="25863"/>
                </a:lnTo>
                <a:lnTo>
                  <a:pt x="180367" y="25771"/>
                </a:lnTo>
                <a:lnTo>
                  <a:pt x="180565" y="25685"/>
                </a:lnTo>
                <a:lnTo>
                  <a:pt x="180770" y="25603"/>
                </a:lnTo>
                <a:lnTo>
                  <a:pt x="180983" y="25527"/>
                </a:lnTo>
                <a:lnTo>
                  <a:pt x="181203" y="25455"/>
                </a:lnTo>
                <a:lnTo>
                  <a:pt x="181431" y="25388"/>
                </a:lnTo>
                <a:lnTo>
                  <a:pt x="181667" y="25327"/>
                </a:lnTo>
                <a:lnTo>
                  <a:pt x="181909" y="25270"/>
                </a:lnTo>
                <a:lnTo>
                  <a:pt x="182160" y="25218"/>
                </a:lnTo>
                <a:lnTo>
                  <a:pt x="182418" y="25171"/>
                </a:lnTo>
                <a:lnTo>
                  <a:pt x="182683" y="25129"/>
                </a:lnTo>
                <a:lnTo>
                  <a:pt x="182956" y="25092"/>
                </a:lnTo>
                <a:lnTo>
                  <a:pt x="183236" y="25060"/>
                </a:lnTo>
                <a:lnTo>
                  <a:pt x="183524" y="25033"/>
                </a:lnTo>
                <a:lnTo>
                  <a:pt x="183819" y="25010"/>
                </a:lnTo>
                <a:lnTo>
                  <a:pt x="184122" y="24993"/>
                </a:lnTo>
                <a:lnTo>
                  <a:pt x="184432" y="24981"/>
                </a:lnTo>
                <a:lnTo>
                  <a:pt x="184750" y="24973"/>
                </a:lnTo>
                <a:lnTo>
                  <a:pt x="185075" y="24971"/>
                </a:lnTo>
                <a:lnTo>
                  <a:pt x="188564" y="24971"/>
                </a:lnTo>
                <a:lnTo>
                  <a:pt x="188830" y="24973"/>
                </a:lnTo>
                <a:lnTo>
                  <a:pt x="189091" y="24980"/>
                </a:lnTo>
                <a:lnTo>
                  <a:pt x="189348" y="24991"/>
                </a:lnTo>
                <a:lnTo>
                  <a:pt x="189601" y="25007"/>
                </a:lnTo>
                <a:lnTo>
                  <a:pt x="189849" y="25027"/>
                </a:lnTo>
                <a:lnTo>
                  <a:pt x="190093" y="25051"/>
                </a:lnTo>
                <a:lnTo>
                  <a:pt x="190333" y="25080"/>
                </a:lnTo>
                <a:lnTo>
                  <a:pt x="190568" y="25114"/>
                </a:lnTo>
                <a:lnTo>
                  <a:pt x="190799" y="25152"/>
                </a:lnTo>
                <a:lnTo>
                  <a:pt x="191026" y="25194"/>
                </a:lnTo>
                <a:lnTo>
                  <a:pt x="191249" y="25241"/>
                </a:lnTo>
                <a:lnTo>
                  <a:pt x="191467" y="25292"/>
                </a:lnTo>
                <a:lnTo>
                  <a:pt x="191681" y="25348"/>
                </a:lnTo>
                <a:lnTo>
                  <a:pt x="191890" y="25408"/>
                </a:lnTo>
                <a:lnTo>
                  <a:pt x="192096" y="25473"/>
                </a:lnTo>
                <a:lnTo>
                  <a:pt x="192297" y="25542"/>
                </a:lnTo>
                <a:lnTo>
                  <a:pt x="192493" y="25616"/>
                </a:lnTo>
                <a:lnTo>
                  <a:pt x="192686" y="25694"/>
                </a:lnTo>
                <a:lnTo>
                  <a:pt x="192874" y="25777"/>
                </a:lnTo>
                <a:lnTo>
                  <a:pt x="193058" y="25864"/>
                </a:lnTo>
                <a:lnTo>
                  <a:pt x="193237" y="25955"/>
                </a:lnTo>
                <a:lnTo>
                  <a:pt x="193412" y="26051"/>
                </a:lnTo>
                <a:lnTo>
                  <a:pt x="193583" y="26152"/>
                </a:lnTo>
                <a:lnTo>
                  <a:pt x="193750" y="26257"/>
                </a:lnTo>
                <a:lnTo>
                  <a:pt x="193912" y="26365"/>
                </a:lnTo>
                <a:lnTo>
                  <a:pt x="194067" y="26476"/>
                </a:lnTo>
                <a:lnTo>
                  <a:pt x="194217" y="26589"/>
                </a:lnTo>
                <a:lnTo>
                  <a:pt x="194361" y="26705"/>
                </a:lnTo>
                <a:lnTo>
                  <a:pt x="194499" y="26824"/>
                </a:lnTo>
                <a:lnTo>
                  <a:pt x="194631" y="26945"/>
                </a:lnTo>
                <a:lnTo>
                  <a:pt x="194757" y="27069"/>
                </a:lnTo>
                <a:lnTo>
                  <a:pt x="194877" y="27195"/>
                </a:lnTo>
                <a:lnTo>
                  <a:pt x="194992" y="27323"/>
                </a:lnTo>
                <a:lnTo>
                  <a:pt x="195100" y="27455"/>
                </a:lnTo>
                <a:lnTo>
                  <a:pt x="195203" y="27588"/>
                </a:lnTo>
                <a:lnTo>
                  <a:pt x="195299" y="27725"/>
                </a:lnTo>
                <a:lnTo>
                  <a:pt x="195390" y="27864"/>
                </a:lnTo>
                <a:lnTo>
                  <a:pt x="195475" y="28005"/>
                </a:lnTo>
                <a:lnTo>
                  <a:pt x="195554" y="28149"/>
                </a:lnTo>
                <a:lnTo>
                  <a:pt x="195627" y="28296"/>
                </a:lnTo>
                <a:lnTo>
                  <a:pt x="195694" y="28445"/>
                </a:lnTo>
                <a:lnTo>
                  <a:pt x="195756" y="28596"/>
                </a:lnTo>
                <a:lnTo>
                  <a:pt x="195811" y="28751"/>
                </a:lnTo>
                <a:lnTo>
                  <a:pt x="195861" y="28907"/>
                </a:lnTo>
                <a:lnTo>
                  <a:pt x="195904" y="29067"/>
                </a:lnTo>
                <a:lnTo>
                  <a:pt x="195942" y="29229"/>
                </a:lnTo>
                <a:lnTo>
                  <a:pt x="195974" y="29393"/>
                </a:lnTo>
                <a:lnTo>
                  <a:pt x="196000" y="29560"/>
                </a:lnTo>
                <a:lnTo>
                  <a:pt x="207475" y="29560"/>
                </a:lnTo>
                <a:lnTo>
                  <a:pt x="207436" y="29036"/>
                </a:lnTo>
                <a:lnTo>
                  <a:pt x="207381" y="28522"/>
                </a:lnTo>
                <a:lnTo>
                  <a:pt x="207310" y="28016"/>
                </a:lnTo>
                <a:lnTo>
                  <a:pt x="207223" y="27520"/>
                </a:lnTo>
                <a:lnTo>
                  <a:pt x="207119" y="27032"/>
                </a:lnTo>
                <a:lnTo>
                  <a:pt x="206999" y="26553"/>
                </a:lnTo>
                <a:lnTo>
                  <a:pt x="206863" y="26083"/>
                </a:lnTo>
                <a:lnTo>
                  <a:pt x="206710" y="25623"/>
                </a:lnTo>
                <a:lnTo>
                  <a:pt x="206541" y="25171"/>
                </a:lnTo>
                <a:lnTo>
                  <a:pt x="206356" y="24727"/>
                </a:lnTo>
                <a:lnTo>
                  <a:pt x="206155" y="24293"/>
                </a:lnTo>
                <a:lnTo>
                  <a:pt x="205937" y="23868"/>
                </a:lnTo>
                <a:lnTo>
                  <a:pt x="205704" y="23452"/>
                </a:lnTo>
                <a:lnTo>
                  <a:pt x="205454" y="23044"/>
                </a:lnTo>
                <a:lnTo>
                  <a:pt x="205187" y="22646"/>
                </a:lnTo>
                <a:lnTo>
                  <a:pt x="204905" y="22256"/>
                </a:lnTo>
                <a:lnTo>
                  <a:pt x="204606" y="21876"/>
                </a:lnTo>
                <a:lnTo>
                  <a:pt x="204291" y="21504"/>
                </a:lnTo>
                <a:lnTo>
                  <a:pt x="203959" y="21141"/>
                </a:lnTo>
                <a:lnTo>
                  <a:pt x="203611" y="20788"/>
                </a:lnTo>
                <a:lnTo>
                  <a:pt x="203248" y="20443"/>
                </a:lnTo>
                <a:lnTo>
                  <a:pt x="202867" y="20107"/>
                </a:lnTo>
                <a:lnTo>
                  <a:pt x="202471" y="19780"/>
                </a:lnTo>
                <a:lnTo>
                  <a:pt x="202058" y="19461"/>
                </a:lnTo>
                <a:lnTo>
                  <a:pt x="201632" y="19154"/>
                </a:lnTo>
                <a:lnTo>
                  <a:pt x="201193" y="18860"/>
                </a:lnTo>
                <a:lnTo>
                  <a:pt x="200743" y="18579"/>
                </a:lnTo>
                <a:lnTo>
                  <a:pt x="200281" y="18311"/>
                </a:lnTo>
                <a:lnTo>
                  <a:pt x="199807" y="18056"/>
                </a:lnTo>
                <a:lnTo>
                  <a:pt x="199322" y="17815"/>
                </a:lnTo>
                <a:lnTo>
                  <a:pt x="198824" y="17586"/>
                </a:lnTo>
                <a:lnTo>
                  <a:pt x="198315" y="17370"/>
                </a:lnTo>
                <a:lnTo>
                  <a:pt x="197794" y="17168"/>
                </a:lnTo>
                <a:lnTo>
                  <a:pt x="197261" y="16978"/>
                </a:lnTo>
                <a:lnTo>
                  <a:pt x="196717" y="16802"/>
                </a:lnTo>
                <a:lnTo>
                  <a:pt x="196160" y="16638"/>
                </a:lnTo>
                <a:lnTo>
                  <a:pt x="195592" y="16488"/>
                </a:lnTo>
                <a:lnTo>
                  <a:pt x="195012" y="16351"/>
                </a:lnTo>
                <a:lnTo>
                  <a:pt x="194421" y="16227"/>
                </a:lnTo>
                <a:lnTo>
                  <a:pt x="193817" y="16116"/>
                </a:lnTo>
                <a:lnTo>
                  <a:pt x="193202" y="16018"/>
                </a:lnTo>
                <a:lnTo>
                  <a:pt x="192575" y="15933"/>
                </a:lnTo>
                <a:lnTo>
                  <a:pt x="191936" y="15861"/>
                </a:lnTo>
                <a:lnTo>
                  <a:pt x="191285" y="15802"/>
                </a:lnTo>
                <a:lnTo>
                  <a:pt x="190623" y="15756"/>
                </a:lnTo>
                <a:lnTo>
                  <a:pt x="189948" y="15724"/>
                </a:lnTo>
                <a:lnTo>
                  <a:pt x="189262" y="15704"/>
                </a:lnTo>
                <a:lnTo>
                  <a:pt x="188564" y="15697"/>
                </a:lnTo>
                <a:lnTo>
                  <a:pt x="185075" y="15697"/>
                </a:lnTo>
                <a:lnTo>
                  <a:pt x="184310" y="15704"/>
                </a:lnTo>
                <a:lnTo>
                  <a:pt x="183561" y="15725"/>
                </a:lnTo>
                <a:lnTo>
                  <a:pt x="182827" y="15758"/>
                </a:lnTo>
                <a:lnTo>
                  <a:pt x="182109" y="15806"/>
                </a:lnTo>
                <a:lnTo>
                  <a:pt x="181407" y="15867"/>
                </a:lnTo>
                <a:lnTo>
                  <a:pt x="180720" y="15941"/>
                </a:lnTo>
                <a:lnTo>
                  <a:pt x="180049" y="16029"/>
                </a:lnTo>
                <a:lnTo>
                  <a:pt x="179393" y="16131"/>
                </a:lnTo>
                <a:lnTo>
                  <a:pt x="178753" y="16246"/>
                </a:lnTo>
                <a:lnTo>
                  <a:pt x="178129" y="16375"/>
                </a:lnTo>
                <a:lnTo>
                  <a:pt x="177520" y="16517"/>
                </a:lnTo>
                <a:lnTo>
                  <a:pt x="176927" y="16673"/>
                </a:lnTo>
                <a:lnTo>
                  <a:pt x="176350" y="16843"/>
                </a:lnTo>
                <a:lnTo>
                  <a:pt x="175788" y="17025"/>
                </a:lnTo>
                <a:lnTo>
                  <a:pt x="175242" y="17222"/>
                </a:lnTo>
                <a:lnTo>
                  <a:pt x="174711" y="17432"/>
                </a:lnTo>
                <a:lnTo>
                  <a:pt x="174196" y="17656"/>
                </a:lnTo>
                <a:lnTo>
                  <a:pt x="173697" y="17893"/>
                </a:lnTo>
                <a:lnTo>
                  <a:pt x="173213" y="18143"/>
                </a:lnTo>
                <a:lnTo>
                  <a:pt x="172745" y="18408"/>
                </a:lnTo>
                <a:lnTo>
                  <a:pt x="172293" y="18685"/>
                </a:lnTo>
                <a:lnTo>
                  <a:pt x="171856" y="18977"/>
                </a:lnTo>
                <a:lnTo>
                  <a:pt x="171435" y="19282"/>
                </a:lnTo>
                <a:lnTo>
                  <a:pt x="171029" y="19600"/>
                </a:lnTo>
                <a:lnTo>
                  <a:pt x="170639" y="19931"/>
                </a:lnTo>
                <a:lnTo>
                  <a:pt x="170266" y="20272"/>
                </a:lnTo>
                <a:lnTo>
                  <a:pt x="169910" y="20625"/>
                </a:lnTo>
                <a:lnTo>
                  <a:pt x="169570" y="20989"/>
                </a:lnTo>
                <a:lnTo>
                  <a:pt x="169247" y="21363"/>
                </a:lnTo>
                <a:lnTo>
                  <a:pt x="168940" y="21749"/>
                </a:lnTo>
                <a:lnTo>
                  <a:pt x="168650" y="22145"/>
                </a:lnTo>
                <a:lnTo>
                  <a:pt x="168377" y="22553"/>
                </a:lnTo>
                <a:lnTo>
                  <a:pt x="168120" y="22971"/>
                </a:lnTo>
                <a:lnTo>
                  <a:pt x="167879" y="23401"/>
                </a:lnTo>
                <a:lnTo>
                  <a:pt x="167656" y="23842"/>
                </a:lnTo>
                <a:lnTo>
                  <a:pt x="167448" y="24293"/>
                </a:lnTo>
                <a:lnTo>
                  <a:pt x="167258" y="24756"/>
                </a:lnTo>
                <a:lnTo>
                  <a:pt x="167084" y="25229"/>
                </a:lnTo>
                <a:lnTo>
                  <a:pt x="166926" y="25714"/>
                </a:lnTo>
                <a:lnTo>
                  <a:pt x="166785" y="26209"/>
                </a:lnTo>
                <a:lnTo>
                  <a:pt x="166661" y="26716"/>
                </a:lnTo>
                <a:lnTo>
                  <a:pt x="166553" y="27234"/>
                </a:lnTo>
                <a:lnTo>
                  <a:pt x="166462" y="27762"/>
                </a:lnTo>
                <a:lnTo>
                  <a:pt x="166388" y="28302"/>
                </a:lnTo>
                <a:lnTo>
                  <a:pt x="166330" y="28852"/>
                </a:lnTo>
                <a:lnTo>
                  <a:pt x="166288" y="29414"/>
                </a:lnTo>
                <a:lnTo>
                  <a:pt x="166263" y="29986"/>
                </a:lnTo>
                <a:lnTo>
                  <a:pt x="166255" y="30570"/>
                </a:lnTo>
                <a:lnTo>
                  <a:pt x="166262" y="31130"/>
                </a:lnTo>
                <a:lnTo>
                  <a:pt x="166283" y="31679"/>
                </a:lnTo>
                <a:lnTo>
                  <a:pt x="166318" y="32215"/>
                </a:lnTo>
                <a:lnTo>
                  <a:pt x="166367" y="32740"/>
                </a:lnTo>
                <a:lnTo>
                  <a:pt x="166430" y="33253"/>
                </a:lnTo>
                <a:lnTo>
                  <a:pt x="166507" y="33755"/>
                </a:lnTo>
                <a:lnTo>
                  <a:pt x="166599" y="34244"/>
                </a:lnTo>
                <a:lnTo>
                  <a:pt x="166704" y="34722"/>
                </a:lnTo>
                <a:lnTo>
                  <a:pt x="166823" y="35188"/>
                </a:lnTo>
                <a:lnTo>
                  <a:pt x="166956" y="35642"/>
                </a:lnTo>
                <a:lnTo>
                  <a:pt x="167104" y="36084"/>
                </a:lnTo>
                <a:lnTo>
                  <a:pt x="167265" y="36515"/>
                </a:lnTo>
                <a:lnTo>
                  <a:pt x="167440" y="36933"/>
                </a:lnTo>
                <a:lnTo>
                  <a:pt x="167630" y="37340"/>
                </a:lnTo>
                <a:lnTo>
                  <a:pt x="167833" y="37735"/>
                </a:lnTo>
                <a:lnTo>
                  <a:pt x="168050" y="38119"/>
                </a:lnTo>
                <a:lnTo>
                  <a:pt x="168282" y="38490"/>
                </a:lnTo>
                <a:lnTo>
                  <a:pt x="168527" y="38850"/>
                </a:lnTo>
                <a:lnTo>
                  <a:pt x="168787" y="39198"/>
                </a:lnTo>
                <a:lnTo>
                  <a:pt x="169060" y="39534"/>
                </a:lnTo>
                <a:lnTo>
                  <a:pt x="169348" y="39858"/>
                </a:lnTo>
                <a:lnTo>
                  <a:pt x="169650" y="40171"/>
                </a:lnTo>
                <a:lnTo>
                  <a:pt x="169965" y="40472"/>
                </a:lnTo>
                <a:lnTo>
                  <a:pt x="170295" y="40761"/>
                </a:lnTo>
                <a:lnTo>
                  <a:pt x="170640" y="41040"/>
                </a:lnTo>
                <a:lnTo>
                  <a:pt x="171000" y="41312"/>
                </a:lnTo>
                <a:lnTo>
                  <a:pt x="171377" y="41576"/>
                </a:lnTo>
                <a:lnTo>
                  <a:pt x="171769" y="41832"/>
                </a:lnTo>
                <a:lnTo>
                  <a:pt x="172177" y="42081"/>
                </a:lnTo>
                <a:lnTo>
                  <a:pt x="172602" y="42322"/>
                </a:lnTo>
                <a:lnTo>
                  <a:pt x="173042" y="42555"/>
                </a:lnTo>
                <a:lnTo>
                  <a:pt x="173498" y="42781"/>
                </a:lnTo>
                <a:lnTo>
                  <a:pt x="173970" y="42999"/>
                </a:lnTo>
                <a:lnTo>
                  <a:pt x="174458" y="43209"/>
                </a:lnTo>
                <a:lnTo>
                  <a:pt x="174962" y="43412"/>
                </a:lnTo>
                <a:lnTo>
                  <a:pt x="175482" y="43607"/>
                </a:lnTo>
                <a:lnTo>
                  <a:pt x="176018" y="43794"/>
                </a:lnTo>
                <a:lnTo>
                  <a:pt x="176570" y="43974"/>
                </a:lnTo>
                <a:lnTo>
                  <a:pt x="177137" y="44146"/>
                </a:lnTo>
                <a:lnTo>
                  <a:pt x="177721" y="44311"/>
                </a:lnTo>
                <a:lnTo>
                  <a:pt x="178321" y="44468"/>
                </a:lnTo>
                <a:lnTo>
                  <a:pt x="178936" y="44617"/>
                </a:lnTo>
                <a:lnTo>
                  <a:pt x="179568" y="44758"/>
                </a:lnTo>
                <a:lnTo>
                  <a:pt x="180215" y="44892"/>
                </a:lnTo>
                <a:lnTo>
                  <a:pt x="180878" y="45018"/>
                </a:lnTo>
                <a:lnTo>
                  <a:pt x="181558" y="45137"/>
                </a:lnTo>
                <a:lnTo>
                  <a:pt x="182253" y="45248"/>
                </a:lnTo>
                <a:lnTo>
                  <a:pt x="182964" y="45351"/>
                </a:lnTo>
                <a:lnTo>
                  <a:pt x="189206" y="46269"/>
                </a:lnTo>
                <a:lnTo>
                  <a:pt x="189531" y="46309"/>
                </a:lnTo>
                <a:lnTo>
                  <a:pt x="189849" y="46353"/>
                </a:lnTo>
                <a:lnTo>
                  <a:pt x="190160" y="46400"/>
                </a:lnTo>
                <a:lnTo>
                  <a:pt x="190464" y="46451"/>
                </a:lnTo>
                <a:lnTo>
                  <a:pt x="190761" y="46506"/>
                </a:lnTo>
                <a:lnTo>
                  <a:pt x="191050" y="46564"/>
                </a:lnTo>
                <a:lnTo>
                  <a:pt x="191333" y="46627"/>
                </a:lnTo>
                <a:lnTo>
                  <a:pt x="191608" y="46692"/>
                </a:lnTo>
                <a:lnTo>
                  <a:pt x="191876" y="46762"/>
                </a:lnTo>
                <a:lnTo>
                  <a:pt x="192137" y="46835"/>
                </a:lnTo>
                <a:lnTo>
                  <a:pt x="192390" y="46912"/>
                </a:lnTo>
                <a:lnTo>
                  <a:pt x="192637" y="46992"/>
                </a:lnTo>
                <a:lnTo>
                  <a:pt x="192876" y="47076"/>
                </a:lnTo>
                <a:lnTo>
                  <a:pt x="193108" y="47164"/>
                </a:lnTo>
                <a:lnTo>
                  <a:pt x="193333" y="47255"/>
                </a:lnTo>
                <a:lnTo>
                  <a:pt x="193551" y="47350"/>
                </a:lnTo>
                <a:lnTo>
                  <a:pt x="193761" y="47449"/>
                </a:lnTo>
                <a:lnTo>
                  <a:pt x="193965" y="47551"/>
                </a:lnTo>
                <a:lnTo>
                  <a:pt x="194161" y="47657"/>
                </a:lnTo>
                <a:lnTo>
                  <a:pt x="194350" y="47767"/>
                </a:lnTo>
                <a:lnTo>
                  <a:pt x="194532" y="47880"/>
                </a:lnTo>
                <a:lnTo>
                  <a:pt x="194707" y="47997"/>
                </a:lnTo>
                <a:lnTo>
                  <a:pt x="194874" y="48118"/>
                </a:lnTo>
                <a:lnTo>
                  <a:pt x="195035" y="48242"/>
                </a:lnTo>
                <a:lnTo>
                  <a:pt x="195188" y="48371"/>
                </a:lnTo>
                <a:lnTo>
                  <a:pt x="195335" y="48503"/>
                </a:lnTo>
                <a:lnTo>
                  <a:pt x="195476" y="48639"/>
                </a:lnTo>
                <a:lnTo>
                  <a:pt x="195610" y="48779"/>
                </a:lnTo>
                <a:lnTo>
                  <a:pt x="195737" y="48923"/>
                </a:lnTo>
                <a:lnTo>
                  <a:pt x="195858" y="49071"/>
                </a:lnTo>
                <a:lnTo>
                  <a:pt x="195973" y="49224"/>
                </a:lnTo>
                <a:lnTo>
                  <a:pt x="196081" y="49380"/>
                </a:lnTo>
                <a:lnTo>
                  <a:pt x="196182" y="49540"/>
                </a:lnTo>
                <a:lnTo>
                  <a:pt x="196277" y="49704"/>
                </a:lnTo>
                <a:lnTo>
                  <a:pt x="196365" y="49872"/>
                </a:lnTo>
                <a:lnTo>
                  <a:pt x="196447" y="50044"/>
                </a:lnTo>
                <a:lnTo>
                  <a:pt x="196522" y="50220"/>
                </a:lnTo>
                <a:lnTo>
                  <a:pt x="196590" y="50400"/>
                </a:lnTo>
                <a:lnTo>
                  <a:pt x="196653" y="50584"/>
                </a:lnTo>
                <a:lnTo>
                  <a:pt x="196708" y="50772"/>
                </a:lnTo>
                <a:lnTo>
                  <a:pt x="196757" y="50964"/>
                </a:lnTo>
                <a:lnTo>
                  <a:pt x="196800" y="51160"/>
                </a:lnTo>
                <a:lnTo>
                  <a:pt x="196836" y="51360"/>
                </a:lnTo>
                <a:lnTo>
                  <a:pt x="196865" y="51564"/>
                </a:lnTo>
                <a:lnTo>
                  <a:pt x="196888" y="51772"/>
                </a:lnTo>
                <a:lnTo>
                  <a:pt x="196904" y="51984"/>
                </a:lnTo>
                <a:lnTo>
                  <a:pt x="196914" y="52200"/>
                </a:lnTo>
                <a:lnTo>
                  <a:pt x="196917" y="52420"/>
                </a:lnTo>
                <a:lnTo>
                  <a:pt x="196914" y="52655"/>
                </a:lnTo>
                <a:lnTo>
                  <a:pt x="196903" y="52886"/>
                </a:lnTo>
                <a:lnTo>
                  <a:pt x="196884" y="53112"/>
                </a:lnTo>
                <a:lnTo>
                  <a:pt x="196859" y="53335"/>
                </a:lnTo>
                <a:lnTo>
                  <a:pt x="196826" y="53553"/>
                </a:lnTo>
                <a:lnTo>
                  <a:pt x="196785" y="53768"/>
                </a:lnTo>
                <a:lnTo>
                  <a:pt x="196738" y="53978"/>
                </a:lnTo>
                <a:lnTo>
                  <a:pt x="196683" y="54184"/>
                </a:lnTo>
                <a:lnTo>
                  <a:pt x="196620" y="54386"/>
                </a:lnTo>
                <a:lnTo>
                  <a:pt x="196551" y="54584"/>
                </a:lnTo>
                <a:lnTo>
                  <a:pt x="196474" y="54777"/>
                </a:lnTo>
                <a:lnTo>
                  <a:pt x="196390" y="54967"/>
                </a:lnTo>
                <a:lnTo>
                  <a:pt x="196298" y="55152"/>
                </a:lnTo>
                <a:lnTo>
                  <a:pt x="196199" y="55333"/>
                </a:lnTo>
                <a:lnTo>
                  <a:pt x="196093" y="55510"/>
                </a:lnTo>
                <a:lnTo>
                  <a:pt x="195979" y="55683"/>
                </a:lnTo>
                <a:lnTo>
                  <a:pt x="195858" y="55852"/>
                </a:lnTo>
                <a:lnTo>
                  <a:pt x="195730" y="56017"/>
                </a:lnTo>
                <a:lnTo>
                  <a:pt x="195594" y="56177"/>
                </a:lnTo>
                <a:lnTo>
                  <a:pt x="195451" y="56334"/>
                </a:lnTo>
                <a:lnTo>
                  <a:pt x="195301" y="56486"/>
                </a:lnTo>
                <a:lnTo>
                  <a:pt x="195143" y="56634"/>
                </a:lnTo>
                <a:lnTo>
                  <a:pt x="194979" y="56778"/>
                </a:lnTo>
                <a:lnTo>
                  <a:pt x="194806" y="56918"/>
                </a:lnTo>
                <a:lnTo>
                  <a:pt x="194627" y="57053"/>
                </a:lnTo>
                <a:lnTo>
                  <a:pt x="194440" y="57182"/>
                </a:lnTo>
                <a:lnTo>
                  <a:pt x="194245" y="57305"/>
                </a:lnTo>
                <a:lnTo>
                  <a:pt x="194044" y="57423"/>
                </a:lnTo>
                <a:lnTo>
                  <a:pt x="193835" y="57535"/>
                </a:lnTo>
                <a:lnTo>
                  <a:pt x="193619" y="57641"/>
                </a:lnTo>
                <a:lnTo>
                  <a:pt x="193395" y="57741"/>
                </a:lnTo>
                <a:lnTo>
                  <a:pt x="193164" y="57836"/>
                </a:lnTo>
                <a:lnTo>
                  <a:pt x="192926" y="57925"/>
                </a:lnTo>
                <a:lnTo>
                  <a:pt x="192680" y="58008"/>
                </a:lnTo>
                <a:lnTo>
                  <a:pt x="192427" y="58086"/>
                </a:lnTo>
                <a:lnTo>
                  <a:pt x="192167" y="58157"/>
                </a:lnTo>
                <a:lnTo>
                  <a:pt x="191900" y="58223"/>
                </a:lnTo>
                <a:lnTo>
                  <a:pt x="191625" y="58284"/>
                </a:lnTo>
                <a:lnTo>
                  <a:pt x="191342" y="58338"/>
                </a:lnTo>
                <a:lnTo>
                  <a:pt x="191053" y="58387"/>
                </a:lnTo>
                <a:lnTo>
                  <a:pt x="190756" y="58430"/>
                </a:lnTo>
                <a:lnTo>
                  <a:pt x="190451" y="58467"/>
                </a:lnTo>
                <a:lnTo>
                  <a:pt x="190140" y="58499"/>
                </a:lnTo>
                <a:lnTo>
                  <a:pt x="189821" y="58525"/>
                </a:lnTo>
                <a:lnTo>
                  <a:pt x="189495" y="58545"/>
                </a:lnTo>
                <a:lnTo>
                  <a:pt x="189161" y="58559"/>
                </a:lnTo>
                <a:lnTo>
                  <a:pt x="188820" y="58568"/>
                </a:lnTo>
                <a:lnTo>
                  <a:pt x="188472" y="58571"/>
                </a:lnTo>
                <a:lnTo>
                  <a:pt x="184433" y="58571"/>
                </a:lnTo>
                <a:lnTo>
                  <a:pt x="184145" y="58568"/>
                </a:lnTo>
                <a:lnTo>
                  <a:pt x="183861" y="58560"/>
                </a:lnTo>
                <a:lnTo>
                  <a:pt x="183582" y="58548"/>
                </a:lnTo>
                <a:lnTo>
                  <a:pt x="183307" y="58530"/>
                </a:lnTo>
                <a:lnTo>
                  <a:pt x="183037" y="58507"/>
                </a:lnTo>
                <a:lnTo>
                  <a:pt x="182772" y="58479"/>
                </a:lnTo>
                <a:lnTo>
                  <a:pt x="182511" y="58446"/>
                </a:lnTo>
                <a:lnTo>
                  <a:pt x="182255" y="58408"/>
                </a:lnTo>
                <a:lnTo>
                  <a:pt x="182004" y="58364"/>
                </a:lnTo>
                <a:lnTo>
                  <a:pt x="181757" y="58316"/>
                </a:lnTo>
                <a:lnTo>
                  <a:pt x="181514" y="58262"/>
                </a:lnTo>
                <a:lnTo>
                  <a:pt x="181277" y="58204"/>
                </a:lnTo>
                <a:lnTo>
                  <a:pt x="181044" y="58140"/>
                </a:lnTo>
                <a:lnTo>
                  <a:pt x="180816" y="58071"/>
                </a:lnTo>
                <a:lnTo>
                  <a:pt x="180592" y="57997"/>
                </a:lnTo>
                <a:lnTo>
                  <a:pt x="180373" y="57918"/>
                </a:lnTo>
                <a:lnTo>
                  <a:pt x="180158" y="57834"/>
                </a:lnTo>
                <a:lnTo>
                  <a:pt x="179948" y="57745"/>
                </a:lnTo>
                <a:lnTo>
                  <a:pt x="179743" y="57651"/>
                </a:lnTo>
                <a:lnTo>
                  <a:pt x="179543" y="57551"/>
                </a:lnTo>
                <a:lnTo>
                  <a:pt x="179347" y="57447"/>
                </a:lnTo>
                <a:lnTo>
                  <a:pt x="179155" y="57337"/>
                </a:lnTo>
                <a:lnTo>
                  <a:pt x="178969" y="57222"/>
                </a:lnTo>
                <a:lnTo>
                  <a:pt x="178787" y="57103"/>
                </a:lnTo>
                <a:lnTo>
                  <a:pt x="178610" y="56979"/>
                </a:lnTo>
                <a:lnTo>
                  <a:pt x="178441" y="56851"/>
                </a:lnTo>
                <a:lnTo>
                  <a:pt x="178278" y="56721"/>
                </a:lnTo>
                <a:lnTo>
                  <a:pt x="178122" y="56587"/>
                </a:lnTo>
                <a:lnTo>
                  <a:pt x="177973" y="56451"/>
                </a:lnTo>
                <a:lnTo>
                  <a:pt x="177831" y="56311"/>
                </a:lnTo>
                <a:lnTo>
                  <a:pt x="177696" y="56167"/>
                </a:lnTo>
                <a:lnTo>
                  <a:pt x="177568" y="56021"/>
                </a:lnTo>
                <a:lnTo>
                  <a:pt x="177446" y="55871"/>
                </a:lnTo>
                <a:lnTo>
                  <a:pt x="177332" y="55719"/>
                </a:lnTo>
                <a:lnTo>
                  <a:pt x="177224" y="55563"/>
                </a:lnTo>
                <a:lnTo>
                  <a:pt x="177123" y="55404"/>
                </a:lnTo>
                <a:lnTo>
                  <a:pt x="177029" y="55242"/>
                </a:lnTo>
                <a:lnTo>
                  <a:pt x="176941" y="55076"/>
                </a:lnTo>
                <a:lnTo>
                  <a:pt x="176861" y="54907"/>
                </a:lnTo>
                <a:lnTo>
                  <a:pt x="176787" y="54736"/>
                </a:lnTo>
                <a:lnTo>
                  <a:pt x="176721" y="54561"/>
                </a:lnTo>
                <a:lnTo>
                  <a:pt x="176661" y="54382"/>
                </a:lnTo>
                <a:lnTo>
                  <a:pt x="176608" y="54201"/>
                </a:lnTo>
                <a:lnTo>
                  <a:pt x="176562" y="54016"/>
                </a:lnTo>
                <a:lnTo>
                  <a:pt x="176523" y="53829"/>
                </a:lnTo>
                <a:lnTo>
                  <a:pt x="176490" y="53638"/>
                </a:lnTo>
                <a:lnTo>
                  <a:pt x="176465" y="53444"/>
                </a:lnTo>
                <a:lnTo>
                  <a:pt x="176446" y="53246"/>
                </a:lnTo>
                <a:lnTo>
                  <a:pt x="164970" y="53246"/>
                </a:lnTo>
                <a:lnTo>
                  <a:pt x="164990" y="53611"/>
                </a:lnTo>
                <a:lnTo>
                  <a:pt x="165017" y="53972"/>
                </a:lnTo>
                <a:lnTo>
                  <a:pt x="165051" y="54330"/>
                </a:lnTo>
                <a:lnTo>
                  <a:pt x="165094" y="54683"/>
                </a:lnTo>
                <a:lnTo>
                  <a:pt x="165144" y="55032"/>
                </a:lnTo>
                <a:lnTo>
                  <a:pt x="165203" y="55377"/>
                </a:lnTo>
                <a:lnTo>
                  <a:pt x="165269" y="55719"/>
                </a:lnTo>
                <a:lnTo>
                  <a:pt x="165343" y="56056"/>
                </a:lnTo>
                <a:lnTo>
                  <a:pt x="165424" y="56389"/>
                </a:lnTo>
                <a:lnTo>
                  <a:pt x="165514" y="56719"/>
                </a:lnTo>
                <a:lnTo>
                  <a:pt x="165611" y="57044"/>
                </a:lnTo>
                <a:lnTo>
                  <a:pt x="165716" y="57365"/>
                </a:lnTo>
                <a:lnTo>
                  <a:pt x="165829" y="57683"/>
                </a:lnTo>
                <a:lnTo>
                  <a:pt x="165950" y="57996"/>
                </a:lnTo>
                <a:lnTo>
                  <a:pt x="166078" y="58306"/>
                </a:lnTo>
                <a:lnTo>
                  <a:pt x="166214" y="58611"/>
                </a:lnTo>
                <a:lnTo>
                  <a:pt x="166358" y="58912"/>
                </a:lnTo>
                <a:lnTo>
                  <a:pt x="166510" y="59210"/>
                </a:lnTo>
                <a:lnTo>
                  <a:pt x="166670" y="59503"/>
                </a:lnTo>
                <a:lnTo>
                  <a:pt x="166838" y="59793"/>
                </a:lnTo>
                <a:lnTo>
                  <a:pt x="167013" y="60079"/>
                </a:lnTo>
                <a:lnTo>
                  <a:pt x="167196" y="60360"/>
                </a:lnTo>
                <a:lnTo>
                  <a:pt x="167387" y="60638"/>
                </a:lnTo>
                <a:lnTo>
                  <a:pt x="167586" y="60911"/>
                </a:lnTo>
                <a:lnTo>
                  <a:pt x="167792" y="61180"/>
                </a:lnTo>
                <a:lnTo>
                  <a:pt x="168004" y="61445"/>
                </a:lnTo>
                <a:lnTo>
                  <a:pt x="168223" y="61704"/>
                </a:lnTo>
                <a:lnTo>
                  <a:pt x="168449" y="61958"/>
                </a:lnTo>
                <a:lnTo>
                  <a:pt x="168681" y="62207"/>
                </a:lnTo>
                <a:lnTo>
                  <a:pt x="168920" y="62452"/>
                </a:lnTo>
                <a:lnTo>
                  <a:pt x="169165" y="62691"/>
                </a:lnTo>
                <a:lnTo>
                  <a:pt x="169417" y="62926"/>
                </a:lnTo>
                <a:lnTo>
                  <a:pt x="169675" y="63155"/>
                </a:lnTo>
                <a:lnTo>
                  <a:pt x="169940" y="63380"/>
                </a:lnTo>
                <a:lnTo>
                  <a:pt x="170211" y="63599"/>
                </a:lnTo>
                <a:lnTo>
                  <a:pt x="170489" y="63814"/>
                </a:lnTo>
                <a:lnTo>
                  <a:pt x="170774" y="64024"/>
                </a:lnTo>
                <a:lnTo>
                  <a:pt x="171065" y="64229"/>
                </a:lnTo>
                <a:lnTo>
                  <a:pt x="171362" y="64429"/>
                </a:lnTo>
                <a:lnTo>
                  <a:pt x="171666" y="64624"/>
                </a:lnTo>
                <a:lnTo>
                  <a:pt x="171977" y="64814"/>
                </a:lnTo>
                <a:lnTo>
                  <a:pt x="172294" y="64999"/>
                </a:lnTo>
                <a:lnTo>
                  <a:pt x="172617" y="65179"/>
                </a:lnTo>
                <a:lnTo>
                  <a:pt x="172948" y="65355"/>
                </a:lnTo>
                <a:lnTo>
                  <a:pt x="173284" y="65525"/>
                </a:lnTo>
                <a:lnTo>
                  <a:pt x="173627" y="65690"/>
                </a:lnTo>
                <a:lnTo>
                  <a:pt x="173977" y="65851"/>
                </a:lnTo>
                <a:lnTo>
                  <a:pt x="174333" y="66006"/>
                </a:lnTo>
                <a:lnTo>
                  <a:pt x="174696" y="66156"/>
                </a:lnTo>
                <a:lnTo>
                  <a:pt x="175063" y="66299"/>
                </a:lnTo>
                <a:lnTo>
                  <a:pt x="175435" y="66437"/>
                </a:lnTo>
                <a:lnTo>
                  <a:pt x="175813" y="66567"/>
                </a:lnTo>
                <a:lnTo>
                  <a:pt x="176195" y="66692"/>
                </a:lnTo>
                <a:lnTo>
                  <a:pt x="176583" y="66810"/>
                </a:lnTo>
                <a:lnTo>
                  <a:pt x="176976" y="66921"/>
                </a:lnTo>
                <a:lnTo>
                  <a:pt x="177374" y="67026"/>
                </a:lnTo>
                <a:lnTo>
                  <a:pt x="177777" y="67125"/>
                </a:lnTo>
                <a:lnTo>
                  <a:pt x="178185" y="67218"/>
                </a:lnTo>
                <a:lnTo>
                  <a:pt x="178598" y="67304"/>
                </a:lnTo>
                <a:lnTo>
                  <a:pt x="179016" y="67384"/>
                </a:lnTo>
                <a:lnTo>
                  <a:pt x="179440" y="67457"/>
                </a:lnTo>
                <a:lnTo>
                  <a:pt x="179868" y="67524"/>
                </a:lnTo>
                <a:lnTo>
                  <a:pt x="180302" y="67584"/>
                </a:lnTo>
                <a:lnTo>
                  <a:pt x="180740" y="67639"/>
                </a:lnTo>
                <a:lnTo>
                  <a:pt x="181184" y="67686"/>
                </a:lnTo>
                <a:lnTo>
                  <a:pt x="181633" y="67728"/>
                </a:lnTo>
                <a:lnTo>
                  <a:pt x="182087" y="67763"/>
                </a:lnTo>
                <a:lnTo>
                  <a:pt x="182546" y="67792"/>
                </a:lnTo>
                <a:lnTo>
                  <a:pt x="183010" y="67814"/>
                </a:lnTo>
                <a:lnTo>
                  <a:pt x="183479" y="67830"/>
                </a:lnTo>
                <a:lnTo>
                  <a:pt x="183954" y="67839"/>
                </a:lnTo>
                <a:lnTo>
                  <a:pt x="184433" y="67843"/>
                </a:lnTo>
                <a:lnTo>
                  <a:pt x="188472" y="67843"/>
                </a:lnTo>
                <a:lnTo>
                  <a:pt x="189275" y="67836"/>
                </a:lnTo>
                <a:lnTo>
                  <a:pt x="190061" y="67814"/>
                </a:lnTo>
                <a:close/>
                <a:moveTo>
                  <a:pt x="245143" y="67814"/>
                </a:moveTo>
                <a:lnTo>
                  <a:pt x="245913" y="67779"/>
                </a:lnTo>
                <a:lnTo>
                  <a:pt x="246666" y="67729"/>
                </a:lnTo>
                <a:lnTo>
                  <a:pt x="247403" y="67665"/>
                </a:lnTo>
                <a:lnTo>
                  <a:pt x="248124" y="67587"/>
                </a:lnTo>
                <a:lnTo>
                  <a:pt x="248828" y="67495"/>
                </a:lnTo>
                <a:lnTo>
                  <a:pt x="249516" y="67389"/>
                </a:lnTo>
                <a:lnTo>
                  <a:pt x="250187" y="67268"/>
                </a:lnTo>
                <a:lnTo>
                  <a:pt x="250842" y="67133"/>
                </a:lnTo>
                <a:lnTo>
                  <a:pt x="251481" y="66985"/>
                </a:lnTo>
                <a:lnTo>
                  <a:pt x="252103" y="66821"/>
                </a:lnTo>
                <a:lnTo>
                  <a:pt x="252708" y="66644"/>
                </a:lnTo>
                <a:lnTo>
                  <a:pt x="253298" y="66453"/>
                </a:lnTo>
                <a:lnTo>
                  <a:pt x="253871" y="66247"/>
                </a:lnTo>
                <a:lnTo>
                  <a:pt x="254427" y="66027"/>
                </a:lnTo>
                <a:lnTo>
                  <a:pt x="254967" y="65793"/>
                </a:lnTo>
                <a:lnTo>
                  <a:pt x="255491" y="65545"/>
                </a:lnTo>
                <a:lnTo>
                  <a:pt x="255998" y="65283"/>
                </a:lnTo>
                <a:lnTo>
                  <a:pt x="256488" y="65006"/>
                </a:lnTo>
                <a:lnTo>
                  <a:pt x="256963" y="64715"/>
                </a:lnTo>
                <a:lnTo>
                  <a:pt x="257421" y="64410"/>
                </a:lnTo>
                <a:lnTo>
                  <a:pt x="257862" y="64091"/>
                </a:lnTo>
                <a:lnTo>
                  <a:pt x="258287" y="63758"/>
                </a:lnTo>
                <a:lnTo>
                  <a:pt x="258696" y="63412"/>
                </a:lnTo>
                <a:lnTo>
                  <a:pt x="259086" y="63054"/>
                </a:lnTo>
                <a:lnTo>
                  <a:pt x="259460" y="62685"/>
                </a:lnTo>
                <a:lnTo>
                  <a:pt x="259816" y="62305"/>
                </a:lnTo>
                <a:lnTo>
                  <a:pt x="260155" y="61914"/>
                </a:lnTo>
                <a:lnTo>
                  <a:pt x="260476" y="61511"/>
                </a:lnTo>
                <a:lnTo>
                  <a:pt x="260780" y="61097"/>
                </a:lnTo>
                <a:lnTo>
                  <a:pt x="261067" y="60672"/>
                </a:lnTo>
                <a:lnTo>
                  <a:pt x="261336" y="60235"/>
                </a:lnTo>
                <a:lnTo>
                  <a:pt x="261588" y="59787"/>
                </a:lnTo>
                <a:lnTo>
                  <a:pt x="261823" y="59328"/>
                </a:lnTo>
                <a:lnTo>
                  <a:pt x="262040" y="58857"/>
                </a:lnTo>
                <a:lnTo>
                  <a:pt x="262240" y="58375"/>
                </a:lnTo>
                <a:lnTo>
                  <a:pt x="262422" y="57882"/>
                </a:lnTo>
                <a:lnTo>
                  <a:pt x="262587" y="57377"/>
                </a:lnTo>
                <a:lnTo>
                  <a:pt x="262735" y="56862"/>
                </a:lnTo>
                <a:lnTo>
                  <a:pt x="262865" y="56334"/>
                </a:lnTo>
                <a:lnTo>
                  <a:pt x="262978" y="55796"/>
                </a:lnTo>
                <a:lnTo>
                  <a:pt x="263074" y="55246"/>
                </a:lnTo>
                <a:lnTo>
                  <a:pt x="263152" y="54685"/>
                </a:lnTo>
                <a:lnTo>
                  <a:pt x="263213" y="54112"/>
                </a:lnTo>
                <a:lnTo>
                  <a:pt x="263256" y="53529"/>
                </a:lnTo>
                <a:lnTo>
                  <a:pt x="263282" y="52934"/>
                </a:lnTo>
                <a:lnTo>
                  <a:pt x="263291" y="52327"/>
                </a:lnTo>
                <a:lnTo>
                  <a:pt x="263284" y="51759"/>
                </a:lnTo>
                <a:lnTo>
                  <a:pt x="263261" y="51203"/>
                </a:lnTo>
                <a:lnTo>
                  <a:pt x="263224" y="50658"/>
                </a:lnTo>
                <a:lnTo>
                  <a:pt x="263172" y="50125"/>
                </a:lnTo>
                <a:lnTo>
                  <a:pt x="263106" y="49604"/>
                </a:lnTo>
                <a:lnTo>
                  <a:pt x="263024" y="49094"/>
                </a:lnTo>
                <a:lnTo>
                  <a:pt x="262928" y="48596"/>
                </a:lnTo>
                <a:lnTo>
                  <a:pt x="262817" y="48110"/>
                </a:lnTo>
                <a:lnTo>
                  <a:pt x="262691" y="47635"/>
                </a:lnTo>
                <a:lnTo>
                  <a:pt x="262550" y="47171"/>
                </a:lnTo>
                <a:lnTo>
                  <a:pt x="262394" y="46720"/>
                </a:lnTo>
                <a:lnTo>
                  <a:pt x="262224" y="46280"/>
                </a:lnTo>
                <a:lnTo>
                  <a:pt x="262039" y="45852"/>
                </a:lnTo>
                <a:lnTo>
                  <a:pt x="261839" y="45435"/>
                </a:lnTo>
                <a:lnTo>
                  <a:pt x="261624" y="45030"/>
                </a:lnTo>
                <a:lnTo>
                  <a:pt x="261394" y="44636"/>
                </a:lnTo>
                <a:lnTo>
                  <a:pt x="261149" y="44255"/>
                </a:lnTo>
                <a:lnTo>
                  <a:pt x="260890" y="43885"/>
                </a:lnTo>
                <a:lnTo>
                  <a:pt x="260616" y="43526"/>
                </a:lnTo>
                <a:lnTo>
                  <a:pt x="260327" y="43179"/>
                </a:lnTo>
                <a:lnTo>
                  <a:pt x="260023" y="42844"/>
                </a:lnTo>
                <a:lnTo>
                  <a:pt x="259704" y="42520"/>
                </a:lnTo>
                <a:lnTo>
                  <a:pt x="259371" y="42208"/>
                </a:lnTo>
                <a:lnTo>
                  <a:pt x="259023" y="41908"/>
                </a:lnTo>
                <a:lnTo>
                  <a:pt x="258659" y="41617"/>
                </a:lnTo>
                <a:lnTo>
                  <a:pt x="258278" y="41335"/>
                </a:lnTo>
                <a:lnTo>
                  <a:pt x="257882" y="41060"/>
                </a:lnTo>
                <a:lnTo>
                  <a:pt x="257469" y="40792"/>
                </a:lnTo>
                <a:lnTo>
                  <a:pt x="257039" y="40533"/>
                </a:lnTo>
                <a:lnTo>
                  <a:pt x="256593" y="40281"/>
                </a:lnTo>
                <a:lnTo>
                  <a:pt x="256131" y="40038"/>
                </a:lnTo>
                <a:lnTo>
                  <a:pt x="255652" y="39802"/>
                </a:lnTo>
                <a:lnTo>
                  <a:pt x="255156" y="39574"/>
                </a:lnTo>
                <a:lnTo>
                  <a:pt x="254645" y="39353"/>
                </a:lnTo>
                <a:lnTo>
                  <a:pt x="254117" y="39141"/>
                </a:lnTo>
                <a:lnTo>
                  <a:pt x="253572" y="38936"/>
                </a:lnTo>
                <a:lnTo>
                  <a:pt x="253011" y="38739"/>
                </a:lnTo>
                <a:lnTo>
                  <a:pt x="252434" y="38550"/>
                </a:lnTo>
                <a:lnTo>
                  <a:pt x="251840" y="38368"/>
                </a:lnTo>
                <a:lnTo>
                  <a:pt x="251230" y="38195"/>
                </a:lnTo>
                <a:lnTo>
                  <a:pt x="250603" y="38029"/>
                </a:lnTo>
                <a:lnTo>
                  <a:pt x="249960" y="37871"/>
                </a:lnTo>
                <a:lnTo>
                  <a:pt x="249301" y="37721"/>
                </a:lnTo>
                <a:lnTo>
                  <a:pt x="248625" y="37579"/>
                </a:lnTo>
                <a:lnTo>
                  <a:pt x="247932" y="37444"/>
                </a:lnTo>
                <a:lnTo>
                  <a:pt x="247224" y="37318"/>
                </a:lnTo>
                <a:lnTo>
                  <a:pt x="246499" y="37199"/>
                </a:lnTo>
                <a:lnTo>
                  <a:pt x="245757" y="37088"/>
                </a:lnTo>
                <a:lnTo>
                  <a:pt x="239239" y="36170"/>
                </a:lnTo>
                <a:lnTo>
                  <a:pt x="238952" y="36123"/>
                </a:lnTo>
                <a:lnTo>
                  <a:pt x="238671" y="36074"/>
                </a:lnTo>
                <a:lnTo>
                  <a:pt x="238397" y="36022"/>
                </a:lnTo>
                <a:lnTo>
                  <a:pt x="238130" y="35968"/>
                </a:lnTo>
                <a:lnTo>
                  <a:pt x="237869" y="35911"/>
                </a:lnTo>
                <a:lnTo>
                  <a:pt x="237615" y="35852"/>
                </a:lnTo>
                <a:lnTo>
                  <a:pt x="237368" y="35791"/>
                </a:lnTo>
                <a:lnTo>
                  <a:pt x="237128" y="35727"/>
                </a:lnTo>
                <a:lnTo>
                  <a:pt x="236894" y="35661"/>
                </a:lnTo>
                <a:lnTo>
                  <a:pt x="236667" y="35592"/>
                </a:lnTo>
                <a:lnTo>
                  <a:pt x="236446" y="35521"/>
                </a:lnTo>
                <a:lnTo>
                  <a:pt x="236233" y="35447"/>
                </a:lnTo>
                <a:lnTo>
                  <a:pt x="236025" y="35372"/>
                </a:lnTo>
                <a:lnTo>
                  <a:pt x="235825" y="35294"/>
                </a:lnTo>
                <a:lnTo>
                  <a:pt x="235631" y="35213"/>
                </a:lnTo>
                <a:lnTo>
                  <a:pt x="235444" y="35130"/>
                </a:lnTo>
                <a:lnTo>
                  <a:pt x="235264" y="35045"/>
                </a:lnTo>
                <a:lnTo>
                  <a:pt x="235090" y="34957"/>
                </a:lnTo>
                <a:lnTo>
                  <a:pt x="234924" y="34867"/>
                </a:lnTo>
                <a:lnTo>
                  <a:pt x="234763" y="34774"/>
                </a:lnTo>
                <a:lnTo>
                  <a:pt x="234610" y="34679"/>
                </a:lnTo>
                <a:lnTo>
                  <a:pt x="234463" y="34582"/>
                </a:lnTo>
                <a:lnTo>
                  <a:pt x="234323" y="34482"/>
                </a:lnTo>
                <a:lnTo>
                  <a:pt x="234189" y="34380"/>
                </a:lnTo>
                <a:lnTo>
                  <a:pt x="234062" y="34274"/>
                </a:lnTo>
                <a:lnTo>
                  <a:pt x="233940" y="34164"/>
                </a:lnTo>
                <a:lnTo>
                  <a:pt x="233823" y="34049"/>
                </a:lnTo>
                <a:lnTo>
                  <a:pt x="233712" y="33930"/>
                </a:lnTo>
                <a:lnTo>
                  <a:pt x="233607" y="33806"/>
                </a:lnTo>
                <a:lnTo>
                  <a:pt x="233506" y="33677"/>
                </a:lnTo>
                <a:lnTo>
                  <a:pt x="233412" y="33544"/>
                </a:lnTo>
                <a:lnTo>
                  <a:pt x="233322" y="33406"/>
                </a:lnTo>
                <a:lnTo>
                  <a:pt x="233238" y="33263"/>
                </a:lnTo>
                <a:lnTo>
                  <a:pt x="233160" y="33116"/>
                </a:lnTo>
                <a:lnTo>
                  <a:pt x="233086" y="32964"/>
                </a:lnTo>
                <a:lnTo>
                  <a:pt x="233019" y="32808"/>
                </a:lnTo>
                <a:lnTo>
                  <a:pt x="232956" y="32647"/>
                </a:lnTo>
                <a:lnTo>
                  <a:pt x="232900" y="32481"/>
                </a:lnTo>
                <a:lnTo>
                  <a:pt x="232848" y="32311"/>
                </a:lnTo>
                <a:lnTo>
                  <a:pt x="232802" y="32136"/>
                </a:lnTo>
                <a:lnTo>
                  <a:pt x="232761" y="31956"/>
                </a:lnTo>
                <a:lnTo>
                  <a:pt x="232726" y="31772"/>
                </a:lnTo>
                <a:lnTo>
                  <a:pt x="232696" y="31583"/>
                </a:lnTo>
                <a:lnTo>
                  <a:pt x="232672" y="31390"/>
                </a:lnTo>
                <a:lnTo>
                  <a:pt x="232653" y="31192"/>
                </a:lnTo>
                <a:lnTo>
                  <a:pt x="232639" y="30989"/>
                </a:lnTo>
                <a:lnTo>
                  <a:pt x="232631" y="30782"/>
                </a:lnTo>
                <a:lnTo>
                  <a:pt x="232629" y="30570"/>
                </a:lnTo>
                <a:lnTo>
                  <a:pt x="232632" y="30343"/>
                </a:lnTo>
                <a:lnTo>
                  <a:pt x="232641" y="30120"/>
                </a:lnTo>
                <a:lnTo>
                  <a:pt x="232657" y="29902"/>
                </a:lnTo>
                <a:lnTo>
                  <a:pt x="232678" y="29689"/>
                </a:lnTo>
                <a:lnTo>
                  <a:pt x="232706" y="29480"/>
                </a:lnTo>
                <a:lnTo>
                  <a:pt x="232741" y="29276"/>
                </a:lnTo>
                <a:lnTo>
                  <a:pt x="232781" y="29077"/>
                </a:lnTo>
                <a:lnTo>
                  <a:pt x="232828" y="28882"/>
                </a:lnTo>
                <a:lnTo>
                  <a:pt x="232880" y="28692"/>
                </a:lnTo>
                <a:lnTo>
                  <a:pt x="232939" y="28506"/>
                </a:lnTo>
                <a:lnTo>
                  <a:pt x="233005" y="28325"/>
                </a:lnTo>
                <a:lnTo>
                  <a:pt x="233076" y="28149"/>
                </a:lnTo>
                <a:lnTo>
                  <a:pt x="233154" y="27977"/>
                </a:lnTo>
                <a:lnTo>
                  <a:pt x="233238" y="27810"/>
                </a:lnTo>
                <a:lnTo>
                  <a:pt x="233328" y="27648"/>
                </a:lnTo>
                <a:lnTo>
                  <a:pt x="233424" y="27490"/>
                </a:lnTo>
                <a:lnTo>
                  <a:pt x="233527" y="27337"/>
                </a:lnTo>
                <a:lnTo>
                  <a:pt x="233636" y="27188"/>
                </a:lnTo>
                <a:lnTo>
                  <a:pt x="233751" y="27044"/>
                </a:lnTo>
                <a:lnTo>
                  <a:pt x="233872" y="26905"/>
                </a:lnTo>
                <a:lnTo>
                  <a:pt x="233999" y="26770"/>
                </a:lnTo>
                <a:lnTo>
                  <a:pt x="234133" y="26640"/>
                </a:lnTo>
                <a:lnTo>
                  <a:pt x="234273" y="26515"/>
                </a:lnTo>
                <a:lnTo>
                  <a:pt x="234419" y="26394"/>
                </a:lnTo>
                <a:lnTo>
                  <a:pt x="234572" y="26278"/>
                </a:lnTo>
                <a:lnTo>
                  <a:pt x="234732" y="26167"/>
                </a:lnTo>
                <a:lnTo>
                  <a:pt x="234900" y="26060"/>
                </a:lnTo>
                <a:lnTo>
                  <a:pt x="235076" y="25959"/>
                </a:lnTo>
                <a:lnTo>
                  <a:pt x="235258" y="25863"/>
                </a:lnTo>
                <a:lnTo>
                  <a:pt x="235449" y="25771"/>
                </a:lnTo>
                <a:lnTo>
                  <a:pt x="235647" y="25685"/>
                </a:lnTo>
                <a:lnTo>
                  <a:pt x="235852" y="25603"/>
                </a:lnTo>
                <a:lnTo>
                  <a:pt x="236065" y="25527"/>
                </a:lnTo>
                <a:lnTo>
                  <a:pt x="236285" y="25455"/>
                </a:lnTo>
                <a:lnTo>
                  <a:pt x="236513" y="25388"/>
                </a:lnTo>
                <a:lnTo>
                  <a:pt x="236748" y="25327"/>
                </a:lnTo>
                <a:lnTo>
                  <a:pt x="236991" y="25270"/>
                </a:lnTo>
                <a:lnTo>
                  <a:pt x="237242" y="25218"/>
                </a:lnTo>
                <a:lnTo>
                  <a:pt x="237499" y="25171"/>
                </a:lnTo>
                <a:lnTo>
                  <a:pt x="237765" y="25129"/>
                </a:lnTo>
                <a:lnTo>
                  <a:pt x="238037" y="25092"/>
                </a:lnTo>
                <a:lnTo>
                  <a:pt x="238318" y="25060"/>
                </a:lnTo>
                <a:lnTo>
                  <a:pt x="238605" y="25033"/>
                </a:lnTo>
                <a:lnTo>
                  <a:pt x="238901" y="25010"/>
                </a:lnTo>
                <a:lnTo>
                  <a:pt x="239203" y="24993"/>
                </a:lnTo>
                <a:lnTo>
                  <a:pt x="239514" y="24981"/>
                </a:lnTo>
                <a:lnTo>
                  <a:pt x="239831" y="24973"/>
                </a:lnTo>
                <a:lnTo>
                  <a:pt x="240157" y="24971"/>
                </a:lnTo>
                <a:lnTo>
                  <a:pt x="243646" y="24971"/>
                </a:lnTo>
                <a:lnTo>
                  <a:pt x="243912" y="24973"/>
                </a:lnTo>
                <a:lnTo>
                  <a:pt x="244173" y="24980"/>
                </a:lnTo>
                <a:lnTo>
                  <a:pt x="244430" y="24991"/>
                </a:lnTo>
                <a:lnTo>
                  <a:pt x="244682" y="25007"/>
                </a:lnTo>
                <a:lnTo>
                  <a:pt x="244931" y="25027"/>
                </a:lnTo>
                <a:lnTo>
                  <a:pt x="245175" y="25051"/>
                </a:lnTo>
                <a:lnTo>
                  <a:pt x="245414" y="25080"/>
                </a:lnTo>
                <a:lnTo>
                  <a:pt x="245650" y="25114"/>
                </a:lnTo>
                <a:lnTo>
                  <a:pt x="245881" y="25152"/>
                </a:lnTo>
                <a:lnTo>
                  <a:pt x="246108" y="25194"/>
                </a:lnTo>
                <a:lnTo>
                  <a:pt x="246330" y="25241"/>
                </a:lnTo>
                <a:lnTo>
                  <a:pt x="246548" y="25292"/>
                </a:lnTo>
                <a:lnTo>
                  <a:pt x="246762" y="25348"/>
                </a:lnTo>
                <a:lnTo>
                  <a:pt x="246972" y="25408"/>
                </a:lnTo>
                <a:lnTo>
                  <a:pt x="247177" y="25473"/>
                </a:lnTo>
                <a:lnTo>
                  <a:pt x="247378" y="25542"/>
                </a:lnTo>
                <a:lnTo>
                  <a:pt x="247575" y="25616"/>
                </a:lnTo>
                <a:lnTo>
                  <a:pt x="247768" y="25694"/>
                </a:lnTo>
                <a:lnTo>
                  <a:pt x="247956" y="25777"/>
                </a:lnTo>
                <a:lnTo>
                  <a:pt x="248139" y="25864"/>
                </a:lnTo>
                <a:lnTo>
                  <a:pt x="248319" y="25955"/>
                </a:lnTo>
                <a:lnTo>
                  <a:pt x="248494" y="26051"/>
                </a:lnTo>
                <a:lnTo>
                  <a:pt x="248665" y="26152"/>
                </a:lnTo>
                <a:lnTo>
                  <a:pt x="248832" y="26257"/>
                </a:lnTo>
                <a:lnTo>
                  <a:pt x="248993" y="26365"/>
                </a:lnTo>
                <a:lnTo>
                  <a:pt x="249149" y="26476"/>
                </a:lnTo>
                <a:lnTo>
                  <a:pt x="249299" y="26589"/>
                </a:lnTo>
                <a:lnTo>
                  <a:pt x="249443" y="26705"/>
                </a:lnTo>
                <a:lnTo>
                  <a:pt x="249580" y="26824"/>
                </a:lnTo>
                <a:lnTo>
                  <a:pt x="249713" y="26945"/>
                </a:lnTo>
                <a:lnTo>
                  <a:pt x="249839" y="27069"/>
                </a:lnTo>
                <a:lnTo>
                  <a:pt x="249959" y="27195"/>
                </a:lnTo>
                <a:lnTo>
                  <a:pt x="250073" y="27323"/>
                </a:lnTo>
                <a:lnTo>
                  <a:pt x="250182" y="27455"/>
                </a:lnTo>
                <a:lnTo>
                  <a:pt x="250284" y="27588"/>
                </a:lnTo>
                <a:lnTo>
                  <a:pt x="250381" y="27725"/>
                </a:lnTo>
                <a:lnTo>
                  <a:pt x="250472" y="27864"/>
                </a:lnTo>
                <a:lnTo>
                  <a:pt x="250557" y="28005"/>
                </a:lnTo>
                <a:lnTo>
                  <a:pt x="250636" y="28149"/>
                </a:lnTo>
                <a:lnTo>
                  <a:pt x="250709" y="28296"/>
                </a:lnTo>
                <a:lnTo>
                  <a:pt x="250776" y="28445"/>
                </a:lnTo>
                <a:lnTo>
                  <a:pt x="250837" y="28596"/>
                </a:lnTo>
                <a:lnTo>
                  <a:pt x="250893" y="28751"/>
                </a:lnTo>
                <a:lnTo>
                  <a:pt x="250942" y="28907"/>
                </a:lnTo>
                <a:lnTo>
                  <a:pt x="250986" y="29067"/>
                </a:lnTo>
                <a:lnTo>
                  <a:pt x="251024" y="29229"/>
                </a:lnTo>
                <a:lnTo>
                  <a:pt x="251056" y="29393"/>
                </a:lnTo>
                <a:lnTo>
                  <a:pt x="251081" y="29560"/>
                </a:lnTo>
                <a:lnTo>
                  <a:pt x="262557" y="29560"/>
                </a:lnTo>
                <a:lnTo>
                  <a:pt x="262518" y="29036"/>
                </a:lnTo>
                <a:lnTo>
                  <a:pt x="262463" y="28522"/>
                </a:lnTo>
                <a:lnTo>
                  <a:pt x="262392" y="28016"/>
                </a:lnTo>
                <a:lnTo>
                  <a:pt x="262305" y="27520"/>
                </a:lnTo>
                <a:lnTo>
                  <a:pt x="262201" y="27032"/>
                </a:lnTo>
                <a:lnTo>
                  <a:pt x="262081" y="26553"/>
                </a:lnTo>
                <a:lnTo>
                  <a:pt x="261944" y="26083"/>
                </a:lnTo>
                <a:lnTo>
                  <a:pt x="261792" y="25623"/>
                </a:lnTo>
                <a:lnTo>
                  <a:pt x="261623" y="25171"/>
                </a:lnTo>
                <a:lnTo>
                  <a:pt x="261438" y="24727"/>
                </a:lnTo>
                <a:lnTo>
                  <a:pt x="261237" y="24293"/>
                </a:lnTo>
                <a:lnTo>
                  <a:pt x="261019" y="23868"/>
                </a:lnTo>
                <a:lnTo>
                  <a:pt x="260785" y="23452"/>
                </a:lnTo>
                <a:lnTo>
                  <a:pt x="260535" y="23044"/>
                </a:lnTo>
                <a:lnTo>
                  <a:pt x="260269" y="22646"/>
                </a:lnTo>
                <a:lnTo>
                  <a:pt x="259986" y="22256"/>
                </a:lnTo>
                <a:lnTo>
                  <a:pt x="259687" y="21876"/>
                </a:lnTo>
                <a:lnTo>
                  <a:pt x="259372" y="21504"/>
                </a:lnTo>
                <a:lnTo>
                  <a:pt x="259041" y="21141"/>
                </a:lnTo>
                <a:lnTo>
                  <a:pt x="258693" y="20788"/>
                </a:lnTo>
                <a:lnTo>
                  <a:pt x="258329" y="20443"/>
                </a:lnTo>
                <a:lnTo>
                  <a:pt x="257949" y="20107"/>
                </a:lnTo>
                <a:lnTo>
                  <a:pt x="257553" y="19780"/>
                </a:lnTo>
                <a:lnTo>
                  <a:pt x="257140" y="19461"/>
                </a:lnTo>
                <a:lnTo>
                  <a:pt x="256713" y="19154"/>
                </a:lnTo>
                <a:lnTo>
                  <a:pt x="256275" y="18860"/>
                </a:lnTo>
                <a:lnTo>
                  <a:pt x="255825" y="18579"/>
                </a:lnTo>
                <a:lnTo>
                  <a:pt x="255363" y="18311"/>
                </a:lnTo>
                <a:lnTo>
                  <a:pt x="254889" y="18056"/>
                </a:lnTo>
                <a:lnTo>
                  <a:pt x="254403" y="17815"/>
                </a:lnTo>
                <a:lnTo>
                  <a:pt x="253906" y="17586"/>
                </a:lnTo>
                <a:lnTo>
                  <a:pt x="253397" y="17370"/>
                </a:lnTo>
                <a:lnTo>
                  <a:pt x="252876" y="17168"/>
                </a:lnTo>
                <a:lnTo>
                  <a:pt x="252343" y="16978"/>
                </a:lnTo>
                <a:lnTo>
                  <a:pt x="251799" y="16802"/>
                </a:lnTo>
                <a:lnTo>
                  <a:pt x="251242" y="16638"/>
                </a:lnTo>
                <a:lnTo>
                  <a:pt x="250674" y="16488"/>
                </a:lnTo>
                <a:lnTo>
                  <a:pt x="250094" y="16351"/>
                </a:lnTo>
                <a:lnTo>
                  <a:pt x="249502" y="16227"/>
                </a:lnTo>
                <a:lnTo>
                  <a:pt x="248899" y="16116"/>
                </a:lnTo>
                <a:lnTo>
                  <a:pt x="248284" y="16018"/>
                </a:lnTo>
                <a:lnTo>
                  <a:pt x="247656" y="15933"/>
                </a:lnTo>
                <a:lnTo>
                  <a:pt x="247018" y="15861"/>
                </a:lnTo>
                <a:lnTo>
                  <a:pt x="246367" y="15802"/>
                </a:lnTo>
                <a:lnTo>
                  <a:pt x="245704" y="15756"/>
                </a:lnTo>
                <a:lnTo>
                  <a:pt x="245030" y="15724"/>
                </a:lnTo>
                <a:lnTo>
                  <a:pt x="244344" y="15704"/>
                </a:lnTo>
                <a:lnTo>
                  <a:pt x="243646" y="15697"/>
                </a:lnTo>
                <a:lnTo>
                  <a:pt x="240157" y="15697"/>
                </a:lnTo>
                <a:lnTo>
                  <a:pt x="239392" y="15704"/>
                </a:lnTo>
                <a:lnTo>
                  <a:pt x="238642" y="15725"/>
                </a:lnTo>
                <a:lnTo>
                  <a:pt x="237909" y="15758"/>
                </a:lnTo>
                <a:lnTo>
                  <a:pt x="237191" y="15806"/>
                </a:lnTo>
                <a:lnTo>
                  <a:pt x="236488" y="15867"/>
                </a:lnTo>
                <a:lnTo>
                  <a:pt x="235802" y="15941"/>
                </a:lnTo>
                <a:lnTo>
                  <a:pt x="235131" y="16029"/>
                </a:lnTo>
                <a:lnTo>
                  <a:pt x="234475" y="16131"/>
                </a:lnTo>
                <a:lnTo>
                  <a:pt x="233835" y="16246"/>
                </a:lnTo>
                <a:lnTo>
                  <a:pt x="233211" y="16375"/>
                </a:lnTo>
                <a:lnTo>
                  <a:pt x="232602" y="16517"/>
                </a:lnTo>
                <a:lnTo>
                  <a:pt x="232009" y="16673"/>
                </a:lnTo>
                <a:lnTo>
                  <a:pt x="231432" y="16843"/>
                </a:lnTo>
                <a:lnTo>
                  <a:pt x="230870" y="17025"/>
                </a:lnTo>
                <a:lnTo>
                  <a:pt x="230324" y="17222"/>
                </a:lnTo>
                <a:lnTo>
                  <a:pt x="229793" y="17432"/>
                </a:lnTo>
                <a:lnTo>
                  <a:pt x="229278" y="17656"/>
                </a:lnTo>
                <a:lnTo>
                  <a:pt x="228779" y="17893"/>
                </a:lnTo>
                <a:lnTo>
                  <a:pt x="228295" y="18143"/>
                </a:lnTo>
                <a:lnTo>
                  <a:pt x="227827" y="18408"/>
                </a:lnTo>
                <a:lnTo>
                  <a:pt x="227374" y="18685"/>
                </a:lnTo>
                <a:lnTo>
                  <a:pt x="226938" y="18977"/>
                </a:lnTo>
                <a:lnTo>
                  <a:pt x="226516" y="19282"/>
                </a:lnTo>
                <a:lnTo>
                  <a:pt x="226111" y="19600"/>
                </a:lnTo>
                <a:lnTo>
                  <a:pt x="225721" y="19931"/>
                </a:lnTo>
                <a:lnTo>
                  <a:pt x="225348" y="20272"/>
                </a:lnTo>
                <a:lnTo>
                  <a:pt x="224992" y="20625"/>
                </a:lnTo>
                <a:lnTo>
                  <a:pt x="224652" y="20989"/>
                </a:lnTo>
                <a:lnTo>
                  <a:pt x="224329" y="21363"/>
                </a:lnTo>
                <a:lnTo>
                  <a:pt x="224022" y="21749"/>
                </a:lnTo>
                <a:lnTo>
                  <a:pt x="223732" y="22145"/>
                </a:lnTo>
                <a:lnTo>
                  <a:pt x="223458" y="22553"/>
                </a:lnTo>
                <a:lnTo>
                  <a:pt x="223202" y="22971"/>
                </a:lnTo>
                <a:lnTo>
                  <a:pt x="222961" y="23401"/>
                </a:lnTo>
                <a:lnTo>
                  <a:pt x="222737" y="23842"/>
                </a:lnTo>
                <a:lnTo>
                  <a:pt x="222530" y="24293"/>
                </a:lnTo>
                <a:lnTo>
                  <a:pt x="222340" y="24756"/>
                </a:lnTo>
                <a:lnTo>
                  <a:pt x="222166" y="25229"/>
                </a:lnTo>
                <a:lnTo>
                  <a:pt x="222008" y="25714"/>
                </a:lnTo>
                <a:lnTo>
                  <a:pt x="221867" y="26209"/>
                </a:lnTo>
                <a:lnTo>
                  <a:pt x="221743" y="26716"/>
                </a:lnTo>
                <a:lnTo>
                  <a:pt x="221635" y="27234"/>
                </a:lnTo>
                <a:lnTo>
                  <a:pt x="221544" y="27762"/>
                </a:lnTo>
                <a:lnTo>
                  <a:pt x="221469" y="28302"/>
                </a:lnTo>
                <a:lnTo>
                  <a:pt x="221411" y="28852"/>
                </a:lnTo>
                <a:lnTo>
                  <a:pt x="221370" y="29414"/>
                </a:lnTo>
                <a:lnTo>
                  <a:pt x="221345" y="29986"/>
                </a:lnTo>
                <a:lnTo>
                  <a:pt x="221337" y="30570"/>
                </a:lnTo>
                <a:lnTo>
                  <a:pt x="221344" y="31130"/>
                </a:lnTo>
                <a:lnTo>
                  <a:pt x="221365" y="31679"/>
                </a:lnTo>
                <a:lnTo>
                  <a:pt x="221400" y="32215"/>
                </a:lnTo>
                <a:lnTo>
                  <a:pt x="221449" y="32740"/>
                </a:lnTo>
                <a:lnTo>
                  <a:pt x="221512" y="33253"/>
                </a:lnTo>
                <a:lnTo>
                  <a:pt x="221589" y="33755"/>
                </a:lnTo>
                <a:lnTo>
                  <a:pt x="221680" y="34244"/>
                </a:lnTo>
                <a:lnTo>
                  <a:pt x="221786" y="34722"/>
                </a:lnTo>
                <a:lnTo>
                  <a:pt x="221905" y="35188"/>
                </a:lnTo>
                <a:lnTo>
                  <a:pt x="222038" y="35642"/>
                </a:lnTo>
                <a:lnTo>
                  <a:pt x="222185" y="36084"/>
                </a:lnTo>
                <a:lnTo>
                  <a:pt x="222347" y="36515"/>
                </a:lnTo>
                <a:lnTo>
                  <a:pt x="222522" y="36933"/>
                </a:lnTo>
                <a:lnTo>
                  <a:pt x="222711" y="37340"/>
                </a:lnTo>
                <a:lnTo>
                  <a:pt x="222915" y="37735"/>
                </a:lnTo>
                <a:lnTo>
                  <a:pt x="223132" y="38119"/>
                </a:lnTo>
                <a:lnTo>
                  <a:pt x="223364" y="38490"/>
                </a:lnTo>
                <a:lnTo>
                  <a:pt x="223609" y="38850"/>
                </a:lnTo>
                <a:lnTo>
                  <a:pt x="223869" y="39198"/>
                </a:lnTo>
                <a:lnTo>
                  <a:pt x="224142" y="39534"/>
                </a:lnTo>
                <a:lnTo>
                  <a:pt x="224430" y="39858"/>
                </a:lnTo>
                <a:lnTo>
                  <a:pt x="224731" y="40171"/>
                </a:lnTo>
                <a:lnTo>
                  <a:pt x="225047" y="40472"/>
                </a:lnTo>
                <a:lnTo>
                  <a:pt x="225377" y="40761"/>
                </a:lnTo>
                <a:lnTo>
                  <a:pt x="225721" y="41040"/>
                </a:lnTo>
                <a:lnTo>
                  <a:pt x="226082" y="41312"/>
                </a:lnTo>
                <a:lnTo>
                  <a:pt x="226458" y="41576"/>
                </a:lnTo>
                <a:lnTo>
                  <a:pt x="226851" y="41832"/>
                </a:lnTo>
                <a:lnTo>
                  <a:pt x="227259" y="42081"/>
                </a:lnTo>
                <a:lnTo>
                  <a:pt x="227683" y="42322"/>
                </a:lnTo>
                <a:lnTo>
                  <a:pt x="228124" y="42555"/>
                </a:lnTo>
                <a:lnTo>
                  <a:pt x="228580" y="42781"/>
                </a:lnTo>
                <a:lnTo>
                  <a:pt x="229052" y="42999"/>
                </a:lnTo>
                <a:lnTo>
                  <a:pt x="229540" y="43209"/>
                </a:lnTo>
                <a:lnTo>
                  <a:pt x="230044" y="43412"/>
                </a:lnTo>
                <a:lnTo>
                  <a:pt x="230564" y="43607"/>
                </a:lnTo>
                <a:lnTo>
                  <a:pt x="231100" y="43794"/>
                </a:lnTo>
                <a:lnTo>
                  <a:pt x="231651" y="43974"/>
                </a:lnTo>
                <a:lnTo>
                  <a:pt x="232219" y="44146"/>
                </a:lnTo>
                <a:lnTo>
                  <a:pt x="232803" y="44311"/>
                </a:lnTo>
                <a:lnTo>
                  <a:pt x="233402" y="44468"/>
                </a:lnTo>
                <a:lnTo>
                  <a:pt x="234018" y="44617"/>
                </a:lnTo>
                <a:lnTo>
                  <a:pt x="234649" y="44758"/>
                </a:lnTo>
                <a:lnTo>
                  <a:pt x="235297" y="44892"/>
                </a:lnTo>
                <a:lnTo>
                  <a:pt x="235960" y="45018"/>
                </a:lnTo>
                <a:lnTo>
                  <a:pt x="236639" y="45137"/>
                </a:lnTo>
                <a:lnTo>
                  <a:pt x="237334" y="45248"/>
                </a:lnTo>
                <a:lnTo>
                  <a:pt x="238046" y="45351"/>
                </a:lnTo>
                <a:lnTo>
                  <a:pt x="244288" y="46269"/>
                </a:lnTo>
                <a:lnTo>
                  <a:pt x="244613" y="46309"/>
                </a:lnTo>
                <a:lnTo>
                  <a:pt x="244931" y="46353"/>
                </a:lnTo>
                <a:lnTo>
                  <a:pt x="245242" y="46400"/>
                </a:lnTo>
                <a:lnTo>
                  <a:pt x="245546" y="46451"/>
                </a:lnTo>
                <a:lnTo>
                  <a:pt x="245843" y="46506"/>
                </a:lnTo>
                <a:lnTo>
                  <a:pt x="246132" y="46564"/>
                </a:lnTo>
                <a:lnTo>
                  <a:pt x="246414" y="46627"/>
                </a:lnTo>
                <a:lnTo>
                  <a:pt x="246690" y="46692"/>
                </a:lnTo>
                <a:lnTo>
                  <a:pt x="246958" y="46762"/>
                </a:lnTo>
                <a:lnTo>
                  <a:pt x="247218" y="46835"/>
                </a:lnTo>
                <a:lnTo>
                  <a:pt x="247472" y="46912"/>
                </a:lnTo>
                <a:lnTo>
                  <a:pt x="247718" y="46992"/>
                </a:lnTo>
                <a:lnTo>
                  <a:pt x="247958" y="47076"/>
                </a:lnTo>
                <a:lnTo>
                  <a:pt x="248190" y="47164"/>
                </a:lnTo>
                <a:lnTo>
                  <a:pt x="248415" y="47255"/>
                </a:lnTo>
                <a:lnTo>
                  <a:pt x="248633" y="47350"/>
                </a:lnTo>
                <a:lnTo>
                  <a:pt x="248843" y="47449"/>
                </a:lnTo>
                <a:lnTo>
                  <a:pt x="249047" y="47551"/>
                </a:lnTo>
                <a:lnTo>
                  <a:pt x="249243" y="47657"/>
                </a:lnTo>
                <a:lnTo>
                  <a:pt x="249432" y="47767"/>
                </a:lnTo>
                <a:lnTo>
                  <a:pt x="249614" y="47880"/>
                </a:lnTo>
                <a:lnTo>
                  <a:pt x="249788" y="47997"/>
                </a:lnTo>
                <a:lnTo>
                  <a:pt x="249956" y="48118"/>
                </a:lnTo>
                <a:lnTo>
                  <a:pt x="250116" y="48242"/>
                </a:lnTo>
                <a:lnTo>
                  <a:pt x="250270" y="48371"/>
                </a:lnTo>
                <a:lnTo>
                  <a:pt x="250417" y="48503"/>
                </a:lnTo>
                <a:lnTo>
                  <a:pt x="250558" y="48639"/>
                </a:lnTo>
                <a:lnTo>
                  <a:pt x="250692" y="48779"/>
                </a:lnTo>
                <a:lnTo>
                  <a:pt x="250819" y="48923"/>
                </a:lnTo>
                <a:lnTo>
                  <a:pt x="250940" y="49071"/>
                </a:lnTo>
                <a:lnTo>
                  <a:pt x="251054" y="49224"/>
                </a:lnTo>
                <a:lnTo>
                  <a:pt x="251162" y="49380"/>
                </a:lnTo>
                <a:lnTo>
                  <a:pt x="251264" y="49540"/>
                </a:lnTo>
                <a:lnTo>
                  <a:pt x="251358" y="49704"/>
                </a:lnTo>
                <a:lnTo>
                  <a:pt x="251447" y="49872"/>
                </a:lnTo>
                <a:lnTo>
                  <a:pt x="251528" y="50044"/>
                </a:lnTo>
                <a:lnTo>
                  <a:pt x="251604" y="50220"/>
                </a:lnTo>
                <a:lnTo>
                  <a:pt x="251672" y="50400"/>
                </a:lnTo>
                <a:lnTo>
                  <a:pt x="251734" y="50584"/>
                </a:lnTo>
                <a:lnTo>
                  <a:pt x="251790" y="50772"/>
                </a:lnTo>
                <a:lnTo>
                  <a:pt x="251839" y="50964"/>
                </a:lnTo>
                <a:lnTo>
                  <a:pt x="251881" y="51160"/>
                </a:lnTo>
                <a:lnTo>
                  <a:pt x="251917" y="51360"/>
                </a:lnTo>
                <a:lnTo>
                  <a:pt x="251947" y="51564"/>
                </a:lnTo>
                <a:lnTo>
                  <a:pt x="251970" y="51772"/>
                </a:lnTo>
                <a:lnTo>
                  <a:pt x="251986" y="51984"/>
                </a:lnTo>
                <a:lnTo>
                  <a:pt x="251996" y="52200"/>
                </a:lnTo>
                <a:lnTo>
                  <a:pt x="251999" y="52420"/>
                </a:lnTo>
                <a:lnTo>
                  <a:pt x="251995" y="52655"/>
                </a:lnTo>
                <a:lnTo>
                  <a:pt x="251984" y="52886"/>
                </a:lnTo>
                <a:lnTo>
                  <a:pt x="251966" y="53112"/>
                </a:lnTo>
                <a:lnTo>
                  <a:pt x="251940" y="53335"/>
                </a:lnTo>
                <a:lnTo>
                  <a:pt x="251907" y="53553"/>
                </a:lnTo>
                <a:lnTo>
                  <a:pt x="251867" y="53768"/>
                </a:lnTo>
                <a:lnTo>
                  <a:pt x="251819" y="53978"/>
                </a:lnTo>
                <a:lnTo>
                  <a:pt x="251764" y="54184"/>
                </a:lnTo>
                <a:lnTo>
                  <a:pt x="251702" y="54386"/>
                </a:lnTo>
                <a:lnTo>
                  <a:pt x="251633" y="54584"/>
                </a:lnTo>
                <a:lnTo>
                  <a:pt x="251556" y="54777"/>
                </a:lnTo>
                <a:lnTo>
                  <a:pt x="251471" y="54967"/>
                </a:lnTo>
                <a:lnTo>
                  <a:pt x="251380" y="55152"/>
                </a:lnTo>
                <a:lnTo>
                  <a:pt x="251281" y="55333"/>
                </a:lnTo>
                <a:lnTo>
                  <a:pt x="251174" y="55510"/>
                </a:lnTo>
                <a:lnTo>
                  <a:pt x="251061" y="55683"/>
                </a:lnTo>
                <a:lnTo>
                  <a:pt x="250940" y="55852"/>
                </a:lnTo>
                <a:lnTo>
                  <a:pt x="250812" y="56017"/>
                </a:lnTo>
                <a:lnTo>
                  <a:pt x="250676" y="56177"/>
                </a:lnTo>
                <a:lnTo>
                  <a:pt x="250533" y="56334"/>
                </a:lnTo>
                <a:lnTo>
                  <a:pt x="250383" y="56486"/>
                </a:lnTo>
                <a:lnTo>
                  <a:pt x="250225" y="56634"/>
                </a:lnTo>
                <a:lnTo>
                  <a:pt x="250060" y="56778"/>
                </a:lnTo>
                <a:lnTo>
                  <a:pt x="249888" y="56918"/>
                </a:lnTo>
                <a:lnTo>
                  <a:pt x="249708" y="57053"/>
                </a:lnTo>
                <a:lnTo>
                  <a:pt x="249521" y="57182"/>
                </a:lnTo>
                <a:lnTo>
                  <a:pt x="249327" y="57305"/>
                </a:lnTo>
                <a:lnTo>
                  <a:pt x="249126" y="57423"/>
                </a:lnTo>
                <a:lnTo>
                  <a:pt x="248917" y="57535"/>
                </a:lnTo>
                <a:lnTo>
                  <a:pt x="248700" y="57641"/>
                </a:lnTo>
                <a:lnTo>
                  <a:pt x="248477" y="57741"/>
                </a:lnTo>
                <a:lnTo>
                  <a:pt x="248246" y="57836"/>
                </a:lnTo>
                <a:lnTo>
                  <a:pt x="248008" y="57925"/>
                </a:lnTo>
                <a:lnTo>
                  <a:pt x="247762" y="58008"/>
                </a:lnTo>
                <a:lnTo>
                  <a:pt x="247509" y="58086"/>
                </a:lnTo>
                <a:lnTo>
                  <a:pt x="247249" y="58157"/>
                </a:lnTo>
                <a:lnTo>
                  <a:pt x="246981" y="58223"/>
                </a:lnTo>
                <a:lnTo>
                  <a:pt x="246706" y="58284"/>
                </a:lnTo>
                <a:lnTo>
                  <a:pt x="246424" y="58338"/>
                </a:lnTo>
                <a:lnTo>
                  <a:pt x="246134" y="58387"/>
                </a:lnTo>
                <a:lnTo>
                  <a:pt x="245838" y="58430"/>
                </a:lnTo>
                <a:lnTo>
                  <a:pt x="245533" y="58467"/>
                </a:lnTo>
                <a:lnTo>
                  <a:pt x="245222" y="58499"/>
                </a:lnTo>
                <a:lnTo>
                  <a:pt x="244903" y="58525"/>
                </a:lnTo>
                <a:lnTo>
                  <a:pt x="244576" y="58545"/>
                </a:lnTo>
                <a:lnTo>
                  <a:pt x="244243" y="58559"/>
                </a:lnTo>
                <a:lnTo>
                  <a:pt x="243902" y="58568"/>
                </a:lnTo>
                <a:lnTo>
                  <a:pt x="243554" y="58571"/>
                </a:lnTo>
                <a:lnTo>
                  <a:pt x="239515" y="58571"/>
                </a:lnTo>
                <a:lnTo>
                  <a:pt x="239227" y="58568"/>
                </a:lnTo>
                <a:lnTo>
                  <a:pt x="238943" y="58560"/>
                </a:lnTo>
                <a:lnTo>
                  <a:pt x="238663" y="58548"/>
                </a:lnTo>
                <a:lnTo>
                  <a:pt x="238389" y="58530"/>
                </a:lnTo>
                <a:lnTo>
                  <a:pt x="238119" y="58507"/>
                </a:lnTo>
                <a:lnTo>
                  <a:pt x="237854" y="58479"/>
                </a:lnTo>
                <a:lnTo>
                  <a:pt x="237593" y="58446"/>
                </a:lnTo>
                <a:lnTo>
                  <a:pt x="237337" y="58408"/>
                </a:lnTo>
                <a:lnTo>
                  <a:pt x="237085" y="58364"/>
                </a:lnTo>
                <a:lnTo>
                  <a:pt x="236838" y="58316"/>
                </a:lnTo>
                <a:lnTo>
                  <a:pt x="236596" y="58262"/>
                </a:lnTo>
                <a:lnTo>
                  <a:pt x="236359" y="58204"/>
                </a:lnTo>
                <a:lnTo>
                  <a:pt x="236126" y="58140"/>
                </a:lnTo>
                <a:lnTo>
                  <a:pt x="235897" y="58071"/>
                </a:lnTo>
                <a:lnTo>
                  <a:pt x="235674" y="57997"/>
                </a:lnTo>
                <a:lnTo>
                  <a:pt x="235455" y="57918"/>
                </a:lnTo>
                <a:lnTo>
                  <a:pt x="235240" y="57834"/>
                </a:lnTo>
                <a:lnTo>
                  <a:pt x="235030" y="57745"/>
                </a:lnTo>
                <a:lnTo>
                  <a:pt x="234825" y="57651"/>
                </a:lnTo>
                <a:lnTo>
                  <a:pt x="234624" y="57551"/>
                </a:lnTo>
                <a:lnTo>
                  <a:pt x="234428" y="57447"/>
                </a:lnTo>
                <a:lnTo>
                  <a:pt x="234237" y="57337"/>
                </a:lnTo>
                <a:lnTo>
                  <a:pt x="234050" y="57222"/>
                </a:lnTo>
                <a:lnTo>
                  <a:pt x="233868" y="57103"/>
                </a:lnTo>
                <a:lnTo>
                  <a:pt x="233692" y="56979"/>
                </a:lnTo>
                <a:lnTo>
                  <a:pt x="233523" y="56851"/>
                </a:lnTo>
                <a:lnTo>
                  <a:pt x="233360" y="56721"/>
                </a:lnTo>
                <a:lnTo>
                  <a:pt x="233204" y="56587"/>
                </a:lnTo>
                <a:lnTo>
                  <a:pt x="233055" y="56451"/>
                </a:lnTo>
                <a:lnTo>
                  <a:pt x="232913" y="56311"/>
                </a:lnTo>
                <a:lnTo>
                  <a:pt x="232778" y="56167"/>
                </a:lnTo>
                <a:lnTo>
                  <a:pt x="232649" y="56021"/>
                </a:lnTo>
                <a:lnTo>
                  <a:pt x="232528" y="55871"/>
                </a:lnTo>
                <a:lnTo>
                  <a:pt x="232413" y="55719"/>
                </a:lnTo>
                <a:lnTo>
                  <a:pt x="232305" y="55563"/>
                </a:lnTo>
                <a:lnTo>
                  <a:pt x="232205" y="55404"/>
                </a:lnTo>
                <a:lnTo>
                  <a:pt x="232110" y="55242"/>
                </a:lnTo>
                <a:lnTo>
                  <a:pt x="232023" y="55076"/>
                </a:lnTo>
                <a:lnTo>
                  <a:pt x="231943" y="54907"/>
                </a:lnTo>
                <a:lnTo>
                  <a:pt x="231869" y="54736"/>
                </a:lnTo>
                <a:lnTo>
                  <a:pt x="231803" y="54561"/>
                </a:lnTo>
                <a:lnTo>
                  <a:pt x="231743" y="54382"/>
                </a:lnTo>
                <a:lnTo>
                  <a:pt x="231690" y="54201"/>
                </a:lnTo>
                <a:lnTo>
                  <a:pt x="231644" y="54016"/>
                </a:lnTo>
                <a:lnTo>
                  <a:pt x="231604" y="53829"/>
                </a:lnTo>
                <a:lnTo>
                  <a:pt x="231572" y="53638"/>
                </a:lnTo>
                <a:lnTo>
                  <a:pt x="231546" y="53444"/>
                </a:lnTo>
                <a:lnTo>
                  <a:pt x="231528" y="53246"/>
                </a:lnTo>
                <a:lnTo>
                  <a:pt x="220052" y="53246"/>
                </a:lnTo>
                <a:lnTo>
                  <a:pt x="220071" y="53611"/>
                </a:lnTo>
                <a:lnTo>
                  <a:pt x="220098" y="53972"/>
                </a:lnTo>
                <a:lnTo>
                  <a:pt x="220133" y="54330"/>
                </a:lnTo>
                <a:lnTo>
                  <a:pt x="220176" y="54683"/>
                </a:lnTo>
                <a:lnTo>
                  <a:pt x="220226" y="55032"/>
                </a:lnTo>
                <a:lnTo>
                  <a:pt x="220284" y="55377"/>
                </a:lnTo>
                <a:lnTo>
                  <a:pt x="220350" y="55719"/>
                </a:lnTo>
                <a:lnTo>
                  <a:pt x="220424" y="56056"/>
                </a:lnTo>
                <a:lnTo>
                  <a:pt x="220506" y="56389"/>
                </a:lnTo>
                <a:lnTo>
                  <a:pt x="220595" y="56719"/>
                </a:lnTo>
                <a:lnTo>
                  <a:pt x="220693" y="57044"/>
                </a:lnTo>
                <a:lnTo>
                  <a:pt x="220798" y="57365"/>
                </a:lnTo>
                <a:lnTo>
                  <a:pt x="220911" y="57683"/>
                </a:lnTo>
                <a:lnTo>
                  <a:pt x="221031" y="57996"/>
                </a:lnTo>
                <a:lnTo>
                  <a:pt x="221160" y="58306"/>
                </a:lnTo>
                <a:lnTo>
                  <a:pt x="221296" y="58611"/>
                </a:lnTo>
                <a:lnTo>
                  <a:pt x="221440" y="58912"/>
                </a:lnTo>
                <a:lnTo>
                  <a:pt x="221592" y="59210"/>
                </a:lnTo>
                <a:lnTo>
                  <a:pt x="221752" y="59503"/>
                </a:lnTo>
                <a:lnTo>
                  <a:pt x="221919" y="59793"/>
                </a:lnTo>
                <a:lnTo>
                  <a:pt x="222095" y="60079"/>
                </a:lnTo>
                <a:lnTo>
                  <a:pt x="222278" y="60360"/>
                </a:lnTo>
                <a:lnTo>
                  <a:pt x="222469" y="60638"/>
                </a:lnTo>
                <a:lnTo>
                  <a:pt x="222667" y="60911"/>
                </a:lnTo>
                <a:lnTo>
                  <a:pt x="222873" y="61180"/>
                </a:lnTo>
                <a:lnTo>
                  <a:pt x="223086" y="61445"/>
                </a:lnTo>
                <a:lnTo>
                  <a:pt x="223305" y="61704"/>
                </a:lnTo>
                <a:lnTo>
                  <a:pt x="223531" y="61958"/>
                </a:lnTo>
                <a:lnTo>
                  <a:pt x="223763" y="62207"/>
                </a:lnTo>
                <a:lnTo>
                  <a:pt x="224002" y="62452"/>
                </a:lnTo>
                <a:lnTo>
                  <a:pt x="224247" y="62691"/>
                </a:lnTo>
                <a:lnTo>
                  <a:pt x="224499" y="62926"/>
                </a:lnTo>
                <a:lnTo>
                  <a:pt x="224757" y="63155"/>
                </a:lnTo>
                <a:lnTo>
                  <a:pt x="225022" y="63380"/>
                </a:lnTo>
                <a:lnTo>
                  <a:pt x="225293" y="63599"/>
                </a:lnTo>
                <a:lnTo>
                  <a:pt x="225571" y="63814"/>
                </a:lnTo>
                <a:lnTo>
                  <a:pt x="225855" y="64024"/>
                </a:lnTo>
                <a:lnTo>
                  <a:pt x="226146" y="64229"/>
                </a:lnTo>
                <a:lnTo>
                  <a:pt x="226444" y="64429"/>
                </a:lnTo>
                <a:lnTo>
                  <a:pt x="226748" y="64624"/>
                </a:lnTo>
                <a:lnTo>
                  <a:pt x="227058" y="64814"/>
                </a:lnTo>
                <a:lnTo>
                  <a:pt x="227375" y="64999"/>
                </a:lnTo>
                <a:lnTo>
                  <a:pt x="227699" y="65179"/>
                </a:lnTo>
                <a:lnTo>
                  <a:pt x="228029" y="65355"/>
                </a:lnTo>
                <a:lnTo>
                  <a:pt x="228366" y="65525"/>
                </a:lnTo>
                <a:lnTo>
                  <a:pt x="228709" y="65690"/>
                </a:lnTo>
                <a:lnTo>
                  <a:pt x="229059" y="65851"/>
                </a:lnTo>
                <a:lnTo>
                  <a:pt x="229415" y="66006"/>
                </a:lnTo>
                <a:lnTo>
                  <a:pt x="229777" y="66156"/>
                </a:lnTo>
                <a:lnTo>
                  <a:pt x="230145" y="66299"/>
                </a:lnTo>
                <a:lnTo>
                  <a:pt x="230517" y="66437"/>
                </a:lnTo>
                <a:lnTo>
                  <a:pt x="230895" y="66567"/>
                </a:lnTo>
                <a:lnTo>
                  <a:pt x="231277" y="66692"/>
                </a:lnTo>
                <a:lnTo>
                  <a:pt x="231665" y="66810"/>
                </a:lnTo>
                <a:lnTo>
                  <a:pt x="232058" y="66921"/>
                </a:lnTo>
                <a:lnTo>
                  <a:pt x="232456" y="67026"/>
                </a:lnTo>
                <a:lnTo>
                  <a:pt x="232859" y="67125"/>
                </a:lnTo>
                <a:lnTo>
                  <a:pt x="233267" y="67218"/>
                </a:lnTo>
                <a:lnTo>
                  <a:pt x="233680" y="67304"/>
                </a:lnTo>
                <a:lnTo>
                  <a:pt x="234098" y="67384"/>
                </a:lnTo>
                <a:lnTo>
                  <a:pt x="234521" y="67457"/>
                </a:lnTo>
                <a:lnTo>
                  <a:pt x="234950" y="67524"/>
                </a:lnTo>
                <a:lnTo>
                  <a:pt x="235383" y="67584"/>
                </a:lnTo>
                <a:lnTo>
                  <a:pt x="235822" y="67639"/>
                </a:lnTo>
                <a:lnTo>
                  <a:pt x="236266" y="67686"/>
                </a:lnTo>
                <a:lnTo>
                  <a:pt x="236715" y="67728"/>
                </a:lnTo>
                <a:lnTo>
                  <a:pt x="237169" y="67763"/>
                </a:lnTo>
                <a:lnTo>
                  <a:pt x="237628" y="67792"/>
                </a:lnTo>
                <a:lnTo>
                  <a:pt x="238092" y="67814"/>
                </a:lnTo>
                <a:lnTo>
                  <a:pt x="238561" y="67830"/>
                </a:lnTo>
                <a:lnTo>
                  <a:pt x="239036" y="67839"/>
                </a:lnTo>
                <a:lnTo>
                  <a:pt x="239515" y="67843"/>
                </a:lnTo>
                <a:lnTo>
                  <a:pt x="243554" y="67843"/>
                </a:lnTo>
                <a:lnTo>
                  <a:pt x="244356" y="67836"/>
                </a:lnTo>
                <a:lnTo>
                  <a:pt x="245143" y="67814"/>
                </a:lnTo>
                <a:close/>
                <a:moveTo>
                  <a:pt x="22954" y="67900"/>
                </a:moveTo>
                <a:lnTo>
                  <a:pt x="23716" y="67857"/>
                </a:lnTo>
                <a:lnTo>
                  <a:pt x="24464" y="67797"/>
                </a:lnTo>
                <a:lnTo>
                  <a:pt x="25200" y="67721"/>
                </a:lnTo>
                <a:lnTo>
                  <a:pt x="25922" y="67627"/>
                </a:lnTo>
                <a:lnTo>
                  <a:pt x="26631" y="67516"/>
                </a:lnTo>
                <a:lnTo>
                  <a:pt x="27326" y="67388"/>
                </a:lnTo>
                <a:lnTo>
                  <a:pt x="28008" y="67243"/>
                </a:lnTo>
                <a:lnTo>
                  <a:pt x="28676" y="67081"/>
                </a:lnTo>
                <a:lnTo>
                  <a:pt x="29331" y="66902"/>
                </a:lnTo>
                <a:lnTo>
                  <a:pt x="29973" y="66706"/>
                </a:lnTo>
                <a:lnTo>
                  <a:pt x="30601" y="66493"/>
                </a:lnTo>
                <a:lnTo>
                  <a:pt x="31216" y="66262"/>
                </a:lnTo>
                <a:lnTo>
                  <a:pt x="31817" y="66015"/>
                </a:lnTo>
                <a:lnTo>
                  <a:pt x="32406" y="65751"/>
                </a:lnTo>
                <a:lnTo>
                  <a:pt x="32980" y="65470"/>
                </a:lnTo>
                <a:lnTo>
                  <a:pt x="33542" y="65171"/>
                </a:lnTo>
                <a:lnTo>
                  <a:pt x="34090" y="64856"/>
                </a:lnTo>
                <a:lnTo>
                  <a:pt x="34624" y="64523"/>
                </a:lnTo>
                <a:lnTo>
                  <a:pt x="35145" y="64174"/>
                </a:lnTo>
                <a:lnTo>
                  <a:pt x="35653" y="63807"/>
                </a:lnTo>
                <a:lnTo>
                  <a:pt x="36147" y="63423"/>
                </a:lnTo>
                <a:lnTo>
                  <a:pt x="36628" y="63022"/>
                </a:lnTo>
                <a:lnTo>
                  <a:pt x="37093" y="62607"/>
                </a:lnTo>
                <a:lnTo>
                  <a:pt x="37540" y="62179"/>
                </a:lnTo>
                <a:lnTo>
                  <a:pt x="37967" y="61739"/>
                </a:lnTo>
                <a:lnTo>
                  <a:pt x="38375" y="61287"/>
                </a:lnTo>
                <a:lnTo>
                  <a:pt x="38765" y="60823"/>
                </a:lnTo>
                <a:lnTo>
                  <a:pt x="39136" y="60346"/>
                </a:lnTo>
                <a:lnTo>
                  <a:pt x="39488" y="59857"/>
                </a:lnTo>
                <a:lnTo>
                  <a:pt x="39822" y="59356"/>
                </a:lnTo>
                <a:lnTo>
                  <a:pt x="40136" y="58842"/>
                </a:lnTo>
                <a:lnTo>
                  <a:pt x="40432" y="58316"/>
                </a:lnTo>
                <a:lnTo>
                  <a:pt x="40709" y="57778"/>
                </a:lnTo>
                <a:lnTo>
                  <a:pt x="40967" y="57228"/>
                </a:lnTo>
                <a:lnTo>
                  <a:pt x="41206" y="56665"/>
                </a:lnTo>
                <a:lnTo>
                  <a:pt x="41426" y="56090"/>
                </a:lnTo>
                <a:lnTo>
                  <a:pt x="41628" y="55503"/>
                </a:lnTo>
                <a:lnTo>
                  <a:pt x="41811" y="54903"/>
                </a:lnTo>
                <a:lnTo>
                  <a:pt x="41975" y="54292"/>
                </a:lnTo>
                <a:lnTo>
                  <a:pt x="42120" y="53668"/>
                </a:lnTo>
                <a:lnTo>
                  <a:pt x="42246" y="53031"/>
                </a:lnTo>
                <a:lnTo>
                  <a:pt x="42354" y="52383"/>
                </a:lnTo>
                <a:lnTo>
                  <a:pt x="42443" y="51722"/>
                </a:lnTo>
                <a:lnTo>
                  <a:pt x="42512" y="51049"/>
                </a:lnTo>
                <a:lnTo>
                  <a:pt x="42564" y="50363"/>
                </a:lnTo>
                <a:lnTo>
                  <a:pt x="42596" y="49666"/>
                </a:lnTo>
                <a:lnTo>
                  <a:pt x="31120" y="49666"/>
                </a:lnTo>
                <a:lnTo>
                  <a:pt x="31094" y="49992"/>
                </a:lnTo>
                <a:lnTo>
                  <a:pt x="31059" y="50311"/>
                </a:lnTo>
                <a:lnTo>
                  <a:pt x="31017" y="50625"/>
                </a:lnTo>
                <a:lnTo>
                  <a:pt x="30966" y="50932"/>
                </a:lnTo>
                <a:lnTo>
                  <a:pt x="30908" y="51233"/>
                </a:lnTo>
                <a:lnTo>
                  <a:pt x="30842" y="51528"/>
                </a:lnTo>
                <a:lnTo>
                  <a:pt x="30769" y="51816"/>
                </a:lnTo>
                <a:lnTo>
                  <a:pt x="30687" y="52098"/>
                </a:lnTo>
                <a:lnTo>
                  <a:pt x="30598" y="52375"/>
                </a:lnTo>
                <a:lnTo>
                  <a:pt x="30501" y="52644"/>
                </a:lnTo>
                <a:lnTo>
                  <a:pt x="30396" y="52908"/>
                </a:lnTo>
                <a:lnTo>
                  <a:pt x="30283" y="53166"/>
                </a:lnTo>
                <a:lnTo>
                  <a:pt x="30162" y="53417"/>
                </a:lnTo>
                <a:lnTo>
                  <a:pt x="30034" y="53662"/>
                </a:lnTo>
                <a:lnTo>
                  <a:pt x="29898" y="53901"/>
                </a:lnTo>
                <a:lnTo>
                  <a:pt x="29754" y="54133"/>
                </a:lnTo>
                <a:lnTo>
                  <a:pt x="29602" y="54360"/>
                </a:lnTo>
                <a:lnTo>
                  <a:pt x="29442" y="54580"/>
                </a:lnTo>
                <a:lnTo>
                  <a:pt x="29275" y="54794"/>
                </a:lnTo>
                <a:lnTo>
                  <a:pt x="29100" y="55002"/>
                </a:lnTo>
                <a:lnTo>
                  <a:pt x="28916" y="55203"/>
                </a:lnTo>
                <a:lnTo>
                  <a:pt x="28725" y="55398"/>
                </a:lnTo>
                <a:lnTo>
                  <a:pt x="28527" y="55588"/>
                </a:lnTo>
                <a:lnTo>
                  <a:pt x="28320" y="55770"/>
                </a:lnTo>
                <a:lnTo>
                  <a:pt x="28107" y="55946"/>
                </a:lnTo>
                <a:lnTo>
                  <a:pt x="27886" y="56115"/>
                </a:lnTo>
                <a:lnTo>
                  <a:pt x="27660" y="56276"/>
                </a:lnTo>
                <a:lnTo>
                  <a:pt x="27426" y="56430"/>
                </a:lnTo>
                <a:lnTo>
                  <a:pt x="27187" y="56576"/>
                </a:lnTo>
                <a:lnTo>
                  <a:pt x="26940" y="56714"/>
                </a:lnTo>
                <a:lnTo>
                  <a:pt x="26688" y="56845"/>
                </a:lnTo>
                <a:lnTo>
                  <a:pt x="26428" y="56969"/>
                </a:lnTo>
                <a:lnTo>
                  <a:pt x="26162" y="57085"/>
                </a:lnTo>
                <a:lnTo>
                  <a:pt x="25890" y="57194"/>
                </a:lnTo>
                <a:lnTo>
                  <a:pt x="25611" y="57295"/>
                </a:lnTo>
                <a:lnTo>
                  <a:pt x="25325" y="57388"/>
                </a:lnTo>
                <a:lnTo>
                  <a:pt x="25033" y="57475"/>
                </a:lnTo>
                <a:lnTo>
                  <a:pt x="24735" y="57553"/>
                </a:lnTo>
                <a:lnTo>
                  <a:pt x="24429" y="57624"/>
                </a:lnTo>
                <a:lnTo>
                  <a:pt x="24118" y="57688"/>
                </a:lnTo>
                <a:lnTo>
                  <a:pt x="23800" y="57744"/>
                </a:lnTo>
                <a:lnTo>
                  <a:pt x="23475" y="57793"/>
                </a:lnTo>
                <a:lnTo>
                  <a:pt x="23143" y="57834"/>
                </a:lnTo>
                <a:lnTo>
                  <a:pt x="22806" y="57868"/>
                </a:lnTo>
                <a:lnTo>
                  <a:pt x="22461" y="57894"/>
                </a:lnTo>
                <a:lnTo>
                  <a:pt x="22110" y="57913"/>
                </a:lnTo>
                <a:lnTo>
                  <a:pt x="21753" y="57924"/>
                </a:lnTo>
                <a:lnTo>
                  <a:pt x="21389" y="57928"/>
                </a:lnTo>
                <a:lnTo>
                  <a:pt x="21010" y="57923"/>
                </a:lnTo>
                <a:lnTo>
                  <a:pt x="20637" y="57910"/>
                </a:lnTo>
                <a:lnTo>
                  <a:pt x="20272" y="57888"/>
                </a:lnTo>
                <a:lnTo>
                  <a:pt x="19913" y="57856"/>
                </a:lnTo>
                <a:lnTo>
                  <a:pt x="19560" y="57816"/>
                </a:lnTo>
                <a:lnTo>
                  <a:pt x="19215" y="57767"/>
                </a:lnTo>
                <a:lnTo>
                  <a:pt x="18876" y="57709"/>
                </a:lnTo>
                <a:lnTo>
                  <a:pt x="18544" y="57642"/>
                </a:lnTo>
                <a:lnTo>
                  <a:pt x="18218" y="57566"/>
                </a:lnTo>
                <a:lnTo>
                  <a:pt x="17899" y="57481"/>
                </a:lnTo>
                <a:lnTo>
                  <a:pt x="17587" y="57388"/>
                </a:lnTo>
                <a:lnTo>
                  <a:pt x="17281" y="57285"/>
                </a:lnTo>
                <a:lnTo>
                  <a:pt x="16983" y="57173"/>
                </a:lnTo>
                <a:lnTo>
                  <a:pt x="16690" y="57053"/>
                </a:lnTo>
                <a:lnTo>
                  <a:pt x="16405" y="56924"/>
                </a:lnTo>
                <a:lnTo>
                  <a:pt x="16126" y="56785"/>
                </a:lnTo>
                <a:lnTo>
                  <a:pt x="15854" y="56638"/>
                </a:lnTo>
                <a:lnTo>
                  <a:pt x="15589" y="56482"/>
                </a:lnTo>
                <a:lnTo>
                  <a:pt x="15330" y="56317"/>
                </a:lnTo>
                <a:lnTo>
                  <a:pt x="15078" y="56143"/>
                </a:lnTo>
                <a:lnTo>
                  <a:pt x="14833" y="55960"/>
                </a:lnTo>
                <a:lnTo>
                  <a:pt x="14594" y="55768"/>
                </a:lnTo>
                <a:lnTo>
                  <a:pt x="14362" y="55567"/>
                </a:lnTo>
                <a:lnTo>
                  <a:pt x="14137" y="55357"/>
                </a:lnTo>
                <a:lnTo>
                  <a:pt x="13920" y="55139"/>
                </a:lnTo>
                <a:lnTo>
                  <a:pt x="13712" y="54914"/>
                </a:lnTo>
                <a:lnTo>
                  <a:pt x="13513" y="54682"/>
                </a:lnTo>
                <a:lnTo>
                  <a:pt x="13324" y="54442"/>
                </a:lnTo>
                <a:lnTo>
                  <a:pt x="13144" y="54195"/>
                </a:lnTo>
                <a:lnTo>
                  <a:pt x="12973" y="53940"/>
                </a:lnTo>
                <a:lnTo>
                  <a:pt x="12811" y="53678"/>
                </a:lnTo>
                <a:lnTo>
                  <a:pt x="12658" y="53409"/>
                </a:lnTo>
                <a:lnTo>
                  <a:pt x="12515" y="53132"/>
                </a:lnTo>
                <a:lnTo>
                  <a:pt x="12381" y="52849"/>
                </a:lnTo>
                <a:lnTo>
                  <a:pt x="12256" y="52557"/>
                </a:lnTo>
                <a:lnTo>
                  <a:pt x="12141" y="52259"/>
                </a:lnTo>
                <a:lnTo>
                  <a:pt x="12035" y="51953"/>
                </a:lnTo>
                <a:lnTo>
                  <a:pt x="11938" y="51640"/>
                </a:lnTo>
                <a:lnTo>
                  <a:pt x="11850" y="51319"/>
                </a:lnTo>
                <a:lnTo>
                  <a:pt x="11771" y="50992"/>
                </a:lnTo>
                <a:lnTo>
                  <a:pt x="11702" y="50657"/>
                </a:lnTo>
                <a:lnTo>
                  <a:pt x="11642" y="50314"/>
                </a:lnTo>
                <a:lnTo>
                  <a:pt x="11591" y="49964"/>
                </a:lnTo>
                <a:lnTo>
                  <a:pt x="11549" y="49607"/>
                </a:lnTo>
                <a:lnTo>
                  <a:pt x="11517" y="49243"/>
                </a:lnTo>
                <a:lnTo>
                  <a:pt x="11494" y="48871"/>
                </a:lnTo>
                <a:lnTo>
                  <a:pt x="11480" y="48492"/>
                </a:lnTo>
                <a:lnTo>
                  <a:pt x="11475" y="48105"/>
                </a:lnTo>
                <a:lnTo>
                  <a:pt x="11475" y="35344"/>
                </a:lnTo>
                <a:lnTo>
                  <a:pt x="11480" y="34957"/>
                </a:lnTo>
                <a:lnTo>
                  <a:pt x="11494" y="34579"/>
                </a:lnTo>
                <a:lnTo>
                  <a:pt x="11517" y="34207"/>
                </a:lnTo>
                <a:lnTo>
                  <a:pt x="11549" y="33843"/>
                </a:lnTo>
                <a:lnTo>
                  <a:pt x="11591" y="33487"/>
                </a:lnTo>
                <a:lnTo>
                  <a:pt x="11642" y="33138"/>
                </a:lnTo>
                <a:lnTo>
                  <a:pt x="11702" y="32796"/>
                </a:lnTo>
                <a:lnTo>
                  <a:pt x="11771" y="32463"/>
                </a:lnTo>
                <a:lnTo>
                  <a:pt x="11850" y="32136"/>
                </a:lnTo>
                <a:lnTo>
                  <a:pt x="11938" y="31817"/>
                </a:lnTo>
                <a:lnTo>
                  <a:pt x="12035" y="31506"/>
                </a:lnTo>
                <a:lnTo>
                  <a:pt x="12141" y="31202"/>
                </a:lnTo>
                <a:lnTo>
                  <a:pt x="12256" y="30905"/>
                </a:lnTo>
                <a:lnTo>
                  <a:pt x="12381" y="30616"/>
                </a:lnTo>
                <a:lnTo>
                  <a:pt x="12515" y="30335"/>
                </a:lnTo>
                <a:lnTo>
                  <a:pt x="12658" y="30061"/>
                </a:lnTo>
                <a:lnTo>
                  <a:pt x="12811" y="29794"/>
                </a:lnTo>
                <a:lnTo>
                  <a:pt x="12973" y="29535"/>
                </a:lnTo>
                <a:lnTo>
                  <a:pt x="13144" y="29283"/>
                </a:lnTo>
                <a:lnTo>
                  <a:pt x="13324" y="29039"/>
                </a:lnTo>
                <a:lnTo>
                  <a:pt x="13513" y="28803"/>
                </a:lnTo>
                <a:lnTo>
                  <a:pt x="13712" y="28574"/>
                </a:lnTo>
                <a:lnTo>
                  <a:pt x="13920" y="28352"/>
                </a:lnTo>
                <a:lnTo>
                  <a:pt x="14137" y="28138"/>
                </a:lnTo>
                <a:lnTo>
                  <a:pt x="14362" y="27932"/>
                </a:lnTo>
                <a:lnTo>
                  <a:pt x="14594" y="27735"/>
                </a:lnTo>
                <a:lnTo>
                  <a:pt x="14833" y="27546"/>
                </a:lnTo>
                <a:lnTo>
                  <a:pt x="15078" y="27366"/>
                </a:lnTo>
                <a:lnTo>
                  <a:pt x="15330" y="27195"/>
                </a:lnTo>
                <a:lnTo>
                  <a:pt x="15589" y="27033"/>
                </a:lnTo>
                <a:lnTo>
                  <a:pt x="15854" y="26880"/>
                </a:lnTo>
                <a:lnTo>
                  <a:pt x="16126" y="26735"/>
                </a:lnTo>
                <a:lnTo>
                  <a:pt x="16405" y="26599"/>
                </a:lnTo>
                <a:lnTo>
                  <a:pt x="16690" y="26472"/>
                </a:lnTo>
                <a:lnTo>
                  <a:pt x="16983" y="26353"/>
                </a:lnTo>
                <a:lnTo>
                  <a:pt x="17281" y="26244"/>
                </a:lnTo>
                <a:lnTo>
                  <a:pt x="17587" y="26143"/>
                </a:lnTo>
                <a:lnTo>
                  <a:pt x="17899" y="26051"/>
                </a:lnTo>
                <a:lnTo>
                  <a:pt x="18218" y="25968"/>
                </a:lnTo>
                <a:lnTo>
                  <a:pt x="18544" y="25893"/>
                </a:lnTo>
                <a:lnTo>
                  <a:pt x="18876" y="25827"/>
                </a:lnTo>
                <a:lnTo>
                  <a:pt x="19215" y="25770"/>
                </a:lnTo>
                <a:lnTo>
                  <a:pt x="19560" y="25722"/>
                </a:lnTo>
                <a:lnTo>
                  <a:pt x="19913" y="25683"/>
                </a:lnTo>
                <a:lnTo>
                  <a:pt x="20272" y="25652"/>
                </a:lnTo>
                <a:lnTo>
                  <a:pt x="20637" y="25630"/>
                </a:lnTo>
                <a:lnTo>
                  <a:pt x="21010" y="25617"/>
                </a:lnTo>
                <a:lnTo>
                  <a:pt x="21389" y="25612"/>
                </a:lnTo>
                <a:lnTo>
                  <a:pt x="21753" y="25616"/>
                </a:lnTo>
                <a:lnTo>
                  <a:pt x="22110" y="25627"/>
                </a:lnTo>
                <a:lnTo>
                  <a:pt x="22461" y="25646"/>
                </a:lnTo>
                <a:lnTo>
                  <a:pt x="22806" y="25672"/>
                </a:lnTo>
                <a:lnTo>
                  <a:pt x="23143" y="25706"/>
                </a:lnTo>
                <a:lnTo>
                  <a:pt x="23475" y="25747"/>
                </a:lnTo>
                <a:lnTo>
                  <a:pt x="23800" y="25796"/>
                </a:lnTo>
                <a:lnTo>
                  <a:pt x="24118" y="25852"/>
                </a:lnTo>
                <a:lnTo>
                  <a:pt x="24429" y="25916"/>
                </a:lnTo>
                <a:lnTo>
                  <a:pt x="24735" y="25987"/>
                </a:lnTo>
                <a:lnTo>
                  <a:pt x="25033" y="26066"/>
                </a:lnTo>
                <a:lnTo>
                  <a:pt x="25325" y="26152"/>
                </a:lnTo>
                <a:lnTo>
                  <a:pt x="25611" y="26245"/>
                </a:lnTo>
                <a:lnTo>
                  <a:pt x="25890" y="26346"/>
                </a:lnTo>
                <a:lnTo>
                  <a:pt x="26162" y="26455"/>
                </a:lnTo>
                <a:lnTo>
                  <a:pt x="26428" y="26571"/>
                </a:lnTo>
                <a:lnTo>
                  <a:pt x="26688" y="26695"/>
                </a:lnTo>
                <a:lnTo>
                  <a:pt x="26940" y="26826"/>
                </a:lnTo>
                <a:lnTo>
                  <a:pt x="27187" y="26964"/>
                </a:lnTo>
                <a:lnTo>
                  <a:pt x="27426" y="27110"/>
                </a:lnTo>
                <a:lnTo>
                  <a:pt x="27660" y="27264"/>
                </a:lnTo>
                <a:lnTo>
                  <a:pt x="27886" y="27425"/>
                </a:lnTo>
                <a:lnTo>
                  <a:pt x="28107" y="27594"/>
                </a:lnTo>
                <a:lnTo>
                  <a:pt x="28320" y="27770"/>
                </a:lnTo>
                <a:lnTo>
                  <a:pt x="28527" y="27953"/>
                </a:lnTo>
                <a:lnTo>
                  <a:pt x="28725" y="28142"/>
                </a:lnTo>
                <a:lnTo>
                  <a:pt x="28916" y="28337"/>
                </a:lnTo>
                <a:lnTo>
                  <a:pt x="29100" y="28539"/>
                </a:lnTo>
                <a:lnTo>
                  <a:pt x="29275" y="28746"/>
                </a:lnTo>
                <a:lnTo>
                  <a:pt x="29442" y="28960"/>
                </a:lnTo>
                <a:lnTo>
                  <a:pt x="29602" y="29180"/>
                </a:lnTo>
                <a:lnTo>
                  <a:pt x="29754" y="29407"/>
                </a:lnTo>
                <a:lnTo>
                  <a:pt x="29898" y="29640"/>
                </a:lnTo>
                <a:lnTo>
                  <a:pt x="30034" y="29878"/>
                </a:lnTo>
                <a:lnTo>
                  <a:pt x="30162" y="30123"/>
                </a:lnTo>
                <a:lnTo>
                  <a:pt x="30283" y="30375"/>
                </a:lnTo>
                <a:lnTo>
                  <a:pt x="30396" y="30632"/>
                </a:lnTo>
                <a:lnTo>
                  <a:pt x="30501" y="30896"/>
                </a:lnTo>
                <a:lnTo>
                  <a:pt x="30598" y="31166"/>
                </a:lnTo>
                <a:lnTo>
                  <a:pt x="30687" y="31442"/>
                </a:lnTo>
                <a:lnTo>
                  <a:pt x="30769" y="31725"/>
                </a:lnTo>
                <a:lnTo>
                  <a:pt x="30842" y="32013"/>
                </a:lnTo>
                <a:lnTo>
                  <a:pt x="30908" y="32308"/>
                </a:lnTo>
                <a:lnTo>
                  <a:pt x="30966" y="32609"/>
                </a:lnTo>
                <a:lnTo>
                  <a:pt x="31017" y="32917"/>
                </a:lnTo>
                <a:lnTo>
                  <a:pt x="31059" y="33230"/>
                </a:lnTo>
                <a:lnTo>
                  <a:pt x="31094" y="33550"/>
                </a:lnTo>
                <a:lnTo>
                  <a:pt x="31120" y="33876"/>
                </a:lnTo>
                <a:lnTo>
                  <a:pt x="42596" y="33876"/>
                </a:lnTo>
                <a:lnTo>
                  <a:pt x="42564" y="33178"/>
                </a:lnTo>
                <a:lnTo>
                  <a:pt x="42512" y="32493"/>
                </a:lnTo>
                <a:lnTo>
                  <a:pt x="42443" y="31819"/>
                </a:lnTo>
                <a:lnTo>
                  <a:pt x="42354" y="31158"/>
                </a:lnTo>
                <a:lnTo>
                  <a:pt x="42246" y="30510"/>
                </a:lnTo>
                <a:lnTo>
                  <a:pt x="42120" y="29873"/>
                </a:lnTo>
                <a:lnTo>
                  <a:pt x="41975" y="29249"/>
                </a:lnTo>
                <a:lnTo>
                  <a:pt x="41811" y="28637"/>
                </a:lnTo>
                <a:lnTo>
                  <a:pt x="41628" y="28038"/>
                </a:lnTo>
                <a:lnTo>
                  <a:pt x="41426" y="27451"/>
                </a:lnTo>
                <a:lnTo>
                  <a:pt x="41206" y="26876"/>
                </a:lnTo>
                <a:lnTo>
                  <a:pt x="40967" y="26313"/>
                </a:lnTo>
                <a:lnTo>
                  <a:pt x="40709" y="25762"/>
                </a:lnTo>
                <a:lnTo>
                  <a:pt x="40432" y="25224"/>
                </a:lnTo>
                <a:lnTo>
                  <a:pt x="40136" y="24698"/>
                </a:lnTo>
                <a:lnTo>
                  <a:pt x="39822" y="24185"/>
                </a:lnTo>
                <a:lnTo>
                  <a:pt x="39488" y="23683"/>
                </a:lnTo>
                <a:lnTo>
                  <a:pt x="39136" y="23194"/>
                </a:lnTo>
                <a:lnTo>
                  <a:pt x="38765" y="22717"/>
                </a:lnTo>
                <a:lnTo>
                  <a:pt x="38375" y="22253"/>
                </a:lnTo>
                <a:lnTo>
                  <a:pt x="37967" y="21801"/>
                </a:lnTo>
                <a:lnTo>
                  <a:pt x="37540" y="21361"/>
                </a:lnTo>
                <a:lnTo>
                  <a:pt x="37093" y="20933"/>
                </a:lnTo>
                <a:lnTo>
                  <a:pt x="36628" y="20518"/>
                </a:lnTo>
                <a:lnTo>
                  <a:pt x="36147" y="20117"/>
                </a:lnTo>
                <a:lnTo>
                  <a:pt x="35653" y="19733"/>
                </a:lnTo>
                <a:lnTo>
                  <a:pt x="35145" y="19367"/>
                </a:lnTo>
                <a:lnTo>
                  <a:pt x="34624" y="19017"/>
                </a:lnTo>
                <a:lnTo>
                  <a:pt x="34090" y="18684"/>
                </a:lnTo>
                <a:lnTo>
                  <a:pt x="33542" y="18369"/>
                </a:lnTo>
                <a:lnTo>
                  <a:pt x="32980" y="18071"/>
                </a:lnTo>
                <a:lnTo>
                  <a:pt x="32406" y="17789"/>
                </a:lnTo>
                <a:lnTo>
                  <a:pt x="31817" y="17525"/>
                </a:lnTo>
                <a:lnTo>
                  <a:pt x="31216" y="17278"/>
                </a:lnTo>
                <a:lnTo>
                  <a:pt x="30601" y="17047"/>
                </a:lnTo>
                <a:lnTo>
                  <a:pt x="29973" y="16834"/>
                </a:lnTo>
                <a:lnTo>
                  <a:pt x="29331" y="16638"/>
                </a:lnTo>
                <a:lnTo>
                  <a:pt x="28676" y="16459"/>
                </a:lnTo>
                <a:lnTo>
                  <a:pt x="28008" y="16297"/>
                </a:lnTo>
                <a:lnTo>
                  <a:pt x="27326" y="16152"/>
                </a:lnTo>
                <a:lnTo>
                  <a:pt x="26631" y="16024"/>
                </a:lnTo>
                <a:lnTo>
                  <a:pt x="25922" y="15913"/>
                </a:lnTo>
                <a:lnTo>
                  <a:pt x="25200" y="15820"/>
                </a:lnTo>
                <a:lnTo>
                  <a:pt x="24464" y="15743"/>
                </a:lnTo>
                <a:lnTo>
                  <a:pt x="23716" y="15683"/>
                </a:lnTo>
                <a:lnTo>
                  <a:pt x="22954" y="15641"/>
                </a:lnTo>
                <a:lnTo>
                  <a:pt x="22178" y="15615"/>
                </a:lnTo>
                <a:lnTo>
                  <a:pt x="21389" y="15606"/>
                </a:lnTo>
                <a:lnTo>
                  <a:pt x="20856" y="15611"/>
                </a:lnTo>
                <a:lnTo>
                  <a:pt x="20329" y="15623"/>
                </a:lnTo>
                <a:lnTo>
                  <a:pt x="19808" y="15644"/>
                </a:lnTo>
                <a:lnTo>
                  <a:pt x="19292" y="15674"/>
                </a:lnTo>
                <a:lnTo>
                  <a:pt x="18781" y="15712"/>
                </a:lnTo>
                <a:lnTo>
                  <a:pt x="18277" y="15758"/>
                </a:lnTo>
                <a:lnTo>
                  <a:pt x="17777" y="15813"/>
                </a:lnTo>
                <a:lnTo>
                  <a:pt x="17284" y="15877"/>
                </a:lnTo>
                <a:lnTo>
                  <a:pt x="16796" y="15949"/>
                </a:lnTo>
                <a:lnTo>
                  <a:pt x="16313" y="16029"/>
                </a:lnTo>
                <a:lnTo>
                  <a:pt x="15836" y="16118"/>
                </a:lnTo>
                <a:lnTo>
                  <a:pt x="15365" y="16215"/>
                </a:lnTo>
                <a:lnTo>
                  <a:pt x="14899" y="16320"/>
                </a:lnTo>
                <a:lnTo>
                  <a:pt x="14439" y="16434"/>
                </a:lnTo>
                <a:lnTo>
                  <a:pt x="13984" y="16557"/>
                </a:lnTo>
                <a:lnTo>
                  <a:pt x="13535" y="16688"/>
                </a:lnTo>
                <a:lnTo>
                  <a:pt x="13092" y="16827"/>
                </a:lnTo>
                <a:lnTo>
                  <a:pt x="12654" y="16975"/>
                </a:lnTo>
                <a:lnTo>
                  <a:pt x="12221" y="17131"/>
                </a:lnTo>
                <a:lnTo>
                  <a:pt x="11795" y="17296"/>
                </a:lnTo>
                <a:lnTo>
                  <a:pt x="11373" y="17469"/>
                </a:lnTo>
                <a:lnTo>
                  <a:pt x="10958" y="17651"/>
                </a:lnTo>
                <a:lnTo>
                  <a:pt x="10548" y="17841"/>
                </a:lnTo>
                <a:lnTo>
                  <a:pt x="10143" y="18040"/>
                </a:lnTo>
                <a:lnTo>
                  <a:pt x="9745" y="18246"/>
                </a:lnTo>
                <a:lnTo>
                  <a:pt x="9355" y="18459"/>
                </a:lnTo>
                <a:lnTo>
                  <a:pt x="8972" y="18678"/>
                </a:lnTo>
                <a:lnTo>
                  <a:pt x="8597" y="18905"/>
                </a:lnTo>
                <a:lnTo>
                  <a:pt x="8229" y="19139"/>
                </a:lnTo>
                <a:lnTo>
                  <a:pt x="7869" y="19379"/>
                </a:lnTo>
                <a:lnTo>
                  <a:pt x="7516" y="19626"/>
                </a:lnTo>
                <a:lnTo>
                  <a:pt x="7170" y="19880"/>
                </a:lnTo>
                <a:lnTo>
                  <a:pt x="6832" y="20141"/>
                </a:lnTo>
                <a:lnTo>
                  <a:pt x="6502" y="20409"/>
                </a:lnTo>
                <a:lnTo>
                  <a:pt x="6179" y="20684"/>
                </a:lnTo>
                <a:lnTo>
                  <a:pt x="5863" y="20965"/>
                </a:lnTo>
                <a:lnTo>
                  <a:pt x="5555" y="21254"/>
                </a:lnTo>
                <a:lnTo>
                  <a:pt x="5255" y="21549"/>
                </a:lnTo>
                <a:lnTo>
                  <a:pt x="4962" y="21851"/>
                </a:lnTo>
                <a:lnTo>
                  <a:pt x="4676" y="22160"/>
                </a:lnTo>
                <a:lnTo>
                  <a:pt x="4398" y="22476"/>
                </a:lnTo>
                <a:lnTo>
                  <a:pt x="4128" y="22798"/>
                </a:lnTo>
                <a:lnTo>
                  <a:pt x="3865" y="23128"/>
                </a:lnTo>
                <a:lnTo>
                  <a:pt x="3609" y="23464"/>
                </a:lnTo>
                <a:lnTo>
                  <a:pt x="3361" y="23808"/>
                </a:lnTo>
                <a:lnTo>
                  <a:pt x="3120" y="24158"/>
                </a:lnTo>
                <a:lnTo>
                  <a:pt x="2887" y="24515"/>
                </a:lnTo>
                <a:lnTo>
                  <a:pt x="2662" y="24878"/>
                </a:lnTo>
                <a:lnTo>
                  <a:pt x="2444" y="25249"/>
                </a:lnTo>
                <a:lnTo>
                  <a:pt x="2236" y="25625"/>
                </a:lnTo>
                <a:lnTo>
                  <a:pt x="2038" y="26007"/>
                </a:lnTo>
                <a:lnTo>
                  <a:pt x="1848" y="26396"/>
                </a:lnTo>
                <a:lnTo>
                  <a:pt x="1668" y="26790"/>
                </a:lnTo>
                <a:lnTo>
                  <a:pt x="1497" y="27191"/>
                </a:lnTo>
                <a:lnTo>
                  <a:pt x="1335" y="27597"/>
                </a:lnTo>
                <a:lnTo>
                  <a:pt x="1183" y="28010"/>
                </a:lnTo>
                <a:lnTo>
                  <a:pt x="1040" y="28429"/>
                </a:lnTo>
                <a:lnTo>
                  <a:pt x="906" y="28854"/>
                </a:lnTo>
                <a:lnTo>
                  <a:pt x="781" y="29284"/>
                </a:lnTo>
                <a:lnTo>
                  <a:pt x="665" y="29721"/>
                </a:lnTo>
                <a:lnTo>
                  <a:pt x="559" y="30164"/>
                </a:lnTo>
                <a:lnTo>
                  <a:pt x="462" y="30613"/>
                </a:lnTo>
                <a:lnTo>
                  <a:pt x="374" y="31068"/>
                </a:lnTo>
                <a:lnTo>
                  <a:pt x="296" y="31529"/>
                </a:lnTo>
                <a:lnTo>
                  <a:pt x="226" y="31997"/>
                </a:lnTo>
                <a:lnTo>
                  <a:pt x="166" y="32470"/>
                </a:lnTo>
                <a:lnTo>
                  <a:pt x="116" y="32949"/>
                </a:lnTo>
                <a:lnTo>
                  <a:pt x="74" y="33434"/>
                </a:lnTo>
                <a:lnTo>
                  <a:pt x="42" y="33926"/>
                </a:lnTo>
                <a:lnTo>
                  <a:pt x="18" y="34423"/>
                </a:lnTo>
                <a:lnTo>
                  <a:pt x="5" y="34927"/>
                </a:lnTo>
                <a:lnTo>
                  <a:pt x="0" y="35436"/>
                </a:lnTo>
                <a:lnTo>
                  <a:pt x="0" y="48105"/>
                </a:lnTo>
                <a:lnTo>
                  <a:pt x="5" y="48607"/>
                </a:lnTo>
                <a:lnTo>
                  <a:pt x="18" y="49104"/>
                </a:lnTo>
                <a:lnTo>
                  <a:pt x="42" y="49595"/>
                </a:lnTo>
                <a:lnTo>
                  <a:pt x="74" y="50080"/>
                </a:lnTo>
                <a:lnTo>
                  <a:pt x="116" y="50560"/>
                </a:lnTo>
                <a:lnTo>
                  <a:pt x="166" y="51034"/>
                </a:lnTo>
                <a:lnTo>
                  <a:pt x="226" y="51503"/>
                </a:lnTo>
                <a:lnTo>
                  <a:pt x="296" y="51966"/>
                </a:lnTo>
                <a:lnTo>
                  <a:pt x="374" y="52423"/>
                </a:lnTo>
                <a:lnTo>
                  <a:pt x="462" y="52875"/>
                </a:lnTo>
                <a:lnTo>
                  <a:pt x="559" y="53322"/>
                </a:lnTo>
                <a:lnTo>
                  <a:pt x="665" y="53762"/>
                </a:lnTo>
                <a:lnTo>
                  <a:pt x="781" y="54198"/>
                </a:lnTo>
                <a:lnTo>
                  <a:pt x="906" y="54627"/>
                </a:lnTo>
                <a:lnTo>
                  <a:pt x="1040" y="55051"/>
                </a:lnTo>
                <a:lnTo>
                  <a:pt x="1183" y="55470"/>
                </a:lnTo>
                <a:lnTo>
                  <a:pt x="1335" y="55883"/>
                </a:lnTo>
                <a:lnTo>
                  <a:pt x="1497" y="56290"/>
                </a:lnTo>
                <a:lnTo>
                  <a:pt x="1668" y="56692"/>
                </a:lnTo>
                <a:lnTo>
                  <a:pt x="1848" y="57088"/>
                </a:lnTo>
                <a:lnTo>
                  <a:pt x="2038" y="57479"/>
                </a:lnTo>
                <a:lnTo>
                  <a:pt x="2236" y="57864"/>
                </a:lnTo>
                <a:lnTo>
                  <a:pt x="2444" y="58243"/>
                </a:lnTo>
                <a:lnTo>
                  <a:pt x="2662" y="58617"/>
                </a:lnTo>
                <a:lnTo>
                  <a:pt x="2887" y="58984"/>
                </a:lnTo>
                <a:lnTo>
                  <a:pt x="3120" y="59345"/>
                </a:lnTo>
                <a:lnTo>
                  <a:pt x="3361" y="59698"/>
                </a:lnTo>
                <a:lnTo>
                  <a:pt x="3609" y="60045"/>
                </a:lnTo>
                <a:lnTo>
                  <a:pt x="3865" y="60384"/>
                </a:lnTo>
                <a:lnTo>
                  <a:pt x="4128" y="60717"/>
                </a:lnTo>
                <a:lnTo>
                  <a:pt x="4398" y="61042"/>
                </a:lnTo>
                <a:lnTo>
                  <a:pt x="4676" y="61360"/>
                </a:lnTo>
                <a:lnTo>
                  <a:pt x="4962" y="61672"/>
                </a:lnTo>
                <a:lnTo>
                  <a:pt x="5255" y="61976"/>
                </a:lnTo>
                <a:lnTo>
                  <a:pt x="5555" y="62274"/>
                </a:lnTo>
                <a:lnTo>
                  <a:pt x="5863" y="62564"/>
                </a:lnTo>
                <a:lnTo>
                  <a:pt x="6179" y="62847"/>
                </a:lnTo>
                <a:lnTo>
                  <a:pt x="6502" y="63124"/>
                </a:lnTo>
                <a:lnTo>
                  <a:pt x="6832" y="63393"/>
                </a:lnTo>
                <a:lnTo>
                  <a:pt x="7170" y="63655"/>
                </a:lnTo>
                <a:lnTo>
                  <a:pt x="7516" y="63911"/>
                </a:lnTo>
                <a:lnTo>
                  <a:pt x="7869" y="64159"/>
                </a:lnTo>
                <a:lnTo>
                  <a:pt x="8229" y="64400"/>
                </a:lnTo>
                <a:lnTo>
                  <a:pt x="8597" y="64635"/>
                </a:lnTo>
                <a:lnTo>
                  <a:pt x="8972" y="64862"/>
                </a:lnTo>
                <a:lnTo>
                  <a:pt x="9355" y="65082"/>
                </a:lnTo>
                <a:lnTo>
                  <a:pt x="9745" y="65296"/>
                </a:lnTo>
                <a:lnTo>
                  <a:pt x="10143" y="65502"/>
                </a:lnTo>
                <a:lnTo>
                  <a:pt x="10548" y="65700"/>
                </a:lnTo>
                <a:lnTo>
                  <a:pt x="10958" y="65890"/>
                </a:lnTo>
                <a:lnTo>
                  <a:pt x="11373" y="66072"/>
                </a:lnTo>
                <a:lnTo>
                  <a:pt x="11795" y="66245"/>
                </a:lnTo>
                <a:lnTo>
                  <a:pt x="12221" y="66410"/>
                </a:lnTo>
                <a:lnTo>
                  <a:pt x="12654" y="66566"/>
                </a:lnTo>
                <a:lnTo>
                  <a:pt x="13092" y="66714"/>
                </a:lnTo>
                <a:lnTo>
                  <a:pt x="13535" y="66853"/>
                </a:lnTo>
                <a:lnTo>
                  <a:pt x="13984" y="66984"/>
                </a:lnTo>
                <a:lnTo>
                  <a:pt x="14439" y="67106"/>
                </a:lnTo>
                <a:lnTo>
                  <a:pt x="14899" y="67220"/>
                </a:lnTo>
                <a:lnTo>
                  <a:pt x="15365" y="67326"/>
                </a:lnTo>
                <a:lnTo>
                  <a:pt x="15836" y="67423"/>
                </a:lnTo>
                <a:lnTo>
                  <a:pt x="16313" y="67511"/>
                </a:lnTo>
                <a:lnTo>
                  <a:pt x="16796" y="67592"/>
                </a:lnTo>
                <a:lnTo>
                  <a:pt x="17284" y="67663"/>
                </a:lnTo>
                <a:lnTo>
                  <a:pt x="17777" y="67727"/>
                </a:lnTo>
                <a:lnTo>
                  <a:pt x="18277" y="67782"/>
                </a:lnTo>
                <a:lnTo>
                  <a:pt x="18781" y="67828"/>
                </a:lnTo>
                <a:lnTo>
                  <a:pt x="19292" y="67866"/>
                </a:lnTo>
                <a:lnTo>
                  <a:pt x="19808" y="67896"/>
                </a:lnTo>
                <a:lnTo>
                  <a:pt x="20329" y="67917"/>
                </a:lnTo>
                <a:lnTo>
                  <a:pt x="20856" y="67929"/>
                </a:lnTo>
                <a:lnTo>
                  <a:pt x="21389" y="67934"/>
                </a:lnTo>
                <a:lnTo>
                  <a:pt x="22178" y="67925"/>
                </a:lnTo>
                <a:lnTo>
                  <a:pt x="22954" y="67900"/>
                </a:lnTo>
                <a:close/>
                <a:moveTo>
                  <a:pt x="151934" y="67016"/>
                </a:moveTo>
                <a:lnTo>
                  <a:pt x="151934" y="32773"/>
                </a:lnTo>
                <a:lnTo>
                  <a:pt x="151924" y="32121"/>
                </a:lnTo>
                <a:lnTo>
                  <a:pt x="151896" y="31480"/>
                </a:lnTo>
                <a:lnTo>
                  <a:pt x="151850" y="30851"/>
                </a:lnTo>
                <a:lnTo>
                  <a:pt x="151785" y="30232"/>
                </a:lnTo>
                <a:lnTo>
                  <a:pt x="151701" y="29625"/>
                </a:lnTo>
                <a:lnTo>
                  <a:pt x="151598" y="29030"/>
                </a:lnTo>
                <a:lnTo>
                  <a:pt x="151477" y="28445"/>
                </a:lnTo>
                <a:lnTo>
                  <a:pt x="151337" y="27872"/>
                </a:lnTo>
                <a:lnTo>
                  <a:pt x="151178" y="27311"/>
                </a:lnTo>
                <a:lnTo>
                  <a:pt x="151001" y="26760"/>
                </a:lnTo>
                <a:lnTo>
                  <a:pt x="150805" y="26221"/>
                </a:lnTo>
                <a:lnTo>
                  <a:pt x="150591" y="25693"/>
                </a:lnTo>
                <a:lnTo>
                  <a:pt x="150358" y="25177"/>
                </a:lnTo>
                <a:lnTo>
                  <a:pt x="150106" y="24672"/>
                </a:lnTo>
                <a:lnTo>
                  <a:pt x="149836" y="24178"/>
                </a:lnTo>
                <a:lnTo>
                  <a:pt x="149547" y="23695"/>
                </a:lnTo>
                <a:lnTo>
                  <a:pt x="149239" y="23224"/>
                </a:lnTo>
                <a:lnTo>
                  <a:pt x="148913" y="22764"/>
                </a:lnTo>
                <a:lnTo>
                  <a:pt x="148568" y="22316"/>
                </a:lnTo>
                <a:lnTo>
                  <a:pt x="148204" y="21879"/>
                </a:lnTo>
                <a:lnTo>
                  <a:pt x="147822" y="21453"/>
                </a:lnTo>
                <a:lnTo>
                  <a:pt x="147421" y="21038"/>
                </a:lnTo>
                <a:lnTo>
                  <a:pt x="147001" y="20635"/>
                </a:lnTo>
                <a:lnTo>
                  <a:pt x="146563" y="20243"/>
                </a:lnTo>
                <a:lnTo>
                  <a:pt x="146109" y="19865"/>
                </a:lnTo>
                <a:lnTo>
                  <a:pt x="145641" y="19503"/>
                </a:lnTo>
                <a:lnTo>
                  <a:pt x="145160" y="19156"/>
                </a:lnTo>
                <a:lnTo>
                  <a:pt x="144665" y="18826"/>
                </a:lnTo>
                <a:lnTo>
                  <a:pt x="144156" y="18512"/>
                </a:lnTo>
                <a:lnTo>
                  <a:pt x="143634" y="18215"/>
                </a:lnTo>
                <a:lnTo>
                  <a:pt x="143099" y="17933"/>
                </a:lnTo>
                <a:lnTo>
                  <a:pt x="142550" y="17667"/>
                </a:lnTo>
                <a:lnTo>
                  <a:pt x="141987" y="17418"/>
                </a:lnTo>
                <a:lnTo>
                  <a:pt x="141411" y="17184"/>
                </a:lnTo>
                <a:lnTo>
                  <a:pt x="140821" y="16967"/>
                </a:lnTo>
                <a:lnTo>
                  <a:pt x="140218" y="16766"/>
                </a:lnTo>
                <a:lnTo>
                  <a:pt x="139601" y="16580"/>
                </a:lnTo>
                <a:lnTo>
                  <a:pt x="138971" y="16411"/>
                </a:lnTo>
                <a:lnTo>
                  <a:pt x="138327" y="16258"/>
                </a:lnTo>
                <a:lnTo>
                  <a:pt x="137669" y="16122"/>
                </a:lnTo>
                <a:lnTo>
                  <a:pt x="136998" y="16001"/>
                </a:lnTo>
                <a:lnTo>
                  <a:pt x="136314" y="15896"/>
                </a:lnTo>
                <a:lnTo>
                  <a:pt x="135616" y="15808"/>
                </a:lnTo>
                <a:lnTo>
                  <a:pt x="134904" y="15735"/>
                </a:lnTo>
                <a:lnTo>
                  <a:pt x="134179" y="15679"/>
                </a:lnTo>
                <a:lnTo>
                  <a:pt x="133440" y="15639"/>
                </a:lnTo>
                <a:lnTo>
                  <a:pt x="132688" y="15614"/>
                </a:lnTo>
                <a:lnTo>
                  <a:pt x="131922" y="15606"/>
                </a:lnTo>
                <a:lnTo>
                  <a:pt x="131200" y="15614"/>
                </a:lnTo>
                <a:lnTo>
                  <a:pt x="130490" y="15636"/>
                </a:lnTo>
                <a:lnTo>
                  <a:pt x="129790" y="15672"/>
                </a:lnTo>
                <a:lnTo>
                  <a:pt x="129101" y="15724"/>
                </a:lnTo>
                <a:lnTo>
                  <a:pt x="128423" y="15790"/>
                </a:lnTo>
                <a:lnTo>
                  <a:pt x="127756" y="15870"/>
                </a:lnTo>
                <a:lnTo>
                  <a:pt x="127100" y="15966"/>
                </a:lnTo>
                <a:lnTo>
                  <a:pt x="126454" y="16076"/>
                </a:lnTo>
                <a:lnTo>
                  <a:pt x="125820" y="16200"/>
                </a:lnTo>
                <a:lnTo>
                  <a:pt x="125196" y="16340"/>
                </a:lnTo>
                <a:lnTo>
                  <a:pt x="124583" y="16494"/>
                </a:lnTo>
                <a:lnTo>
                  <a:pt x="123981" y="16662"/>
                </a:lnTo>
                <a:lnTo>
                  <a:pt x="123389" y="16846"/>
                </a:lnTo>
                <a:lnTo>
                  <a:pt x="122809" y="17044"/>
                </a:lnTo>
                <a:lnTo>
                  <a:pt x="122239" y="17256"/>
                </a:lnTo>
                <a:lnTo>
                  <a:pt x="121680" y="17484"/>
                </a:lnTo>
                <a:lnTo>
                  <a:pt x="121132" y="17725"/>
                </a:lnTo>
                <a:lnTo>
                  <a:pt x="120595" y="17982"/>
                </a:lnTo>
                <a:lnTo>
                  <a:pt x="120069" y="18253"/>
                </a:lnTo>
                <a:lnTo>
                  <a:pt x="119553" y="18539"/>
                </a:lnTo>
                <a:lnTo>
                  <a:pt x="119049" y="18840"/>
                </a:lnTo>
                <a:lnTo>
                  <a:pt x="118555" y="19155"/>
                </a:lnTo>
                <a:lnTo>
                  <a:pt x="118072" y="19485"/>
                </a:lnTo>
                <a:lnTo>
                  <a:pt x="117600" y="19830"/>
                </a:lnTo>
                <a:lnTo>
                  <a:pt x="117141" y="20187"/>
                </a:lnTo>
                <a:lnTo>
                  <a:pt x="116700" y="20554"/>
                </a:lnTo>
                <a:lnTo>
                  <a:pt x="116274" y="20931"/>
                </a:lnTo>
                <a:lnTo>
                  <a:pt x="115866" y="21319"/>
                </a:lnTo>
                <a:lnTo>
                  <a:pt x="115474" y="21717"/>
                </a:lnTo>
                <a:lnTo>
                  <a:pt x="115098" y="22125"/>
                </a:lnTo>
                <a:lnTo>
                  <a:pt x="114739" y="22543"/>
                </a:lnTo>
                <a:lnTo>
                  <a:pt x="114397" y="22971"/>
                </a:lnTo>
                <a:lnTo>
                  <a:pt x="114071" y="23410"/>
                </a:lnTo>
                <a:lnTo>
                  <a:pt x="113762" y="23858"/>
                </a:lnTo>
                <a:lnTo>
                  <a:pt x="113469" y="24317"/>
                </a:lnTo>
                <a:lnTo>
                  <a:pt x="113193" y="24787"/>
                </a:lnTo>
                <a:lnTo>
                  <a:pt x="112933" y="25266"/>
                </a:lnTo>
                <a:lnTo>
                  <a:pt x="112690" y="25756"/>
                </a:lnTo>
                <a:lnTo>
                  <a:pt x="112464" y="26255"/>
                </a:lnTo>
                <a:lnTo>
                  <a:pt x="112254" y="26765"/>
                </a:lnTo>
                <a:lnTo>
                  <a:pt x="112061" y="27286"/>
                </a:lnTo>
                <a:lnTo>
                  <a:pt x="111885" y="27816"/>
                </a:lnTo>
                <a:lnTo>
                  <a:pt x="111724" y="28357"/>
                </a:lnTo>
                <a:lnTo>
                  <a:pt x="111581" y="28907"/>
                </a:lnTo>
                <a:lnTo>
                  <a:pt x="111454" y="29469"/>
                </a:lnTo>
                <a:lnTo>
                  <a:pt x="111344" y="30040"/>
                </a:lnTo>
                <a:lnTo>
                  <a:pt x="111250" y="30621"/>
                </a:lnTo>
                <a:lnTo>
                  <a:pt x="111173" y="31213"/>
                </a:lnTo>
                <a:lnTo>
                  <a:pt x="122374" y="31213"/>
                </a:lnTo>
                <a:lnTo>
                  <a:pt x="122415" y="30978"/>
                </a:lnTo>
                <a:lnTo>
                  <a:pt x="122464" y="30747"/>
                </a:lnTo>
                <a:lnTo>
                  <a:pt x="122520" y="30520"/>
                </a:lnTo>
                <a:lnTo>
                  <a:pt x="122583" y="30297"/>
                </a:lnTo>
                <a:lnTo>
                  <a:pt x="122652" y="30079"/>
                </a:lnTo>
                <a:lnTo>
                  <a:pt x="122729" y="29864"/>
                </a:lnTo>
                <a:lnTo>
                  <a:pt x="122813" y="29654"/>
                </a:lnTo>
                <a:lnTo>
                  <a:pt x="122904" y="29448"/>
                </a:lnTo>
                <a:lnTo>
                  <a:pt x="123001" y="29246"/>
                </a:lnTo>
                <a:lnTo>
                  <a:pt x="123106" y="29048"/>
                </a:lnTo>
                <a:lnTo>
                  <a:pt x="123218" y="28855"/>
                </a:lnTo>
                <a:lnTo>
                  <a:pt x="123337" y="28665"/>
                </a:lnTo>
                <a:lnTo>
                  <a:pt x="123463" y="28480"/>
                </a:lnTo>
                <a:lnTo>
                  <a:pt x="123596" y="28299"/>
                </a:lnTo>
                <a:lnTo>
                  <a:pt x="123735" y="28122"/>
                </a:lnTo>
                <a:lnTo>
                  <a:pt x="123882" y="27949"/>
                </a:lnTo>
                <a:lnTo>
                  <a:pt x="124036" y="27780"/>
                </a:lnTo>
                <a:lnTo>
                  <a:pt x="124197" y="27615"/>
                </a:lnTo>
                <a:lnTo>
                  <a:pt x="124365" y="27455"/>
                </a:lnTo>
                <a:lnTo>
                  <a:pt x="124540" y="27299"/>
                </a:lnTo>
                <a:lnTo>
                  <a:pt x="124722" y="27146"/>
                </a:lnTo>
                <a:lnTo>
                  <a:pt x="124911" y="26998"/>
                </a:lnTo>
                <a:lnTo>
                  <a:pt x="125107" y="26855"/>
                </a:lnTo>
                <a:lnTo>
                  <a:pt x="125310" y="26715"/>
                </a:lnTo>
                <a:lnTo>
                  <a:pt x="125519" y="26580"/>
                </a:lnTo>
                <a:lnTo>
                  <a:pt x="125732" y="26451"/>
                </a:lnTo>
                <a:lnTo>
                  <a:pt x="125950" y="26327"/>
                </a:lnTo>
                <a:lnTo>
                  <a:pt x="126172" y="26210"/>
                </a:lnTo>
                <a:lnTo>
                  <a:pt x="126399" y="26098"/>
                </a:lnTo>
                <a:lnTo>
                  <a:pt x="126630" y="25992"/>
                </a:lnTo>
                <a:lnTo>
                  <a:pt x="126866" y="25891"/>
                </a:lnTo>
                <a:lnTo>
                  <a:pt x="127106" y="25797"/>
                </a:lnTo>
                <a:lnTo>
                  <a:pt x="127350" y="25708"/>
                </a:lnTo>
                <a:lnTo>
                  <a:pt x="127599" y="25624"/>
                </a:lnTo>
                <a:lnTo>
                  <a:pt x="127853" y="25547"/>
                </a:lnTo>
                <a:lnTo>
                  <a:pt x="128110" y="25475"/>
                </a:lnTo>
                <a:lnTo>
                  <a:pt x="128373" y="25409"/>
                </a:lnTo>
                <a:lnTo>
                  <a:pt x="128640" y="25349"/>
                </a:lnTo>
                <a:lnTo>
                  <a:pt x="128911" y="25294"/>
                </a:lnTo>
                <a:lnTo>
                  <a:pt x="129187" y="25246"/>
                </a:lnTo>
                <a:lnTo>
                  <a:pt x="129467" y="25203"/>
                </a:lnTo>
                <a:lnTo>
                  <a:pt x="129752" y="25165"/>
                </a:lnTo>
                <a:lnTo>
                  <a:pt x="130041" y="25134"/>
                </a:lnTo>
                <a:lnTo>
                  <a:pt x="130334" y="25108"/>
                </a:lnTo>
                <a:lnTo>
                  <a:pt x="130632" y="25088"/>
                </a:lnTo>
                <a:lnTo>
                  <a:pt x="130935" y="25073"/>
                </a:lnTo>
                <a:lnTo>
                  <a:pt x="131242" y="25065"/>
                </a:lnTo>
                <a:lnTo>
                  <a:pt x="131553" y="25062"/>
                </a:lnTo>
                <a:lnTo>
                  <a:pt x="131895" y="25065"/>
                </a:lnTo>
                <a:lnTo>
                  <a:pt x="132230" y="25076"/>
                </a:lnTo>
                <a:lnTo>
                  <a:pt x="132559" y="25094"/>
                </a:lnTo>
                <a:lnTo>
                  <a:pt x="132882" y="25119"/>
                </a:lnTo>
                <a:lnTo>
                  <a:pt x="133199" y="25152"/>
                </a:lnTo>
                <a:lnTo>
                  <a:pt x="133510" y="25191"/>
                </a:lnTo>
                <a:lnTo>
                  <a:pt x="133815" y="25238"/>
                </a:lnTo>
                <a:lnTo>
                  <a:pt x="134114" y="25291"/>
                </a:lnTo>
                <a:lnTo>
                  <a:pt x="134407" y="25352"/>
                </a:lnTo>
                <a:lnTo>
                  <a:pt x="134694" y="25421"/>
                </a:lnTo>
                <a:lnTo>
                  <a:pt x="134974" y="25496"/>
                </a:lnTo>
                <a:lnTo>
                  <a:pt x="135249" y="25578"/>
                </a:lnTo>
                <a:lnTo>
                  <a:pt x="135518" y="25668"/>
                </a:lnTo>
                <a:lnTo>
                  <a:pt x="135780" y="25765"/>
                </a:lnTo>
                <a:lnTo>
                  <a:pt x="136036" y="25869"/>
                </a:lnTo>
                <a:lnTo>
                  <a:pt x="136287" y="25980"/>
                </a:lnTo>
                <a:lnTo>
                  <a:pt x="136531" y="26099"/>
                </a:lnTo>
                <a:lnTo>
                  <a:pt x="136769" y="26224"/>
                </a:lnTo>
                <a:lnTo>
                  <a:pt x="137001" y="26357"/>
                </a:lnTo>
                <a:lnTo>
                  <a:pt x="137228" y="26497"/>
                </a:lnTo>
                <a:lnTo>
                  <a:pt x="137448" y="26644"/>
                </a:lnTo>
                <a:lnTo>
                  <a:pt x="137662" y="26798"/>
                </a:lnTo>
                <a:lnTo>
                  <a:pt x="137869" y="26959"/>
                </a:lnTo>
                <a:lnTo>
                  <a:pt x="138071" y="27128"/>
                </a:lnTo>
                <a:lnTo>
                  <a:pt x="138266" y="27303"/>
                </a:lnTo>
                <a:lnTo>
                  <a:pt x="138453" y="27483"/>
                </a:lnTo>
                <a:lnTo>
                  <a:pt x="138631" y="27669"/>
                </a:lnTo>
                <a:lnTo>
                  <a:pt x="138801" y="27861"/>
                </a:lnTo>
                <a:lnTo>
                  <a:pt x="138962" y="28058"/>
                </a:lnTo>
                <a:lnTo>
                  <a:pt x="139116" y="28261"/>
                </a:lnTo>
                <a:lnTo>
                  <a:pt x="139261" y="28469"/>
                </a:lnTo>
                <a:lnTo>
                  <a:pt x="139397" y="28683"/>
                </a:lnTo>
                <a:lnTo>
                  <a:pt x="139526" y="28903"/>
                </a:lnTo>
                <a:lnTo>
                  <a:pt x="139646" y="29128"/>
                </a:lnTo>
                <a:lnTo>
                  <a:pt x="139758" y="29359"/>
                </a:lnTo>
                <a:lnTo>
                  <a:pt x="139862" y="29595"/>
                </a:lnTo>
                <a:lnTo>
                  <a:pt x="139957" y="29837"/>
                </a:lnTo>
                <a:lnTo>
                  <a:pt x="140044" y="30084"/>
                </a:lnTo>
                <a:lnTo>
                  <a:pt x="140123" y="30337"/>
                </a:lnTo>
                <a:lnTo>
                  <a:pt x="140193" y="30596"/>
                </a:lnTo>
                <a:lnTo>
                  <a:pt x="140255" y="30860"/>
                </a:lnTo>
                <a:lnTo>
                  <a:pt x="140309" y="31130"/>
                </a:lnTo>
                <a:lnTo>
                  <a:pt x="140355" y="31405"/>
                </a:lnTo>
                <a:lnTo>
                  <a:pt x="140392" y="31686"/>
                </a:lnTo>
                <a:lnTo>
                  <a:pt x="140421" y="31973"/>
                </a:lnTo>
                <a:lnTo>
                  <a:pt x="140442" y="32265"/>
                </a:lnTo>
                <a:lnTo>
                  <a:pt x="140454" y="32563"/>
                </a:lnTo>
                <a:lnTo>
                  <a:pt x="140458" y="32866"/>
                </a:lnTo>
                <a:lnTo>
                  <a:pt x="140458" y="37180"/>
                </a:lnTo>
                <a:lnTo>
                  <a:pt x="127882" y="37180"/>
                </a:lnTo>
                <a:lnTo>
                  <a:pt x="127132" y="37187"/>
                </a:lnTo>
                <a:lnTo>
                  <a:pt x="126396" y="37208"/>
                </a:lnTo>
                <a:lnTo>
                  <a:pt x="125674" y="37243"/>
                </a:lnTo>
                <a:lnTo>
                  <a:pt x="124967" y="37293"/>
                </a:lnTo>
                <a:lnTo>
                  <a:pt x="124274" y="37356"/>
                </a:lnTo>
                <a:lnTo>
                  <a:pt x="123596" y="37433"/>
                </a:lnTo>
                <a:lnTo>
                  <a:pt x="122932" y="37524"/>
                </a:lnTo>
                <a:lnTo>
                  <a:pt x="122282" y="37629"/>
                </a:lnTo>
                <a:lnTo>
                  <a:pt x="121646" y="37748"/>
                </a:lnTo>
                <a:lnTo>
                  <a:pt x="121025" y="37882"/>
                </a:lnTo>
                <a:lnTo>
                  <a:pt x="120418" y="38029"/>
                </a:lnTo>
                <a:lnTo>
                  <a:pt x="119826" y="38190"/>
                </a:lnTo>
                <a:lnTo>
                  <a:pt x="119248" y="38366"/>
                </a:lnTo>
                <a:lnTo>
                  <a:pt x="118684" y="38555"/>
                </a:lnTo>
                <a:lnTo>
                  <a:pt x="118135" y="38758"/>
                </a:lnTo>
                <a:lnTo>
                  <a:pt x="117600" y="38976"/>
                </a:lnTo>
                <a:lnTo>
                  <a:pt x="117079" y="39207"/>
                </a:lnTo>
                <a:lnTo>
                  <a:pt x="116573" y="39453"/>
                </a:lnTo>
                <a:lnTo>
                  <a:pt x="116081" y="39712"/>
                </a:lnTo>
                <a:lnTo>
                  <a:pt x="115603" y="39986"/>
                </a:lnTo>
                <a:lnTo>
                  <a:pt x="115140" y="40273"/>
                </a:lnTo>
                <a:lnTo>
                  <a:pt x="114691" y="40575"/>
                </a:lnTo>
                <a:lnTo>
                  <a:pt x="114256" y="40891"/>
                </a:lnTo>
                <a:lnTo>
                  <a:pt x="113836" y="41220"/>
                </a:lnTo>
                <a:lnTo>
                  <a:pt x="113431" y="41563"/>
                </a:lnTo>
                <a:lnTo>
                  <a:pt x="113044" y="41917"/>
                </a:lnTo>
                <a:lnTo>
                  <a:pt x="112674" y="42283"/>
                </a:lnTo>
                <a:lnTo>
                  <a:pt x="112321" y="42661"/>
                </a:lnTo>
                <a:lnTo>
                  <a:pt x="111985" y="43050"/>
                </a:lnTo>
                <a:lnTo>
                  <a:pt x="111667" y="43452"/>
                </a:lnTo>
                <a:lnTo>
                  <a:pt x="111366" y="43865"/>
                </a:lnTo>
                <a:lnTo>
                  <a:pt x="111082" y="44290"/>
                </a:lnTo>
                <a:lnTo>
                  <a:pt x="110815" y="44727"/>
                </a:lnTo>
                <a:lnTo>
                  <a:pt x="110565" y="45175"/>
                </a:lnTo>
                <a:lnTo>
                  <a:pt x="110333" y="45636"/>
                </a:lnTo>
                <a:lnTo>
                  <a:pt x="110118" y="46108"/>
                </a:lnTo>
                <a:lnTo>
                  <a:pt x="109920" y="46592"/>
                </a:lnTo>
                <a:lnTo>
                  <a:pt x="109739" y="47088"/>
                </a:lnTo>
                <a:lnTo>
                  <a:pt x="109576" y="47595"/>
                </a:lnTo>
                <a:lnTo>
                  <a:pt x="109429" y="48115"/>
                </a:lnTo>
                <a:lnTo>
                  <a:pt x="109300" y="48646"/>
                </a:lnTo>
                <a:lnTo>
                  <a:pt x="109188" y="49189"/>
                </a:lnTo>
                <a:lnTo>
                  <a:pt x="109094" y="49744"/>
                </a:lnTo>
                <a:lnTo>
                  <a:pt x="109016" y="50310"/>
                </a:lnTo>
                <a:lnTo>
                  <a:pt x="108956" y="50888"/>
                </a:lnTo>
                <a:lnTo>
                  <a:pt x="108913" y="51479"/>
                </a:lnTo>
                <a:lnTo>
                  <a:pt x="108887" y="52081"/>
                </a:lnTo>
                <a:lnTo>
                  <a:pt x="108878" y="52694"/>
                </a:lnTo>
                <a:lnTo>
                  <a:pt x="108886" y="53271"/>
                </a:lnTo>
                <a:lnTo>
                  <a:pt x="108910" y="53837"/>
                </a:lnTo>
                <a:lnTo>
                  <a:pt x="108949" y="54394"/>
                </a:lnTo>
                <a:lnTo>
                  <a:pt x="109003" y="54941"/>
                </a:lnTo>
                <a:lnTo>
                  <a:pt x="109074" y="55478"/>
                </a:lnTo>
                <a:lnTo>
                  <a:pt x="109160" y="56005"/>
                </a:lnTo>
                <a:lnTo>
                  <a:pt x="109261" y="56522"/>
                </a:lnTo>
                <a:lnTo>
                  <a:pt x="109378" y="57030"/>
                </a:lnTo>
                <a:lnTo>
                  <a:pt x="109511" y="57527"/>
                </a:lnTo>
                <a:lnTo>
                  <a:pt x="109659" y="58015"/>
                </a:lnTo>
                <a:lnTo>
                  <a:pt x="109823" y="58492"/>
                </a:lnTo>
                <a:lnTo>
                  <a:pt x="110003" y="58960"/>
                </a:lnTo>
                <a:lnTo>
                  <a:pt x="110198" y="59418"/>
                </a:lnTo>
                <a:lnTo>
                  <a:pt x="110409" y="59866"/>
                </a:lnTo>
                <a:lnTo>
                  <a:pt x="110635" y="60304"/>
                </a:lnTo>
                <a:lnTo>
                  <a:pt x="110878" y="60732"/>
                </a:lnTo>
                <a:lnTo>
                  <a:pt x="111135" y="61151"/>
                </a:lnTo>
                <a:lnTo>
                  <a:pt x="111409" y="61559"/>
                </a:lnTo>
                <a:lnTo>
                  <a:pt x="111697" y="61958"/>
                </a:lnTo>
                <a:lnTo>
                  <a:pt x="112002" y="62347"/>
                </a:lnTo>
                <a:lnTo>
                  <a:pt x="112322" y="62725"/>
                </a:lnTo>
                <a:lnTo>
                  <a:pt x="112658" y="63094"/>
                </a:lnTo>
                <a:lnTo>
                  <a:pt x="113009" y="63453"/>
                </a:lnTo>
                <a:lnTo>
                  <a:pt x="113376" y="63803"/>
                </a:lnTo>
                <a:lnTo>
                  <a:pt x="113757" y="64140"/>
                </a:lnTo>
                <a:lnTo>
                  <a:pt x="114149" y="64462"/>
                </a:lnTo>
                <a:lnTo>
                  <a:pt x="114553" y="64771"/>
                </a:lnTo>
                <a:lnTo>
                  <a:pt x="114968" y="65065"/>
                </a:lnTo>
                <a:lnTo>
                  <a:pt x="115395" y="65345"/>
                </a:lnTo>
                <a:lnTo>
                  <a:pt x="115833" y="65610"/>
                </a:lnTo>
                <a:lnTo>
                  <a:pt x="116282" y="65861"/>
                </a:lnTo>
                <a:lnTo>
                  <a:pt x="116743" y="66098"/>
                </a:lnTo>
                <a:lnTo>
                  <a:pt x="117215" y="66320"/>
                </a:lnTo>
                <a:lnTo>
                  <a:pt x="117699" y="66528"/>
                </a:lnTo>
                <a:lnTo>
                  <a:pt x="118195" y="66722"/>
                </a:lnTo>
                <a:lnTo>
                  <a:pt x="118702" y="66901"/>
                </a:lnTo>
                <a:lnTo>
                  <a:pt x="119220" y="67066"/>
                </a:lnTo>
                <a:lnTo>
                  <a:pt x="119750" y="67216"/>
                </a:lnTo>
                <a:lnTo>
                  <a:pt x="120291" y="67353"/>
                </a:lnTo>
                <a:lnTo>
                  <a:pt x="120844" y="67475"/>
                </a:lnTo>
                <a:lnTo>
                  <a:pt x="121408" y="67582"/>
                </a:lnTo>
                <a:lnTo>
                  <a:pt x="121983" y="67675"/>
                </a:lnTo>
                <a:lnTo>
                  <a:pt x="122571" y="67754"/>
                </a:lnTo>
                <a:lnTo>
                  <a:pt x="123169" y="67819"/>
                </a:lnTo>
                <a:lnTo>
                  <a:pt x="123779" y="67869"/>
                </a:lnTo>
                <a:lnTo>
                  <a:pt x="124401" y="67905"/>
                </a:lnTo>
                <a:lnTo>
                  <a:pt x="125034" y="67926"/>
                </a:lnTo>
                <a:lnTo>
                  <a:pt x="125678" y="67934"/>
                </a:lnTo>
                <a:lnTo>
                  <a:pt x="126247" y="67928"/>
                </a:lnTo>
                <a:lnTo>
                  <a:pt x="126807" y="67911"/>
                </a:lnTo>
                <a:lnTo>
                  <a:pt x="127357" y="67882"/>
                </a:lnTo>
                <a:lnTo>
                  <a:pt x="127897" y="67842"/>
                </a:lnTo>
                <a:lnTo>
                  <a:pt x="128428" y="67790"/>
                </a:lnTo>
                <a:lnTo>
                  <a:pt x="128949" y="67727"/>
                </a:lnTo>
                <a:lnTo>
                  <a:pt x="129460" y="67653"/>
                </a:lnTo>
                <a:lnTo>
                  <a:pt x="129962" y="67567"/>
                </a:lnTo>
                <a:lnTo>
                  <a:pt x="130455" y="67469"/>
                </a:lnTo>
                <a:lnTo>
                  <a:pt x="130938" y="67360"/>
                </a:lnTo>
                <a:lnTo>
                  <a:pt x="131411" y="67239"/>
                </a:lnTo>
                <a:lnTo>
                  <a:pt x="131875" y="67108"/>
                </a:lnTo>
                <a:lnTo>
                  <a:pt x="132329" y="66964"/>
                </a:lnTo>
                <a:lnTo>
                  <a:pt x="132774" y="66809"/>
                </a:lnTo>
                <a:lnTo>
                  <a:pt x="133209" y="66643"/>
                </a:lnTo>
                <a:lnTo>
                  <a:pt x="133634" y="66465"/>
                </a:lnTo>
                <a:lnTo>
                  <a:pt x="134050" y="66276"/>
                </a:lnTo>
                <a:lnTo>
                  <a:pt x="134457" y="66075"/>
                </a:lnTo>
                <a:lnTo>
                  <a:pt x="134854" y="65863"/>
                </a:lnTo>
                <a:lnTo>
                  <a:pt x="135241" y="65639"/>
                </a:lnTo>
                <a:lnTo>
                  <a:pt x="135619" y="65404"/>
                </a:lnTo>
                <a:lnTo>
                  <a:pt x="135987" y="65157"/>
                </a:lnTo>
                <a:lnTo>
                  <a:pt x="136345" y="64899"/>
                </a:lnTo>
                <a:lnTo>
                  <a:pt x="136694" y="64629"/>
                </a:lnTo>
                <a:lnTo>
                  <a:pt x="137031" y="64350"/>
                </a:lnTo>
                <a:lnTo>
                  <a:pt x="137354" y="64062"/>
                </a:lnTo>
                <a:lnTo>
                  <a:pt x="137663" y="63767"/>
                </a:lnTo>
                <a:lnTo>
                  <a:pt x="137957" y="63464"/>
                </a:lnTo>
                <a:lnTo>
                  <a:pt x="138237" y="63153"/>
                </a:lnTo>
                <a:lnTo>
                  <a:pt x="138502" y="62833"/>
                </a:lnTo>
                <a:lnTo>
                  <a:pt x="138753" y="62506"/>
                </a:lnTo>
                <a:lnTo>
                  <a:pt x="138990" y="62171"/>
                </a:lnTo>
                <a:lnTo>
                  <a:pt x="139212" y="61828"/>
                </a:lnTo>
                <a:lnTo>
                  <a:pt x="139421" y="61477"/>
                </a:lnTo>
                <a:lnTo>
                  <a:pt x="139614" y="61118"/>
                </a:lnTo>
                <a:lnTo>
                  <a:pt x="139794" y="60751"/>
                </a:lnTo>
                <a:lnTo>
                  <a:pt x="139959" y="60376"/>
                </a:lnTo>
                <a:lnTo>
                  <a:pt x="140109" y="59993"/>
                </a:lnTo>
                <a:lnTo>
                  <a:pt x="140246" y="59602"/>
                </a:lnTo>
                <a:lnTo>
                  <a:pt x="140368" y="59203"/>
                </a:lnTo>
                <a:lnTo>
                  <a:pt x="140475" y="58796"/>
                </a:lnTo>
                <a:lnTo>
                  <a:pt x="140568" y="58381"/>
                </a:lnTo>
                <a:lnTo>
                  <a:pt x="140601" y="58204"/>
                </a:lnTo>
                <a:lnTo>
                  <a:pt x="140827" y="58204"/>
                </a:lnTo>
                <a:lnTo>
                  <a:pt x="140827" y="67016"/>
                </a:lnTo>
                <a:lnTo>
                  <a:pt x="151934" y="67016"/>
                </a:lnTo>
                <a:close/>
                <a:moveTo>
                  <a:pt x="128414" y="59272"/>
                </a:moveTo>
                <a:lnTo>
                  <a:pt x="128084" y="59247"/>
                </a:lnTo>
                <a:lnTo>
                  <a:pt x="127760" y="59215"/>
                </a:lnTo>
                <a:lnTo>
                  <a:pt x="127442" y="59176"/>
                </a:lnTo>
                <a:lnTo>
                  <a:pt x="127131" y="59129"/>
                </a:lnTo>
                <a:lnTo>
                  <a:pt x="126826" y="59075"/>
                </a:lnTo>
                <a:lnTo>
                  <a:pt x="126526" y="59014"/>
                </a:lnTo>
                <a:lnTo>
                  <a:pt x="126234" y="58946"/>
                </a:lnTo>
                <a:lnTo>
                  <a:pt x="125947" y="58871"/>
                </a:lnTo>
                <a:lnTo>
                  <a:pt x="125666" y="58788"/>
                </a:lnTo>
                <a:lnTo>
                  <a:pt x="125392" y="58699"/>
                </a:lnTo>
                <a:lnTo>
                  <a:pt x="125124" y="58602"/>
                </a:lnTo>
                <a:lnTo>
                  <a:pt x="124862" y="58498"/>
                </a:lnTo>
                <a:lnTo>
                  <a:pt x="124607" y="58387"/>
                </a:lnTo>
                <a:lnTo>
                  <a:pt x="124357" y="58269"/>
                </a:lnTo>
                <a:lnTo>
                  <a:pt x="124114" y="58143"/>
                </a:lnTo>
                <a:lnTo>
                  <a:pt x="123877" y="58011"/>
                </a:lnTo>
                <a:lnTo>
                  <a:pt x="123646" y="57871"/>
                </a:lnTo>
                <a:lnTo>
                  <a:pt x="123422" y="57724"/>
                </a:lnTo>
                <a:lnTo>
                  <a:pt x="123204" y="57570"/>
                </a:lnTo>
                <a:lnTo>
                  <a:pt x="122992" y="57408"/>
                </a:lnTo>
                <a:lnTo>
                  <a:pt x="122786" y="57240"/>
                </a:lnTo>
                <a:lnTo>
                  <a:pt x="122587" y="57065"/>
                </a:lnTo>
                <a:lnTo>
                  <a:pt x="122397" y="56885"/>
                </a:lnTo>
                <a:lnTo>
                  <a:pt x="122216" y="56700"/>
                </a:lnTo>
                <a:lnTo>
                  <a:pt x="122043" y="56509"/>
                </a:lnTo>
                <a:lnTo>
                  <a:pt x="121878" y="56313"/>
                </a:lnTo>
                <a:lnTo>
                  <a:pt x="121722" y="56112"/>
                </a:lnTo>
                <a:lnTo>
                  <a:pt x="121574" y="55906"/>
                </a:lnTo>
                <a:lnTo>
                  <a:pt x="121435" y="55694"/>
                </a:lnTo>
                <a:lnTo>
                  <a:pt x="121304" y="55477"/>
                </a:lnTo>
                <a:lnTo>
                  <a:pt x="121181" y="55255"/>
                </a:lnTo>
                <a:lnTo>
                  <a:pt x="121067" y="55028"/>
                </a:lnTo>
                <a:lnTo>
                  <a:pt x="120962" y="54795"/>
                </a:lnTo>
                <a:lnTo>
                  <a:pt x="120865" y="54557"/>
                </a:lnTo>
                <a:lnTo>
                  <a:pt x="120776" y="54314"/>
                </a:lnTo>
                <a:lnTo>
                  <a:pt x="120696" y="54066"/>
                </a:lnTo>
                <a:lnTo>
                  <a:pt x="120624" y="53812"/>
                </a:lnTo>
                <a:lnTo>
                  <a:pt x="120561" y="53553"/>
                </a:lnTo>
                <a:lnTo>
                  <a:pt x="120506" y="53289"/>
                </a:lnTo>
                <a:lnTo>
                  <a:pt x="120459" y="53019"/>
                </a:lnTo>
                <a:lnTo>
                  <a:pt x="120421" y="52745"/>
                </a:lnTo>
                <a:lnTo>
                  <a:pt x="120392" y="52465"/>
                </a:lnTo>
                <a:lnTo>
                  <a:pt x="120371" y="52179"/>
                </a:lnTo>
                <a:lnTo>
                  <a:pt x="120358" y="51889"/>
                </a:lnTo>
                <a:lnTo>
                  <a:pt x="120354" y="51593"/>
                </a:lnTo>
                <a:lnTo>
                  <a:pt x="120357" y="51320"/>
                </a:lnTo>
                <a:lnTo>
                  <a:pt x="120368" y="51051"/>
                </a:lnTo>
                <a:lnTo>
                  <a:pt x="120387" y="50787"/>
                </a:lnTo>
                <a:lnTo>
                  <a:pt x="120412" y="50527"/>
                </a:lnTo>
                <a:lnTo>
                  <a:pt x="120445" y="50272"/>
                </a:lnTo>
                <a:lnTo>
                  <a:pt x="120486" y="50021"/>
                </a:lnTo>
                <a:lnTo>
                  <a:pt x="120533" y="49775"/>
                </a:lnTo>
                <a:lnTo>
                  <a:pt x="120588" y="49533"/>
                </a:lnTo>
                <a:lnTo>
                  <a:pt x="120651" y="49295"/>
                </a:lnTo>
                <a:lnTo>
                  <a:pt x="120720" y="49062"/>
                </a:lnTo>
                <a:lnTo>
                  <a:pt x="120797" y="48834"/>
                </a:lnTo>
                <a:lnTo>
                  <a:pt x="120882" y="48610"/>
                </a:lnTo>
                <a:lnTo>
                  <a:pt x="120973" y="48390"/>
                </a:lnTo>
                <a:lnTo>
                  <a:pt x="121072" y="48175"/>
                </a:lnTo>
                <a:lnTo>
                  <a:pt x="121178" y="47964"/>
                </a:lnTo>
                <a:lnTo>
                  <a:pt x="121292" y="47758"/>
                </a:lnTo>
                <a:lnTo>
                  <a:pt x="121413" y="47556"/>
                </a:lnTo>
                <a:lnTo>
                  <a:pt x="121541" y="47359"/>
                </a:lnTo>
                <a:lnTo>
                  <a:pt x="121677" y="47166"/>
                </a:lnTo>
                <a:lnTo>
                  <a:pt x="121820" y="46978"/>
                </a:lnTo>
                <a:lnTo>
                  <a:pt x="121970" y="46794"/>
                </a:lnTo>
                <a:lnTo>
                  <a:pt x="122128" y="46614"/>
                </a:lnTo>
                <a:lnTo>
                  <a:pt x="122293" y="46439"/>
                </a:lnTo>
                <a:lnTo>
                  <a:pt x="122465" y="46269"/>
                </a:lnTo>
                <a:lnTo>
                  <a:pt x="122643" y="46104"/>
                </a:lnTo>
                <a:lnTo>
                  <a:pt x="122826" y="45946"/>
                </a:lnTo>
                <a:lnTo>
                  <a:pt x="123014" y="45795"/>
                </a:lnTo>
                <a:lnTo>
                  <a:pt x="123207" y="45652"/>
                </a:lnTo>
                <a:lnTo>
                  <a:pt x="123405" y="45515"/>
                </a:lnTo>
                <a:lnTo>
                  <a:pt x="123607" y="45385"/>
                </a:lnTo>
                <a:lnTo>
                  <a:pt x="123814" y="45262"/>
                </a:lnTo>
                <a:lnTo>
                  <a:pt x="124026" y="45147"/>
                </a:lnTo>
                <a:lnTo>
                  <a:pt x="124243" y="45038"/>
                </a:lnTo>
                <a:lnTo>
                  <a:pt x="124464" y="44936"/>
                </a:lnTo>
                <a:lnTo>
                  <a:pt x="124690" y="44841"/>
                </a:lnTo>
                <a:lnTo>
                  <a:pt x="124921" y="44754"/>
                </a:lnTo>
                <a:lnTo>
                  <a:pt x="125157" y="44673"/>
                </a:lnTo>
                <a:lnTo>
                  <a:pt x="125397" y="44599"/>
                </a:lnTo>
                <a:lnTo>
                  <a:pt x="125643" y="44533"/>
                </a:lnTo>
                <a:lnTo>
                  <a:pt x="125893" y="44473"/>
                </a:lnTo>
                <a:lnTo>
                  <a:pt x="126148" y="44421"/>
                </a:lnTo>
                <a:lnTo>
                  <a:pt x="126407" y="44375"/>
                </a:lnTo>
                <a:lnTo>
                  <a:pt x="126672" y="44336"/>
                </a:lnTo>
                <a:lnTo>
                  <a:pt x="126941" y="44305"/>
                </a:lnTo>
                <a:lnTo>
                  <a:pt x="127215" y="44280"/>
                </a:lnTo>
                <a:lnTo>
                  <a:pt x="127494" y="44263"/>
                </a:lnTo>
                <a:lnTo>
                  <a:pt x="127777" y="44252"/>
                </a:lnTo>
                <a:lnTo>
                  <a:pt x="128065" y="44249"/>
                </a:lnTo>
                <a:lnTo>
                  <a:pt x="140458" y="44249"/>
                </a:lnTo>
                <a:lnTo>
                  <a:pt x="140458" y="50400"/>
                </a:lnTo>
                <a:lnTo>
                  <a:pt x="140453" y="50726"/>
                </a:lnTo>
                <a:lnTo>
                  <a:pt x="140437" y="51047"/>
                </a:lnTo>
                <a:lnTo>
                  <a:pt x="140410" y="51364"/>
                </a:lnTo>
                <a:lnTo>
                  <a:pt x="140373" y="51675"/>
                </a:lnTo>
                <a:lnTo>
                  <a:pt x="140325" y="51981"/>
                </a:lnTo>
                <a:lnTo>
                  <a:pt x="140266" y="52282"/>
                </a:lnTo>
                <a:lnTo>
                  <a:pt x="140197" y="52578"/>
                </a:lnTo>
                <a:lnTo>
                  <a:pt x="140116" y="52868"/>
                </a:lnTo>
                <a:lnTo>
                  <a:pt x="140026" y="53154"/>
                </a:lnTo>
                <a:lnTo>
                  <a:pt x="139924" y="53434"/>
                </a:lnTo>
                <a:lnTo>
                  <a:pt x="139812" y="53710"/>
                </a:lnTo>
                <a:lnTo>
                  <a:pt x="139689" y="53980"/>
                </a:lnTo>
                <a:lnTo>
                  <a:pt x="139556" y="54245"/>
                </a:lnTo>
                <a:lnTo>
                  <a:pt x="139411" y="54506"/>
                </a:lnTo>
                <a:lnTo>
                  <a:pt x="139257" y="54761"/>
                </a:lnTo>
                <a:lnTo>
                  <a:pt x="139091" y="55011"/>
                </a:lnTo>
                <a:lnTo>
                  <a:pt x="138915" y="55255"/>
                </a:lnTo>
                <a:lnTo>
                  <a:pt x="138728" y="55495"/>
                </a:lnTo>
                <a:lnTo>
                  <a:pt x="138530" y="55730"/>
                </a:lnTo>
                <a:lnTo>
                  <a:pt x="138322" y="55959"/>
                </a:lnTo>
                <a:lnTo>
                  <a:pt x="138103" y="56184"/>
                </a:lnTo>
                <a:lnTo>
                  <a:pt x="137873" y="56403"/>
                </a:lnTo>
                <a:lnTo>
                  <a:pt x="137633" y="56617"/>
                </a:lnTo>
                <a:lnTo>
                  <a:pt x="137382" y="56827"/>
                </a:lnTo>
                <a:lnTo>
                  <a:pt x="137123" y="57029"/>
                </a:lnTo>
                <a:lnTo>
                  <a:pt x="136857" y="57222"/>
                </a:lnTo>
                <a:lnTo>
                  <a:pt x="136585" y="57407"/>
                </a:lnTo>
                <a:lnTo>
                  <a:pt x="136307" y="57584"/>
                </a:lnTo>
                <a:lnTo>
                  <a:pt x="136023" y="57752"/>
                </a:lnTo>
                <a:lnTo>
                  <a:pt x="135733" y="57911"/>
                </a:lnTo>
                <a:lnTo>
                  <a:pt x="135436" y="58061"/>
                </a:lnTo>
                <a:lnTo>
                  <a:pt x="135133" y="58203"/>
                </a:lnTo>
                <a:lnTo>
                  <a:pt x="134824" y="58337"/>
                </a:lnTo>
                <a:lnTo>
                  <a:pt x="134509" y="58461"/>
                </a:lnTo>
                <a:lnTo>
                  <a:pt x="134187" y="58578"/>
                </a:lnTo>
                <a:lnTo>
                  <a:pt x="133860" y="58685"/>
                </a:lnTo>
                <a:lnTo>
                  <a:pt x="133526" y="58784"/>
                </a:lnTo>
                <a:lnTo>
                  <a:pt x="133186" y="58874"/>
                </a:lnTo>
                <a:lnTo>
                  <a:pt x="132839" y="58956"/>
                </a:lnTo>
                <a:lnTo>
                  <a:pt x="132487" y="59029"/>
                </a:lnTo>
                <a:lnTo>
                  <a:pt x="132128" y="59094"/>
                </a:lnTo>
                <a:lnTo>
                  <a:pt x="131763" y="59150"/>
                </a:lnTo>
                <a:lnTo>
                  <a:pt x="131392" y="59197"/>
                </a:lnTo>
                <a:lnTo>
                  <a:pt x="131014" y="59236"/>
                </a:lnTo>
                <a:lnTo>
                  <a:pt x="130631" y="59266"/>
                </a:lnTo>
                <a:lnTo>
                  <a:pt x="130241" y="59287"/>
                </a:lnTo>
                <a:lnTo>
                  <a:pt x="129845" y="59300"/>
                </a:lnTo>
                <a:lnTo>
                  <a:pt x="129442" y="59305"/>
                </a:lnTo>
                <a:lnTo>
                  <a:pt x="129093" y="59301"/>
                </a:lnTo>
                <a:lnTo>
                  <a:pt x="128751" y="59290"/>
                </a:lnTo>
                <a:lnTo>
                  <a:pt x="128414" y="59272"/>
                </a:lnTo>
                <a:close/>
              </a:path>
            </a:pathLst>
          </a:custGeom>
          <a:solidFill xmlns:a="http://schemas.openxmlformats.org/drawingml/2006/main">
            <a:srgbClr val="D222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Text Handler">
            <a:extLst xmlns:a="http://schemas.openxmlformats.org/drawingml/2006/main">
              <a:ext uri="{FF2B5EF4-FFF2-40B4-BE49-F238E27FC236}">
                <a16:creationId xmlns:a16="http://schemas.microsoft.com/office/drawing/2014/main" id="{3BFE531B-9FFB-42FA-BAE7-17E34600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068" y="1852465"/>
            <a:ext cx="374375" cy="67934"/>
          </a:xfrm>
          <a:custGeom xmlns:a="http://schemas.openxmlformats.org/drawingml/2006/main">
            <a:pathLst>
              <a:path w="374375" h="67934">
                <a:moveTo>
                  <a:pt x="29469" y="67016"/>
                </a:moveTo>
                <a:lnTo>
                  <a:pt x="40944" y="67016"/>
                </a:lnTo>
                <a:lnTo>
                  <a:pt x="40944" y="0"/>
                </a:lnTo>
                <a:lnTo>
                  <a:pt x="29469" y="0"/>
                </a:lnTo>
                <a:lnTo>
                  <a:pt x="29469" y="26898"/>
                </a:lnTo>
                <a:lnTo>
                  <a:pt x="11475" y="26898"/>
                </a:lnTo>
                <a:lnTo>
                  <a:pt x="11475" y="0"/>
                </a:lnTo>
                <a:lnTo>
                  <a:pt x="0" y="0"/>
                </a:lnTo>
                <a:lnTo>
                  <a:pt x="0" y="67016"/>
                </a:lnTo>
                <a:lnTo>
                  <a:pt x="11475" y="67016"/>
                </a:lnTo>
                <a:lnTo>
                  <a:pt x="11475" y="37547"/>
                </a:lnTo>
                <a:lnTo>
                  <a:pt x="29469" y="37547"/>
                </a:lnTo>
                <a:lnTo>
                  <a:pt x="29469" y="67016"/>
                </a:lnTo>
                <a:close/>
                <a:moveTo>
                  <a:pt x="194583" y="25016"/>
                </a:moveTo>
                <a:lnTo>
                  <a:pt x="194475" y="24581"/>
                </a:lnTo>
                <a:lnTo>
                  <a:pt x="194354" y="24154"/>
                </a:lnTo>
                <a:lnTo>
                  <a:pt x="194220" y="23737"/>
                </a:lnTo>
                <a:lnTo>
                  <a:pt x="194073" y="23329"/>
                </a:lnTo>
                <a:lnTo>
                  <a:pt x="193914" y="22930"/>
                </a:lnTo>
                <a:lnTo>
                  <a:pt x="193741" y="22540"/>
                </a:lnTo>
                <a:lnTo>
                  <a:pt x="193556" y="22159"/>
                </a:lnTo>
                <a:lnTo>
                  <a:pt x="193359" y="21788"/>
                </a:lnTo>
                <a:lnTo>
                  <a:pt x="193148" y="21425"/>
                </a:lnTo>
                <a:lnTo>
                  <a:pt x="192925" y="21071"/>
                </a:lnTo>
                <a:lnTo>
                  <a:pt x="192689" y="20727"/>
                </a:lnTo>
                <a:lnTo>
                  <a:pt x="192441" y="20391"/>
                </a:lnTo>
                <a:lnTo>
                  <a:pt x="192179" y="20065"/>
                </a:lnTo>
                <a:lnTo>
                  <a:pt x="191905" y="19748"/>
                </a:lnTo>
                <a:lnTo>
                  <a:pt x="191618" y="19440"/>
                </a:lnTo>
                <a:lnTo>
                  <a:pt x="191318" y="19141"/>
                </a:lnTo>
                <a:lnTo>
                  <a:pt x="191008" y="18852"/>
                </a:lnTo>
                <a:lnTo>
                  <a:pt x="190688" y="18576"/>
                </a:lnTo>
                <a:lnTo>
                  <a:pt x="190360" y="18312"/>
                </a:lnTo>
                <a:lnTo>
                  <a:pt x="190023" y="18061"/>
                </a:lnTo>
                <a:lnTo>
                  <a:pt x="189677" y="17821"/>
                </a:lnTo>
                <a:lnTo>
                  <a:pt x="189322" y="17594"/>
                </a:lnTo>
                <a:lnTo>
                  <a:pt x="188958" y="17380"/>
                </a:lnTo>
                <a:lnTo>
                  <a:pt x="188585" y="17177"/>
                </a:lnTo>
                <a:lnTo>
                  <a:pt x="188203" y="16987"/>
                </a:lnTo>
                <a:lnTo>
                  <a:pt x="187812" y="16809"/>
                </a:lnTo>
                <a:lnTo>
                  <a:pt x="187413" y="16643"/>
                </a:lnTo>
                <a:lnTo>
                  <a:pt x="187004" y="16490"/>
                </a:lnTo>
                <a:lnTo>
                  <a:pt x="186587" y="16349"/>
                </a:lnTo>
                <a:lnTo>
                  <a:pt x="186160" y="16220"/>
                </a:lnTo>
                <a:lnTo>
                  <a:pt x="185725" y="16103"/>
                </a:lnTo>
                <a:lnTo>
                  <a:pt x="185280" y="15999"/>
                </a:lnTo>
                <a:lnTo>
                  <a:pt x="184827" y="15907"/>
                </a:lnTo>
                <a:lnTo>
                  <a:pt x="184365" y="15827"/>
                </a:lnTo>
                <a:lnTo>
                  <a:pt x="183894" y="15760"/>
                </a:lnTo>
                <a:lnTo>
                  <a:pt x="183414" y="15705"/>
                </a:lnTo>
                <a:lnTo>
                  <a:pt x="182925" y="15662"/>
                </a:lnTo>
                <a:lnTo>
                  <a:pt x="182427" y="15631"/>
                </a:lnTo>
                <a:lnTo>
                  <a:pt x="181920" y="15613"/>
                </a:lnTo>
                <a:lnTo>
                  <a:pt x="181405" y="15606"/>
                </a:lnTo>
                <a:lnTo>
                  <a:pt x="180775" y="15616"/>
                </a:lnTo>
                <a:lnTo>
                  <a:pt x="180156" y="15643"/>
                </a:lnTo>
                <a:lnTo>
                  <a:pt x="179547" y="15688"/>
                </a:lnTo>
                <a:lnTo>
                  <a:pt x="178949" y="15752"/>
                </a:lnTo>
                <a:lnTo>
                  <a:pt x="178361" y="15834"/>
                </a:lnTo>
                <a:lnTo>
                  <a:pt x="177784" y="15934"/>
                </a:lnTo>
                <a:lnTo>
                  <a:pt x="177217" y="16052"/>
                </a:lnTo>
                <a:lnTo>
                  <a:pt x="176661" y="16188"/>
                </a:lnTo>
                <a:lnTo>
                  <a:pt x="176115" y="16342"/>
                </a:lnTo>
                <a:lnTo>
                  <a:pt x="175580" y="16515"/>
                </a:lnTo>
                <a:lnTo>
                  <a:pt x="175056" y="16706"/>
                </a:lnTo>
                <a:lnTo>
                  <a:pt x="174542" y="16915"/>
                </a:lnTo>
                <a:lnTo>
                  <a:pt x="174038" y="17142"/>
                </a:lnTo>
                <a:lnTo>
                  <a:pt x="173545" y="17387"/>
                </a:lnTo>
                <a:lnTo>
                  <a:pt x="173063" y="17651"/>
                </a:lnTo>
                <a:lnTo>
                  <a:pt x="172591" y="17932"/>
                </a:lnTo>
                <a:lnTo>
                  <a:pt x="172129" y="18232"/>
                </a:lnTo>
                <a:lnTo>
                  <a:pt x="171678" y="18550"/>
                </a:lnTo>
                <a:lnTo>
                  <a:pt x="171238" y="18886"/>
                </a:lnTo>
                <a:lnTo>
                  <a:pt x="170808" y="19241"/>
                </a:lnTo>
                <a:lnTo>
                  <a:pt x="170389" y="19613"/>
                </a:lnTo>
                <a:lnTo>
                  <a:pt x="169980" y="20004"/>
                </a:lnTo>
                <a:lnTo>
                  <a:pt x="169582" y="20413"/>
                </a:lnTo>
                <a:lnTo>
                  <a:pt x="169194" y="20840"/>
                </a:lnTo>
                <a:lnTo>
                  <a:pt x="168819" y="21282"/>
                </a:lnTo>
                <a:lnTo>
                  <a:pt x="168461" y="21737"/>
                </a:lnTo>
                <a:lnTo>
                  <a:pt x="168118" y="22205"/>
                </a:lnTo>
                <a:lnTo>
                  <a:pt x="167792" y="22686"/>
                </a:lnTo>
                <a:lnTo>
                  <a:pt x="167481" y="23179"/>
                </a:lnTo>
                <a:lnTo>
                  <a:pt x="167186" y="23685"/>
                </a:lnTo>
                <a:lnTo>
                  <a:pt x="166907" y="24204"/>
                </a:lnTo>
                <a:lnTo>
                  <a:pt x="166644" y="24736"/>
                </a:lnTo>
                <a:lnTo>
                  <a:pt x="166397" y="25280"/>
                </a:lnTo>
                <a:lnTo>
                  <a:pt x="166166" y="25838"/>
                </a:lnTo>
                <a:lnTo>
                  <a:pt x="165951" y="26407"/>
                </a:lnTo>
                <a:lnTo>
                  <a:pt x="165752" y="26990"/>
                </a:lnTo>
                <a:lnTo>
                  <a:pt x="165569" y="27586"/>
                </a:lnTo>
                <a:lnTo>
                  <a:pt x="165402" y="28194"/>
                </a:lnTo>
                <a:lnTo>
                  <a:pt x="165250" y="28815"/>
                </a:lnTo>
                <a:lnTo>
                  <a:pt x="165115" y="29448"/>
                </a:lnTo>
                <a:lnTo>
                  <a:pt x="164995" y="30095"/>
                </a:lnTo>
                <a:lnTo>
                  <a:pt x="164892" y="30754"/>
                </a:lnTo>
                <a:lnTo>
                  <a:pt x="164804" y="31426"/>
                </a:lnTo>
                <a:lnTo>
                  <a:pt x="164732" y="32111"/>
                </a:lnTo>
                <a:lnTo>
                  <a:pt x="164677" y="32808"/>
                </a:lnTo>
                <a:lnTo>
                  <a:pt x="164637" y="33518"/>
                </a:lnTo>
                <a:lnTo>
                  <a:pt x="164613" y="34241"/>
                </a:lnTo>
                <a:lnTo>
                  <a:pt x="164605" y="34977"/>
                </a:lnTo>
                <a:lnTo>
                  <a:pt x="164605" y="48656"/>
                </a:lnTo>
                <a:lnTo>
                  <a:pt x="164613" y="49384"/>
                </a:lnTo>
                <a:lnTo>
                  <a:pt x="164637" y="50100"/>
                </a:lnTo>
                <a:lnTo>
                  <a:pt x="164677" y="50803"/>
                </a:lnTo>
                <a:lnTo>
                  <a:pt x="164734" y="51494"/>
                </a:lnTo>
                <a:lnTo>
                  <a:pt x="164806" y="52172"/>
                </a:lnTo>
                <a:lnTo>
                  <a:pt x="164895" y="52838"/>
                </a:lnTo>
                <a:lnTo>
                  <a:pt x="164999" y="53492"/>
                </a:lnTo>
                <a:lnTo>
                  <a:pt x="165120" y="54133"/>
                </a:lnTo>
                <a:lnTo>
                  <a:pt x="165257" y="54762"/>
                </a:lnTo>
                <a:lnTo>
                  <a:pt x="165410" y="55378"/>
                </a:lnTo>
                <a:lnTo>
                  <a:pt x="165579" y="55982"/>
                </a:lnTo>
                <a:lnTo>
                  <a:pt x="165764" y="56573"/>
                </a:lnTo>
                <a:lnTo>
                  <a:pt x="165965" y="57152"/>
                </a:lnTo>
                <a:lnTo>
                  <a:pt x="166182" y="57719"/>
                </a:lnTo>
                <a:lnTo>
                  <a:pt x="166415" y="58273"/>
                </a:lnTo>
                <a:lnTo>
                  <a:pt x="166665" y="58815"/>
                </a:lnTo>
                <a:lnTo>
                  <a:pt x="166930" y="59344"/>
                </a:lnTo>
                <a:lnTo>
                  <a:pt x="167212" y="59861"/>
                </a:lnTo>
                <a:lnTo>
                  <a:pt x="167510" y="60366"/>
                </a:lnTo>
                <a:lnTo>
                  <a:pt x="167824" y="60858"/>
                </a:lnTo>
                <a:lnTo>
                  <a:pt x="168154" y="61337"/>
                </a:lnTo>
                <a:lnTo>
                  <a:pt x="168500" y="61805"/>
                </a:lnTo>
                <a:lnTo>
                  <a:pt x="168862" y="62259"/>
                </a:lnTo>
                <a:lnTo>
                  <a:pt x="169240" y="62702"/>
                </a:lnTo>
                <a:lnTo>
                  <a:pt x="169631" y="63129"/>
                </a:lnTo>
                <a:lnTo>
                  <a:pt x="170033" y="63537"/>
                </a:lnTo>
                <a:lnTo>
                  <a:pt x="170444" y="63928"/>
                </a:lnTo>
                <a:lnTo>
                  <a:pt x="170866" y="64300"/>
                </a:lnTo>
                <a:lnTo>
                  <a:pt x="171298" y="64655"/>
                </a:lnTo>
                <a:lnTo>
                  <a:pt x="171739" y="64991"/>
                </a:lnTo>
                <a:lnTo>
                  <a:pt x="172191" y="65309"/>
                </a:lnTo>
                <a:lnTo>
                  <a:pt x="172652" y="65608"/>
                </a:lnTo>
                <a:lnTo>
                  <a:pt x="173124" y="65890"/>
                </a:lnTo>
                <a:lnTo>
                  <a:pt x="173606" y="66153"/>
                </a:lnTo>
                <a:lnTo>
                  <a:pt x="174098" y="66399"/>
                </a:lnTo>
                <a:lnTo>
                  <a:pt x="174600" y="66626"/>
                </a:lnTo>
                <a:lnTo>
                  <a:pt x="175111" y="66835"/>
                </a:lnTo>
                <a:lnTo>
                  <a:pt x="175633" y="67025"/>
                </a:lnTo>
                <a:lnTo>
                  <a:pt x="176165" y="67198"/>
                </a:lnTo>
                <a:lnTo>
                  <a:pt x="176707" y="67352"/>
                </a:lnTo>
                <a:lnTo>
                  <a:pt x="177259" y="67489"/>
                </a:lnTo>
                <a:lnTo>
                  <a:pt x="177821" y="67607"/>
                </a:lnTo>
                <a:lnTo>
                  <a:pt x="178394" y="67707"/>
                </a:lnTo>
                <a:lnTo>
                  <a:pt x="178976" y="67788"/>
                </a:lnTo>
                <a:lnTo>
                  <a:pt x="179568" y="67852"/>
                </a:lnTo>
                <a:lnTo>
                  <a:pt x="180170" y="67897"/>
                </a:lnTo>
                <a:lnTo>
                  <a:pt x="180782" y="67925"/>
                </a:lnTo>
                <a:lnTo>
                  <a:pt x="181405" y="67934"/>
                </a:lnTo>
                <a:lnTo>
                  <a:pt x="181920" y="67928"/>
                </a:lnTo>
                <a:lnTo>
                  <a:pt x="182427" y="67909"/>
                </a:lnTo>
                <a:lnTo>
                  <a:pt x="182925" y="67878"/>
                </a:lnTo>
                <a:lnTo>
                  <a:pt x="183414" y="67835"/>
                </a:lnTo>
                <a:lnTo>
                  <a:pt x="183894" y="67780"/>
                </a:lnTo>
                <a:lnTo>
                  <a:pt x="184365" y="67713"/>
                </a:lnTo>
                <a:lnTo>
                  <a:pt x="184827" y="67633"/>
                </a:lnTo>
                <a:lnTo>
                  <a:pt x="185280" y="67541"/>
                </a:lnTo>
                <a:lnTo>
                  <a:pt x="185725" y="67437"/>
                </a:lnTo>
                <a:lnTo>
                  <a:pt x="186160" y="67320"/>
                </a:lnTo>
                <a:lnTo>
                  <a:pt x="186587" y="67191"/>
                </a:lnTo>
                <a:lnTo>
                  <a:pt x="187004" y="67050"/>
                </a:lnTo>
                <a:lnTo>
                  <a:pt x="187413" y="66897"/>
                </a:lnTo>
                <a:lnTo>
                  <a:pt x="187812" y="66731"/>
                </a:lnTo>
                <a:lnTo>
                  <a:pt x="188203" y="66553"/>
                </a:lnTo>
                <a:lnTo>
                  <a:pt x="188585" y="66363"/>
                </a:lnTo>
                <a:lnTo>
                  <a:pt x="188958" y="66160"/>
                </a:lnTo>
                <a:lnTo>
                  <a:pt x="189322" y="65946"/>
                </a:lnTo>
                <a:lnTo>
                  <a:pt x="189677" y="65719"/>
                </a:lnTo>
                <a:lnTo>
                  <a:pt x="190023" y="65479"/>
                </a:lnTo>
                <a:lnTo>
                  <a:pt x="190360" y="65228"/>
                </a:lnTo>
                <a:lnTo>
                  <a:pt x="190688" y="64964"/>
                </a:lnTo>
                <a:lnTo>
                  <a:pt x="191008" y="64688"/>
                </a:lnTo>
                <a:lnTo>
                  <a:pt x="191318" y="64399"/>
                </a:lnTo>
                <a:lnTo>
                  <a:pt x="191618" y="64100"/>
                </a:lnTo>
                <a:lnTo>
                  <a:pt x="191905" y="63792"/>
                </a:lnTo>
                <a:lnTo>
                  <a:pt x="192179" y="63475"/>
                </a:lnTo>
                <a:lnTo>
                  <a:pt x="192441" y="63149"/>
                </a:lnTo>
                <a:lnTo>
                  <a:pt x="192689" y="62813"/>
                </a:lnTo>
                <a:lnTo>
                  <a:pt x="192925" y="62469"/>
                </a:lnTo>
                <a:lnTo>
                  <a:pt x="193148" y="62115"/>
                </a:lnTo>
                <a:lnTo>
                  <a:pt x="193359" y="61753"/>
                </a:lnTo>
                <a:lnTo>
                  <a:pt x="193556" y="61381"/>
                </a:lnTo>
                <a:lnTo>
                  <a:pt x="193741" y="61000"/>
                </a:lnTo>
                <a:lnTo>
                  <a:pt x="193914" y="60610"/>
                </a:lnTo>
                <a:lnTo>
                  <a:pt x="194073" y="60211"/>
                </a:lnTo>
                <a:lnTo>
                  <a:pt x="194220" y="59803"/>
                </a:lnTo>
                <a:lnTo>
                  <a:pt x="194354" y="59386"/>
                </a:lnTo>
                <a:lnTo>
                  <a:pt x="194475" y="58959"/>
                </a:lnTo>
                <a:lnTo>
                  <a:pt x="194583" y="58524"/>
                </a:lnTo>
                <a:lnTo>
                  <a:pt x="194679" y="58080"/>
                </a:lnTo>
                <a:lnTo>
                  <a:pt x="194762" y="57626"/>
                </a:lnTo>
                <a:lnTo>
                  <a:pt x="194799" y="57377"/>
                </a:lnTo>
                <a:lnTo>
                  <a:pt x="194991" y="57377"/>
                </a:lnTo>
                <a:lnTo>
                  <a:pt x="194991" y="67016"/>
                </a:lnTo>
                <a:lnTo>
                  <a:pt x="206191" y="67016"/>
                </a:lnTo>
                <a:lnTo>
                  <a:pt x="206191" y="0"/>
                </a:lnTo>
                <a:lnTo>
                  <a:pt x="194715" y="0"/>
                </a:lnTo>
                <a:lnTo>
                  <a:pt x="194715" y="14137"/>
                </a:lnTo>
                <a:lnTo>
                  <a:pt x="195082" y="26163"/>
                </a:lnTo>
                <a:lnTo>
                  <a:pt x="194799" y="26163"/>
                </a:lnTo>
                <a:lnTo>
                  <a:pt x="194762" y="25914"/>
                </a:lnTo>
                <a:lnTo>
                  <a:pt x="194679" y="25460"/>
                </a:lnTo>
                <a:lnTo>
                  <a:pt x="194583" y="25016"/>
                </a:lnTo>
                <a:close/>
                <a:moveTo>
                  <a:pt x="184372" y="57979"/>
                </a:moveTo>
                <a:lnTo>
                  <a:pt x="184028" y="57947"/>
                </a:lnTo>
                <a:lnTo>
                  <a:pt x="183691" y="57907"/>
                </a:lnTo>
                <a:lnTo>
                  <a:pt x="183360" y="57858"/>
                </a:lnTo>
                <a:lnTo>
                  <a:pt x="183037" y="57800"/>
                </a:lnTo>
                <a:lnTo>
                  <a:pt x="182720" y="57733"/>
                </a:lnTo>
                <a:lnTo>
                  <a:pt x="182409" y="57657"/>
                </a:lnTo>
                <a:lnTo>
                  <a:pt x="182106" y="57572"/>
                </a:lnTo>
                <a:lnTo>
                  <a:pt x="181809" y="57479"/>
                </a:lnTo>
                <a:lnTo>
                  <a:pt x="181519" y="57376"/>
                </a:lnTo>
                <a:lnTo>
                  <a:pt x="181235" y="57265"/>
                </a:lnTo>
                <a:lnTo>
                  <a:pt x="180958" y="57144"/>
                </a:lnTo>
                <a:lnTo>
                  <a:pt x="180688" y="57015"/>
                </a:lnTo>
                <a:lnTo>
                  <a:pt x="180425" y="56876"/>
                </a:lnTo>
                <a:lnTo>
                  <a:pt x="180168" y="56729"/>
                </a:lnTo>
                <a:lnTo>
                  <a:pt x="179918" y="56573"/>
                </a:lnTo>
                <a:lnTo>
                  <a:pt x="179674" y="56408"/>
                </a:lnTo>
                <a:lnTo>
                  <a:pt x="179438" y="56234"/>
                </a:lnTo>
                <a:lnTo>
                  <a:pt x="179208" y="56051"/>
                </a:lnTo>
                <a:lnTo>
                  <a:pt x="178985" y="55859"/>
                </a:lnTo>
                <a:lnTo>
                  <a:pt x="178768" y="55658"/>
                </a:lnTo>
                <a:lnTo>
                  <a:pt x="178558" y="55448"/>
                </a:lnTo>
                <a:lnTo>
                  <a:pt x="178356" y="55230"/>
                </a:lnTo>
                <a:lnTo>
                  <a:pt x="178162" y="55005"/>
                </a:lnTo>
                <a:lnTo>
                  <a:pt x="177977" y="54771"/>
                </a:lnTo>
                <a:lnTo>
                  <a:pt x="177801" y="54530"/>
                </a:lnTo>
                <a:lnTo>
                  <a:pt x="177633" y="54282"/>
                </a:lnTo>
                <a:lnTo>
                  <a:pt x="177474" y="54025"/>
                </a:lnTo>
                <a:lnTo>
                  <a:pt x="177324" y="53761"/>
                </a:lnTo>
                <a:lnTo>
                  <a:pt x="177182" y="53490"/>
                </a:lnTo>
                <a:lnTo>
                  <a:pt x="177048" y="53211"/>
                </a:lnTo>
                <a:lnTo>
                  <a:pt x="176923" y="52924"/>
                </a:lnTo>
                <a:lnTo>
                  <a:pt x="176807" y="52629"/>
                </a:lnTo>
                <a:lnTo>
                  <a:pt x="176700" y="52327"/>
                </a:lnTo>
                <a:lnTo>
                  <a:pt x="176601" y="52017"/>
                </a:lnTo>
                <a:lnTo>
                  <a:pt x="176510" y="51700"/>
                </a:lnTo>
                <a:lnTo>
                  <a:pt x="176429" y="51375"/>
                </a:lnTo>
                <a:lnTo>
                  <a:pt x="176356" y="51042"/>
                </a:lnTo>
                <a:lnTo>
                  <a:pt x="176291" y="50702"/>
                </a:lnTo>
                <a:lnTo>
                  <a:pt x="176235" y="50354"/>
                </a:lnTo>
                <a:lnTo>
                  <a:pt x="176188" y="49998"/>
                </a:lnTo>
                <a:lnTo>
                  <a:pt x="176149" y="49635"/>
                </a:lnTo>
                <a:lnTo>
                  <a:pt x="176119" y="49264"/>
                </a:lnTo>
                <a:lnTo>
                  <a:pt x="176097" y="48885"/>
                </a:lnTo>
                <a:lnTo>
                  <a:pt x="176085" y="48499"/>
                </a:lnTo>
                <a:lnTo>
                  <a:pt x="176080" y="48105"/>
                </a:lnTo>
                <a:lnTo>
                  <a:pt x="176080" y="35436"/>
                </a:lnTo>
                <a:lnTo>
                  <a:pt x="176085" y="35042"/>
                </a:lnTo>
                <a:lnTo>
                  <a:pt x="176097" y="34656"/>
                </a:lnTo>
                <a:lnTo>
                  <a:pt x="176119" y="34277"/>
                </a:lnTo>
                <a:lnTo>
                  <a:pt x="176149" y="33906"/>
                </a:lnTo>
                <a:lnTo>
                  <a:pt x="176188" y="33543"/>
                </a:lnTo>
                <a:lnTo>
                  <a:pt x="176235" y="33187"/>
                </a:lnTo>
                <a:lnTo>
                  <a:pt x="176291" y="32839"/>
                </a:lnTo>
                <a:lnTo>
                  <a:pt x="176356" y="32498"/>
                </a:lnTo>
                <a:lnTo>
                  <a:pt x="176429" y="32166"/>
                </a:lnTo>
                <a:lnTo>
                  <a:pt x="176510" y="31841"/>
                </a:lnTo>
                <a:lnTo>
                  <a:pt x="176601" y="31523"/>
                </a:lnTo>
                <a:lnTo>
                  <a:pt x="176700" y="31213"/>
                </a:lnTo>
                <a:lnTo>
                  <a:pt x="176807" y="30911"/>
                </a:lnTo>
                <a:lnTo>
                  <a:pt x="176923" y="30616"/>
                </a:lnTo>
                <a:lnTo>
                  <a:pt x="177048" y="30330"/>
                </a:lnTo>
                <a:lnTo>
                  <a:pt x="177182" y="30050"/>
                </a:lnTo>
                <a:lnTo>
                  <a:pt x="177324" y="29779"/>
                </a:lnTo>
                <a:lnTo>
                  <a:pt x="177474" y="29515"/>
                </a:lnTo>
                <a:lnTo>
                  <a:pt x="177633" y="29259"/>
                </a:lnTo>
                <a:lnTo>
                  <a:pt x="177801" y="29010"/>
                </a:lnTo>
                <a:lnTo>
                  <a:pt x="177977" y="28769"/>
                </a:lnTo>
                <a:lnTo>
                  <a:pt x="178162" y="28536"/>
                </a:lnTo>
                <a:lnTo>
                  <a:pt x="178356" y="28310"/>
                </a:lnTo>
                <a:lnTo>
                  <a:pt x="178558" y="28092"/>
                </a:lnTo>
                <a:lnTo>
                  <a:pt x="178768" y="27882"/>
                </a:lnTo>
                <a:lnTo>
                  <a:pt x="178985" y="27681"/>
                </a:lnTo>
                <a:lnTo>
                  <a:pt x="179208" y="27489"/>
                </a:lnTo>
                <a:lnTo>
                  <a:pt x="179438" y="27306"/>
                </a:lnTo>
                <a:lnTo>
                  <a:pt x="179674" y="27132"/>
                </a:lnTo>
                <a:lnTo>
                  <a:pt x="179918" y="26967"/>
                </a:lnTo>
                <a:lnTo>
                  <a:pt x="180168" y="26811"/>
                </a:lnTo>
                <a:lnTo>
                  <a:pt x="180425" y="26664"/>
                </a:lnTo>
                <a:lnTo>
                  <a:pt x="180688" y="26525"/>
                </a:lnTo>
                <a:lnTo>
                  <a:pt x="180958" y="26396"/>
                </a:lnTo>
                <a:lnTo>
                  <a:pt x="181235" y="26276"/>
                </a:lnTo>
                <a:lnTo>
                  <a:pt x="181519" y="26164"/>
                </a:lnTo>
                <a:lnTo>
                  <a:pt x="181809" y="26061"/>
                </a:lnTo>
                <a:lnTo>
                  <a:pt x="182106" y="25968"/>
                </a:lnTo>
                <a:lnTo>
                  <a:pt x="182409" y="25883"/>
                </a:lnTo>
                <a:lnTo>
                  <a:pt x="182720" y="25807"/>
                </a:lnTo>
                <a:lnTo>
                  <a:pt x="183037" y="25740"/>
                </a:lnTo>
                <a:lnTo>
                  <a:pt x="183360" y="25682"/>
                </a:lnTo>
                <a:lnTo>
                  <a:pt x="183691" y="25633"/>
                </a:lnTo>
                <a:lnTo>
                  <a:pt x="184028" y="25593"/>
                </a:lnTo>
                <a:lnTo>
                  <a:pt x="184372" y="25562"/>
                </a:lnTo>
                <a:lnTo>
                  <a:pt x="184722" y="25539"/>
                </a:lnTo>
                <a:lnTo>
                  <a:pt x="185079" y="25526"/>
                </a:lnTo>
                <a:lnTo>
                  <a:pt x="185443" y="25521"/>
                </a:lnTo>
                <a:lnTo>
                  <a:pt x="185807" y="25526"/>
                </a:lnTo>
                <a:lnTo>
                  <a:pt x="186164" y="25540"/>
                </a:lnTo>
                <a:lnTo>
                  <a:pt x="186514" y="25562"/>
                </a:lnTo>
                <a:lnTo>
                  <a:pt x="186857" y="25594"/>
                </a:lnTo>
                <a:lnTo>
                  <a:pt x="187194" y="25635"/>
                </a:lnTo>
                <a:lnTo>
                  <a:pt x="187523" y="25685"/>
                </a:lnTo>
                <a:lnTo>
                  <a:pt x="187846" y="25744"/>
                </a:lnTo>
                <a:lnTo>
                  <a:pt x="188162" y="25812"/>
                </a:lnTo>
                <a:lnTo>
                  <a:pt x="188471" y="25889"/>
                </a:lnTo>
                <a:lnTo>
                  <a:pt x="188773" y="25976"/>
                </a:lnTo>
                <a:lnTo>
                  <a:pt x="189068" y="26071"/>
                </a:lnTo>
                <a:lnTo>
                  <a:pt x="189356" y="26176"/>
                </a:lnTo>
                <a:lnTo>
                  <a:pt x="189638" y="26289"/>
                </a:lnTo>
                <a:lnTo>
                  <a:pt x="189913" y="26412"/>
                </a:lnTo>
                <a:lnTo>
                  <a:pt x="190180" y="26544"/>
                </a:lnTo>
                <a:lnTo>
                  <a:pt x="190441" y="26684"/>
                </a:lnTo>
                <a:lnTo>
                  <a:pt x="190695" y="26834"/>
                </a:lnTo>
                <a:lnTo>
                  <a:pt x="190943" y="26993"/>
                </a:lnTo>
                <a:lnTo>
                  <a:pt x="191183" y="27161"/>
                </a:lnTo>
                <a:lnTo>
                  <a:pt x="191417" y="27339"/>
                </a:lnTo>
                <a:lnTo>
                  <a:pt x="191643" y="27525"/>
                </a:lnTo>
                <a:lnTo>
                  <a:pt x="191863" y="27720"/>
                </a:lnTo>
                <a:lnTo>
                  <a:pt x="192076" y="27925"/>
                </a:lnTo>
                <a:lnTo>
                  <a:pt x="192282" y="28138"/>
                </a:lnTo>
                <a:lnTo>
                  <a:pt x="192481" y="28360"/>
                </a:lnTo>
                <a:lnTo>
                  <a:pt x="192671" y="28588"/>
                </a:lnTo>
                <a:lnTo>
                  <a:pt x="192852" y="28824"/>
                </a:lnTo>
                <a:lnTo>
                  <a:pt x="193025" y="29067"/>
                </a:lnTo>
                <a:lnTo>
                  <a:pt x="193190" y="29318"/>
                </a:lnTo>
                <a:lnTo>
                  <a:pt x="193347" y="29575"/>
                </a:lnTo>
                <a:lnTo>
                  <a:pt x="193494" y="29840"/>
                </a:lnTo>
                <a:lnTo>
                  <a:pt x="193634" y="30111"/>
                </a:lnTo>
                <a:lnTo>
                  <a:pt x="193765" y="30390"/>
                </a:lnTo>
                <a:lnTo>
                  <a:pt x="193887" y="30676"/>
                </a:lnTo>
                <a:lnTo>
                  <a:pt x="194001" y="30970"/>
                </a:lnTo>
                <a:lnTo>
                  <a:pt x="194107" y="31270"/>
                </a:lnTo>
                <a:lnTo>
                  <a:pt x="194204" y="31578"/>
                </a:lnTo>
                <a:lnTo>
                  <a:pt x="194293" y="31893"/>
                </a:lnTo>
                <a:lnTo>
                  <a:pt x="194373" y="32215"/>
                </a:lnTo>
                <a:lnTo>
                  <a:pt x="194445" y="32544"/>
                </a:lnTo>
                <a:lnTo>
                  <a:pt x="194508" y="32880"/>
                </a:lnTo>
                <a:lnTo>
                  <a:pt x="194563" y="33224"/>
                </a:lnTo>
                <a:lnTo>
                  <a:pt x="194610" y="33575"/>
                </a:lnTo>
                <a:lnTo>
                  <a:pt x="194648" y="33933"/>
                </a:lnTo>
                <a:lnTo>
                  <a:pt x="194677" y="34298"/>
                </a:lnTo>
                <a:lnTo>
                  <a:pt x="194698" y="34670"/>
                </a:lnTo>
                <a:lnTo>
                  <a:pt x="194711" y="35050"/>
                </a:lnTo>
                <a:lnTo>
                  <a:pt x="194715" y="35436"/>
                </a:lnTo>
                <a:lnTo>
                  <a:pt x="194715" y="48105"/>
                </a:lnTo>
                <a:lnTo>
                  <a:pt x="194711" y="48492"/>
                </a:lnTo>
                <a:lnTo>
                  <a:pt x="194698" y="48871"/>
                </a:lnTo>
                <a:lnTo>
                  <a:pt x="194677" y="49243"/>
                </a:lnTo>
                <a:lnTo>
                  <a:pt x="194648" y="49608"/>
                </a:lnTo>
                <a:lnTo>
                  <a:pt x="194610" y="49966"/>
                </a:lnTo>
                <a:lnTo>
                  <a:pt x="194563" y="50317"/>
                </a:lnTo>
                <a:lnTo>
                  <a:pt x="194508" y="50660"/>
                </a:lnTo>
                <a:lnTo>
                  <a:pt x="194445" y="50997"/>
                </a:lnTo>
                <a:lnTo>
                  <a:pt x="194373" y="51326"/>
                </a:lnTo>
                <a:lnTo>
                  <a:pt x="194293" y="51648"/>
                </a:lnTo>
                <a:lnTo>
                  <a:pt x="194204" y="51963"/>
                </a:lnTo>
                <a:lnTo>
                  <a:pt x="194107" y="52271"/>
                </a:lnTo>
                <a:lnTo>
                  <a:pt x="194001" y="52571"/>
                </a:lnTo>
                <a:lnTo>
                  <a:pt x="193887" y="52864"/>
                </a:lnTo>
                <a:lnTo>
                  <a:pt x="193765" y="53151"/>
                </a:lnTo>
                <a:lnTo>
                  <a:pt x="193634" y="53430"/>
                </a:lnTo>
                <a:lnTo>
                  <a:pt x="193494" y="53701"/>
                </a:lnTo>
                <a:lnTo>
                  <a:pt x="193347" y="53966"/>
                </a:lnTo>
                <a:lnTo>
                  <a:pt x="193190" y="54224"/>
                </a:lnTo>
                <a:lnTo>
                  <a:pt x="193025" y="54474"/>
                </a:lnTo>
                <a:lnTo>
                  <a:pt x="192852" y="54717"/>
                </a:lnTo>
                <a:lnTo>
                  <a:pt x="192671" y="54953"/>
                </a:lnTo>
                <a:lnTo>
                  <a:pt x="192481" y="55182"/>
                </a:lnTo>
                <a:lnTo>
                  <a:pt x="192282" y="55403"/>
                </a:lnTo>
                <a:lnTo>
                  <a:pt x="192076" y="55617"/>
                </a:lnTo>
                <a:lnTo>
                  <a:pt x="191863" y="55821"/>
                </a:lnTo>
                <a:lnTo>
                  <a:pt x="191643" y="56016"/>
                </a:lnTo>
                <a:lnTo>
                  <a:pt x="191417" y="56203"/>
                </a:lnTo>
                <a:lnTo>
                  <a:pt x="191183" y="56380"/>
                </a:lnTo>
                <a:lnTo>
                  <a:pt x="190943" y="56548"/>
                </a:lnTo>
                <a:lnTo>
                  <a:pt x="190695" y="56707"/>
                </a:lnTo>
                <a:lnTo>
                  <a:pt x="190441" y="56856"/>
                </a:lnTo>
                <a:lnTo>
                  <a:pt x="190180" y="56997"/>
                </a:lnTo>
                <a:lnTo>
                  <a:pt x="189913" y="57129"/>
                </a:lnTo>
                <a:lnTo>
                  <a:pt x="189638" y="57251"/>
                </a:lnTo>
                <a:lnTo>
                  <a:pt x="189356" y="57365"/>
                </a:lnTo>
                <a:lnTo>
                  <a:pt x="189068" y="57469"/>
                </a:lnTo>
                <a:lnTo>
                  <a:pt x="188773" y="57565"/>
                </a:lnTo>
                <a:lnTo>
                  <a:pt x="188471" y="57651"/>
                </a:lnTo>
                <a:lnTo>
                  <a:pt x="188162" y="57728"/>
                </a:lnTo>
                <a:lnTo>
                  <a:pt x="187846" y="57796"/>
                </a:lnTo>
                <a:lnTo>
                  <a:pt x="187523" y="57855"/>
                </a:lnTo>
                <a:lnTo>
                  <a:pt x="187194" y="57905"/>
                </a:lnTo>
                <a:lnTo>
                  <a:pt x="186857" y="57946"/>
                </a:lnTo>
                <a:lnTo>
                  <a:pt x="186514" y="57978"/>
                </a:lnTo>
                <a:lnTo>
                  <a:pt x="186164" y="58001"/>
                </a:lnTo>
                <a:lnTo>
                  <a:pt x="185807" y="58014"/>
                </a:lnTo>
                <a:lnTo>
                  <a:pt x="185443" y="58019"/>
                </a:lnTo>
                <a:lnTo>
                  <a:pt x="185079" y="58014"/>
                </a:lnTo>
                <a:lnTo>
                  <a:pt x="184722" y="58001"/>
                </a:lnTo>
                <a:lnTo>
                  <a:pt x="184372" y="57979"/>
                </a:lnTo>
                <a:close/>
                <a:moveTo>
                  <a:pt x="110164" y="67016"/>
                </a:moveTo>
                <a:lnTo>
                  <a:pt x="121640" y="67016"/>
                </a:lnTo>
                <a:lnTo>
                  <a:pt x="121640" y="35436"/>
                </a:lnTo>
                <a:lnTo>
                  <a:pt x="121644" y="35042"/>
                </a:lnTo>
                <a:lnTo>
                  <a:pt x="121657" y="34656"/>
                </a:lnTo>
                <a:lnTo>
                  <a:pt x="121678" y="34277"/>
                </a:lnTo>
                <a:lnTo>
                  <a:pt x="121707" y="33906"/>
                </a:lnTo>
                <a:lnTo>
                  <a:pt x="121745" y="33543"/>
                </a:lnTo>
                <a:lnTo>
                  <a:pt x="121792" y="33187"/>
                </a:lnTo>
                <a:lnTo>
                  <a:pt x="121847" y="32839"/>
                </a:lnTo>
                <a:lnTo>
                  <a:pt x="121910" y="32498"/>
                </a:lnTo>
                <a:lnTo>
                  <a:pt x="121982" y="32166"/>
                </a:lnTo>
                <a:lnTo>
                  <a:pt x="122062" y="31841"/>
                </a:lnTo>
                <a:lnTo>
                  <a:pt x="122151" y="31523"/>
                </a:lnTo>
                <a:lnTo>
                  <a:pt x="122248" y="31213"/>
                </a:lnTo>
                <a:lnTo>
                  <a:pt x="122354" y="30911"/>
                </a:lnTo>
                <a:lnTo>
                  <a:pt x="122468" y="30616"/>
                </a:lnTo>
                <a:lnTo>
                  <a:pt x="122590" y="30330"/>
                </a:lnTo>
                <a:lnTo>
                  <a:pt x="122721" y="30050"/>
                </a:lnTo>
                <a:lnTo>
                  <a:pt x="122861" y="29779"/>
                </a:lnTo>
                <a:lnTo>
                  <a:pt x="123008" y="29515"/>
                </a:lnTo>
                <a:lnTo>
                  <a:pt x="123165" y="29259"/>
                </a:lnTo>
                <a:lnTo>
                  <a:pt x="123330" y="29010"/>
                </a:lnTo>
                <a:lnTo>
                  <a:pt x="123503" y="28769"/>
                </a:lnTo>
                <a:lnTo>
                  <a:pt x="123684" y="28536"/>
                </a:lnTo>
                <a:lnTo>
                  <a:pt x="123874" y="28310"/>
                </a:lnTo>
                <a:lnTo>
                  <a:pt x="124073" y="28092"/>
                </a:lnTo>
                <a:lnTo>
                  <a:pt x="124279" y="27882"/>
                </a:lnTo>
                <a:lnTo>
                  <a:pt x="124491" y="27681"/>
                </a:lnTo>
                <a:lnTo>
                  <a:pt x="124709" y="27489"/>
                </a:lnTo>
                <a:lnTo>
                  <a:pt x="124934" y="27306"/>
                </a:lnTo>
                <a:lnTo>
                  <a:pt x="125164" y="27132"/>
                </a:lnTo>
                <a:lnTo>
                  <a:pt x="125401" y="26967"/>
                </a:lnTo>
                <a:lnTo>
                  <a:pt x="125645" y="26811"/>
                </a:lnTo>
                <a:lnTo>
                  <a:pt x="125894" y="26664"/>
                </a:lnTo>
                <a:lnTo>
                  <a:pt x="126149" y="26525"/>
                </a:lnTo>
                <a:lnTo>
                  <a:pt x="126411" y="26396"/>
                </a:lnTo>
                <a:lnTo>
                  <a:pt x="126679" y="26276"/>
                </a:lnTo>
                <a:lnTo>
                  <a:pt x="126953" y="26164"/>
                </a:lnTo>
                <a:lnTo>
                  <a:pt x="127234" y="26061"/>
                </a:lnTo>
                <a:lnTo>
                  <a:pt x="127520" y="25968"/>
                </a:lnTo>
                <a:lnTo>
                  <a:pt x="127813" y="25883"/>
                </a:lnTo>
                <a:lnTo>
                  <a:pt x="128112" y="25807"/>
                </a:lnTo>
                <a:lnTo>
                  <a:pt x="128418" y="25740"/>
                </a:lnTo>
                <a:lnTo>
                  <a:pt x="128729" y="25682"/>
                </a:lnTo>
                <a:lnTo>
                  <a:pt x="129047" y="25633"/>
                </a:lnTo>
                <a:lnTo>
                  <a:pt x="129371" y="25593"/>
                </a:lnTo>
                <a:lnTo>
                  <a:pt x="129701" y="25562"/>
                </a:lnTo>
                <a:lnTo>
                  <a:pt x="130037" y="25539"/>
                </a:lnTo>
                <a:lnTo>
                  <a:pt x="130379" y="25526"/>
                </a:lnTo>
                <a:lnTo>
                  <a:pt x="130728" y="25521"/>
                </a:lnTo>
                <a:lnTo>
                  <a:pt x="131085" y="25526"/>
                </a:lnTo>
                <a:lnTo>
                  <a:pt x="131434" y="25539"/>
                </a:lnTo>
                <a:lnTo>
                  <a:pt x="131777" y="25560"/>
                </a:lnTo>
                <a:lnTo>
                  <a:pt x="132113" y="25590"/>
                </a:lnTo>
                <a:lnTo>
                  <a:pt x="132443" y="25629"/>
                </a:lnTo>
                <a:lnTo>
                  <a:pt x="132766" y="25676"/>
                </a:lnTo>
                <a:lnTo>
                  <a:pt x="133082" y="25732"/>
                </a:lnTo>
                <a:lnTo>
                  <a:pt x="133391" y="25797"/>
                </a:lnTo>
                <a:lnTo>
                  <a:pt x="133694" y="25870"/>
                </a:lnTo>
                <a:lnTo>
                  <a:pt x="133990" y="25952"/>
                </a:lnTo>
                <a:lnTo>
                  <a:pt x="134279" y="26042"/>
                </a:lnTo>
                <a:lnTo>
                  <a:pt x="134562" y="26141"/>
                </a:lnTo>
                <a:lnTo>
                  <a:pt x="134837" y="26249"/>
                </a:lnTo>
                <a:lnTo>
                  <a:pt x="135107" y="26365"/>
                </a:lnTo>
                <a:lnTo>
                  <a:pt x="135369" y="26490"/>
                </a:lnTo>
                <a:lnTo>
                  <a:pt x="135625" y="26623"/>
                </a:lnTo>
                <a:lnTo>
                  <a:pt x="135874" y="26765"/>
                </a:lnTo>
                <a:lnTo>
                  <a:pt x="136116" y="26916"/>
                </a:lnTo>
                <a:lnTo>
                  <a:pt x="136352" y="27075"/>
                </a:lnTo>
                <a:lnTo>
                  <a:pt x="136581" y="27243"/>
                </a:lnTo>
                <a:lnTo>
                  <a:pt x="136803" y="27420"/>
                </a:lnTo>
                <a:lnTo>
                  <a:pt x="137019" y="27605"/>
                </a:lnTo>
                <a:lnTo>
                  <a:pt x="137228" y="27798"/>
                </a:lnTo>
                <a:lnTo>
                  <a:pt x="137430" y="28001"/>
                </a:lnTo>
                <a:lnTo>
                  <a:pt x="137624" y="28211"/>
                </a:lnTo>
                <a:lnTo>
                  <a:pt x="137811" y="28428"/>
                </a:lnTo>
                <a:lnTo>
                  <a:pt x="137989" y="28653"/>
                </a:lnTo>
                <a:lnTo>
                  <a:pt x="138159" y="28885"/>
                </a:lnTo>
                <a:lnTo>
                  <a:pt x="138321" y="29125"/>
                </a:lnTo>
                <a:lnTo>
                  <a:pt x="138474" y="29372"/>
                </a:lnTo>
                <a:lnTo>
                  <a:pt x="138619" y="29626"/>
                </a:lnTo>
                <a:lnTo>
                  <a:pt x="138756" y="29887"/>
                </a:lnTo>
                <a:lnTo>
                  <a:pt x="138884" y="30156"/>
                </a:lnTo>
                <a:lnTo>
                  <a:pt x="139004" y="30432"/>
                </a:lnTo>
                <a:lnTo>
                  <a:pt x="139116" y="30716"/>
                </a:lnTo>
                <a:lnTo>
                  <a:pt x="139220" y="31007"/>
                </a:lnTo>
                <a:lnTo>
                  <a:pt x="139315" y="31305"/>
                </a:lnTo>
                <a:lnTo>
                  <a:pt x="139402" y="31610"/>
                </a:lnTo>
                <a:lnTo>
                  <a:pt x="139481" y="31923"/>
                </a:lnTo>
                <a:lnTo>
                  <a:pt x="139551" y="32243"/>
                </a:lnTo>
                <a:lnTo>
                  <a:pt x="139614" y="32571"/>
                </a:lnTo>
                <a:lnTo>
                  <a:pt x="139667" y="32905"/>
                </a:lnTo>
                <a:lnTo>
                  <a:pt x="139713" y="33247"/>
                </a:lnTo>
                <a:lnTo>
                  <a:pt x="139750" y="33597"/>
                </a:lnTo>
                <a:lnTo>
                  <a:pt x="139779" y="33954"/>
                </a:lnTo>
                <a:lnTo>
                  <a:pt x="139800" y="34318"/>
                </a:lnTo>
                <a:lnTo>
                  <a:pt x="139813" y="34689"/>
                </a:lnTo>
                <a:lnTo>
                  <a:pt x="139817" y="35068"/>
                </a:lnTo>
                <a:lnTo>
                  <a:pt x="139817" y="67016"/>
                </a:lnTo>
                <a:lnTo>
                  <a:pt x="151292" y="67016"/>
                </a:lnTo>
                <a:lnTo>
                  <a:pt x="151292" y="33876"/>
                </a:lnTo>
                <a:lnTo>
                  <a:pt x="151284" y="33185"/>
                </a:lnTo>
                <a:lnTo>
                  <a:pt x="151261" y="32507"/>
                </a:lnTo>
                <a:lnTo>
                  <a:pt x="151223" y="31840"/>
                </a:lnTo>
                <a:lnTo>
                  <a:pt x="151168" y="31185"/>
                </a:lnTo>
                <a:lnTo>
                  <a:pt x="151099" y="30542"/>
                </a:lnTo>
                <a:lnTo>
                  <a:pt x="151014" y="29911"/>
                </a:lnTo>
                <a:lnTo>
                  <a:pt x="150913" y="29291"/>
                </a:lnTo>
                <a:lnTo>
                  <a:pt x="150797" y="28684"/>
                </a:lnTo>
                <a:lnTo>
                  <a:pt x="150666" y="28088"/>
                </a:lnTo>
                <a:lnTo>
                  <a:pt x="150519" y="27504"/>
                </a:lnTo>
                <a:lnTo>
                  <a:pt x="150357" y="26931"/>
                </a:lnTo>
                <a:lnTo>
                  <a:pt x="150179" y="26371"/>
                </a:lnTo>
                <a:lnTo>
                  <a:pt x="149986" y="25822"/>
                </a:lnTo>
                <a:lnTo>
                  <a:pt x="149777" y="25285"/>
                </a:lnTo>
                <a:lnTo>
                  <a:pt x="149553" y="24760"/>
                </a:lnTo>
                <a:lnTo>
                  <a:pt x="149313" y="24246"/>
                </a:lnTo>
                <a:lnTo>
                  <a:pt x="149058" y="23745"/>
                </a:lnTo>
                <a:lnTo>
                  <a:pt x="148787" y="23255"/>
                </a:lnTo>
                <a:lnTo>
                  <a:pt x="148501" y="22777"/>
                </a:lnTo>
                <a:lnTo>
                  <a:pt x="148200" y="22311"/>
                </a:lnTo>
                <a:lnTo>
                  <a:pt x="147883" y="21856"/>
                </a:lnTo>
                <a:lnTo>
                  <a:pt x="147550" y="21414"/>
                </a:lnTo>
                <a:lnTo>
                  <a:pt x="147202" y="20983"/>
                </a:lnTo>
                <a:lnTo>
                  <a:pt x="146839" y="20564"/>
                </a:lnTo>
                <a:lnTo>
                  <a:pt x="146463" y="20159"/>
                </a:lnTo>
                <a:lnTo>
                  <a:pt x="146076" y="19772"/>
                </a:lnTo>
                <a:lnTo>
                  <a:pt x="145679" y="19402"/>
                </a:lnTo>
                <a:lnTo>
                  <a:pt x="145272" y="19049"/>
                </a:lnTo>
                <a:lnTo>
                  <a:pt x="144855" y="18713"/>
                </a:lnTo>
                <a:lnTo>
                  <a:pt x="144427" y="18395"/>
                </a:lnTo>
                <a:lnTo>
                  <a:pt x="143988" y="18094"/>
                </a:lnTo>
                <a:lnTo>
                  <a:pt x="143540" y="17810"/>
                </a:lnTo>
                <a:lnTo>
                  <a:pt x="143081" y="17543"/>
                </a:lnTo>
                <a:lnTo>
                  <a:pt x="142611" y="17293"/>
                </a:lnTo>
                <a:lnTo>
                  <a:pt x="142131" y="17061"/>
                </a:lnTo>
                <a:lnTo>
                  <a:pt x="141641" y="16846"/>
                </a:lnTo>
                <a:lnTo>
                  <a:pt x="141141" y="16648"/>
                </a:lnTo>
                <a:lnTo>
                  <a:pt x="140630" y="16467"/>
                </a:lnTo>
                <a:lnTo>
                  <a:pt x="140109" y="16304"/>
                </a:lnTo>
                <a:lnTo>
                  <a:pt x="139577" y="16157"/>
                </a:lnTo>
                <a:lnTo>
                  <a:pt x="139035" y="16028"/>
                </a:lnTo>
                <a:lnTo>
                  <a:pt x="138483" y="15916"/>
                </a:lnTo>
                <a:lnTo>
                  <a:pt x="137920" y="15822"/>
                </a:lnTo>
                <a:lnTo>
                  <a:pt x="137347" y="15744"/>
                </a:lnTo>
                <a:lnTo>
                  <a:pt x="136764" y="15684"/>
                </a:lnTo>
                <a:lnTo>
                  <a:pt x="136170" y="15641"/>
                </a:lnTo>
                <a:lnTo>
                  <a:pt x="135566" y="15615"/>
                </a:lnTo>
                <a:lnTo>
                  <a:pt x="134952" y="15606"/>
                </a:lnTo>
                <a:lnTo>
                  <a:pt x="134429" y="15612"/>
                </a:lnTo>
                <a:lnTo>
                  <a:pt x="133915" y="15631"/>
                </a:lnTo>
                <a:lnTo>
                  <a:pt x="133410" y="15661"/>
                </a:lnTo>
                <a:lnTo>
                  <a:pt x="132915" y="15703"/>
                </a:lnTo>
                <a:lnTo>
                  <a:pt x="132430" y="15758"/>
                </a:lnTo>
                <a:lnTo>
                  <a:pt x="131954" y="15825"/>
                </a:lnTo>
                <a:lnTo>
                  <a:pt x="131487" y="15903"/>
                </a:lnTo>
                <a:lnTo>
                  <a:pt x="131030" y="15994"/>
                </a:lnTo>
                <a:lnTo>
                  <a:pt x="130582" y="16097"/>
                </a:lnTo>
                <a:lnTo>
                  <a:pt x="130143" y="16212"/>
                </a:lnTo>
                <a:lnTo>
                  <a:pt x="129714" y="16339"/>
                </a:lnTo>
                <a:lnTo>
                  <a:pt x="129294" y="16479"/>
                </a:lnTo>
                <a:lnTo>
                  <a:pt x="128884" y="16630"/>
                </a:lnTo>
                <a:lnTo>
                  <a:pt x="128483" y="16794"/>
                </a:lnTo>
                <a:lnTo>
                  <a:pt x="128091" y="16969"/>
                </a:lnTo>
                <a:lnTo>
                  <a:pt x="127709" y="17157"/>
                </a:lnTo>
                <a:lnTo>
                  <a:pt x="127336" y="17357"/>
                </a:lnTo>
                <a:lnTo>
                  <a:pt x="126973" y="17569"/>
                </a:lnTo>
                <a:lnTo>
                  <a:pt x="126619" y="17793"/>
                </a:lnTo>
                <a:lnTo>
                  <a:pt x="126275" y="18030"/>
                </a:lnTo>
                <a:lnTo>
                  <a:pt x="125939" y="18278"/>
                </a:lnTo>
                <a:lnTo>
                  <a:pt x="125614" y="18539"/>
                </a:lnTo>
                <a:lnTo>
                  <a:pt x="125297" y="18811"/>
                </a:lnTo>
                <a:lnTo>
                  <a:pt x="124991" y="19096"/>
                </a:lnTo>
                <a:lnTo>
                  <a:pt x="124695" y="19391"/>
                </a:lnTo>
                <a:lnTo>
                  <a:pt x="124411" y="19696"/>
                </a:lnTo>
                <a:lnTo>
                  <a:pt x="124141" y="20011"/>
                </a:lnTo>
                <a:lnTo>
                  <a:pt x="123883" y="20335"/>
                </a:lnTo>
                <a:lnTo>
                  <a:pt x="123637" y="20669"/>
                </a:lnTo>
                <a:lnTo>
                  <a:pt x="123404" y="21012"/>
                </a:lnTo>
                <a:lnTo>
                  <a:pt x="123184" y="21365"/>
                </a:lnTo>
                <a:lnTo>
                  <a:pt x="122976" y="21727"/>
                </a:lnTo>
                <a:lnTo>
                  <a:pt x="122781" y="22099"/>
                </a:lnTo>
                <a:lnTo>
                  <a:pt x="122599" y="22481"/>
                </a:lnTo>
                <a:lnTo>
                  <a:pt x="122429" y="22872"/>
                </a:lnTo>
                <a:lnTo>
                  <a:pt x="122272" y="23272"/>
                </a:lnTo>
                <a:lnTo>
                  <a:pt x="122127" y="23683"/>
                </a:lnTo>
                <a:lnTo>
                  <a:pt x="121995" y="24102"/>
                </a:lnTo>
                <a:lnTo>
                  <a:pt x="121875" y="24532"/>
                </a:lnTo>
                <a:lnTo>
                  <a:pt x="121768" y="24971"/>
                </a:lnTo>
                <a:lnTo>
                  <a:pt x="121674" y="25419"/>
                </a:lnTo>
                <a:lnTo>
                  <a:pt x="121592" y="25877"/>
                </a:lnTo>
                <a:lnTo>
                  <a:pt x="121549" y="26163"/>
                </a:lnTo>
                <a:lnTo>
                  <a:pt x="121365" y="26163"/>
                </a:lnTo>
                <a:lnTo>
                  <a:pt x="121365" y="16524"/>
                </a:lnTo>
                <a:lnTo>
                  <a:pt x="110164" y="16524"/>
                </a:lnTo>
                <a:lnTo>
                  <a:pt x="110164" y="67016"/>
                </a:lnTo>
                <a:close/>
                <a:moveTo>
                  <a:pt x="96210" y="32773"/>
                </a:moveTo>
                <a:lnTo>
                  <a:pt x="96200" y="32121"/>
                </a:lnTo>
                <a:lnTo>
                  <a:pt x="96173" y="31480"/>
                </a:lnTo>
                <a:lnTo>
                  <a:pt x="96126" y="30851"/>
                </a:lnTo>
                <a:lnTo>
                  <a:pt x="96061" y="30232"/>
                </a:lnTo>
                <a:lnTo>
                  <a:pt x="95977" y="29625"/>
                </a:lnTo>
                <a:lnTo>
                  <a:pt x="95874" y="29030"/>
                </a:lnTo>
                <a:lnTo>
                  <a:pt x="95753" y="28445"/>
                </a:lnTo>
                <a:lnTo>
                  <a:pt x="95613" y="27872"/>
                </a:lnTo>
                <a:lnTo>
                  <a:pt x="95455" y="27311"/>
                </a:lnTo>
                <a:lnTo>
                  <a:pt x="95277" y="26760"/>
                </a:lnTo>
                <a:lnTo>
                  <a:pt x="95082" y="26221"/>
                </a:lnTo>
                <a:lnTo>
                  <a:pt x="94867" y="25693"/>
                </a:lnTo>
                <a:lnTo>
                  <a:pt x="94634" y="25177"/>
                </a:lnTo>
                <a:lnTo>
                  <a:pt x="94382" y="24672"/>
                </a:lnTo>
                <a:lnTo>
                  <a:pt x="94112" y="24178"/>
                </a:lnTo>
                <a:lnTo>
                  <a:pt x="93823" y="23695"/>
                </a:lnTo>
                <a:lnTo>
                  <a:pt x="93515" y="23224"/>
                </a:lnTo>
                <a:lnTo>
                  <a:pt x="93189" y="22764"/>
                </a:lnTo>
                <a:lnTo>
                  <a:pt x="92844" y="22316"/>
                </a:lnTo>
                <a:lnTo>
                  <a:pt x="92480" y="21879"/>
                </a:lnTo>
                <a:lnTo>
                  <a:pt x="92098" y="21453"/>
                </a:lnTo>
                <a:lnTo>
                  <a:pt x="91697" y="21038"/>
                </a:lnTo>
                <a:lnTo>
                  <a:pt x="91277" y="20635"/>
                </a:lnTo>
                <a:lnTo>
                  <a:pt x="90839" y="20243"/>
                </a:lnTo>
                <a:lnTo>
                  <a:pt x="90385" y="19865"/>
                </a:lnTo>
                <a:lnTo>
                  <a:pt x="89917" y="19503"/>
                </a:lnTo>
                <a:lnTo>
                  <a:pt x="89436" y="19156"/>
                </a:lnTo>
                <a:lnTo>
                  <a:pt x="88941" y="18826"/>
                </a:lnTo>
                <a:lnTo>
                  <a:pt x="88433" y="18512"/>
                </a:lnTo>
                <a:lnTo>
                  <a:pt x="87911" y="18215"/>
                </a:lnTo>
                <a:lnTo>
                  <a:pt x="87375" y="17933"/>
                </a:lnTo>
                <a:lnTo>
                  <a:pt x="86826" y="17667"/>
                </a:lnTo>
                <a:lnTo>
                  <a:pt x="86263" y="17418"/>
                </a:lnTo>
                <a:lnTo>
                  <a:pt x="85687" y="17184"/>
                </a:lnTo>
                <a:lnTo>
                  <a:pt x="85097" y="16967"/>
                </a:lnTo>
                <a:lnTo>
                  <a:pt x="84494" y="16766"/>
                </a:lnTo>
                <a:lnTo>
                  <a:pt x="83877" y="16580"/>
                </a:lnTo>
                <a:lnTo>
                  <a:pt x="83247" y="16411"/>
                </a:lnTo>
                <a:lnTo>
                  <a:pt x="82603" y="16258"/>
                </a:lnTo>
                <a:lnTo>
                  <a:pt x="81946" y="16122"/>
                </a:lnTo>
                <a:lnTo>
                  <a:pt x="81274" y="16001"/>
                </a:lnTo>
                <a:lnTo>
                  <a:pt x="80590" y="15896"/>
                </a:lnTo>
                <a:lnTo>
                  <a:pt x="79892" y="15808"/>
                </a:lnTo>
                <a:lnTo>
                  <a:pt x="79180" y="15735"/>
                </a:lnTo>
                <a:lnTo>
                  <a:pt x="78455" y="15679"/>
                </a:lnTo>
                <a:lnTo>
                  <a:pt x="77716" y="15639"/>
                </a:lnTo>
                <a:lnTo>
                  <a:pt x="76964" y="15614"/>
                </a:lnTo>
                <a:lnTo>
                  <a:pt x="76198" y="15606"/>
                </a:lnTo>
                <a:lnTo>
                  <a:pt x="75476" y="15614"/>
                </a:lnTo>
                <a:lnTo>
                  <a:pt x="74766" y="15636"/>
                </a:lnTo>
                <a:lnTo>
                  <a:pt x="74066" y="15672"/>
                </a:lnTo>
                <a:lnTo>
                  <a:pt x="73377" y="15724"/>
                </a:lnTo>
                <a:lnTo>
                  <a:pt x="72699" y="15790"/>
                </a:lnTo>
                <a:lnTo>
                  <a:pt x="72032" y="15870"/>
                </a:lnTo>
                <a:lnTo>
                  <a:pt x="71376" y="15966"/>
                </a:lnTo>
                <a:lnTo>
                  <a:pt x="70730" y="16076"/>
                </a:lnTo>
                <a:lnTo>
                  <a:pt x="70096" y="16200"/>
                </a:lnTo>
                <a:lnTo>
                  <a:pt x="69472" y="16340"/>
                </a:lnTo>
                <a:lnTo>
                  <a:pt x="68859" y="16494"/>
                </a:lnTo>
                <a:lnTo>
                  <a:pt x="68257" y="16662"/>
                </a:lnTo>
                <a:lnTo>
                  <a:pt x="67665" y="16846"/>
                </a:lnTo>
                <a:lnTo>
                  <a:pt x="67085" y="17044"/>
                </a:lnTo>
                <a:lnTo>
                  <a:pt x="66515" y="17256"/>
                </a:lnTo>
                <a:lnTo>
                  <a:pt x="65956" y="17484"/>
                </a:lnTo>
                <a:lnTo>
                  <a:pt x="65408" y="17725"/>
                </a:lnTo>
                <a:lnTo>
                  <a:pt x="64871" y="17982"/>
                </a:lnTo>
                <a:lnTo>
                  <a:pt x="64345" y="18253"/>
                </a:lnTo>
                <a:lnTo>
                  <a:pt x="63829" y="18539"/>
                </a:lnTo>
                <a:lnTo>
                  <a:pt x="63325" y="18840"/>
                </a:lnTo>
                <a:lnTo>
                  <a:pt x="62831" y="19155"/>
                </a:lnTo>
                <a:lnTo>
                  <a:pt x="62348" y="19485"/>
                </a:lnTo>
                <a:lnTo>
                  <a:pt x="61876" y="19830"/>
                </a:lnTo>
                <a:lnTo>
                  <a:pt x="61418" y="20187"/>
                </a:lnTo>
                <a:lnTo>
                  <a:pt x="60976" y="20554"/>
                </a:lnTo>
                <a:lnTo>
                  <a:pt x="60550" y="20931"/>
                </a:lnTo>
                <a:lnTo>
                  <a:pt x="60142" y="21319"/>
                </a:lnTo>
                <a:lnTo>
                  <a:pt x="59750" y="21717"/>
                </a:lnTo>
                <a:lnTo>
                  <a:pt x="59374" y="22125"/>
                </a:lnTo>
                <a:lnTo>
                  <a:pt x="59015" y="22543"/>
                </a:lnTo>
                <a:lnTo>
                  <a:pt x="58673" y="22971"/>
                </a:lnTo>
                <a:lnTo>
                  <a:pt x="58347" y="23410"/>
                </a:lnTo>
                <a:lnTo>
                  <a:pt x="58038" y="23858"/>
                </a:lnTo>
                <a:lnTo>
                  <a:pt x="57745" y="24317"/>
                </a:lnTo>
                <a:lnTo>
                  <a:pt x="57469" y="24787"/>
                </a:lnTo>
                <a:lnTo>
                  <a:pt x="57210" y="25266"/>
                </a:lnTo>
                <a:lnTo>
                  <a:pt x="56967" y="25756"/>
                </a:lnTo>
                <a:lnTo>
                  <a:pt x="56740" y="26255"/>
                </a:lnTo>
                <a:lnTo>
                  <a:pt x="56530" y="26765"/>
                </a:lnTo>
                <a:lnTo>
                  <a:pt x="56337" y="27286"/>
                </a:lnTo>
                <a:lnTo>
                  <a:pt x="56161" y="27816"/>
                </a:lnTo>
                <a:lnTo>
                  <a:pt x="56001" y="28357"/>
                </a:lnTo>
                <a:lnTo>
                  <a:pt x="55857" y="28907"/>
                </a:lnTo>
                <a:lnTo>
                  <a:pt x="55730" y="29469"/>
                </a:lnTo>
                <a:lnTo>
                  <a:pt x="55620" y="30040"/>
                </a:lnTo>
                <a:lnTo>
                  <a:pt x="55526" y="30621"/>
                </a:lnTo>
                <a:lnTo>
                  <a:pt x="55449" y="31213"/>
                </a:lnTo>
                <a:lnTo>
                  <a:pt x="66650" y="31213"/>
                </a:lnTo>
                <a:lnTo>
                  <a:pt x="66692" y="30978"/>
                </a:lnTo>
                <a:lnTo>
                  <a:pt x="66740" y="30747"/>
                </a:lnTo>
                <a:lnTo>
                  <a:pt x="66796" y="30520"/>
                </a:lnTo>
                <a:lnTo>
                  <a:pt x="66859" y="30297"/>
                </a:lnTo>
                <a:lnTo>
                  <a:pt x="66928" y="30079"/>
                </a:lnTo>
                <a:lnTo>
                  <a:pt x="67005" y="29864"/>
                </a:lnTo>
                <a:lnTo>
                  <a:pt x="67089" y="29654"/>
                </a:lnTo>
                <a:lnTo>
                  <a:pt x="67180" y="29448"/>
                </a:lnTo>
                <a:lnTo>
                  <a:pt x="67278" y="29246"/>
                </a:lnTo>
                <a:lnTo>
                  <a:pt x="67382" y="29048"/>
                </a:lnTo>
                <a:lnTo>
                  <a:pt x="67494" y="28855"/>
                </a:lnTo>
                <a:lnTo>
                  <a:pt x="67613" y="28665"/>
                </a:lnTo>
                <a:lnTo>
                  <a:pt x="67739" y="28480"/>
                </a:lnTo>
                <a:lnTo>
                  <a:pt x="67872" y="28299"/>
                </a:lnTo>
                <a:lnTo>
                  <a:pt x="68012" y="28122"/>
                </a:lnTo>
                <a:lnTo>
                  <a:pt x="68158" y="27949"/>
                </a:lnTo>
                <a:lnTo>
                  <a:pt x="68312" y="27780"/>
                </a:lnTo>
                <a:lnTo>
                  <a:pt x="68473" y="27615"/>
                </a:lnTo>
                <a:lnTo>
                  <a:pt x="68641" y="27455"/>
                </a:lnTo>
                <a:lnTo>
                  <a:pt x="68816" y="27299"/>
                </a:lnTo>
                <a:lnTo>
                  <a:pt x="68998" y="27146"/>
                </a:lnTo>
                <a:lnTo>
                  <a:pt x="69187" y="26998"/>
                </a:lnTo>
                <a:lnTo>
                  <a:pt x="69383" y="26855"/>
                </a:lnTo>
                <a:lnTo>
                  <a:pt x="69586" y="26715"/>
                </a:lnTo>
                <a:lnTo>
                  <a:pt x="69795" y="26580"/>
                </a:lnTo>
                <a:lnTo>
                  <a:pt x="70008" y="26451"/>
                </a:lnTo>
                <a:lnTo>
                  <a:pt x="70226" y="26327"/>
                </a:lnTo>
                <a:lnTo>
                  <a:pt x="70448" y="26210"/>
                </a:lnTo>
                <a:lnTo>
                  <a:pt x="70675" y="26098"/>
                </a:lnTo>
                <a:lnTo>
                  <a:pt x="70906" y="25992"/>
                </a:lnTo>
                <a:lnTo>
                  <a:pt x="71142" y="25891"/>
                </a:lnTo>
                <a:lnTo>
                  <a:pt x="71382" y="25797"/>
                </a:lnTo>
                <a:lnTo>
                  <a:pt x="71626" y="25708"/>
                </a:lnTo>
                <a:lnTo>
                  <a:pt x="71875" y="25624"/>
                </a:lnTo>
                <a:lnTo>
                  <a:pt x="72129" y="25547"/>
                </a:lnTo>
                <a:lnTo>
                  <a:pt x="72387" y="25475"/>
                </a:lnTo>
                <a:lnTo>
                  <a:pt x="72649" y="25409"/>
                </a:lnTo>
                <a:lnTo>
                  <a:pt x="72916" y="25349"/>
                </a:lnTo>
                <a:lnTo>
                  <a:pt x="73187" y="25294"/>
                </a:lnTo>
                <a:lnTo>
                  <a:pt x="73463" y="25246"/>
                </a:lnTo>
                <a:lnTo>
                  <a:pt x="73743" y="25203"/>
                </a:lnTo>
                <a:lnTo>
                  <a:pt x="74028" y="25165"/>
                </a:lnTo>
                <a:lnTo>
                  <a:pt x="74317" y="25134"/>
                </a:lnTo>
                <a:lnTo>
                  <a:pt x="74610" y="25108"/>
                </a:lnTo>
                <a:lnTo>
                  <a:pt x="74908" y="25088"/>
                </a:lnTo>
                <a:lnTo>
                  <a:pt x="75211" y="25073"/>
                </a:lnTo>
                <a:lnTo>
                  <a:pt x="75518" y="25065"/>
                </a:lnTo>
                <a:lnTo>
                  <a:pt x="75829" y="25062"/>
                </a:lnTo>
                <a:lnTo>
                  <a:pt x="76171" y="25065"/>
                </a:lnTo>
                <a:lnTo>
                  <a:pt x="76506" y="25076"/>
                </a:lnTo>
                <a:lnTo>
                  <a:pt x="76835" y="25094"/>
                </a:lnTo>
                <a:lnTo>
                  <a:pt x="77158" y="25119"/>
                </a:lnTo>
                <a:lnTo>
                  <a:pt x="77475" y="25152"/>
                </a:lnTo>
                <a:lnTo>
                  <a:pt x="77786" y="25191"/>
                </a:lnTo>
                <a:lnTo>
                  <a:pt x="78091" y="25238"/>
                </a:lnTo>
                <a:lnTo>
                  <a:pt x="78390" y="25291"/>
                </a:lnTo>
                <a:lnTo>
                  <a:pt x="78683" y="25352"/>
                </a:lnTo>
                <a:lnTo>
                  <a:pt x="78970" y="25421"/>
                </a:lnTo>
                <a:lnTo>
                  <a:pt x="79250" y="25496"/>
                </a:lnTo>
                <a:lnTo>
                  <a:pt x="79525" y="25578"/>
                </a:lnTo>
                <a:lnTo>
                  <a:pt x="79794" y="25668"/>
                </a:lnTo>
                <a:lnTo>
                  <a:pt x="80056" y="25765"/>
                </a:lnTo>
                <a:lnTo>
                  <a:pt x="80313" y="25869"/>
                </a:lnTo>
                <a:lnTo>
                  <a:pt x="80563" y="25980"/>
                </a:lnTo>
                <a:lnTo>
                  <a:pt x="80807" y="26099"/>
                </a:lnTo>
                <a:lnTo>
                  <a:pt x="81045" y="26224"/>
                </a:lnTo>
                <a:lnTo>
                  <a:pt x="81278" y="26357"/>
                </a:lnTo>
                <a:lnTo>
                  <a:pt x="81504" y="26497"/>
                </a:lnTo>
                <a:lnTo>
                  <a:pt x="81724" y="26644"/>
                </a:lnTo>
                <a:lnTo>
                  <a:pt x="81938" y="26798"/>
                </a:lnTo>
                <a:lnTo>
                  <a:pt x="82146" y="26959"/>
                </a:lnTo>
                <a:lnTo>
                  <a:pt x="82347" y="27128"/>
                </a:lnTo>
                <a:lnTo>
                  <a:pt x="82542" y="27303"/>
                </a:lnTo>
                <a:lnTo>
                  <a:pt x="82729" y="27483"/>
                </a:lnTo>
                <a:lnTo>
                  <a:pt x="82907" y="27669"/>
                </a:lnTo>
                <a:lnTo>
                  <a:pt x="83077" y="27861"/>
                </a:lnTo>
                <a:lnTo>
                  <a:pt x="83238" y="28058"/>
                </a:lnTo>
                <a:lnTo>
                  <a:pt x="83392" y="28261"/>
                </a:lnTo>
                <a:lnTo>
                  <a:pt x="83537" y="28469"/>
                </a:lnTo>
                <a:lnTo>
                  <a:pt x="83673" y="28683"/>
                </a:lnTo>
                <a:lnTo>
                  <a:pt x="83802" y="28903"/>
                </a:lnTo>
                <a:lnTo>
                  <a:pt x="83922" y="29128"/>
                </a:lnTo>
                <a:lnTo>
                  <a:pt x="84034" y="29359"/>
                </a:lnTo>
                <a:lnTo>
                  <a:pt x="84138" y="29595"/>
                </a:lnTo>
                <a:lnTo>
                  <a:pt x="84233" y="29837"/>
                </a:lnTo>
                <a:lnTo>
                  <a:pt x="84320" y="30084"/>
                </a:lnTo>
                <a:lnTo>
                  <a:pt x="84399" y="30337"/>
                </a:lnTo>
                <a:lnTo>
                  <a:pt x="84469" y="30596"/>
                </a:lnTo>
                <a:lnTo>
                  <a:pt x="84531" y="30860"/>
                </a:lnTo>
                <a:lnTo>
                  <a:pt x="84585" y="31130"/>
                </a:lnTo>
                <a:lnTo>
                  <a:pt x="84631" y="31405"/>
                </a:lnTo>
                <a:lnTo>
                  <a:pt x="84668" y="31686"/>
                </a:lnTo>
                <a:lnTo>
                  <a:pt x="84697" y="31973"/>
                </a:lnTo>
                <a:lnTo>
                  <a:pt x="84718" y="32265"/>
                </a:lnTo>
                <a:lnTo>
                  <a:pt x="84730" y="32563"/>
                </a:lnTo>
                <a:lnTo>
                  <a:pt x="84734" y="32866"/>
                </a:lnTo>
                <a:lnTo>
                  <a:pt x="84734" y="37180"/>
                </a:lnTo>
                <a:lnTo>
                  <a:pt x="72158" y="37180"/>
                </a:lnTo>
                <a:lnTo>
                  <a:pt x="71408" y="37187"/>
                </a:lnTo>
                <a:lnTo>
                  <a:pt x="70672" y="37208"/>
                </a:lnTo>
                <a:lnTo>
                  <a:pt x="69950" y="37243"/>
                </a:lnTo>
                <a:lnTo>
                  <a:pt x="69243" y="37293"/>
                </a:lnTo>
                <a:lnTo>
                  <a:pt x="68550" y="37356"/>
                </a:lnTo>
                <a:lnTo>
                  <a:pt x="67872" y="37433"/>
                </a:lnTo>
                <a:lnTo>
                  <a:pt x="67208" y="37524"/>
                </a:lnTo>
                <a:lnTo>
                  <a:pt x="66558" y="37629"/>
                </a:lnTo>
                <a:lnTo>
                  <a:pt x="65922" y="37748"/>
                </a:lnTo>
                <a:lnTo>
                  <a:pt x="65301" y="37882"/>
                </a:lnTo>
                <a:lnTo>
                  <a:pt x="64695" y="38029"/>
                </a:lnTo>
                <a:lnTo>
                  <a:pt x="64102" y="38190"/>
                </a:lnTo>
                <a:lnTo>
                  <a:pt x="63524" y="38366"/>
                </a:lnTo>
                <a:lnTo>
                  <a:pt x="62960" y="38555"/>
                </a:lnTo>
                <a:lnTo>
                  <a:pt x="62411" y="38758"/>
                </a:lnTo>
                <a:lnTo>
                  <a:pt x="61876" y="38976"/>
                </a:lnTo>
                <a:lnTo>
                  <a:pt x="61355" y="39207"/>
                </a:lnTo>
                <a:lnTo>
                  <a:pt x="60849" y="39453"/>
                </a:lnTo>
                <a:lnTo>
                  <a:pt x="60357" y="39712"/>
                </a:lnTo>
                <a:lnTo>
                  <a:pt x="59879" y="39986"/>
                </a:lnTo>
                <a:lnTo>
                  <a:pt x="59416" y="40273"/>
                </a:lnTo>
                <a:lnTo>
                  <a:pt x="58967" y="40575"/>
                </a:lnTo>
                <a:lnTo>
                  <a:pt x="58532" y="40891"/>
                </a:lnTo>
                <a:lnTo>
                  <a:pt x="58112" y="41220"/>
                </a:lnTo>
                <a:lnTo>
                  <a:pt x="57707" y="41563"/>
                </a:lnTo>
                <a:lnTo>
                  <a:pt x="57320" y="41917"/>
                </a:lnTo>
                <a:lnTo>
                  <a:pt x="56950" y="42283"/>
                </a:lnTo>
                <a:lnTo>
                  <a:pt x="56597" y="42661"/>
                </a:lnTo>
                <a:lnTo>
                  <a:pt x="56262" y="43050"/>
                </a:lnTo>
                <a:lnTo>
                  <a:pt x="55943" y="43452"/>
                </a:lnTo>
                <a:lnTo>
                  <a:pt x="55642" y="43865"/>
                </a:lnTo>
                <a:lnTo>
                  <a:pt x="55358" y="44290"/>
                </a:lnTo>
                <a:lnTo>
                  <a:pt x="55091" y="44727"/>
                </a:lnTo>
                <a:lnTo>
                  <a:pt x="54841" y="45175"/>
                </a:lnTo>
                <a:lnTo>
                  <a:pt x="54609" y="45636"/>
                </a:lnTo>
                <a:lnTo>
                  <a:pt x="54394" y="46108"/>
                </a:lnTo>
                <a:lnTo>
                  <a:pt x="54196" y="46592"/>
                </a:lnTo>
                <a:lnTo>
                  <a:pt x="54015" y="47088"/>
                </a:lnTo>
                <a:lnTo>
                  <a:pt x="53852" y="47595"/>
                </a:lnTo>
                <a:lnTo>
                  <a:pt x="53705" y="48115"/>
                </a:lnTo>
                <a:lnTo>
                  <a:pt x="53576" y="48646"/>
                </a:lnTo>
                <a:lnTo>
                  <a:pt x="53464" y="49189"/>
                </a:lnTo>
                <a:lnTo>
                  <a:pt x="53370" y="49744"/>
                </a:lnTo>
                <a:lnTo>
                  <a:pt x="53292" y="50310"/>
                </a:lnTo>
                <a:lnTo>
                  <a:pt x="53232" y="50888"/>
                </a:lnTo>
                <a:lnTo>
                  <a:pt x="53189" y="51479"/>
                </a:lnTo>
                <a:lnTo>
                  <a:pt x="53163" y="52081"/>
                </a:lnTo>
                <a:lnTo>
                  <a:pt x="53155" y="52694"/>
                </a:lnTo>
                <a:lnTo>
                  <a:pt x="53162" y="53271"/>
                </a:lnTo>
                <a:lnTo>
                  <a:pt x="53186" y="53837"/>
                </a:lnTo>
                <a:lnTo>
                  <a:pt x="53225" y="54394"/>
                </a:lnTo>
                <a:lnTo>
                  <a:pt x="53279" y="54941"/>
                </a:lnTo>
                <a:lnTo>
                  <a:pt x="53350" y="55478"/>
                </a:lnTo>
                <a:lnTo>
                  <a:pt x="53436" y="56005"/>
                </a:lnTo>
                <a:lnTo>
                  <a:pt x="53537" y="56522"/>
                </a:lnTo>
                <a:lnTo>
                  <a:pt x="53654" y="57030"/>
                </a:lnTo>
                <a:lnTo>
                  <a:pt x="53787" y="57527"/>
                </a:lnTo>
                <a:lnTo>
                  <a:pt x="53935" y="58015"/>
                </a:lnTo>
                <a:lnTo>
                  <a:pt x="54099" y="58492"/>
                </a:lnTo>
                <a:lnTo>
                  <a:pt x="54279" y="58960"/>
                </a:lnTo>
                <a:lnTo>
                  <a:pt x="54474" y="59418"/>
                </a:lnTo>
                <a:lnTo>
                  <a:pt x="54685" y="59866"/>
                </a:lnTo>
                <a:lnTo>
                  <a:pt x="54912" y="60304"/>
                </a:lnTo>
                <a:lnTo>
                  <a:pt x="55154" y="60732"/>
                </a:lnTo>
                <a:lnTo>
                  <a:pt x="55411" y="61151"/>
                </a:lnTo>
                <a:lnTo>
                  <a:pt x="55685" y="61559"/>
                </a:lnTo>
                <a:lnTo>
                  <a:pt x="55974" y="61958"/>
                </a:lnTo>
                <a:lnTo>
                  <a:pt x="56278" y="62347"/>
                </a:lnTo>
                <a:lnTo>
                  <a:pt x="56598" y="62725"/>
                </a:lnTo>
                <a:lnTo>
                  <a:pt x="56934" y="63094"/>
                </a:lnTo>
                <a:lnTo>
                  <a:pt x="57285" y="63453"/>
                </a:lnTo>
                <a:lnTo>
                  <a:pt x="57653" y="63803"/>
                </a:lnTo>
                <a:lnTo>
                  <a:pt x="58033" y="64140"/>
                </a:lnTo>
                <a:lnTo>
                  <a:pt x="58425" y="64462"/>
                </a:lnTo>
                <a:lnTo>
                  <a:pt x="58829" y="64771"/>
                </a:lnTo>
                <a:lnTo>
                  <a:pt x="59244" y="65065"/>
                </a:lnTo>
                <a:lnTo>
                  <a:pt x="59671" y="65345"/>
                </a:lnTo>
                <a:lnTo>
                  <a:pt x="60109" y="65610"/>
                </a:lnTo>
                <a:lnTo>
                  <a:pt x="60558" y="65861"/>
                </a:lnTo>
                <a:lnTo>
                  <a:pt x="61019" y="66098"/>
                </a:lnTo>
                <a:lnTo>
                  <a:pt x="61492" y="66320"/>
                </a:lnTo>
                <a:lnTo>
                  <a:pt x="61975" y="66528"/>
                </a:lnTo>
                <a:lnTo>
                  <a:pt x="62471" y="66722"/>
                </a:lnTo>
                <a:lnTo>
                  <a:pt x="62978" y="66901"/>
                </a:lnTo>
                <a:lnTo>
                  <a:pt x="63496" y="67066"/>
                </a:lnTo>
                <a:lnTo>
                  <a:pt x="64026" y="67216"/>
                </a:lnTo>
                <a:lnTo>
                  <a:pt x="64567" y="67353"/>
                </a:lnTo>
                <a:lnTo>
                  <a:pt x="65120" y="67475"/>
                </a:lnTo>
                <a:lnTo>
                  <a:pt x="65684" y="67582"/>
                </a:lnTo>
                <a:lnTo>
                  <a:pt x="66260" y="67675"/>
                </a:lnTo>
                <a:lnTo>
                  <a:pt x="66847" y="67754"/>
                </a:lnTo>
                <a:lnTo>
                  <a:pt x="67445" y="67819"/>
                </a:lnTo>
                <a:lnTo>
                  <a:pt x="68055" y="67869"/>
                </a:lnTo>
                <a:lnTo>
                  <a:pt x="68677" y="67905"/>
                </a:lnTo>
                <a:lnTo>
                  <a:pt x="69310" y="67926"/>
                </a:lnTo>
                <a:lnTo>
                  <a:pt x="69954" y="67934"/>
                </a:lnTo>
                <a:lnTo>
                  <a:pt x="70523" y="67928"/>
                </a:lnTo>
                <a:lnTo>
                  <a:pt x="71083" y="67911"/>
                </a:lnTo>
                <a:lnTo>
                  <a:pt x="71633" y="67882"/>
                </a:lnTo>
                <a:lnTo>
                  <a:pt x="72173" y="67842"/>
                </a:lnTo>
                <a:lnTo>
                  <a:pt x="72704" y="67790"/>
                </a:lnTo>
                <a:lnTo>
                  <a:pt x="73225" y="67727"/>
                </a:lnTo>
                <a:lnTo>
                  <a:pt x="73736" y="67653"/>
                </a:lnTo>
                <a:lnTo>
                  <a:pt x="74238" y="67567"/>
                </a:lnTo>
                <a:lnTo>
                  <a:pt x="74731" y="67469"/>
                </a:lnTo>
                <a:lnTo>
                  <a:pt x="75214" y="67360"/>
                </a:lnTo>
                <a:lnTo>
                  <a:pt x="75687" y="67239"/>
                </a:lnTo>
                <a:lnTo>
                  <a:pt x="76151" y="67108"/>
                </a:lnTo>
                <a:lnTo>
                  <a:pt x="76605" y="66964"/>
                </a:lnTo>
                <a:lnTo>
                  <a:pt x="77050" y="66809"/>
                </a:lnTo>
                <a:lnTo>
                  <a:pt x="77485" y="66643"/>
                </a:lnTo>
                <a:lnTo>
                  <a:pt x="77910" y="66465"/>
                </a:lnTo>
                <a:lnTo>
                  <a:pt x="78326" y="66276"/>
                </a:lnTo>
                <a:lnTo>
                  <a:pt x="78733" y="66075"/>
                </a:lnTo>
                <a:lnTo>
                  <a:pt x="79130" y="65863"/>
                </a:lnTo>
                <a:lnTo>
                  <a:pt x="79517" y="65639"/>
                </a:lnTo>
                <a:lnTo>
                  <a:pt x="79895" y="65404"/>
                </a:lnTo>
                <a:lnTo>
                  <a:pt x="80263" y="65157"/>
                </a:lnTo>
                <a:lnTo>
                  <a:pt x="80621" y="64899"/>
                </a:lnTo>
                <a:lnTo>
                  <a:pt x="80970" y="64629"/>
                </a:lnTo>
                <a:lnTo>
                  <a:pt x="81308" y="64350"/>
                </a:lnTo>
                <a:lnTo>
                  <a:pt x="81630" y="64062"/>
                </a:lnTo>
                <a:lnTo>
                  <a:pt x="81939" y="63767"/>
                </a:lnTo>
                <a:lnTo>
                  <a:pt x="82233" y="63464"/>
                </a:lnTo>
                <a:lnTo>
                  <a:pt x="82513" y="63153"/>
                </a:lnTo>
                <a:lnTo>
                  <a:pt x="82778" y="62833"/>
                </a:lnTo>
                <a:lnTo>
                  <a:pt x="83029" y="62506"/>
                </a:lnTo>
                <a:lnTo>
                  <a:pt x="83266" y="62171"/>
                </a:lnTo>
                <a:lnTo>
                  <a:pt x="83489" y="61828"/>
                </a:lnTo>
                <a:lnTo>
                  <a:pt x="83697" y="61477"/>
                </a:lnTo>
                <a:lnTo>
                  <a:pt x="83890" y="61118"/>
                </a:lnTo>
                <a:lnTo>
                  <a:pt x="84070" y="60751"/>
                </a:lnTo>
                <a:lnTo>
                  <a:pt x="84235" y="60376"/>
                </a:lnTo>
                <a:lnTo>
                  <a:pt x="84385" y="59993"/>
                </a:lnTo>
                <a:lnTo>
                  <a:pt x="84522" y="59602"/>
                </a:lnTo>
                <a:lnTo>
                  <a:pt x="84644" y="59203"/>
                </a:lnTo>
                <a:lnTo>
                  <a:pt x="84751" y="58796"/>
                </a:lnTo>
                <a:lnTo>
                  <a:pt x="84845" y="58381"/>
                </a:lnTo>
                <a:lnTo>
                  <a:pt x="84878" y="58204"/>
                </a:lnTo>
                <a:lnTo>
                  <a:pt x="85103" y="58204"/>
                </a:lnTo>
                <a:lnTo>
                  <a:pt x="85103" y="67016"/>
                </a:lnTo>
                <a:lnTo>
                  <a:pt x="96210" y="67016"/>
                </a:lnTo>
                <a:lnTo>
                  <a:pt x="96210" y="32773"/>
                </a:lnTo>
                <a:close/>
                <a:moveTo>
                  <a:pt x="72360" y="59247"/>
                </a:moveTo>
                <a:lnTo>
                  <a:pt x="72036" y="59215"/>
                </a:lnTo>
                <a:lnTo>
                  <a:pt x="71719" y="59176"/>
                </a:lnTo>
                <a:lnTo>
                  <a:pt x="71407" y="59129"/>
                </a:lnTo>
                <a:lnTo>
                  <a:pt x="71102" y="59075"/>
                </a:lnTo>
                <a:lnTo>
                  <a:pt x="70803" y="59014"/>
                </a:lnTo>
                <a:lnTo>
                  <a:pt x="70510" y="58946"/>
                </a:lnTo>
                <a:lnTo>
                  <a:pt x="70223" y="58871"/>
                </a:lnTo>
                <a:lnTo>
                  <a:pt x="69943" y="58788"/>
                </a:lnTo>
                <a:lnTo>
                  <a:pt x="69668" y="58699"/>
                </a:lnTo>
                <a:lnTo>
                  <a:pt x="69400" y="58602"/>
                </a:lnTo>
                <a:lnTo>
                  <a:pt x="69138" y="58498"/>
                </a:lnTo>
                <a:lnTo>
                  <a:pt x="68883" y="58387"/>
                </a:lnTo>
                <a:lnTo>
                  <a:pt x="68633" y="58269"/>
                </a:lnTo>
                <a:lnTo>
                  <a:pt x="68390" y="58143"/>
                </a:lnTo>
                <a:lnTo>
                  <a:pt x="68153" y="58011"/>
                </a:lnTo>
                <a:lnTo>
                  <a:pt x="67923" y="57871"/>
                </a:lnTo>
                <a:lnTo>
                  <a:pt x="67698" y="57724"/>
                </a:lnTo>
                <a:lnTo>
                  <a:pt x="67480" y="57570"/>
                </a:lnTo>
                <a:lnTo>
                  <a:pt x="67268" y="57408"/>
                </a:lnTo>
                <a:lnTo>
                  <a:pt x="67062" y="57240"/>
                </a:lnTo>
                <a:lnTo>
                  <a:pt x="66863" y="57065"/>
                </a:lnTo>
                <a:lnTo>
                  <a:pt x="66673" y="56885"/>
                </a:lnTo>
                <a:lnTo>
                  <a:pt x="66492" y="56700"/>
                </a:lnTo>
                <a:lnTo>
                  <a:pt x="66319" y="56509"/>
                </a:lnTo>
                <a:lnTo>
                  <a:pt x="66154" y="56313"/>
                </a:lnTo>
                <a:lnTo>
                  <a:pt x="65998" y="56112"/>
                </a:lnTo>
                <a:lnTo>
                  <a:pt x="65850" y="55906"/>
                </a:lnTo>
                <a:lnTo>
                  <a:pt x="65711" y="55694"/>
                </a:lnTo>
                <a:lnTo>
                  <a:pt x="65580" y="55477"/>
                </a:lnTo>
                <a:lnTo>
                  <a:pt x="65457" y="55255"/>
                </a:lnTo>
                <a:lnTo>
                  <a:pt x="65343" y="55028"/>
                </a:lnTo>
                <a:lnTo>
                  <a:pt x="65238" y="54795"/>
                </a:lnTo>
                <a:lnTo>
                  <a:pt x="65141" y="54557"/>
                </a:lnTo>
                <a:lnTo>
                  <a:pt x="65052" y="54314"/>
                </a:lnTo>
                <a:lnTo>
                  <a:pt x="64972" y="54066"/>
                </a:lnTo>
                <a:lnTo>
                  <a:pt x="64900" y="53812"/>
                </a:lnTo>
                <a:lnTo>
                  <a:pt x="64837" y="53553"/>
                </a:lnTo>
                <a:lnTo>
                  <a:pt x="64782" y="53289"/>
                </a:lnTo>
                <a:lnTo>
                  <a:pt x="64735" y="53019"/>
                </a:lnTo>
                <a:lnTo>
                  <a:pt x="64697" y="52745"/>
                </a:lnTo>
                <a:lnTo>
                  <a:pt x="64668" y="52465"/>
                </a:lnTo>
                <a:lnTo>
                  <a:pt x="64647" y="52179"/>
                </a:lnTo>
                <a:lnTo>
                  <a:pt x="64634" y="51889"/>
                </a:lnTo>
                <a:lnTo>
                  <a:pt x="64630" y="51593"/>
                </a:lnTo>
                <a:lnTo>
                  <a:pt x="64634" y="51320"/>
                </a:lnTo>
                <a:lnTo>
                  <a:pt x="64645" y="51051"/>
                </a:lnTo>
                <a:lnTo>
                  <a:pt x="64663" y="50787"/>
                </a:lnTo>
                <a:lnTo>
                  <a:pt x="64689" y="50527"/>
                </a:lnTo>
                <a:lnTo>
                  <a:pt x="64722" y="50272"/>
                </a:lnTo>
                <a:lnTo>
                  <a:pt x="64762" y="50021"/>
                </a:lnTo>
                <a:lnTo>
                  <a:pt x="64810" y="49775"/>
                </a:lnTo>
                <a:lnTo>
                  <a:pt x="64865" y="49533"/>
                </a:lnTo>
                <a:lnTo>
                  <a:pt x="64927" y="49295"/>
                </a:lnTo>
                <a:lnTo>
                  <a:pt x="64996" y="49062"/>
                </a:lnTo>
                <a:lnTo>
                  <a:pt x="65073" y="48834"/>
                </a:lnTo>
                <a:lnTo>
                  <a:pt x="65158" y="48610"/>
                </a:lnTo>
                <a:lnTo>
                  <a:pt x="65249" y="48390"/>
                </a:lnTo>
                <a:lnTo>
                  <a:pt x="65348" y="48175"/>
                </a:lnTo>
                <a:lnTo>
                  <a:pt x="65455" y="47964"/>
                </a:lnTo>
                <a:lnTo>
                  <a:pt x="65568" y="47758"/>
                </a:lnTo>
                <a:lnTo>
                  <a:pt x="65689" y="47556"/>
                </a:lnTo>
                <a:lnTo>
                  <a:pt x="65817" y="47359"/>
                </a:lnTo>
                <a:lnTo>
                  <a:pt x="65953" y="47166"/>
                </a:lnTo>
                <a:lnTo>
                  <a:pt x="66096" y="46978"/>
                </a:lnTo>
                <a:lnTo>
                  <a:pt x="66246" y="46794"/>
                </a:lnTo>
                <a:lnTo>
                  <a:pt x="66404" y="46614"/>
                </a:lnTo>
                <a:lnTo>
                  <a:pt x="66569" y="46439"/>
                </a:lnTo>
                <a:lnTo>
                  <a:pt x="66741" y="46269"/>
                </a:lnTo>
                <a:lnTo>
                  <a:pt x="66919" y="46104"/>
                </a:lnTo>
                <a:lnTo>
                  <a:pt x="67103" y="45946"/>
                </a:lnTo>
                <a:lnTo>
                  <a:pt x="67291" y="45795"/>
                </a:lnTo>
                <a:lnTo>
                  <a:pt x="67483" y="45652"/>
                </a:lnTo>
                <a:lnTo>
                  <a:pt x="67681" y="45515"/>
                </a:lnTo>
                <a:lnTo>
                  <a:pt x="67883" y="45385"/>
                </a:lnTo>
                <a:lnTo>
                  <a:pt x="68090" y="45262"/>
                </a:lnTo>
                <a:lnTo>
                  <a:pt x="68302" y="45147"/>
                </a:lnTo>
                <a:lnTo>
                  <a:pt x="68519" y="45038"/>
                </a:lnTo>
                <a:lnTo>
                  <a:pt x="68740" y="44936"/>
                </a:lnTo>
                <a:lnTo>
                  <a:pt x="68966" y="44841"/>
                </a:lnTo>
                <a:lnTo>
                  <a:pt x="69197" y="44754"/>
                </a:lnTo>
                <a:lnTo>
                  <a:pt x="69433" y="44673"/>
                </a:lnTo>
                <a:lnTo>
                  <a:pt x="69674" y="44599"/>
                </a:lnTo>
                <a:lnTo>
                  <a:pt x="69919" y="44533"/>
                </a:lnTo>
                <a:lnTo>
                  <a:pt x="70169" y="44473"/>
                </a:lnTo>
                <a:lnTo>
                  <a:pt x="70424" y="44421"/>
                </a:lnTo>
                <a:lnTo>
                  <a:pt x="70683" y="44375"/>
                </a:lnTo>
                <a:lnTo>
                  <a:pt x="70948" y="44336"/>
                </a:lnTo>
                <a:lnTo>
                  <a:pt x="71217" y="44305"/>
                </a:lnTo>
                <a:lnTo>
                  <a:pt x="71491" y="44280"/>
                </a:lnTo>
                <a:lnTo>
                  <a:pt x="71770" y="44263"/>
                </a:lnTo>
                <a:lnTo>
                  <a:pt x="72053" y="44252"/>
                </a:lnTo>
                <a:lnTo>
                  <a:pt x="72341" y="44249"/>
                </a:lnTo>
                <a:lnTo>
                  <a:pt x="84734" y="44249"/>
                </a:lnTo>
                <a:lnTo>
                  <a:pt x="84734" y="50400"/>
                </a:lnTo>
                <a:lnTo>
                  <a:pt x="84729" y="50726"/>
                </a:lnTo>
                <a:lnTo>
                  <a:pt x="84713" y="51047"/>
                </a:lnTo>
                <a:lnTo>
                  <a:pt x="84686" y="51364"/>
                </a:lnTo>
                <a:lnTo>
                  <a:pt x="84649" y="51675"/>
                </a:lnTo>
                <a:lnTo>
                  <a:pt x="84601" y="51981"/>
                </a:lnTo>
                <a:lnTo>
                  <a:pt x="84542" y="52282"/>
                </a:lnTo>
                <a:lnTo>
                  <a:pt x="84473" y="52578"/>
                </a:lnTo>
                <a:lnTo>
                  <a:pt x="84393" y="52868"/>
                </a:lnTo>
                <a:lnTo>
                  <a:pt x="84302" y="53154"/>
                </a:lnTo>
                <a:lnTo>
                  <a:pt x="84200" y="53434"/>
                </a:lnTo>
                <a:lnTo>
                  <a:pt x="84088" y="53710"/>
                </a:lnTo>
                <a:lnTo>
                  <a:pt x="83965" y="53980"/>
                </a:lnTo>
                <a:lnTo>
                  <a:pt x="83832" y="54245"/>
                </a:lnTo>
                <a:lnTo>
                  <a:pt x="83688" y="54506"/>
                </a:lnTo>
                <a:lnTo>
                  <a:pt x="83533" y="54761"/>
                </a:lnTo>
                <a:lnTo>
                  <a:pt x="83367" y="55011"/>
                </a:lnTo>
                <a:lnTo>
                  <a:pt x="83191" y="55255"/>
                </a:lnTo>
                <a:lnTo>
                  <a:pt x="83004" y="55495"/>
                </a:lnTo>
                <a:lnTo>
                  <a:pt x="82806" y="55730"/>
                </a:lnTo>
                <a:lnTo>
                  <a:pt x="82598" y="55959"/>
                </a:lnTo>
                <a:lnTo>
                  <a:pt x="82379" y="56184"/>
                </a:lnTo>
                <a:lnTo>
                  <a:pt x="82150" y="56403"/>
                </a:lnTo>
                <a:lnTo>
                  <a:pt x="81909" y="56617"/>
                </a:lnTo>
                <a:lnTo>
                  <a:pt x="81658" y="56827"/>
                </a:lnTo>
                <a:lnTo>
                  <a:pt x="81399" y="57029"/>
                </a:lnTo>
                <a:lnTo>
                  <a:pt x="81133" y="57222"/>
                </a:lnTo>
                <a:lnTo>
                  <a:pt x="80862" y="57407"/>
                </a:lnTo>
                <a:lnTo>
                  <a:pt x="80584" y="57584"/>
                </a:lnTo>
                <a:lnTo>
                  <a:pt x="80299" y="57752"/>
                </a:lnTo>
                <a:lnTo>
                  <a:pt x="80009" y="57911"/>
                </a:lnTo>
                <a:lnTo>
                  <a:pt x="79712" y="58061"/>
                </a:lnTo>
                <a:lnTo>
                  <a:pt x="79409" y="58203"/>
                </a:lnTo>
                <a:lnTo>
                  <a:pt x="79100" y="58337"/>
                </a:lnTo>
                <a:lnTo>
                  <a:pt x="78785" y="58461"/>
                </a:lnTo>
                <a:lnTo>
                  <a:pt x="78464" y="58578"/>
                </a:lnTo>
                <a:lnTo>
                  <a:pt x="78136" y="58685"/>
                </a:lnTo>
                <a:lnTo>
                  <a:pt x="77802" y="58784"/>
                </a:lnTo>
                <a:lnTo>
                  <a:pt x="77462" y="58874"/>
                </a:lnTo>
                <a:lnTo>
                  <a:pt x="77115" y="58956"/>
                </a:lnTo>
                <a:lnTo>
                  <a:pt x="76763" y="59029"/>
                </a:lnTo>
                <a:lnTo>
                  <a:pt x="76404" y="59094"/>
                </a:lnTo>
                <a:lnTo>
                  <a:pt x="76039" y="59150"/>
                </a:lnTo>
                <a:lnTo>
                  <a:pt x="75668" y="59197"/>
                </a:lnTo>
                <a:lnTo>
                  <a:pt x="75290" y="59236"/>
                </a:lnTo>
                <a:lnTo>
                  <a:pt x="74907" y="59266"/>
                </a:lnTo>
                <a:lnTo>
                  <a:pt x="74517" y="59287"/>
                </a:lnTo>
                <a:lnTo>
                  <a:pt x="74121" y="59300"/>
                </a:lnTo>
                <a:lnTo>
                  <a:pt x="73718" y="59305"/>
                </a:lnTo>
                <a:lnTo>
                  <a:pt x="73370" y="59301"/>
                </a:lnTo>
                <a:lnTo>
                  <a:pt x="73027" y="59290"/>
                </a:lnTo>
                <a:lnTo>
                  <a:pt x="72691" y="59272"/>
                </a:lnTo>
                <a:lnTo>
                  <a:pt x="72360" y="59247"/>
                </a:lnTo>
                <a:close/>
                <a:moveTo>
                  <a:pt x="249112" y="56639"/>
                </a:moveTo>
                <a:lnTo>
                  <a:pt x="248888" y="56631"/>
                </a:lnTo>
                <a:lnTo>
                  <a:pt x="248669" y="56617"/>
                </a:lnTo>
                <a:lnTo>
                  <a:pt x="248453" y="56597"/>
                </a:lnTo>
                <a:lnTo>
                  <a:pt x="248241" y="56572"/>
                </a:lnTo>
                <a:lnTo>
                  <a:pt x="248034" y="56541"/>
                </a:lnTo>
                <a:lnTo>
                  <a:pt x="247830" y="56505"/>
                </a:lnTo>
                <a:lnTo>
                  <a:pt x="247631" y="56463"/>
                </a:lnTo>
                <a:lnTo>
                  <a:pt x="247435" y="56416"/>
                </a:lnTo>
                <a:lnTo>
                  <a:pt x="247243" y="56363"/>
                </a:lnTo>
                <a:lnTo>
                  <a:pt x="247056" y="56305"/>
                </a:lnTo>
                <a:lnTo>
                  <a:pt x="246872" y="56240"/>
                </a:lnTo>
                <a:lnTo>
                  <a:pt x="246692" y="56171"/>
                </a:lnTo>
                <a:lnTo>
                  <a:pt x="246517" y="56095"/>
                </a:lnTo>
                <a:lnTo>
                  <a:pt x="246345" y="56015"/>
                </a:lnTo>
                <a:lnTo>
                  <a:pt x="246177" y="55928"/>
                </a:lnTo>
                <a:lnTo>
                  <a:pt x="246013" y="55836"/>
                </a:lnTo>
                <a:lnTo>
                  <a:pt x="245854" y="55739"/>
                </a:lnTo>
                <a:lnTo>
                  <a:pt x="245698" y="55636"/>
                </a:lnTo>
                <a:lnTo>
                  <a:pt x="245546" y="55527"/>
                </a:lnTo>
                <a:lnTo>
                  <a:pt x="245398" y="55413"/>
                </a:lnTo>
                <a:lnTo>
                  <a:pt x="245254" y="55293"/>
                </a:lnTo>
                <a:lnTo>
                  <a:pt x="245114" y="55167"/>
                </a:lnTo>
                <a:lnTo>
                  <a:pt x="244978" y="55036"/>
                </a:lnTo>
                <a:lnTo>
                  <a:pt x="244847" y="54901"/>
                </a:lnTo>
                <a:lnTo>
                  <a:pt x="244722" y="54761"/>
                </a:lnTo>
                <a:lnTo>
                  <a:pt x="244602" y="54617"/>
                </a:lnTo>
                <a:lnTo>
                  <a:pt x="244488" y="54469"/>
                </a:lnTo>
                <a:lnTo>
                  <a:pt x="244379" y="54317"/>
                </a:lnTo>
                <a:lnTo>
                  <a:pt x="244276" y="54161"/>
                </a:lnTo>
                <a:lnTo>
                  <a:pt x="244178" y="54002"/>
                </a:lnTo>
                <a:lnTo>
                  <a:pt x="244086" y="53838"/>
                </a:lnTo>
                <a:lnTo>
                  <a:pt x="243999" y="53670"/>
                </a:lnTo>
                <a:lnTo>
                  <a:pt x="243918" y="53498"/>
                </a:lnTo>
                <a:lnTo>
                  <a:pt x="243843" y="53323"/>
                </a:lnTo>
                <a:lnTo>
                  <a:pt x="243773" y="53143"/>
                </a:lnTo>
                <a:lnTo>
                  <a:pt x="243709" y="52959"/>
                </a:lnTo>
                <a:lnTo>
                  <a:pt x="243651" y="52772"/>
                </a:lnTo>
                <a:lnTo>
                  <a:pt x="243598" y="52580"/>
                </a:lnTo>
                <a:lnTo>
                  <a:pt x="243550" y="52384"/>
                </a:lnTo>
                <a:lnTo>
                  <a:pt x="243508" y="52185"/>
                </a:lnTo>
                <a:lnTo>
                  <a:pt x="243472" y="51981"/>
                </a:lnTo>
                <a:lnTo>
                  <a:pt x="243441" y="51773"/>
                </a:lnTo>
                <a:lnTo>
                  <a:pt x="243416" y="51562"/>
                </a:lnTo>
                <a:lnTo>
                  <a:pt x="243397" y="51346"/>
                </a:lnTo>
                <a:lnTo>
                  <a:pt x="243383" y="51127"/>
                </a:lnTo>
                <a:lnTo>
                  <a:pt x="243375" y="50903"/>
                </a:lnTo>
                <a:lnTo>
                  <a:pt x="243372" y="50676"/>
                </a:lnTo>
                <a:lnTo>
                  <a:pt x="243372" y="0"/>
                </a:lnTo>
                <a:lnTo>
                  <a:pt x="215738" y="0"/>
                </a:lnTo>
                <a:lnTo>
                  <a:pt x="215738" y="10373"/>
                </a:lnTo>
                <a:lnTo>
                  <a:pt x="231896" y="10373"/>
                </a:lnTo>
                <a:lnTo>
                  <a:pt x="231896" y="50676"/>
                </a:lnTo>
                <a:lnTo>
                  <a:pt x="231900" y="51079"/>
                </a:lnTo>
                <a:lnTo>
                  <a:pt x="231911" y="51479"/>
                </a:lnTo>
                <a:lnTo>
                  <a:pt x="231929" y="51874"/>
                </a:lnTo>
                <a:lnTo>
                  <a:pt x="231955" y="52265"/>
                </a:lnTo>
                <a:lnTo>
                  <a:pt x="231988" y="52653"/>
                </a:lnTo>
                <a:lnTo>
                  <a:pt x="232028" y="53036"/>
                </a:lnTo>
                <a:lnTo>
                  <a:pt x="232076" y="53416"/>
                </a:lnTo>
                <a:lnTo>
                  <a:pt x="232131" y="53792"/>
                </a:lnTo>
                <a:lnTo>
                  <a:pt x="232193" y="54163"/>
                </a:lnTo>
                <a:lnTo>
                  <a:pt x="232263" y="54531"/>
                </a:lnTo>
                <a:lnTo>
                  <a:pt x="232340" y="54894"/>
                </a:lnTo>
                <a:lnTo>
                  <a:pt x="232424" y="55254"/>
                </a:lnTo>
                <a:lnTo>
                  <a:pt x="232516" y="55610"/>
                </a:lnTo>
                <a:lnTo>
                  <a:pt x="232615" y="55961"/>
                </a:lnTo>
                <a:lnTo>
                  <a:pt x="232721" y="56309"/>
                </a:lnTo>
                <a:lnTo>
                  <a:pt x="232835" y="56652"/>
                </a:lnTo>
                <a:lnTo>
                  <a:pt x="232955" y="56992"/>
                </a:lnTo>
                <a:lnTo>
                  <a:pt x="233084" y="57328"/>
                </a:lnTo>
                <a:lnTo>
                  <a:pt x="233219" y="57660"/>
                </a:lnTo>
                <a:lnTo>
                  <a:pt x="233362" y="57987"/>
                </a:lnTo>
                <a:lnTo>
                  <a:pt x="233513" y="58311"/>
                </a:lnTo>
                <a:lnTo>
                  <a:pt x="233670" y="58631"/>
                </a:lnTo>
                <a:lnTo>
                  <a:pt x="233835" y="58947"/>
                </a:lnTo>
                <a:lnTo>
                  <a:pt x="234007" y="59258"/>
                </a:lnTo>
                <a:lnTo>
                  <a:pt x="234186" y="59565"/>
                </a:lnTo>
                <a:lnTo>
                  <a:pt x="234370" y="59866"/>
                </a:lnTo>
                <a:lnTo>
                  <a:pt x="234560" y="60161"/>
                </a:lnTo>
                <a:lnTo>
                  <a:pt x="234756" y="60451"/>
                </a:lnTo>
                <a:lnTo>
                  <a:pt x="234957" y="60734"/>
                </a:lnTo>
                <a:lnTo>
                  <a:pt x="235163" y="61011"/>
                </a:lnTo>
                <a:lnTo>
                  <a:pt x="235375" y="61283"/>
                </a:lnTo>
                <a:lnTo>
                  <a:pt x="235593" y="61548"/>
                </a:lnTo>
                <a:lnTo>
                  <a:pt x="235817" y="61808"/>
                </a:lnTo>
                <a:lnTo>
                  <a:pt x="236045" y="62062"/>
                </a:lnTo>
                <a:lnTo>
                  <a:pt x="236280" y="62310"/>
                </a:lnTo>
                <a:lnTo>
                  <a:pt x="236520" y="62552"/>
                </a:lnTo>
                <a:lnTo>
                  <a:pt x="236766" y="62788"/>
                </a:lnTo>
                <a:lnTo>
                  <a:pt x="237017" y="63018"/>
                </a:lnTo>
                <a:lnTo>
                  <a:pt x="237274" y="63242"/>
                </a:lnTo>
                <a:lnTo>
                  <a:pt x="237536" y="63461"/>
                </a:lnTo>
                <a:lnTo>
                  <a:pt x="237804" y="63673"/>
                </a:lnTo>
                <a:lnTo>
                  <a:pt x="238078" y="63880"/>
                </a:lnTo>
                <a:lnTo>
                  <a:pt x="238357" y="64081"/>
                </a:lnTo>
                <a:lnTo>
                  <a:pt x="238641" y="64276"/>
                </a:lnTo>
                <a:lnTo>
                  <a:pt x="238932" y="64465"/>
                </a:lnTo>
                <a:lnTo>
                  <a:pt x="239228" y="64648"/>
                </a:lnTo>
                <a:lnTo>
                  <a:pt x="239529" y="64825"/>
                </a:lnTo>
                <a:lnTo>
                  <a:pt x="239836" y="64996"/>
                </a:lnTo>
                <a:lnTo>
                  <a:pt x="240148" y="65161"/>
                </a:lnTo>
                <a:lnTo>
                  <a:pt x="240465" y="65319"/>
                </a:lnTo>
                <a:lnTo>
                  <a:pt x="240785" y="65470"/>
                </a:lnTo>
                <a:lnTo>
                  <a:pt x="241110" y="65613"/>
                </a:lnTo>
                <a:lnTo>
                  <a:pt x="241439" y="65750"/>
                </a:lnTo>
                <a:lnTo>
                  <a:pt x="241773" y="65880"/>
                </a:lnTo>
                <a:lnTo>
                  <a:pt x="242111" y="66003"/>
                </a:lnTo>
                <a:lnTo>
                  <a:pt x="242453" y="66118"/>
                </a:lnTo>
                <a:lnTo>
                  <a:pt x="242800" y="66227"/>
                </a:lnTo>
                <a:lnTo>
                  <a:pt x="243150" y="66329"/>
                </a:lnTo>
                <a:lnTo>
                  <a:pt x="243505" y="66423"/>
                </a:lnTo>
                <a:lnTo>
                  <a:pt x="243865" y="66511"/>
                </a:lnTo>
                <a:lnTo>
                  <a:pt x="244228" y="66592"/>
                </a:lnTo>
                <a:lnTo>
                  <a:pt x="244596" y="66665"/>
                </a:lnTo>
                <a:lnTo>
                  <a:pt x="244969" y="66732"/>
                </a:lnTo>
                <a:lnTo>
                  <a:pt x="245345" y="66792"/>
                </a:lnTo>
                <a:lnTo>
                  <a:pt x="245726" y="66844"/>
                </a:lnTo>
                <a:lnTo>
                  <a:pt x="246111" y="66890"/>
                </a:lnTo>
                <a:lnTo>
                  <a:pt x="246501" y="66928"/>
                </a:lnTo>
                <a:lnTo>
                  <a:pt x="246895" y="66960"/>
                </a:lnTo>
                <a:lnTo>
                  <a:pt x="247293" y="66985"/>
                </a:lnTo>
                <a:lnTo>
                  <a:pt x="247695" y="67002"/>
                </a:lnTo>
                <a:lnTo>
                  <a:pt x="248102" y="67013"/>
                </a:lnTo>
                <a:lnTo>
                  <a:pt x="248513" y="67016"/>
                </a:lnTo>
                <a:lnTo>
                  <a:pt x="264579" y="67016"/>
                </a:lnTo>
                <a:lnTo>
                  <a:pt x="264579" y="56642"/>
                </a:lnTo>
                <a:lnTo>
                  <a:pt x="249339" y="56642"/>
                </a:lnTo>
                <a:lnTo>
                  <a:pt x="249112" y="56639"/>
                </a:lnTo>
                <a:close/>
                <a:moveTo>
                  <a:pt x="332053" y="67016"/>
                </a:moveTo>
                <a:lnTo>
                  <a:pt x="343529" y="67016"/>
                </a:lnTo>
                <a:lnTo>
                  <a:pt x="343529" y="35436"/>
                </a:lnTo>
                <a:lnTo>
                  <a:pt x="343533" y="35035"/>
                </a:lnTo>
                <a:lnTo>
                  <a:pt x="343546" y="34641"/>
                </a:lnTo>
                <a:lnTo>
                  <a:pt x="343567" y="34254"/>
                </a:lnTo>
                <a:lnTo>
                  <a:pt x="343596" y="33875"/>
                </a:lnTo>
                <a:lnTo>
                  <a:pt x="343634" y="33504"/>
                </a:lnTo>
                <a:lnTo>
                  <a:pt x="343681" y="33141"/>
                </a:lnTo>
                <a:lnTo>
                  <a:pt x="343736" y="32785"/>
                </a:lnTo>
                <a:lnTo>
                  <a:pt x="343799" y="32437"/>
                </a:lnTo>
                <a:lnTo>
                  <a:pt x="343871" y="32097"/>
                </a:lnTo>
                <a:lnTo>
                  <a:pt x="343951" y="31764"/>
                </a:lnTo>
                <a:lnTo>
                  <a:pt x="344040" y="31439"/>
                </a:lnTo>
                <a:lnTo>
                  <a:pt x="344137" y="31121"/>
                </a:lnTo>
                <a:lnTo>
                  <a:pt x="344243" y="30811"/>
                </a:lnTo>
                <a:lnTo>
                  <a:pt x="344357" y="30509"/>
                </a:lnTo>
                <a:lnTo>
                  <a:pt x="344479" y="30215"/>
                </a:lnTo>
                <a:lnTo>
                  <a:pt x="344610" y="29928"/>
                </a:lnTo>
                <a:lnTo>
                  <a:pt x="344749" y="29648"/>
                </a:lnTo>
                <a:lnTo>
                  <a:pt x="344897" y="29377"/>
                </a:lnTo>
                <a:lnTo>
                  <a:pt x="345054" y="29113"/>
                </a:lnTo>
                <a:lnTo>
                  <a:pt x="345218" y="28857"/>
                </a:lnTo>
                <a:lnTo>
                  <a:pt x="345392" y="28608"/>
                </a:lnTo>
                <a:lnTo>
                  <a:pt x="345573" y="28367"/>
                </a:lnTo>
                <a:lnTo>
                  <a:pt x="345763" y="28134"/>
                </a:lnTo>
                <a:lnTo>
                  <a:pt x="345962" y="27908"/>
                </a:lnTo>
                <a:lnTo>
                  <a:pt x="346168" y="27691"/>
                </a:lnTo>
                <a:lnTo>
                  <a:pt x="346382" y="27483"/>
                </a:lnTo>
                <a:lnTo>
                  <a:pt x="346602" y="27284"/>
                </a:lnTo>
                <a:lnTo>
                  <a:pt x="346830" y="27095"/>
                </a:lnTo>
                <a:lnTo>
                  <a:pt x="347065" y="26914"/>
                </a:lnTo>
                <a:lnTo>
                  <a:pt x="347308" y="26743"/>
                </a:lnTo>
                <a:lnTo>
                  <a:pt x="347557" y="26581"/>
                </a:lnTo>
                <a:lnTo>
                  <a:pt x="347813" y="26429"/>
                </a:lnTo>
                <a:lnTo>
                  <a:pt x="348077" y="26286"/>
                </a:lnTo>
                <a:lnTo>
                  <a:pt x="348348" y="26152"/>
                </a:lnTo>
                <a:lnTo>
                  <a:pt x="348626" y="26027"/>
                </a:lnTo>
                <a:lnTo>
                  <a:pt x="348911" y="25911"/>
                </a:lnTo>
                <a:lnTo>
                  <a:pt x="349204" y="25805"/>
                </a:lnTo>
                <a:lnTo>
                  <a:pt x="349503" y="25708"/>
                </a:lnTo>
                <a:lnTo>
                  <a:pt x="349810" y="25620"/>
                </a:lnTo>
                <a:lnTo>
                  <a:pt x="350124" y="25541"/>
                </a:lnTo>
                <a:lnTo>
                  <a:pt x="350445" y="25472"/>
                </a:lnTo>
                <a:lnTo>
                  <a:pt x="350773" y="25412"/>
                </a:lnTo>
                <a:lnTo>
                  <a:pt x="351109" y="25361"/>
                </a:lnTo>
                <a:lnTo>
                  <a:pt x="351451" y="25319"/>
                </a:lnTo>
                <a:lnTo>
                  <a:pt x="351801" y="25287"/>
                </a:lnTo>
                <a:lnTo>
                  <a:pt x="352158" y="25264"/>
                </a:lnTo>
                <a:lnTo>
                  <a:pt x="352522" y="25250"/>
                </a:lnTo>
                <a:lnTo>
                  <a:pt x="352893" y="25245"/>
                </a:lnTo>
                <a:lnTo>
                  <a:pt x="353257" y="25250"/>
                </a:lnTo>
                <a:lnTo>
                  <a:pt x="353615" y="25264"/>
                </a:lnTo>
                <a:lnTo>
                  <a:pt x="353965" y="25287"/>
                </a:lnTo>
                <a:lnTo>
                  <a:pt x="354310" y="25319"/>
                </a:lnTo>
                <a:lnTo>
                  <a:pt x="354648" y="25361"/>
                </a:lnTo>
                <a:lnTo>
                  <a:pt x="354979" y="25412"/>
                </a:lnTo>
                <a:lnTo>
                  <a:pt x="355304" y="25472"/>
                </a:lnTo>
                <a:lnTo>
                  <a:pt x="355622" y="25541"/>
                </a:lnTo>
                <a:lnTo>
                  <a:pt x="355934" y="25620"/>
                </a:lnTo>
                <a:lnTo>
                  <a:pt x="356239" y="25708"/>
                </a:lnTo>
                <a:lnTo>
                  <a:pt x="356537" y="25805"/>
                </a:lnTo>
                <a:lnTo>
                  <a:pt x="356829" y="25911"/>
                </a:lnTo>
                <a:lnTo>
                  <a:pt x="357115" y="26027"/>
                </a:lnTo>
                <a:lnTo>
                  <a:pt x="357394" y="26152"/>
                </a:lnTo>
                <a:lnTo>
                  <a:pt x="357666" y="26286"/>
                </a:lnTo>
                <a:lnTo>
                  <a:pt x="357932" y="26429"/>
                </a:lnTo>
                <a:lnTo>
                  <a:pt x="358192" y="26581"/>
                </a:lnTo>
                <a:lnTo>
                  <a:pt x="358444" y="26743"/>
                </a:lnTo>
                <a:lnTo>
                  <a:pt x="358691" y="26914"/>
                </a:lnTo>
                <a:lnTo>
                  <a:pt x="358931" y="27095"/>
                </a:lnTo>
                <a:lnTo>
                  <a:pt x="359164" y="27284"/>
                </a:lnTo>
                <a:lnTo>
                  <a:pt x="359391" y="27483"/>
                </a:lnTo>
                <a:lnTo>
                  <a:pt x="359611" y="27691"/>
                </a:lnTo>
                <a:lnTo>
                  <a:pt x="359824" y="27908"/>
                </a:lnTo>
                <a:lnTo>
                  <a:pt x="360030" y="28134"/>
                </a:lnTo>
                <a:lnTo>
                  <a:pt x="360227" y="28367"/>
                </a:lnTo>
                <a:lnTo>
                  <a:pt x="360416" y="28608"/>
                </a:lnTo>
                <a:lnTo>
                  <a:pt x="360596" y="28857"/>
                </a:lnTo>
                <a:lnTo>
                  <a:pt x="360767" y="29113"/>
                </a:lnTo>
                <a:lnTo>
                  <a:pt x="360929" y="29377"/>
                </a:lnTo>
                <a:lnTo>
                  <a:pt x="361082" y="29648"/>
                </a:lnTo>
                <a:lnTo>
                  <a:pt x="361227" y="29928"/>
                </a:lnTo>
                <a:lnTo>
                  <a:pt x="361363" y="30215"/>
                </a:lnTo>
                <a:lnTo>
                  <a:pt x="361490" y="30509"/>
                </a:lnTo>
                <a:lnTo>
                  <a:pt x="361608" y="30811"/>
                </a:lnTo>
                <a:lnTo>
                  <a:pt x="361717" y="31121"/>
                </a:lnTo>
                <a:lnTo>
                  <a:pt x="361818" y="31439"/>
                </a:lnTo>
                <a:lnTo>
                  <a:pt x="361910" y="31764"/>
                </a:lnTo>
                <a:lnTo>
                  <a:pt x="361994" y="32097"/>
                </a:lnTo>
                <a:lnTo>
                  <a:pt x="362068" y="32437"/>
                </a:lnTo>
                <a:lnTo>
                  <a:pt x="362134" y="32785"/>
                </a:lnTo>
                <a:lnTo>
                  <a:pt x="362191" y="33141"/>
                </a:lnTo>
                <a:lnTo>
                  <a:pt x="362239" y="33504"/>
                </a:lnTo>
                <a:lnTo>
                  <a:pt x="362278" y="33875"/>
                </a:lnTo>
                <a:lnTo>
                  <a:pt x="362309" y="34254"/>
                </a:lnTo>
                <a:lnTo>
                  <a:pt x="362331" y="34641"/>
                </a:lnTo>
                <a:lnTo>
                  <a:pt x="362344" y="35035"/>
                </a:lnTo>
                <a:lnTo>
                  <a:pt x="362349" y="35436"/>
                </a:lnTo>
                <a:lnTo>
                  <a:pt x="362349" y="38281"/>
                </a:lnTo>
                <a:lnTo>
                  <a:pt x="374375" y="38281"/>
                </a:lnTo>
                <a:lnTo>
                  <a:pt x="374375" y="34610"/>
                </a:lnTo>
                <a:lnTo>
                  <a:pt x="374366" y="33874"/>
                </a:lnTo>
                <a:lnTo>
                  <a:pt x="374342" y="33152"/>
                </a:lnTo>
                <a:lnTo>
                  <a:pt x="374301" y="32444"/>
                </a:lnTo>
                <a:lnTo>
                  <a:pt x="374244" y="31749"/>
                </a:lnTo>
                <a:lnTo>
                  <a:pt x="374171" y="31067"/>
                </a:lnTo>
                <a:lnTo>
                  <a:pt x="374082" y="30398"/>
                </a:lnTo>
                <a:lnTo>
                  <a:pt x="373976" y="29743"/>
                </a:lnTo>
                <a:lnTo>
                  <a:pt x="373854" y="29102"/>
                </a:lnTo>
                <a:lnTo>
                  <a:pt x="373716" y="28473"/>
                </a:lnTo>
                <a:lnTo>
                  <a:pt x="373562" y="27859"/>
                </a:lnTo>
                <a:lnTo>
                  <a:pt x="373391" y="27257"/>
                </a:lnTo>
                <a:lnTo>
                  <a:pt x="373204" y="26669"/>
                </a:lnTo>
                <a:lnTo>
                  <a:pt x="373001" y="26094"/>
                </a:lnTo>
                <a:lnTo>
                  <a:pt x="372781" y="25533"/>
                </a:lnTo>
                <a:lnTo>
                  <a:pt x="372546" y="24985"/>
                </a:lnTo>
                <a:lnTo>
                  <a:pt x="372294" y="24451"/>
                </a:lnTo>
                <a:lnTo>
                  <a:pt x="372026" y="23929"/>
                </a:lnTo>
                <a:lnTo>
                  <a:pt x="371741" y="23422"/>
                </a:lnTo>
                <a:lnTo>
                  <a:pt x="371440" y="22927"/>
                </a:lnTo>
                <a:lnTo>
                  <a:pt x="371123" y="22446"/>
                </a:lnTo>
                <a:lnTo>
                  <a:pt x="370790" y="21979"/>
                </a:lnTo>
                <a:lnTo>
                  <a:pt x="370441" y="21525"/>
                </a:lnTo>
                <a:lnTo>
                  <a:pt x="370075" y="21084"/>
                </a:lnTo>
                <a:lnTo>
                  <a:pt x="369693" y="20656"/>
                </a:lnTo>
                <a:lnTo>
                  <a:pt x="369297" y="20244"/>
                </a:lnTo>
                <a:lnTo>
                  <a:pt x="368889" y="19850"/>
                </a:lnTo>
                <a:lnTo>
                  <a:pt x="368468" y="19473"/>
                </a:lnTo>
                <a:lnTo>
                  <a:pt x="368036" y="19113"/>
                </a:lnTo>
                <a:lnTo>
                  <a:pt x="367591" y="18771"/>
                </a:lnTo>
                <a:lnTo>
                  <a:pt x="367134" y="18447"/>
                </a:lnTo>
                <a:lnTo>
                  <a:pt x="366665" y="18140"/>
                </a:lnTo>
                <a:lnTo>
                  <a:pt x="366184" y="17851"/>
                </a:lnTo>
                <a:lnTo>
                  <a:pt x="365691" y="17579"/>
                </a:lnTo>
                <a:lnTo>
                  <a:pt x="365186" y="17325"/>
                </a:lnTo>
                <a:lnTo>
                  <a:pt x="364669" y="17088"/>
                </a:lnTo>
                <a:lnTo>
                  <a:pt x="364139" y="16869"/>
                </a:lnTo>
                <a:lnTo>
                  <a:pt x="363598" y="16667"/>
                </a:lnTo>
                <a:lnTo>
                  <a:pt x="363044" y="16483"/>
                </a:lnTo>
                <a:lnTo>
                  <a:pt x="362478" y="16317"/>
                </a:lnTo>
                <a:lnTo>
                  <a:pt x="361900" y="16168"/>
                </a:lnTo>
                <a:lnTo>
                  <a:pt x="361310" y="16036"/>
                </a:lnTo>
                <a:lnTo>
                  <a:pt x="360708" y="15922"/>
                </a:lnTo>
                <a:lnTo>
                  <a:pt x="360094" y="15826"/>
                </a:lnTo>
                <a:lnTo>
                  <a:pt x="359467" y="15747"/>
                </a:lnTo>
                <a:lnTo>
                  <a:pt x="358829" y="15685"/>
                </a:lnTo>
                <a:lnTo>
                  <a:pt x="358178" y="15641"/>
                </a:lnTo>
                <a:lnTo>
                  <a:pt x="357515" y="15615"/>
                </a:lnTo>
                <a:lnTo>
                  <a:pt x="356841" y="15606"/>
                </a:lnTo>
                <a:lnTo>
                  <a:pt x="356250" y="15614"/>
                </a:lnTo>
                <a:lnTo>
                  <a:pt x="355671" y="15635"/>
                </a:lnTo>
                <a:lnTo>
                  <a:pt x="355105" y="15671"/>
                </a:lnTo>
                <a:lnTo>
                  <a:pt x="354550" y="15721"/>
                </a:lnTo>
                <a:lnTo>
                  <a:pt x="354008" y="15786"/>
                </a:lnTo>
                <a:lnTo>
                  <a:pt x="353478" y="15865"/>
                </a:lnTo>
                <a:lnTo>
                  <a:pt x="352960" y="15958"/>
                </a:lnTo>
                <a:lnTo>
                  <a:pt x="352454" y="16065"/>
                </a:lnTo>
                <a:lnTo>
                  <a:pt x="351960" y="16187"/>
                </a:lnTo>
                <a:lnTo>
                  <a:pt x="351479" y="16324"/>
                </a:lnTo>
                <a:lnTo>
                  <a:pt x="351009" y="16474"/>
                </a:lnTo>
                <a:lnTo>
                  <a:pt x="350552" y="16639"/>
                </a:lnTo>
                <a:lnTo>
                  <a:pt x="350106" y="16818"/>
                </a:lnTo>
                <a:lnTo>
                  <a:pt x="349673" y="17012"/>
                </a:lnTo>
                <a:lnTo>
                  <a:pt x="349252" y="17220"/>
                </a:lnTo>
                <a:lnTo>
                  <a:pt x="348843" y="17442"/>
                </a:lnTo>
                <a:lnTo>
                  <a:pt x="348446" y="17679"/>
                </a:lnTo>
                <a:lnTo>
                  <a:pt x="348061" y="17930"/>
                </a:lnTo>
                <a:lnTo>
                  <a:pt x="347688" y="18195"/>
                </a:lnTo>
                <a:lnTo>
                  <a:pt x="347328" y="18475"/>
                </a:lnTo>
                <a:lnTo>
                  <a:pt x="346979" y="18769"/>
                </a:lnTo>
                <a:lnTo>
                  <a:pt x="346643" y="19078"/>
                </a:lnTo>
                <a:lnTo>
                  <a:pt x="346319" y="19400"/>
                </a:lnTo>
                <a:lnTo>
                  <a:pt x="346007" y="19737"/>
                </a:lnTo>
                <a:lnTo>
                  <a:pt x="345707" y="20089"/>
                </a:lnTo>
                <a:lnTo>
                  <a:pt x="345420" y="20454"/>
                </a:lnTo>
                <a:lnTo>
                  <a:pt x="345146" y="20833"/>
                </a:lnTo>
                <a:lnTo>
                  <a:pt x="344885" y="21227"/>
                </a:lnTo>
                <a:lnTo>
                  <a:pt x="344636" y="21634"/>
                </a:lnTo>
                <a:lnTo>
                  <a:pt x="344400" y="22055"/>
                </a:lnTo>
                <a:lnTo>
                  <a:pt x="344177" y="22491"/>
                </a:lnTo>
                <a:lnTo>
                  <a:pt x="343967" y="22940"/>
                </a:lnTo>
                <a:lnTo>
                  <a:pt x="343769" y="23404"/>
                </a:lnTo>
                <a:lnTo>
                  <a:pt x="343585" y="23881"/>
                </a:lnTo>
                <a:lnTo>
                  <a:pt x="343412" y="24373"/>
                </a:lnTo>
                <a:lnTo>
                  <a:pt x="343253" y="24878"/>
                </a:lnTo>
                <a:lnTo>
                  <a:pt x="343106" y="25398"/>
                </a:lnTo>
                <a:lnTo>
                  <a:pt x="342973" y="25932"/>
                </a:lnTo>
                <a:lnTo>
                  <a:pt x="342921" y="26163"/>
                </a:lnTo>
                <a:lnTo>
                  <a:pt x="342887" y="26163"/>
                </a:lnTo>
                <a:lnTo>
                  <a:pt x="342887" y="16524"/>
                </a:lnTo>
                <a:lnTo>
                  <a:pt x="332053" y="16524"/>
                </a:lnTo>
                <a:lnTo>
                  <a:pt x="332053" y="67016"/>
                </a:lnTo>
                <a:close/>
                <a:moveTo>
                  <a:pt x="298600" y="67825"/>
                </a:moveTo>
                <a:lnTo>
                  <a:pt x="299236" y="67764"/>
                </a:lnTo>
                <a:lnTo>
                  <a:pt x="299862" y="67690"/>
                </a:lnTo>
                <a:lnTo>
                  <a:pt x="300481" y="67602"/>
                </a:lnTo>
                <a:lnTo>
                  <a:pt x="301091" y="67500"/>
                </a:lnTo>
                <a:lnTo>
                  <a:pt x="301692" y="67385"/>
                </a:lnTo>
                <a:lnTo>
                  <a:pt x="302285" y="67256"/>
                </a:lnTo>
                <a:lnTo>
                  <a:pt x="302870" y="67114"/>
                </a:lnTo>
                <a:lnTo>
                  <a:pt x="303446" y="66958"/>
                </a:lnTo>
                <a:lnTo>
                  <a:pt x="304013" y="66789"/>
                </a:lnTo>
                <a:lnTo>
                  <a:pt x="304573" y="66606"/>
                </a:lnTo>
                <a:lnTo>
                  <a:pt x="305123" y="66410"/>
                </a:lnTo>
                <a:lnTo>
                  <a:pt x="305666" y="66200"/>
                </a:lnTo>
                <a:lnTo>
                  <a:pt x="306200" y="65976"/>
                </a:lnTo>
                <a:lnTo>
                  <a:pt x="306725" y="65739"/>
                </a:lnTo>
                <a:lnTo>
                  <a:pt x="307242" y="65489"/>
                </a:lnTo>
                <a:lnTo>
                  <a:pt x="307750" y="65224"/>
                </a:lnTo>
                <a:lnTo>
                  <a:pt x="308250" y="64947"/>
                </a:lnTo>
                <a:lnTo>
                  <a:pt x="308742" y="64656"/>
                </a:lnTo>
                <a:lnTo>
                  <a:pt x="309225" y="64351"/>
                </a:lnTo>
                <a:lnTo>
                  <a:pt x="309700" y="64032"/>
                </a:lnTo>
                <a:lnTo>
                  <a:pt x="310163" y="63703"/>
                </a:lnTo>
                <a:lnTo>
                  <a:pt x="310610" y="63364"/>
                </a:lnTo>
                <a:lnTo>
                  <a:pt x="311043" y="63016"/>
                </a:lnTo>
                <a:lnTo>
                  <a:pt x="311460" y="62659"/>
                </a:lnTo>
                <a:lnTo>
                  <a:pt x="311863" y="62293"/>
                </a:lnTo>
                <a:lnTo>
                  <a:pt x="312250" y="61918"/>
                </a:lnTo>
                <a:lnTo>
                  <a:pt x="312622" y="61534"/>
                </a:lnTo>
                <a:lnTo>
                  <a:pt x="312979" y="61141"/>
                </a:lnTo>
                <a:lnTo>
                  <a:pt x="313321" y="60738"/>
                </a:lnTo>
                <a:lnTo>
                  <a:pt x="313647" y="60327"/>
                </a:lnTo>
                <a:lnTo>
                  <a:pt x="313959" y="59907"/>
                </a:lnTo>
                <a:lnTo>
                  <a:pt x="314255" y="59477"/>
                </a:lnTo>
                <a:lnTo>
                  <a:pt x="314536" y="59038"/>
                </a:lnTo>
                <a:lnTo>
                  <a:pt x="314802" y="58591"/>
                </a:lnTo>
                <a:lnTo>
                  <a:pt x="315053" y="58134"/>
                </a:lnTo>
                <a:lnTo>
                  <a:pt x="315289" y="57668"/>
                </a:lnTo>
                <a:lnTo>
                  <a:pt x="315510" y="57193"/>
                </a:lnTo>
                <a:lnTo>
                  <a:pt x="315716" y="56709"/>
                </a:lnTo>
                <a:lnTo>
                  <a:pt x="315906" y="56215"/>
                </a:lnTo>
                <a:lnTo>
                  <a:pt x="316081" y="55713"/>
                </a:lnTo>
                <a:lnTo>
                  <a:pt x="316241" y="55202"/>
                </a:lnTo>
                <a:lnTo>
                  <a:pt x="316386" y="54681"/>
                </a:lnTo>
                <a:lnTo>
                  <a:pt x="316516" y="54152"/>
                </a:lnTo>
                <a:lnTo>
                  <a:pt x="316631" y="53613"/>
                </a:lnTo>
                <a:lnTo>
                  <a:pt x="305339" y="53613"/>
                </a:lnTo>
                <a:lnTo>
                  <a:pt x="305282" y="53825"/>
                </a:lnTo>
                <a:lnTo>
                  <a:pt x="305220" y="54033"/>
                </a:lnTo>
                <a:lnTo>
                  <a:pt x="305151" y="54236"/>
                </a:lnTo>
                <a:lnTo>
                  <a:pt x="305076" y="54436"/>
                </a:lnTo>
                <a:lnTo>
                  <a:pt x="304995" y="54630"/>
                </a:lnTo>
                <a:lnTo>
                  <a:pt x="304909" y="54821"/>
                </a:lnTo>
                <a:lnTo>
                  <a:pt x="304816" y="55007"/>
                </a:lnTo>
                <a:lnTo>
                  <a:pt x="304717" y="55189"/>
                </a:lnTo>
                <a:lnTo>
                  <a:pt x="304612" y="55367"/>
                </a:lnTo>
                <a:lnTo>
                  <a:pt x="304500" y="55540"/>
                </a:lnTo>
                <a:lnTo>
                  <a:pt x="304383" y="55709"/>
                </a:lnTo>
                <a:lnTo>
                  <a:pt x="304260" y="55874"/>
                </a:lnTo>
                <a:lnTo>
                  <a:pt x="304131" y="56034"/>
                </a:lnTo>
                <a:lnTo>
                  <a:pt x="303995" y="56190"/>
                </a:lnTo>
                <a:lnTo>
                  <a:pt x="303854" y="56342"/>
                </a:lnTo>
                <a:lnTo>
                  <a:pt x="303707" y="56490"/>
                </a:lnTo>
                <a:lnTo>
                  <a:pt x="303553" y="56633"/>
                </a:lnTo>
                <a:lnTo>
                  <a:pt x="303394" y="56772"/>
                </a:lnTo>
                <a:lnTo>
                  <a:pt x="303228" y="56906"/>
                </a:lnTo>
                <a:lnTo>
                  <a:pt x="303056" y="57036"/>
                </a:lnTo>
                <a:lnTo>
                  <a:pt x="302879" y="57162"/>
                </a:lnTo>
                <a:lnTo>
                  <a:pt x="302695" y="57284"/>
                </a:lnTo>
                <a:lnTo>
                  <a:pt x="302505" y="57401"/>
                </a:lnTo>
                <a:lnTo>
                  <a:pt x="302309" y="57514"/>
                </a:lnTo>
                <a:lnTo>
                  <a:pt x="302108" y="57623"/>
                </a:lnTo>
                <a:lnTo>
                  <a:pt x="301901" y="57727"/>
                </a:lnTo>
                <a:lnTo>
                  <a:pt x="301689" y="57826"/>
                </a:lnTo>
                <a:lnTo>
                  <a:pt x="301473" y="57921"/>
                </a:lnTo>
                <a:lnTo>
                  <a:pt x="301251" y="58011"/>
                </a:lnTo>
                <a:lnTo>
                  <a:pt x="301024" y="58097"/>
                </a:lnTo>
                <a:lnTo>
                  <a:pt x="300792" y="58178"/>
                </a:lnTo>
                <a:lnTo>
                  <a:pt x="300555" y="58254"/>
                </a:lnTo>
                <a:lnTo>
                  <a:pt x="300312" y="58325"/>
                </a:lnTo>
                <a:lnTo>
                  <a:pt x="300065" y="58392"/>
                </a:lnTo>
                <a:lnTo>
                  <a:pt x="299813" y="58455"/>
                </a:lnTo>
                <a:lnTo>
                  <a:pt x="299555" y="58513"/>
                </a:lnTo>
                <a:lnTo>
                  <a:pt x="299292" y="58566"/>
                </a:lnTo>
                <a:lnTo>
                  <a:pt x="299025" y="58614"/>
                </a:lnTo>
                <a:lnTo>
                  <a:pt x="298752" y="58658"/>
                </a:lnTo>
                <a:lnTo>
                  <a:pt x="298474" y="58697"/>
                </a:lnTo>
                <a:lnTo>
                  <a:pt x="298191" y="58732"/>
                </a:lnTo>
                <a:lnTo>
                  <a:pt x="297903" y="58762"/>
                </a:lnTo>
                <a:lnTo>
                  <a:pt x="297610" y="58787"/>
                </a:lnTo>
                <a:lnTo>
                  <a:pt x="297311" y="58808"/>
                </a:lnTo>
                <a:lnTo>
                  <a:pt x="297008" y="58824"/>
                </a:lnTo>
                <a:lnTo>
                  <a:pt x="296699" y="58836"/>
                </a:lnTo>
                <a:lnTo>
                  <a:pt x="296386" y="58843"/>
                </a:lnTo>
                <a:lnTo>
                  <a:pt x="296067" y="58845"/>
                </a:lnTo>
                <a:lnTo>
                  <a:pt x="295651" y="58841"/>
                </a:lnTo>
                <a:lnTo>
                  <a:pt x="295243" y="58826"/>
                </a:lnTo>
                <a:lnTo>
                  <a:pt x="294843" y="58803"/>
                </a:lnTo>
                <a:lnTo>
                  <a:pt x="294453" y="58770"/>
                </a:lnTo>
                <a:lnTo>
                  <a:pt x="294071" y="58728"/>
                </a:lnTo>
                <a:lnTo>
                  <a:pt x="293697" y="58676"/>
                </a:lnTo>
                <a:lnTo>
                  <a:pt x="293332" y="58615"/>
                </a:lnTo>
                <a:lnTo>
                  <a:pt x="292976" y="58544"/>
                </a:lnTo>
                <a:lnTo>
                  <a:pt x="292628" y="58464"/>
                </a:lnTo>
                <a:lnTo>
                  <a:pt x="292289" y="58375"/>
                </a:lnTo>
                <a:lnTo>
                  <a:pt x="291959" y="58276"/>
                </a:lnTo>
                <a:lnTo>
                  <a:pt x="291637" y="58168"/>
                </a:lnTo>
                <a:lnTo>
                  <a:pt x="291324" y="58051"/>
                </a:lnTo>
                <a:lnTo>
                  <a:pt x="291019" y="57924"/>
                </a:lnTo>
                <a:lnTo>
                  <a:pt x="290723" y="57787"/>
                </a:lnTo>
                <a:lnTo>
                  <a:pt x="290436" y="57642"/>
                </a:lnTo>
                <a:lnTo>
                  <a:pt x="290157" y="57487"/>
                </a:lnTo>
                <a:lnTo>
                  <a:pt x="289887" y="57322"/>
                </a:lnTo>
                <a:lnTo>
                  <a:pt x="289625" y="57148"/>
                </a:lnTo>
                <a:lnTo>
                  <a:pt x="289372" y="56965"/>
                </a:lnTo>
                <a:lnTo>
                  <a:pt x="289128" y="56772"/>
                </a:lnTo>
                <a:lnTo>
                  <a:pt x="288892" y="56570"/>
                </a:lnTo>
                <a:lnTo>
                  <a:pt x="288665" y="56358"/>
                </a:lnTo>
                <a:lnTo>
                  <a:pt x="288447" y="56137"/>
                </a:lnTo>
                <a:lnTo>
                  <a:pt x="288237" y="55907"/>
                </a:lnTo>
                <a:lnTo>
                  <a:pt x="288036" y="55668"/>
                </a:lnTo>
                <a:lnTo>
                  <a:pt x="287844" y="55420"/>
                </a:lnTo>
                <a:lnTo>
                  <a:pt x="287661" y="55162"/>
                </a:lnTo>
                <a:lnTo>
                  <a:pt x="287487" y="54896"/>
                </a:lnTo>
                <a:lnTo>
                  <a:pt x="287322" y="54620"/>
                </a:lnTo>
                <a:lnTo>
                  <a:pt x="287166" y="54335"/>
                </a:lnTo>
                <a:lnTo>
                  <a:pt x="287019" y="54042"/>
                </a:lnTo>
                <a:lnTo>
                  <a:pt x="286880" y="53739"/>
                </a:lnTo>
                <a:lnTo>
                  <a:pt x="286751" y="53427"/>
                </a:lnTo>
                <a:lnTo>
                  <a:pt x="286630" y="53106"/>
                </a:lnTo>
                <a:lnTo>
                  <a:pt x="286519" y="52776"/>
                </a:lnTo>
                <a:lnTo>
                  <a:pt x="286416" y="52436"/>
                </a:lnTo>
                <a:lnTo>
                  <a:pt x="286322" y="52088"/>
                </a:lnTo>
                <a:lnTo>
                  <a:pt x="286238" y="51731"/>
                </a:lnTo>
                <a:lnTo>
                  <a:pt x="286162" y="51364"/>
                </a:lnTo>
                <a:lnTo>
                  <a:pt x="286095" y="50989"/>
                </a:lnTo>
                <a:lnTo>
                  <a:pt x="286037" y="50604"/>
                </a:lnTo>
                <a:lnTo>
                  <a:pt x="285988" y="50210"/>
                </a:lnTo>
                <a:lnTo>
                  <a:pt x="285948" y="49807"/>
                </a:lnTo>
                <a:lnTo>
                  <a:pt x="285916" y="49395"/>
                </a:lnTo>
                <a:lnTo>
                  <a:pt x="285894" y="48974"/>
                </a:lnTo>
                <a:lnTo>
                  <a:pt x="285881" y="48544"/>
                </a:lnTo>
                <a:lnTo>
                  <a:pt x="285876" y="48105"/>
                </a:lnTo>
                <a:lnTo>
                  <a:pt x="285876" y="44525"/>
                </a:lnTo>
                <a:lnTo>
                  <a:pt x="316998" y="44525"/>
                </a:lnTo>
                <a:lnTo>
                  <a:pt x="316998" y="35436"/>
                </a:lnTo>
                <a:lnTo>
                  <a:pt x="316993" y="34942"/>
                </a:lnTo>
                <a:lnTo>
                  <a:pt x="316980" y="34452"/>
                </a:lnTo>
                <a:lnTo>
                  <a:pt x="316957" y="33968"/>
                </a:lnTo>
                <a:lnTo>
                  <a:pt x="316925" y="33489"/>
                </a:lnTo>
                <a:lnTo>
                  <a:pt x="316884" y="33016"/>
                </a:lnTo>
                <a:lnTo>
                  <a:pt x="316834" y="32547"/>
                </a:lnTo>
                <a:lnTo>
                  <a:pt x="316775" y="32084"/>
                </a:lnTo>
                <a:lnTo>
                  <a:pt x="316707" y="31626"/>
                </a:lnTo>
                <a:lnTo>
                  <a:pt x="316630" y="31174"/>
                </a:lnTo>
                <a:lnTo>
                  <a:pt x="316544" y="30727"/>
                </a:lnTo>
                <a:lnTo>
                  <a:pt x="316448" y="30285"/>
                </a:lnTo>
                <a:lnTo>
                  <a:pt x="316344" y="29848"/>
                </a:lnTo>
                <a:lnTo>
                  <a:pt x="316230" y="29416"/>
                </a:lnTo>
                <a:lnTo>
                  <a:pt x="316108" y="28990"/>
                </a:lnTo>
                <a:lnTo>
                  <a:pt x="315976" y="28569"/>
                </a:lnTo>
                <a:lnTo>
                  <a:pt x="315835" y="28153"/>
                </a:lnTo>
                <a:lnTo>
                  <a:pt x="315685" y="27743"/>
                </a:lnTo>
                <a:lnTo>
                  <a:pt x="315526" y="27338"/>
                </a:lnTo>
                <a:lnTo>
                  <a:pt x="315358" y="26938"/>
                </a:lnTo>
                <a:lnTo>
                  <a:pt x="315181" y="26543"/>
                </a:lnTo>
                <a:lnTo>
                  <a:pt x="314995" y="26154"/>
                </a:lnTo>
                <a:lnTo>
                  <a:pt x="314799" y="25770"/>
                </a:lnTo>
                <a:lnTo>
                  <a:pt x="314595" y="25391"/>
                </a:lnTo>
                <a:lnTo>
                  <a:pt x="314381" y="25017"/>
                </a:lnTo>
                <a:lnTo>
                  <a:pt x="314160" y="24649"/>
                </a:lnTo>
                <a:lnTo>
                  <a:pt x="313931" y="24289"/>
                </a:lnTo>
                <a:lnTo>
                  <a:pt x="313694" y="23935"/>
                </a:lnTo>
                <a:lnTo>
                  <a:pt x="313451" y="23588"/>
                </a:lnTo>
                <a:lnTo>
                  <a:pt x="313200" y="23247"/>
                </a:lnTo>
                <a:lnTo>
                  <a:pt x="312941" y="22914"/>
                </a:lnTo>
                <a:lnTo>
                  <a:pt x="312676" y="22587"/>
                </a:lnTo>
                <a:lnTo>
                  <a:pt x="312403" y="22268"/>
                </a:lnTo>
                <a:lnTo>
                  <a:pt x="312122" y="21955"/>
                </a:lnTo>
                <a:lnTo>
                  <a:pt x="311835" y="21649"/>
                </a:lnTo>
                <a:lnTo>
                  <a:pt x="311540" y="21350"/>
                </a:lnTo>
                <a:lnTo>
                  <a:pt x="311237" y="21058"/>
                </a:lnTo>
                <a:lnTo>
                  <a:pt x="310928" y="20772"/>
                </a:lnTo>
                <a:lnTo>
                  <a:pt x="310611" y="20494"/>
                </a:lnTo>
                <a:lnTo>
                  <a:pt x="310286" y="20222"/>
                </a:lnTo>
                <a:lnTo>
                  <a:pt x="309955" y="19957"/>
                </a:lnTo>
                <a:lnTo>
                  <a:pt x="309616" y="19699"/>
                </a:lnTo>
                <a:lnTo>
                  <a:pt x="309269" y="19448"/>
                </a:lnTo>
                <a:lnTo>
                  <a:pt x="308916" y="19204"/>
                </a:lnTo>
                <a:lnTo>
                  <a:pt x="308554" y="18967"/>
                </a:lnTo>
                <a:lnTo>
                  <a:pt x="308186" y="18736"/>
                </a:lnTo>
                <a:lnTo>
                  <a:pt x="307810" y="18513"/>
                </a:lnTo>
                <a:lnTo>
                  <a:pt x="307427" y="18296"/>
                </a:lnTo>
                <a:lnTo>
                  <a:pt x="307037" y="18086"/>
                </a:lnTo>
                <a:lnTo>
                  <a:pt x="306640" y="17884"/>
                </a:lnTo>
                <a:lnTo>
                  <a:pt x="306238" y="17690"/>
                </a:lnTo>
                <a:lnTo>
                  <a:pt x="305830" y="17505"/>
                </a:lnTo>
                <a:lnTo>
                  <a:pt x="305416" y="17328"/>
                </a:lnTo>
                <a:lnTo>
                  <a:pt x="304997" y="17160"/>
                </a:lnTo>
                <a:lnTo>
                  <a:pt x="304573" y="17001"/>
                </a:lnTo>
                <a:lnTo>
                  <a:pt x="304142" y="16850"/>
                </a:lnTo>
                <a:lnTo>
                  <a:pt x="303706" y="16708"/>
                </a:lnTo>
                <a:lnTo>
                  <a:pt x="303265" y="16575"/>
                </a:lnTo>
                <a:lnTo>
                  <a:pt x="302818" y="16450"/>
                </a:lnTo>
                <a:lnTo>
                  <a:pt x="302366" y="16334"/>
                </a:lnTo>
                <a:lnTo>
                  <a:pt x="301907" y="16226"/>
                </a:lnTo>
                <a:lnTo>
                  <a:pt x="301444" y="16127"/>
                </a:lnTo>
                <a:lnTo>
                  <a:pt x="300974" y="16037"/>
                </a:lnTo>
                <a:lnTo>
                  <a:pt x="300499" y="15955"/>
                </a:lnTo>
                <a:lnTo>
                  <a:pt x="300019" y="15882"/>
                </a:lnTo>
                <a:lnTo>
                  <a:pt x="299533" y="15817"/>
                </a:lnTo>
                <a:lnTo>
                  <a:pt x="299041" y="15761"/>
                </a:lnTo>
                <a:lnTo>
                  <a:pt x="298544" y="15714"/>
                </a:lnTo>
                <a:lnTo>
                  <a:pt x="298041" y="15675"/>
                </a:lnTo>
                <a:lnTo>
                  <a:pt x="297533" y="15645"/>
                </a:lnTo>
                <a:lnTo>
                  <a:pt x="297019" y="15624"/>
                </a:lnTo>
                <a:lnTo>
                  <a:pt x="296500" y="15611"/>
                </a:lnTo>
                <a:lnTo>
                  <a:pt x="295975" y="15606"/>
                </a:lnTo>
                <a:lnTo>
                  <a:pt x="295442" y="15611"/>
                </a:lnTo>
                <a:lnTo>
                  <a:pt x="294915" y="15624"/>
                </a:lnTo>
                <a:lnTo>
                  <a:pt x="294394" y="15645"/>
                </a:lnTo>
                <a:lnTo>
                  <a:pt x="293879" y="15675"/>
                </a:lnTo>
                <a:lnTo>
                  <a:pt x="293369" y="15714"/>
                </a:lnTo>
                <a:lnTo>
                  <a:pt x="292865" y="15761"/>
                </a:lnTo>
                <a:lnTo>
                  <a:pt x="292367" y="15817"/>
                </a:lnTo>
                <a:lnTo>
                  <a:pt x="291874" y="15882"/>
                </a:lnTo>
                <a:lnTo>
                  <a:pt x="291388" y="15955"/>
                </a:lnTo>
                <a:lnTo>
                  <a:pt x="290907" y="16037"/>
                </a:lnTo>
                <a:lnTo>
                  <a:pt x="290431" y="16127"/>
                </a:lnTo>
                <a:lnTo>
                  <a:pt x="289962" y="16226"/>
                </a:lnTo>
                <a:lnTo>
                  <a:pt x="289498" y="16334"/>
                </a:lnTo>
                <a:lnTo>
                  <a:pt x="289040" y="16450"/>
                </a:lnTo>
                <a:lnTo>
                  <a:pt x="288588" y="16575"/>
                </a:lnTo>
                <a:lnTo>
                  <a:pt x="288141" y="16708"/>
                </a:lnTo>
                <a:lnTo>
                  <a:pt x="287700" y="16850"/>
                </a:lnTo>
                <a:lnTo>
                  <a:pt x="287265" y="17001"/>
                </a:lnTo>
                <a:lnTo>
                  <a:pt x="286836" y="17160"/>
                </a:lnTo>
                <a:lnTo>
                  <a:pt x="286412" y="17328"/>
                </a:lnTo>
                <a:lnTo>
                  <a:pt x="285994" y="17505"/>
                </a:lnTo>
                <a:lnTo>
                  <a:pt x="285582" y="17690"/>
                </a:lnTo>
                <a:lnTo>
                  <a:pt x="285176" y="17884"/>
                </a:lnTo>
                <a:lnTo>
                  <a:pt x="284775" y="18086"/>
                </a:lnTo>
                <a:lnTo>
                  <a:pt x="284381" y="18296"/>
                </a:lnTo>
                <a:lnTo>
                  <a:pt x="283994" y="18513"/>
                </a:lnTo>
                <a:lnTo>
                  <a:pt x="283615" y="18736"/>
                </a:lnTo>
                <a:lnTo>
                  <a:pt x="283244" y="18967"/>
                </a:lnTo>
                <a:lnTo>
                  <a:pt x="282880" y="19204"/>
                </a:lnTo>
                <a:lnTo>
                  <a:pt x="282523" y="19448"/>
                </a:lnTo>
                <a:lnTo>
                  <a:pt x="282174" y="19699"/>
                </a:lnTo>
                <a:lnTo>
                  <a:pt x="281832" y="19957"/>
                </a:lnTo>
                <a:lnTo>
                  <a:pt x="281498" y="20222"/>
                </a:lnTo>
                <a:lnTo>
                  <a:pt x="281171" y="20494"/>
                </a:lnTo>
                <a:lnTo>
                  <a:pt x="280852" y="20772"/>
                </a:lnTo>
                <a:lnTo>
                  <a:pt x="280540" y="21058"/>
                </a:lnTo>
                <a:lnTo>
                  <a:pt x="280236" y="21350"/>
                </a:lnTo>
                <a:lnTo>
                  <a:pt x="279940" y="21649"/>
                </a:lnTo>
                <a:lnTo>
                  <a:pt x="279650" y="21955"/>
                </a:lnTo>
                <a:lnTo>
                  <a:pt x="279369" y="22268"/>
                </a:lnTo>
                <a:lnTo>
                  <a:pt x="279094" y="22587"/>
                </a:lnTo>
                <a:lnTo>
                  <a:pt x="278828" y="22914"/>
                </a:lnTo>
                <a:lnTo>
                  <a:pt x="278568" y="23247"/>
                </a:lnTo>
                <a:lnTo>
                  <a:pt x="278317" y="23588"/>
                </a:lnTo>
                <a:lnTo>
                  <a:pt x="278072" y="23935"/>
                </a:lnTo>
                <a:lnTo>
                  <a:pt x="277836" y="24289"/>
                </a:lnTo>
                <a:lnTo>
                  <a:pt x="277606" y="24649"/>
                </a:lnTo>
                <a:lnTo>
                  <a:pt x="277384" y="25017"/>
                </a:lnTo>
                <a:lnTo>
                  <a:pt x="277171" y="25391"/>
                </a:lnTo>
                <a:lnTo>
                  <a:pt x="276967" y="25770"/>
                </a:lnTo>
                <a:lnTo>
                  <a:pt x="276771" y="26154"/>
                </a:lnTo>
                <a:lnTo>
                  <a:pt x="276585" y="26543"/>
                </a:lnTo>
                <a:lnTo>
                  <a:pt x="276408" y="26938"/>
                </a:lnTo>
                <a:lnTo>
                  <a:pt x="276240" y="27338"/>
                </a:lnTo>
                <a:lnTo>
                  <a:pt x="276081" y="27743"/>
                </a:lnTo>
                <a:lnTo>
                  <a:pt x="275931" y="28153"/>
                </a:lnTo>
                <a:lnTo>
                  <a:pt x="275791" y="28569"/>
                </a:lnTo>
                <a:lnTo>
                  <a:pt x="275659" y="28990"/>
                </a:lnTo>
                <a:lnTo>
                  <a:pt x="275536" y="29416"/>
                </a:lnTo>
                <a:lnTo>
                  <a:pt x="275423" y="29848"/>
                </a:lnTo>
                <a:lnTo>
                  <a:pt x="275319" y="30285"/>
                </a:lnTo>
                <a:lnTo>
                  <a:pt x="275223" y="30727"/>
                </a:lnTo>
                <a:lnTo>
                  <a:pt x="275137" y="31174"/>
                </a:lnTo>
                <a:lnTo>
                  <a:pt x="275060" y="31626"/>
                </a:lnTo>
                <a:lnTo>
                  <a:pt x="274992" y="32084"/>
                </a:lnTo>
                <a:lnTo>
                  <a:pt x="274933" y="32547"/>
                </a:lnTo>
                <a:lnTo>
                  <a:pt x="274883" y="33016"/>
                </a:lnTo>
                <a:lnTo>
                  <a:pt x="274842" y="33489"/>
                </a:lnTo>
                <a:lnTo>
                  <a:pt x="274810" y="33968"/>
                </a:lnTo>
                <a:lnTo>
                  <a:pt x="274787" y="34452"/>
                </a:lnTo>
                <a:lnTo>
                  <a:pt x="274774" y="34942"/>
                </a:lnTo>
                <a:lnTo>
                  <a:pt x="274769" y="35436"/>
                </a:lnTo>
                <a:lnTo>
                  <a:pt x="274769" y="48105"/>
                </a:lnTo>
                <a:lnTo>
                  <a:pt x="274774" y="48600"/>
                </a:lnTo>
                <a:lnTo>
                  <a:pt x="274787" y="49089"/>
                </a:lnTo>
                <a:lnTo>
                  <a:pt x="274810" y="49573"/>
                </a:lnTo>
                <a:lnTo>
                  <a:pt x="274842" y="50052"/>
                </a:lnTo>
                <a:lnTo>
                  <a:pt x="274883" y="50525"/>
                </a:lnTo>
                <a:lnTo>
                  <a:pt x="274933" y="50994"/>
                </a:lnTo>
                <a:lnTo>
                  <a:pt x="274992" y="51457"/>
                </a:lnTo>
                <a:lnTo>
                  <a:pt x="275060" y="51914"/>
                </a:lnTo>
                <a:lnTo>
                  <a:pt x="275137" y="52367"/>
                </a:lnTo>
                <a:lnTo>
                  <a:pt x="275223" y="52814"/>
                </a:lnTo>
                <a:lnTo>
                  <a:pt x="275319" y="53256"/>
                </a:lnTo>
                <a:lnTo>
                  <a:pt x="275423" y="53693"/>
                </a:lnTo>
                <a:lnTo>
                  <a:pt x="275536" y="54125"/>
                </a:lnTo>
                <a:lnTo>
                  <a:pt x="275659" y="54551"/>
                </a:lnTo>
                <a:lnTo>
                  <a:pt x="275791" y="54972"/>
                </a:lnTo>
                <a:lnTo>
                  <a:pt x="275931" y="55388"/>
                </a:lnTo>
                <a:lnTo>
                  <a:pt x="276081" y="55798"/>
                </a:lnTo>
                <a:lnTo>
                  <a:pt x="276240" y="56203"/>
                </a:lnTo>
                <a:lnTo>
                  <a:pt x="276408" y="56603"/>
                </a:lnTo>
                <a:lnTo>
                  <a:pt x="276585" y="56998"/>
                </a:lnTo>
                <a:lnTo>
                  <a:pt x="276771" y="57387"/>
                </a:lnTo>
                <a:lnTo>
                  <a:pt x="276967" y="57772"/>
                </a:lnTo>
                <a:lnTo>
                  <a:pt x="277171" y="58151"/>
                </a:lnTo>
                <a:lnTo>
                  <a:pt x="277384" y="58524"/>
                </a:lnTo>
                <a:lnTo>
                  <a:pt x="277606" y="58892"/>
                </a:lnTo>
                <a:lnTo>
                  <a:pt x="277836" y="59253"/>
                </a:lnTo>
                <a:lnTo>
                  <a:pt x="278072" y="59607"/>
                </a:lnTo>
                <a:lnTo>
                  <a:pt x="278317" y="59954"/>
                </a:lnTo>
                <a:lnTo>
                  <a:pt x="278568" y="60294"/>
                </a:lnTo>
                <a:lnTo>
                  <a:pt x="278828" y="60627"/>
                </a:lnTo>
                <a:lnTo>
                  <a:pt x="279094" y="60954"/>
                </a:lnTo>
                <a:lnTo>
                  <a:pt x="279369" y="61273"/>
                </a:lnTo>
                <a:lnTo>
                  <a:pt x="279650" y="61586"/>
                </a:lnTo>
                <a:lnTo>
                  <a:pt x="279940" y="61892"/>
                </a:lnTo>
                <a:lnTo>
                  <a:pt x="280236" y="62191"/>
                </a:lnTo>
                <a:lnTo>
                  <a:pt x="280540" y="62483"/>
                </a:lnTo>
                <a:lnTo>
                  <a:pt x="280852" y="62768"/>
                </a:lnTo>
                <a:lnTo>
                  <a:pt x="281171" y="63047"/>
                </a:lnTo>
                <a:lnTo>
                  <a:pt x="281498" y="63319"/>
                </a:lnTo>
                <a:lnTo>
                  <a:pt x="281832" y="63584"/>
                </a:lnTo>
                <a:lnTo>
                  <a:pt x="282174" y="63842"/>
                </a:lnTo>
                <a:lnTo>
                  <a:pt x="282523" y="64093"/>
                </a:lnTo>
                <a:lnTo>
                  <a:pt x="282880" y="64337"/>
                </a:lnTo>
                <a:lnTo>
                  <a:pt x="283244" y="64574"/>
                </a:lnTo>
                <a:lnTo>
                  <a:pt x="283615" y="64805"/>
                </a:lnTo>
                <a:lnTo>
                  <a:pt x="283994" y="65029"/>
                </a:lnTo>
                <a:lnTo>
                  <a:pt x="284381" y="65246"/>
                </a:lnTo>
                <a:lnTo>
                  <a:pt x="284775" y="65456"/>
                </a:lnTo>
                <a:lnTo>
                  <a:pt x="285176" y="65658"/>
                </a:lnTo>
                <a:lnTo>
                  <a:pt x="285582" y="65851"/>
                </a:lnTo>
                <a:lnTo>
                  <a:pt x="285994" y="66036"/>
                </a:lnTo>
                <a:lnTo>
                  <a:pt x="286412" y="66213"/>
                </a:lnTo>
                <a:lnTo>
                  <a:pt x="286836" y="66381"/>
                </a:lnTo>
                <a:lnTo>
                  <a:pt x="287265" y="66540"/>
                </a:lnTo>
                <a:lnTo>
                  <a:pt x="287700" y="66690"/>
                </a:lnTo>
                <a:lnTo>
                  <a:pt x="288141" y="66832"/>
                </a:lnTo>
                <a:lnTo>
                  <a:pt x="288588" y="66966"/>
                </a:lnTo>
                <a:lnTo>
                  <a:pt x="289040" y="67090"/>
                </a:lnTo>
                <a:lnTo>
                  <a:pt x="289498" y="67207"/>
                </a:lnTo>
                <a:lnTo>
                  <a:pt x="289962" y="67314"/>
                </a:lnTo>
                <a:lnTo>
                  <a:pt x="290431" y="67413"/>
                </a:lnTo>
                <a:lnTo>
                  <a:pt x="290907" y="67503"/>
                </a:lnTo>
                <a:lnTo>
                  <a:pt x="291388" y="67585"/>
                </a:lnTo>
                <a:lnTo>
                  <a:pt x="291874" y="67658"/>
                </a:lnTo>
                <a:lnTo>
                  <a:pt x="292367" y="67723"/>
                </a:lnTo>
                <a:lnTo>
                  <a:pt x="292865" y="67779"/>
                </a:lnTo>
                <a:lnTo>
                  <a:pt x="293369" y="67826"/>
                </a:lnTo>
                <a:lnTo>
                  <a:pt x="293879" y="67865"/>
                </a:lnTo>
                <a:lnTo>
                  <a:pt x="294394" y="67895"/>
                </a:lnTo>
                <a:lnTo>
                  <a:pt x="294915" y="67916"/>
                </a:lnTo>
                <a:lnTo>
                  <a:pt x="295442" y="67929"/>
                </a:lnTo>
                <a:lnTo>
                  <a:pt x="295975" y="67934"/>
                </a:lnTo>
                <a:lnTo>
                  <a:pt x="296644" y="67927"/>
                </a:lnTo>
                <a:lnTo>
                  <a:pt x="297304" y="67907"/>
                </a:lnTo>
                <a:lnTo>
                  <a:pt x="297957" y="67873"/>
                </a:lnTo>
                <a:lnTo>
                  <a:pt x="298600" y="67825"/>
                </a:lnTo>
                <a:close/>
                <a:moveTo>
                  <a:pt x="285894" y="34581"/>
                </a:moveTo>
                <a:lnTo>
                  <a:pt x="285916" y="34165"/>
                </a:lnTo>
                <a:lnTo>
                  <a:pt x="285948" y="33758"/>
                </a:lnTo>
                <a:lnTo>
                  <a:pt x="285988" y="33359"/>
                </a:lnTo>
                <a:lnTo>
                  <a:pt x="286037" y="32969"/>
                </a:lnTo>
                <a:lnTo>
                  <a:pt x="286095" y="32587"/>
                </a:lnTo>
                <a:lnTo>
                  <a:pt x="286162" y="32213"/>
                </a:lnTo>
                <a:lnTo>
                  <a:pt x="286238" y="31847"/>
                </a:lnTo>
                <a:lnTo>
                  <a:pt x="286322" y="31490"/>
                </a:lnTo>
                <a:lnTo>
                  <a:pt x="286416" y="31141"/>
                </a:lnTo>
                <a:lnTo>
                  <a:pt x="286519" y="30800"/>
                </a:lnTo>
                <a:lnTo>
                  <a:pt x="286630" y="30467"/>
                </a:lnTo>
                <a:lnTo>
                  <a:pt x="286751" y="30143"/>
                </a:lnTo>
                <a:lnTo>
                  <a:pt x="286880" y="29827"/>
                </a:lnTo>
                <a:lnTo>
                  <a:pt x="287019" y="29520"/>
                </a:lnTo>
                <a:lnTo>
                  <a:pt x="287166" y="29221"/>
                </a:lnTo>
                <a:lnTo>
                  <a:pt x="287322" y="28930"/>
                </a:lnTo>
                <a:lnTo>
                  <a:pt x="287487" y="28647"/>
                </a:lnTo>
                <a:lnTo>
                  <a:pt x="287661" y="28373"/>
                </a:lnTo>
                <a:lnTo>
                  <a:pt x="287844" y="28106"/>
                </a:lnTo>
                <a:lnTo>
                  <a:pt x="288036" y="27849"/>
                </a:lnTo>
                <a:lnTo>
                  <a:pt x="288237" y="27599"/>
                </a:lnTo>
                <a:lnTo>
                  <a:pt x="288447" y="27358"/>
                </a:lnTo>
                <a:lnTo>
                  <a:pt x="288665" y="27126"/>
                </a:lnTo>
                <a:lnTo>
                  <a:pt x="288892" y="26903"/>
                </a:lnTo>
                <a:lnTo>
                  <a:pt x="289127" y="26691"/>
                </a:lnTo>
                <a:lnTo>
                  <a:pt x="289370" y="26488"/>
                </a:lnTo>
                <a:lnTo>
                  <a:pt x="289621" y="26295"/>
                </a:lnTo>
                <a:lnTo>
                  <a:pt x="289881" y="26112"/>
                </a:lnTo>
                <a:lnTo>
                  <a:pt x="290149" y="25940"/>
                </a:lnTo>
                <a:lnTo>
                  <a:pt x="290426" y="25776"/>
                </a:lnTo>
                <a:lnTo>
                  <a:pt x="290710" y="25623"/>
                </a:lnTo>
                <a:lnTo>
                  <a:pt x="291003" y="25480"/>
                </a:lnTo>
                <a:lnTo>
                  <a:pt x="291304" y="25347"/>
                </a:lnTo>
                <a:lnTo>
                  <a:pt x="291614" y="25223"/>
                </a:lnTo>
                <a:lnTo>
                  <a:pt x="291932" y="25109"/>
                </a:lnTo>
                <a:lnTo>
                  <a:pt x="292258" y="25006"/>
                </a:lnTo>
                <a:lnTo>
                  <a:pt x="292592" y="24912"/>
                </a:lnTo>
                <a:lnTo>
                  <a:pt x="292935" y="24828"/>
                </a:lnTo>
                <a:lnTo>
                  <a:pt x="293286" y="24754"/>
                </a:lnTo>
                <a:lnTo>
                  <a:pt x="293645" y="24689"/>
                </a:lnTo>
                <a:lnTo>
                  <a:pt x="294013" y="24635"/>
                </a:lnTo>
                <a:lnTo>
                  <a:pt x="294388" y="24590"/>
                </a:lnTo>
                <a:lnTo>
                  <a:pt x="294773" y="24556"/>
                </a:lnTo>
                <a:lnTo>
                  <a:pt x="295165" y="24531"/>
                </a:lnTo>
                <a:lnTo>
                  <a:pt x="295566" y="24516"/>
                </a:lnTo>
                <a:lnTo>
                  <a:pt x="295975" y="24511"/>
                </a:lnTo>
                <a:lnTo>
                  <a:pt x="296383" y="24516"/>
                </a:lnTo>
                <a:lnTo>
                  <a:pt x="296784" y="24531"/>
                </a:lnTo>
                <a:lnTo>
                  <a:pt x="297175" y="24555"/>
                </a:lnTo>
                <a:lnTo>
                  <a:pt x="297558" y="24589"/>
                </a:lnTo>
                <a:lnTo>
                  <a:pt x="297933" y="24633"/>
                </a:lnTo>
                <a:lnTo>
                  <a:pt x="298298" y="24686"/>
                </a:lnTo>
                <a:lnTo>
                  <a:pt x="298656" y="24750"/>
                </a:lnTo>
                <a:lnTo>
                  <a:pt x="299004" y="24823"/>
                </a:lnTo>
                <a:lnTo>
                  <a:pt x="299344" y="24905"/>
                </a:lnTo>
                <a:lnTo>
                  <a:pt x="299675" y="24998"/>
                </a:lnTo>
                <a:lnTo>
                  <a:pt x="299998" y="25100"/>
                </a:lnTo>
                <a:lnTo>
                  <a:pt x="300312" y="25211"/>
                </a:lnTo>
                <a:lnTo>
                  <a:pt x="300618" y="25333"/>
                </a:lnTo>
                <a:lnTo>
                  <a:pt x="300915" y="25464"/>
                </a:lnTo>
                <a:lnTo>
                  <a:pt x="301203" y="25605"/>
                </a:lnTo>
                <a:lnTo>
                  <a:pt x="301483" y="25756"/>
                </a:lnTo>
                <a:lnTo>
                  <a:pt x="301754" y="25916"/>
                </a:lnTo>
                <a:lnTo>
                  <a:pt x="302016" y="26086"/>
                </a:lnTo>
                <a:lnTo>
                  <a:pt x="302270" y="26266"/>
                </a:lnTo>
                <a:lnTo>
                  <a:pt x="302515" y="26456"/>
                </a:lnTo>
                <a:lnTo>
                  <a:pt x="302752" y="26655"/>
                </a:lnTo>
                <a:lnTo>
                  <a:pt x="302980" y="26864"/>
                </a:lnTo>
                <a:lnTo>
                  <a:pt x="303199" y="27083"/>
                </a:lnTo>
                <a:lnTo>
                  <a:pt x="303410" y="27312"/>
                </a:lnTo>
                <a:lnTo>
                  <a:pt x="303612" y="27549"/>
                </a:lnTo>
                <a:lnTo>
                  <a:pt x="303806" y="27795"/>
                </a:lnTo>
                <a:lnTo>
                  <a:pt x="303991" y="28050"/>
                </a:lnTo>
                <a:lnTo>
                  <a:pt x="304168" y="28313"/>
                </a:lnTo>
                <a:lnTo>
                  <a:pt x="304336" y="28584"/>
                </a:lnTo>
                <a:lnTo>
                  <a:pt x="304495" y="28864"/>
                </a:lnTo>
                <a:lnTo>
                  <a:pt x="304646" y="29152"/>
                </a:lnTo>
                <a:lnTo>
                  <a:pt x="304788" y="29449"/>
                </a:lnTo>
                <a:lnTo>
                  <a:pt x="304921" y="29754"/>
                </a:lnTo>
                <a:lnTo>
                  <a:pt x="305046" y="30067"/>
                </a:lnTo>
                <a:lnTo>
                  <a:pt x="305162" y="30389"/>
                </a:lnTo>
                <a:lnTo>
                  <a:pt x="305270" y="30720"/>
                </a:lnTo>
                <a:lnTo>
                  <a:pt x="305369" y="31059"/>
                </a:lnTo>
                <a:lnTo>
                  <a:pt x="305459" y="31406"/>
                </a:lnTo>
                <a:lnTo>
                  <a:pt x="305541" y="31762"/>
                </a:lnTo>
                <a:lnTo>
                  <a:pt x="305614" y="32126"/>
                </a:lnTo>
                <a:lnTo>
                  <a:pt x="305679" y="32499"/>
                </a:lnTo>
                <a:lnTo>
                  <a:pt x="305735" y="32880"/>
                </a:lnTo>
                <a:lnTo>
                  <a:pt x="305782" y="33269"/>
                </a:lnTo>
                <a:lnTo>
                  <a:pt x="305821" y="33667"/>
                </a:lnTo>
                <a:lnTo>
                  <a:pt x="305851" y="34074"/>
                </a:lnTo>
                <a:lnTo>
                  <a:pt x="305872" y="34489"/>
                </a:lnTo>
                <a:lnTo>
                  <a:pt x="305885" y="34912"/>
                </a:lnTo>
                <a:lnTo>
                  <a:pt x="305890" y="35344"/>
                </a:lnTo>
                <a:lnTo>
                  <a:pt x="305890" y="37188"/>
                </a:lnTo>
                <a:lnTo>
                  <a:pt x="285876" y="37364"/>
                </a:lnTo>
                <a:lnTo>
                  <a:pt x="285876" y="35436"/>
                </a:lnTo>
                <a:lnTo>
                  <a:pt x="285881" y="35004"/>
                </a:lnTo>
                <a:lnTo>
                  <a:pt x="285894" y="34581"/>
                </a:lnTo>
                <a:close/>
              </a:path>
            </a:pathLst>
          </a:custGeom>
          <a:solidFill xmlns:a="http://schemas.openxmlformats.org/drawingml/2006/main">
            <a:srgbClr val="9538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Text def">
            <a:extLst xmlns:a="http://schemas.openxmlformats.org/drawingml/2006/main">
              <a:ext uri="{FF2B5EF4-FFF2-40B4-BE49-F238E27FC236}">
                <a16:creationId xmlns:a16="http://schemas.microsoft.com/office/drawing/2014/main" id="{A0CA5472-7323-41FD-BE75-CD34B736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369" y="1955744"/>
            <a:ext cx="153403" cy="67934"/>
          </a:xfrm>
          <a:custGeom xmlns:a="http://schemas.openxmlformats.org/drawingml/2006/main">
            <a:pathLst>
              <a:path w="153403" h="67934">
                <a:moveTo>
                  <a:pt x="153403" y="32497"/>
                </a:moveTo>
                <a:lnTo>
                  <a:pt x="153403" y="22124"/>
                </a:lnTo>
                <a:lnTo>
                  <a:pt x="134033" y="22124"/>
                </a:lnTo>
                <a:lnTo>
                  <a:pt x="134033" y="14687"/>
                </a:lnTo>
                <a:lnTo>
                  <a:pt x="134035" y="14513"/>
                </a:lnTo>
                <a:lnTo>
                  <a:pt x="134042" y="14342"/>
                </a:lnTo>
                <a:lnTo>
                  <a:pt x="134054" y="14173"/>
                </a:lnTo>
                <a:lnTo>
                  <a:pt x="134070" y="14008"/>
                </a:lnTo>
                <a:lnTo>
                  <a:pt x="134090" y="13846"/>
                </a:lnTo>
                <a:lnTo>
                  <a:pt x="134116" y="13687"/>
                </a:lnTo>
                <a:lnTo>
                  <a:pt x="134146" y="13530"/>
                </a:lnTo>
                <a:lnTo>
                  <a:pt x="134181" y="13377"/>
                </a:lnTo>
                <a:lnTo>
                  <a:pt x="134220" y="13227"/>
                </a:lnTo>
                <a:lnTo>
                  <a:pt x="134264" y="13080"/>
                </a:lnTo>
                <a:lnTo>
                  <a:pt x="134312" y="12936"/>
                </a:lnTo>
                <a:lnTo>
                  <a:pt x="134365" y="12795"/>
                </a:lnTo>
                <a:lnTo>
                  <a:pt x="134423" y="12657"/>
                </a:lnTo>
                <a:lnTo>
                  <a:pt x="134486" y="12522"/>
                </a:lnTo>
                <a:lnTo>
                  <a:pt x="134553" y="12390"/>
                </a:lnTo>
                <a:lnTo>
                  <a:pt x="134624" y="12261"/>
                </a:lnTo>
                <a:lnTo>
                  <a:pt x="134700" y="12135"/>
                </a:lnTo>
                <a:lnTo>
                  <a:pt x="134781" y="12012"/>
                </a:lnTo>
                <a:lnTo>
                  <a:pt x="134867" y="11892"/>
                </a:lnTo>
                <a:lnTo>
                  <a:pt x="134957" y="11775"/>
                </a:lnTo>
                <a:lnTo>
                  <a:pt x="135052" y="11661"/>
                </a:lnTo>
                <a:lnTo>
                  <a:pt x="135151" y="11551"/>
                </a:lnTo>
                <a:lnTo>
                  <a:pt x="135255" y="11443"/>
                </a:lnTo>
                <a:lnTo>
                  <a:pt x="135364" y="11338"/>
                </a:lnTo>
                <a:lnTo>
                  <a:pt x="135476" y="11237"/>
                </a:lnTo>
                <a:lnTo>
                  <a:pt x="135591" y="11140"/>
                </a:lnTo>
                <a:lnTo>
                  <a:pt x="135710" y="11048"/>
                </a:lnTo>
                <a:lnTo>
                  <a:pt x="135831" y="10959"/>
                </a:lnTo>
                <a:lnTo>
                  <a:pt x="135956" y="10875"/>
                </a:lnTo>
                <a:lnTo>
                  <a:pt x="136083" y="10796"/>
                </a:lnTo>
                <a:lnTo>
                  <a:pt x="136214" y="10720"/>
                </a:lnTo>
                <a:lnTo>
                  <a:pt x="136348" y="10649"/>
                </a:lnTo>
                <a:lnTo>
                  <a:pt x="136484" y="10583"/>
                </a:lnTo>
                <a:lnTo>
                  <a:pt x="136624" y="10520"/>
                </a:lnTo>
                <a:lnTo>
                  <a:pt x="136767" y="10462"/>
                </a:lnTo>
                <a:lnTo>
                  <a:pt x="136912" y="10408"/>
                </a:lnTo>
                <a:lnTo>
                  <a:pt x="137061" y="10359"/>
                </a:lnTo>
                <a:lnTo>
                  <a:pt x="137213" y="10314"/>
                </a:lnTo>
                <a:lnTo>
                  <a:pt x="137368" y="10273"/>
                </a:lnTo>
                <a:lnTo>
                  <a:pt x="137526" y="10236"/>
                </a:lnTo>
                <a:lnTo>
                  <a:pt x="137687" y="10204"/>
                </a:lnTo>
                <a:lnTo>
                  <a:pt x="137851" y="10176"/>
                </a:lnTo>
                <a:lnTo>
                  <a:pt x="138018" y="10152"/>
                </a:lnTo>
                <a:lnTo>
                  <a:pt x="138188" y="10133"/>
                </a:lnTo>
                <a:lnTo>
                  <a:pt x="138361" y="10118"/>
                </a:lnTo>
                <a:lnTo>
                  <a:pt x="138537" y="10107"/>
                </a:lnTo>
                <a:lnTo>
                  <a:pt x="138716" y="10101"/>
                </a:lnTo>
                <a:lnTo>
                  <a:pt x="138898" y="10098"/>
                </a:lnTo>
                <a:lnTo>
                  <a:pt x="153403" y="10098"/>
                </a:lnTo>
                <a:lnTo>
                  <a:pt x="153403" y="0"/>
                </a:lnTo>
                <a:lnTo>
                  <a:pt x="138623" y="0"/>
                </a:lnTo>
                <a:lnTo>
                  <a:pt x="138024" y="7"/>
                </a:lnTo>
                <a:lnTo>
                  <a:pt x="137434" y="27"/>
                </a:lnTo>
                <a:lnTo>
                  <a:pt x="136854" y="62"/>
                </a:lnTo>
                <a:lnTo>
                  <a:pt x="136284" y="110"/>
                </a:lnTo>
                <a:lnTo>
                  <a:pt x="135724" y="171"/>
                </a:lnTo>
                <a:lnTo>
                  <a:pt x="135174" y="247"/>
                </a:lnTo>
                <a:lnTo>
                  <a:pt x="134634" y="336"/>
                </a:lnTo>
                <a:lnTo>
                  <a:pt x="134104" y="439"/>
                </a:lnTo>
                <a:lnTo>
                  <a:pt x="133583" y="555"/>
                </a:lnTo>
                <a:lnTo>
                  <a:pt x="133073" y="685"/>
                </a:lnTo>
                <a:lnTo>
                  <a:pt x="132572" y="829"/>
                </a:lnTo>
                <a:lnTo>
                  <a:pt x="132081" y="987"/>
                </a:lnTo>
                <a:lnTo>
                  <a:pt x="131601" y="1158"/>
                </a:lnTo>
                <a:lnTo>
                  <a:pt x="131129" y="1343"/>
                </a:lnTo>
                <a:lnTo>
                  <a:pt x="130668" y="1542"/>
                </a:lnTo>
                <a:lnTo>
                  <a:pt x="130217" y="1754"/>
                </a:lnTo>
                <a:lnTo>
                  <a:pt x="129776" y="1981"/>
                </a:lnTo>
                <a:lnTo>
                  <a:pt x="129344" y="2220"/>
                </a:lnTo>
                <a:lnTo>
                  <a:pt x="128923" y="2474"/>
                </a:lnTo>
                <a:lnTo>
                  <a:pt x="128511" y="2741"/>
                </a:lnTo>
                <a:lnTo>
                  <a:pt x="128109" y="3022"/>
                </a:lnTo>
                <a:lnTo>
                  <a:pt x="127717" y="3317"/>
                </a:lnTo>
                <a:lnTo>
                  <a:pt x="127335" y="3625"/>
                </a:lnTo>
                <a:lnTo>
                  <a:pt x="126963" y="3947"/>
                </a:lnTo>
                <a:lnTo>
                  <a:pt x="126603" y="4281"/>
                </a:lnTo>
                <a:lnTo>
                  <a:pt x="126259" y="4624"/>
                </a:lnTo>
                <a:lnTo>
                  <a:pt x="125930" y="4976"/>
                </a:lnTo>
                <a:lnTo>
                  <a:pt x="125617" y="5337"/>
                </a:lnTo>
                <a:lnTo>
                  <a:pt x="125318" y="5708"/>
                </a:lnTo>
                <a:lnTo>
                  <a:pt x="125035" y="6088"/>
                </a:lnTo>
                <a:lnTo>
                  <a:pt x="124768" y="6477"/>
                </a:lnTo>
                <a:lnTo>
                  <a:pt x="124515" y="6875"/>
                </a:lnTo>
                <a:lnTo>
                  <a:pt x="124278" y="7282"/>
                </a:lnTo>
                <a:lnTo>
                  <a:pt x="124056" y="7699"/>
                </a:lnTo>
                <a:lnTo>
                  <a:pt x="123850" y="8125"/>
                </a:lnTo>
                <a:lnTo>
                  <a:pt x="123659" y="8560"/>
                </a:lnTo>
                <a:lnTo>
                  <a:pt x="123483" y="9005"/>
                </a:lnTo>
                <a:lnTo>
                  <a:pt x="123322" y="9459"/>
                </a:lnTo>
                <a:lnTo>
                  <a:pt x="123177" y="9921"/>
                </a:lnTo>
                <a:lnTo>
                  <a:pt x="123047" y="10394"/>
                </a:lnTo>
                <a:lnTo>
                  <a:pt x="122932" y="10875"/>
                </a:lnTo>
                <a:lnTo>
                  <a:pt x="122833" y="11366"/>
                </a:lnTo>
                <a:lnTo>
                  <a:pt x="122749" y="11866"/>
                </a:lnTo>
                <a:lnTo>
                  <a:pt x="122680" y="12375"/>
                </a:lnTo>
                <a:lnTo>
                  <a:pt x="122626" y="12893"/>
                </a:lnTo>
                <a:lnTo>
                  <a:pt x="122588" y="13421"/>
                </a:lnTo>
                <a:lnTo>
                  <a:pt x="122565" y="13958"/>
                </a:lnTo>
                <a:lnTo>
                  <a:pt x="122557" y="14504"/>
                </a:lnTo>
                <a:lnTo>
                  <a:pt x="122557" y="22124"/>
                </a:lnTo>
                <a:lnTo>
                  <a:pt x="108695" y="22124"/>
                </a:lnTo>
                <a:lnTo>
                  <a:pt x="108695" y="32497"/>
                </a:lnTo>
                <a:lnTo>
                  <a:pt x="122557" y="32497"/>
                </a:lnTo>
                <a:lnTo>
                  <a:pt x="122557" y="67016"/>
                </a:lnTo>
                <a:lnTo>
                  <a:pt x="134033" y="67016"/>
                </a:lnTo>
                <a:lnTo>
                  <a:pt x="134033" y="32497"/>
                </a:lnTo>
                <a:lnTo>
                  <a:pt x="153403" y="32497"/>
                </a:lnTo>
                <a:close/>
                <a:moveTo>
                  <a:pt x="29978" y="25016"/>
                </a:moveTo>
                <a:lnTo>
                  <a:pt x="29870" y="24581"/>
                </a:lnTo>
                <a:lnTo>
                  <a:pt x="29749" y="24154"/>
                </a:lnTo>
                <a:lnTo>
                  <a:pt x="29615" y="23737"/>
                </a:lnTo>
                <a:lnTo>
                  <a:pt x="29468" y="23329"/>
                </a:lnTo>
                <a:lnTo>
                  <a:pt x="29309" y="22930"/>
                </a:lnTo>
                <a:lnTo>
                  <a:pt x="29137" y="22540"/>
                </a:lnTo>
                <a:lnTo>
                  <a:pt x="28952" y="22159"/>
                </a:lnTo>
                <a:lnTo>
                  <a:pt x="28754" y="21788"/>
                </a:lnTo>
                <a:lnTo>
                  <a:pt x="28544" y="21425"/>
                </a:lnTo>
                <a:lnTo>
                  <a:pt x="28320" y="21071"/>
                </a:lnTo>
                <a:lnTo>
                  <a:pt x="28084" y="20727"/>
                </a:lnTo>
                <a:lnTo>
                  <a:pt x="27836" y="20391"/>
                </a:lnTo>
                <a:lnTo>
                  <a:pt x="27574" y="20065"/>
                </a:lnTo>
                <a:lnTo>
                  <a:pt x="27300" y="19748"/>
                </a:lnTo>
                <a:lnTo>
                  <a:pt x="27013" y="19440"/>
                </a:lnTo>
                <a:lnTo>
                  <a:pt x="26713" y="19141"/>
                </a:lnTo>
                <a:lnTo>
                  <a:pt x="26403" y="18852"/>
                </a:lnTo>
                <a:lnTo>
                  <a:pt x="26084" y="18576"/>
                </a:lnTo>
                <a:lnTo>
                  <a:pt x="25755" y="18312"/>
                </a:lnTo>
                <a:lnTo>
                  <a:pt x="25418" y="18061"/>
                </a:lnTo>
                <a:lnTo>
                  <a:pt x="25072" y="17821"/>
                </a:lnTo>
                <a:lnTo>
                  <a:pt x="24717" y="17594"/>
                </a:lnTo>
                <a:lnTo>
                  <a:pt x="24353" y="17380"/>
                </a:lnTo>
                <a:lnTo>
                  <a:pt x="23980" y="17177"/>
                </a:lnTo>
                <a:lnTo>
                  <a:pt x="23598" y="16987"/>
                </a:lnTo>
                <a:lnTo>
                  <a:pt x="23208" y="16809"/>
                </a:lnTo>
                <a:lnTo>
                  <a:pt x="22808" y="16643"/>
                </a:lnTo>
                <a:lnTo>
                  <a:pt x="22399" y="16490"/>
                </a:lnTo>
                <a:lnTo>
                  <a:pt x="21982" y="16349"/>
                </a:lnTo>
                <a:lnTo>
                  <a:pt x="21555" y="16220"/>
                </a:lnTo>
                <a:lnTo>
                  <a:pt x="21120" y="16103"/>
                </a:lnTo>
                <a:lnTo>
                  <a:pt x="20676" y="15999"/>
                </a:lnTo>
                <a:lnTo>
                  <a:pt x="20222" y="15907"/>
                </a:lnTo>
                <a:lnTo>
                  <a:pt x="19760" y="15827"/>
                </a:lnTo>
                <a:lnTo>
                  <a:pt x="19289" y="15760"/>
                </a:lnTo>
                <a:lnTo>
                  <a:pt x="18809" y="15705"/>
                </a:lnTo>
                <a:lnTo>
                  <a:pt x="18320" y="15662"/>
                </a:lnTo>
                <a:lnTo>
                  <a:pt x="17822" y="15631"/>
                </a:lnTo>
                <a:lnTo>
                  <a:pt x="17316" y="15613"/>
                </a:lnTo>
                <a:lnTo>
                  <a:pt x="16800" y="15606"/>
                </a:lnTo>
                <a:lnTo>
                  <a:pt x="16170" y="15616"/>
                </a:lnTo>
                <a:lnTo>
                  <a:pt x="15551" y="15643"/>
                </a:lnTo>
                <a:lnTo>
                  <a:pt x="14942" y="15688"/>
                </a:lnTo>
                <a:lnTo>
                  <a:pt x="14344" y="15752"/>
                </a:lnTo>
                <a:lnTo>
                  <a:pt x="13756" y="15834"/>
                </a:lnTo>
                <a:lnTo>
                  <a:pt x="13179" y="15934"/>
                </a:lnTo>
                <a:lnTo>
                  <a:pt x="12612" y="16052"/>
                </a:lnTo>
                <a:lnTo>
                  <a:pt x="12056" y="16188"/>
                </a:lnTo>
                <a:lnTo>
                  <a:pt x="11511" y="16342"/>
                </a:lnTo>
                <a:lnTo>
                  <a:pt x="10976" y="16515"/>
                </a:lnTo>
                <a:lnTo>
                  <a:pt x="10451" y="16706"/>
                </a:lnTo>
                <a:lnTo>
                  <a:pt x="9937" y="16915"/>
                </a:lnTo>
                <a:lnTo>
                  <a:pt x="9433" y="17142"/>
                </a:lnTo>
                <a:lnTo>
                  <a:pt x="8940" y="17387"/>
                </a:lnTo>
                <a:lnTo>
                  <a:pt x="8458" y="17651"/>
                </a:lnTo>
                <a:lnTo>
                  <a:pt x="7986" y="17932"/>
                </a:lnTo>
                <a:lnTo>
                  <a:pt x="7525" y="18232"/>
                </a:lnTo>
                <a:lnTo>
                  <a:pt x="7074" y="18550"/>
                </a:lnTo>
                <a:lnTo>
                  <a:pt x="6633" y="18886"/>
                </a:lnTo>
                <a:lnTo>
                  <a:pt x="6203" y="19241"/>
                </a:lnTo>
                <a:lnTo>
                  <a:pt x="5784" y="19613"/>
                </a:lnTo>
                <a:lnTo>
                  <a:pt x="5375" y="20004"/>
                </a:lnTo>
                <a:lnTo>
                  <a:pt x="4977" y="20413"/>
                </a:lnTo>
                <a:lnTo>
                  <a:pt x="4589" y="20840"/>
                </a:lnTo>
                <a:lnTo>
                  <a:pt x="4215" y="21282"/>
                </a:lnTo>
                <a:lnTo>
                  <a:pt x="3856" y="21737"/>
                </a:lnTo>
                <a:lnTo>
                  <a:pt x="3513" y="22205"/>
                </a:lnTo>
                <a:lnTo>
                  <a:pt x="3187" y="22686"/>
                </a:lnTo>
                <a:lnTo>
                  <a:pt x="2876" y="23179"/>
                </a:lnTo>
                <a:lnTo>
                  <a:pt x="2581" y="23685"/>
                </a:lnTo>
                <a:lnTo>
                  <a:pt x="2302" y="24204"/>
                </a:lnTo>
                <a:lnTo>
                  <a:pt x="2040" y="24736"/>
                </a:lnTo>
                <a:lnTo>
                  <a:pt x="1793" y="25280"/>
                </a:lnTo>
                <a:lnTo>
                  <a:pt x="1562" y="25838"/>
                </a:lnTo>
                <a:lnTo>
                  <a:pt x="1346" y="26407"/>
                </a:lnTo>
                <a:lnTo>
                  <a:pt x="1147" y="26990"/>
                </a:lnTo>
                <a:lnTo>
                  <a:pt x="964" y="27586"/>
                </a:lnTo>
                <a:lnTo>
                  <a:pt x="797" y="28194"/>
                </a:lnTo>
                <a:lnTo>
                  <a:pt x="645" y="28815"/>
                </a:lnTo>
                <a:lnTo>
                  <a:pt x="510" y="29448"/>
                </a:lnTo>
                <a:lnTo>
                  <a:pt x="390" y="30095"/>
                </a:lnTo>
                <a:lnTo>
                  <a:pt x="287" y="30754"/>
                </a:lnTo>
                <a:lnTo>
                  <a:pt x="199" y="31426"/>
                </a:lnTo>
                <a:lnTo>
                  <a:pt x="127" y="32111"/>
                </a:lnTo>
                <a:lnTo>
                  <a:pt x="72" y="32808"/>
                </a:lnTo>
                <a:lnTo>
                  <a:pt x="32" y="33518"/>
                </a:lnTo>
                <a:lnTo>
                  <a:pt x="8" y="34241"/>
                </a:lnTo>
                <a:lnTo>
                  <a:pt x="0" y="34977"/>
                </a:lnTo>
                <a:lnTo>
                  <a:pt x="0" y="48656"/>
                </a:lnTo>
                <a:lnTo>
                  <a:pt x="8" y="49384"/>
                </a:lnTo>
                <a:lnTo>
                  <a:pt x="32" y="50100"/>
                </a:lnTo>
                <a:lnTo>
                  <a:pt x="72" y="50803"/>
                </a:lnTo>
                <a:lnTo>
                  <a:pt x="129" y="51494"/>
                </a:lnTo>
                <a:lnTo>
                  <a:pt x="201" y="52172"/>
                </a:lnTo>
                <a:lnTo>
                  <a:pt x="290" y="52838"/>
                </a:lnTo>
                <a:lnTo>
                  <a:pt x="394" y="53492"/>
                </a:lnTo>
                <a:lnTo>
                  <a:pt x="515" y="54133"/>
                </a:lnTo>
                <a:lnTo>
                  <a:pt x="652" y="54762"/>
                </a:lnTo>
                <a:lnTo>
                  <a:pt x="805" y="55378"/>
                </a:lnTo>
                <a:lnTo>
                  <a:pt x="974" y="55982"/>
                </a:lnTo>
                <a:lnTo>
                  <a:pt x="1159" y="56573"/>
                </a:lnTo>
                <a:lnTo>
                  <a:pt x="1360" y="57152"/>
                </a:lnTo>
                <a:lnTo>
                  <a:pt x="1577" y="57719"/>
                </a:lnTo>
                <a:lnTo>
                  <a:pt x="1811" y="58273"/>
                </a:lnTo>
                <a:lnTo>
                  <a:pt x="2060" y="58815"/>
                </a:lnTo>
                <a:lnTo>
                  <a:pt x="2326" y="59344"/>
                </a:lnTo>
                <a:lnTo>
                  <a:pt x="2607" y="59861"/>
                </a:lnTo>
                <a:lnTo>
                  <a:pt x="2905" y="60366"/>
                </a:lnTo>
                <a:lnTo>
                  <a:pt x="3219" y="60858"/>
                </a:lnTo>
                <a:lnTo>
                  <a:pt x="3549" y="61337"/>
                </a:lnTo>
                <a:lnTo>
                  <a:pt x="3895" y="61805"/>
                </a:lnTo>
                <a:lnTo>
                  <a:pt x="4257" y="62259"/>
                </a:lnTo>
                <a:lnTo>
                  <a:pt x="4635" y="62702"/>
                </a:lnTo>
                <a:lnTo>
                  <a:pt x="5027" y="63129"/>
                </a:lnTo>
                <a:lnTo>
                  <a:pt x="5428" y="63537"/>
                </a:lnTo>
                <a:lnTo>
                  <a:pt x="5840" y="63928"/>
                </a:lnTo>
                <a:lnTo>
                  <a:pt x="6261" y="64300"/>
                </a:lnTo>
                <a:lnTo>
                  <a:pt x="6693" y="64655"/>
                </a:lnTo>
                <a:lnTo>
                  <a:pt x="7134" y="64991"/>
                </a:lnTo>
                <a:lnTo>
                  <a:pt x="7586" y="65309"/>
                </a:lnTo>
                <a:lnTo>
                  <a:pt x="8048" y="65608"/>
                </a:lnTo>
                <a:lnTo>
                  <a:pt x="8519" y="65890"/>
                </a:lnTo>
                <a:lnTo>
                  <a:pt x="9001" y="66153"/>
                </a:lnTo>
                <a:lnTo>
                  <a:pt x="9493" y="66399"/>
                </a:lnTo>
                <a:lnTo>
                  <a:pt x="9995" y="66626"/>
                </a:lnTo>
                <a:lnTo>
                  <a:pt x="10507" y="66835"/>
                </a:lnTo>
                <a:lnTo>
                  <a:pt x="11029" y="67025"/>
                </a:lnTo>
                <a:lnTo>
                  <a:pt x="11561" y="67198"/>
                </a:lnTo>
                <a:lnTo>
                  <a:pt x="12103" y="67352"/>
                </a:lnTo>
                <a:lnTo>
                  <a:pt x="12655" y="67489"/>
                </a:lnTo>
                <a:lnTo>
                  <a:pt x="13217" y="67607"/>
                </a:lnTo>
                <a:lnTo>
                  <a:pt x="13789" y="67707"/>
                </a:lnTo>
                <a:lnTo>
                  <a:pt x="14371" y="67788"/>
                </a:lnTo>
                <a:lnTo>
                  <a:pt x="14963" y="67852"/>
                </a:lnTo>
                <a:lnTo>
                  <a:pt x="15565" y="67897"/>
                </a:lnTo>
                <a:lnTo>
                  <a:pt x="16178" y="67925"/>
                </a:lnTo>
                <a:lnTo>
                  <a:pt x="16800" y="67934"/>
                </a:lnTo>
                <a:lnTo>
                  <a:pt x="17316" y="67928"/>
                </a:lnTo>
                <a:lnTo>
                  <a:pt x="17822" y="67909"/>
                </a:lnTo>
                <a:lnTo>
                  <a:pt x="18320" y="67878"/>
                </a:lnTo>
                <a:lnTo>
                  <a:pt x="18809" y="67835"/>
                </a:lnTo>
                <a:lnTo>
                  <a:pt x="19289" y="67780"/>
                </a:lnTo>
                <a:lnTo>
                  <a:pt x="19760" y="67713"/>
                </a:lnTo>
                <a:lnTo>
                  <a:pt x="20222" y="67633"/>
                </a:lnTo>
                <a:lnTo>
                  <a:pt x="20676" y="67541"/>
                </a:lnTo>
                <a:lnTo>
                  <a:pt x="21120" y="67437"/>
                </a:lnTo>
                <a:lnTo>
                  <a:pt x="21555" y="67320"/>
                </a:lnTo>
                <a:lnTo>
                  <a:pt x="21982" y="67191"/>
                </a:lnTo>
                <a:lnTo>
                  <a:pt x="22399" y="67050"/>
                </a:lnTo>
                <a:lnTo>
                  <a:pt x="22808" y="66897"/>
                </a:lnTo>
                <a:lnTo>
                  <a:pt x="23208" y="66731"/>
                </a:lnTo>
                <a:lnTo>
                  <a:pt x="23598" y="66553"/>
                </a:lnTo>
                <a:lnTo>
                  <a:pt x="23980" y="66363"/>
                </a:lnTo>
                <a:lnTo>
                  <a:pt x="24353" y="66160"/>
                </a:lnTo>
                <a:lnTo>
                  <a:pt x="24717" y="65946"/>
                </a:lnTo>
                <a:lnTo>
                  <a:pt x="25072" y="65719"/>
                </a:lnTo>
                <a:lnTo>
                  <a:pt x="25418" y="65479"/>
                </a:lnTo>
                <a:lnTo>
                  <a:pt x="25755" y="65228"/>
                </a:lnTo>
                <a:lnTo>
                  <a:pt x="26084" y="64964"/>
                </a:lnTo>
                <a:lnTo>
                  <a:pt x="26403" y="64688"/>
                </a:lnTo>
                <a:lnTo>
                  <a:pt x="26713" y="64399"/>
                </a:lnTo>
                <a:lnTo>
                  <a:pt x="27013" y="64100"/>
                </a:lnTo>
                <a:lnTo>
                  <a:pt x="27300" y="63792"/>
                </a:lnTo>
                <a:lnTo>
                  <a:pt x="27574" y="63475"/>
                </a:lnTo>
                <a:lnTo>
                  <a:pt x="27836" y="63149"/>
                </a:lnTo>
                <a:lnTo>
                  <a:pt x="28084" y="62813"/>
                </a:lnTo>
                <a:lnTo>
                  <a:pt x="28320" y="62469"/>
                </a:lnTo>
                <a:lnTo>
                  <a:pt x="28544" y="62115"/>
                </a:lnTo>
                <a:lnTo>
                  <a:pt x="28754" y="61753"/>
                </a:lnTo>
                <a:lnTo>
                  <a:pt x="28952" y="61381"/>
                </a:lnTo>
                <a:lnTo>
                  <a:pt x="29137" y="61000"/>
                </a:lnTo>
                <a:lnTo>
                  <a:pt x="29309" y="60610"/>
                </a:lnTo>
                <a:lnTo>
                  <a:pt x="29468" y="60211"/>
                </a:lnTo>
                <a:lnTo>
                  <a:pt x="29615" y="59803"/>
                </a:lnTo>
                <a:lnTo>
                  <a:pt x="29749" y="59386"/>
                </a:lnTo>
                <a:lnTo>
                  <a:pt x="29870" y="58959"/>
                </a:lnTo>
                <a:lnTo>
                  <a:pt x="29978" y="58524"/>
                </a:lnTo>
                <a:lnTo>
                  <a:pt x="30074" y="58080"/>
                </a:lnTo>
                <a:lnTo>
                  <a:pt x="30157" y="57626"/>
                </a:lnTo>
                <a:lnTo>
                  <a:pt x="30195" y="57377"/>
                </a:lnTo>
                <a:lnTo>
                  <a:pt x="30386" y="57377"/>
                </a:lnTo>
                <a:lnTo>
                  <a:pt x="30386" y="67016"/>
                </a:lnTo>
                <a:lnTo>
                  <a:pt x="41586" y="67016"/>
                </a:lnTo>
                <a:lnTo>
                  <a:pt x="41586" y="0"/>
                </a:lnTo>
                <a:lnTo>
                  <a:pt x="30110" y="0"/>
                </a:lnTo>
                <a:lnTo>
                  <a:pt x="30110" y="14137"/>
                </a:lnTo>
                <a:lnTo>
                  <a:pt x="30477" y="26163"/>
                </a:lnTo>
                <a:lnTo>
                  <a:pt x="30195" y="26163"/>
                </a:lnTo>
                <a:lnTo>
                  <a:pt x="30157" y="25914"/>
                </a:lnTo>
                <a:lnTo>
                  <a:pt x="30074" y="25460"/>
                </a:lnTo>
                <a:lnTo>
                  <a:pt x="29978" y="25016"/>
                </a:lnTo>
                <a:close/>
                <a:moveTo>
                  <a:pt x="19767" y="57979"/>
                </a:moveTo>
                <a:lnTo>
                  <a:pt x="19423" y="57947"/>
                </a:lnTo>
                <a:lnTo>
                  <a:pt x="19086" y="57907"/>
                </a:lnTo>
                <a:lnTo>
                  <a:pt x="18756" y="57858"/>
                </a:lnTo>
                <a:lnTo>
                  <a:pt x="18432" y="57800"/>
                </a:lnTo>
                <a:lnTo>
                  <a:pt x="18115" y="57733"/>
                </a:lnTo>
                <a:lnTo>
                  <a:pt x="17804" y="57657"/>
                </a:lnTo>
                <a:lnTo>
                  <a:pt x="17501" y="57572"/>
                </a:lnTo>
                <a:lnTo>
                  <a:pt x="17204" y="57479"/>
                </a:lnTo>
                <a:lnTo>
                  <a:pt x="16914" y="57376"/>
                </a:lnTo>
                <a:lnTo>
                  <a:pt x="16630" y="57265"/>
                </a:lnTo>
                <a:lnTo>
                  <a:pt x="16353" y="57144"/>
                </a:lnTo>
                <a:lnTo>
                  <a:pt x="16083" y="57015"/>
                </a:lnTo>
                <a:lnTo>
                  <a:pt x="15820" y="56876"/>
                </a:lnTo>
                <a:lnTo>
                  <a:pt x="15563" y="56729"/>
                </a:lnTo>
                <a:lnTo>
                  <a:pt x="15313" y="56573"/>
                </a:lnTo>
                <a:lnTo>
                  <a:pt x="15070" y="56408"/>
                </a:lnTo>
                <a:lnTo>
                  <a:pt x="14833" y="56234"/>
                </a:lnTo>
                <a:lnTo>
                  <a:pt x="14603" y="56051"/>
                </a:lnTo>
                <a:lnTo>
                  <a:pt x="14380" y="55859"/>
                </a:lnTo>
                <a:lnTo>
                  <a:pt x="14163" y="55658"/>
                </a:lnTo>
                <a:lnTo>
                  <a:pt x="13953" y="55448"/>
                </a:lnTo>
                <a:lnTo>
                  <a:pt x="13751" y="55230"/>
                </a:lnTo>
                <a:lnTo>
                  <a:pt x="13558" y="55005"/>
                </a:lnTo>
                <a:lnTo>
                  <a:pt x="13373" y="54771"/>
                </a:lnTo>
                <a:lnTo>
                  <a:pt x="13196" y="54530"/>
                </a:lnTo>
                <a:lnTo>
                  <a:pt x="13029" y="54282"/>
                </a:lnTo>
                <a:lnTo>
                  <a:pt x="12869" y="54025"/>
                </a:lnTo>
                <a:lnTo>
                  <a:pt x="12719" y="53761"/>
                </a:lnTo>
                <a:lnTo>
                  <a:pt x="12577" y="53490"/>
                </a:lnTo>
                <a:lnTo>
                  <a:pt x="12443" y="53211"/>
                </a:lnTo>
                <a:lnTo>
                  <a:pt x="12319" y="52924"/>
                </a:lnTo>
                <a:lnTo>
                  <a:pt x="12202" y="52629"/>
                </a:lnTo>
                <a:lnTo>
                  <a:pt x="12095" y="52327"/>
                </a:lnTo>
                <a:lnTo>
                  <a:pt x="11996" y="52017"/>
                </a:lnTo>
                <a:lnTo>
                  <a:pt x="11906" y="51700"/>
                </a:lnTo>
                <a:lnTo>
                  <a:pt x="11824" y="51375"/>
                </a:lnTo>
                <a:lnTo>
                  <a:pt x="11751" y="51042"/>
                </a:lnTo>
                <a:lnTo>
                  <a:pt x="11686" y="50702"/>
                </a:lnTo>
                <a:lnTo>
                  <a:pt x="11630" y="50354"/>
                </a:lnTo>
                <a:lnTo>
                  <a:pt x="11583" y="49998"/>
                </a:lnTo>
                <a:lnTo>
                  <a:pt x="11544" y="49635"/>
                </a:lnTo>
                <a:lnTo>
                  <a:pt x="11514" y="49264"/>
                </a:lnTo>
                <a:lnTo>
                  <a:pt x="11493" y="48885"/>
                </a:lnTo>
                <a:lnTo>
                  <a:pt x="11480" y="48499"/>
                </a:lnTo>
                <a:lnTo>
                  <a:pt x="11475" y="48105"/>
                </a:lnTo>
                <a:lnTo>
                  <a:pt x="11475" y="35436"/>
                </a:lnTo>
                <a:lnTo>
                  <a:pt x="11480" y="35042"/>
                </a:lnTo>
                <a:lnTo>
                  <a:pt x="11493" y="34656"/>
                </a:lnTo>
                <a:lnTo>
                  <a:pt x="11514" y="34277"/>
                </a:lnTo>
                <a:lnTo>
                  <a:pt x="11544" y="33906"/>
                </a:lnTo>
                <a:lnTo>
                  <a:pt x="11583" y="33543"/>
                </a:lnTo>
                <a:lnTo>
                  <a:pt x="11630" y="33187"/>
                </a:lnTo>
                <a:lnTo>
                  <a:pt x="11686" y="32839"/>
                </a:lnTo>
                <a:lnTo>
                  <a:pt x="11751" y="32498"/>
                </a:lnTo>
                <a:lnTo>
                  <a:pt x="11824" y="32166"/>
                </a:lnTo>
                <a:lnTo>
                  <a:pt x="11906" y="31841"/>
                </a:lnTo>
                <a:lnTo>
                  <a:pt x="11996" y="31523"/>
                </a:lnTo>
                <a:lnTo>
                  <a:pt x="12095" y="31213"/>
                </a:lnTo>
                <a:lnTo>
                  <a:pt x="12202" y="30911"/>
                </a:lnTo>
                <a:lnTo>
                  <a:pt x="12319" y="30616"/>
                </a:lnTo>
                <a:lnTo>
                  <a:pt x="12443" y="30330"/>
                </a:lnTo>
                <a:lnTo>
                  <a:pt x="12577" y="30050"/>
                </a:lnTo>
                <a:lnTo>
                  <a:pt x="12719" y="29779"/>
                </a:lnTo>
                <a:lnTo>
                  <a:pt x="12869" y="29515"/>
                </a:lnTo>
                <a:lnTo>
                  <a:pt x="13029" y="29259"/>
                </a:lnTo>
                <a:lnTo>
                  <a:pt x="13196" y="29010"/>
                </a:lnTo>
                <a:lnTo>
                  <a:pt x="13373" y="28769"/>
                </a:lnTo>
                <a:lnTo>
                  <a:pt x="13558" y="28536"/>
                </a:lnTo>
                <a:lnTo>
                  <a:pt x="13751" y="28310"/>
                </a:lnTo>
                <a:lnTo>
                  <a:pt x="13953" y="28092"/>
                </a:lnTo>
                <a:lnTo>
                  <a:pt x="14163" y="27882"/>
                </a:lnTo>
                <a:lnTo>
                  <a:pt x="14380" y="27681"/>
                </a:lnTo>
                <a:lnTo>
                  <a:pt x="14603" y="27489"/>
                </a:lnTo>
                <a:lnTo>
                  <a:pt x="14833" y="27306"/>
                </a:lnTo>
                <a:lnTo>
                  <a:pt x="15070" y="27132"/>
                </a:lnTo>
                <a:lnTo>
                  <a:pt x="15313" y="26967"/>
                </a:lnTo>
                <a:lnTo>
                  <a:pt x="15563" y="26811"/>
                </a:lnTo>
                <a:lnTo>
                  <a:pt x="15820" y="26664"/>
                </a:lnTo>
                <a:lnTo>
                  <a:pt x="16083" y="26525"/>
                </a:lnTo>
                <a:lnTo>
                  <a:pt x="16353" y="26396"/>
                </a:lnTo>
                <a:lnTo>
                  <a:pt x="16630" y="26276"/>
                </a:lnTo>
                <a:lnTo>
                  <a:pt x="16914" y="26164"/>
                </a:lnTo>
                <a:lnTo>
                  <a:pt x="17204" y="26061"/>
                </a:lnTo>
                <a:lnTo>
                  <a:pt x="17501" y="25968"/>
                </a:lnTo>
                <a:lnTo>
                  <a:pt x="17804" y="25883"/>
                </a:lnTo>
                <a:lnTo>
                  <a:pt x="18115" y="25807"/>
                </a:lnTo>
                <a:lnTo>
                  <a:pt x="18432" y="25740"/>
                </a:lnTo>
                <a:lnTo>
                  <a:pt x="18756" y="25682"/>
                </a:lnTo>
                <a:lnTo>
                  <a:pt x="19086" y="25633"/>
                </a:lnTo>
                <a:lnTo>
                  <a:pt x="19423" y="25593"/>
                </a:lnTo>
                <a:lnTo>
                  <a:pt x="19767" y="25562"/>
                </a:lnTo>
                <a:lnTo>
                  <a:pt x="20117" y="25539"/>
                </a:lnTo>
                <a:lnTo>
                  <a:pt x="20475" y="25526"/>
                </a:lnTo>
                <a:lnTo>
                  <a:pt x="20838" y="25521"/>
                </a:lnTo>
                <a:lnTo>
                  <a:pt x="21202" y="25526"/>
                </a:lnTo>
                <a:lnTo>
                  <a:pt x="21559" y="25540"/>
                </a:lnTo>
                <a:lnTo>
                  <a:pt x="21909" y="25562"/>
                </a:lnTo>
                <a:lnTo>
                  <a:pt x="22253" y="25594"/>
                </a:lnTo>
                <a:lnTo>
                  <a:pt x="22589" y="25635"/>
                </a:lnTo>
                <a:lnTo>
                  <a:pt x="22918" y="25685"/>
                </a:lnTo>
                <a:lnTo>
                  <a:pt x="23241" y="25744"/>
                </a:lnTo>
                <a:lnTo>
                  <a:pt x="23557" y="25812"/>
                </a:lnTo>
                <a:lnTo>
                  <a:pt x="23866" y="25889"/>
                </a:lnTo>
                <a:lnTo>
                  <a:pt x="24168" y="25976"/>
                </a:lnTo>
                <a:lnTo>
                  <a:pt x="24463" y="26071"/>
                </a:lnTo>
                <a:lnTo>
                  <a:pt x="24752" y="26176"/>
                </a:lnTo>
                <a:lnTo>
                  <a:pt x="25033" y="26289"/>
                </a:lnTo>
                <a:lnTo>
                  <a:pt x="25308" y="26412"/>
                </a:lnTo>
                <a:lnTo>
                  <a:pt x="25576" y="26544"/>
                </a:lnTo>
                <a:lnTo>
                  <a:pt x="25837" y="26684"/>
                </a:lnTo>
                <a:lnTo>
                  <a:pt x="26091" y="26834"/>
                </a:lnTo>
                <a:lnTo>
                  <a:pt x="26338" y="26993"/>
                </a:lnTo>
                <a:lnTo>
                  <a:pt x="26578" y="27161"/>
                </a:lnTo>
                <a:lnTo>
                  <a:pt x="26812" y="27339"/>
                </a:lnTo>
                <a:lnTo>
                  <a:pt x="27038" y="27525"/>
                </a:lnTo>
                <a:lnTo>
                  <a:pt x="27258" y="27720"/>
                </a:lnTo>
                <a:lnTo>
                  <a:pt x="27471" y="27925"/>
                </a:lnTo>
                <a:lnTo>
                  <a:pt x="27677" y="28138"/>
                </a:lnTo>
                <a:lnTo>
                  <a:pt x="27876" y="28360"/>
                </a:lnTo>
                <a:lnTo>
                  <a:pt x="28066" y="28588"/>
                </a:lnTo>
                <a:lnTo>
                  <a:pt x="28247" y="28824"/>
                </a:lnTo>
                <a:lnTo>
                  <a:pt x="28421" y="29067"/>
                </a:lnTo>
                <a:lnTo>
                  <a:pt x="28585" y="29318"/>
                </a:lnTo>
                <a:lnTo>
                  <a:pt x="28742" y="29575"/>
                </a:lnTo>
                <a:lnTo>
                  <a:pt x="28890" y="29840"/>
                </a:lnTo>
                <a:lnTo>
                  <a:pt x="29029" y="30111"/>
                </a:lnTo>
                <a:lnTo>
                  <a:pt x="29160" y="30390"/>
                </a:lnTo>
                <a:lnTo>
                  <a:pt x="29282" y="30676"/>
                </a:lnTo>
                <a:lnTo>
                  <a:pt x="29396" y="30970"/>
                </a:lnTo>
                <a:lnTo>
                  <a:pt x="29502" y="31270"/>
                </a:lnTo>
                <a:lnTo>
                  <a:pt x="29599" y="31578"/>
                </a:lnTo>
                <a:lnTo>
                  <a:pt x="29688" y="31893"/>
                </a:lnTo>
                <a:lnTo>
                  <a:pt x="29768" y="32215"/>
                </a:lnTo>
                <a:lnTo>
                  <a:pt x="29840" y="32544"/>
                </a:lnTo>
                <a:lnTo>
                  <a:pt x="29903" y="32880"/>
                </a:lnTo>
                <a:lnTo>
                  <a:pt x="29958" y="33224"/>
                </a:lnTo>
                <a:lnTo>
                  <a:pt x="30005" y="33575"/>
                </a:lnTo>
                <a:lnTo>
                  <a:pt x="30043" y="33933"/>
                </a:lnTo>
                <a:lnTo>
                  <a:pt x="30072" y="34298"/>
                </a:lnTo>
                <a:lnTo>
                  <a:pt x="30094" y="34670"/>
                </a:lnTo>
                <a:lnTo>
                  <a:pt x="30106" y="35050"/>
                </a:lnTo>
                <a:lnTo>
                  <a:pt x="30110" y="35436"/>
                </a:lnTo>
                <a:lnTo>
                  <a:pt x="30110" y="48105"/>
                </a:lnTo>
                <a:lnTo>
                  <a:pt x="30106" y="48492"/>
                </a:lnTo>
                <a:lnTo>
                  <a:pt x="30094" y="48871"/>
                </a:lnTo>
                <a:lnTo>
                  <a:pt x="30072" y="49243"/>
                </a:lnTo>
                <a:lnTo>
                  <a:pt x="30043" y="49608"/>
                </a:lnTo>
                <a:lnTo>
                  <a:pt x="30005" y="49966"/>
                </a:lnTo>
                <a:lnTo>
                  <a:pt x="29958" y="50317"/>
                </a:lnTo>
                <a:lnTo>
                  <a:pt x="29903" y="50660"/>
                </a:lnTo>
                <a:lnTo>
                  <a:pt x="29840" y="50997"/>
                </a:lnTo>
                <a:lnTo>
                  <a:pt x="29768" y="51326"/>
                </a:lnTo>
                <a:lnTo>
                  <a:pt x="29688" y="51648"/>
                </a:lnTo>
                <a:lnTo>
                  <a:pt x="29599" y="51963"/>
                </a:lnTo>
                <a:lnTo>
                  <a:pt x="29502" y="52271"/>
                </a:lnTo>
                <a:lnTo>
                  <a:pt x="29396" y="52571"/>
                </a:lnTo>
                <a:lnTo>
                  <a:pt x="29282" y="52864"/>
                </a:lnTo>
                <a:lnTo>
                  <a:pt x="29160" y="53151"/>
                </a:lnTo>
                <a:lnTo>
                  <a:pt x="29029" y="53430"/>
                </a:lnTo>
                <a:lnTo>
                  <a:pt x="28890" y="53701"/>
                </a:lnTo>
                <a:lnTo>
                  <a:pt x="28742" y="53966"/>
                </a:lnTo>
                <a:lnTo>
                  <a:pt x="28585" y="54224"/>
                </a:lnTo>
                <a:lnTo>
                  <a:pt x="28421" y="54474"/>
                </a:lnTo>
                <a:lnTo>
                  <a:pt x="28247" y="54717"/>
                </a:lnTo>
                <a:lnTo>
                  <a:pt x="28066" y="54953"/>
                </a:lnTo>
                <a:lnTo>
                  <a:pt x="27876" y="55182"/>
                </a:lnTo>
                <a:lnTo>
                  <a:pt x="27677" y="55403"/>
                </a:lnTo>
                <a:lnTo>
                  <a:pt x="27471" y="55617"/>
                </a:lnTo>
                <a:lnTo>
                  <a:pt x="27258" y="55821"/>
                </a:lnTo>
                <a:lnTo>
                  <a:pt x="27038" y="56016"/>
                </a:lnTo>
                <a:lnTo>
                  <a:pt x="26812" y="56203"/>
                </a:lnTo>
                <a:lnTo>
                  <a:pt x="26578" y="56380"/>
                </a:lnTo>
                <a:lnTo>
                  <a:pt x="26338" y="56548"/>
                </a:lnTo>
                <a:lnTo>
                  <a:pt x="26091" y="56707"/>
                </a:lnTo>
                <a:lnTo>
                  <a:pt x="25837" y="56856"/>
                </a:lnTo>
                <a:lnTo>
                  <a:pt x="25576" y="56997"/>
                </a:lnTo>
                <a:lnTo>
                  <a:pt x="25308" y="57129"/>
                </a:lnTo>
                <a:lnTo>
                  <a:pt x="25033" y="57251"/>
                </a:lnTo>
                <a:lnTo>
                  <a:pt x="24752" y="57365"/>
                </a:lnTo>
                <a:lnTo>
                  <a:pt x="24463" y="57469"/>
                </a:lnTo>
                <a:lnTo>
                  <a:pt x="24168" y="57565"/>
                </a:lnTo>
                <a:lnTo>
                  <a:pt x="23866" y="57651"/>
                </a:lnTo>
                <a:lnTo>
                  <a:pt x="23557" y="57728"/>
                </a:lnTo>
                <a:lnTo>
                  <a:pt x="23241" y="57796"/>
                </a:lnTo>
                <a:lnTo>
                  <a:pt x="22918" y="57855"/>
                </a:lnTo>
                <a:lnTo>
                  <a:pt x="22589" y="57905"/>
                </a:lnTo>
                <a:lnTo>
                  <a:pt x="22253" y="57946"/>
                </a:lnTo>
                <a:lnTo>
                  <a:pt x="21909" y="57978"/>
                </a:lnTo>
                <a:lnTo>
                  <a:pt x="21559" y="58001"/>
                </a:lnTo>
                <a:lnTo>
                  <a:pt x="21202" y="58014"/>
                </a:lnTo>
                <a:lnTo>
                  <a:pt x="20838" y="58019"/>
                </a:lnTo>
                <a:lnTo>
                  <a:pt x="20475" y="58014"/>
                </a:lnTo>
                <a:lnTo>
                  <a:pt x="20117" y="58001"/>
                </a:lnTo>
                <a:lnTo>
                  <a:pt x="19767" y="57979"/>
                </a:lnTo>
                <a:close/>
                <a:moveTo>
                  <a:pt x="78269" y="67873"/>
                </a:moveTo>
                <a:lnTo>
                  <a:pt x="78913" y="67825"/>
                </a:lnTo>
                <a:lnTo>
                  <a:pt x="79548" y="67764"/>
                </a:lnTo>
                <a:lnTo>
                  <a:pt x="80175" y="67690"/>
                </a:lnTo>
                <a:lnTo>
                  <a:pt x="80794" y="67602"/>
                </a:lnTo>
                <a:lnTo>
                  <a:pt x="81404" y="67500"/>
                </a:lnTo>
                <a:lnTo>
                  <a:pt x="82005" y="67385"/>
                </a:lnTo>
                <a:lnTo>
                  <a:pt x="82598" y="67256"/>
                </a:lnTo>
                <a:lnTo>
                  <a:pt x="83183" y="67114"/>
                </a:lnTo>
                <a:lnTo>
                  <a:pt x="83759" y="66958"/>
                </a:lnTo>
                <a:lnTo>
                  <a:pt x="84326" y="66789"/>
                </a:lnTo>
                <a:lnTo>
                  <a:pt x="84886" y="66606"/>
                </a:lnTo>
                <a:lnTo>
                  <a:pt x="85436" y="66410"/>
                </a:lnTo>
                <a:lnTo>
                  <a:pt x="85979" y="66200"/>
                </a:lnTo>
                <a:lnTo>
                  <a:pt x="86512" y="65976"/>
                </a:lnTo>
                <a:lnTo>
                  <a:pt x="87038" y="65739"/>
                </a:lnTo>
                <a:lnTo>
                  <a:pt x="87555" y="65489"/>
                </a:lnTo>
                <a:lnTo>
                  <a:pt x="88063" y="65224"/>
                </a:lnTo>
                <a:lnTo>
                  <a:pt x="88563" y="64947"/>
                </a:lnTo>
                <a:lnTo>
                  <a:pt x="89055" y="64656"/>
                </a:lnTo>
                <a:lnTo>
                  <a:pt x="89538" y="64351"/>
                </a:lnTo>
                <a:lnTo>
                  <a:pt x="90013" y="64032"/>
                </a:lnTo>
                <a:lnTo>
                  <a:pt x="90475" y="63703"/>
                </a:lnTo>
                <a:lnTo>
                  <a:pt x="90923" y="63364"/>
                </a:lnTo>
                <a:lnTo>
                  <a:pt x="91356" y="63016"/>
                </a:lnTo>
                <a:lnTo>
                  <a:pt x="91773" y="62659"/>
                </a:lnTo>
                <a:lnTo>
                  <a:pt x="92176" y="62293"/>
                </a:lnTo>
                <a:lnTo>
                  <a:pt x="92563" y="61918"/>
                </a:lnTo>
                <a:lnTo>
                  <a:pt x="92935" y="61534"/>
                </a:lnTo>
                <a:lnTo>
                  <a:pt x="93292" y="61141"/>
                </a:lnTo>
                <a:lnTo>
                  <a:pt x="93634" y="60738"/>
                </a:lnTo>
                <a:lnTo>
                  <a:pt x="93960" y="60327"/>
                </a:lnTo>
                <a:lnTo>
                  <a:pt x="94272" y="59907"/>
                </a:lnTo>
                <a:lnTo>
                  <a:pt x="94568" y="59477"/>
                </a:lnTo>
                <a:lnTo>
                  <a:pt x="94849" y="59038"/>
                </a:lnTo>
                <a:lnTo>
                  <a:pt x="95115" y="58591"/>
                </a:lnTo>
                <a:lnTo>
                  <a:pt x="95366" y="58134"/>
                </a:lnTo>
                <a:lnTo>
                  <a:pt x="95602" y="57668"/>
                </a:lnTo>
                <a:lnTo>
                  <a:pt x="95823" y="57193"/>
                </a:lnTo>
                <a:lnTo>
                  <a:pt x="96028" y="56709"/>
                </a:lnTo>
                <a:lnTo>
                  <a:pt x="96219" y="56215"/>
                </a:lnTo>
                <a:lnTo>
                  <a:pt x="96394" y="55713"/>
                </a:lnTo>
                <a:lnTo>
                  <a:pt x="96554" y="55202"/>
                </a:lnTo>
                <a:lnTo>
                  <a:pt x="96699" y="54681"/>
                </a:lnTo>
                <a:lnTo>
                  <a:pt x="96829" y="54152"/>
                </a:lnTo>
                <a:lnTo>
                  <a:pt x="96944" y="53613"/>
                </a:lnTo>
                <a:lnTo>
                  <a:pt x="85652" y="53613"/>
                </a:lnTo>
                <a:lnTo>
                  <a:pt x="85595" y="53825"/>
                </a:lnTo>
                <a:lnTo>
                  <a:pt x="85533" y="54033"/>
                </a:lnTo>
                <a:lnTo>
                  <a:pt x="85464" y="54236"/>
                </a:lnTo>
                <a:lnTo>
                  <a:pt x="85389" y="54436"/>
                </a:lnTo>
                <a:lnTo>
                  <a:pt x="85308" y="54630"/>
                </a:lnTo>
                <a:lnTo>
                  <a:pt x="85221" y="54821"/>
                </a:lnTo>
                <a:lnTo>
                  <a:pt x="85128" y="55007"/>
                </a:lnTo>
                <a:lnTo>
                  <a:pt x="85029" y="55189"/>
                </a:lnTo>
                <a:lnTo>
                  <a:pt x="84924" y="55367"/>
                </a:lnTo>
                <a:lnTo>
                  <a:pt x="84813" y="55540"/>
                </a:lnTo>
                <a:lnTo>
                  <a:pt x="84696" y="55709"/>
                </a:lnTo>
                <a:lnTo>
                  <a:pt x="84573" y="55874"/>
                </a:lnTo>
                <a:lnTo>
                  <a:pt x="84444" y="56034"/>
                </a:lnTo>
                <a:lnTo>
                  <a:pt x="84308" y="56190"/>
                </a:lnTo>
                <a:lnTo>
                  <a:pt x="84167" y="56342"/>
                </a:lnTo>
                <a:lnTo>
                  <a:pt x="84019" y="56490"/>
                </a:lnTo>
                <a:lnTo>
                  <a:pt x="83866" y="56633"/>
                </a:lnTo>
                <a:lnTo>
                  <a:pt x="83706" y="56772"/>
                </a:lnTo>
                <a:lnTo>
                  <a:pt x="83541" y="56906"/>
                </a:lnTo>
                <a:lnTo>
                  <a:pt x="83369" y="57036"/>
                </a:lnTo>
                <a:lnTo>
                  <a:pt x="83191" y="57162"/>
                </a:lnTo>
                <a:lnTo>
                  <a:pt x="83008" y="57284"/>
                </a:lnTo>
                <a:lnTo>
                  <a:pt x="82818" y="57401"/>
                </a:lnTo>
                <a:lnTo>
                  <a:pt x="82622" y="57514"/>
                </a:lnTo>
                <a:lnTo>
                  <a:pt x="82420" y="57623"/>
                </a:lnTo>
                <a:lnTo>
                  <a:pt x="82214" y="57727"/>
                </a:lnTo>
                <a:lnTo>
                  <a:pt x="82002" y="57826"/>
                </a:lnTo>
                <a:lnTo>
                  <a:pt x="81786" y="57921"/>
                </a:lnTo>
                <a:lnTo>
                  <a:pt x="81564" y="58011"/>
                </a:lnTo>
                <a:lnTo>
                  <a:pt x="81337" y="58097"/>
                </a:lnTo>
                <a:lnTo>
                  <a:pt x="81105" y="58178"/>
                </a:lnTo>
                <a:lnTo>
                  <a:pt x="80868" y="58254"/>
                </a:lnTo>
                <a:lnTo>
                  <a:pt x="80625" y="58325"/>
                </a:lnTo>
                <a:lnTo>
                  <a:pt x="80378" y="58392"/>
                </a:lnTo>
                <a:lnTo>
                  <a:pt x="80125" y="58455"/>
                </a:lnTo>
                <a:lnTo>
                  <a:pt x="79868" y="58513"/>
                </a:lnTo>
                <a:lnTo>
                  <a:pt x="79605" y="58566"/>
                </a:lnTo>
                <a:lnTo>
                  <a:pt x="79338" y="58614"/>
                </a:lnTo>
                <a:lnTo>
                  <a:pt x="79065" y="58658"/>
                </a:lnTo>
                <a:lnTo>
                  <a:pt x="78787" y="58697"/>
                </a:lnTo>
                <a:lnTo>
                  <a:pt x="78504" y="58732"/>
                </a:lnTo>
                <a:lnTo>
                  <a:pt x="78216" y="58762"/>
                </a:lnTo>
                <a:lnTo>
                  <a:pt x="77922" y="58787"/>
                </a:lnTo>
                <a:lnTo>
                  <a:pt x="77624" y="58808"/>
                </a:lnTo>
                <a:lnTo>
                  <a:pt x="77321" y="58824"/>
                </a:lnTo>
                <a:lnTo>
                  <a:pt x="77012" y="58836"/>
                </a:lnTo>
                <a:lnTo>
                  <a:pt x="76699" y="58843"/>
                </a:lnTo>
                <a:lnTo>
                  <a:pt x="76380" y="58845"/>
                </a:lnTo>
                <a:lnTo>
                  <a:pt x="75963" y="58841"/>
                </a:lnTo>
                <a:lnTo>
                  <a:pt x="75556" y="58826"/>
                </a:lnTo>
                <a:lnTo>
                  <a:pt x="75156" y="58803"/>
                </a:lnTo>
                <a:lnTo>
                  <a:pt x="74766" y="58770"/>
                </a:lnTo>
                <a:lnTo>
                  <a:pt x="74383" y="58728"/>
                </a:lnTo>
                <a:lnTo>
                  <a:pt x="74010" y="58676"/>
                </a:lnTo>
                <a:lnTo>
                  <a:pt x="73645" y="58615"/>
                </a:lnTo>
                <a:lnTo>
                  <a:pt x="73289" y="58544"/>
                </a:lnTo>
                <a:lnTo>
                  <a:pt x="72941" y="58464"/>
                </a:lnTo>
                <a:lnTo>
                  <a:pt x="72602" y="58375"/>
                </a:lnTo>
                <a:lnTo>
                  <a:pt x="72272" y="58276"/>
                </a:lnTo>
                <a:lnTo>
                  <a:pt x="71950" y="58168"/>
                </a:lnTo>
                <a:lnTo>
                  <a:pt x="71637" y="58051"/>
                </a:lnTo>
                <a:lnTo>
                  <a:pt x="71332" y="57924"/>
                </a:lnTo>
                <a:lnTo>
                  <a:pt x="71036" y="57787"/>
                </a:lnTo>
                <a:lnTo>
                  <a:pt x="70749" y="57642"/>
                </a:lnTo>
                <a:lnTo>
                  <a:pt x="70470" y="57487"/>
                </a:lnTo>
                <a:lnTo>
                  <a:pt x="70200" y="57322"/>
                </a:lnTo>
                <a:lnTo>
                  <a:pt x="69938" y="57148"/>
                </a:lnTo>
                <a:lnTo>
                  <a:pt x="69685" y="56965"/>
                </a:lnTo>
                <a:lnTo>
                  <a:pt x="69441" y="56772"/>
                </a:lnTo>
                <a:lnTo>
                  <a:pt x="69205" y="56570"/>
                </a:lnTo>
                <a:lnTo>
                  <a:pt x="68978" y="56358"/>
                </a:lnTo>
                <a:lnTo>
                  <a:pt x="68760" y="56137"/>
                </a:lnTo>
                <a:lnTo>
                  <a:pt x="68550" y="55907"/>
                </a:lnTo>
                <a:lnTo>
                  <a:pt x="68349" y="55668"/>
                </a:lnTo>
                <a:lnTo>
                  <a:pt x="68157" y="55420"/>
                </a:lnTo>
                <a:lnTo>
                  <a:pt x="67974" y="55162"/>
                </a:lnTo>
                <a:lnTo>
                  <a:pt x="67800" y="54896"/>
                </a:lnTo>
                <a:lnTo>
                  <a:pt x="67635" y="54620"/>
                </a:lnTo>
                <a:lnTo>
                  <a:pt x="67479" y="54335"/>
                </a:lnTo>
                <a:lnTo>
                  <a:pt x="67331" y="54042"/>
                </a:lnTo>
                <a:lnTo>
                  <a:pt x="67193" y="53739"/>
                </a:lnTo>
                <a:lnTo>
                  <a:pt x="67064" y="53427"/>
                </a:lnTo>
                <a:lnTo>
                  <a:pt x="66943" y="53106"/>
                </a:lnTo>
                <a:lnTo>
                  <a:pt x="66832" y="52776"/>
                </a:lnTo>
                <a:lnTo>
                  <a:pt x="66729" y="52436"/>
                </a:lnTo>
                <a:lnTo>
                  <a:pt x="66635" y="52088"/>
                </a:lnTo>
                <a:lnTo>
                  <a:pt x="66551" y="51731"/>
                </a:lnTo>
                <a:lnTo>
                  <a:pt x="66475" y="51364"/>
                </a:lnTo>
                <a:lnTo>
                  <a:pt x="66408" y="50989"/>
                </a:lnTo>
                <a:lnTo>
                  <a:pt x="66350" y="50604"/>
                </a:lnTo>
                <a:lnTo>
                  <a:pt x="66301" y="50210"/>
                </a:lnTo>
                <a:lnTo>
                  <a:pt x="66260" y="49807"/>
                </a:lnTo>
                <a:lnTo>
                  <a:pt x="66229" y="49395"/>
                </a:lnTo>
                <a:lnTo>
                  <a:pt x="66207" y="48974"/>
                </a:lnTo>
                <a:lnTo>
                  <a:pt x="66194" y="48544"/>
                </a:lnTo>
                <a:lnTo>
                  <a:pt x="66189" y="48105"/>
                </a:lnTo>
                <a:lnTo>
                  <a:pt x="66189" y="44525"/>
                </a:lnTo>
                <a:lnTo>
                  <a:pt x="97311" y="44525"/>
                </a:lnTo>
                <a:lnTo>
                  <a:pt x="97311" y="35436"/>
                </a:lnTo>
                <a:lnTo>
                  <a:pt x="97306" y="34942"/>
                </a:lnTo>
                <a:lnTo>
                  <a:pt x="97293" y="34452"/>
                </a:lnTo>
                <a:lnTo>
                  <a:pt x="97270" y="33968"/>
                </a:lnTo>
                <a:lnTo>
                  <a:pt x="97238" y="33489"/>
                </a:lnTo>
                <a:lnTo>
                  <a:pt x="97197" y="33016"/>
                </a:lnTo>
                <a:lnTo>
                  <a:pt x="97147" y="32547"/>
                </a:lnTo>
                <a:lnTo>
                  <a:pt x="97088" y="32084"/>
                </a:lnTo>
                <a:lnTo>
                  <a:pt x="97020" y="31626"/>
                </a:lnTo>
                <a:lnTo>
                  <a:pt x="96943" y="31174"/>
                </a:lnTo>
                <a:lnTo>
                  <a:pt x="96857" y="30727"/>
                </a:lnTo>
                <a:lnTo>
                  <a:pt x="96761" y="30285"/>
                </a:lnTo>
                <a:lnTo>
                  <a:pt x="96657" y="29848"/>
                </a:lnTo>
                <a:lnTo>
                  <a:pt x="96543" y="29416"/>
                </a:lnTo>
                <a:lnTo>
                  <a:pt x="96420" y="28990"/>
                </a:lnTo>
                <a:lnTo>
                  <a:pt x="96289" y="28569"/>
                </a:lnTo>
                <a:lnTo>
                  <a:pt x="96148" y="28153"/>
                </a:lnTo>
                <a:lnTo>
                  <a:pt x="95998" y="27743"/>
                </a:lnTo>
                <a:lnTo>
                  <a:pt x="95839" y="27338"/>
                </a:lnTo>
                <a:lnTo>
                  <a:pt x="95671" y="26938"/>
                </a:lnTo>
                <a:lnTo>
                  <a:pt x="95494" y="26543"/>
                </a:lnTo>
                <a:lnTo>
                  <a:pt x="95307" y="26154"/>
                </a:lnTo>
                <a:lnTo>
                  <a:pt x="95112" y="25770"/>
                </a:lnTo>
                <a:lnTo>
                  <a:pt x="94908" y="25391"/>
                </a:lnTo>
                <a:lnTo>
                  <a:pt x="94694" y="25017"/>
                </a:lnTo>
                <a:lnTo>
                  <a:pt x="94473" y="24649"/>
                </a:lnTo>
                <a:lnTo>
                  <a:pt x="94244" y="24289"/>
                </a:lnTo>
                <a:lnTo>
                  <a:pt x="94007" y="23935"/>
                </a:lnTo>
                <a:lnTo>
                  <a:pt x="93764" y="23588"/>
                </a:lnTo>
                <a:lnTo>
                  <a:pt x="93513" y="23247"/>
                </a:lnTo>
                <a:lnTo>
                  <a:pt x="93254" y="22914"/>
                </a:lnTo>
                <a:lnTo>
                  <a:pt x="92989" y="22587"/>
                </a:lnTo>
                <a:lnTo>
                  <a:pt x="92716" y="22268"/>
                </a:lnTo>
                <a:lnTo>
                  <a:pt x="92435" y="21955"/>
                </a:lnTo>
                <a:lnTo>
                  <a:pt x="92148" y="21649"/>
                </a:lnTo>
                <a:lnTo>
                  <a:pt x="91853" y="21350"/>
                </a:lnTo>
                <a:lnTo>
                  <a:pt x="91550" y="21058"/>
                </a:lnTo>
                <a:lnTo>
                  <a:pt x="91241" y="20772"/>
                </a:lnTo>
                <a:lnTo>
                  <a:pt x="90924" y="20494"/>
                </a:lnTo>
                <a:lnTo>
                  <a:pt x="90599" y="20222"/>
                </a:lnTo>
                <a:lnTo>
                  <a:pt x="90268" y="19957"/>
                </a:lnTo>
                <a:lnTo>
                  <a:pt x="89929" y="19699"/>
                </a:lnTo>
                <a:lnTo>
                  <a:pt x="89582" y="19448"/>
                </a:lnTo>
                <a:lnTo>
                  <a:pt x="89228" y="19204"/>
                </a:lnTo>
                <a:lnTo>
                  <a:pt x="88867" y="18967"/>
                </a:lnTo>
                <a:lnTo>
                  <a:pt x="88499" y="18736"/>
                </a:lnTo>
                <a:lnTo>
                  <a:pt x="88123" y="18513"/>
                </a:lnTo>
                <a:lnTo>
                  <a:pt x="87740" y="18296"/>
                </a:lnTo>
                <a:lnTo>
                  <a:pt x="87350" y="18086"/>
                </a:lnTo>
                <a:lnTo>
                  <a:pt x="86953" y="17884"/>
                </a:lnTo>
                <a:lnTo>
                  <a:pt x="86551" y="17690"/>
                </a:lnTo>
                <a:lnTo>
                  <a:pt x="86143" y="17505"/>
                </a:lnTo>
                <a:lnTo>
                  <a:pt x="85729" y="17328"/>
                </a:lnTo>
                <a:lnTo>
                  <a:pt x="85310" y="17160"/>
                </a:lnTo>
                <a:lnTo>
                  <a:pt x="84885" y="17001"/>
                </a:lnTo>
                <a:lnTo>
                  <a:pt x="84455" y="16850"/>
                </a:lnTo>
                <a:lnTo>
                  <a:pt x="84019" y="16708"/>
                </a:lnTo>
                <a:lnTo>
                  <a:pt x="83578" y="16575"/>
                </a:lnTo>
                <a:lnTo>
                  <a:pt x="83131" y="16450"/>
                </a:lnTo>
                <a:lnTo>
                  <a:pt x="82678" y="16334"/>
                </a:lnTo>
                <a:lnTo>
                  <a:pt x="82220" y="16226"/>
                </a:lnTo>
                <a:lnTo>
                  <a:pt x="81757" y="16127"/>
                </a:lnTo>
                <a:lnTo>
                  <a:pt x="81287" y="16037"/>
                </a:lnTo>
                <a:lnTo>
                  <a:pt x="80812" y="15955"/>
                </a:lnTo>
                <a:lnTo>
                  <a:pt x="80332" y="15882"/>
                </a:lnTo>
                <a:lnTo>
                  <a:pt x="79846" y="15817"/>
                </a:lnTo>
                <a:lnTo>
                  <a:pt x="79354" y="15761"/>
                </a:lnTo>
                <a:lnTo>
                  <a:pt x="78857" y="15714"/>
                </a:lnTo>
                <a:lnTo>
                  <a:pt x="78354" y="15675"/>
                </a:lnTo>
                <a:lnTo>
                  <a:pt x="77846" y="15645"/>
                </a:lnTo>
                <a:lnTo>
                  <a:pt x="77332" y="15624"/>
                </a:lnTo>
                <a:lnTo>
                  <a:pt x="76813" y="15611"/>
                </a:lnTo>
                <a:lnTo>
                  <a:pt x="76287" y="15606"/>
                </a:lnTo>
                <a:lnTo>
                  <a:pt x="75755" y="15611"/>
                </a:lnTo>
                <a:lnTo>
                  <a:pt x="75228" y="15624"/>
                </a:lnTo>
                <a:lnTo>
                  <a:pt x="74707" y="15645"/>
                </a:lnTo>
                <a:lnTo>
                  <a:pt x="74192" y="15675"/>
                </a:lnTo>
                <a:lnTo>
                  <a:pt x="73682" y="15714"/>
                </a:lnTo>
                <a:lnTo>
                  <a:pt x="73178" y="15761"/>
                </a:lnTo>
                <a:lnTo>
                  <a:pt x="72680" y="15817"/>
                </a:lnTo>
                <a:lnTo>
                  <a:pt x="72187" y="15882"/>
                </a:lnTo>
                <a:lnTo>
                  <a:pt x="71701" y="15955"/>
                </a:lnTo>
                <a:lnTo>
                  <a:pt x="71220" y="16037"/>
                </a:lnTo>
                <a:lnTo>
                  <a:pt x="70744" y="16127"/>
                </a:lnTo>
                <a:lnTo>
                  <a:pt x="70275" y="16226"/>
                </a:lnTo>
                <a:lnTo>
                  <a:pt x="69811" y="16334"/>
                </a:lnTo>
                <a:lnTo>
                  <a:pt x="69353" y="16450"/>
                </a:lnTo>
                <a:lnTo>
                  <a:pt x="68901" y="16575"/>
                </a:lnTo>
                <a:lnTo>
                  <a:pt x="68454" y="16708"/>
                </a:lnTo>
                <a:lnTo>
                  <a:pt x="68013" y="16850"/>
                </a:lnTo>
                <a:lnTo>
                  <a:pt x="67578" y="17001"/>
                </a:lnTo>
                <a:lnTo>
                  <a:pt x="67149" y="17160"/>
                </a:lnTo>
                <a:lnTo>
                  <a:pt x="66725" y="17328"/>
                </a:lnTo>
                <a:lnTo>
                  <a:pt x="66307" y="17505"/>
                </a:lnTo>
                <a:lnTo>
                  <a:pt x="65895" y="17690"/>
                </a:lnTo>
                <a:lnTo>
                  <a:pt x="65489" y="17884"/>
                </a:lnTo>
                <a:lnTo>
                  <a:pt x="65088" y="18086"/>
                </a:lnTo>
                <a:lnTo>
                  <a:pt x="64694" y="18296"/>
                </a:lnTo>
                <a:lnTo>
                  <a:pt x="64307" y="18513"/>
                </a:lnTo>
                <a:lnTo>
                  <a:pt x="63928" y="18736"/>
                </a:lnTo>
                <a:lnTo>
                  <a:pt x="63557" y="18967"/>
                </a:lnTo>
                <a:lnTo>
                  <a:pt x="63192" y="19204"/>
                </a:lnTo>
                <a:lnTo>
                  <a:pt x="62836" y="19448"/>
                </a:lnTo>
                <a:lnTo>
                  <a:pt x="62487" y="19699"/>
                </a:lnTo>
                <a:lnTo>
                  <a:pt x="62145" y="19957"/>
                </a:lnTo>
                <a:lnTo>
                  <a:pt x="61811" y="20222"/>
                </a:lnTo>
                <a:lnTo>
                  <a:pt x="61484" y="20494"/>
                </a:lnTo>
                <a:lnTo>
                  <a:pt x="61165" y="20772"/>
                </a:lnTo>
                <a:lnTo>
                  <a:pt x="60853" y="21058"/>
                </a:lnTo>
                <a:lnTo>
                  <a:pt x="60549" y="21350"/>
                </a:lnTo>
                <a:lnTo>
                  <a:pt x="60252" y="21649"/>
                </a:lnTo>
                <a:lnTo>
                  <a:pt x="59963" y="21955"/>
                </a:lnTo>
                <a:lnTo>
                  <a:pt x="59682" y="22268"/>
                </a:lnTo>
                <a:lnTo>
                  <a:pt x="59407" y="22587"/>
                </a:lnTo>
                <a:lnTo>
                  <a:pt x="59141" y="22914"/>
                </a:lnTo>
                <a:lnTo>
                  <a:pt x="58881" y="23247"/>
                </a:lnTo>
                <a:lnTo>
                  <a:pt x="58630" y="23588"/>
                </a:lnTo>
                <a:lnTo>
                  <a:pt x="58385" y="23935"/>
                </a:lnTo>
                <a:lnTo>
                  <a:pt x="58148" y="24289"/>
                </a:lnTo>
                <a:lnTo>
                  <a:pt x="57919" y="24649"/>
                </a:lnTo>
                <a:lnTo>
                  <a:pt x="57697" y="25017"/>
                </a:lnTo>
                <a:lnTo>
                  <a:pt x="57484" y="25391"/>
                </a:lnTo>
                <a:lnTo>
                  <a:pt x="57280" y="25770"/>
                </a:lnTo>
                <a:lnTo>
                  <a:pt x="57084" y="26154"/>
                </a:lnTo>
                <a:lnTo>
                  <a:pt x="56898" y="26543"/>
                </a:lnTo>
                <a:lnTo>
                  <a:pt x="56721" y="26938"/>
                </a:lnTo>
                <a:lnTo>
                  <a:pt x="56553" y="27338"/>
                </a:lnTo>
                <a:lnTo>
                  <a:pt x="56394" y="27743"/>
                </a:lnTo>
                <a:lnTo>
                  <a:pt x="56244" y="28153"/>
                </a:lnTo>
                <a:lnTo>
                  <a:pt x="56104" y="28569"/>
                </a:lnTo>
                <a:lnTo>
                  <a:pt x="55972" y="28990"/>
                </a:lnTo>
                <a:lnTo>
                  <a:pt x="55849" y="29416"/>
                </a:lnTo>
                <a:lnTo>
                  <a:pt x="55736" y="29848"/>
                </a:lnTo>
                <a:lnTo>
                  <a:pt x="55631" y="30285"/>
                </a:lnTo>
                <a:lnTo>
                  <a:pt x="55536" y="30727"/>
                </a:lnTo>
                <a:lnTo>
                  <a:pt x="55450" y="31174"/>
                </a:lnTo>
                <a:lnTo>
                  <a:pt x="55373" y="31626"/>
                </a:lnTo>
                <a:lnTo>
                  <a:pt x="55305" y="32084"/>
                </a:lnTo>
                <a:lnTo>
                  <a:pt x="55245" y="32547"/>
                </a:lnTo>
                <a:lnTo>
                  <a:pt x="55196" y="33016"/>
                </a:lnTo>
                <a:lnTo>
                  <a:pt x="55155" y="33489"/>
                </a:lnTo>
                <a:lnTo>
                  <a:pt x="55123" y="33968"/>
                </a:lnTo>
                <a:lnTo>
                  <a:pt x="55100" y="34452"/>
                </a:lnTo>
                <a:lnTo>
                  <a:pt x="55087" y="34942"/>
                </a:lnTo>
                <a:lnTo>
                  <a:pt x="55082" y="35436"/>
                </a:lnTo>
                <a:lnTo>
                  <a:pt x="55082" y="48105"/>
                </a:lnTo>
                <a:lnTo>
                  <a:pt x="55087" y="48600"/>
                </a:lnTo>
                <a:lnTo>
                  <a:pt x="55100" y="49089"/>
                </a:lnTo>
                <a:lnTo>
                  <a:pt x="55123" y="49573"/>
                </a:lnTo>
                <a:lnTo>
                  <a:pt x="55155" y="50052"/>
                </a:lnTo>
                <a:lnTo>
                  <a:pt x="55196" y="50525"/>
                </a:lnTo>
                <a:lnTo>
                  <a:pt x="55245" y="50994"/>
                </a:lnTo>
                <a:lnTo>
                  <a:pt x="55305" y="51457"/>
                </a:lnTo>
                <a:lnTo>
                  <a:pt x="55373" y="51914"/>
                </a:lnTo>
                <a:lnTo>
                  <a:pt x="55450" y="52367"/>
                </a:lnTo>
                <a:lnTo>
                  <a:pt x="55536" y="52814"/>
                </a:lnTo>
                <a:lnTo>
                  <a:pt x="55631" y="53256"/>
                </a:lnTo>
                <a:lnTo>
                  <a:pt x="55736" y="53693"/>
                </a:lnTo>
                <a:lnTo>
                  <a:pt x="55849" y="54125"/>
                </a:lnTo>
                <a:lnTo>
                  <a:pt x="55972" y="54551"/>
                </a:lnTo>
                <a:lnTo>
                  <a:pt x="56104" y="54972"/>
                </a:lnTo>
                <a:lnTo>
                  <a:pt x="56244" y="55388"/>
                </a:lnTo>
                <a:lnTo>
                  <a:pt x="56394" y="55798"/>
                </a:lnTo>
                <a:lnTo>
                  <a:pt x="56553" y="56203"/>
                </a:lnTo>
                <a:lnTo>
                  <a:pt x="56721" y="56603"/>
                </a:lnTo>
                <a:lnTo>
                  <a:pt x="56898" y="56998"/>
                </a:lnTo>
                <a:lnTo>
                  <a:pt x="57084" y="57387"/>
                </a:lnTo>
                <a:lnTo>
                  <a:pt x="57280" y="57772"/>
                </a:lnTo>
                <a:lnTo>
                  <a:pt x="57484" y="58151"/>
                </a:lnTo>
                <a:lnTo>
                  <a:pt x="57697" y="58524"/>
                </a:lnTo>
                <a:lnTo>
                  <a:pt x="57919" y="58892"/>
                </a:lnTo>
                <a:lnTo>
                  <a:pt x="58148" y="59253"/>
                </a:lnTo>
                <a:lnTo>
                  <a:pt x="58385" y="59607"/>
                </a:lnTo>
                <a:lnTo>
                  <a:pt x="58630" y="59954"/>
                </a:lnTo>
                <a:lnTo>
                  <a:pt x="58881" y="60294"/>
                </a:lnTo>
                <a:lnTo>
                  <a:pt x="59141" y="60627"/>
                </a:lnTo>
                <a:lnTo>
                  <a:pt x="59407" y="60954"/>
                </a:lnTo>
                <a:lnTo>
                  <a:pt x="59682" y="61273"/>
                </a:lnTo>
                <a:lnTo>
                  <a:pt x="59963" y="61586"/>
                </a:lnTo>
                <a:lnTo>
                  <a:pt x="60252" y="61892"/>
                </a:lnTo>
                <a:lnTo>
                  <a:pt x="60549" y="62191"/>
                </a:lnTo>
                <a:lnTo>
                  <a:pt x="60853" y="62483"/>
                </a:lnTo>
                <a:lnTo>
                  <a:pt x="61165" y="62768"/>
                </a:lnTo>
                <a:lnTo>
                  <a:pt x="61484" y="63047"/>
                </a:lnTo>
                <a:lnTo>
                  <a:pt x="61811" y="63319"/>
                </a:lnTo>
                <a:lnTo>
                  <a:pt x="62145" y="63584"/>
                </a:lnTo>
                <a:lnTo>
                  <a:pt x="62487" y="63842"/>
                </a:lnTo>
                <a:lnTo>
                  <a:pt x="62836" y="64093"/>
                </a:lnTo>
                <a:lnTo>
                  <a:pt x="63192" y="64337"/>
                </a:lnTo>
                <a:lnTo>
                  <a:pt x="63557" y="64574"/>
                </a:lnTo>
                <a:lnTo>
                  <a:pt x="63928" y="64805"/>
                </a:lnTo>
                <a:lnTo>
                  <a:pt x="64307" y="65029"/>
                </a:lnTo>
                <a:lnTo>
                  <a:pt x="64694" y="65246"/>
                </a:lnTo>
                <a:lnTo>
                  <a:pt x="65088" y="65456"/>
                </a:lnTo>
                <a:lnTo>
                  <a:pt x="65489" y="65658"/>
                </a:lnTo>
                <a:lnTo>
                  <a:pt x="65895" y="65851"/>
                </a:lnTo>
                <a:lnTo>
                  <a:pt x="66307" y="66036"/>
                </a:lnTo>
                <a:lnTo>
                  <a:pt x="66725" y="66213"/>
                </a:lnTo>
                <a:lnTo>
                  <a:pt x="67149" y="66381"/>
                </a:lnTo>
                <a:lnTo>
                  <a:pt x="67578" y="66540"/>
                </a:lnTo>
                <a:lnTo>
                  <a:pt x="68013" y="66690"/>
                </a:lnTo>
                <a:lnTo>
                  <a:pt x="68454" y="66832"/>
                </a:lnTo>
                <a:lnTo>
                  <a:pt x="68901" y="66966"/>
                </a:lnTo>
                <a:lnTo>
                  <a:pt x="69353" y="67090"/>
                </a:lnTo>
                <a:lnTo>
                  <a:pt x="69811" y="67207"/>
                </a:lnTo>
                <a:lnTo>
                  <a:pt x="70275" y="67314"/>
                </a:lnTo>
                <a:lnTo>
                  <a:pt x="70744" y="67413"/>
                </a:lnTo>
                <a:lnTo>
                  <a:pt x="71220" y="67503"/>
                </a:lnTo>
                <a:lnTo>
                  <a:pt x="71701" y="67585"/>
                </a:lnTo>
                <a:lnTo>
                  <a:pt x="72187" y="67658"/>
                </a:lnTo>
                <a:lnTo>
                  <a:pt x="72680" y="67723"/>
                </a:lnTo>
                <a:lnTo>
                  <a:pt x="73178" y="67779"/>
                </a:lnTo>
                <a:lnTo>
                  <a:pt x="73682" y="67826"/>
                </a:lnTo>
                <a:lnTo>
                  <a:pt x="74192" y="67865"/>
                </a:lnTo>
                <a:lnTo>
                  <a:pt x="74707" y="67895"/>
                </a:lnTo>
                <a:lnTo>
                  <a:pt x="75228" y="67916"/>
                </a:lnTo>
                <a:lnTo>
                  <a:pt x="75755" y="67929"/>
                </a:lnTo>
                <a:lnTo>
                  <a:pt x="76287" y="67934"/>
                </a:lnTo>
                <a:lnTo>
                  <a:pt x="76957" y="67927"/>
                </a:lnTo>
                <a:lnTo>
                  <a:pt x="77617" y="67907"/>
                </a:lnTo>
                <a:lnTo>
                  <a:pt x="78269" y="67873"/>
                </a:lnTo>
                <a:close/>
                <a:moveTo>
                  <a:pt x="66194" y="35004"/>
                </a:moveTo>
                <a:lnTo>
                  <a:pt x="66207" y="34581"/>
                </a:lnTo>
                <a:lnTo>
                  <a:pt x="66229" y="34165"/>
                </a:lnTo>
                <a:lnTo>
                  <a:pt x="66260" y="33758"/>
                </a:lnTo>
                <a:lnTo>
                  <a:pt x="66301" y="33359"/>
                </a:lnTo>
                <a:lnTo>
                  <a:pt x="66350" y="32969"/>
                </a:lnTo>
                <a:lnTo>
                  <a:pt x="66408" y="32587"/>
                </a:lnTo>
                <a:lnTo>
                  <a:pt x="66475" y="32213"/>
                </a:lnTo>
                <a:lnTo>
                  <a:pt x="66551" y="31847"/>
                </a:lnTo>
                <a:lnTo>
                  <a:pt x="66635" y="31490"/>
                </a:lnTo>
                <a:lnTo>
                  <a:pt x="66729" y="31141"/>
                </a:lnTo>
                <a:lnTo>
                  <a:pt x="66832" y="30800"/>
                </a:lnTo>
                <a:lnTo>
                  <a:pt x="66943" y="30467"/>
                </a:lnTo>
                <a:lnTo>
                  <a:pt x="67064" y="30143"/>
                </a:lnTo>
                <a:lnTo>
                  <a:pt x="67193" y="29827"/>
                </a:lnTo>
                <a:lnTo>
                  <a:pt x="67331" y="29520"/>
                </a:lnTo>
                <a:lnTo>
                  <a:pt x="67479" y="29221"/>
                </a:lnTo>
                <a:lnTo>
                  <a:pt x="67635" y="28930"/>
                </a:lnTo>
                <a:lnTo>
                  <a:pt x="67800" y="28647"/>
                </a:lnTo>
                <a:lnTo>
                  <a:pt x="67974" y="28373"/>
                </a:lnTo>
                <a:lnTo>
                  <a:pt x="68157" y="28106"/>
                </a:lnTo>
                <a:lnTo>
                  <a:pt x="68349" y="27849"/>
                </a:lnTo>
                <a:lnTo>
                  <a:pt x="68550" y="27599"/>
                </a:lnTo>
                <a:lnTo>
                  <a:pt x="68760" y="27358"/>
                </a:lnTo>
                <a:lnTo>
                  <a:pt x="68978" y="27126"/>
                </a:lnTo>
                <a:lnTo>
                  <a:pt x="69205" y="26903"/>
                </a:lnTo>
                <a:lnTo>
                  <a:pt x="69439" y="26691"/>
                </a:lnTo>
                <a:lnTo>
                  <a:pt x="69683" y="26488"/>
                </a:lnTo>
                <a:lnTo>
                  <a:pt x="69934" y="26295"/>
                </a:lnTo>
                <a:lnTo>
                  <a:pt x="70194" y="26112"/>
                </a:lnTo>
                <a:lnTo>
                  <a:pt x="70462" y="25940"/>
                </a:lnTo>
                <a:lnTo>
                  <a:pt x="70738" y="25776"/>
                </a:lnTo>
                <a:lnTo>
                  <a:pt x="71023" y="25623"/>
                </a:lnTo>
                <a:lnTo>
                  <a:pt x="71316" y="25480"/>
                </a:lnTo>
                <a:lnTo>
                  <a:pt x="71617" y="25347"/>
                </a:lnTo>
                <a:lnTo>
                  <a:pt x="71927" y="25223"/>
                </a:lnTo>
                <a:lnTo>
                  <a:pt x="72245" y="25109"/>
                </a:lnTo>
                <a:lnTo>
                  <a:pt x="72571" y="25006"/>
                </a:lnTo>
                <a:lnTo>
                  <a:pt x="72905" y="24912"/>
                </a:lnTo>
                <a:lnTo>
                  <a:pt x="73248" y="24828"/>
                </a:lnTo>
                <a:lnTo>
                  <a:pt x="73599" y="24754"/>
                </a:lnTo>
                <a:lnTo>
                  <a:pt x="73958" y="24689"/>
                </a:lnTo>
                <a:lnTo>
                  <a:pt x="74325" y="24635"/>
                </a:lnTo>
                <a:lnTo>
                  <a:pt x="74701" y="24590"/>
                </a:lnTo>
                <a:lnTo>
                  <a:pt x="75085" y="24556"/>
                </a:lnTo>
                <a:lnTo>
                  <a:pt x="75478" y="24531"/>
                </a:lnTo>
                <a:lnTo>
                  <a:pt x="75879" y="24516"/>
                </a:lnTo>
                <a:lnTo>
                  <a:pt x="76287" y="24511"/>
                </a:lnTo>
                <a:lnTo>
                  <a:pt x="76696" y="24516"/>
                </a:lnTo>
                <a:lnTo>
                  <a:pt x="77097" y="24531"/>
                </a:lnTo>
                <a:lnTo>
                  <a:pt x="77488" y="24555"/>
                </a:lnTo>
                <a:lnTo>
                  <a:pt x="77871" y="24589"/>
                </a:lnTo>
                <a:lnTo>
                  <a:pt x="78245" y="24633"/>
                </a:lnTo>
                <a:lnTo>
                  <a:pt x="78611" y="24686"/>
                </a:lnTo>
                <a:lnTo>
                  <a:pt x="78968" y="24750"/>
                </a:lnTo>
                <a:lnTo>
                  <a:pt x="79317" y="24823"/>
                </a:lnTo>
                <a:lnTo>
                  <a:pt x="79657" y="24905"/>
                </a:lnTo>
                <a:lnTo>
                  <a:pt x="79988" y="24998"/>
                </a:lnTo>
                <a:lnTo>
                  <a:pt x="80311" y="25100"/>
                </a:lnTo>
                <a:lnTo>
                  <a:pt x="80625" y="25211"/>
                </a:lnTo>
                <a:lnTo>
                  <a:pt x="80931" y="25333"/>
                </a:lnTo>
                <a:lnTo>
                  <a:pt x="81228" y="25464"/>
                </a:lnTo>
                <a:lnTo>
                  <a:pt x="81516" y="25605"/>
                </a:lnTo>
                <a:lnTo>
                  <a:pt x="81795" y="25756"/>
                </a:lnTo>
                <a:lnTo>
                  <a:pt x="82067" y="25916"/>
                </a:lnTo>
                <a:lnTo>
                  <a:pt x="82329" y="26086"/>
                </a:lnTo>
                <a:lnTo>
                  <a:pt x="82583" y="26266"/>
                </a:lnTo>
                <a:lnTo>
                  <a:pt x="82828" y="26456"/>
                </a:lnTo>
                <a:lnTo>
                  <a:pt x="83065" y="26655"/>
                </a:lnTo>
                <a:lnTo>
                  <a:pt x="83293" y="26864"/>
                </a:lnTo>
                <a:lnTo>
                  <a:pt x="83512" y="27083"/>
                </a:lnTo>
                <a:lnTo>
                  <a:pt x="83723" y="27312"/>
                </a:lnTo>
                <a:lnTo>
                  <a:pt x="83925" y="27549"/>
                </a:lnTo>
                <a:lnTo>
                  <a:pt x="84119" y="27795"/>
                </a:lnTo>
                <a:lnTo>
                  <a:pt x="84304" y="28050"/>
                </a:lnTo>
                <a:lnTo>
                  <a:pt x="84481" y="28313"/>
                </a:lnTo>
                <a:lnTo>
                  <a:pt x="84648" y="28584"/>
                </a:lnTo>
                <a:lnTo>
                  <a:pt x="84808" y="28864"/>
                </a:lnTo>
                <a:lnTo>
                  <a:pt x="84958" y="29152"/>
                </a:lnTo>
                <a:lnTo>
                  <a:pt x="85100" y="29449"/>
                </a:lnTo>
                <a:lnTo>
                  <a:pt x="85234" y="29754"/>
                </a:lnTo>
                <a:lnTo>
                  <a:pt x="85359" y="30067"/>
                </a:lnTo>
                <a:lnTo>
                  <a:pt x="85475" y="30389"/>
                </a:lnTo>
                <a:lnTo>
                  <a:pt x="85583" y="30720"/>
                </a:lnTo>
                <a:lnTo>
                  <a:pt x="85682" y="31059"/>
                </a:lnTo>
                <a:lnTo>
                  <a:pt x="85772" y="31406"/>
                </a:lnTo>
                <a:lnTo>
                  <a:pt x="85854" y="31762"/>
                </a:lnTo>
                <a:lnTo>
                  <a:pt x="85927" y="32126"/>
                </a:lnTo>
                <a:lnTo>
                  <a:pt x="85991" y="32499"/>
                </a:lnTo>
                <a:lnTo>
                  <a:pt x="86047" y="32880"/>
                </a:lnTo>
                <a:lnTo>
                  <a:pt x="86095" y="33269"/>
                </a:lnTo>
                <a:lnTo>
                  <a:pt x="86134" y="33667"/>
                </a:lnTo>
                <a:lnTo>
                  <a:pt x="86164" y="34074"/>
                </a:lnTo>
                <a:lnTo>
                  <a:pt x="86185" y="34489"/>
                </a:lnTo>
                <a:lnTo>
                  <a:pt x="86198" y="34912"/>
                </a:lnTo>
                <a:lnTo>
                  <a:pt x="86202" y="35344"/>
                </a:lnTo>
                <a:lnTo>
                  <a:pt x="86202" y="37188"/>
                </a:lnTo>
                <a:lnTo>
                  <a:pt x="66189" y="37364"/>
                </a:lnTo>
                <a:lnTo>
                  <a:pt x="66189" y="35436"/>
                </a:lnTo>
                <a:lnTo>
                  <a:pt x="66194" y="35004"/>
                </a:lnTo>
                <a:close/>
              </a:path>
            </a:pathLst>
          </a:custGeom>
          <a:solidFill xmlns:a="http://schemas.openxmlformats.org/drawingml/2006/main">
            <a:srgbClr val="D222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Text load_middleware">
            <a:extLst xmlns:a="http://schemas.openxmlformats.org/drawingml/2006/main">
              <a:ext uri="{FF2B5EF4-FFF2-40B4-BE49-F238E27FC236}">
                <a16:creationId xmlns:a16="http://schemas.microsoft.com/office/drawing/2014/main" id="{E7B97492-16F4-464E-82EE-5494635E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3536" y="1950603"/>
            <a:ext cx="817327" cy="84826"/>
          </a:xfrm>
          <a:custGeom xmlns:a="http://schemas.openxmlformats.org/drawingml/2006/main">
            <a:pathLst>
              <a:path w="817327" h="84826">
                <a:moveTo>
                  <a:pt x="358331" y="13170"/>
                </a:moveTo>
                <a:lnTo>
                  <a:pt x="358599" y="13142"/>
                </a:lnTo>
                <a:lnTo>
                  <a:pt x="358861" y="13108"/>
                </a:lnTo>
                <a:lnTo>
                  <a:pt x="359119" y="13067"/>
                </a:lnTo>
                <a:lnTo>
                  <a:pt x="359371" y="13021"/>
                </a:lnTo>
                <a:lnTo>
                  <a:pt x="359619" y="12968"/>
                </a:lnTo>
                <a:lnTo>
                  <a:pt x="359861" y="12909"/>
                </a:lnTo>
                <a:lnTo>
                  <a:pt x="360098" y="12843"/>
                </a:lnTo>
                <a:lnTo>
                  <a:pt x="360330" y="12772"/>
                </a:lnTo>
                <a:lnTo>
                  <a:pt x="360557" y="12694"/>
                </a:lnTo>
                <a:lnTo>
                  <a:pt x="360779" y="12610"/>
                </a:lnTo>
                <a:lnTo>
                  <a:pt x="360996" y="12520"/>
                </a:lnTo>
                <a:lnTo>
                  <a:pt x="361207" y="12424"/>
                </a:lnTo>
                <a:lnTo>
                  <a:pt x="361414" y="12321"/>
                </a:lnTo>
                <a:lnTo>
                  <a:pt x="361615" y="12212"/>
                </a:lnTo>
                <a:lnTo>
                  <a:pt x="361812" y="12097"/>
                </a:lnTo>
                <a:lnTo>
                  <a:pt x="362003" y="11976"/>
                </a:lnTo>
                <a:lnTo>
                  <a:pt x="362189" y="11849"/>
                </a:lnTo>
                <a:lnTo>
                  <a:pt x="362370" y="11715"/>
                </a:lnTo>
                <a:lnTo>
                  <a:pt x="362546" y="11575"/>
                </a:lnTo>
                <a:lnTo>
                  <a:pt x="362717" y="11429"/>
                </a:lnTo>
                <a:lnTo>
                  <a:pt x="362882" y="11278"/>
                </a:lnTo>
                <a:lnTo>
                  <a:pt x="363040" y="11122"/>
                </a:lnTo>
                <a:lnTo>
                  <a:pt x="363190" y="10962"/>
                </a:lnTo>
                <a:lnTo>
                  <a:pt x="363334" y="10798"/>
                </a:lnTo>
                <a:lnTo>
                  <a:pt x="363471" y="10629"/>
                </a:lnTo>
                <a:lnTo>
                  <a:pt x="363601" y="10457"/>
                </a:lnTo>
                <a:lnTo>
                  <a:pt x="363723" y="10279"/>
                </a:lnTo>
                <a:lnTo>
                  <a:pt x="363839" y="10098"/>
                </a:lnTo>
                <a:lnTo>
                  <a:pt x="363948" y="9912"/>
                </a:lnTo>
                <a:lnTo>
                  <a:pt x="364050" y="9722"/>
                </a:lnTo>
                <a:lnTo>
                  <a:pt x="364144" y="9528"/>
                </a:lnTo>
                <a:lnTo>
                  <a:pt x="364232" y="9329"/>
                </a:lnTo>
                <a:lnTo>
                  <a:pt x="364313" y="9126"/>
                </a:lnTo>
                <a:lnTo>
                  <a:pt x="364386" y="8919"/>
                </a:lnTo>
                <a:lnTo>
                  <a:pt x="364453" y="8707"/>
                </a:lnTo>
                <a:lnTo>
                  <a:pt x="364512" y="8491"/>
                </a:lnTo>
                <a:lnTo>
                  <a:pt x="364565" y="8271"/>
                </a:lnTo>
                <a:lnTo>
                  <a:pt x="364611" y="8047"/>
                </a:lnTo>
                <a:lnTo>
                  <a:pt x="364649" y="7818"/>
                </a:lnTo>
                <a:lnTo>
                  <a:pt x="364681" y="7585"/>
                </a:lnTo>
                <a:lnTo>
                  <a:pt x="364705" y="7347"/>
                </a:lnTo>
                <a:lnTo>
                  <a:pt x="364723" y="7105"/>
                </a:lnTo>
                <a:lnTo>
                  <a:pt x="364733" y="6859"/>
                </a:lnTo>
                <a:lnTo>
                  <a:pt x="364737" y="6609"/>
                </a:lnTo>
                <a:lnTo>
                  <a:pt x="364733" y="6359"/>
                </a:lnTo>
                <a:lnTo>
                  <a:pt x="364723" y="6113"/>
                </a:lnTo>
                <a:lnTo>
                  <a:pt x="364705" y="5871"/>
                </a:lnTo>
                <a:lnTo>
                  <a:pt x="364681" y="5634"/>
                </a:lnTo>
                <a:lnTo>
                  <a:pt x="364649" y="5401"/>
                </a:lnTo>
                <a:lnTo>
                  <a:pt x="364611" y="5172"/>
                </a:lnTo>
                <a:lnTo>
                  <a:pt x="364565" y="4948"/>
                </a:lnTo>
                <a:lnTo>
                  <a:pt x="364512" y="4728"/>
                </a:lnTo>
                <a:lnTo>
                  <a:pt x="364453" y="4512"/>
                </a:lnTo>
                <a:lnTo>
                  <a:pt x="364386" y="4300"/>
                </a:lnTo>
                <a:lnTo>
                  <a:pt x="364313" y="4093"/>
                </a:lnTo>
                <a:lnTo>
                  <a:pt x="364232" y="3890"/>
                </a:lnTo>
                <a:lnTo>
                  <a:pt x="364144" y="3691"/>
                </a:lnTo>
                <a:lnTo>
                  <a:pt x="364050" y="3497"/>
                </a:lnTo>
                <a:lnTo>
                  <a:pt x="363948" y="3307"/>
                </a:lnTo>
                <a:lnTo>
                  <a:pt x="363839" y="3121"/>
                </a:lnTo>
                <a:lnTo>
                  <a:pt x="363723" y="2940"/>
                </a:lnTo>
                <a:lnTo>
                  <a:pt x="363601" y="2763"/>
                </a:lnTo>
                <a:lnTo>
                  <a:pt x="363471" y="2590"/>
                </a:lnTo>
                <a:lnTo>
                  <a:pt x="363334" y="2421"/>
                </a:lnTo>
                <a:lnTo>
                  <a:pt x="363190" y="2257"/>
                </a:lnTo>
                <a:lnTo>
                  <a:pt x="363040" y="2097"/>
                </a:lnTo>
                <a:lnTo>
                  <a:pt x="362882" y="1942"/>
                </a:lnTo>
                <a:lnTo>
                  <a:pt x="362717" y="1790"/>
                </a:lnTo>
                <a:lnTo>
                  <a:pt x="362546" y="1644"/>
                </a:lnTo>
                <a:lnTo>
                  <a:pt x="362370" y="1504"/>
                </a:lnTo>
                <a:lnTo>
                  <a:pt x="362189" y="1371"/>
                </a:lnTo>
                <a:lnTo>
                  <a:pt x="362003" y="1243"/>
                </a:lnTo>
                <a:lnTo>
                  <a:pt x="361812" y="1122"/>
                </a:lnTo>
                <a:lnTo>
                  <a:pt x="361615" y="1007"/>
                </a:lnTo>
                <a:lnTo>
                  <a:pt x="361414" y="898"/>
                </a:lnTo>
                <a:lnTo>
                  <a:pt x="361207" y="796"/>
                </a:lnTo>
                <a:lnTo>
                  <a:pt x="360996" y="699"/>
                </a:lnTo>
                <a:lnTo>
                  <a:pt x="360779" y="609"/>
                </a:lnTo>
                <a:lnTo>
                  <a:pt x="360557" y="525"/>
                </a:lnTo>
                <a:lnTo>
                  <a:pt x="360330" y="448"/>
                </a:lnTo>
                <a:lnTo>
                  <a:pt x="360098" y="376"/>
                </a:lnTo>
                <a:lnTo>
                  <a:pt x="359861" y="311"/>
                </a:lnTo>
                <a:lnTo>
                  <a:pt x="359619" y="252"/>
                </a:lnTo>
                <a:lnTo>
                  <a:pt x="359371" y="199"/>
                </a:lnTo>
                <a:lnTo>
                  <a:pt x="359119" y="152"/>
                </a:lnTo>
                <a:lnTo>
                  <a:pt x="358861" y="112"/>
                </a:lnTo>
                <a:lnTo>
                  <a:pt x="358599" y="78"/>
                </a:lnTo>
                <a:lnTo>
                  <a:pt x="358331" y="50"/>
                </a:lnTo>
                <a:lnTo>
                  <a:pt x="358058" y="28"/>
                </a:lnTo>
                <a:lnTo>
                  <a:pt x="357780" y="12"/>
                </a:lnTo>
                <a:lnTo>
                  <a:pt x="357497" y="3"/>
                </a:lnTo>
                <a:lnTo>
                  <a:pt x="357209" y="0"/>
                </a:lnTo>
                <a:lnTo>
                  <a:pt x="356921" y="3"/>
                </a:lnTo>
                <a:lnTo>
                  <a:pt x="356638" y="12"/>
                </a:lnTo>
                <a:lnTo>
                  <a:pt x="356360" y="28"/>
                </a:lnTo>
                <a:lnTo>
                  <a:pt x="356087" y="50"/>
                </a:lnTo>
                <a:lnTo>
                  <a:pt x="355819" y="78"/>
                </a:lnTo>
                <a:lnTo>
                  <a:pt x="355556" y="112"/>
                </a:lnTo>
                <a:lnTo>
                  <a:pt x="355298" y="152"/>
                </a:lnTo>
                <a:lnTo>
                  <a:pt x="355046" y="199"/>
                </a:lnTo>
                <a:lnTo>
                  <a:pt x="354799" y="252"/>
                </a:lnTo>
                <a:lnTo>
                  <a:pt x="354556" y="311"/>
                </a:lnTo>
                <a:lnTo>
                  <a:pt x="354319" y="376"/>
                </a:lnTo>
                <a:lnTo>
                  <a:pt x="354087" y="448"/>
                </a:lnTo>
                <a:lnTo>
                  <a:pt x="353860" y="525"/>
                </a:lnTo>
                <a:lnTo>
                  <a:pt x="353638" y="609"/>
                </a:lnTo>
                <a:lnTo>
                  <a:pt x="353421" y="699"/>
                </a:lnTo>
                <a:lnTo>
                  <a:pt x="353210" y="796"/>
                </a:lnTo>
                <a:lnTo>
                  <a:pt x="353003" y="898"/>
                </a:lnTo>
                <a:lnTo>
                  <a:pt x="352801" y="1007"/>
                </a:lnTo>
                <a:lnTo>
                  <a:pt x="352605" y="1122"/>
                </a:lnTo>
                <a:lnTo>
                  <a:pt x="352414" y="1243"/>
                </a:lnTo>
                <a:lnTo>
                  <a:pt x="352228" y="1371"/>
                </a:lnTo>
                <a:lnTo>
                  <a:pt x="352046" y="1504"/>
                </a:lnTo>
                <a:lnTo>
                  <a:pt x="351870" y="1644"/>
                </a:lnTo>
                <a:lnTo>
                  <a:pt x="351700" y="1790"/>
                </a:lnTo>
                <a:lnTo>
                  <a:pt x="351535" y="1942"/>
                </a:lnTo>
                <a:lnTo>
                  <a:pt x="351377" y="2097"/>
                </a:lnTo>
                <a:lnTo>
                  <a:pt x="351226" y="2257"/>
                </a:lnTo>
                <a:lnTo>
                  <a:pt x="351083" y="2421"/>
                </a:lnTo>
                <a:lnTo>
                  <a:pt x="350946" y="2590"/>
                </a:lnTo>
                <a:lnTo>
                  <a:pt x="350816" y="2763"/>
                </a:lnTo>
                <a:lnTo>
                  <a:pt x="350694" y="2940"/>
                </a:lnTo>
                <a:lnTo>
                  <a:pt x="350578" y="3121"/>
                </a:lnTo>
                <a:lnTo>
                  <a:pt x="350470" y="3307"/>
                </a:lnTo>
                <a:lnTo>
                  <a:pt x="350368" y="3497"/>
                </a:lnTo>
                <a:lnTo>
                  <a:pt x="350273" y="3691"/>
                </a:lnTo>
                <a:lnTo>
                  <a:pt x="350186" y="3890"/>
                </a:lnTo>
                <a:lnTo>
                  <a:pt x="350105" y="4093"/>
                </a:lnTo>
                <a:lnTo>
                  <a:pt x="350031" y="4300"/>
                </a:lnTo>
                <a:lnTo>
                  <a:pt x="349965" y="4512"/>
                </a:lnTo>
                <a:lnTo>
                  <a:pt x="349905" y="4728"/>
                </a:lnTo>
                <a:lnTo>
                  <a:pt x="349853" y="4948"/>
                </a:lnTo>
                <a:lnTo>
                  <a:pt x="349807" y="5172"/>
                </a:lnTo>
                <a:lnTo>
                  <a:pt x="349769" y="5401"/>
                </a:lnTo>
                <a:lnTo>
                  <a:pt x="349737" y="5634"/>
                </a:lnTo>
                <a:lnTo>
                  <a:pt x="349713" y="5871"/>
                </a:lnTo>
                <a:lnTo>
                  <a:pt x="349695" y="6113"/>
                </a:lnTo>
                <a:lnTo>
                  <a:pt x="349685" y="6359"/>
                </a:lnTo>
                <a:lnTo>
                  <a:pt x="349681" y="6609"/>
                </a:lnTo>
                <a:lnTo>
                  <a:pt x="349685" y="6859"/>
                </a:lnTo>
                <a:lnTo>
                  <a:pt x="349695" y="7105"/>
                </a:lnTo>
                <a:lnTo>
                  <a:pt x="349713" y="7347"/>
                </a:lnTo>
                <a:lnTo>
                  <a:pt x="349737" y="7585"/>
                </a:lnTo>
                <a:lnTo>
                  <a:pt x="349769" y="7818"/>
                </a:lnTo>
                <a:lnTo>
                  <a:pt x="349807" y="8047"/>
                </a:lnTo>
                <a:lnTo>
                  <a:pt x="349853" y="8271"/>
                </a:lnTo>
                <a:lnTo>
                  <a:pt x="349905" y="8491"/>
                </a:lnTo>
                <a:lnTo>
                  <a:pt x="349965" y="8707"/>
                </a:lnTo>
                <a:lnTo>
                  <a:pt x="350031" y="8919"/>
                </a:lnTo>
                <a:lnTo>
                  <a:pt x="350105" y="9126"/>
                </a:lnTo>
                <a:lnTo>
                  <a:pt x="350186" y="9329"/>
                </a:lnTo>
                <a:lnTo>
                  <a:pt x="350273" y="9528"/>
                </a:lnTo>
                <a:lnTo>
                  <a:pt x="350368" y="9722"/>
                </a:lnTo>
                <a:lnTo>
                  <a:pt x="350470" y="9912"/>
                </a:lnTo>
                <a:lnTo>
                  <a:pt x="350578" y="10098"/>
                </a:lnTo>
                <a:lnTo>
                  <a:pt x="350694" y="10279"/>
                </a:lnTo>
                <a:lnTo>
                  <a:pt x="350816" y="10457"/>
                </a:lnTo>
                <a:lnTo>
                  <a:pt x="350946" y="10629"/>
                </a:lnTo>
                <a:lnTo>
                  <a:pt x="351083" y="10798"/>
                </a:lnTo>
                <a:lnTo>
                  <a:pt x="351226" y="10962"/>
                </a:lnTo>
                <a:lnTo>
                  <a:pt x="351377" y="11122"/>
                </a:lnTo>
                <a:lnTo>
                  <a:pt x="351535" y="11278"/>
                </a:lnTo>
                <a:lnTo>
                  <a:pt x="351700" y="11429"/>
                </a:lnTo>
                <a:lnTo>
                  <a:pt x="351870" y="11575"/>
                </a:lnTo>
                <a:lnTo>
                  <a:pt x="352046" y="11715"/>
                </a:lnTo>
                <a:lnTo>
                  <a:pt x="352228" y="11849"/>
                </a:lnTo>
                <a:lnTo>
                  <a:pt x="352414" y="11976"/>
                </a:lnTo>
                <a:lnTo>
                  <a:pt x="352605" y="12097"/>
                </a:lnTo>
                <a:lnTo>
                  <a:pt x="352801" y="12212"/>
                </a:lnTo>
                <a:lnTo>
                  <a:pt x="353003" y="12321"/>
                </a:lnTo>
                <a:lnTo>
                  <a:pt x="353210" y="12424"/>
                </a:lnTo>
                <a:lnTo>
                  <a:pt x="353421" y="12520"/>
                </a:lnTo>
                <a:lnTo>
                  <a:pt x="353638" y="12610"/>
                </a:lnTo>
                <a:lnTo>
                  <a:pt x="353860" y="12694"/>
                </a:lnTo>
                <a:lnTo>
                  <a:pt x="354087" y="12772"/>
                </a:lnTo>
                <a:lnTo>
                  <a:pt x="354319" y="12843"/>
                </a:lnTo>
                <a:lnTo>
                  <a:pt x="354556" y="12909"/>
                </a:lnTo>
                <a:lnTo>
                  <a:pt x="354799" y="12968"/>
                </a:lnTo>
                <a:lnTo>
                  <a:pt x="355046" y="13021"/>
                </a:lnTo>
                <a:lnTo>
                  <a:pt x="355298" y="13067"/>
                </a:lnTo>
                <a:lnTo>
                  <a:pt x="355556" y="13108"/>
                </a:lnTo>
                <a:lnTo>
                  <a:pt x="355819" y="13142"/>
                </a:lnTo>
                <a:lnTo>
                  <a:pt x="356087" y="13170"/>
                </a:lnTo>
                <a:lnTo>
                  <a:pt x="356360" y="13191"/>
                </a:lnTo>
                <a:lnTo>
                  <a:pt x="356638" y="13207"/>
                </a:lnTo>
                <a:lnTo>
                  <a:pt x="356921" y="13216"/>
                </a:lnTo>
                <a:lnTo>
                  <a:pt x="357209" y="13219"/>
                </a:lnTo>
                <a:lnTo>
                  <a:pt x="357497" y="13216"/>
                </a:lnTo>
                <a:lnTo>
                  <a:pt x="357780" y="13207"/>
                </a:lnTo>
                <a:lnTo>
                  <a:pt x="358058" y="13191"/>
                </a:lnTo>
                <a:lnTo>
                  <a:pt x="358331" y="13170"/>
                </a:lnTo>
                <a:close/>
                <a:moveTo>
                  <a:pt x="33150" y="61772"/>
                </a:moveTo>
                <a:lnTo>
                  <a:pt x="32931" y="61758"/>
                </a:lnTo>
                <a:lnTo>
                  <a:pt x="32715" y="61738"/>
                </a:lnTo>
                <a:lnTo>
                  <a:pt x="32504" y="61713"/>
                </a:lnTo>
                <a:lnTo>
                  <a:pt x="32296" y="61682"/>
                </a:lnTo>
                <a:lnTo>
                  <a:pt x="32092" y="61646"/>
                </a:lnTo>
                <a:lnTo>
                  <a:pt x="31893" y="61604"/>
                </a:lnTo>
                <a:lnTo>
                  <a:pt x="31697" y="61557"/>
                </a:lnTo>
                <a:lnTo>
                  <a:pt x="31505" y="61504"/>
                </a:lnTo>
                <a:lnTo>
                  <a:pt x="31318" y="61445"/>
                </a:lnTo>
                <a:lnTo>
                  <a:pt x="31134" y="61381"/>
                </a:lnTo>
                <a:lnTo>
                  <a:pt x="30954" y="61312"/>
                </a:lnTo>
                <a:lnTo>
                  <a:pt x="30779" y="61236"/>
                </a:lnTo>
                <a:lnTo>
                  <a:pt x="30607" y="61156"/>
                </a:lnTo>
                <a:lnTo>
                  <a:pt x="30439" y="61069"/>
                </a:lnTo>
                <a:lnTo>
                  <a:pt x="30275" y="60977"/>
                </a:lnTo>
                <a:lnTo>
                  <a:pt x="30116" y="60880"/>
                </a:lnTo>
                <a:lnTo>
                  <a:pt x="29960" y="60777"/>
                </a:lnTo>
                <a:lnTo>
                  <a:pt x="29808" y="60668"/>
                </a:lnTo>
                <a:lnTo>
                  <a:pt x="29660" y="60554"/>
                </a:lnTo>
                <a:lnTo>
                  <a:pt x="29516" y="60434"/>
                </a:lnTo>
                <a:lnTo>
                  <a:pt x="29376" y="60308"/>
                </a:lnTo>
                <a:lnTo>
                  <a:pt x="29241" y="60177"/>
                </a:lnTo>
                <a:lnTo>
                  <a:pt x="29109" y="60042"/>
                </a:lnTo>
                <a:lnTo>
                  <a:pt x="28984" y="59902"/>
                </a:lnTo>
                <a:lnTo>
                  <a:pt x="28864" y="59758"/>
                </a:lnTo>
                <a:lnTo>
                  <a:pt x="28750" y="59610"/>
                </a:lnTo>
                <a:lnTo>
                  <a:pt x="28641" y="59458"/>
                </a:lnTo>
                <a:lnTo>
                  <a:pt x="28538" y="59302"/>
                </a:lnTo>
                <a:lnTo>
                  <a:pt x="28440" y="59143"/>
                </a:lnTo>
                <a:lnTo>
                  <a:pt x="28348" y="58979"/>
                </a:lnTo>
                <a:lnTo>
                  <a:pt x="28261" y="58811"/>
                </a:lnTo>
                <a:lnTo>
                  <a:pt x="28181" y="58639"/>
                </a:lnTo>
                <a:lnTo>
                  <a:pt x="28105" y="58464"/>
                </a:lnTo>
                <a:lnTo>
                  <a:pt x="28035" y="58284"/>
                </a:lnTo>
                <a:lnTo>
                  <a:pt x="27971" y="58100"/>
                </a:lnTo>
                <a:lnTo>
                  <a:pt x="27913" y="57912"/>
                </a:lnTo>
                <a:lnTo>
                  <a:pt x="27860" y="57721"/>
                </a:lnTo>
                <a:lnTo>
                  <a:pt x="27812" y="57525"/>
                </a:lnTo>
                <a:lnTo>
                  <a:pt x="27770" y="57326"/>
                </a:lnTo>
                <a:lnTo>
                  <a:pt x="27734" y="57122"/>
                </a:lnTo>
                <a:lnTo>
                  <a:pt x="27704" y="56914"/>
                </a:lnTo>
                <a:lnTo>
                  <a:pt x="27678" y="56703"/>
                </a:lnTo>
                <a:lnTo>
                  <a:pt x="27659" y="56487"/>
                </a:lnTo>
                <a:lnTo>
                  <a:pt x="27645" y="56268"/>
                </a:lnTo>
                <a:lnTo>
                  <a:pt x="27637" y="56044"/>
                </a:lnTo>
                <a:lnTo>
                  <a:pt x="27634" y="55817"/>
                </a:lnTo>
                <a:lnTo>
                  <a:pt x="27634" y="5141"/>
                </a:lnTo>
                <a:lnTo>
                  <a:pt x="0" y="5141"/>
                </a:lnTo>
                <a:lnTo>
                  <a:pt x="0" y="15514"/>
                </a:lnTo>
                <a:lnTo>
                  <a:pt x="16158" y="15514"/>
                </a:lnTo>
                <a:lnTo>
                  <a:pt x="16158" y="55817"/>
                </a:lnTo>
                <a:lnTo>
                  <a:pt x="16162" y="56220"/>
                </a:lnTo>
                <a:lnTo>
                  <a:pt x="16173" y="56620"/>
                </a:lnTo>
                <a:lnTo>
                  <a:pt x="16191" y="57015"/>
                </a:lnTo>
                <a:lnTo>
                  <a:pt x="16217" y="57406"/>
                </a:lnTo>
                <a:lnTo>
                  <a:pt x="16250" y="57794"/>
                </a:lnTo>
                <a:lnTo>
                  <a:pt x="16290" y="58177"/>
                </a:lnTo>
                <a:lnTo>
                  <a:pt x="16338" y="58557"/>
                </a:lnTo>
                <a:lnTo>
                  <a:pt x="16393" y="58933"/>
                </a:lnTo>
                <a:lnTo>
                  <a:pt x="16455" y="59304"/>
                </a:lnTo>
                <a:lnTo>
                  <a:pt x="16525" y="59672"/>
                </a:lnTo>
                <a:lnTo>
                  <a:pt x="16602" y="60035"/>
                </a:lnTo>
                <a:lnTo>
                  <a:pt x="16686" y="60395"/>
                </a:lnTo>
                <a:lnTo>
                  <a:pt x="16778" y="60750"/>
                </a:lnTo>
                <a:lnTo>
                  <a:pt x="16877" y="61102"/>
                </a:lnTo>
                <a:lnTo>
                  <a:pt x="16983" y="61450"/>
                </a:lnTo>
                <a:lnTo>
                  <a:pt x="17097" y="61793"/>
                </a:lnTo>
                <a:lnTo>
                  <a:pt x="17218" y="62133"/>
                </a:lnTo>
                <a:lnTo>
                  <a:pt x="17346" y="62469"/>
                </a:lnTo>
                <a:lnTo>
                  <a:pt x="17481" y="62801"/>
                </a:lnTo>
                <a:lnTo>
                  <a:pt x="17624" y="63128"/>
                </a:lnTo>
                <a:lnTo>
                  <a:pt x="17775" y="63452"/>
                </a:lnTo>
                <a:lnTo>
                  <a:pt x="17932" y="63772"/>
                </a:lnTo>
                <a:lnTo>
                  <a:pt x="18097" y="64088"/>
                </a:lnTo>
                <a:lnTo>
                  <a:pt x="18269" y="64399"/>
                </a:lnTo>
                <a:lnTo>
                  <a:pt x="18448" y="64706"/>
                </a:lnTo>
                <a:lnTo>
                  <a:pt x="18632" y="65007"/>
                </a:lnTo>
                <a:lnTo>
                  <a:pt x="18822" y="65302"/>
                </a:lnTo>
                <a:lnTo>
                  <a:pt x="19018" y="65592"/>
                </a:lnTo>
                <a:lnTo>
                  <a:pt x="19219" y="65875"/>
                </a:lnTo>
                <a:lnTo>
                  <a:pt x="19425" y="66152"/>
                </a:lnTo>
                <a:lnTo>
                  <a:pt x="19637" y="66424"/>
                </a:lnTo>
                <a:lnTo>
                  <a:pt x="19855" y="66689"/>
                </a:lnTo>
                <a:lnTo>
                  <a:pt x="20079" y="66949"/>
                </a:lnTo>
                <a:lnTo>
                  <a:pt x="20307" y="67203"/>
                </a:lnTo>
                <a:lnTo>
                  <a:pt x="20542" y="67451"/>
                </a:lnTo>
                <a:lnTo>
                  <a:pt x="20782" y="67693"/>
                </a:lnTo>
                <a:lnTo>
                  <a:pt x="21028" y="67929"/>
                </a:lnTo>
                <a:lnTo>
                  <a:pt x="21279" y="68159"/>
                </a:lnTo>
                <a:lnTo>
                  <a:pt x="21536" y="68383"/>
                </a:lnTo>
                <a:lnTo>
                  <a:pt x="21798" y="68602"/>
                </a:lnTo>
                <a:lnTo>
                  <a:pt x="22066" y="68814"/>
                </a:lnTo>
                <a:lnTo>
                  <a:pt x="22340" y="69021"/>
                </a:lnTo>
                <a:lnTo>
                  <a:pt x="22619" y="69222"/>
                </a:lnTo>
                <a:lnTo>
                  <a:pt x="22904" y="69417"/>
                </a:lnTo>
                <a:lnTo>
                  <a:pt x="23194" y="69606"/>
                </a:lnTo>
                <a:lnTo>
                  <a:pt x="23490" y="69789"/>
                </a:lnTo>
                <a:lnTo>
                  <a:pt x="23791" y="69966"/>
                </a:lnTo>
                <a:lnTo>
                  <a:pt x="24098" y="70137"/>
                </a:lnTo>
                <a:lnTo>
                  <a:pt x="24410" y="70302"/>
                </a:lnTo>
                <a:lnTo>
                  <a:pt x="24727" y="70460"/>
                </a:lnTo>
                <a:lnTo>
                  <a:pt x="25047" y="70611"/>
                </a:lnTo>
                <a:lnTo>
                  <a:pt x="25372" y="70754"/>
                </a:lnTo>
                <a:lnTo>
                  <a:pt x="25702" y="70891"/>
                </a:lnTo>
                <a:lnTo>
                  <a:pt x="26035" y="71021"/>
                </a:lnTo>
                <a:lnTo>
                  <a:pt x="26373" y="71144"/>
                </a:lnTo>
                <a:lnTo>
                  <a:pt x="26715" y="71259"/>
                </a:lnTo>
                <a:lnTo>
                  <a:pt x="27062" y="71368"/>
                </a:lnTo>
                <a:lnTo>
                  <a:pt x="27412" y="71470"/>
                </a:lnTo>
                <a:lnTo>
                  <a:pt x="27767" y="71564"/>
                </a:lnTo>
                <a:lnTo>
                  <a:pt x="28127" y="71652"/>
                </a:lnTo>
                <a:lnTo>
                  <a:pt x="28491" y="71733"/>
                </a:lnTo>
                <a:lnTo>
                  <a:pt x="28859" y="71806"/>
                </a:lnTo>
                <a:lnTo>
                  <a:pt x="29231" y="71873"/>
                </a:lnTo>
                <a:lnTo>
                  <a:pt x="29607" y="71933"/>
                </a:lnTo>
                <a:lnTo>
                  <a:pt x="29988" y="71985"/>
                </a:lnTo>
                <a:lnTo>
                  <a:pt x="30373" y="72031"/>
                </a:lnTo>
                <a:lnTo>
                  <a:pt x="30763" y="72069"/>
                </a:lnTo>
                <a:lnTo>
                  <a:pt x="31157" y="72101"/>
                </a:lnTo>
                <a:lnTo>
                  <a:pt x="31555" y="72126"/>
                </a:lnTo>
                <a:lnTo>
                  <a:pt x="31957" y="72143"/>
                </a:lnTo>
                <a:lnTo>
                  <a:pt x="32364" y="72154"/>
                </a:lnTo>
                <a:lnTo>
                  <a:pt x="32775" y="72157"/>
                </a:lnTo>
                <a:lnTo>
                  <a:pt x="48841" y="72157"/>
                </a:lnTo>
                <a:lnTo>
                  <a:pt x="48841" y="61783"/>
                </a:lnTo>
                <a:lnTo>
                  <a:pt x="33601" y="61783"/>
                </a:lnTo>
                <a:lnTo>
                  <a:pt x="33374" y="61780"/>
                </a:lnTo>
                <a:lnTo>
                  <a:pt x="33150" y="61772"/>
                </a:lnTo>
                <a:close/>
                <a:moveTo>
                  <a:pt x="198944" y="29295"/>
                </a:moveTo>
                <a:lnTo>
                  <a:pt x="198810" y="28878"/>
                </a:lnTo>
                <a:lnTo>
                  <a:pt x="198663" y="28470"/>
                </a:lnTo>
                <a:lnTo>
                  <a:pt x="198504" y="28071"/>
                </a:lnTo>
                <a:lnTo>
                  <a:pt x="198332" y="27681"/>
                </a:lnTo>
                <a:lnTo>
                  <a:pt x="198147" y="27300"/>
                </a:lnTo>
                <a:lnTo>
                  <a:pt x="197949" y="26929"/>
                </a:lnTo>
                <a:lnTo>
                  <a:pt x="197739" y="26566"/>
                </a:lnTo>
                <a:lnTo>
                  <a:pt x="197516" y="26212"/>
                </a:lnTo>
                <a:lnTo>
                  <a:pt x="197280" y="25868"/>
                </a:lnTo>
                <a:lnTo>
                  <a:pt x="197031" y="25532"/>
                </a:lnTo>
                <a:lnTo>
                  <a:pt x="196770" y="25206"/>
                </a:lnTo>
                <a:lnTo>
                  <a:pt x="196495" y="24889"/>
                </a:lnTo>
                <a:lnTo>
                  <a:pt x="196208" y="24581"/>
                </a:lnTo>
                <a:lnTo>
                  <a:pt x="195909" y="24282"/>
                </a:lnTo>
                <a:lnTo>
                  <a:pt x="195598" y="23993"/>
                </a:lnTo>
                <a:lnTo>
                  <a:pt x="195279" y="23717"/>
                </a:lnTo>
                <a:lnTo>
                  <a:pt x="194951" y="23453"/>
                </a:lnTo>
                <a:lnTo>
                  <a:pt x="194613" y="23202"/>
                </a:lnTo>
                <a:lnTo>
                  <a:pt x="194267" y="22962"/>
                </a:lnTo>
                <a:lnTo>
                  <a:pt x="193912" y="22735"/>
                </a:lnTo>
                <a:lnTo>
                  <a:pt x="193548" y="22521"/>
                </a:lnTo>
                <a:lnTo>
                  <a:pt x="193175" y="22318"/>
                </a:lnTo>
                <a:lnTo>
                  <a:pt x="192794" y="22128"/>
                </a:lnTo>
                <a:lnTo>
                  <a:pt x="192403" y="21950"/>
                </a:lnTo>
                <a:lnTo>
                  <a:pt x="192003" y="21784"/>
                </a:lnTo>
                <a:lnTo>
                  <a:pt x="191595" y="21631"/>
                </a:lnTo>
                <a:lnTo>
                  <a:pt x="191177" y="21490"/>
                </a:lnTo>
                <a:lnTo>
                  <a:pt x="190751" y="21361"/>
                </a:lnTo>
                <a:lnTo>
                  <a:pt x="190315" y="21244"/>
                </a:lnTo>
                <a:lnTo>
                  <a:pt x="189871" y="21140"/>
                </a:lnTo>
                <a:lnTo>
                  <a:pt x="189418" y="21048"/>
                </a:lnTo>
                <a:lnTo>
                  <a:pt x="188956" y="20968"/>
                </a:lnTo>
                <a:lnTo>
                  <a:pt x="188484" y="20901"/>
                </a:lnTo>
                <a:lnTo>
                  <a:pt x="188004" y="20846"/>
                </a:lnTo>
                <a:lnTo>
                  <a:pt x="187516" y="20803"/>
                </a:lnTo>
                <a:lnTo>
                  <a:pt x="187018" y="20772"/>
                </a:lnTo>
                <a:lnTo>
                  <a:pt x="186511" y="20754"/>
                </a:lnTo>
                <a:lnTo>
                  <a:pt x="185995" y="20747"/>
                </a:lnTo>
                <a:lnTo>
                  <a:pt x="185365" y="20756"/>
                </a:lnTo>
                <a:lnTo>
                  <a:pt x="184746" y="20784"/>
                </a:lnTo>
                <a:lnTo>
                  <a:pt x="184137" y="20829"/>
                </a:lnTo>
                <a:lnTo>
                  <a:pt x="183539" y="20893"/>
                </a:lnTo>
                <a:lnTo>
                  <a:pt x="182952" y="20975"/>
                </a:lnTo>
                <a:lnTo>
                  <a:pt x="182374" y="21074"/>
                </a:lnTo>
                <a:lnTo>
                  <a:pt x="181808" y="21193"/>
                </a:lnTo>
                <a:lnTo>
                  <a:pt x="181252" y="21329"/>
                </a:lnTo>
                <a:lnTo>
                  <a:pt x="180706" y="21483"/>
                </a:lnTo>
                <a:lnTo>
                  <a:pt x="180171" y="21656"/>
                </a:lnTo>
                <a:lnTo>
                  <a:pt x="179646" y="21847"/>
                </a:lnTo>
                <a:lnTo>
                  <a:pt x="179132" y="22056"/>
                </a:lnTo>
                <a:lnTo>
                  <a:pt x="178629" y="22283"/>
                </a:lnTo>
                <a:lnTo>
                  <a:pt x="178136" y="22528"/>
                </a:lnTo>
                <a:lnTo>
                  <a:pt x="177653" y="22792"/>
                </a:lnTo>
                <a:lnTo>
                  <a:pt x="177181" y="23073"/>
                </a:lnTo>
                <a:lnTo>
                  <a:pt x="176720" y="23373"/>
                </a:lnTo>
                <a:lnTo>
                  <a:pt x="176269" y="23691"/>
                </a:lnTo>
                <a:lnTo>
                  <a:pt x="175829" y="24027"/>
                </a:lnTo>
                <a:lnTo>
                  <a:pt x="175399" y="24382"/>
                </a:lnTo>
                <a:lnTo>
                  <a:pt x="174979" y="24754"/>
                </a:lnTo>
                <a:lnTo>
                  <a:pt x="174570" y="25145"/>
                </a:lnTo>
                <a:lnTo>
                  <a:pt x="174172" y="25554"/>
                </a:lnTo>
                <a:lnTo>
                  <a:pt x="173784" y="25981"/>
                </a:lnTo>
                <a:lnTo>
                  <a:pt x="173410" y="26423"/>
                </a:lnTo>
                <a:lnTo>
                  <a:pt x="173051" y="26878"/>
                </a:lnTo>
                <a:lnTo>
                  <a:pt x="172709" y="27346"/>
                </a:lnTo>
                <a:lnTo>
                  <a:pt x="172382" y="27827"/>
                </a:lnTo>
                <a:lnTo>
                  <a:pt x="172071" y="28320"/>
                </a:lnTo>
                <a:lnTo>
                  <a:pt x="171777" y="28826"/>
                </a:lnTo>
                <a:lnTo>
                  <a:pt x="171498" y="29345"/>
                </a:lnTo>
                <a:lnTo>
                  <a:pt x="171235" y="29877"/>
                </a:lnTo>
                <a:lnTo>
                  <a:pt x="170988" y="30421"/>
                </a:lnTo>
                <a:lnTo>
                  <a:pt x="170757" y="30979"/>
                </a:lnTo>
                <a:lnTo>
                  <a:pt x="170542" y="31548"/>
                </a:lnTo>
                <a:lnTo>
                  <a:pt x="170343" y="32131"/>
                </a:lnTo>
                <a:lnTo>
                  <a:pt x="170159" y="32726"/>
                </a:lnTo>
                <a:lnTo>
                  <a:pt x="169992" y="33335"/>
                </a:lnTo>
                <a:lnTo>
                  <a:pt x="169841" y="33956"/>
                </a:lnTo>
                <a:lnTo>
                  <a:pt x="169705" y="34589"/>
                </a:lnTo>
                <a:lnTo>
                  <a:pt x="169586" y="35236"/>
                </a:lnTo>
                <a:lnTo>
                  <a:pt x="169482" y="35895"/>
                </a:lnTo>
                <a:lnTo>
                  <a:pt x="169394" y="36567"/>
                </a:lnTo>
                <a:lnTo>
                  <a:pt x="169323" y="37252"/>
                </a:lnTo>
                <a:lnTo>
                  <a:pt x="169267" y="37949"/>
                </a:lnTo>
                <a:lnTo>
                  <a:pt x="169227" y="38659"/>
                </a:lnTo>
                <a:lnTo>
                  <a:pt x="169203" y="39382"/>
                </a:lnTo>
                <a:lnTo>
                  <a:pt x="169195" y="40118"/>
                </a:lnTo>
                <a:lnTo>
                  <a:pt x="169195" y="53797"/>
                </a:lnTo>
                <a:lnTo>
                  <a:pt x="169203" y="54525"/>
                </a:lnTo>
                <a:lnTo>
                  <a:pt x="169227" y="55241"/>
                </a:lnTo>
                <a:lnTo>
                  <a:pt x="169268" y="55944"/>
                </a:lnTo>
                <a:lnTo>
                  <a:pt x="169324" y="56635"/>
                </a:lnTo>
                <a:lnTo>
                  <a:pt x="169396" y="57313"/>
                </a:lnTo>
                <a:lnTo>
                  <a:pt x="169485" y="57979"/>
                </a:lnTo>
                <a:lnTo>
                  <a:pt x="169590" y="58633"/>
                </a:lnTo>
                <a:lnTo>
                  <a:pt x="169710" y="59274"/>
                </a:lnTo>
                <a:lnTo>
                  <a:pt x="169847" y="59903"/>
                </a:lnTo>
                <a:lnTo>
                  <a:pt x="170000" y="60519"/>
                </a:lnTo>
                <a:lnTo>
                  <a:pt x="170169" y="61123"/>
                </a:lnTo>
                <a:lnTo>
                  <a:pt x="170354" y="61714"/>
                </a:lnTo>
                <a:lnTo>
                  <a:pt x="170555" y="62293"/>
                </a:lnTo>
                <a:lnTo>
                  <a:pt x="170773" y="62860"/>
                </a:lnTo>
                <a:lnTo>
                  <a:pt x="171006" y="63414"/>
                </a:lnTo>
                <a:lnTo>
                  <a:pt x="171255" y="63956"/>
                </a:lnTo>
                <a:lnTo>
                  <a:pt x="171521" y="64485"/>
                </a:lnTo>
                <a:lnTo>
                  <a:pt x="171803" y="65002"/>
                </a:lnTo>
                <a:lnTo>
                  <a:pt x="172100" y="65507"/>
                </a:lnTo>
                <a:lnTo>
                  <a:pt x="172414" y="65999"/>
                </a:lnTo>
                <a:lnTo>
                  <a:pt x="172744" y="66478"/>
                </a:lnTo>
                <a:lnTo>
                  <a:pt x="173090" y="66946"/>
                </a:lnTo>
                <a:lnTo>
                  <a:pt x="173452" y="67400"/>
                </a:lnTo>
                <a:lnTo>
                  <a:pt x="173831" y="67843"/>
                </a:lnTo>
                <a:lnTo>
                  <a:pt x="174222" y="68270"/>
                </a:lnTo>
                <a:lnTo>
                  <a:pt x="174623" y="68678"/>
                </a:lnTo>
                <a:lnTo>
                  <a:pt x="175035" y="69069"/>
                </a:lnTo>
                <a:lnTo>
                  <a:pt x="175456" y="69441"/>
                </a:lnTo>
                <a:lnTo>
                  <a:pt x="175888" y="69796"/>
                </a:lnTo>
                <a:lnTo>
                  <a:pt x="176330" y="70132"/>
                </a:lnTo>
                <a:lnTo>
                  <a:pt x="176781" y="70450"/>
                </a:lnTo>
                <a:lnTo>
                  <a:pt x="177243" y="70749"/>
                </a:lnTo>
                <a:lnTo>
                  <a:pt x="177715" y="71031"/>
                </a:lnTo>
                <a:lnTo>
                  <a:pt x="178196" y="71294"/>
                </a:lnTo>
                <a:lnTo>
                  <a:pt x="178688" y="71540"/>
                </a:lnTo>
                <a:lnTo>
                  <a:pt x="179190" y="71767"/>
                </a:lnTo>
                <a:lnTo>
                  <a:pt x="179702" y="71976"/>
                </a:lnTo>
                <a:lnTo>
                  <a:pt x="180224" y="72166"/>
                </a:lnTo>
                <a:lnTo>
                  <a:pt x="180756" y="72339"/>
                </a:lnTo>
                <a:lnTo>
                  <a:pt x="181298" y="72493"/>
                </a:lnTo>
                <a:lnTo>
                  <a:pt x="181850" y="72630"/>
                </a:lnTo>
                <a:lnTo>
                  <a:pt x="182412" y="72748"/>
                </a:lnTo>
                <a:lnTo>
                  <a:pt x="182984" y="72848"/>
                </a:lnTo>
                <a:lnTo>
                  <a:pt x="183566" y="72929"/>
                </a:lnTo>
                <a:lnTo>
                  <a:pt x="184158" y="72993"/>
                </a:lnTo>
                <a:lnTo>
                  <a:pt x="184761" y="73038"/>
                </a:lnTo>
                <a:lnTo>
                  <a:pt x="185373" y="73066"/>
                </a:lnTo>
                <a:lnTo>
                  <a:pt x="185995" y="73075"/>
                </a:lnTo>
                <a:lnTo>
                  <a:pt x="186511" y="73069"/>
                </a:lnTo>
                <a:lnTo>
                  <a:pt x="187018" y="73050"/>
                </a:lnTo>
                <a:lnTo>
                  <a:pt x="187516" y="73019"/>
                </a:lnTo>
                <a:lnTo>
                  <a:pt x="188004" y="72976"/>
                </a:lnTo>
                <a:lnTo>
                  <a:pt x="188484" y="72921"/>
                </a:lnTo>
                <a:lnTo>
                  <a:pt x="188956" y="72854"/>
                </a:lnTo>
                <a:lnTo>
                  <a:pt x="189418" y="72774"/>
                </a:lnTo>
                <a:lnTo>
                  <a:pt x="189871" y="72682"/>
                </a:lnTo>
                <a:lnTo>
                  <a:pt x="190315" y="72578"/>
                </a:lnTo>
                <a:lnTo>
                  <a:pt x="190751" y="72461"/>
                </a:lnTo>
                <a:lnTo>
                  <a:pt x="191177" y="72332"/>
                </a:lnTo>
                <a:lnTo>
                  <a:pt x="191595" y="72191"/>
                </a:lnTo>
                <a:lnTo>
                  <a:pt x="192003" y="72038"/>
                </a:lnTo>
                <a:lnTo>
                  <a:pt x="192403" y="71872"/>
                </a:lnTo>
                <a:lnTo>
                  <a:pt x="192794" y="71694"/>
                </a:lnTo>
                <a:lnTo>
                  <a:pt x="193175" y="71504"/>
                </a:lnTo>
                <a:lnTo>
                  <a:pt x="193548" y="71301"/>
                </a:lnTo>
                <a:lnTo>
                  <a:pt x="193912" y="71087"/>
                </a:lnTo>
                <a:lnTo>
                  <a:pt x="194267" y="70860"/>
                </a:lnTo>
                <a:lnTo>
                  <a:pt x="194613" y="70620"/>
                </a:lnTo>
                <a:lnTo>
                  <a:pt x="194951" y="70369"/>
                </a:lnTo>
                <a:lnTo>
                  <a:pt x="195279" y="70105"/>
                </a:lnTo>
                <a:lnTo>
                  <a:pt x="195598" y="69829"/>
                </a:lnTo>
                <a:lnTo>
                  <a:pt x="195909" y="69540"/>
                </a:lnTo>
                <a:lnTo>
                  <a:pt x="196208" y="69241"/>
                </a:lnTo>
                <a:lnTo>
                  <a:pt x="196495" y="68933"/>
                </a:lnTo>
                <a:lnTo>
                  <a:pt x="196770" y="68616"/>
                </a:lnTo>
                <a:lnTo>
                  <a:pt x="197031" y="68290"/>
                </a:lnTo>
                <a:lnTo>
                  <a:pt x="197280" y="67954"/>
                </a:lnTo>
                <a:lnTo>
                  <a:pt x="197516" y="67610"/>
                </a:lnTo>
                <a:lnTo>
                  <a:pt x="197739" y="67256"/>
                </a:lnTo>
                <a:lnTo>
                  <a:pt x="197949" y="66893"/>
                </a:lnTo>
                <a:lnTo>
                  <a:pt x="198147" y="66522"/>
                </a:lnTo>
                <a:lnTo>
                  <a:pt x="198332" y="66141"/>
                </a:lnTo>
                <a:lnTo>
                  <a:pt x="198504" y="65751"/>
                </a:lnTo>
                <a:lnTo>
                  <a:pt x="198663" y="65352"/>
                </a:lnTo>
                <a:lnTo>
                  <a:pt x="198810" y="64944"/>
                </a:lnTo>
                <a:lnTo>
                  <a:pt x="198944" y="64527"/>
                </a:lnTo>
                <a:lnTo>
                  <a:pt x="199065" y="64100"/>
                </a:lnTo>
                <a:lnTo>
                  <a:pt x="199174" y="63665"/>
                </a:lnTo>
                <a:lnTo>
                  <a:pt x="199269" y="63221"/>
                </a:lnTo>
                <a:lnTo>
                  <a:pt x="199352" y="62767"/>
                </a:lnTo>
                <a:lnTo>
                  <a:pt x="199390" y="62518"/>
                </a:lnTo>
                <a:lnTo>
                  <a:pt x="199582" y="62518"/>
                </a:lnTo>
                <a:lnTo>
                  <a:pt x="199582" y="72157"/>
                </a:lnTo>
                <a:lnTo>
                  <a:pt x="210781" y="72157"/>
                </a:lnTo>
                <a:lnTo>
                  <a:pt x="210781" y="5141"/>
                </a:lnTo>
                <a:lnTo>
                  <a:pt x="199306" y="5141"/>
                </a:lnTo>
                <a:lnTo>
                  <a:pt x="199306" y="19278"/>
                </a:lnTo>
                <a:lnTo>
                  <a:pt x="199673" y="31304"/>
                </a:lnTo>
                <a:lnTo>
                  <a:pt x="199390" y="31304"/>
                </a:lnTo>
                <a:lnTo>
                  <a:pt x="199352" y="31055"/>
                </a:lnTo>
                <a:lnTo>
                  <a:pt x="199269" y="30601"/>
                </a:lnTo>
                <a:lnTo>
                  <a:pt x="199174" y="30157"/>
                </a:lnTo>
                <a:lnTo>
                  <a:pt x="199065" y="29722"/>
                </a:lnTo>
                <a:lnTo>
                  <a:pt x="198944" y="29295"/>
                </a:lnTo>
                <a:close/>
                <a:moveTo>
                  <a:pt x="188281" y="63048"/>
                </a:moveTo>
                <a:lnTo>
                  <a:pt x="187951" y="62999"/>
                </a:lnTo>
                <a:lnTo>
                  <a:pt x="187627" y="62941"/>
                </a:lnTo>
                <a:lnTo>
                  <a:pt x="187310" y="62874"/>
                </a:lnTo>
                <a:lnTo>
                  <a:pt x="187000" y="62798"/>
                </a:lnTo>
                <a:lnTo>
                  <a:pt x="186696" y="62713"/>
                </a:lnTo>
                <a:lnTo>
                  <a:pt x="186399" y="62620"/>
                </a:lnTo>
                <a:lnTo>
                  <a:pt x="186109" y="62517"/>
                </a:lnTo>
                <a:lnTo>
                  <a:pt x="185825" y="62406"/>
                </a:lnTo>
                <a:lnTo>
                  <a:pt x="185549" y="62285"/>
                </a:lnTo>
                <a:lnTo>
                  <a:pt x="185278" y="62156"/>
                </a:lnTo>
                <a:lnTo>
                  <a:pt x="185015" y="62017"/>
                </a:lnTo>
                <a:lnTo>
                  <a:pt x="184758" y="61870"/>
                </a:lnTo>
                <a:lnTo>
                  <a:pt x="184508" y="61714"/>
                </a:lnTo>
                <a:lnTo>
                  <a:pt x="184265" y="61549"/>
                </a:lnTo>
                <a:lnTo>
                  <a:pt x="184028" y="61375"/>
                </a:lnTo>
                <a:lnTo>
                  <a:pt x="183798" y="61192"/>
                </a:lnTo>
                <a:lnTo>
                  <a:pt x="183575" y="61000"/>
                </a:lnTo>
                <a:lnTo>
                  <a:pt x="183359" y="60799"/>
                </a:lnTo>
                <a:lnTo>
                  <a:pt x="183149" y="60589"/>
                </a:lnTo>
                <a:lnTo>
                  <a:pt x="182947" y="60371"/>
                </a:lnTo>
                <a:lnTo>
                  <a:pt x="182753" y="60146"/>
                </a:lnTo>
                <a:lnTo>
                  <a:pt x="182568" y="59912"/>
                </a:lnTo>
                <a:lnTo>
                  <a:pt x="182392" y="59671"/>
                </a:lnTo>
                <a:lnTo>
                  <a:pt x="182224" y="59423"/>
                </a:lnTo>
                <a:lnTo>
                  <a:pt x="182065" y="59166"/>
                </a:lnTo>
                <a:lnTo>
                  <a:pt x="181914" y="58902"/>
                </a:lnTo>
                <a:lnTo>
                  <a:pt x="181772" y="58631"/>
                </a:lnTo>
                <a:lnTo>
                  <a:pt x="181639" y="58352"/>
                </a:lnTo>
                <a:lnTo>
                  <a:pt x="181514" y="58065"/>
                </a:lnTo>
                <a:lnTo>
                  <a:pt x="181398" y="57770"/>
                </a:lnTo>
                <a:lnTo>
                  <a:pt x="181290" y="57468"/>
                </a:lnTo>
                <a:lnTo>
                  <a:pt x="181191" y="57158"/>
                </a:lnTo>
                <a:lnTo>
                  <a:pt x="181101" y="56841"/>
                </a:lnTo>
                <a:lnTo>
                  <a:pt x="181019" y="56516"/>
                </a:lnTo>
                <a:lnTo>
                  <a:pt x="180946" y="56183"/>
                </a:lnTo>
                <a:lnTo>
                  <a:pt x="180881" y="55843"/>
                </a:lnTo>
                <a:lnTo>
                  <a:pt x="180826" y="55495"/>
                </a:lnTo>
                <a:lnTo>
                  <a:pt x="180778" y="55139"/>
                </a:lnTo>
                <a:lnTo>
                  <a:pt x="180740" y="54776"/>
                </a:lnTo>
                <a:lnTo>
                  <a:pt x="180709" y="54405"/>
                </a:lnTo>
                <a:lnTo>
                  <a:pt x="180688" y="54026"/>
                </a:lnTo>
                <a:lnTo>
                  <a:pt x="180675" y="53640"/>
                </a:lnTo>
                <a:lnTo>
                  <a:pt x="180671" y="53246"/>
                </a:lnTo>
                <a:lnTo>
                  <a:pt x="180671" y="40577"/>
                </a:lnTo>
                <a:lnTo>
                  <a:pt x="180675" y="40183"/>
                </a:lnTo>
                <a:lnTo>
                  <a:pt x="180688" y="39797"/>
                </a:lnTo>
                <a:lnTo>
                  <a:pt x="180709" y="39418"/>
                </a:lnTo>
                <a:lnTo>
                  <a:pt x="180740" y="39047"/>
                </a:lnTo>
                <a:lnTo>
                  <a:pt x="180778" y="38684"/>
                </a:lnTo>
                <a:lnTo>
                  <a:pt x="180826" y="38328"/>
                </a:lnTo>
                <a:lnTo>
                  <a:pt x="180881" y="37980"/>
                </a:lnTo>
                <a:lnTo>
                  <a:pt x="180946" y="37639"/>
                </a:lnTo>
                <a:lnTo>
                  <a:pt x="181019" y="37307"/>
                </a:lnTo>
                <a:lnTo>
                  <a:pt x="181101" y="36982"/>
                </a:lnTo>
                <a:lnTo>
                  <a:pt x="181191" y="36664"/>
                </a:lnTo>
                <a:lnTo>
                  <a:pt x="181290" y="36354"/>
                </a:lnTo>
                <a:lnTo>
                  <a:pt x="181398" y="36052"/>
                </a:lnTo>
                <a:lnTo>
                  <a:pt x="181514" y="35757"/>
                </a:lnTo>
                <a:lnTo>
                  <a:pt x="181639" y="35471"/>
                </a:lnTo>
                <a:lnTo>
                  <a:pt x="181772" y="35191"/>
                </a:lnTo>
                <a:lnTo>
                  <a:pt x="181914" y="34920"/>
                </a:lnTo>
                <a:lnTo>
                  <a:pt x="182065" y="34656"/>
                </a:lnTo>
                <a:lnTo>
                  <a:pt x="182224" y="34399"/>
                </a:lnTo>
                <a:lnTo>
                  <a:pt x="182392" y="34151"/>
                </a:lnTo>
                <a:lnTo>
                  <a:pt x="182568" y="33910"/>
                </a:lnTo>
                <a:lnTo>
                  <a:pt x="182753" y="33677"/>
                </a:lnTo>
                <a:lnTo>
                  <a:pt x="182947" y="33451"/>
                </a:lnTo>
                <a:lnTo>
                  <a:pt x="183149" y="33233"/>
                </a:lnTo>
                <a:lnTo>
                  <a:pt x="183359" y="33023"/>
                </a:lnTo>
                <a:lnTo>
                  <a:pt x="183575" y="32822"/>
                </a:lnTo>
                <a:lnTo>
                  <a:pt x="183798" y="32630"/>
                </a:lnTo>
                <a:lnTo>
                  <a:pt x="184028" y="32447"/>
                </a:lnTo>
                <a:lnTo>
                  <a:pt x="184265" y="32273"/>
                </a:lnTo>
                <a:lnTo>
                  <a:pt x="184508" y="32108"/>
                </a:lnTo>
                <a:lnTo>
                  <a:pt x="184758" y="31952"/>
                </a:lnTo>
                <a:lnTo>
                  <a:pt x="185015" y="31805"/>
                </a:lnTo>
                <a:lnTo>
                  <a:pt x="185278" y="31666"/>
                </a:lnTo>
                <a:lnTo>
                  <a:pt x="185549" y="31537"/>
                </a:lnTo>
                <a:lnTo>
                  <a:pt x="185825" y="31417"/>
                </a:lnTo>
                <a:lnTo>
                  <a:pt x="186109" y="31305"/>
                </a:lnTo>
                <a:lnTo>
                  <a:pt x="186399" y="31202"/>
                </a:lnTo>
                <a:lnTo>
                  <a:pt x="186696" y="31109"/>
                </a:lnTo>
                <a:lnTo>
                  <a:pt x="187000" y="31024"/>
                </a:lnTo>
                <a:lnTo>
                  <a:pt x="187310" y="30948"/>
                </a:lnTo>
                <a:lnTo>
                  <a:pt x="187627" y="30881"/>
                </a:lnTo>
                <a:lnTo>
                  <a:pt x="187951" y="30823"/>
                </a:lnTo>
                <a:lnTo>
                  <a:pt x="188281" y="30774"/>
                </a:lnTo>
                <a:lnTo>
                  <a:pt x="188618" y="30734"/>
                </a:lnTo>
                <a:lnTo>
                  <a:pt x="188962" y="30702"/>
                </a:lnTo>
                <a:lnTo>
                  <a:pt x="189313" y="30680"/>
                </a:lnTo>
                <a:lnTo>
                  <a:pt x="189670" y="30667"/>
                </a:lnTo>
                <a:lnTo>
                  <a:pt x="190034" y="30662"/>
                </a:lnTo>
                <a:lnTo>
                  <a:pt x="190398" y="30667"/>
                </a:lnTo>
                <a:lnTo>
                  <a:pt x="190754" y="30680"/>
                </a:lnTo>
                <a:lnTo>
                  <a:pt x="191105" y="30703"/>
                </a:lnTo>
                <a:lnTo>
                  <a:pt x="191448" y="30735"/>
                </a:lnTo>
                <a:lnTo>
                  <a:pt x="191784" y="30776"/>
                </a:lnTo>
                <a:lnTo>
                  <a:pt x="192114" y="30826"/>
                </a:lnTo>
                <a:lnTo>
                  <a:pt x="192436" y="30885"/>
                </a:lnTo>
                <a:lnTo>
                  <a:pt x="192752" y="30953"/>
                </a:lnTo>
                <a:lnTo>
                  <a:pt x="193061" y="31030"/>
                </a:lnTo>
                <a:lnTo>
                  <a:pt x="193363" y="31117"/>
                </a:lnTo>
                <a:lnTo>
                  <a:pt x="193658" y="31212"/>
                </a:lnTo>
                <a:lnTo>
                  <a:pt x="193947" y="31317"/>
                </a:lnTo>
                <a:lnTo>
                  <a:pt x="194228" y="31430"/>
                </a:lnTo>
                <a:lnTo>
                  <a:pt x="194503" y="31553"/>
                </a:lnTo>
                <a:lnTo>
                  <a:pt x="194771" y="31684"/>
                </a:lnTo>
                <a:lnTo>
                  <a:pt x="195032" y="31825"/>
                </a:lnTo>
                <a:lnTo>
                  <a:pt x="195286" y="31975"/>
                </a:lnTo>
                <a:lnTo>
                  <a:pt x="195533" y="32134"/>
                </a:lnTo>
                <a:lnTo>
                  <a:pt x="195773" y="32302"/>
                </a:lnTo>
                <a:lnTo>
                  <a:pt x="196007" y="32479"/>
                </a:lnTo>
                <a:lnTo>
                  <a:pt x="196234" y="32666"/>
                </a:lnTo>
                <a:lnTo>
                  <a:pt x="196453" y="32861"/>
                </a:lnTo>
                <a:lnTo>
                  <a:pt x="196666" y="33066"/>
                </a:lnTo>
                <a:lnTo>
                  <a:pt x="196872" y="33279"/>
                </a:lnTo>
                <a:lnTo>
                  <a:pt x="197071" y="33501"/>
                </a:lnTo>
                <a:lnTo>
                  <a:pt x="197261" y="33729"/>
                </a:lnTo>
                <a:lnTo>
                  <a:pt x="197443" y="33965"/>
                </a:lnTo>
                <a:lnTo>
                  <a:pt x="197616" y="34208"/>
                </a:lnTo>
                <a:lnTo>
                  <a:pt x="197781" y="34458"/>
                </a:lnTo>
                <a:lnTo>
                  <a:pt x="197937" y="34716"/>
                </a:lnTo>
                <a:lnTo>
                  <a:pt x="198085" y="34981"/>
                </a:lnTo>
                <a:lnTo>
                  <a:pt x="198224" y="35252"/>
                </a:lnTo>
                <a:lnTo>
                  <a:pt x="198355" y="35531"/>
                </a:lnTo>
                <a:lnTo>
                  <a:pt x="198478" y="35817"/>
                </a:lnTo>
                <a:lnTo>
                  <a:pt x="198592" y="36111"/>
                </a:lnTo>
                <a:lnTo>
                  <a:pt x="198697" y="36411"/>
                </a:lnTo>
                <a:lnTo>
                  <a:pt x="198795" y="36719"/>
                </a:lnTo>
                <a:lnTo>
                  <a:pt x="198883" y="37034"/>
                </a:lnTo>
                <a:lnTo>
                  <a:pt x="198963" y="37356"/>
                </a:lnTo>
                <a:lnTo>
                  <a:pt x="199035" y="37685"/>
                </a:lnTo>
                <a:lnTo>
                  <a:pt x="199099" y="38021"/>
                </a:lnTo>
                <a:lnTo>
                  <a:pt x="199154" y="38365"/>
                </a:lnTo>
                <a:lnTo>
                  <a:pt x="199200" y="38716"/>
                </a:lnTo>
                <a:lnTo>
                  <a:pt x="199238" y="39074"/>
                </a:lnTo>
                <a:lnTo>
                  <a:pt x="199268" y="39439"/>
                </a:lnTo>
                <a:lnTo>
                  <a:pt x="199289" y="39811"/>
                </a:lnTo>
                <a:lnTo>
                  <a:pt x="199301" y="40191"/>
                </a:lnTo>
                <a:lnTo>
                  <a:pt x="199306" y="40577"/>
                </a:lnTo>
                <a:lnTo>
                  <a:pt x="199306" y="53246"/>
                </a:lnTo>
                <a:lnTo>
                  <a:pt x="199301" y="53633"/>
                </a:lnTo>
                <a:lnTo>
                  <a:pt x="199289" y="54012"/>
                </a:lnTo>
                <a:lnTo>
                  <a:pt x="199268" y="54384"/>
                </a:lnTo>
                <a:lnTo>
                  <a:pt x="199238" y="54749"/>
                </a:lnTo>
                <a:lnTo>
                  <a:pt x="199200" y="55107"/>
                </a:lnTo>
                <a:lnTo>
                  <a:pt x="199154" y="55458"/>
                </a:lnTo>
                <a:lnTo>
                  <a:pt x="199099" y="55801"/>
                </a:lnTo>
                <a:lnTo>
                  <a:pt x="199035" y="56138"/>
                </a:lnTo>
                <a:lnTo>
                  <a:pt x="198963" y="56467"/>
                </a:lnTo>
                <a:lnTo>
                  <a:pt x="198883" y="56789"/>
                </a:lnTo>
                <a:lnTo>
                  <a:pt x="198795" y="57104"/>
                </a:lnTo>
                <a:lnTo>
                  <a:pt x="198697" y="57411"/>
                </a:lnTo>
                <a:lnTo>
                  <a:pt x="198592" y="57712"/>
                </a:lnTo>
                <a:lnTo>
                  <a:pt x="198478" y="58005"/>
                </a:lnTo>
                <a:lnTo>
                  <a:pt x="198355" y="58292"/>
                </a:lnTo>
                <a:lnTo>
                  <a:pt x="198224" y="58571"/>
                </a:lnTo>
                <a:lnTo>
                  <a:pt x="198085" y="58842"/>
                </a:lnTo>
                <a:lnTo>
                  <a:pt x="197937" y="59107"/>
                </a:lnTo>
                <a:lnTo>
                  <a:pt x="197781" y="59364"/>
                </a:lnTo>
                <a:lnTo>
                  <a:pt x="197616" y="59615"/>
                </a:lnTo>
                <a:lnTo>
                  <a:pt x="197443" y="59858"/>
                </a:lnTo>
                <a:lnTo>
                  <a:pt x="197261" y="60094"/>
                </a:lnTo>
                <a:lnTo>
                  <a:pt x="197071" y="60323"/>
                </a:lnTo>
                <a:lnTo>
                  <a:pt x="196872" y="60544"/>
                </a:lnTo>
                <a:lnTo>
                  <a:pt x="196666" y="60758"/>
                </a:lnTo>
                <a:lnTo>
                  <a:pt x="196453" y="60962"/>
                </a:lnTo>
                <a:lnTo>
                  <a:pt x="196234" y="61157"/>
                </a:lnTo>
                <a:lnTo>
                  <a:pt x="196007" y="61344"/>
                </a:lnTo>
                <a:lnTo>
                  <a:pt x="195773" y="61521"/>
                </a:lnTo>
                <a:lnTo>
                  <a:pt x="195533" y="61689"/>
                </a:lnTo>
                <a:lnTo>
                  <a:pt x="195286" y="61848"/>
                </a:lnTo>
                <a:lnTo>
                  <a:pt x="195032" y="61997"/>
                </a:lnTo>
                <a:lnTo>
                  <a:pt x="194771" y="62138"/>
                </a:lnTo>
                <a:lnTo>
                  <a:pt x="194503" y="62270"/>
                </a:lnTo>
                <a:lnTo>
                  <a:pt x="194228" y="62392"/>
                </a:lnTo>
                <a:lnTo>
                  <a:pt x="193947" y="62506"/>
                </a:lnTo>
                <a:lnTo>
                  <a:pt x="193658" y="62610"/>
                </a:lnTo>
                <a:lnTo>
                  <a:pt x="193363" y="62706"/>
                </a:lnTo>
                <a:lnTo>
                  <a:pt x="193061" y="62792"/>
                </a:lnTo>
                <a:lnTo>
                  <a:pt x="192752" y="62869"/>
                </a:lnTo>
                <a:lnTo>
                  <a:pt x="192436" y="62937"/>
                </a:lnTo>
                <a:lnTo>
                  <a:pt x="192114" y="62996"/>
                </a:lnTo>
                <a:lnTo>
                  <a:pt x="191784" y="63046"/>
                </a:lnTo>
                <a:lnTo>
                  <a:pt x="191448" y="63087"/>
                </a:lnTo>
                <a:lnTo>
                  <a:pt x="191105" y="63119"/>
                </a:lnTo>
                <a:lnTo>
                  <a:pt x="190754" y="63142"/>
                </a:lnTo>
                <a:lnTo>
                  <a:pt x="190398" y="63155"/>
                </a:lnTo>
                <a:lnTo>
                  <a:pt x="190034" y="63160"/>
                </a:lnTo>
                <a:lnTo>
                  <a:pt x="189670" y="63155"/>
                </a:lnTo>
                <a:lnTo>
                  <a:pt x="189313" y="63142"/>
                </a:lnTo>
                <a:lnTo>
                  <a:pt x="188962" y="63120"/>
                </a:lnTo>
                <a:lnTo>
                  <a:pt x="188618" y="63088"/>
                </a:lnTo>
                <a:lnTo>
                  <a:pt x="188281" y="63048"/>
                </a:lnTo>
                <a:close/>
                <a:moveTo>
                  <a:pt x="419272" y="29295"/>
                </a:moveTo>
                <a:lnTo>
                  <a:pt x="419138" y="28878"/>
                </a:lnTo>
                <a:lnTo>
                  <a:pt x="418992" y="28470"/>
                </a:lnTo>
                <a:lnTo>
                  <a:pt x="418832" y="28071"/>
                </a:lnTo>
                <a:lnTo>
                  <a:pt x="418660" y="27681"/>
                </a:lnTo>
                <a:lnTo>
                  <a:pt x="418475" y="27300"/>
                </a:lnTo>
                <a:lnTo>
                  <a:pt x="418278" y="26929"/>
                </a:lnTo>
                <a:lnTo>
                  <a:pt x="418067" y="26566"/>
                </a:lnTo>
                <a:lnTo>
                  <a:pt x="417844" y="26212"/>
                </a:lnTo>
                <a:lnTo>
                  <a:pt x="417608" y="25868"/>
                </a:lnTo>
                <a:lnTo>
                  <a:pt x="417359" y="25532"/>
                </a:lnTo>
                <a:lnTo>
                  <a:pt x="417098" y="25206"/>
                </a:lnTo>
                <a:lnTo>
                  <a:pt x="416824" y="24889"/>
                </a:lnTo>
                <a:lnTo>
                  <a:pt x="416537" y="24581"/>
                </a:lnTo>
                <a:lnTo>
                  <a:pt x="416237" y="24282"/>
                </a:lnTo>
                <a:lnTo>
                  <a:pt x="415927" y="23993"/>
                </a:lnTo>
                <a:lnTo>
                  <a:pt x="415607" y="23717"/>
                </a:lnTo>
                <a:lnTo>
                  <a:pt x="415279" y="23453"/>
                </a:lnTo>
                <a:lnTo>
                  <a:pt x="414942" y="23202"/>
                </a:lnTo>
                <a:lnTo>
                  <a:pt x="414596" y="22962"/>
                </a:lnTo>
                <a:lnTo>
                  <a:pt x="414241" y="22735"/>
                </a:lnTo>
                <a:lnTo>
                  <a:pt x="413877" y="22521"/>
                </a:lnTo>
                <a:lnTo>
                  <a:pt x="413504" y="22318"/>
                </a:lnTo>
                <a:lnTo>
                  <a:pt x="413122" y="22128"/>
                </a:lnTo>
                <a:lnTo>
                  <a:pt x="412731" y="21950"/>
                </a:lnTo>
                <a:lnTo>
                  <a:pt x="412332" y="21784"/>
                </a:lnTo>
                <a:lnTo>
                  <a:pt x="411923" y="21631"/>
                </a:lnTo>
                <a:lnTo>
                  <a:pt x="411505" y="21490"/>
                </a:lnTo>
                <a:lnTo>
                  <a:pt x="411079" y="21361"/>
                </a:lnTo>
                <a:lnTo>
                  <a:pt x="410644" y="21244"/>
                </a:lnTo>
                <a:lnTo>
                  <a:pt x="410199" y="21140"/>
                </a:lnTo>
                <a:lnTo>
                  <a:pt x="409746" y="21048"/>
                </a:lnTo>
                <a:lnTo>
                  <a:pt x="409284" y="20968"/>
                </a:lnTo>
                <a:lnTo>
                  <a:pt x="408813" y="20901"/>
                </a:lnTo>
                <a:lnTo>
                  <a:pt x="408333" y="20846"/>
                </a:lnTo>
                <a:lnTo>
                  <a:pt x="407844" y="20803"/>
                </a:lnTo>
                <a:lnTo>
                  <a:pt x="407346" y="20772"/>
                </a:lnTo>
                <a:lnTo>
                  <a:pt x="406839" y="20754"/>
                </a:lnTo>
                <a:lnTo>
                  <a:pt x="406324" y="20747"/>
                </a:lnTo>
                <a:lnTo>
                  <a:pt x="405694" y="20756"/>
                </a:lnTo>
                <a:lnTo>
                  <a:pt x="405075" y="20784"/>
                </a:lnTo>
                <a:lnTo>
                  <a:pt x="404466" y="20829"/>
                </a:lnTo>
                <a:lnTo>
                  <a:pt x="403868" y="20893"/>
                </a:lnTo>
                <a:lnTo>
                  <a:pt x="403280" y="20975"/>
                </a:lnTo>
                <a:lnTo>
                  <a:pt x="402703" y="21074"/>
                </a:lnTo>
                <a:lnTo>
                  <a:pt x="402136" y="21193"/>
                </a:lnTo>
                <a:lnTo>
                  <a:pt x="401580" y="21329"/>
                </a:lnTo>
                <a:lnTo>
                  <a:pt x="401034" y="21483"/>
                </a:lnTo>
                <a:lnTo>
                  <a:pt x="400499" y="21656"/>
                </a:lnTo>
                <a:lnTo>
                  <a:pt x="399975" y="21847"/>
                </a:lnTo>
                <a:lnTo>
                  <a:pt x="399461" y="22056"/>
                </a:lnTo>
                <a:lnTo>
                  <a:pt x="398957" y="22283"/>
                </a:lnTo>
                <a:lnTo>
                  <a:pt x="398464" y="22528"/>
                </a:lnTo>
                <a:lnTo>
                  <a:pt x="397982" y="22792"/>
                </a:lnTo>
                <a:lnTo>
                  <a:pt x="397510" y="23073"/>
                </a:lnTo>
                <a:lnTo>
                  <a:pt x="397048" y="23373"/>
                </a:lnTo>
                <a:lnTo>
                  <a:pt x="396597" y="23691"/>
                </a:lnTo>
                <a:lnTo>
                  <a:pt x="396157" y="24027"/>
                </a:lnTo>
                <a:lnTo>
                  <a:pt x="395727" y="24382"/>
                </a:lnTo>
                <a:lnTo>
                  <a:pt x="395308" y="24754"/>
                </a:lnTo>
                <a:lnTo>
                  <a:pt x="394899" y="25145"/>
                </a:lnTo>
                <a:lnTo>
                  <a:pt x="394500" y="25554"/>
                </a:lnTo>
                <a:lnTo>
                  <a:pt x="394113" y="25981"/>
                </a:lnTo>
                <a:lnTo>
                  <a:pt x="393738" y="26423"/>
                </a:lnTo>
                <a:lnTo>
                  <a:pt x="393380" y="26878"/>
                </a:lnTo>
                <a:lnTo>
                  <a:pt x="393037" y="27346"/>
                </a:lnTo>
                <a:lnTo>
                  <a:pt x="392710" y="27827"/>
                </a:lnTo>
                <a:lnTo>
                  <a:pt x="392400" y="28320"/>
                </a:lnTo>
                <a:lnTo>
                  <a:pt x="392105" y="28826"/>
                </a:lnTo>
                <a:lnTo>
                  <a:pt x="391826" y="29345"/>
                </a:lnTo>
                <a:lnTo>
                  <a:pt x="391563" y="29877"/>
                </a:lnTo>
                <a:lnTo>
                  <a:pt x="391316" y="30421"/>
                </a:lnTo>
                <a:lnTo>
                  <a:pt x="391085" y="30979"/>
                </a:lnTo>
                <a:lnTo>
                  <a:pt x="390870" y="31548"/>
                </a:lnTo>
                <a:lnTo>
                  <a:pt x="390671" y="32131"/>
                </a:lnTo>
                <a:lnTo>
                  <a:pt x="390488" y="32726"/>
                </a:lnTo>
                <a:lnTo>
                  <a:pt x="390320" y="33335"/>
                </a:lnTo>
                <a:lnTo>
                  <a:pt x="390169" y="33956"/>
                </a:lnTo>
                <a:lnTo>
                  <a:pt x="390034" y="34589"/>
                </a:lnTo>
                <a:lnTo>
                  <a:pt x="389914" y="35236"/>
                </a:lnTo>
                <a:lnTo>
                  <a:pt x="389810" y="35895"/>
                </a:lnTo>
                <a:lnTo>
                  <a:pt x="389723" y="36567"/>
                </a:lnTo>
                <a:lnTo>
                  <a:pt x="389651" y="37252"/>
                </a:lnTo>
                <a:lnTo>
                  <a:pt x="389595" y="37949"/>
                </a:lnTo>
                <a:lnTo>
                  <a:pt x="389556" y="38659"/>
                </a:lnTo>
                <a:lnTo>
                  <a:pt x="389532" y="39382"/>
                </a:lnTo>
                <a:lnTo>
                  <a:pt x="389524" y="40118"/>
                </a:lnTo>
                <a:lnTo>
                  <a:pt x="389524" y="53797"/>
                </a:lnTo>
                <a:lnTo>
                  <a:pt x="389532" y="54525"/>
                </a:lnTo>
                <a:lnTo>
                  <a:pt x="389556" y="55241"/>
                </a:lnTo>
                <a:lnTo>
                  <a:pt x="389596" y="55944"/>
                </a:lnTo>
                <a:lnTo>
                  <a:pt x="389652" y="56635"/>
                </a:lnTo>
                <a:lnTo>
                  <a:pt x="389725" y="57313"/>
                </a:lnTo>
                <a:lnTo>
                  <a:pt x="389813" y="57979"/>
                </a:lnTo>
                <a:lnTo>
                  <a:pt x="389918" y="58633"/>
                </a:lnTo>
                <a:lnTo>
                  <a:pt x="390039" y="59274"/>
                </a:lnTo>
                <a:lnTo>
                  <a:pt x="390175" y="59903"/>
                </a:lnTo>
                <a:lnTo>
                  <a:pt x="390328" y="60519"/>
                </a:lnTo>
                <a:lnTo>
                  <a:pt x="390497" y="61123"/>
                </a:lnTo>
                <a:lnTo>
                  <a:pt x="390682" y="61714"/>
                </a:lnTo>
                <a:lnTo>
                  <a:pt x="390884" y="62293"/>
                </a:lnTo>
                <a:lnTo>
                  <a:pt x="391101" y="62860"/>
                </a:lnTo>
                <a:lnTo>
                  <a:pt x="391334" y="63414"/>
                </a:lnTo>
                <a:lnTo>
                  <a:pt x="391584" y="63956"/>
                </a:lnTo>
                <a:lnTo>
                  <a:pt x="391849" y="64485"/>
                </a:lnTo>
                <a:lnTo>
                  <a:pt x="392131" y="65002"/>
                </a:lnTo>
                <a:lnTo>
                  <a:pt x="392429" y="65507"/>
                </a:lnTo>
                <a:lnTo>
                  <a:pt x="392743" y="65999"/>
                </a:lnTo>
                <a:lnTo>
                  <a:pt x="393073" y="66478"/>
                </a:lnTo>
                <a:lnTo>
                  <a:pt x="393419" y="66946"/>
                </a:lnTo>
                <a:lnTo>
                  <a:pt x="393781" y="67400"/>
                </a:lnTo>
                <a:lnTo>
                  <a:pt x="394159" y="67843"/>
                </a:lnTo>
                <a:lnTo>
                  <a:pt x="394550" y="68270"/>
                </a:lnTo>
                <a:lnTo>
                  <a:pt x="394952" y="68678"/>
                </a:lnTo>
                <a:lnTo>
                  <a:pt x="395363" y="69069"/>
                </a:lnTo>
                <a:lnTo>
                  <a:pt x="395785" y="69441"/>
                </a:lnTo>
                <a:lnTo>
                  <a:pt x="396216" y="69796"/>
                </a:lnTo>
                <a:lnTo>
                  <a:pt x="396658" y="70132"/>
                </a:lnTo>
                <a:lnTo>
                  <a:pt x="397110" y="70450"/>
                </a:lnTo>
                <a:lnTo>
                  <a:pt x="397571" y="70749"/>
                </a:lnTo>
                <a:lnTo>
                  <a:pt x="398043" y="71031"/>
                </a:lnTo>
                <a:lnTo>
                  <a:pt x="398525" y="71294"/>
                </a:lnTo>
                <a:lnTo>
                  <a:pt x="399017" y="71540"/>
                </a:lnTo>
                <a:lnTo>
                  <a:pt x="399518" y="71767"/>
                </a:lnTo>
                <a:lnTo>
                  <a:pt x="400030" y="71976"/>
                </a:lnTo>
                <a:lnTo>
                  <a:pt x="400552" y="72166"/>
                </a:lnTo>
                <a:lnTo>
                  <a:pt x="401084" y="72339"/>
                </a:lnTo>
                <a:lnTo>
                  <a:pt x="401626" y="72493"/>
                </a:lnTo>
                <a:lnTo>
                  <a:pt x="402178" y="72630"/>
                </a:lnTo>
                <a:lnTo>
                  <a:pt x="402740" y="72748"/>
                </a:lnTo>
                <a:lnTo>
                  <a:pt x="403312" y="72848"/>
                </a:lnTo>
                <a:lnTo>
                  <a:pt x="403895" y="72929"/>
                </a:lnTo>
                <a:lnTo>
                  <a:pt x="404487" y="72993"/>
                </a:lnTo>
                <a:lnTo>
                  <a:pt x="405089" y="73038"/>
                </a:lnTo>
                <a:lnTo>
                  <a:pt x="405701" y="73066"/>
                </a:lnTo>
                <a:lnTo>
                  <a:pt x="406324" y="73075"/>
                </a:lnTo>
                <a:lnTo>
                  <a:pt x="406839" y="73069"/>
                </a:lnTo>
                <a:lnTo>
                  <a:pt x="407346" y="73050"/>
                </a:lnTo>
                <a:lnTo>
                  <a:pt x="407844" y="73019"/>
                </a:lnTo>
                <a:lnTo>
                  <a:pt x="408333" y="72976"/>
                </a:lnTo>
                <a:lnTo>
                  <a:pt x="408813" y="72921"/>
                </a:lnTo>
                <a:lnTo>
                  <a:pt x="409284" y="72854"/>
                </a:lnTo>
                <a:lnTo>
                  <a:pt x="409746" y="72774"/>
                </a:lnTo>
                <a:lnTo>
                  <a:pt x="410199" y="72682"/>
                </a:lnTo>
                <a:lnTo>
                  <a:pt x="410644" y="72578"/>
                </a:lnTo>
                <a:lnTo>
                  <a:pt x="411079" y="72461"/>
                </a:lnTo>
                <a:lnTo>
                  <a:pt x="411505" y="72332"/>
                </a:lnTo>
                <a:lnTo>
                  <a:pt x="411923" y="72191"/>
                </a:lnTo>
                <a:lnTo>
                  <a:pt x="412332" y="72038"/>
                </a:lnTo>
                <a:lnTo>
                  <a:pt x="412731" y="71872"/>
                </a:lnTo>
                <a:lnTo>
                  <a:pt x="413122" y="71694"/>
                </a:lnTo>
                <a:lnTo>
                  <a:pt x="413504" y="71504"/>
                </a:lnTo>
                <a:lnTo>
                  <a:pt x="413877" y="71301"/>
                </a:lnTo>
                <a:lnTo>
                  <a:pt x="414241" y="71087"/>
                </a:lnTo>
                <a:lnTo>
                  <a:pt x="414596" y="70860"/>
                </a:lnTo>
                <a:lnTo>
                  <a:pt x="414942" y="70620"/>
                </a:lnTo>
                <a:lnTo>
                  <a:pt x="415279" y="70369"/>
                </a:lnTo>
                <a:lnTo>
                  <a:pt x="415607" y="70105"/>
                </a:lnTo>
                <a:lnTo>
                  <a:pt x="415927" y="69829"/>
                </a:lnTo>
                <a:lnTo>
                  <a:pt x="416237" y="69540"/>
                </a:lnTo>
                <a:lnTo>
                  <a:pt x="416537" y="69241"/>
                </a:lnTo>
                <a:lnTo>
                  <a:pt x="416824" y="68933"/>
                </a:lnTo>
                <a:lnTo>
                  <a:pt x="417098" y="68616"/>
                </a:lnTo>
                <a:lnTo>
                  <a:pt x="417359" y="68290"/>
                </a:lnTo>
                <a:lnTo>
                  <a:pt x="417608" y="67954"/>
                </a:lnTo>
                <a:lnTo>
                  <a:pt x="417844" y="67610"/>
                </a:lnTo>
                <a:lnTo>
                  <a:pt x="418067" y="67256"/>
                </a:lnTo>
                <a:lnTo>
                  <a:pt x="418278" y="66893"/>
                </a:lnTo>
                <a:lnTo>
                  <a:pt x="418475" y="66522"/>
                </a:lnTo>
                <a:lnTo>
                  <a:pt x="418660" y="66141"/>
                </a:lnTo>
                <a:lnTo>
                  <a:pt x="418832" y="65751"/>
                </a:lnTo>
                <a:lnTo>
                  <a:pt x="418992" y="65352"/>
                </a:lnTo>
                <a:lnTo>
                  <a:pt x="419138" y="64944"/>
                </a:lnTo>
                <a:lnTo>
                  <a:pt x="419272" y="64527"/>
                </a:lnTo>
                <a:lnTo>
                  <a:pt x="419394" y="64100"/>
                </a:lnTo>
                <a:lnTo>
                  <a:pt x="419502" y="63665"/>
                </a:lnTo>
                <a:lnTo>
                  <a:pt x="419598" y="63221"/>
                </a:lnTo>
                <a:lnTo>
                  <a:pt x="419680" y="62767"/>
                </a:lnTo>
                <a:lnTo>
                  <a:pt x="419718" y="62518"/>
                </a:lnTo>
                <a:lnTo>
                  <a:pt x="419910" y="62518"/>
                </a:lnTo>
                <a:lnTo>
                  <a:pt x="419910" y="72157"/>
                </a:lnTo>
                <a:lnTo>
                  <a:pt x="431109" y="72157"/>
                </a:lnTo>
                <a:lnTo>
                  <a:pt x="431109" y="5141"/>
                </a:lnTo>
                <a:lnTo>
                  <a:pt x="419634" y="5141"/>
                </a:lnTo>
                <a:lnTo>
                  <a:pt x="419634" y="19278"/>
                </a:lnTo>
                <a:lnTo>
                  <a:pt x="420001" y="31304"/>
                </a:lnTo>
                <a:lnTo>
                  <a:pt x="419718" y="31304"/>
                </a:lnTo>
                <a:lnTo>
                  <a:pt x="419680" y="31055"/>
                </a:lnTo>
                <a:lnTo>
                  <a:pt x="419598" y="30601"/>
                </a:lnTo>
                <a:lnTo>
                  <a:pt x="419502" y="30157"/>
                </a:lnTo>
                <a:lnTo>
                  <a:pt x="419394" y="29722"/>
                </a:lnTo>
                <a:lnTo>
                  <a:pt x="419272" y="29295"/>
                </a:lnTo>
                <a:close/>
                <a:moveTo>
                  <a:pt x="408610" y="63048"/>
                </a:moveTo>
                <a:lnTo>
                  <a:pt x="408279" y="62999"/>
                </a:lnTo>
                <a:lnTo>
                  <a:pt x="407955" y="62941"/>
                </a:lnTo>
                <a:lnTo>
                  <a:pt x="407638" y="62874"/>
                </a:lnTo>
                <a:lnTo>
                  <a:pt x="407328" y="62798"/>
                </a:lnTo>
                <a:lnTo>
                  <a:pt x="407025" y="62713"/>
                </a:lnTo>
                <a:lnTo>
                  <a:pt x="406728" y="62620"/>
                </a:lnTo>
                <a:lnTo>
                  <a:pt x="406437" y="62517"/>
                </a:lnTo>
                <a:lnTo>
                  <a:pt x="406154" y="62406"/>
                </a:lnTo>
                <a:lnTo>
                  <a:pt x="405877" y="62285"/>
                </a:lnTo>
                <a:lnTo>
                  <a:pt x="405607" y="62156"/>
                </a:lnTo>
                <a:lnTo>
                  <a:pt x="405343" y="62017"/>
                </a:lnTo>
                <a:lnTo>
                  <a:pt x="405087" y="61870"/>
                </a:lnTo>
                <a:lnTo>
                  <a:pt x="404837" y="61714"/>
                </a:lnTo>
                <a:lnTo>
                  <a:pt x="404593" y="61549"/>
                </a:lnTo>
                <a:lnTo>
                  <a:pt x="404357" y="61375"/>
                </a:lnTo>
                <a:lnTo>
                  <a:pt x="404127" y="61192"/>
                </a:lnTo>
                <a:lnTo>
                  <a:pt x="403904" y="61000"/>
                </a:lnTo>
                <a:lnTo>
                  <a:pt x="403687" y="60799"/>
                </a:lnTo>
                <a:lnTo>
                  <a:pt x="403477" y="60589"/>
                </a:lnTo>
                <a:lnTo>
                  <a:pt x="403275" y="60371"/>
                </a:lnTo>
                <a:lnTo>
                  <a:pt x="403081" y="60146"/>
                </a:lnTo>
                <a:lnTo>
                  <a:pt x="402896" y="59912"/>
                </a:lnTo>
                <a:lnTo>
                  <a:pt x="402720" y="59671"/>
                </a:lnTo>
                <a:lnTo>
                  <a:pt x="402552" y="59423"/>
                </a:lnTo>
                <a:lnTo>
                  <a:pt x="402393" y="59166"/>
                </a:lnTo>
                <a:lnTo>
                  <a:pt x="402242" y="58902"/>
                </a:lnTo>
                <a:lnTo>
                  <a:pt x="402100" y="58631"/>
                </a:lnTo>
                <a:lnTo>
                  <a:pt x="401967" y="58352"/>
                </a:lnTo>
                <a:lnTo>
                  <a:pt x="401842" y="58065"/>
                </a:lnTo>
                <a:lnTo>
                  <a:pt x="401726" y="57770"/>
                </a:lnTo>
                <a:lnTo>
                  <a:pt x="401619" y="57468"/>
                </a:lnTo>
                <a:lnTo>
                  <a:pt x="401520" y="57158"/>
                </a:lnTo>
                <a:lnTo>
                  <a:pt x="401429" y="56841"/>
                </a:lnTo>
                <a:lnTo>
                  <a:pt x="401348" y="56516"/>
                </a:lnTo>
                <a:lnTo>
                  <a:pt x="401274" y="56183"/>
                </a:lnTo>
                <a:lnTo>
                  <a:pt x="401210" y="55843"/>
                </a:lnTo>
                <a:lnTo>
                  <a:pt x="401154" y="55495"/>
                </a:lnTo>
                <a:lnTo>
                  <a:pt x="401107" y="55139"/>
                </a:lnTo>
                <a:lnTo>
                  <a:pt x="401068" y="54776"/>
                </a:lnTo>
                <a:lnTo>
                  <a:pt x="401038" y="54405"/>
                </a:lnTo>
                <a:lnTo>
                  <a:pt x="401016" y="54026"/>
                </a:lnTo>
                <a:lnTo>
                  <a:pt x="401003" y="53640"/>
                </a:lnTo>
                <a:lnTo>
                  <a:pt x="400999" y="53246"/>
                </a:lnTo>
                <a:lnTo>
                  <a:pt x="400999" y="40577"/>
                </a:lnTo>
                <a:lnTo>
                  <a:pt x="401003" y="40183"/>
                </a:lnTo>
                <a:lnTo>
                  <a:pt x="401016" y="39797"/>
                </a:lnTo>
                <a:lnTo>
                  <a:pt x="401038" y="39418"/>
                </a:lnTo>
                <a:lnTo>
                  <a:pt x="401068" y="39047"/>
                </a:lnTo>
                <a:lnTo>
                  <a:pt x="401107" y="38684"/>
                </a:lnTo>
                <a:lnTo>
                  <a:pt x="401154" y="38328"/>
                </a:lnTo>
                <a:lnTo>
                  <a:pt x="401210" y="37980"/>
                </a:lnTo>
                <a:lnTo>
                  <a:pt x="401274" y="37639"/>
                </a:lnTo>
                <a:lnTo>
                  <a:pt x="401348" y="37307"/>
                </a:lnTo>
                <a:lnTo>
                  <a:pt x="401429" y="36982"/>
                </a:lnTo>
                <a:lnTo>
                  <a:pt x="401520" y="36664"/>
                </a:lnTo>
                <a:lnTo>
                  <a:pt x="401619" y="36354"/>
                </a:lnTo>
                <a:lnTo>
                  <a:pt x="401726" y="36052"/>
                </a:lnTo>
                <a:lnTo>
                  <a:pt x="401842" y="35757"/>
                </a:lnTo>
                <a:lnTo>
                  <a:pt x="401967" y="35471"/>
                </a:lnTo>
                <a:lnTo>
                  <a:pt x="402100" y="35191"/>
                </a:lnTo>
                <a:lnTo>
                  <a:pt x="402242" y="34920"/>
                </a:lnTo>
                <a:lnTo>
                  <a:pt x="402393" y="34656"/>
                </a:lnTo>
                <a:lnTo>
                  <a:pt x="402552" y="34399"/>
                </a:lnTo>
                <a:lnTo>
                  <a:pt x="402720" y="34151"/>
                </a:lnTo>
                <a:lnTo>
                  <a:pt x="402896" y="33910"/>
                </a:lnTo>
                <a:lnTo>
                  <a:pt x="403081" y="33677"/>
                </a:lnTo>
                <a:lnTo>
                  <a:pt x="403275" y="33451"/>
                </a:lnTo>
                <a:lnTo>
                  <a:pt x="403477" y="33233"/>
                </a:lnTo>
                <a:lnTo>
                  <a:pt x="403687" y="33023"/>
                </a:lnTo>
                <a:lnTo>
                  <a:pt x="403904" y="32822"/>
                </a:lnTo>
                <a:lnTo>
                  <a:pt x="404127" y="32630"/>
                </a:lnTo>
                <a:lnTo>
                  <a:pt x="404357" y="32447"/>
                </a:lnTo>
                <a:lnTo>
                  <a:pt x="404593" y="32273"/>
                </a:lnTo>
                <a:lnTo>
                  <a:pt x="404837" y="32108"/>
                </a:lnTo>
                <a:lnTo>
                  <a:pt x="405087" y="31952"/>
                </a:lnTo>
                <a:lnTo>
                  <a:pt x="405343" y="31805"/>
                </a:lnTo>
                <a:lnTo>
                  <a:pt x="405607" y="31666"/>
                </a:lnTo>
                <a:lnTo>
                  <a:pt x="405877" y="31537"/>
                </a:lnTo>
                <a:lnTo>
                  <a:pt x="406154" y="31417"/>
                </a:lnTo>
                <a:lnTo>
                  <a:pt x="406437" y="31305"/>
                </a:lnTo>
                <a:lnTo>
                  <a:pt x="406728" y="31202"/>
                </a:lnTo>
                <a:lnTo>
                  <a:pt x="407025" y="31109"/>
                </a:lnTo>
                <a:lnTo>
                  <a:pt x="407328" y="31024"/>
                </a:lnTo>
                <a:lnTo>
                  <a:pt x="407638" y="30948"/>
                </a:lnTo>
                <a:lnTo>
                  <a:pt x="407955" y="30881"/>
                </a:lnTo>
                <a:lnTo>
                  <a:pt x="408279" y="30823"/>
                </a:lnTo>
                <a:lnTo>
                  <a:pt x="408610" y="30774"/>
                </a:lnTo>
                <a:lnTo>
                  <a:pt x="408947" y="30734"/>
                </a:lnTo>
                <a:lnTo>
                  <a:pt x="409290" y="30702"/>
                </a:lnTo>
                <a:lnTo>
                  <a:pt x="409641" y="30680"/>
                </a:lnTo>
                <a:lnTo>
                  <a:pt x="409998" y="30667"/>
                </a:lnTo>
                <a:lnTo>
                  <a:pt x="410362" y="30662"/>
                </a:lnTo>
                <a:lnTo>
                  <a:pt x="410726" y="30667"/>
                </a:lnTo>
                <a:lnTo>
                  <a:pt x="411083" y="30680"/>
                </a:lnTo>
                <a:lnTo>
                  <a:pt x="411433" y="30703"/>
                </a:lnTo>
                <a:lnTo>
                  <a:pt x="411776" y="30735"/>
                </a:lnTo>
                <a:lnTo>
                  <a:pt x="412113" y="30776"/>
                </a:lnTo>
                <a:lnTo>
                  <a:pt x="412442" y="30826"/>
                </a:lnTo>
                <a:lnTo>
                  <a:pt x="412765" y="30885"/>
                </a:lnTo>
                <a:lnTo>
                  <a:pt x="413081" y="30953"/>
                </a:lnTo>
                <a:lnTo>
                  <a:pt x="413390" y="31030"/>
                </a:lnTo>
                <a:lnTo>
                  <a:pt x="413692" y="31117"/>
                </a:lnTo>
                <a:lnTo>
                  <a:pt x="413987" y="31212"/>
                </a:lnTo>
                <a:lnTo>
                  <a:pt x="414275" y="31317"/>
                </a:lnTo>
                <a:lnTo>
                  <a:pt x="414557" y="31430"/>
                </a:lnTo>
                <a:lnTo>
                  <a:pt x="414831" y="31553"/>
                </a:lnTo>
                <a:lnTo>
                  <a:pt x="415099" y="31684"/>
                </a:lnTo>
                <a:lnTo>
                  <a:pt x="415360" y="31825"/>
                </a:lnTo>
                <a:lnTo>
                  <a:pt x="415614" y="31975"/>
                </a:lnTo>
                <a:lnTo>
                  <a:pt x="415861" y="32134"/>
                </a:lnTo>
                <a:lnTo>
                  <a:pt x="416102" y="32302"/>
                </a:lnTo>
                <a:lnTo>
                  <a:pt x="416335" y="32479"/>
                </a:lnTo>
                <a:lnTo>
                  <a:pt x="416562" y="32666"/>
                </a:lnTo>
                <a:lnTo>
                  <a:pt x="416782" y="32861"/>
                </a:lnTo>
                <a:lnTo>
                  <a:pt x="416995" y="33066"/>
                </a:lnTo>
                <a:lnTo>
                  <a:pt x="417201" y="33279"/>
                </a:lnTo>
                <a:lnTo>
                  <a:pt x="417399" y="33501"/>
                </a:lnTo>
                <a:lnTo>
                  <a:pt x="417589" y="33729"/>
                </a:lnTo>
                <a:lnTo>
                  <a:pt x="417771" y="33965"/>
                </a:lnTo>
                <a:lnTo>
                  <a:pt x="417944" y="34208"/>
                </a:lnTo>
                <a:lnTo>
                  <a:pt x="418109" y="34458"/>
                </a:lnTo>
                <a:lnTo>
                  <a:pt x="418265" y="34716"/>
                </a:lnTo>
                <a:lnTo>
                  <a:pt x="418413" y="34981"/>
                </a:lnTo>
                <a:lnTo>
                  <a:pt x="418553" y="35252"/>
                </a:lnTo>
                <a:lnTo>
                  <a:pt x="418684" y="35531"/>
                </a:lnTo>
                <a:lnTo>
                  <a:pt x="418806" y="35817"/>
                </a:lnTo>
                <a:lnTo>
                  <a:pt x="418920" y="36111"/>
                </a:lnTo>
                <a:lnTo>
                  <a:pt x="419026" y="36411"/>
                </a:lnTo>
                <a:lnTo>
                  <a:pt x="419123" y="36719"/>
                </a:lnTo>
                <a:lnTo>
                  <a:pt x="419212" y="37034"/>
                </a:lnTo>
                <a:lnTo>
                  <a:pt x="419292" y="37356"/>
                </a:lnTo>
                <a:lnTo>
                  <a:pt x="419364" y="37685"/>
                </a:lnTo>
                <a:lnTo>
                  <a:pt x="419427" y="38021"/>
                </a:lnTo>
                <a:lnTo>
                  <a:pt x="419482" y="38365"/>
                </a:lnTo>
                <a:lnTo>
                  <a:pt x="419528" y="38716"/>
                </a:lnTo>
                <a:lnTo>
                  <a:pt x="419566" y="39074"/>
                </a:lnTo>
                <a:lnTo>
                  <a:pt x="419596" y="39439"/>
                </a:lnTo>
                <a:lnTo>
                  <a:pt x="419617" y="39811"/>
                </a:lnTo>
                <a:lnTo>
                  <a:pt x="419630" y="40191"/>
                </a:lnTo>
                <a:lnTo>
                  <a:pt x="419634" y="40577"/>
                </a:lnTo>
                <a:lnTo>
                  <a:pt x="419634" y="53246"/>
                </a:lnTo>
                <a:lnTo>
                  <a:pt x="419630" y="53633"/>
                </a:lnTo>
                <a:lnTo>
                  <a:pt x="419617" y="54012"/>
                </a:lnTo>
                <a:lnTo>
                  <a:pt x="419596" y="54384"/>
                </a:lnTo>
                <a:lnTo>
                  <a:pt x="419566" y="54749"/>
                </a:lnTo>
                <a:lnTo>
                  <a:pt x="419528" y="55107"/>
                </a:lnTo>
                <a:lnTo>
                  <a:pt x="419482" y="55458"/>
                </a:lnTo>
                <a:lnTo>
                  <a:pt x="419427" y="55801"/>
                </a:lnTo>
                <a:lnTo>
                  <a:pt x="419364" y="56138"/>
                </a:lnTo>
                <a:lnTo>
                  <a:pt x="419292" y="56467"/>
                </a:lnTo>
                <a:lnTo>
                  <a:pt x="419212" y="56789"/>
                </a:lnTo>
                <a:lnTo>
                  <a:pt x="419123" y="57104"/>
                </a:lnTo>
                <a:lnTo>
                  <a:pt x="419026" y="57411"/>
                </a:lnTo>
                <a:lnTo>
                  <a:pt x="418920" y="57712"/>
                </a:lnTo>
                <a:lnTo>
                  <a:pt x="418806" y="58005"/>
                </a:lnTo>
                <a:lnTo>
                  <a:pt x="418684" y="58292"/>
                </a:lnTo>
                <a:lnTo>
                  <a:pt x="418553" y="58571"/>
                </a:lnTo>
                <a:lnTo>
                  <a:pt x="418413" y="58842"/>
                </a:lnTo>
                <a:lnTo>
                  <a:pt x="418265" y="59107"/>
                </a:lnTo>
                <a:lnTo>
                  <a:pt x="418109" y="59364"/>
                </a:lnTo>
                <a:lnTo>
                  <a:pt x="417944" y="59615"/>
                </a:lnTo>
                <a:lnTo>
                  <a:pt x="417771" y="59858"/>
                </a:lnTo>
                <a:lnTo>
                  <a:pt x="417589" y="60094"/>
                </a:lnTo>
                <a:lnTo>
                  <a:pt x="417399" y="60323"/>
                </a:lnTo>
                <a:lnTo>
                  <a:pt x="417201" y="60544"/>
                </a:lnTo>
                <a:lnTo>
                  <a:pt x="416995" y="60758"/>
                </a:lnTo>
                <a:lnTo>
                  <a:pt x="416782" y="60962"/>
                </a:lnTo>
                <a:lnTo>
                  <a:pt x="416562" y="61157"/>
                </a:lnTo>
                <a:lnTo>
                  <a:pt x="416335" y="61344"/>
                </a:lnTo>
                <a:lnTo>
                  <a:pt x="416102" y="61521"/>
                </a:lnTo>
                <a:lnTo>
                  <a:pt x="415861" y="61689"/>
                </a:lnTo>
                <a:lnTo>
                  <a:pt x="415614" y="61848"/>
                </a:lnTo>
                <a:lnTo>
                  <a:pt x="415360" y="61997"/>
                </a:lnTo>
                <a:lnTo>
                  <a:pt x="415099" y="62138"/>
                </a:lnTo>
                <a:lnTo>
                  <a:pt x="414831" y="62270"/>
                </a:lnTo>
                <a:lnTo>
                  <a:pt x="414557" y="62392"/>
                </a:lnTo>
                <a:lnTo>
                  <a:pt x="414275" y="62506"/>
                </a:lnTo>
                <a:lnTo>
                  <a:pt x="413987" y="62610"/>
                </a:lnTo>
                <a:lnTo>
                  <a:pt x="413692" y="62706"/>
                </a:lnTo>
                <a:lnTo>
                  <a:pt x="413390" y="62792"/>
                </a:lnTo>
                <a:lnTo>
                  <a:pt x="413081" y="62869"/>
                </a:lnTo>
                <a:lnTo>
                  <a:pt x="412765" y="62937"/>
                </a:lnTo>
                <a:lnTo>
                  <a:pt x="412442" y="62996"/>
                </a:lnTo>
                <a:lnTo>
                  <a:pt x="412113" y="63046"/>
                </a:lnTo>
                <a:lnTo>
                  <a:pt x="411776" y="63087"/>
                </a:lnTo>
                <a:lnTo>
                  <a:pt x="411433" y="63119"/>
                </a:lnTo>
                <a:lnTo>
                  <a:pt x="411083" y="63142"/>
                </a:lnTo>
                <a:lnTo>
                  <a:pt x="410726" y="63155"/>
                </a:lnTo>
                <a:lnTo>
                  <a:pt x="410362" y="63160"/>
                </a:lnTo>
                <a:lnTo>
                  <a:pt x="409998" y="63155"/>
                </a:lnTo>
                <a:lnTo>
                  <a:pt x="409641" y="63142"/>
                </a:lnTo>
                <a:lnTo>
                  <a:pt x="409290" y="63120"/>
                </a:lnTo>
                <a:lnTo>
                  <a:pt x="408947" y="63088"/>
                </a:lnTo>
                <a:lnTo>
                  <a:pt x="408610" y="63048"/>
                </a:lnTo>
                <a:close/>
                <a:moveTo>
                  <a:pt x="287805" y="72157"/>
                </a:moveTo>
                <a:lnTo>
                  <a:pt x="287805" y="34150"/>
                </a:lnTo>
                <a:lnTo>
                  <a:pt x="287807" y="33938"/>
                </a:lnTo>
                <a:lnTo>
                  <a:pt x="287812" y="33730"/>
                </a:lnTo>
                <a:lnTo>
                  <a:pt x="287821" y="33526"/>
                </a:lnTo>
                <a:lnTo>
                  <a:pt x="287834" y="33327"/>
                </a:lnTo>
                <a:lnTo>
                  <a:pt x="287851" y="33131"/>
                </a:lnTo>
                <a:lnTo>
                  <a:pt x="287871" y="32940"/>
                </a:lnTo>
                <a:lnTo>
                  <a:pt x="287895" y="32752"/>
                </a:lnTo>
                <a:lnTo>
                  <a:pt x="287922" y="32569"/>
                </a:lnTo>
                <a:lnTo>
                  <a:pt x="287953" y="32390"/>
                </a:lnTo>
                <a:lnTo>
                  <a:pt x="287988" y="32215"/>
                </a:lnTo>
                <a:lnTo>
                  <a:pt x="288026" y="32045"/>
                </a:lnTo>
                <a:lnTo>
                  <a:pt x="288068" y="31878"/>
                </a:lnTo>
                <a:lnTo>
                  <a:pt x="288114" y="31716"/>
                </a:lnTo>
                <a:lnTo>
                  <a:pt x="288164" y="31558"/>
                </a:lnTo>
                <a:lnTo>
                  <a:pt x="288217" y="31403"/>
                </a:lnTo>
                <a:lnTo>
                  <a:pt x="288274" y="31253"/>
                </a:lnTo>
                <a:lnTo>
                  <a:pt x="288334" y="31108"/>
                </a:lnTo>
                <a:lnTo>
                  <a:pt x="288398" y="30966"/>
                </a:lnTo>
                <a:lnTo>
                  <a:pt x="288466" y="30828"/>
                </a:lnTo>
                <a:lnTo>
                  <a:pt x="288537" y="30695"/>
                </a:lnTo>
                <a:lnTo>
                  <a:pt x="288612" y="30566"/>
                </a:lnTo>
                <a:lnTo>
                  <a:pt x="288691" y="30441"/>
                </a:lnTo>
                <a:lnTo>
                  <a:pt x="288774" y="30320"/>
                </a:lnTo>
                <a:lnTo>
                  <a:pt x="288860" y="30203"/>
                </a:lnTo>
                <a:lnTo>
                  <a:pt x="288949" y="30091"/>
                </a:lnTo>
                <a:lnTo>
                  <a:pt x="289043" y="29983"/>
                </a:lnTo>
                <a:lnTo>
                  <a:pt x="289140" y="29880"/>
                </a:lnTo>
                <a:lnTo>
                  <a:pt x="289241" y="29782"/>
                </a:lnTo>
                <a:lnTo>
                  <a:pt x="289345" y="29689"/>
                </a:lnTo>
                <a:lnTo>
                  <a:pt x="289454" y="29600"/>
                </a:lnTo>
                <a:lnTo>
                  <a:pt x="289565" y="29517"/>
                </a:lnTo>
                <a:lnTo>
                  <a:pt x="289681" y="29438"/>
                </a:lnTo>
                <a:lnTo>
                  <a:pt x="289800" y="29364"/>
                </a:lnTo>
                <a:lnTo>
                  <a:pt x="289923" y="29294"/>
                </a:lnTo>
                <a:lnTo>
                  <a:pt x="290049" y="29230"/>
                </a:lnTo>
                <a:lnTo>
                  <a:pt x="290180" y="29170"/>
                </a:lnTo>
                <a:lnTo>
                  <a:pt x="290313" y="29115"/>
                </a:lnTo>
                <a:lnTo>
                  <a:pt x="290451" y="29065"/>
                </a:lnTo>
                <a:lnTo>
                  <a:pt x="290592" y="29020"/>
                </a:lnTo>
                <a:lnTo>
                  <a:pt x="290737" y="28979"/>
                </a:lnTo>
                <a:lnTo>
                  <a:pt x="290885" y="28943"/>
                </a:lnTo>
                <a:lnTo>
                  <a:pt x="291037" y="28912"/>
                </a:lnTo>
                <a:lnTo>
                  <a:pt x="291193" y="28886"/>
                </a:lnTo>
                <a:lnTo>
                  <a:pt x="291352" y="28864"/>
                </a:lnTo>
                <a:lnTo>
                  <a:pt x="291516" y="28847"/>
                </a:lnTo>
                <a:lnTo>
                  <a:pt x="291682" y="28835"/>
                </a:lnTo>
                <a:lnTo>
                  <a:pt x="291853" y="28828"/>
                </a:lnTo>
                <a:lnTo>
                  <a:pt x="292027" y="28826"/>
                </a:lnTo>
                <a:lnTo>
                  <a:pt x="292201" y="28828"/>
                </a:lnTo>
                <a:lnTo>
                  <a:pt x="292372" y="28835"/>
                </a:lnTo>
                <a:lnTo>
                  <a:pt x="292539" y="28847"/>
                </a:lnTo>
                <a:lnTo>
                  <a:pt x="292703" y="28864"/>
                </a:lnTo>
                <a:lnTo>
                  <a:pt x="292863" y="28886"/>
                </a:lnTo>
                <a:lnTo>
                  <a:pt x="293020" y="28912"/>
                </a:lnTo>
                <a:lnTo>
                  <a:pt x="293173" y="28943"/>
                </a:lnTo>
                <a:lnTo>
                  <a:pt x="293323" y="28979"/>
                </a:lnTo>
                <a:lnTo>
                  <a:pt x="293469" y="29020"/>
                </a:lnTo>
                <a:lnTo>
                  <a:pt x="293612" y="29065"/>
                </a:lnTo>
                <a:lnTo>
                  <a:pt x="293751" y="29115"/>
                </a:lnTo>
                <a:lnTo>
                  <a:pt x="293886" y="29170"/>
                </a:lnTo>
                <a:lnTo>
                  <a:pt x="294019" y="29230"/>
                </a:lnTo>
                <a:lnTo>
                  <a:pt x="294147" y="29294"/>
                </a:lnTo>
                <a:lnTo>
                  <a:pt x="294272" y="29364"/>
                </a:lnTo>
                <a:lnTo>
                  <a:pt x="294394" y="29438"/>
                </a:lnTo>
                <a:lnTo>
                  <a:pt x="294512" y="29517"/>
                </a:lnTo>
                <a:lnTo>
                  <a:pt x="294627" y="29600"/>
                </a:lnTo>
                <a:lnTo>
                  <a:pt x="294738" y="29689"/>
                </a:lnTo>
                <a:lnTo>
                  <a:pt x="294845" y="29782"/>
                </a:lnTo>
                <a:lnTo>
                  <a:pt x="294949" y="29880"/>
                </a:lnTo>
                <a:lnTo>
                  <a:pt x="295050" y="29983"/>
                </a:lnTo>
                <a:lnTo>
                  <a:pt x="295147" y="30091"/>
                </a:lnTo>
                <a:lnTo>
                  <a:pt x="295240" y="30203"/>
                </a:lnTo>
                <a:lnTo>
                  <a:pt x="295330" y="30320"/>
                </a:lnTo>
                <a:lnTo>
                  <a:pt x="295416" y="30441"/>
                </a:lnTo>
                <a:lnTo>
                  <a:pt x="295499" y="30566"/>
                </a:lnTo>
                <a:lnTo>
                  <a:pt x="295577" y="30695"/>
                </a:lnTo>
                <a:lnTo>
                  <a:pt x="295652" y="30828"/>
                </a:lnTo>
                <a:lnTo>
                  <a:pt x="295723" y="30966"/>
                </a:lnTo>
                <a:lnTo>
                  <a:pt x="295790" y="31108"/>
                </a:lnTo>
                <a:lnTo>
                  <a:pt x="295853" y="31253"/>
                </a:lnTo>
                <a:lnTo>
                  <a:pt x="295912" y="31403"/>
                </a:lnTo>
                <a:lnTo>
                  <a:pt x="295968" y="31558"/>
                </a:lnTo>
                <a:lnTo>
                  <a:pt x="296019" y="31716"/>
                </a:lnTo>
                <a:lnTo>
                  <a:pt x="296067" y="31878"/>
                </a:lnTo>
                <a:lnTo>
                  <a:pt x="296111" y="32045"/>
                </a:lnTo>
                <a:lnTo>
                  <a:pt x="296151" y="32215"/>
                </a:lnTo>
                <a:lnTo>
                  <a:pt x="296188" y="32390"/>
                </a:lnTo>
                <a:lnTo>
                  <a:pt x="296220" y="32569"/>
                </a:lnTo>
                <a:lnTo>
                  <a:pt x="296249" y="32752"/>
                </a:lnTo>
                <a:lnTo>
                  <a:pt x="296274" y="32940"/>
                </a:lnTo>
                <a:lnTo>
                  <a:pt x="296295" y="33131"/>
                </a:lnTo>
                <a:lnTo>
                  <a:pt x="296312" y="33327"/>
                </a:lnTo>
                <a:lnTo>
                  <a:pt x="296325" y="33526"/>
                </a:lnTo>
                <a:lnTo>
                  <a:pt x="296335" y="33730"/>
                </a:lnTo>
                <a:lnTo>
                  <a:pt x="296341" y="33938"/>
                </a:lnTo>
                <a:lnTo>
                  <a:pt x="296343" y="34150"/>
                </a:lnTo>
                <a:lnTo>
                  <a:pt x="296343" y="72157"/>
                </a:lnTo>
                <a:lnTo>
                  <a:pt x="304605" y="72157"/>
                </a:lnTo>
                <a:lnTo>
                  <a:pt x="304605" y="34150"/>
                </a:lnTo>
                <a:lnTo>
                  <a:pt x="304607" y="33938"/>
                </a:lnTo>
                <a:lnTo>
                  <a:pt x="304613" y="33730"/>
                </a:lnTo>
                <a:lnTo>
                  <a:pt x="304623" y="33526"/>
                </a:lnTo>
                <a:lnTo>
                  <a:pt x="304637" y="33327"/>
                </a:lnTo>
                <a:lnTo>
                  <a:pt x="304654" y="33131"/>
                </a:lnTo>
                <a:lnTo>
                  <a:pt x="304676" y="32940"/>
                </a:lnTo>
                <a:lnTo>
                  <a:pt x="304702" y="32752"/>
                </a:lnTo>
                <a:lnTo>
                  <a:pt x="304732" y="32569"/>
                </a:lnTo>
                <a:lnTo>
                  <a:pt x="304766" y="32390"/>
                </a:lnTo>
                <a:lnTo>
                  <a:pt x="304804" y="32215"/>
                </a:lnTo>
                <a:lnTo>
                  <a:pt x="304846" y="32045"/>
                </a:lnTo>
                <a:lnTo>
                  <a:pt x="304892" y="31878"/>
                </a:lnTo>
                <a:lnTo>
                  <a:pt x="304941" y="31716"/>
                </a:lnTo>
                <a:lnTo>
                  <a:pt x="304995" y="31558"/>
                </a:lnTo>
                <a:lnTo>
                  <a:pt x="305053" y="31403"/>
                </a:lnTo>
                <a:lnTo>
                  <a:pt x="305115" y="31253"/>
                </a:lnTo>
                <a:lnTo>
                  <a:pt x="305180" y="31108"/>
                </a:lnTo>
                <a:lnTo>
                  <a:pt x="305250" y="30966"/>
                </a:lnTo>
                <a:lnTo>
                  <a:pt x="305324" y="30828"/>
                </a:lnTo>
                <a:lnTo>
                  <a:pt x="305401" y="30695"/>
                </a:lnTo>
                <a:lnTo>
                  <a:pt x="305483" y="30566"/>
                </a:lnTo>
                <a:lnTo>
                  <a:pt x="305569" y="30441"/>
                </a:lnTo>
                <a:lnTo>
                  <a:pt x="305658" y="30320"/>
                </a:lnTo>
                <a:lnTo>
                  <a:pt x="305752" y="30203"/>
                </a:lnTo>
                <a:lnTo>
                  <a:pt x="305849" y="30091"/>
                </a:lnTo>
                <a:lnTo>
                  <a:pt x="305949" y="29983"/>
                </a:lnTo>
                <a:lnTo>
                  <a:pt x="306052" y="29880"/>
                </a:lnTo>
                <a:lnTo>
                  <a:pt x="306159" y="29782"/>
                </a:lnTo>
                <a:lnTo>
                  <a:pt x="306268" y="29689"/>
                </a:lnTo>
                <a:lnTo>
                  <a:pt x="306380" y="29600"/>
                </a:lnTo>
                <a:lnTo>
                  <a:pt x="306495" y="29517"/>
                </a:lnTo>
                <a:lnTo>
                  <a:pt x="306614" y="29438"/>
                </a:lnTo>
                <a:lnTo>
                  <a:pt x="306735" y="29364"/>
                </a:lnTo>
                <a:lnTo>
                  <a:pt x="306860" y="29294"/>
                </a:lnTo>
                <a:lnTo>
                  <a:pt x="306987" y="29230"/>
                </a:lnTo>
                <a:lnTo>
                  <a:pt x="307117" y="29170"/>
                </a:lnTo>
                <a:lnTo>
                  <a:pt x="307251" y="29115"/>
                </a:lnTo>
                <a:lnTo>
                  <a:pt x="307387" y="29065"/>
                </a:lnTo>
                <a:lnTo>
                  <a:pt x="307527" y="29020"/>
                </a:lnTo>
                <a:lnTo>
                  <a:pt x="307670" y="28979"/>
                </a:lnTo>
                <a:lnTo>
                  <a:pt x="307815" y="28943"/>
                </a:lnTo>
                <a:lnTo>
                  <a:pt x="307964" y="28912"/>
                </a:lnTo>
                <a:lnTo>
                  <a:pt x="308115" y="28886"/>
                </a:lnTo>
                <a:lnTo>
                  <a:pt x="308270" y="28864"/>
                </a:lnTo>
                <a:lnTo>
                  <a:pt x="308428" y="28847"/>
                </a:lnTo>
                <a:lnTo>
                  <a:pt x="308589" y="28835"/>
                </a:lnTo>
                <a:lnTo>
                  <a:pt x="308752" y="28828"/>
                </a:lnTo>
                <a:lnTo>
                  <a:pt x="308919" y="28826"/>
                </a:lnTo>
                <a:lnTo>
                  <a:pt x="309093" y="28828"/>
                </a:lnTo>
                <a:lnTo>
                  <a:pt x="309264" y="28836"/>
                </a:lnTo>
                <a:lnTo>
                  <a:pt x="309431" y="28848"/>
                </a:lnTo>
                <a:lnTo>
                  <a:pt x="309595" y="28865"/>
                </a:lnTo>
                <a:lnTo>
                  <a:pt x="309755" y="28888"/>
                </a:lnTo>
                <a:lnTo>
                  <a:pt x="309912" y="28915"/>
                </a:lnTo>
                <a:lnTo>
                  <a:pt x="310065" y="28947"/>
                </a:lnTo>
                <a:lnTo>
                  <a:pt x="310214" y="28984"/>
                </a:lnTo>
                <a:lnTo>
                  <a:pt x="310360" y="29026"/>
                </a:lnTo>
                <a:lnTo>
                  <a:pt x="310503" y="29073"/>
                </a:lnTo>
                <a:lnTo>
                  <a:pt x="310642" y="29125"/>
                </a:lnTo>
                <a:lnTo>
                  <a:pt x="310778" y="29182"/>
                </a:lnTo>
                <a:lnTo>
                  <a:pt x="310910" y="29243"/>
                </a:lnTo>
                <a:lnTo>
                  <a:pt x="311038" y="29310"/>
                </a:lnTo>
                <a:lnTo>
                  <a:pt x="311163" y="29382"/>
                </a:lnTo>
                <a:lnTo>
                  <a:pt x="311285" y="29458"/>
                </a:lnTo>
                <a:lnTo>
                  <a:pt x="311403" y="29540"/>
                </a:lnTo>
                <a:lnTo>
                  <a:pt x="311518" y="29626"/>
                </a:lnTo>
                <a:lnTo>
                  <a:pt x="311629" y="29718"/>
                </a:lnTo>
                <a:lnTo>
                  <a:pt x="311736" y="29814"/>
                </a:lnTo>
                <a:lnTo>
                  <a:pt x="311840" y="29916"/>
                </a:lnTo>
                <a:lnTo>
                  <a:pt x="311941" y="30022"/>
                </a:lnTo>
                <a:lnTo>
                  <a:pt x="312038" y="30133"/>
                </a:lnTo>
                <a:lnTo>
                  <a:pt x="312131" y="30249"/>
                </a:lnTo>
                <a:lnTo>
                  <a:pt x="312221" y="30370"/>
                </a:lnTo>
                <a:lnTo>
                  <a:pt x="312307" y="30494"/>
                </a:lnTo>
                <a:lnTo>
                  <a:pt x="312390" y="30621"/>
                </a:lnTo>
                <a:lnTo>
                  <a:pt x="312468" y="30753"/>
                </a:lnTo>
                <a:lnTo>
                  <a:pt x="312543" y="30888"/>
                </a:lnTo>
                <a:lnTo>
                  <a:pt x="312614" y="31027"/>
                </a:lnTo>
                <a:lnTo>
                  <a:pt x="312681" y="31169"/>
                </a:lnTo>
                <a:lnTo>
                  <a:pt x="312744" y="31315"/>
                </a:lnTo>
                <a:lnTo>
                  <a:pt x="312803" y="31465"/>
                </a:lnTo>
                <a:lnTo>
                  <a:pt x="312859" y="31618"/>
                </a:lnTo>
                <a:lnTo>
                  <a:pt x="312910" y="31775"/>
                </a:lnTo>
                <a:lnTo>
                  <a:pt x="312958" y="31936"/>
                </a:lnTo>
                <a:lnTo>
                  <a:pt x="313002" y="32100"/>
                </a:lnTo>
                <a:lnTo>
                  <a:pt x="313042" y="32268"/>
                </a:lnTo>
                <a:lnTo>
                  <a:pt x="313079" y="32440"/>
                </a:lnTo>
                <a:lnTo>
                  <a:pt x="313111" y="32616"/>
                </a:lnTo>
                <a:lnTo>
                  <a:pt x="313140" y="32795"/>
                </a:lnTo>
                <a:lnTo>
                  <a:pt x="313165" y="32977"/>
                </a:lnTo>
                <a:lnTo>
                  <a:pt x="313186" y="33164"/>
                </a:lnTo>
                <a:lnTo>
                  <a:pt x="313203" y="33354"/>
                </a:lnTo>
                <a:lnTo>
                  <a:pt x="313216" y="33547"/>
                </a:lnTo>
                <a:lnTo>
                  <a:pt x="313226" y="33745"/>
                </a:lnTo>
                <a:lnTo>
                  <a:pt x="313232" y="33946"/>
                </a:lnTo>
                <a:lnTo>
                  <a:pt x="313234" y="34150"/>
                </a:lnTo>
                <a:lnTo>
                  <a:pt x="313234" y="72157"/>
                </a:lnTo>
                <a:lnTo>
                  <a:pt x="323332" y="72157"/>
                </a:lnTo>
                <a:lnTo>
                  <a:pt x="323332" y="33691"/>
                </a:lnTo>
                <a:lnTo>
                  <a:pt x="323327" y="33198"/>
                </a:lnTo>
                <a:lnTo>
                  <a:pt x="323313" y="32714"/>
                </a:lnTo>
                <a:lnTo>
                  <a:pt x="323289" y="32238"/>
                </a:lnTo>
                <a:lnTo>
                  <a:pt x="323256" y="31771"/>
                </a:lnTo>
                <a:lnTo>
                  <a:pt x="323213" y="31313"/>
                </a:lnTo>
                <a:lnTo>
                  <a:pt x="323160" y="30863"/>
                </a:lnTo>
                <a:lnTo>
                  <a:pt x="323098" y="30421"/>
                </a:lnTo>
                <a:lnTo>
                  <a:pt x="323026" y="29989"/>
                </a:lnTo>
                <a:lnTo>
                  <a:pt x="322945" y="29565"/>
                </a:lnTo>
                <a:lnTo>
                  <a:pt x="322854" y="29149"/>
                </a:lnTo>
                <a:lnTo>
                  <a:pt x="322754" y="28743"/>
                </a:lnTo>
                <a:lnTo>
                  <a:pt x="322644" y="28344"/>
                </a:lnTo>
                <a:lnTo>
                  <a:pt x="322524" y="27955"/>
                </a:lnTo>
                <a:lnTo>
                  <a:pt x="322395" y="27574"/>
                </a:lnTo>
                <a:lnTo>
                  <a:pt x="322256" y="27201"/>
                </a:lnTo>
                <a:lnTo>
                  <a:pt x="322108" y="26837"/>
                </a:lnTo>
                <a:lnTo>
                  <a:pt x="321950" y="26482"/>
                </a:lnTo>
                <a:lnTo>
                  <a:pt x="321783" y="26136"/>
                </a:lnTo>
                <a:lnTo>
                  <a:pt x="321606" y="25798"/>
                </a:lnTo>
                <a:lnTo>
                  <a:pt x="321420" y="25468"/>
                </a:lnTo>
                <a:lnTo>
                  <a:pt x="321224" y="25148"/>
                </a:lnTo>
                <a:lnTo>
                  <a:pt x="321018" y="24835"/>
                </a:lnTo>
                <a:lnTo>
                  <a:pt x="320803" y="24532"/>
                </a:lnTo>
                <a:lnTo>
                  <a:pt x="320578" y="24237"/>
                </a:lnTo>
                <a:lnTo>
                  <a:pt x="320345" y="23952"/>
                </a:lnTo>
                <a:lnTo>
                  <a:pt x="320106" y="23679"/>
                </a:lnTo>
                <a:lnTo>
                  <a:pt x="319860" y="23419"/>
                </a:lnTo>
                <a:lnTo>
                  <a:pt x="319607" y="23171"/>
                </a:lnTo>
                <a:lnTo>
                  <a:pt x="319347" y="22934"/>
                </a:lnTo>
                <a:lnTo>
                  <a:pt x="319081" y="22710"/>
                </a:lnTo>
                <a:lnTo>
                  <a:pt x="318808" y="22498"/>
                </a:lnTo>
                <a:lnTo>
                  <a:pt x="318528" y="22298"/>
                </a:lnTo>
                <a:lnTo>
                  <a:pt x="318242" y="22110"/>
                </a:lnTo>
                <a:lnTo>
                  <a:pt x="317949" y="21935"/>
                </a:lnTo>
                <a:lnTo>
                  <a:pt x="317649" y="21771"/>
                </a:lnTo>
                <a:lnTo>
                  <a:pt x="317342" y="21620"/>
                </a:lnTo>
                <a:lnTo>
                  <a:pt x="317029" y="21480"/>
                </a:lnTo>
                <a:lnTo>
                  <a:pt x="316709" y="21353"/>
                </a:lnTo>
                <a:lnTo>
                  <a:pt x="316383" y="21238"/>
                </a:lnTo>
                <a:lnTo>
                  <a:pt x="316049" y="21135"/>
                </a:lnTo>
                <a:lnTo>
                  <a:pt x="315710" y="21044"/>
                </a:lnTo>
                <a:lnTo>
                  <a:pt x="315363" y="20965"/>
                </a:lnTo>
                <a:lnTo>
                  <a:pt x="315010" y="20899"/>
                </a:lnTo>
                <a:lnTo>
                  <a:pt x="314650" y="20844"/>
                </a:lnTo>
                <a:lnTo>
                  <a:pt x="314283" y="20802"/>
                </a:lnTo>
                <a:lnTo>
                  <a:pt x="313910" y="20772"/>
                </a:lnTo>
                <a:lnTo>
                  <a:pt x="313529" y="20753"/>
                </a:lnTo>
                <a:lnTo>
                  <a:pt x="313143" y="20747"/>
                </a:lnTo>
                <a:lnTo>
                  <a:pt x="312816" y="20752"/>
                </a:lnTo>
                <a:lnTo>
                  <a:pt x="312496" y="20765"/>
                </a:lnTo>
                <a:lnTo>
                  <a:pt x="312180" y="20788"/>
                </a:lnTo>
                <a:lnTo>
                  <a:pt x="311870" y="20819"/>
                </a:lnTo>
                <a:lnTo>
                  <a:pt x="311566" y="20859"/>
                </a:lnTo>
                <a:lnTo>
                  <a:pt x="311266" y="20908"/>
                </a:lnTo>
                <a:lnTo>
                  <a:pt x="310973" y="20966"/>
                </a:lnTo>
                <a:lnTo>
                  <a:pt x="310684" y="21033"/>
                </a:lnTo>
                <a:lnTo>
                  <a:pt x="310401" y="21109"/>
                </a:lnTo>
                <a:lnTo>
                  <a:pt x="310124" y="21194"/>
                </a:lnTo>
                <a:lnTo>
                  <a:pt x="309852" y="21287"/>
                </a:lnTo>
                <a:lnTo>
                  <a:pt x="309585" y="21390"/>
                </a:lnTo>
                <a:lnTo>
                  <a:pt x="309324" y="21502"/>
                </a:lnTo>
                <a:lnTo>
                  <a:pt x="309068" y="21622"/>
                </a:lnTo>
                <a:lnTo>
                  <a:pt x="308818" y="21751"/>
                </a:lnTo>
                <a:lnTo>
                  <a:pt x="308573" y="21890"/>
                </a:lnTo>
                <a:lnTo>
                  <a:pt x="308333" y="22037"/>
                </a:lnTo>
                <a:lnTo>
                  <a:pt x="308099" y="22193"/>
                </a:lnTo>
                <a:lnTo>
                  <a:pt x="307870" y="22358"/>
                </a:lnTo>
                <a:lnTo>
                  <a:pt x="307647" y="22532"/>
                </a:lnTo>
                <a:lnTo>
                  <a:pt x="307429" y="22715"/>
                </a:lnTo>
                <a:lnTo>
                  <a:pt x="307217" y="22907"/>
                </a:lnTo>
                <a:lnTo>
                  <a:pt x="307010" y="23108"/>
                </a:lnTo>
                <a:lnTo>
                  <a:pt x="306808" y="23318"/>
                </a:lnTo>
                <a:lnTo>
                  <a:pt x="306613" y="23535"/>
                </a:lnTo>
                <a:lnTo>
                  <a:pt x="306427" y="23758"/>
                </a:lnTo>
                <a:lnTo>
                  <a:pt x="306249" y="23986"/>
                </a:lnTo>
                <a:lnTo>
                  <a:pt x="306079" y="24221"/>
                </a:lnTo>
                <a:lnTo>
                  <a:pt x="305917" y="24461"/>
                </a:lnTo>
                <a:lnTo>
                  <a:pt x="305764" y="24706"/>
                </a:lnTo>
                <a:lnTo>
                  <a:pt x="305619" y="24958"/>
                </a:lnTo>
                <a:lnTo>
                  <a:pt x="305482" y="25215"/>
                </a:lnTo>
                <a:lnTo>
                  <a:pt x="305354" y="25478"/>
                </a:lnTo>
                <a:lnTo>
                  <a:pt x="305233" y="25747"/>
                </a:lnTo>
                <a:lnTo>
                  <a:pt x="305122" y="26021"/>
                </a:lnTo>
                <a:lnTo>
                  <a:pt x="305018" y="26302"/>
                </a:lnTo>
                <a:lnTo>
                  <a:pt x="304923" y="26588"/>
                </a:lnTo>
                <a:lnTo>
                  <a:pt x="304836" y="26879"/>
                </a:lnTo>
                <a:lnTo>
                  <a:pt x="304757" y="27177"/>
                </a:lnTo>
                <a:lnTo>
                  <a:pt x="304686" y="27480"/>
                </a:lnTo>
                <a:lnTo>
                  <a:pt x="304624" y="27789"/>
                </a:lnTo>
                <a:lnTo>
                  <a:pt x="304570" y="28103"/>
                </a:lnTo>
                <a:lnTo>
                  <a:pt x="304525" y="28424"/>
                </a:lnTo>
                <a:lnTo>
                  <a:pt x="304521" y="28459"/>
                </a:lnTo>
                <a:lnTo>
                  <a:pt x="304073" y="28459"/>
                </a:lnTo>
                <a:lnTo>
                  <a:pt x="304040" y="28305"/>
                </a:lnTo>
                <a:lnTo>
                  <a:pt x="303950" y="27930"/>
                </a:lnTo>
                <a:lnTo>
                  <a:pt x="303852" y="27563"/>
                </a:lnTo>
                <a:lnTo>
                  <a:pt x="303747" y="27204"/>
                </a:lnTo>
                <a:lnTo>
                  <a:pt x="303633" y="26853"/>
                </a:lnTo>
                <a:lnTo>
                  <a:pt x="303512" y="26510"/>
                </a:lnTo>
                <a:lnTo>
                  <a:pt x="303383" y="26175"/>
                </a:lnTo>
                <a:lnTo>
                  <a:pt x="303247" y="25848"/>
                </a:lnTo>
                <a:lnTo>
                  <a:pt x="303102" y="25528"/>
                </a:lnTo>
                <a:lnTo>
                  <a:pt x="302950" y="25217"/>
                </a:lnTo>
                <a:lnTo>
                  <a:pt x="302790" y="24914"/>
                </a:lnTo>
                <a:lnTo>
                  <a:pt x="302622" y="24619"/>
                </a:lnTo>
                <a:lnTo>
                  <a:pt x="302446" y="24331"/>
                </a:lnTo>
                <a:lnTo>
                  <a:pt x="302263" y="24052"/>
                </a:lnTo>
                <a:lnTo>
                  <a:pt x="302072" y="23782"/>
                </a:lnTo>
                <a:lnTo>
                  <a:pt x="301875" y="23524"/>
                </a:lnTo>
                <a:lnTo>
                  <a:pt x="301672" y="23277"/>
                </a:lnTo>
                <a:lnTo>
                  <a:pt x="301463" y="23042"/>
                </a:lnTo>
                <a:lnTo>
                  <a:pt x="301248" y="22818"/>
                </a:lnTo>
                <a:lnTo>
                  <a:pt x="301027" y="22606"/>
                </a:lnTo>
                <a:lnTo>
                  <a:pt x="300799" y="22405"/>
                </a:lnTo>
                <a:lnTo>
                  <a:pt x="300565" y="22216"/>
                </a:lnTo>
                <a:lnTo>
                  <a:pt x="300325" y="22038"/>
                </a:lnTo>
                <a:lnTo>
                  <a:pt x="300078" y="21872"/>
                </a:lnTo>
                <a:lnTo>
                  <a:pt x="299826" y="21717"/>
                </a:lnTo>
                <a:lnTo>
                  <a:pt x="299567" y="21574"/>
                </a:lnTo>
                <a:lnTo>
                  <a:pt x="299302" y="21442"/>
                </a:lnTo>
                <a:lnTo>
                  <a:pt x="299030" y="21321"/>
                </a:lnTo>
                <a:lnTo>
                  <a:pt x="298753" y="21212"/>
                </a:lnTo>
                <a:lnTo>
                  <a:pt x="298469" y="21115"/>
                </a:lnTo>
                <a:lnTo>
                  <a:pt x="298179" y="21029"/>
                </a:lnTo>
                <a:lnTo>
                  <a:pt x="297883" y="20954"/>
                </a:lnTo>
                <a:lnTo>
                  <a:pt x="297581" y="20891"/>
                </a:lnTo>
                <a:lnTo>
                  <a:pt x="297272" y="20839"/>
                </a:lnTo>
                <a:lnTo>
                  <a:pt x="296957" y="20799"/>
                </a:lnTo>
                <a:lnTo>
                  <a:pt x="296636" y="20770"/>
                </a:lnTo>
                <a:lnTo>
                  <a:pt x="296309" y="20753"/>
                </a:lnTo>
                <a:lnTo>
                  <a:pt x="295976" y="20747"/>
                </a:lnTo>
                <a:lnTo>
                  <a:pt x="295664" y="20752"/>
                </a:lnTo>
                <a:lnTo>
                  <a:pt x="295358" y="20765"/>
                </a:lnTo>
                <a:lnTo>
                  <a:pt x="295056" y="20788"/>
                </a:lnTo>
                <a:lnTo>
                  <a:pt x="294759" y="20819"/>
                </a:lnTo>
                <a:lnTo>
                  <a:pt x="294467" y="20859"/>
                </a:lnTo>
                <a:lnTo>
                  <a:pt x="294180" y="20908"/>
                </a:lnTo>
                <a:lnTo>
                  <a:pt x="293897" y="20966"/>
                </a:lnTo>
                <a:lnTo>
                  <a:pt x="293619" y="21033"/>
                </a:lnTo>
                <a:lnTo>
                  <a:pt x="293346" y="21109"/>
                </a:lnTo>
                <a:lnTo>
                  <a:pt x="293078" y="21194"/>
                </a:lnTo>
                <a:lnTo>
                  <a:pt x="292815" y="21287"/>
                </a:lnTo>
                <a:lnTo>
                  <a:pt x="292556" y="21390"/>
                </a:lnTo>
                <a:lnTo>
                  <a:pt x="292302" y="21502"/>
                </a:lnTo>
                <a:lnTo>
                  <a:pt x="292053" y="21622"/>
                </a:lnTo>
                <a:lnTo>
                  <a:pt x="291809" y="21751"/>
                </a:lnTo>
                <a:lnTo>
                  <a:pt x="291569" y="21890"/>
                </a:lnTo>
                <a:lnTo>
                  <a:pt x="291334" y="22037"/>
                </a:lnTo>
                <a:lnTo>
                  <a:pt x="291104" y="22193"/>
                </a:lnTo>
                <a:lnTo>
                  <a:pt x="290879" y="22358"/>
                </a:lnTo>
                <a:lnTo>
                  <a:pt x="290659" y="22532"/>
                </a:lnTo>
                <a:lnTo>
                  <a:pt x="290443" y="22715"/>
                </a:lnTo>
                <a:lnTo>
                  <a:pt x="290232" y="22907"/>
                </a:lnTo>
                <a:lnTo>
                  <a:pt x="290026" y="23108"/>
                </a:lnTo>
                <a:lnTo>
                  <a:pt x="289825" y="23318"/>
                </a:lnTo>
                <a:lnTo>
                  <a:pt x="289630" y="23535"/>
                </a:lnTo>
                <a:lnTo>
                  <a:pt x="289444" y="23758"/>
                </a:lnTo>
                <a:lnTo>
                  <a:pt x="289265" y="23986"/>
                </a:lnTo>
                <a:lnTo>
                  <a:pt x="289095" y="24221"/>
                </a:lnTo>
                <a:lnTo>
                  <a:pt x="288934" y="24461"/>
                </a:lnTo>
                <a:lnTo>
                  <a:pt x="288780" y="24706"/>
                </a:lnTo>
                <a:lnTo>
                  <a:pt x="288635" y="24958"/>
                </a:lnTo>
                <a:lnTo>
                  <a:pt x="288499" y="25215"/>
                </a:lnTo>
                <a:lnTo>
                  <a:pt x="288370" y="25478"/>
                </a:lnTo>
                <a:lnTo>
                  <a:pt x="288250" y="25747"/>
                </a:lnTo>
                <a:lnTo>
                  <a:pt x="288138" y="26021"/>
                </a:lnTo>
                <a:lnTo>
                  <a:pt x="288035" y="26302"/>
                </a:lnTo>
                <a:lnTo>
                  <a:pt x="287939" y="26588"/>
                </a:lnTo>
                <a:lnTo>
                  <a:pt x="287852" y="26879"/>
                </a:lnTo>
                <a:lnTo>
                  <a:pt x="287773" y="27177"/>
                </a:lnTo>
                <a:lnTo>
                  <a:pt x="287703" y="27480"/>
                </a:lnTo>
                <a:lnTo>
                  <a:pt x="287641" y="27789"/>
                </a:lnTo>
                <a:lnTo>
                  <a:pt x="287587" y="28103"/>
                </a:lnTo>
                <a:lnTo>
                  <a:pt x="287541" y="28424"/>
                </a:lnTo>
                <a:lnTo>
                  <a:pt x="287537" y="28459"/>
                </a:lnTo>
                <a:lnTo>
                  <a:pt x="287071" y="28459"/>
                </a:lnTo>
                <a:lnTo>
                  <a:pt x="287071" y="21665"/>
                </a:lnTo>
                <a:lnTo>
                  <a:pt x="277706" y="21665"/>
                </a:lnTo>
                <a:lnTo>
                  <a:pt x="277706" y="72157"/>
                </a:lnTo>
                <a:lnTo>
                  <a:pt x="287805" y="72157"/>
                </a:lnTo>
                <a:close/>
                <a:moveTo>
                  <a:pt x="337287" y="21665"/>
                </a:moveTo>
                <a:lnTo>
                  <a:pt x="337287" y="32039"/>
                </a:lnTo>
                <a:lnTo>
                  <a:pt x="352619" y="32039"/>
                </a:lnTo>
                <a:lnTo>
                  <a:pt x="352619" y="61692"/>
                </a:lnTo>
                <a:lnTo>
                  <a:pt x="334992" y="61692"/>
                </a:lnTo>
                <a:lnTo>
                  <a:pt x="334992" y="72157"/>
                </a:lnTo>
                <a:lnTo>
                  <a:pt x="379241" y="72157"/>
                </a:lnTo>
                <a:lnTo>
                  <a:pt x="379241" y="61692"/>
                </a:lnTo>
                <a:lnTo>
                  <a:pt x="363634" y="61692"/>
                </a:lnTo>
                <a:lnTo>
                  <a:pt x="363634" y="21665"/>
                </a:lnTo>
                <a:lnTo>
                  <a:pt x="337287" y="21665"/>
                </a:lnTo>
                <a:close/>
                <a:moveTo>
                  <a:pt x="82781" y="72878"/>
                </a:moveTo>
                <a:lnTo>
                  <a:pt x="83290" y="72832"/>
                </a:lnTo>
                <a:lnTo>
                  <a:pt x="83791" y="72777"/>
                </a:lnTo>
                <a:lnTo>
                  <a:pt x="84287" y="72713"/>
                </a:lnTo>
                <a:lnTo>
                  <a:pt x="84776" y="72641"/>
                </a:lnTo>
                <a:lnTo>
                  <a:pt x="85258" y="72561"/>
                </a:lnTo>
                <a:lnTo>
                  <a:pt x="85734" y="72472"/>
                </a:lnTo>
                <a:lnTo>
                  <a:pt x="86204" y="72375"/>
                </a:lnTo>
                <a:lnTo>
                  <a:pt x="86668" y="72270"/>
                </a:lnTo>
                <a:lnTo>
                  <a:pt x="87125" y="72156"/>
                </a:lnTo>
                <a:lnTo>
                  <a:pt x="87575" y="72033"/>
                </a:lnTo>
                <a:lnTo>
                  <a:pt x="88020" y="71902"/>
                </a:lnTo>
                <a:lnTo>
                  <a:pt x="88458" y="71763"/>
                </a:lnTo>
                <a:lnTo>
                  <a:pt x="88889" y="71615"/>
                </a:lnTo>
                <a:lnTo>
                  <a:pt x="89314" y="71459"/>
                </a:lnTo>
                <a:lnTo>
                  <a:pt x="89733" y="71294"/>
                </a:lnTo>
                <a:lnTo>
                  <a:pt x="90146" y="71121"/>
                </a:lnTo>
                <a:lnTo>
                  <a:pt x="90552" y="70939"/>
                </a:lnTo>
                <a:lnTo>
                  <a:pt x="90951" y="70749"/>
                </a:lnTo>
                <a:lnTo>
                  <a:pt x="91345" y="70550"/>
                </a:lnTo>
                <a:lnTo>
                  <a:pt x="91731" y="70344"/>
                </a:lnTo>
                <a:lnTo>
                  <a:pt x="92111" y="70131"/>
                </a:lnTo>
                <a:lnTo>
                  <a:pt x="92483" y="69911"/>
                </a:lnTo>
                <a:lnTo>
                  <a:pt x="92848" y="69683"/>
                </a:lnTo>
                <a:lnTo>
                  <a:pt x="93206" y="69449"/>
                </a:lnTo>
                <a:lnTo>
                  <a:pt x="93557" y="69208"/>
                </a:lnTo>
                <a:lnTo>
                  <a:pt x="93901" y="68959"/>
                </a:lnTo>
                <a:lnTo>
                  <a:pt x="94237" y="68704"/>
                </a:lnTo>
                <a:lnTo>
                  <a:pt x="94566" y="68442"/>
                </a:lnTo>
                <a:lnTo>
                  <a:pt x="94888" y="68172"/>
                </a:lnTo>
                <a:lnTo>
                  <a:pt x="95203" y="67896"/>
                </a:lnTo>
                <a:lnTo>
                  <a:pt x="95511" y="67613"/>
                </a:lnTo>
                <a:lnTo>
                  <a:pt x="95811" y="67322"/>
                </a:lnTo>
                <a:lnTo>
                  <a:pt x="96105" y="67025"/>
                </a:lnTo>
                <a:lnTo>
                  <a:pt x="96391" y="66720"/>
                </a:lnTo>
                <a:lnTo>
                  <a:pt x="96670" y="66409"/>
                </a:lnTo>
                <a:lnTo>
                  <a:pt x="96942" y="66091"/>
                </a:lnTo>
                <a:lnTo>
                  <a:pt x="97206" y="65765"/>
                </a:lnTo>
                <a:lnTo>
                  <a:pt x="97464" y="65433"/>
                </a:lnTo>
                <a:lnTo>
                  <a:pt x="97714" y="65093"/>
                </a:lnTo>
                <a:lnTo>
                  <a:pt x="97957" y="64747"/>
                </a:lnTo>
                <a:lnTo>
                  <a:pt x="98193" y="64393"/>
                </a:lnTo>
                <a:lnTo>
                  <a:pt x="98421" y="64033"/>
                </a:lnTo>
                <a:lnTo>
                  <a:pt x="98643" y="63665"/>
                </a:lnTo>
                <a:lnTo>
                  <a:pt x="98857" y="63292"/>
                </a:lnTo>
                <a:lnTo>
                  <a:pt x="99061" y="62912"/>
                </a:lnTo>
                <a:lnTo>
                  <a:pt x="99256" y="62527"/>
                </a:lnTo>
                <a:lnTo>
                  <a:pt x="99443" y="62136"/>
                </a:lnTo>
                <a:lnTo>
                  <a:pt x="99620" y="61740"/>
                </a:lnTo>
                <a:lnTo>
                  <a:pt x="99788" y="61338"/>
                </a:lnTo>
                <a:lnTo>
                  <a:pt x="99947" y="60931"/>
                </a:lnTo>
                <a:lnTo>
                  <a:pt x="100097" y="60518"/>
                </a:lnTo>
                <a:lnTo>
                  <a:pt x="100238" y="60100"/>
                </a:lnTo>
                <a:lnTo>
                  <a:pt x="100369" y="59676"/>
                </a:lnTo>
                <a:lnTo>
                  <a:pt x="100492" y="59246"/>
                </a:lnTo>
                <a:lnTo>
                  <a:pt x="100606" y="58811"/>
                </a:lnTo>
                <a:lnTo>
                  <a:pt x="100710" y="58370"/>
                </a:lnTo>
                <a:lnTo>
                  <a:pt x="100805" y="57924"/>
                </a:lnTo>
                <a:lnTo>
                  <a:pt x="100892" y="57472"/>
                </a:lnTo>
                <a:lnTo>
                  <a:pt x="100969" y="57014"/>
                </a:lnTo>
                <a:lnTo>
                  <a:pt x="101037" y="56551"/>
                </a:lnTo>
                <a:lnTo>
                  <a:pt x="101096" y="56083"/>
                </a:lnTo>
                <a:lnTo>
                  <a:pt x="101146" y="55608"/>
                </a:lnTo>
                <a:lnTo>
                  <a:pt x="101187" y="55129"/>
                </a:lnTo>
                <a:lnTo>
                  <a:pt x="101219" y="54643"/>
                </a:lnTo>
                <a:lnTo>
                  <a:pt x="101242" y="54152"/>
                </a:lnTo>
                <a:lnTo>
                  <a:pt x="101255" y="53656"/>
                </a:lnTo>
                <a:lnTo>
                  <a:pt x="101260" y="53154"/>
                </a:lnTo>
                <a:lnTo>
                  <a:pt x="101260" y="40577"/>
                </a:lnTo>
                <a:lnTo>
                  <a:pt x="101255" y="40083"/>
                </a:lnTo>
                <a:lnTo>
                  <a:pt x="101242" y="39593"/>
                </a:lnTo>
                <a:lnTo>
                  <a:pt x="101219" y="39109"/>
                </a:lnTo>
                <a:lnTo>
                  <a:pt x="101187" y="38630"/>
                </a:lnTo>
                <a:lnTo>
                  <a:pt x="101146" y="38157"/>
                </a:lnTo>
                <a:lnTo>
                  <a:pt x="101096" y="37688"/>
                </a:lnTo>
                <a:lnTo>
                  <a:pt x="101037" y="37225"/>
                </a:lnTo>
                <a:lnTo>
                  <a:pt x="100969" y="36767"/>
                </a:lnTo>
                <a:lnTo>
                  <a:pt x="100892" y="36315"/>
                </a:lnTo>
                <a:lnTo>
                  <a:pt x="100805" y="35868"/>
                </a:lnTo>
                <a:lnTo>
                  <a:pt x="100710" y="35425"/>
                </a:lnTo>
                <a:lnTo>
                  <a:pt x="100606" y="34989"/>
                </a:lnTo>
                <a:lnTo>
                  <a:pt x="100492" y="34557"/>
                </a:lnTo>
                <a:lnTo>
                  <a:pt x="100369" y="34131"/>
                </a:lnTo>
                <a:lnTo>
                  <a:pt x="100238" y="33710"/>
                </a:lnTo>
                <a:lnTo>
                  <a:pt x="100097" y="33294"/>
                </a:lnTo>
                <a:lnTo>
                  <a:pt x="99947" y="32884"/>
                </a:lnTo>
                <a:lnTo>
                  <a:pt x="99788" y="32479"/>
                </a:lnTo>
                <a:lnTo>
                  <a:pt x="99620" y="32079"/>
                </a:lnTo>
                <a:lnTo>
                  <a:pt x="99443" y="31684"/>
                </a:lnTo>
                <a:lnTo>
                  <a:pt x="99256" y="31295"/>
                </a:lnTo>
                <a:lnTo>
                  <a:pt x="99061" y="30911"/>
                </a:lnTo>
                <a:lnTo>
                  <a:pt x="98857" y="30532"/>
                </a:lnTo>
                <a:lnTo>
                  <a:pt x="98643" y="30158"/>
                </a:lnTo>
                <a:lnTo>
                  <a:pt x="98421" y="29790"/>
                </a:lnTo>
                <a:lnTo>
                  <a:pt x="98193" y="29430"/>
                </a:lnTo>
                <a:lnTo>
                  <a:pt x="97957" y="29076"/>
                </a:lnTo>
                <a:lnTo>
                  <a:pt x="97714" y="28730"/>
                </a:lnTo>
                <a:lnTo>
                  <a:pt x="97464" y="28390"/>
                </a:lnTo>
                <a:lnTo>
                  <a:pt x="97206" y="28058"/>
                </a:lnTo>
                <a:lnTo>
                  <a:pt x="96942" y="27732"/>
                </a:lnTo>
                <a:lnTo>
                  <a:pt x="96670" y="27414"/>
                </a:lnTo>
                <a:lnTo>
                  <a:pt x="96391" y="27102"/>
                </a:lnTo>
                <a:lnTo>
                  <a:pt x="96105" y="26798"/>
                </a:lnTo>
                <a:lnTo>
                  <a:pt x="95811" y="26500"/>
                </a:lnTo>
                <a:lnTo>
                  <a:pt x="95511" y="26210"/>
                </a:lnTo>
                <a:lnTo>
                  <a:pt x="95203" y="25926"/>
                </a:lnTo>
                <a:lnTo>
                  <a:pt x="94888" y="25650"/>
                </a:lnTo>
                <a:lnTo>
                  <a:pt x="94566" y="25381"/>
                </a:lnTo>
                <a:lnTo>
                  <a:pt x="94237" y="25118"/>
                </a:lnTo>
                <a:lnTo>
                  <a:pt x="93901" y="24863"/>
                </a:lnTo>
                <a:lnTo>
                  <a:pt x="93557" y="24615"/>
                </a:lnTo>
                <a:lnTo>
                  <a:pt x="93206" y="24373"/>
                </a:lnTo>
                <a:lnTo>
                  <a:pt x="92848" y="24139"/>
                </a:lnTo>
                <a:lnTo>
                  <a:pt x="92483" y="23912"/>
                </a:lnTo>
                <a:lnTo>
                  <a:pt x="92111" y="23691"/>
                </a:lnTo>
                <a:lnTo>
                  <a:pt x="91731" y="23478"/>
                </a:lnTo>
                <a:lnTo>
                  <a:pt x="91345" y="23272"/>
                </a:lnTo>
                <a:lnTo>
                  <a:pt x="90951" y="23073"/>
                </a:lnTo>
                <a:lnTo>
                  <a:pt x="90552" y="22883"/>
                </a:lnTo>
                <a:lnTo>
                  <a:pt x="90146" y="22701"/>
                </a:lnTo>
                <a:lnTo>
                  <a:pt x="89733" y="22528"/>
                </a:lnTo>
                <a:lnTo>
                  <a:pt x="89314" y="22363"/>
                </a:lnTo>
                <a:lnTo>
                  <a:pt x="88889" y="22207"/>
                </a:lnTo>
                <a:lnTo>
                  <a:pt x="88458" y="22059"/>
                </a:lnTo>
                <a:lnTo>
                  <a:pt x="88020" y="21920"/>
                </a:lnTo>
                <a:lnTo>
                  <a:pt x="87575" y="21789"/>
                </a:lnTo>
                <a:lnTo>
                  <a:pt x="87125" y="21666"/>
                </a:lnTo>
                <a:lnTo>
                  <a:pt x="86668" y="21552"/>
                </a:lnTo>
                <a:lnTo>
                  <a:pt x="86204" y="21447"/>
                </a:lnTo>
                <a:lnTo>
                  <a:pt x="85734" y="21350"/>
                </a:lnTo>
                <a:lnTo>
                  <a:pt x="85258" y="21261"/>
                </a:lnTo>
                <a:lnTo>
                  <a:pt x="84776" y="21181"/>
                </a:lnTo>
                <a:lnTo>
                  <a:pt x="84287" y="21109"/>
                </a:lnTo>
                <a:lnTo>
                  <a:pt x="83791" y="21045"/>
                </a:lnTo>
                <a:lnTo>
                  <a:pt x="83290" y="20991"/>
                </a:lnTo>
                <a:lnTo>
                  <a:pt x="82781" y="20944"/>
                </a:lnTo>
                <a:lnTo>
                  <a:pt x="82267" y="20906"/>
                </a:lnTo>
                <a:lnTo>
                  <a:pt x="81746" y="20876"/>
                </a:lnTo>
                <a:lnTo>
                  <a:pt x="81219" y="20855"/>
                </a:lnTo>
                <a:lnTo>
                  <a:pt x="80685" y="20843"/>
                </a:lnTo>
                <a:lnTo>
                  <a:pt x="80145" y="20838"/>
                </a:lnTo>
                <a:lnTo>
                  <a:pt x="79613" y="20843"/>
                </a:lnTo>
                <a:lnTo>
                  <a:pt x="79086" y="20855"/>
                </a:lnTo>
                <a:lnTo>
                  <a:pt x="78565" y="20876"/>
                </a:lnTo>
                <a:lnTo>
                  <a:pt x="78050" y="20906"/>
                </a:lnTo>
                <a:lnTo>
                  <a:pt x="77541" y="20944"/>
                </a:lnTo>
                <a:lnTo>
                  <a:pt x="77038" y="20991"/>
                </a:lnTo>
                <a:lnTo>
                  <a:pt x="76541" y="21045"/>
                </a:lnTo>
                <a:lnTo>
                  <a:pt x="76050" y="21109"/>
                </a:lnTo>
                <a:lnTo>
                  <a:pt x="75564" y="21181"/>
                </a:lnTo>
                <a:lnTo>
                  <a:pt x="75085" y="21261"/>
                </a:lnTo>
                <a:lnTo>
                  <a:pt x="74611" y="21350"/>
                </a:lnTo>
                <a:lnTo>
                  <a:pt x="74143" y="21447"/>
                </a:lnTo>
                <a:lnTo>
                  <a:pt x="73681" y="21552"/>
                </a:lnTo>
                <a:lnTo>
                  <a:pt x="73225" y="21666"/>
                </a:lnTo>
                <a:lnTo>
                  <a:pt x="72775" y="21789"/>
                </a:lnTo>
                <a:lnTo>
                  <a:pt x="72331" y="21920"/>
                </a:lnTo>
                <a:lnTo>
                  <a:pt x="71893" y="22059"/>
                </a:lnTo>
                <a:lnTo>
                  <a:pt x="71461" y="22207"/>
                </a:lnTo>
                <a:lnTo>
                  <a:pt x="71034" y="22363"/>
                </a:lnTo>
                <a:lnTo>
                  <a:pt x="70614" y="22528"/>
                </a:lnTo>
                <a:lnTo>
                  <a:pt x="70199" y="22701"/>
                </a:lnTo>
                <a:lnTo>
                  <a:pt x="69790" y="22883"/>
                </a:lnTo>
                <a:lnTo>
                  <a:pt x="69388" y="23073"/>
                </a:lnTo>
                <a:lnTo>
                  <a:pt x="68991" y="23272"/>
                </a:lnTo>
                <a:lnTo>
                  <a:pt x="68600" y="23478"/>
                </a:lnTo>
                <a:lnTo>
                  <a:pt x="68217" y="23691"/>
                </a:lnTo>
                <a:lnTo>
                  <a:pt x="67842" y="23912"/>
                </a:lnTo>
                <a:lnTo>
                  <a:pt x="67473" y="24139"/>
                </a:lnTo>
                <a:lnTo>
                  <a:pt x="67112" y="24373"/>
                </a:lnTo>
                <a:lnTo>
                  <a:pt x="66759" y="24615"/>
                </a:lnTo>
                <a:lnTo>
                  <a:pt x="66412" y="24863"/>
                </a:lnTo>
                <a:lnTo>
                  <a:pt x="66073" y="25118"/>
                </a:lnTo>
                <a:lnTo>
                  <a:pt x="65742" y="25381"/>
                </a:lnTo>
                <a:lnTo>
                  <a:pt x="65417" y="25650"/>
                </a:lnTo>
                <a:lnTo>
                  <a:pt x="65100" y="25926"/>
                </a:lnTo>
                <a:lnTo>
                  <a:pt x="64791" y="26210"/>
                </a:lnTo>
                <a:lnTo>
                  <a:pt x="64488" y="26500"/>
                </a:lnTo>
                <a:lnTo>
                  <a:pt x="64193" y="26798"/>
                </a:lnTo>
                <a:lnTo>
                  <a:pt x="63906" y="27102"/>
                </a:lnTo>
                <a:lnTo>
                  <a:pt x="63625" y="27414"/>
                </a:lnTo>
                <a:lnTo>
                  <a:pt x="63352" y="27732"/>
                </a:lnTo>
                <a:lnTo>
                  <a:pt x="63087" y="28058"/>
                </a:lnTo>
                <a:lnTo>
                  <a:pt x="62828" y="28390"/>
                </a:lnTo>
                <a:lnTo>
                  <a:pt x="62577" y="28730"/>
                </a:lnTo>
                <a:lnTo>
                  <a:pt x="62333" y="29076"/>
                </a:lnTo>
                <a:lnTo>
                  <a:pt x="62097" y="29430"/>
                </a:lnTo>
                <a:lnTo>
                  <a:pt x="61868" y="29790"/>
                </a:lnTo>
                <a:lnTo>
                  <a:pt x="61646" y="30158"/>
                </a:lnTo>
                <a:lnTo>
                  <a:pt x="61433" y="30532"/>
                </a:lnTo>
                <a:lnTo>
                  <a:pt x="61228" y="30911"/>
                </a:lnTo>
                <a:lnTo>
                  <a:pt x="61033" y="31296"/>
                </a:lnTo>
                <a:lnTo>
                  <a:pt x="60847" y="31687"/>
                </a:lnTo>
                <a:lnTo>
                  <a:pt x="60670" y="32083"/>
                </a:lnTo>
                <a:lnTo>
                  <a:pt x="60502" y="32484"/>
                </a:lnTo>
                <a:lnTo>
                  <a:pt x="60343" y="32892"/>
                </a:lnTo>
                <a:lnTo>
                  <a:pt x="60193" y="33304"/>
                </a:lnTo>
                <a:lnTo>
                  <a:pt x="60053" y="33723"/>
                </a:lnTo>
                <a:lnTo>
                  <a:pt x="59921" y="34147"/>
                </a:lnTo>
                <a:lnTo>
                  <a:pt x="59798" y="34576"/>
                </a:lnTo>
                <a:lnTo>
                  <a:pt x="59685" y="35011"/>
                </a:lnTo>
                <a:lnTo>
                  <a:pt x="59580" y="35452"/>
                </a:lnTo>
                <a:lnTo>
                  <a:pt x="59485" y="35899"/>
                </a:lnTo>
                <a:lnTo>
                  <a:pt x="59399" y="36350"/>
                </a:lnTo>
                <a:lnTo>
                  <a:pt x="59322" y="36808"/>
                </a:lnTo>
                <a:lnTo>
                  <a:pt x="59253" y="37271"/>
                </a:lnTo>
                <a:lnTo>
                  <a:pt x="59194" y="37739"/>
                </a:lnTo>
                <a:lnTo>
                  <a:pt x="59144" y="38214"/>
                </a:lnTo>
                <a:lnTo>
                  <a:pt x="59104" y="38693"/>
                </a:lnTo>
                <a:lnTo>
                  <a:pt x="59072" y="39179"/>
                </a:lnTo>
                <a:lnTo>
                  <a:pt x="59049" y="39670"/>
                </a:lnTo>
                <a:lnTo>
                  <a:pt x="59035" y="40166"/>
                </a:lnTo>
                <a:lnTo>
                  <a:pt x="59031" y="40668"/>
                </a:lnTo>
                <a:lnTo>
                  <a:pt x="59031" y="53154"/>
                </a:lnTo>
                <a:lnTo>
                  <a:pt x="59035" y="53656"/>
                </a:lnTo>
                <a:lnTo>
                  <a:pt x="59049" y="54152"/>
                </a:lnTo>
                <a:lnTo>
                  <a:pt x="59072" y="54643"/>
                </a:lnTo>
                <a:lnTo>
                  <a:pt x="59104" y="55129"/>
                </a:lnTo>
                <a:lnTo>
                  <a:pt x="59144" y="55608"/>
                </a:lnTo>
                <a:lnTo>
                  <a:pt x="59194" y="56083"/>
                </a:lnTo>
                <a:lnTo>
                  <a:pt x="59253" y="56551"/>
                </a:lnTo>
                <a:lnTo>
                  <a:pt x="59322" y="57014"/>
                </a:lnTo>
                <a:lnTo>
                  <a:pt x="59399" y="57472"/>
                </a:lnTo>
                <a:lnTo>
                  <a:pt x="59485" y="57924"/>
                </a:lnTo>
                <a:lnTo>
                  <a:pt x="59580" y="58370"/>
                </a:lnTo>
                <a:lnTo>
                  <a:pt x="59685" y="58811"/>
                </a:lnTo>
                <a:lnTo>
                  <a:pt x="59798" y="59246"/>
                </a:lnTo>
                <a:lnTo>
                  <a:pt x="59921" y="59676"/>
                </a:lnTo>
                <a:lnTo>
                  <a:pt x="60053" y="60100"/>
                </a:lnTo>
                <a:lnTo>
                  <a:pt x="60193" y="60518"/>
                </a:lnTo>
                <a:lnTo>
                  <a:pt x="60343" y="60931"/>
                </a:lnTo>
                <a:lnTo>
                  <a:pt x="60502" y="61338"/>
                </a:lnTo>
                <a:lnTo>
                  <a:pt x="60670" y="61740"/>
                </a:lnTo>
                <a:lnTo>
                  <a:pt x="60847" y="62136"/>
                </a:lnTo>
                <a:lnTo>
                  <a:pt x="61033" y="62527"/>
                </a:lnTo>
                <a:lnTo>
                  <a:pt x="61228" y="62912"/>
                </a:lnTo>
                <a:lnTo>
                  <a:pt x="61433" y="63292"/>
                </a:lnTo>
                <a:lnTo>
                  <a:pt x="61646" y="63665"/>
                </a:lnTo>
                <a:lnTo>
                  <a:pt x="61868" y="64033"/>
                </a:lnTo>
                <a:lnTo>
                  <a:pt x="62097" y="64393"/>
                </a:lnTo>
                <a:lnTo>
                  <a:pt x="62333" y="64747"/>
                </a:lnTo>
                <a:lnTo>
                  <a:pt x="62577" y="65093"/>
                </a:lnTo>
                <a:lnTo>
                  <a:pt x="62828" y="65433"/>
                </a:lnTo>
                <a:lnTo>
                  <a:pt x="63087" y="65765"/>
                </a:lnTo>
                <a:lnTo>
                  <a:pt x="63352" y="66091"/>
                </a:lnTo>
                <a:lnTo>
                  <a:pt x="63625" y="66409"/>
                </a:lnTo>
                <a:lnTo>
                  <a:pt x="63906" y="66720"/>
                </a:lnTo>
                <a:lnTo>
                  <a:pt x="64193" y="67025"/>
                </a:lnTo>
                <a:lnTo>
                  <a:pt x="64488" y="67322"/>
                </a:lnTo>
                <a:lnTo>
                  <a:pt x="64791" y="67613"/>
                </a:lnTo>
                <a:lnTo>
                  <a:pt x="65100" y="67896"/>
                </a:lnTo>
                <a:lnTo>
                  <a:pt x="65417" y="68172"/>
                </a:lnTo>
                <a:lnTo>
                  <a:pt x="65742" y="68442"/>
                </a:lnTo>
                <a:lnTo>
                  <a:pt x="66073" y="68704"/>
                </a:lnTo>
                <a:lnTo>
                  <a:pt x="66412" y="68959"/>
                </a:lnTo>
                <a:lnTo>
                  <a:pt x="66759" y="69208"/>
                </a:lnTo>
                <a:lnTo>
                  <a:pt x="67112" y="69449"/>
                </a:lnTo>
                <a:lnTo>
                  <a:pt x="67473" y="69683"/>
                </a:lnTo>
                <a:lnTo>
                  <a:pt x="67842" y="69911"/>
                </a:lnTo>
                <a:lnTo>
                  <a:pt x="68217" y="70131"/>
                </a:lnTo>
                <a:lnTo>
                  <a:pt x="68600" y="70344"/>
                </a:lnTo>
                <a:lnTo>
                  <a:pt x="68991" y="70550"/>
                </a:lnTo>
                <a:lnTo>
                  <a:pt x="69388" y="70749"/>
                </a:lnTo>
                <a:lnTo>
                  <a:pt x="69790" y="70939"/>
                </a:lnTo>
                <a:lnTo>
                  <a:pt x="70199" y="71121"/>
                </a:lnTo>
                <a:lnTo>
                  <a:pt x="70614" y="71294"/>
                </a:lnTo>
                <a:lnTo>
                  <a:pt x="71034" y="71459"/>
                </a:lnTo>
                <a:lnTo>
                  <a:pt x="71461" y="71615"/>
                </a:lnTo>
                <a:lnTo>
                  <a:pt x="71893" y="71763"/>
                </a:lnTo>
                <a:lnTo>
                  <a:pt x="72331" y="71902"/>
                </a:lnTo>
                <a:lnTo>
                  <a:pt x="72775" y="72033"/>
                </a:lnTo>
                <a:lnTo>
                  <a:pt x="73225" y="72156"/>
                </a:lnTo>
                <a:lnTo>
                  <a:pt x="73681" y="72270"/>
                </a:lnTo>
                <a:lnTo>
                  <a:pt x="74143" y="72375"/>
                </a:lnTo>
                <a:lnTo>
                  <a:pt x="74611" y="72472"/>
                </a:lnTo>
                <a:lnTo>
                  <a:pt x="75085" y="72561"/>
                </a:lnTo>
                <a:lnTo>
                  <a:pt x="75564" y="72641"/>
                </a:lnTo>
                <a:lnTo>
                  <a:pt x="76050" y="72713"/>
                </a:lnTo>
                <a:lnTo>
                  <a:pt x="76541" y="72777"/>
                </a:lnTo>
                <a:lnTo>
                  <a:pt x="77038" y="72832"/>
                </a:lnTo>
                <a:lnTo>
                  <a:pt x="77541" y="72878"/>
                </a:lnTo>
                <a:lnTo>
                  <a:pt x="78050" y="72916"/>
                </a:lnTo>
                <a:lnTo>
                  <a:pt x="78565" y="72946"/>
                </a:lnTo>
                <a:lnTo>
                  <a:pt x="79086" y="72967"/>
                </a:lnTo>
                <a:lnTo>
                  <a:pt x="79613" y="72979"/>
                </a:lnTo>
                <a:lnTo>
                  <a:pt x="80145" y="72984"/>
                </a:lnTo>
                <a:lnTo>
                  <a:pt x="80685" y="72979"/>
                </a:lnTo>
                <a:lnTo>
                  <a:pt x="81219" y="72967"/>
                </a:lnTo>
                <a:lnTo>
                  <a:pt x="81746" y="72946"/>
                </a:lnTo>
                <a:lnTo>
                  <a:pt x="82267" y="72916"/>
                </a:lnTo>
                <a:lnTo>
                  <a:pt x="82781" y="72878"/>
                </a:lnTo>
                <a:close/>
                <a:moveTo>
                  <a:pt x="78355" y="62867"/>
                </a:moveTo>
                <a:lnTo>
                  <a:pt x="78017" y="62818"/>
                </a:lnTo>
                <a:lnTo>
                  <a:pt x="77685" y="62761"/>
                </a:lnTo>
                <a:lnTo>
                  <a:pt x="77361" y="62696"/>
                </a:lnTo>
                <a:lnTo>
                  <a:pt x="77043" y="62621"/>
                </a:lnTo>
                <a:lnTo>
                  <a:pt x="76732" y="62538"/>
                </a:lnTo>
                <a:lnTo>
                  <a:pt x="76427" y="62446"/>
                </a:lnTo>
                <a:lnTo>
                  <a:pt x="76129" y="62345"/>
                </a:lnTo>
                <a:lnTo>
                  <a:pt x="75838" y="62236"/>
                </a:lnTo>
                <a:lnTo>
                  <a:pt x="75554" y="62117"/>
                </a:lnTo>
                <a:lnTo>
                  <a:pt x="75276" y="61990"/>
                </a:lnTo>
                <a:lnTo>
                  <a:pt x="75005" y="61854"/>
                </a:lnTo>
                <a:lnTo>
                  <a:pt x="74740" y="61710"/>
                </a:lnTo>
                <a:lnTo>
                  <a:pt x="74483" y="61556"/>
                </a:lnTo>
                <a:lnTo>
                  <a:pt x="74232" y="61394"/>
                </a:lnTo>
                <a:lnTo>
                  <a:pt x="73987" y="61223"/>
                </a:lnTo>
                <a:lnTo>
                  <a:pt x="73750" y="61044"/>
                </a:lnTo>
                <a:lnTo>
                  <a:pt x="73519" y="60855"/>
                </a:lnTo>
                <a:lnTo>
                  <a:pt x="73294" y="60658"/>
                </a:lnTo>
                <a:lnTo>
                  <a:pt x="73077" y="60452"/>
                </a:lnTo>
                <a:lnTo>
                  <a:pt x="72867" y="60238"/>
                </a:lnTo>
                <a:lnTo>
                  <a:pt x="72666" y="60016"/>
                </a:lnTo>
                <a:lnTo>
                  <a:pt x="72474" y="59786"/>
                </a:lnTo>
                <a:lnTo>
                  <a:pt x="72291" y="59548"/>
                </a:lnTo>
                <a:lnTo>
                  <a:pt x="72117" y="59303"/>
                </a:lnTo>
                <a:lnTo>
                  <a:pt x="71952" y="59049"/>
                </a:lnTo>
                <a:lnTo>
                  <a:pt x="71796" y="58788"/>
                </a:lnTo>
                <a:lnTo>
                  <a:pt x="71649" y="58519"/>
                </a:lnTo>
                <a:lnTo>
                  <a:pt x="71510" y="58242"/>
                </a:lnTo>
                <a:lnTo>
                  <a:pt x="71381" y="57958"/>
                </a:lnTo>
                <a:lnTo>
                  <a:pt x="71261" y="57665"/>
                </a:lnTo>
                <a:lnTo>
                  <a:pt x="71149" y="57365"/>
                </a:lnTo>
                <a:lnTo>
                  <a:pt x="71046" y="57057"/>
                </a:lnTo>
                <a:lnTo>
                  <a:pt x="70953" y="56741"/>
                </a:lnTo>
                <a:lnTo>
                  <a:pt x="70868" y="56418"/>
                </a:lnTo>
                <a:lnTo>
                  <a:pt x="70792" y="56086"/>
                </a:lnTo>
                <a:lnTo>
                  <a:pt x="70725" y="55747"/>
                </a:lnTo>
                <a:lnTo>
                  <a:pt x="70667" y="55400"/>
                </a:lnTo>
                <a:lnTo>
                  <a:pt x="70618" y="55045"/>
                </a:lnTo>
                <a:lnTo>
                  <a:pt x="70578" y="54683"/>
                </a:lnTo>
                <a:lnTo>
                  <a:pt x="70547" y="54312"/>
                </a:lnTo>
                <a:lnTo>
                  <a:pt x="70524" y="53934"/>
                </a:lnTo>
                <a:lnTo>
                  <a:pt x="70511" y="53548"/>
                </a:lnTo>
                <a:lnTo>
                  <a:pt x="70506" y="53154"/>
                </a:lnTo>
                <a:lnTo>
                  <a:pt x="70506" y="40668"/>
                </a:lnTo>
                <a:lnTo>
                  <a:pt x="70511" y="40267"/>
                </a:lnTo>
                <a:lnTo>
                  <a:pt x="70524" y="39874"/>
                </a:lnTo>
                <a:lnTo>
                  <a:pt x="70547" y="39489"/>
                </a:lnTo>
                <a:lnTo>
                  <a:pt x="70578" y="39113"/>
                </a:lnTo>
                <a:lnTo>
                  <a:pt x="70618" y="38745"/>
                </a:lnTo>
                <a:lnTo>
                  <a:pt x="70667" y="38385"/>
                </a:lnTo>
                <a:lnTo>
                  <a:pt x="70725" y="38033"/>
                </a:lnTo>
                <a:lnTo>
                  <a:pt x="70792" y="37690"/>
                </a:lnTo>
                <a:lnTo>
                  <a:pt x="70868" y="37355"/>
                </a:lnTo>
                <a:lnTo>
                  <a:pt x="70953" y="37029"/>
                </a:lnTo>
                <a:lnTo>
                  <a:pt x="71046" y="36710"/>
                </a:lnTo>
                <a:lnTo>
                  <a:pt x="71149" y="36400"/>
                </a:lnTo>
                <a:lnTo>
                  <a:pt x="71261" y="36098"/>
                </a:lnTo>
                <a:lnTo>
                  <a:pt x="71381" y="35805"/>
                </a:lnTo>
                <a:lnTo>
                  <a:pt x="71510" y="35519"/>
                </a:lnTo>
                <a:lnTo>
                  <a:pt x="71649" y="35243"/>
                </a:lnTo>
                <a:lnTo>
                  <a:pt x="71796" y="34974"/>
                </a:lnTo>
                <a:lnTo>
                  <a:pt x="71952" y="34713"/>
                </a:lnTo>
                <a:lnTo>
                  <a:pt x="72117" y="34461"/>
                </a:lnTo>
                <a:lnTo>
                  <a:pt x="72291" y="34218"/>
                </a:lnTo>
                <a:lnTo>
                  <a:pt x="72474" y="33982"/>
                </a:lnTo>
                <a:lnTo>
                  <a:pt x="72666" y="33755"/>
                </a:lnTo>
                <a:lnTo>
                  <a:pt x="72867" y="33536"/>
                </a:lnTo>
                <a:lnTo>
                  <a:pt x="73077" y="33325"/>
                </a:lnTo>
                <a:lnTo>
                  <a:pt x="73294" y="33123"/>
                </a:lnTo>
                <a:lnTo>
                  <a:pt x="73519" y="32929"/>
                </a:lnTo>
                <a:lnTo>
                  <a:pt x="73750" y="32744"/>
                </a:lnTo>
                <a:lnTo>
                  <a:pt x="73987" y="32568"/>
                </a:lnTo>
                <a:lnTo>
                  <a:pt x="74232" y="32400"/>
                </a:lnTo>
                <a:lnTo>
                  <a:pt x="74483" y="32241"/>
                </a:lnTo>
                <a:lnTo>
                  <a:pt x="74740" y="32090"/>
                </a:lnTo>
                <a:lnTo>
                  <a:pt x="75005" y="31948"/>
                </a:lnTo>
                <a:lnTo>
                  <a:pt x="75276" y="31814"/>
                </a:lnTo>
                <a:lnTo>
                  <a:pt x="75554" y="31690"/>
                </a:lnTo>
                <a:lnTo>
                  <a:pt x="75838" y="31573"/>
                </a:lnTo>
                <a:lnTo>
                  <a:pt x="76129" y="31466"/>
                </a:lnTo>
                <a:lnTo>
                  <a:pt x="76427" y="31367"/>
                </a:lnTo>
                <a:lnTo>
                  <a:pt x="76732" y="31276"/>
                </a:lnTo>
                <a:lnTo>
                  <a:pt x="77043" y="31195"/>
                </a:lnTo>
                <a:lnTo>
                  <a:pt x="77361" y="31121"/>
                </a:lnTo>
                <a:lnTo>
                  <a:pt x="77685" y="31057"/>
                </a:lnTo>
                <a:lnTo>
                  <a:pt x="78017" y="31001"/>
                </a:lnTo>
                <a:lnTo>
                  <a:pt x="78355" y="30953"/>
                </a:lnTo>
                <a:lnTo>
                  <a:pt x="78700" y="30915"/>
                </a:lnTo>
                <a:lnTo>
                  <a:pt x="79051" y="30885"/>
                </a:lnTo>
                <a:lnTo>
                  <a:pt x="79409" y="30863"/>
                </a:lnTo>
                <a:lnTo>
                  <a:pt x="79774" y="30850"/>
                </a:lnTo>
                <a:lnTo>
                  <a:pt x="80145" y="30846"/>
                </a:lnTo>
                <a:lnTo>
                  <a:pt x="80524" y="30850"/>
                </a:lnTo>
                <a:lnTo>
                  <a:pt x="80896" y="30863"/>
                </a:lnTo>
                <a:lnTo>
                  <a:pt x="81261" y="30885"/>
                </a:lnTo>
                <a:lnTo>
                  <a:pt x="81618" y="30915"/>
                </a:lnTo>
                <a:lnTo>
                  <a:pt x="81968" y="30953"/>
                </a:lnTo>
                <a:lnTo>
                  <a:pt x="82311" y="31001"/>
                </a:lnTo>
                <a:lnTo>
                  <a:pt x="82647" y="31057"/>
                </a:lnTo>
                <a:lnTo>
                  <a:pt x="82976" y="31121"/>
                </a:lnTo>
                <a:lnTo>
                  <a:pt x="83298" y="31195"/>
                </a:lnTo>
                <a:lnTo>
                  <a:pt x="83612" y="31276"/>
                </a:lnTo>
                <a:lnTo>
                  <a:pt x="83919" y="31367"/>
                </a:lnTo>
                <a:lnTo>
                  <a:pt x="84219" y="31466"/>
                </a:lnTo>
                <a:lnTo>
                  <a:pt x="84512" y="31573"/>
                </a:lnTo>
                <a:lnTo>
                  <a:pt x="84798" y="31690"/>
                </a:lnTo>
                <a:lnTo>
                  <a:pt x="85076" y="31814"/>
                </a:lnTo>
                <a:lnTo>
                  <a:pt x="85348" y="31948"/>
                </a:lnTo>
                <a:lnTo>
                  <a:pt x="85612" y="32090"/>
                </a:lnTo>
                <a:lnTo>
                  <a:pt x="85869" y="32241"/>
                </a:lnTo>
                <a:lnTo>
                  <a:pt x="86119" y="32400"/>
                </a:lnTo>
                <a:lnTo>
                  <a:pt x="86361" y="32568"/>
                </a:lnTo>
                <a:lnTo>
                  <a:pt x="86597" y="32744"/>
                </a:lnTo>
                <a:lnTo>
                  <a:pt x="86825" y="32929"/>
                </a:lnTo>
                <a:lnTo>
                  <a:pt x="87046" y="33123"/>
                </a:lnTo>
                <a:lnTo>
                  <a:pt x="87260" y="33325"/>
                </a:lnTo>
                <a:lnTo>
                  <a:pt x="87466" y="33536"/>
                </a:lnTo>
                <a:lnTo>
                  <a:pt x="87663" y="33755"/>
                </a:lnTo>
                <a:lnTo>
                  <a:pt x="87852" y="33982"/>
                </a:lnTo>
                <a:lnTo>
                  <a:pt x="88031" y="34218"/>
                </a:lnTo>
                <a:lnTo>
                  <a:pt x="88202" y="34461"/>
                </a:lnTo>
                <a:lnTo>
                  <a:pt x="88364" y="34713"/>
                </a:lnTo>
                <a:lnTo>
                  <a:pt x="88518" y="34974"/>
                </a:lnTo>
                <a:lnTo>
                  <a:pt x="88662" y="35243"/>
                </a:lnTo>
                <a:lnTo>
                  <a:pt x="88798" y="35519"/>
                </a:lnTo>
                <a:lnTo>
                  <a:pt x="88925" y="35805"/>
                </a:lnTo>
                <a:lnTo>
                  <a:pt x="89044" y="36098"/>
                </a:lnTo>
                <a:lnTo>
                  <a:pt x="89153" y="36400"/>
                </a:lnTo>
                <a:lnTo>
                  <a:pt x="89254" y="36710"/>
                </a:lnTo>
                <a:lnTo>
                  <a:pt x="89346" y="37029"/>
                </a:lnTo>
                <a:lnTo>
                  <a:pt x="89429" y="37355"/>
                </a:lnTo>
                <a:lnTo>
                  <a:pt x="89504" y="37690"/>
                </a:lnTo>
                <a:lnTo>
                  <a:pt x="89570" y="38033"/>
                </a:lnTo>
                <a:lnTo>
                  <a:pt x="89627" y="38385"/>
                </a:lnTo>
                <a:lnTo>
                  <a:pt x="89675" y="38745"/>
                </a:lnTo>
                <a:lnTo>
                  <a:pt x="89714" y="39113"/>
                </a:lnTo>
                <a:lnTo>
                  <a:pt x="89745" y="39489"/>
                </a:lnTo>
                <a:lnTo>
                  <a:pt x="89767" y="39874"/>
                </a:lnTo>
                <a:lnTo>
                  <a:pt x="89780" y="40267"/>
                </a:lnTo>
                <a:lnTo>
                  <a:pt x="89784" y="40668"/>
                </a:lnTo>
                <a:lnTo>
                  <a:pt x="89784" y="53154"/>
                </a:lnTo>
                <a:lnTo>
                  <a:pt x="89780" y="53548"/>
                </a:lnTo>
                <a:lnTo>
                  <a:pt x="89767" y="53934"/>
                </a:lnTo>
                <a:lnTo>
                  <a:pt x="89745" y="54312"/>
                </a:lnTo>
                <a:lnTo>
                  <a:pt x="89714" y="54683"/>
                </a:lnTo>
                <a:lnTo>
                  <a:pt x="89675" y="55045"/>
                </a:lnTo>
                <a:lnTo>
                  <a:pt x="89627" y="55400"/>
                </a:lnTo>
                <a:lnTo>
                  <a:pt x="89570" y="55747"/>
                </a:lnTo>
                <a:lnTo>
                  <a:pt x="89504" y="56086"/>
                </a:lnTo>
                <a:lnTo>
                  <a:pt x="89429" y="56418"/>
                </a:lnTo>
                <a:lnTo>
                  <a:pt x="89346" y="56741"/>
                </a:lnTo>
                <a:lnTo>
                  <a:pt x="89254" y="57057"/>
                </a:lnTo>
                <a:lnTo>
                  <a:pt x="89153" y="57365"/>
                </a:lnTo>
                <a:lnTo>
                  <a:pt x="89044" y="57665"/>
                </a:lnTo>
                <a:lnTo>
                  <a:pt x="88925" y="57958"/>
                </a:lnTo>
                <a:lnTo>
                  <a:pt x="88798" y="58242"/>
                </a:lnTo>
                <a:lnTo>
                  <a:pt x="88662" y="58519"/>
                </a:lnTo>
                <a:lnTo>
                  <a:pt x="88518" y="58788"/>
                </a:lnTo>
                <a:lnTo>
                  <a:pt x="88364" y="59049"/>
                </a:lnTo>
                <a:lnTo>
                  <a:pt x="88202" y="59303"/>
                </a:lnTo>
                <a:lnTo>
                  <a:pt x="88031" y="59548"/>
                </a:lnTo>
                <a:lnTo>
                  <a:pt x="87852" y="59786"/>
                </a:lnTo>
                <a:lnTo>
                  <a:pt x="87663" y="60016"/>
                </a:lnTo>
                <a:lnTo>
                  <a:pt x="87466" y="60238"/>
                </a:lnTo>
                <a:lnTo>
                  <a:pt x="87260" y="60452"/>
                </a:lnTo>
                <a:lnTo>
                  <a:pt x="87046" y="60658"/>
                </a:lnTo>
                <a:lnTo>
                  <a:pt x="86825" y="60855"/>
                </a:lnTo>
                <a:lnTo>
                  <a:pt x="86597" y="61044"/>
                </a:lnTo>
                <a:lnTo>
                  <a:pt x="86361" y="61223"/>
                </a:lnTo>
                <a:lnTo>
                  <a:pt x="86119" y="61394"/>
                </a:lnTo>
                <a:lnTo>
                  <a:pt x="85869" y="61556"/>
                </a:lnTo>
                <a:lnTo>
                  <a:pt x="85612" y="61710"/>
                </a:lnTo>
                <a:lnTo>
                  <a:pt x="85348" y="61854"/>
                </a:lnTo>
                <a:lnTo>
                  <a:pt x="85076" y="61990"/>
                </a:lnTo>
                <a:lnTo>
                  <a:pt x="84798" y="62117"/>
                </a:lnTo>
                <a:lnTo>
                  <a:pt x="84512" y="62236"/>
                </a:lnTo>
                <a:lnTo>
                  <a:pt x="84219" y="62345"/>
                </a:lnTo>
                <a:lnTo>
                  <a:pt x="83919" y="62446"/>
                </a:lnTo>
                <a:lnTo>
                  <a:pt x="83612" y="62538"/>
                </a:lnTo>
                <a:lnTo>
                  <a:pt x="83298" y="62621"/>
                </a:lnTo>
                <a:lnTo>
                  <a:pt x="82976" y="62696"/>
                </a:lnTo>
                <a:lnTo>
                  <a:pt x="82647" y="62761"/>
                </a:lnTo>
                <a:lnTo>
                  <a:pt x="82311" y="62818"/>
                </a:lnTo>
                <a:lnTo>
                  <a:pt x="81968" y="62867"/>
                </a:lnTo>
                <a:lnTo>
                  <a:pt x="81618" y="62906"/>
                </a:lnTo>
                <a:lnTo>
                  <a:pt x="81261" y="62937"/>
                </a:lnTo>
                <a:lnTo>
                  <a:pt x="80896" y="62959"/>
                </a:lnTo>
                <a:lnTo>
                  <a:pt x="80524" y="62972"/>
                </a:lnTo>
                <a:lnTo>
                  <a:pt x="80145" y="62976"/>
                </a:lnTo>
                <a:lnTo>
                  <a:pt x="79774" y="62972"/>
                </a:lnTo>
                <a:lnTo>
                  <a:pt x="79409" y="62959"/>
                </a:lnTo>
                <a:lnTo>
                  <a:pt x="79051" y="62937"/>
                </a:lnTo>
                <a:lnTo>
                  <a:pt x="78700" y="62906"/>
                </a:lnTo>
                <a:lnTo>
                  <a:pt x="78355" y="62867"/>
                </a:lnTo>
                <a:close/>
                <a:moveTo>
                  <a:pt x="155873" y="37262"/>
                </a:moveTo>
                <a:lnTo>
                  <a:pt x="155845" y="36621"/>
                </a:lnTo>
                <a:lnTo>
                  <a:pt x="155798" y="35992"/>
                </a:lnTo>
                <a:lnTo>
                  <a:pt x="155733" y="35373"/>
                </a:lnTo>
                <a:lnTo>
                  <a:pt x="155649" y="34766"/>
                </a:lnTo>
                <a:lnTo>
                  <a:pt x="155547" y="34171"/>
                </a:lnTo>
                <a:lnTo>
                  <a:pt x="155425" y="33586"/>
                </a:lnTo>
                <a:lnTo>
                  <a:pt x="155286" y="33013"/>
                </a:lnTo>
                <a:lnTo>
                  <a:pt x="155127" y="32451"/>
                </a:lnTo>
                <a:lnTo>
                  <a:pt x="154950" y="31901"/>
                </a:lnTo>
                <a:lnTo>
                  <a:pt x="154754" y="31362"/>
                </a:lnTo>
                <a:lnTo>
                  <a:pt x="154540" y="30834"/>
                </a:lnTo>
                <a:lnTo>
                  <a:pt x="154307" y="30318"/>
                </a:lnTo>
                <a:lnTo>
                  <a:pt x="154055" y="29813"/>
                </a:lnTo>
                <a:lnTo>
                  <a:pt x="153784" y="29319"/>
                </a:lnTo>
                <a:lnTo>
                  <a:pt x="153495" y="28836"/>
                </a:lnTo>
                <a:lnTo>
                  <a:pt x="153188" y="28365"/>
                </a:lnTo>
                <a:lnTo>
                  <a:pt x="152861" y="27905"/>
                </a:lnTo>
                <a:lnTo>
                  <a:pt x="152516" y="27457"/>
                </a:lnTo>
                <a:lnTo>
                  <a:pt x="152153" y="27020"/>
                </a:lnTo>
                <a:lnTo>
                  <a:pt x="151770" y="26594"/>
                </a:lnTo>
                <a:lnTo>
                  <a:pt x="151369" y="26179"/>
                </a:lnTo>
                <a:lnTo>
                  <a:pt x="150950" y="25776"/>
                </a:lnTo>
                <a:lnTo>
                  <a:pt x="150512" y="25384"/>
                </a:lnTo>
                <a:lnTo>
                  <a:pt x="150057" y="25006"/>
                </a:lnTo>
                <a:lnTo>
                  <a:pt x="149590" y="24643"/>
                </a:lnTo>
                <a:lnTo>
                  <a:pt x="149108" y="24297"/>
                </a:lnTo>
                <a:lnTo>
                  <a:pt x="148613" y="23967"/>
                </a:lnTo>
                <a:lnTo>
                  <a:pt x="148105" y="23653"/>
                </a:lnTo>
                <a:lnTo>
                  <a:pt x="147583" y="23356"/>
                </a:lnTo>
                <a:lnTo>
                  <a:pt x="147047" y="23074"/>
                </a:lnTo>
                <a:lnTo>
                  <a:pt x="146498" y="22808"/>
                </a:lnTo>
                <a:lnTo>
                  <a:pt x="145936" y="22559"/>
                </a:lnTo>
                <a:lnTo>
                  <a:pt x="145360" y="22325"/>
                </a:lnTo>
                <a:lnTo>
                  <a:pt x="144770" y="22108"/>
                </a:lnTo>
                <a:lnTo>
                  <a:pt x="144167" y="21907"/>
                </a:lnTo>
                <a:lnTo>
                  <a:pt x="143550" y="21721"/>
                </a:lnTo>
                <a:lnTo>
                  <a:pt x="142919" y="21552"/>
                </a:lnTo>
                <a:lnTo>
                  <a:pt x="142275" y="21399"/>
                </a:lnTo>
                <a:lnTo>
                  <a:pt x="141618" y="21263"/>
                </a:lnTo>
                <a:lnTo>
                  <a:pt x="140947" y="21142"/>
                </a:lnTo>
                <a:lnTo>
                  <a:pt x="140262" y="21037"/>
                </a:lnTo>
                <a:lnTo>
                  <a:pt x="139564" y="20949"/>
                </a:lnTo>
                <a:lnTo>
                  <a:pt x="138853" y="20876"/>
                </a:lnTo>
                <a:lnTo>
                  <a:pt x="138127" y="20820"/>
                </a:lnTo>
                <a:lnTo>
                  <a:pt x="137389" y="20780"/>
                </a:lnTo>
                <a:lnTo>
                  <a:pt x="136636" y="20755"/>
                </a:lnTo>
                <a:lnTo>
                  <a:pt x="135870" y="20747"/>
                </a:lnTo>
                <a:lnTo>
                  <a:pt x="135149" y="20755"/>
                </a:lnTo>
                <a:lnTo>
                  <a:pt x="134438" y="20777"/>
                </a:lnTo>
                <a:lnTo>
                  <a:pt x="133739" y="20813"/>
                </a:lnTo>
                <a:lnTo>
                  <a:pt x="133050" y="20865"/>
                </a:lnTo>
                <a:lnTo>
                  <a:pt x="132372" y="20931"/>
                </a:lnTo>
                <a:lnTo>
                  <a:pt x="131705" y="21011"/>
                </a:lnTo>
                <a:lnTo>
                  <a:pt x="131048" y="21107"/>
                </a:lnTo>
                <a:lnTo>
                  <a:pt x="130403" y="21217"/>
                </a:lnTo>
                <a:lnTo>
                  <a:pt x="129768" y="21341"/>
                </a:lnTo>
                <a:lnTo>
                  <a:pt x="129144" y="21481"/>
                </a:lnTo>
                <a:lnTo>
                  <a:pt x="128531" y="21635"/>
                </a:lnTo>
                <a:lnTo>
                  <a:pt x="127929" y="21803"/>
                </a:lnTo>
                <a:lnTo>
                  <a:pt x="127338" y="21987"/>
                </a:lnTo>
                <a:lnTo>
                  <a:pt x="126757" y="22185"/>
                </a:lnTo>
                <a:lnTo>
                  <a:pt x="126188" y="22397"/>
                </a:lnTo>
                <a:lnTo>
                  <a:pt x="125629" y="22624"/>
                </a:lnTo>
                <a:lnTo>
                  <a:pt x="125081" y="22866"/>
                </a:lnTo>
                <a:lnTo>
                  <a:pt x="124544" y="23123"/>
                </a:lnTo>
                <a:lnTo>
                  <a:pt x="124017" y="23394"/>
                </a:lnTo>
                <a:lnTo>
                  <a:pt x="123502" y="23680"/>
                </a:lnTo>
                <a:lnTo>
                  <a:pt x="122997" y="23981"/>
                </a:lnTo>
                <a:lnTo>
                  <a:pt x="122504" y="24296"/>
                </a:lnTo>
                <a:lnTo>
                  <a:pt x="122021" y="24626"/>
                </a:lnTo>
                <a:lnTo>
                  <a:pt x="121548" y="24971"/>
                </a:lnTo>
                <a:lnTo>
                  <a:pt x="121090" y="25328"/>
                </a:lnTo>
                <a:lnTo>
                  <a:pt x="120648" y="25695"/>
                </a:lnTo>
                <a:lnTo>
                  <a:pt x="120223" y="26072"/>
                </a:lnTo>
                <a:lnTo>
                  <a:pt x="119814" y="26460"/>
                </a:lnTo>
                <a:lnTo>
                  <a:pt x="119422" y="26858"/>
                </a:lnTo>
                <a:lnTo>
                  <a:pt x="119047" y="27266"/>
                </a:lnTo>
                <a:lnTo>
                  <a:pt x="118688" y="27684"/>
                </a:lnTo>
                <a:lnTo>
                  <a:pt x="118345" y="28112"/>
                </a:lnTo>
                <a:lnTo>
                  <a:pt x="118019" y="28551"/>
                </a:lnTo>
                <a:lnTo>
                  <a:pt x="117710" y="28999"/>
                </a:lnTo>
                <a:lnTo>
                  <a:pt x="117418" y="29458"/>
                </a:lnTo>
                <a:lnTo>
                  <a:pt x="117141" y="29928"/>
                </a:lnTo>
                <a:lnTo>
                  <a:pt x="116882" y="30407"/>
                </a:lnTo>
                <a:lnTo>
                  <a:pt x="116639" y="30897"/>
                </a:lnTo>
                <a:lnTo>
                  <a:pt x="116413" y="31396"/>
                </a:lnTo>
                <a:lnTo>
                  <a:pt x="116203" y="31906"/>
                </a:lnTo>
                <a:lnTo>
                  <a:pt x="116010" y="32427"/>
                </a:lnTo>
                <a:lnTo>
                  <a:pt x="115833" y="32957"/>
                </a:lnTo>
                <a:lnTo>
                  <a:pt x="115673" y="33498"/>
                </a:lnTo>
                <a:lnTo>
                  <a:pt x="115530" y="34048"/>
                </a:lnTo>
                <a:lnTo>
                  <a:pt x="115403" y="34610"/>
                </a:lnTo>
                <a:lnTo>
                  <a:pt x="115292" y="35181"/>
                </a:lnTo>
                <a:lnTo>
                  <a:pt x="115199" y="35762"/>
                </a:lnTo>
                <a:lnTo>
                  <a:pt x="115122" y="36354"/>
                </a:lnTo>
                <a:lnTo>
                  <a:pt x="126322" y="36354"/>
                </a:lnTo>
                <a:lnTo>
                  <a:pt x="126364" y="36119"/>
                </a:lnTo>
                <a:lnTo>
                  <a:pt x="126413" y="35888"/>
                </a:lnTo>
                <a:lnTo>
                  <a:pt x="126468" y="35661"/>
                </a:lnTo>
                <a:lnTo>
                  <a:pt x="126531" y="35438"/>
                </a:lnTo>
                <a:lnTo>
                  <a:pt x="126601" y="35220"/>
                </a:lnTo>
                <a:lnTo>
                  <a:pt x="126678" y="35005"/>
                </a:lnTo>
                <a:lnTo>
                  <a:pt x="126761" y="34795"/>
                </a:lnTo>
                <a:lnTo>
                  <a:pt x="126852" y="34589"/>
                </a:lnTo>
                <a:lnTo>
                  <a:pt x="126950" y="34387"/>
                </a:lnTo>
                <a:lnTo>
                  <a:pt x="127055" y="34189"/>
                </a:lnTo>
                <a:lnTo>
                  <a:pt x="127167" y="33996"/>
                </a:lnTo>
                <a:lnTo>
                  <a:pt x="127285" y="33806"/>
                </a:lnTo>
                <a:lnTo>
                  <a:pt x="127411" y="33621"/>
                </a:lnTo>
                <a:lnTo>
                  <a:pt x="127544" y="33440"/>
                </a:lnTo>
                <a:lnTo>
                  <a:pt x="127684" y="33263"/>
                </a:lnTo>
                <a:lnTo>
                  <a:pt x="127831" y="33090"/>
                </a:lnTo>
                <a:lnTo>
                  <a:pt x="127985" y="32921"/>
                </a:lnTo>
                <a:lnTo>
                  <a:pt x="128146" y="32756"/>
                </a:lnTo>
                <a:lnTo>
                  <a:pt x="128314" y="32596"/>
                </a:lnTo>
                <a:lnTo>
                  <a:pt x="128489" y="32440"/>
                </a:lnTo>
                <a:lnTo>
                  <a:pt x="128671" y="32287"/>
                </a:lnTo>
                <a:lnTo>
                  <a:pt x="128860" y="32139"/>
                </a:lnTo>
                <a:lnTo>
                  <a:pt x="129055" y="31996"/>
                </a:lnTo>
                <a:lnTo>
                  <a:pt x="129258" y="31856"/>
                </a:lnTo>
                <a:lnTo>
                  <a:pt x="129467" y="31721"/>
                </a:lnTo>
                <a:lnTo>
                  <a:pt x="129681" y="31592"/>
                </a:lnTo>
                <a:lnTo>
                  <a:pt x="129898" y="31468"/>
                </a:lnTo>
                <a:lnTo>
                  <a:pt x="130121" y="31351"/>
                </a:lnTo>
                <a:lnTo>
                  <a:pt x="130347" y="31239"/>
                </a:lnTo>
                <a:lnTo>
                  <a:pt x="130578" y="31133"/>
                </a:lnTo>
                <a:lnTo>
                  <a:pt x="130814" y="31032"/>
                </a:lnTo>
                <a:lnTo>
                  <a:pt x="131054" y="30938"/>
                </a:lnTo>
                <a:lnTo>
                  <a:pt x="131299" y="30849"/>
                </a:lnTo>
                <a:lnTo>
                  <a:pt x="131548" y="30765"/>
                </a:lnTo>
                <a:lnTo>
                  <a:pt x="131801" y="30688"/>
                </a:lnTo>
                <a:lnTo>
                  <a:pt x="132059" y="30616"/>
                </a:lnTo>
                <a:lnTo>
                  <a:pt x="132321" y="30550"/>
                </a:lnTo>
                <a:lnTo>
                  <a:pt x="132588" y="30490"/>
                </a:lnTo>
                <a:lnTo>
                  <a:pt x="132860" y="30435"/>
                </a:lnTo>
                <a:lnTo>
                  <a:pt x="133135" y="30387"/>
                </a:lnTo>
                <a:lnTo>
                  <a:pt x="133416" y="30343"/>
                </a:lnTo>
                <a:lnTo>
                  <a:pt x="133700" y="30306"/>
                </a:lnTo>
                <a:lnTo>
                  <a:pt x="133989" y="30275"/>
                </a:lnTo>
                <a:lnTo>
                  <a:pt x="134283" y="30249"/>
                </a:lnTo>
                <a:lnTo>
                  <a:pt x="134581" y="30229"/>
                </a:lnTo>
                <a:lnTo>
                  <a:pt x="134883" y="30214"/>
                </a:lnTo>
                <a:lnTo>
                  <a:pt x="135190" y="30206"/>
                </a:lnTo>
                <a:lnTo>
                  <a:pt x="135502" y="30203"/>
                </a:lnTo>
                <a:lnTo>
                  <a:pt x="135843" y="30206"/>
                </a:lnTo>
                <a:lnTo>
                  <a:pt x="136179" y="30217"/>
                </a:lnTo>
                <a:lnTo>
                  <a:pt x="136508" y="30235"/>
                </a:lnTo>
                <a:lnTo>
                  <a:pt x="136831" y="30260"/>
                </a:lnTo>
                <a:lnTo>
                  <a:pt x="137148" y="30293"/>
                </a:lnTo>
                <a:lnTo>
                  <a:pt x="137459" y="30332"/>
                </a:lnTo>
                <a:lnTo>
                  <a:pt x="137764" y="30379"/>
                </a:lnTo>
                <a:lnTo>
                  <a:pt x="138063" y="30432"/>
                </a:lnTo>
                <a:lnTo>
                  <a:pt x="138356" y="30493"/>
                </a:lnTo>
                <a:lnTo>
                  <a:pt x="138642" y="30562"/>
                </a:lnTo>
                <a:lnTo>
                  <a:pt x="138923" y="30637"/>
                </a:lnTo>
                <a:lnTo>
                  <a:pt x="139198" y="30719"/>
                </a:lnTo>
                <a:lnTo>
                  <a:pt x="139466" y="30809"/>
                </a:lnTo>
                <a:lnTo>
                  <a:pt x="139729" y="30906"/>
                </a:lnTo>
                <a:lnTo>
                  <a:pt x="139985" y="31010"/>
                </a:lnTo>
                <a:lnTo>
                  <a:pt x="140235" y="31121"/>
                </a:lnTo>
                <a:lnTo>
                  <a:pt x="140480" y="31240"/>
                </a:lnTo>
                <a:lnTo>
                  <a:pt x="140718" y="31365"/>
                </a:lnTo>
                <a:lnTo>
                  <a:pt x="140950" y="31498"/>
                </a:lnTo>
                <a:lnTo>
                  <a:pt x="141176" y="31638"/>
                </a:lnTo>
                <a:lnTo>
                  <a:pt x="141396" y="31785"/>
                </a:lnTo>
                <a:lnTo>
                  <a:pt x="141610" y="31939"/>
                </a:lnTo>
                <a:lnTo>
                  <a:pt x="141818" y="32100"/>
                </a:lnTo>
                <a:lnTo>
                  <a:pt x="142020" y="32269"/>
                </a:lnTo>
                <a:lnTo>
                  <a:pt x="142215" y="32444"/>
                </a:lnTo>
                <a:lnTo>
                  <a:pt x="142401" y="32624"/>
                </a:lnTo>
                <a:lnTo>
                  <a:pt x="142579" y="32810"/>
                </a:lnTo>
                <a:lnTo>
                  <a:pt x="142749" y="33002"/>
                </a:lnTo>
                <a:lnTo>
                  <a:pt x="142911" y="33199"/>
                </a:lnTo>
                <a:lnTo>
                  <a:pt x="143064" y="33402"/>
                </a:lnTo>
                <a:lnTo>
                  <a:pt x="143209" y="33610"/>
                </a:lnTo>
                <a:lnTo>
                  <a:pt x="143346" y="33824"/>
                </a:lnTo>
                <a:lnTo>
                  <a:pt x="143474" y="34044"/>
                </a:lnTo>
                <a:lnTo>
                  <a:pt x="143595" y="34269"/>
                </a:lnTo>
                <a:lnTo>
                  <a:pt x="143707" y="34500"/>
                </a:lnTo>
                <a:lnTo>
                  <a:pt x="143810" y="34736"/>
                </a:lnTo>
                <a:lnTo>
                  <a:pt x="143905" y="34978"/>
                </a:lnTo>
                <a:lnTo>
                  <a:pt x="143992" y="35225"/>
                </a:lnTo>
                <a:lnTo>
                  <a:pt x="144071" y="35478"/>
                </a:lnTo>
                <a:lnTo>
                  <a:pt x="144142" y="35737"/>
                </a:lnTo>
                <a:lnTo>
                  <a:pt x="144204" y="36001"/>
                </a:lnTo>
                <a:lnTo>
                  <a:pt x="144258" y="36271"/>
                </a:lnTo>
                <a:lnTo>
                  <a:pt x="144303" y="36546"/>
                </a:lnTo>
                <a:lnTo>
                  <a:pt x="144341" y="36827"/>
                </a:lnTo>
                <a:lnTo>
                  <a:pt x="144370" y="37114"/>
                </a:lnTo>
                <a:lnTo>
                  <a:pt x="144390" y="37406"/>
                </a:lnTo>
                <a:lnTo>
                  <a:pt x="144403" y="37703"/>
                </a:lnTo>
                <a:lnTo>
                  <a:pt x="144407" y="38007"/>
                </a:lnTo>
                <a:lnTo>
                  <a:pt x="144407" y="42321"/>
                </a:lnTo>
                <a:lnTo>
                  <a:pt x="131830" y="42321"/>
                </a:lnTo>
                <a:lnTo>
                  <a:pt x="131080" y="42328"/>
                </a:lnTo>
                <a:lnTo>
                  <a:pt x="130344" y="42349"/>
                </a:lnTo>
                <a:lnTo>
                  <a:pt x="129623" y="42384"/>
                </a:lnTo>
                <a:lnTo>
                  <a:pt x="128916" y="42433"/>
                </a:lnTo>
                <a:lnTo>
                  <a:pt x="128223" y="42497"/>
                </a:lnTo>
                <a:lnTo>
                  <a:pt x="127544" y="42574"/>
                </a:lnTo>
                <a:lnTo>
                  <a:pt x="126880" y="42665"/>
                </a:lnTo>
                <a:lnTo>
                  <a:pt x="126230" y="42770"/>
                </a:lnTo>
                <a:lnTo>
                  <a:pt x="125595" y="42889"/>
                </a:lnTo>
                <a:lnTo>
                  <a:pt x="124974" y="43023"/>
                </a:lnTo>
                <a:lnTo>
                  <a:pt x="124367" y="43170"/>
                </a:lnTo>
                <a:lnTo>
                  <a:pt x="123775" y="43331"/>
                </a:lnTo>
                <a:lnTo>
                  <a:pt x="123197" y="43507"/>
                </a:lnTo>
                <a:lnTo>
                  <a:pt x="122633" y="43696"/>
                </a:lnTo>
                <a:lnTo>
                  <a:pt x="122083" y="43899"/>
                </a:lnTo>
                <a:lnTo>
                  <a:pt x="121548" y="44117"/>
                </a:lnTo>
                <a:lnTo>
                  <a:pt x="121028" y="44348"/>
                </a:lnTo>
                <a:lnTo>
                  <a:pt x="120521" y="44594"/>
                </a:lnTo>
                <a:lnTo>
                  <a:pt x="120029" y="44853"/>
                </a:lnTo>
                <a:lnTo>
                  <a:pt x="119552" y="45127"/>
                </a:lnTo>
                <a:lnTo>
                  <a:pt x="119088" y="45414"/>
                </a:lnTo>
                <a:lnTo>
                  <a:pt x="118639" y="45716"/>
                </a:lnTo>
                <a:lnTo>
                  <a:pt x="118205" y="46032"/>
                </a:lnTo>
                <a:lnTo>
                  <a:pt x="117784" y="46361"/>
                </a:lnTo>
                <a:lnTo>
                  <a:pt x="117380" y="46704"/>
                </a:lnTo>
                <a:lnTo>
                  <a:pt x="116993" y="47058"/>
                </a:lnTo>
                <a:lnTo>
                  <a:pt x="116623" y="47424"/>
                </a:lnTo>
                <a:lnTo>
                  <a:pt x="116270" y="47802"/>
                </a:lnTo>
                <a:lnTo>
                  <a:pt x="115934" y="48191"/>
                </a:lnTo>
                <a:lnTo>
                  <a:pt x="115616" y="48593"/>
                </a:lnTo>
                <a:lnTo>
                  <a:pt x="115314" y="49006"/>
                </a:lnTo>
                <a:lnTo>
                  <a:pt x="115030" y="49431"/>
                </a:lnTo>
                <a:lnTo>
                  <a:pt x="114764" y="49868"/>
                </a:lnTo>
                <a:lnTo>
                  <a:pt x="114514" y="50316"/>
                </a:lnTo>
                <a:lnTo>
                  <a:pt x="114282" y="50777"/>
                </a:lnTo>
                <a:lnTo>
                  <a:pt x="114066" y="51249"/>
                </a:lnTo>
                <a:lnTo>
                  <a:pt x="113868" y="51733"/>
                </a:lnTo>
                <a:lnTo>
                  <a:pt x="113688" y="52229"/>
                </a:lnTo>
                <a:lnTo>
                  <a:pt x="113524" y="52736"/>
                </a:lnTo>
                <a:lnTo>
                  <a:pt x="113378" y="53256"/>
                </a:lnTo>
                <a:lnTo>
                  <a:pt x="113249" y="53787"/>
                </a:lnTo>
                <a:lnTo>
                  <a:pt x="113137" y="54330"/>
                </a:lnTo>
                <a:lnTo>
                  <a:pt x="113042" y="54885"/>
                </a:lnTo>
                <a:lnTo>
                  <a:pt x="112965" y="55451"/>
                </a:lnTo>
                <a:lnTo>
                  <a:pt x="112904" y="56029"/>
                </a:lnTo>
                <a:lnTo>
                  <a:pt x="112861" y="56620"/>
                </a:lnTo>
                <a:lnTo>
                  <a:pt x="112836" y="57222"/>
                </a:lnTo>
                <a:lnTo>
                  <a:pt x="112827" y="57835"/>
                </a:lnTo>
                <a:lnTo>
                  <a:pt x="112835" y="58412"/>
                </a:lnTo>
                <a:lnTo>
                  <a:pt x="112858" y="58978"/>
                </a:lnTo>
                <a:lnTo>
                  <a:pt x="112897" y="59535"/>
                </a:lnTo>
                <a:lnTo>
                  <a:pt x="112952" y="60082"/>
                </a:lnTo>
                <a:lnTo>
                  <a:pt x="113022" y="60619"/>
                </a:lnTo>
                <a:lnTo>
                  <a:pt x="113108" y="61146"/>
                </a:lnTo>
                <a:lnTo>
                  <a:pt x="113210" y="61663"/>
                </a:lnTo>
                <a:lnTo>
                  <a:pt x="113327" y="62171"/>
                </a:lnTo>
                <a:lnTo>
                  <a:pt x="113460" y="62668"/>
                </a:lnTo>
                <a:lnTo>
                  <a:pt x="113608" y="63156"/>
                </a:lnTo>
                <a:lnTo>
                  <a:pt x="113772" y="63633"/>
                </a:lnTo>
                <a:lnTo>
                  <a:pt x="113951" y="64101"/>
                </a:lnTo>
                <a:lnTo>
                  <a:pt x="114147" y="64559"/>
                </a:lnTo>
                <a:lnTo>
                  <a:pt x="114358" y="65007"/>
                </a:lnTo>
                <a:lnTo>
                  <a:pt x="114584" y="65445"/>
                </a:lnTo>
                <a:lnTo>
                  <a:pt x="114826" y="65873"/>
                </a:lnTo>
                <a:lnTo>
                  <a:pt x="115084" y="66292"/>
                </a:lnTo>
                <a:lnTo>
                  <a:pt x="115357" y="66700"/>
                </a:lnTo>
                <a:lnTo>
                  <a:pt x="115646" y="67099"/>
                </a:lnTo>
                <a:lnTo>
                  <a:pt x="115951" y="67488"/>
                </a:lnTo>
                <a:lnTo>
                  <a:pt x="116271" y="67866"/>
                </a:lnTo>
                <a:lnTo>
                  <a:pt x="116607" y="68235"/>
                </a:lnTo>
                <a:lnTo>
                  <a:pt x="116958" y="68594"/>
                </a:lnTo>
                <a:lnTo>
                  <a:pt x="117325" y="68944"/>
                </a:lnTo>
                <a:lnTo>
                  <a:pt x="117706" y="69281"/>
                </a:lnTo>
                <a:lnTo>
                  <a:pt x="118098" y="69603"/>
                </a:lnTo>
                <a:lnTo>
                  <a:pt x="118501" y="69912"/>
                </a:lnTo>
                <a:lnTo>
                  <a:pt x="118917" y="70206"/>
                </a:lnTo>
                <a:lnTo>
                  <a:pt x="119343" y="70486"/>
                </a:lnTo>
                <a:lnTo>
                  <a:pt x="119781" y="70751"/>
                </a:lnTo>
                <a:lnTo>
                  <a:pt x="120231" y="71002"/>
                </a:lnTo>
                <a:lnTo>
                  <a:pt x="120692" y="71239"/>
                </a:lnTo>
                <a:lnTo>
                  <a:pt x="121164" y="71461"/>
                </a:lnTo>
                <a:lnTo>
                  <a:pt x="121648" y="71669"/>
                </a:lnTo>
                <a:lnTo>
                  <a:pt x="122143" y="71863"/>
                </a:lnTo>
                <a:lnTo>
                  <a:pt x="122650" y="72042"/>
                </a:lnTo>
                <a:lnTo>
                  <a:pt x="123168" y="72207"/>
                </a:lnTo>
                <a:lnTo>
                  <a:pt x="123698" y="72357"/>
                </a:lnTo>
                <a:lnTo>
                  <a:pt x="124240" y="72494"/>
                </a:lnTo>
                <a:lnTo>
                  <a:pt x="124792" y="72616"/>
                </a:lnTo>
                <a:lnTo>
                  <a:pt x="125356" y="72723"/>
                </a:lnTo>
                <a:lnTo>
                  <a:pt x="125932" y="72816"/>
                </a:lnTo>
                <a:lnTo>
                  <a:pt x="126519" y="72895"/>
                </a:lnTo>
                <a:lnTo>
                  <a:pt x="127118" y="72960"/>
                </a:lnTo>
                <a:lnTo>
                  <a:pt x="127728" y="73010"/>
                </a:lnTo>
                <a:lnTo>
                  <a:pt x="128349" y="73046"/>
                </a:lnTo>
                <a:lnTo>
                  <a:pt x="128982" y="73067"/>
                </a:lnTo>
                <a:lnTo>
                  <a:pt x="129627" y="73075"/>
                </a:lnTo>
                <a:lnTo>
                  <a:pt x="130196" y="73069"/>
                </a:lnTo>
                <a:lnTo>
                  <a:pt x="130755" y="73052"/>
                </a:lnTo>
                <a:lnTo>
                  <a:pt x="131305" y="73023"/>
                </a:lnTo>
                <a:lnTo>
                  <a:pt x="131845" y="72983"/>
                </a:lnTo>
                <a:lnTo>
                  <a:pt x="132376" y="72931"/>
                </a:lnTo>
                <a:lnTo>
                  <a:pt x="132897" y="72868"/>
                </a:lnTo>
                <a:lnTo>
                  <a:pt x="133409" y="72794"/>
                </a:lnTo>
                <a:lnTo>
                  <a:pt x="133911" y="72707"/>
                </a:lnTo>
                <a:lnTo>
                  <a:pt x="134403" y="72610"/>
                </a:lnTo>
                <a:lnTo>
                  <a:pt x="134886" y="72501"/>
                </a:lnTo>
                <a:lnTo>
                  <a:pt x="135360" y="72380"/>
                </a:lnTo>
                <a:lnTo>
                  <a:pt x="135823" y="72249"/>
                </a:lnTo>
                <a:lnTo>
                  <a:pt x="136278" y="72105"/>
                </a:lnTo>
                <a:lnTo>
                  <a:pt x="136722" y="71950"/>
                </a:lnTo>
                <a:lnTo>
                  <a:pt x="137157" y="71784"/>
                </a:lnTo>
                <a:lnTo>
                  <a:pt x="137583" y="71606"/>
                </a:lnTo>
                <a:lnTo>
                  <a:pt x="137999" y="71417"/>
                </a:lnTo>
                <a:lnTo>
                  <a:pt x="138405" y="71216"/>
                </a:lnTo>
                <a:lnTo>
                  <a:pt x="138802" y="71004"/>
                </a:lnTo>
                <a:lnTo>
                  <a:pt x="139189" y="70780"/>
                </a:lnTo>
                <a:lnTo>
                  <a:pt x="139567" y="70545"/>
                </a:lnTo>
                <a:lnTo>
                  <a:pt x="139935" y="70298"/>
                </a:lnTo>
                <a:lnTo>
                  <a:pt x="140294" y="70040"/>
                </a:lnTo>
                <a:lnTo>
                  <a:pt x="140643" y="69770"/>
                </a:lnTo>
                <a:lnTo>
                  <a:pt x="140980" y="69491"/>
                </a:lnTo>
                <a:lnTo>
                  <a:pt x="141303" y="69203"/>
                </a:lnTo>
                <a:lnTo>
                  <a:pt x="141611" y="68908"/>
                </a:lnTo>
                <a:lnTo>
                  <a:pt x="141906" y="68605"/>
                </a:lnTo>
                <a:lnTo>
                  <a:pt x="142185" y="68294"/>
                </a:lnTo>
                <a:lnTo>
                  <a:pt x="142451" y="67974"/>
                </a:lnTo>
                <a:lnTo>
                  <a:pt x="142702" y="67647"/>
                </a:lnTo>
                <a:lnTo>
                  <a:pt x="142939" y="67312"/>
                </a:lnTo>
                <a:lnTo>
                  <a:pt x="143161" y="66969"/>
                </a:lnTo>
                <a:lnTo>
                  <a:pt x="143369" y="66618"/>
                </a:lnTo>
                <a:lnTo>
                  <a:pt x="143563" y="66259"/>
                </a:lnTo>
                <a:lnTo>
                  <a:pt x="143742" y="65892"/>
                </a:lnTo>
                <a:lnTo>
                  <a:pt x="143907" y="65517"/>
                </a:lnTo>
                <a:lnTo>
                  <a:pt x="144058" y="65134"/>
                </a:lnTo>
                <a:lnTo>
                  <a:pt x="144194" y="64743"/>
                </a:lnTo>
                <a:lnTo>
                  <a:pt x="144316" y="64344"/>
                </a:lnTo>
                <a:lnTo>
                  <a:pt x="144424" y="63937"/>
                </a:lnTo>
                <a:lnTo>
                  <a:pt x="144517" y="63522"/>
                </a:lnTo>
                <a:lnTo>
                  <a:pt x="144550" y="63345"/>
                </a:lnTo>
                <a:lnTo>
                  <a:pt x="144775" y="63345"/>
                </a:lnTo>
                <a:lnTo>
                  <a:pt x="144775" y="72157"/>
                </a:lnTo>
                <a:lnTo>
                  <a:pt x="155882" y="72157"/>
                </a:lnTo>
                <a:lnTo>
                  <a:pt x="155882" y="37914"/>
                </a:lnTo>
                <a:lnTo>
                  <a:pt x="155873" y="37262"/>
                </a:lnTo>
                <a:close/>
                <a:moveTo>
                  <a:pt x="131709" y="64356"/>
                </a:moveTo>
                <a:lnTo>
                  <a:pt x="131391" y="64317"/>
                </a:lnTo>
                <a:lnTo>
                  <a:pt x="131080" y="64270"/>
                </a:lnTo>
                <a:lnTo>
                  <a:pt x="130774" y="64216"/>
                </a:lnTo>
                <a:lnTo>
                  <a:pt x="130475" y="64155"/>
                </a:lnTo>
                <a:lnTo>
                  <a:pt x="130182" y="64087"/>
                </a:lnTo>
                <a:lnTo>
                  <a:pt x="129895" y="64012"/>
                </a:lnTo>
                <a:lnTo>
                  <a:pt x="129615" y="63929"/>
                </a:lnTo>
                <a:lnTo>
                  <a:pt x="129341" y="63840"/>
                </a:lnTo>
                <a:lnTo>
                  <a:pt x="129073" y="63743"/>
                </a:lnTo>
                <a:lnTo>
                  <a:pt x="128811" y="63639"/>
                </a:lnTo>
                <a:lnTo>
                  <a:pt x="128555" y="63528"/>
                </a:lnTo>
                <a:lnTo>
                  <a:pt x="128306" y="63410"/>
                </a:lnTo>
                <a:lnTo>
                  <a:pt x="128063" y="63284"/>
                </a:lnTo>
                <a:lnTo>
                  <a:pt x="127826" y="63152"/>
                </a:lnTo>
                <a:lnTo>
                  <a:pt x="127595" y="63012"/>
                </a:lnTo>
                <a:lnTo>
                  <a:pt x="127371" y="62865"/>
                </a:lnTo>
                <a:lnTo>
                  <a:pt x="127152" y="62711"/>
                </a:lnTo>
                <a:lnTo>
                  <a:pt x="126940" y="62549"/>
                </a:lnTo>
                <a:lnTo>
                  <a:pt x="126734" y="62381"/>
                </a:lnTo>
                <a:lnTo>
                  <a:pt x="126536" y="62206"/>
                </a:lnTo>
                <a:lnTo>
                  <a:pt x="126346" y="62026"/>
                </a:lnTo>
                <a:lnTo>
                  <a:pt x="126164" y="61841"/>
                </a:lnTo>
                <a:lnTo>
                  <a:pt x="125991" y="61650"/>
                </a:lnTo>
                <a:lnTo>
                  <a:pt x="125827" y="61454"/>
                </a:lnTo>
                <a:lnTo>
                  <a:pt x="125670" y="61253"/>
                </a:lnTo>
                <a:lnTo>
                  <a:pt x="125523" y="61047"/>
                </a:lnTo>
                <a:lnTo>
                  <a:pt x="125383" y="60835"/>
                </a:lnTo>
                <a:lnTo>
                  <a:pt x="125252" y="60618"/>
                </a:lnTo>
                <a:lnTo>
                  <a:pt x="125130" y="60396"/>
                </a:lnTo>
                <a:lnTo>
                  <a:pt x="125016" y="60169"/>
                </a:lnTo>
                <a:lnTo>
                  <a:pt x="124910" y="59936"/>
                </a:lnTo>
                <a:lnTo>
                  <a:pt x="124813" y="59698"/>
                </a:lnTo>
                <a:lnTo>
                  <a:pt x="124725" y="59455"/>
                </a:lnTo>
                <a:lnTo>
                  <a:pt x="124644" y="59207"/>
                </a:lnTo>
                <a:lnTo>
                  <a:pt x="124573" y="58953"/>
                </a:lnTo>
                <a:lnTo>
                  <a:pt x="124509" y="58694"/>
                </a:lnTo>
                <a:lnTo>
                  <a:pt x="124454" y="58430"/>
                </a:lnTo>
                <a:lnTo>
                  <a:pt x="124408" y="58160"/>
                </a:lnTo>
                <a:lnTo>
                  <a:pt x="124370" y="57886"/>
                </a:lnTo>
                <a:lnTo>
                  <a:pt x="124340" y="57606"/>
                </a:lnTo>
                <a:lnTo>
                  <a:pt x="124319" y="57320"/>
                </a:lnTo>
                <a:lnTo>
                  <a:pt x="124307" y="57030"/>
                </a:lnTo>
                <a:lnTo>
                  <a:pt x="124302" y="56734"/>
                </a:lnTo>
                <a:lnTo>
                  <a:pt x="124306" y="56461"/>
                </a:lnTo>
                <a:lnTo>
                  <a:pt x="124317" y="56192"/>
                </a:lnTo>
                <a:lnTo>
                  <a:pt x="124335" y="55928"/>
                </a:lnTo>
                <a:lnTo>
                  <a:pt x="124361" y="55668"/>
                </a:lnTo>
                <a:lnTo>
                  <a:pt x="124394" y="55413"/>
                </a:lnTo>
                <a:lnTo>
                  <a:pt x="124434" y="55162"/>
                </a:lnTo>
                <a:lnTo>
                  <a:pt x="124482" y="54916"/>
                </a:lnTo>
                <a:lnTo>
                  <a:pt x="124537" y="54674"/>
                </a:lnTo>
                <a:lnTo>
                  <a:pt x="124599" y="54436"/>
                </a:lnTo>
                <a:lnTo>
                  <a:pt x="124669" y="54203"/>
                </a:lnTo>
                <a:lnTo>
                  <a:pt x="124746" y="53975"/>
                </a:lnTo>
                <a:lnTo>
                  <a:pt x="124830" y="53751"/>
                </a:lnTo>
                <a:lnTo>
                  <a:pt x="124922" y="53531"/>
                </a:lnTo>
                <a:lnTo>
                  <a:pt x="125021" y="53316"/>
                </a:lnTo>
                <a:lnTo>
                  <a:pt x="125127" y="53105"/>
                </a:lnTo>
                <a:lnTo>
                  <a:pt x="125241" y="52899"/>
                </a:lnTo>
                <a:lnTo>
                  <a:pt x="125362" y="52697"/>
                </a:lnTo>
                <a:lnTo>
                  <a:pt x="125490" y="52500"/>
                </a:lnTo>
                <a:lnTo>
                  <a:pt x="125625" y="52307"/>
                </a:lnTo>
                <a:lnTo>
                  <a:pt x="125768" y="52119"/>
                </a:lnTo>
                <a:lnTo>
                  <a:pt x="125919" y="51935"/>
                </a:lnTo>
                <a:lnTo>
                  <a:pt x="126076" y="51755"/>
                </a:lnTo>
                <a:lnTo>
                  <a:pt x="126241" y="51580"/>
                </a:lnTo>
                <a:lnTo>
                  <a:pt x="126413" y="51410"/>
                </a:lnTo>
                <a:lnTo>
                  <a:pt x="126592" y="51245"/>
                </a:lnTo>
                <a:lnTo>
                  <a:pt x="126775" y="51087"/>
                </a:lnTo>
                <a:lnTo>
                  <a:pt x="126963" y="50936"/>
                </a:lnTo>
                <a:lnTo>
                  <a:pt x="127156" y="50793"/>
                </a:lnTo>
                <a:lnTo>
                  <a:pt x="127353" y="50656"/>
                </a:lnTo>
                <a:lnTo>
                  <a:pt x="127556" y="50526"/>
                </a:lnTo>
                <a:lnTo>
                  <a:pt x="127763" y="50403"/>
                </a:lnTo>
                <a:lnTo>
                  <a:pt x="127975" y="50288"/>
                </a:lnTo>
                <a:lnTo>
                  <a:pt x="128191" y="50179"/>
                </a:lnTo>
                <a:lnTo>
                  <a:pt x="128413" y="50077"/>
                </a:lnTo>
                <a:lnTo>
                  <a:pt x="128639" y="49982"/>
                </a:lnTo>
                <a:lnTo>
                  <a:pt x="128870" y="49895"/>
                </a:lnTo>
                <a:lnTo>
                  <a:pt x="129106" y="49814"/>
                </a:lnTo>
                <a:lnTo>
                  <a:pt x="129346" y="49740"/>
                </a:lnTo>
                <a:lnTo>
                  <a:pt x="129591" y="49674"/>
                </a:lnTo>
                <a:lnTo>
                  <a:pt x="129841" y="49614"/>
                </a:lnTo>
                <a:lnTo>
                  <a:pt x="130096" y="49562"/>
                </a:lnTo>
                <a:lnTo>
                  <a:pt x="130356" y="49516"/>
                </a:lnTo>
                <a:lnTo>
                  <a:pt x="130620" y="49477"/>
                </a:lnTo>
                <a:lnTo>
                  <a:pt x="130889" y="49446"/>
                </a:lnTo>
                <a:lnTo>
                  <a:pt x="131163" y="49421"/>
                </a:lnTo>
                <a:lnTo>
                  <a:pt x="131442" y="49404"/>
                </a:lnTo>
                <a:lnTo>
                  <a:pt x="131726" y="49393"/>
                </a:lnTo>
                <a:lnTo>
                  <a:pt x="132014" y="49390"/>
                </a:lnTo>
                <a:lnTo>
                  <a:pt x="144407" y="49390"/>
                </a:lnTo>
                <a:lnTo>
                  <a:pt x="144407" y="55541"/>
                </a:lnTo>
                <a:lnTo>
                  <a:pt x="144402" y="55867"/>
                </a:lnTo>
                <a:lnTo>
                  <a:pt x="144385" y="56188"/>
                </a:lnTo>
                <a:lnTo>
                  <a:pt x="144359" y="56505"/>
                </a:lnTo>
                <a:lnTo>
                  <a:pt x="144321" y="56816"/>
                </a:lnTo>
                <a:lnTo>
                  <a:pt x="144273" y="57122"/>
                </a:lnTo>
                <a:lnTo>
                  <a:pt x="144215" y="57423"/>
                </a:lnTo>
                <a:lnTo>
                  <a:pt x="144145" y="57719"/>
                </a:lnTo>
                <a:lnTo>
                  <a:pt x="144065" y="58009"/>
                </a:lnTo>
                <a:lnTo>
                  <a:pt x="143974" y="58295"/>
                </a:lnTo>
                <a:lnTo>
                  <a:pt x="143873" y="58575"/>
                </a:lnTo>
                <a:lnTo>
                  <a:pt x="143761" y="58851"/>
                </a:lnTo>
                <a:lnTo>
                  <a:pt x="143638" y="59121"/>
                </a:lnTo>
                <a:lnTo>
                  <a:pt x="143504" y="59386"/>
                </a:lnTo>
                <a:lnTo>
                  <a:pt x="143360" y="59647"/>
                </a:lnTo>
                <a:lnTo>
                  <a:pt x="143205" y="59902"/>
                </a:lnTo>
                <a:lnTo>
                  <a:pt x="143040" y="60152"/>
                </a:lnTo>
                <a:lnTo>
                  <a:pt x="142863" y="60396"/>
                </a:lnTo>
                <a:lnTo>
                  <a:pt x="142677" y="60636"/>
                </a:lnTo>
                <a:lnTo>
                  <a:pt x="142479" y="60871"/>
                </a:lnTo>
                <a:lnTo>
                  <a:pt x="142271" y="61100"/>
                </a:lnTo>
                <a:lnTo>
                  <a:pt x="142052" y="61325"/>
                </a:lnTo>
                <a:lnTo>
                  <a:pt x="141822" y="61544"/>
                </a:lnTo>
                <a:lnTo>
                  <a:pt x="141582" y="61758"/>
                </a:lnTo>
                <a:lnTo>
                  <a:pt x="141331" y="61968"/>
                </a:lnTo>
                <a:lnTo>
                  <a:pt x="141071" y="62170"/>
                </a:lnTo>
                <a:lnTo>
                  <a:pt x="140806" y="62363"/>
                </a:lnTo>
                <a:lnTo>
                  <a:pt x="140534" y="62548"/>
                </a:lnTo>
                <a:lnTo>
                  <a:pt x="140256" y="62725"/>
                </a:lnTo>
                <a:lnTo>
                  <a:pt x="139972" y="62893"/>
                </a:lnTo>
                <a:lnTo>
                  <a:pt x="139681" y="63052"/>
                </a:lnTo>
                <a:lnTo>
                  <a:pt x="139385" y="63202"/>
                </a:lnTo>
                <a:lnTo>
                  <a:pt x="139082" y="63344"/>
                </a:lnTo>
                <a:lnTo>
                  <a:pt x="138773" y="63478"/>
                </a:lnTo>
                <a:lnTo>
                  <a:pt x="138458" y="63602"/>
                </a:lnTo>
                <a:lnTo>
                  <a:pt x="138136" y="63719"/>
                </a:lnTo>
                <a:lnTo>
                  <a:pt x="137808" y="63826"/>
                </a:lnTo>
                <a:lnTo>
                  <a:pt x="137474" y="63925"/>
                </a:lnTo>
                <a:lnTo>
                  <a:pt x="137134" y="64015"/>
                </a:lnTo>
                <a:lnTo>
                  <a:pt x="136788" y="64097"/>
                </a:lnTo>
                <a:lnTo>
                  <a:pt x="136435" y="64170"/>
                </a:lnTo>
                <a:lnTo>
                  <a:pt x="136077" y="64235"/>
                </a:lnTo>
                <a:lnTo>
                  <a:pt x="135712" y="64291"/>
                </a:lnTo>
                <a:lnTo>
                  <a:pt x="135340" y="64338"/>
                </a:lnTo>
                <a:lnTo>
                  <a:pt x="134963" y="64377"/>
                </a:lnTo>
                <a:lnTo>
                  <a:pt x="134579" y="64407"/>
                </a:lnTo>
                <a:lnTo>
                  <a:pt x="134189" y="64428"/>
                </a:lnTo>
                <a:lnTo>
                  <a:pt x="133793" y="64441"/>
                </a:lnTo>
                <a:lnTo>
                  <a:pt x="133391" y="64446"/>
                </a:lnTo>
                <a:lnTo>
                  <a:pt x="133042" y="64442"/>
                </a:lnTo>
                <a:lnTo>
                  <a:pt x="132699" y="64431"/>
                </a:lnTo>
                <a:lnTo>
                  <a:pt x="132363" y="64413"/>
                </a:lnTo>
                <a:lnTo>
                  <a:pt x="132033" y="64388"/>
                </a:lnTo>
                <a:lnTo>
                  <a:pt x="131709" y="64356"/>
                </a:lnTo>
                <a:close/>
                <a:moveTo>
                  <a:pt x="267424" y="84826"/>
                </a:moveTo>
                <a:lnTo>
                  <a:pt x="267424" y="74452"/>
                </a:lnTo>
                <a:lnTo>
                  <a:pt x="223358" y="74452"/>
                </a:lnTo>
                <a:lnTo>
                  <a:pt x="223358" y="84826"/>
                </a:lnTo>
                <a:lnTo>
                  <a:pt x="267424" y="84826"/>
                </a:lnTo>
                <a:close/>
                <a:moveTo>
                  <a:pt x="528889" y="61772"/>
                </a:moveTo>
                <a:lnTo>
                  <a:pt x="528670" y="61758"/>
                </a:lnTo>
                <a:lnTo>
                  <a:pt x="528454" y="61738"/>
                </a:lnTo>
                <a:lnTo>
                  <a:pt x="528243" y="61713"/>
                </a:lnTo>
                <a:lnTo>
                  <a:pt x="528035" y="61682"/>
                </a:lnTo>
                <a:lnTo>
                  <a:pt x="527831" y="61646"/>
                </a:lnTo>
                <a:lnTo>
                  <a:pt x="527632" y="61604"/>
                </a:lnTo>
                <a:lnTo>
                  <a:pt x="527436" y="61557"/>
                </a:lnTo>
                <a:lnTo>
                  <a:pt x="527245" y="61504"/>
                </a:lnTo>
                <a:lnTo>
                  <a:pt x="527057" y="61445"/>
                </a:lnTo>
                <a:lnTo>
                  <a:pt x="526873" y="61381"/>
                </a:lnTo>
                <a:lnTo>
                  <a:pt x="526693" y="61312"/>
                </a:lnTo>
                <a:lnTo>
                  <a:pt x="526518" y="61236"/>
                </a:lnTo>
                <a:lnTo>
                  <a:pt x="526346" y="61156"/>
                </a:lnTo>
                <a:lnTo>
                  <a:pt x="526178" y="61069"/>
                </a:lnTo>
                <a:lnTo>
                  <a:pt x="526014" y="60977"/>
                </a:lnTo>
                <a:lnTo>
                  <a:pt x="525855" y="60880"/>
                </a:lnTo>
                <a:lnTo>
                  <a:pt x="525699" y="60777"/>
                </a:lnTo>
                <a:lnTo>
                  <a:pt x="525547" y="60668"/>
                </a:lnTo>
                <a:lnTo>
                  <a:pt x="525399" y="60554"/>
                </a:lnTo>
                <a:lnTo>
                  <a:pt x="525255" y="60434"/>
                </a:lnTo>
                <a:lnTo>
                  <a:pt x="525115" y="60308"/>
                </a:lnTo>
                <a:lnTo>
                  <a:pt x="524980" y="60177"/>
                </a:lnTo>
                <a:lnTo>
                  <a:pt x="524849" y="60042"/>
                </a:lnTo>
                <a:lnTo>
                  <a:pt x="524723" y="59902"/>
                </a:lnTo>
                <a:lnTo>
                  <a:pt x="524603" y="59758"/>
                </a:lnTo>
                <a:lnTo>
                  <a:pt x="524489" y="59610"/>
                </a:lnTo>
                <a:lnTo>
                  <a:pt x="524380" y="59458"/>
                </a:lnTo>
                <a:lnTo>
                  <a:pt x="524277" y="59302"/>
                </a:lnTo>
                <a:lnTo>
                  <a:pt x="524179" y="59143"/>
                </a:lnTo>
                <a:lnTo>
                  <a:pt x="524087" y="58979"/>
                </a:lnTo>
                <a:lnTo>
                  <a:pt x="524001" y="58811"/>
                </a:lnTo>
                <a:lnTo>
                  <a:pt x="523920" y="58639"/>
                </a:lnTo>
                <a:lnTo>
                  <a:pt x="523844" y="58464"/>
                </a:lnTo>
                <a:lnTo>
                  <a:pt x="523775" y="58284"/>
                </a:lnTo>
                <a:lnTo>
                  <a:pt x="523710" y="58100"/>
                </a:lnTo>
                <a:lnTo>
                  <a:pt x="523652" y="57912"/>
                </a:lnTo>
                <a:lnTo>
                  <a:pt x="523599" y="57721"/>
                </a:lnTo>
                <a:lnTo>
                  <a:pt x="523551" y="57525"/>
                </a:lnTo>
                <a:lnTo>
                  <a:pt x="523510" y="57326"/>
                </a:lnTo>
                <a:lnTo>
                  <a:pt x="523473" y="57122"/>
                </a:lnTo>
                <a:lnTo>
                  <a:pt x="523443" y="56914"/>
                </a:lnTo>
                <a:lnTo>
                  <a:pt x="523418" y="56703"/>
                </a:lnTo>
                <a:lnTo>
                  <a:pt x="523398" y="56487"/>
                </a:lnTo>
                <a:lnTo>
                  <a:pt x="523384" y="56268"/>
                </a:lnTo>
                <a:lnTo>
                  <a:pt x="523376" y="56044"/>
                </a:lnTo>
                <a:lnTo>
                  <a:pt x="523373" y="55817"/>
                </a:lnTo>
                <a:lnTo>
                  <a:pt x="523373" y="5141"/>
                </a:lnTo>
                <a:lnTo>
                  <a:pt x="495739" y="5141"/>
                </a:lnTo>
                <a:lnTo>
                  <a:pt x="495739" y="15514"/>
                </a:lnTo>
                <a:lnTo>
                  <a:pt x="511897" y="15514"/>
                </a:lnTo>
                <a:lnTo>
                  <a:pt x="511897" y="55817"/>
                </a:lnTo>
                <a:lnTo>
                  <a:pt x="511901" y="56220"/>
                </a:lnTo>
                <a:lnTo>
                  <a:pt x="511912" y="56620"/>
                </a:lnTo>
                <a:lnTo>
                  <a:pt x="511930" y="57015"/>
                </a:lnTo>
                <a:lnTo>
                  <a:pt x="511956" y="57406"/>
                </a:lnTo>
                <a:lnTo>
                  <a:pt x="511989" y="57794"/>
                </a:lnTo>
                <a:lnTo>
                  <a:pt x="512029" y="58177"/>
                </a:lnTo>
                <a:lnTo>
                  <a:pt x="512077" y="58557"/>
                </a:lnTo>
                <a:lnTo>
                  <a:pt x="512132" y="58933"/>
                </a:lnTo>
                <a:lnTo>
                  <a:pt x="512194" y="59304"/>
                </a:lnTo>
                <a:lnTo>
                  <a:pt x="512264" y="59672"/>
                </a:lnTo>
                <a:lnTo>
                  <a:pt x="512341" y="60035"/>
                </a:lnTo>
                <a:lnTo>
                  <a:pt x="512425" y="60395"/>
                </a:lnTo>
                <a:lnTo>
                  <a:pt x="512517" y="60750"/>
                </a:lnTo>
                <a:lnTo>
                  <a:pt x="512616" y="61102"/>
                </a:lnTo>
                <a:lnTo>
                  <a:pt x="512722" y="61450"/>
                </a:lnTo>
                <a:lnTo>
                  <a:pt x="512836" y="61793"/>
                </a:lnTo>
                <a:lnTo>
                  <a:pt x="512957" y="62133"/>
                </a:lnTo>
                <a:lnTo>
                  <a:pt x="513085" y="62469"/>
                </a:lnTo>
                <a:lnTo>
                  <a:pt x="513220" y="62801"/>
                </a:lnTo>
                <a:lnTo>
                  <a:pt x="513363" y="63128"/>
                </a:lnTo>
                <a:lnTo>
                  <a:pt x="513514" y="63452"/>
                </a:lnTo>
                <a:lnTo>
                  <a:pt x="513671" y="63772"/>
                </a:lnTo>
                <a:lnTo>
                  <a:pt x="513836" y="64088"/>
                </a:lnTo>
                <a:lnTo>
                  <a:pt x="514008" y="64399"/>
                </a:lnTo>
                <a:lnTo>
                  <a:pt x="514187" y="64706"/>
                </a:lnTo>
                <a:lnTo>
                  <a:pt x="514371" y="65007"/>
                </a:lnTo>
                <a:lnTo>
                  <a:pt x="514561" y="65302"/>
                </a:lnTo>
                <a:lnTo>
                  <a:pt x="514757" y="65592"/>
                </a:lnTo>
                <a:lnTo>
                  <a:pt x="514958" y="65875"/>
                </a:lnTo>
                <a:lnTo>
                  <a:pt x="515164" y="66152"/>
                </a:lnTo>
                <a:lnTo>
                  <a:pt x="515377" y="66424"/>
                </a:lnTo>
                <a:lnTo>
                  <a:pt x="515594" y="66689"/>
                </a:lnTo>
                <a:lnTo>
                  <a:pt x="515818" y="66949"/>
                </a:lnTo>
                <a:lnTo>
                  <a:pt x="516047" y="67203"/>
                </a:lnTo>
                <a:lnTo>
                  <a:pt x="516281" y="67451"/>
                </a:lnTo>
                <a:lnTo>
                  <a:pt x="516521" y="67693"/>
                </a:lnTo>
                <a:lnTo>
                  <a:pt x="516767" y="67929"/>
                </a:lnTo>
                <a:lnTo>
                  <a:pt x="517018" y="68159"/>
                </a:lnTo>
                <a:lnTo>
                  <a:pt x="517275" y="68383"/>
                </a:lnTo>
                <a:lnTo>
                  <a:pt x="517537" y="68602"/>
                </a:lnTo>
                <a:lnTo>
                  <a:pt x="517805" y="68814"/>
                </a:lnTo>
                <a:lnTo>
                  <a:pt x="518079" y="69021"/>
                </a:lnTo>
                <a:lnTo>
                  <a:pt x="518358" y="69222"/>
                </a:lnTo>
                <a:lnTo>
                  <a:pt x="518643" y="69417"/>
                </a:lnTo>
                <a:lnTo>
                  <a:pt x="518933" y="69606"/>
                </a:lnTo>
                <a:lnTo>
                  <a:pt x="519229" y="69789"/>
                </a:lnTo>
                <a:lnTo>
                  <a:pt x="519530" y="69966"/>
                </a:lnTo>
                <a:lnTo>
                  <a:pt x="519837" y="70137"/>
                </a:lnTo>
                <a:lnTo>
                  <a:pt x="520149" y="70302"/>
                </a:lnTo>
                <a:lnTo>
                  <a:pt x="520466" y="70460"/>
                </a:lnTo>
                <a:lnTo>
                  <a:pt x="520786" y="70611"/>
                </a:lnTo>
                <a:lnTo>
                  <a:pt x="521111" y="70754"/>
                </a:lnTo>
                <a:lnTo>
                  <a:pt x="521441" y="70891"/>
                </a:lnTo>
                <a:lnTo>
                  <a:pt x="521774" y="71021"/>
                </a:lnTo>
                <a:lnTo>
                  <a:pt x="522112" y="71144"/>
                </a:lnTo>
                <a:lnTo>
                  <a:pt x="522454" y="71259"/>
                </a:lnTo>
                <a:lnTo>
                  <a:pt x="522801" y="71368"/>
                </a:lnTo>
                <a:lnTo>
                  <a:pt x="523152" y="71470"/>
                </a:lnTo>
                <a:lnTo>
                  <a:pt x="523507" y="71564"/>
                </a:lnTo>
                <a:lnTo>
                  <a:pt x="523866" y="71652"/>
                </a:lnTo>
                <a:lnTo>
                  <a:pt x="524230" y="71733"/>
                </a:lnTo>
                <a:lnTo>
                  <a:pt x="524598" y="71806"/>
                </a:lnTo>
                <a:lnTo>
                  <a:pt x="524970" y="71873"/>
                </a:lnTo>
                <a:lnTo>
                  <a:pt x="525346" y="71933"/>
                </a:lnTo>
                <a:lnTo>
                  <a:pt x="525727" y="71985"/>
                </a:lnTo>
                <a:lnTo>
                  <a:pt x="526113" y="72031"/>
                </a:lnTo>
                <a:lnTo>
                  <a:pt x="526502" y="72069"/>
                </a:lnTo>
                <a:lnTo>
                  <a:pt x="526896" y="72101"/>
                </a:lnTo>
                <a:lnTo>
                  <a:pt x="527294" y="72126"/>
                </a:lnTo>
                <a:lnTo>
                  <a:pt x="527696" y="72143"/>
                </a:lnTo>
                <a:lnTo>
                  <a:pt x="528103" y="72154"/>
                </a:lnTo>
                <a:lnTo>
                  <a:pt x="528514" y="72157"/>
                </a:lnTo>
                <a:lnTo>
                  <a:pt x="544580" y="72157"/>
                </a:lnTo>
                <a:lnTo>
                  <a:pt x="544580" y="61783"/>
                </a:lnTo>
                <a:lnTo>
                  <a:pt x="529340" y="61783"/>
                </a:lnTo>
                <a:lnTo>
                  <a:pt x="529113" y="61780"/>
                </a:lnTo>
                <a:lnTo>
                  <a:pt x="528889" y="61772"/>
                </a:lnTo>
                <a:close/>
                <a:moveTo>
                  <a:pt x="474354" y="29295"/>
                </a:moveTo>
                <a:lnTo>
                  <a:pt x="474220" y="28878"/>
                </a:lnTo>
                <a:lnTo>
                  <a:pt x="474074" y="28470"/>
                </a:lnTo>
                <a:lnTo>
                  <a:pt x="473914" y="28071"/>
                </a:lnTo>
                <a:lnTo>
                  <a:pt x="473742" y="27681"/>
                </a:lnTo>
                <a:lnTo>
                  <a:pt x="473557" y="27300"/>
                </a:lnTo>
                <a:lnTo>
                  <a:pt x="473360" y="26929"/>
                </a:lnTo>
                <a:lnTo>
                  <a:pt x="473149" y="26566"/>
                </a:lnTo>
                <a:lnTo>
                  <a:pt x="472926" y="26212"/>
                </a:lnTo>
                <a:lnTo>
                  <a:pt x="472690" y="25868"/>
                </a:lnTo>
                <a:lnTo>
                  <a:pt x="472441" y="25532"/>
                </a:lnTo>
                <a:lnTo>
                  <a:pt x="472180" y="25206"/>
                </a:lnTo>
                <a:lnTo>
                  <a:pt x="471906" y="24889"/>
                </a:lnTo>
                <a:lnTo>
                  <a:pt x="471619" y="24581"/>
                </a:lnTo>
                <a:lnTo>
                  <a:pt x="471319" y="24282"/>
                </a:lnTo>
                <a:lnTo>
                  <a:pt x="471009" y="23993"/>
                </a:lnTo>
                <a:lnTo>
                  <a:pt x="470689" y="23717"/>
                </a:lnTo>
                <a:lnTo>
                  <a:pt x="470361" y="23453"/>
                </a:lnTo>
                <a:lnTo>
                  <a:pt x="470024" y="23202"/>
                </a:lnTo>
                <a:lnTo>
                  <a:pt x="469678" y="22962"/>
                </a:lnTo>
                <a:lnTo>
                  <a:pt x="469323" y="22735"/>
                </a:lnTo>
                <a:lnTo>
                  <a:pt x="468959" y="22521"/>
                </a:lnTo>
                <a:lnTo>
                  <a:pt x="468586" y="22318"/>
                </a:lnTo>
                <a:lnTo>
                  <a:pt x="468204" y="22128"/>
                </a:lnTo>
                <a:lnTo>
                  <a:pt x="467813" y="21950"/>
                </a:lnTo>
                <a:lnTo>
                  <a:pt x="467414" y="21784"/>
                </a:lnTo>
                <a:lnTo>
                  <a:pt x="467005" y="21631"/>
                </a:lnTo>
                <a:lnTo>
                  <a:pt x="466587" y="21490"/>
                </a:lnTo>
                <a:lnTo>
                  <a:pt x="466161" y="21361"/>
                </a:lnTo>
                <a:lnTo>
                  <a:pt x="465726" y="21244"/>
                </a:lnTo>
                <a:lnTo>
                  <a:pt x="465281" y="21140"/>
                </a:lnTo>
                <a:lnTo>
                  <a:pt x="464828" y="21048"/>
                </a:lnTo>
                <a:lnTo>
                  <a:pt x="464366" y="20968"/>
                </a:lnTo>
                <a:lnTo>
                  <a:pt x="463895" y="20901"/>
                </a:lnTo>
                <a:lnTo>
                  <a:pt x="463415" y="20846"/>
                </a:lnTo>
                <a:lnTo>
                  <a:pt x="462926" y="20803"/>
                </a:lnTo>
                <a:lnTo>
                  <a:pt x="462428" y="20772"/>
                </a:lnTo>
                <a:lnTo>
                  <a:pt x="461921" y="20754"/>
                </a:lnTo>
                <a:lnTo>
                  <a:pt x="461406" y="20747"/>
                </a:lnTo>
                <a:lnTo>
                  <a:pt x="460776" y="20756"/>
                </a:lnTo>
                <a:lnTo>
                  <a:pt x="460157" y="20784"/>
                </a:lnTo>
                <a:lnTo>
                  <a:pt x="459548" y="20829"/>
                </a:lnTo>
                <a:lnTo>
                  <a:pt x="458950" y="20893"/>
                </a:lnTo>
                <a:lnTo>
                  <a:pt x="458362" y="20975"/>
                </a:lnTo>
                <a:lnTo>
                  <a:pt x="457785" y="21074"/>
                </a:lnTo>
                <a:lnTo>
                  <a:pt x="457218" y="21193"/>
                </a:lnTo>
                <a:lnTo>
                  <a:pt x="456662" y="21329"/>
                </a:lnTo>
                <a:lnTo>
                  <a:pt x="456116" y="21483"/>
                </a:lnTo>
                <a:lnTo>
                  <a:pt x="455581" y="21656"/>
                </a:lnTo>
                <a:lnTo>
                  <a:pt x="455057" y="21847"/>
                </a:lnTo>
                <a:lnTo>
                  <a:pt x="454543" y="22056"/>
                </a:lnTo>
                <a:lnTo>
                  <a:pt x="454039" y="22283"/>
                </a:lnTo>
                <a:lnTo>
                  <a:pt x="453546" y="22528"/>
                </a:lnTo>
                <a:lnTo>
                  <a:pt x="453064" y="22792"/>
                </a:lnTo>
                <a:lnTo>
                  <a:pt x="452592" y="23073"/>
                </a:lnTo>
                <a:lnTo>
                  <a:pt x="452130" y="23373"/>
                </a:lnTo>
                <a:lnTo>
                  <a:pt x="451679" y="23691"/>
                </a:lnTo>
                <a:lnTo>
                  <a:pt x="451239" y="24027"/>
                </a:lnTo>
                <a:lnTo>
                  <a:pt x="450809" y="24382"/>
                </a:lnTo>
                <a:lnTo>
                  <a:pt x="450390" y="24754"/>
                </a:lnTo>
                <a:lnTo>
                  <a:pt x="449981" y="25145"/>
                </a:lnTo>
                <a:lnTo>
                  <a:pt x="449583" y="25554"/>
                </a:lnTo>
                <a:lnTo>
                  <a:pt x="449195" y="25981"/>
                </a:lnTo>
                <a:lnTo>
                  <a:pt x="448820" y="26423"/>
                </a:lnTo>
                <a:lnTo>
                  <a:pt x="448462" y="26878"/>
                </a:lnTo>
                <a:lnTo>
                  <a:pt x="448119" y="27346"/>
                </a:lnTo>
                <a:lnTo>
                  <a:pt x="447793" y="27827"/>
                </a:lnTo>
                <a:lnTo>
                  <a:pt x="447482" y="28320"/>
                </a:lnTo>
                <a:lnTo>
                  <a:pt x="447187" y="28826"/>
                </a:lnTo>
                <a:lnTo>
                  <a:pt x="446908" y="29345"/>
                </a:lnTo>
                <a:lnTo>
                  <a:pt x="446645" y="29877"/>
                </a:lnTo>
                <a:lnTo>
                  <a:pt x="446398" y="30421"/>
                </a:lnTo>
                <a:lnTo>
                  <a:pt x="446167" y="30979"/>
                </a:lnTo>
                <a:lnTo>
                  <a:pt x="445952" y="31548"/>
                </a:lnTo>
                <a:lnTo>
                  <a:pt x="445753" y="32131"/>
                </a:lnTo>
                <a:lnTo>
                  <a:pt x="445570" y="32726"/>
                </a:lnTo>
                <a:lnTo>
                  <a:pt x="445402" y="33335"/>
                </a:lnTo>
                <a:lnTo>
                  <a:pt x="445251" y="33956"/>
                </a:lnTo>
                <a:lnTo>
                  <a:pt x="445116" y="34589"/>
                </a:lnTo>
                <a:lnTo>
                  <a:pt x="444996" y="35236"/>
                </a:lnTo>
                <a:lnTo>
                  <a:pt x="444892" y="35895"/>
                </a:lnTo>
                <a:lnTo>
                  <a:pt x="444805" y="36567"/>
                </a:lnTo>
                <a:lnTo>
                  <a:pt x="444733" y="37252"/>
                </a:lnTo>
                <a:lnTo>
                  <a:pt x="444677" y="37949"/>
                </a:lnTo>
                <a:lnTo>
                  <a:pt x="444638" y="38659"/>
                </a:lnTo>
                <a:lnTo>
                  <a:pt x="444614" y="39382"/>
                </a:lnTo>
                <a:lnTo>
                  <a:pt x="444606" y="40118"/>
                </a:lnTo>
                <a:lnTo>
                  <a:pt x="444606" y="53797"/>
                </a:lnTo>
                <a:lnTo>
                  <a:pt x="444614" y="54525"/>
                </a:lnTo>
                <a:lnTo>
                  <a:pt x="444638" y="55241"/>
                </a:lnTo>
                <a:lnTo>
                  <a:pt x="444678" y="55944"/>
                </a:lnTo>
                <a:lnTo>
                  <a:pt x="444734" y="56635"/>
                </a:lnTo>
                <a:lnTo>
                  <a:pt x="444807" y="57313"/>
                </a:lnTo>
                <a:lnTo>
                  <a:pt x="444895" y="57979"/>
                </a:lnTo>
                <a:lnTo>
                  <a:pt x="445000" y="58633"/>
                </a:lnTo>
                <a:lnTo>
                  <a:pt x="445121" y="59274"/>
                </a:lnTo>
                <a:lnTo>
                  <a:pt x="445258" y="59903"/>
                </a:lnTo>
                <a:lnTo>
                  <a:pt x="445410" y="60519"/>
                </a:lnTo>
                <a:lnTo>
                  <a:pt x="445579" y="61123"/>
                </a:lnTo>
                <a:lnTo>
                  <a:pt x="445764" y="61714"/>
                </a:lnTo>
                <a:lnTo>
                  <a:pt x="445966" y="62293"/>
                </a:lnTo>
                <a:lnTo>
                  <a:pt x="446183" y="62860"/>
                </a:lnTo>
                <a:lnTo>
                  <a:pt x="446416" y="63414"/>
                </a:lnTo>
                <a:lnTo>
                  <a:pt x="446666" y="63956"/>
                </a:lnTo>
                <a:lnTo>
                  <a:pt x="446931" y="64485"/>
                </a:lnTo>
                <a:lnTo>
                  <a:pt x="447213" y="65002"/>
                </a:lnTo>
                <a:lnTo>
                  <a:pt x="447511" y="65507"/>
                </a:lnTo>
                <a:lnTo>
                  <a:pt x="447825" y="65999"/>
                </a:lnTo>
                <a:lnTo>
                  <a:pt x="448155" y="66478"/>
                </a:lnTo>
                <a:lnTo>
                  <a:pt x="448501" y="66946"/>
                </a:lnTo>
                <a:lnTo>
                  <a:pt x="448863" y="67400"/>
                </a:lnTo>
                <a:lnTo>
                  <a:pt x="449241" y="67843"/>
                </a:lnTo>
                <a:lnTo>
                  <a:pt x="449632" y="68270"/>
                </a:lnTo>
                <a:lnTo>
                  <a:pt x="450034" y="68678"/>
                </a:lnTo>
                <a:lnTo>
                  <a:pt x="450445" y="69069"/>
                </a:lnTo>
                <a:lnTo>
                  <a:pt x="450867" y="69441"/>
                </a:lnTo>
                <a:lnTo>
                  <a:pt x="451298" y="69796"/>
                </a:lnTo>
                <a:lnTo>
                  <a:pt x="451740" y="70132"/>
                </a:lnTo>
                <a:lnTo>
                  <a:pt x="452192" y="70450"/>
                </a:lnTo>
                <a:lnTo>
                  <a:pt x="452653" y="70749"/>
                </a:lnTo>
                <a:lnTo>
                  <a:pt x="453125" y="71031"/>
                </a:lnTo>
                <a:lnTo>
                  <a:pt x="453607" y="71294"/>
                </a:lnTo>
                <a:lnTo>
                  <a:pt x="454099" y="71540"/>
                </a:lnTo>
                <a:lnTo>
                  <a:pt x="454600" y="71767"/>
                </a:lnTo>
                <a:lnTo>
                  <a:pt x="455112" y="71976"/>
                </a:lnTo>
                <a:lnTo>
                  <a:pt x="455634" y="72166"/>
                </a:lnTo>
                <a:lnTo>
                  <a:pt x="456166" y="72339"/>
                </a:lnTo>
                <a:lnTo>
                  <a:pt x="456708" y="72493"/>
                </a:lnTo>
                <a:lnTo>
                  <a:pt x="457260" y="72630"/>
                </a:lnTo>
                <a:lnTo>
                  <a:pt x="457822" y="72748"/>
                </a:lnTo>
                <a:lnTo>
                  <a:pt x="458394" y="72848"/>
                </a:lnTo>
                <a:lnTo>
                  <a:pt x="458977" y="72929"/>
                </a:lnTo>
                <a:lnTo>
                  <a:pt x="459569" y="72993"/>
                </a:lnTo>
                <a:lnTo>
                  <a:pt x="460171" y="73038"/>
                </a:lnTo>
                <a:lnTo>
                  <a:pt x="460783" y="73066"/>
                </a:lnTo>
                <a:lnTo>
                  <a:pt x="461406" y="73075"/>
                </a:lnTo>
                <a:lnTo>
                  <a:pt x="461921" y="73069"/>
                </a:lnTo>
                <a:lnTo>
                  <a:pt x="462428" y="73050"/>
                </a:lnTo>
                <a:lnTo>
                  <a:pt x="462926" y="73019"/>
                </a:lnTo>
                <a:lnTo>
                  <a:pt x="463415" y="72976"/>
                </a:lnTo>
                <a:lnTo>
                  <a:pt x="463895" y="72921"/>
                </a:lnTo>
                <a:lnTo>
                  <a:pt x="464366" y="72854"/>
                </a:lnTo>
                <a:lnTo>
                  <a:pt x="464828" y="72774"/>
                </a:lnTo>
                <a:lnTo>
                  <a:pt x="465281" y="72682"/>
                </a:lnTo>
                <a:lnTo>
                  <a:pt x="465726" y="72578"/>
                </a:lnTo>
                <a:lnTo>
                  <a:pt x="466161" y="72461"/>
                </a:lnTo>
                <a:lnTo>
                  <a:pt x="466587" y="72332"/>
                </a:lnTo>
                <a:lnTo>
                  <a:pt x="467005" y="72191"/>
                </a:lnTo>
                <a:lnTo>
                  <a:pt x="467414" y="72038"/>
                </a:lnTo>
                <a:lnTo>
                  <a:pt x="467813" y="71872"/>
                </a:lnTo>
                <a:lnTo>
                  <a:pt x="468204" y="71694"/>
                </a:lnTo>
                <a:lnTo>
                  <a:pt x="468586" y="71504"/>
                </a:lnTo>
                <a:lnTo>
                  <a:pt x="468959" y="71301"/>
                </a:lnTo>
                <a:lnTo>
                  <a:pt x="469323" y="71087"/>
                </a:lnTo>
                <a:lnTo>
                  <a:pt x="469678" y="70860"/>
                </a:lnTo>
                <a:lnTo>
                  <a:pt x="470024" y="70620"/>
                </a:lnTo>
                <a:lnTo>
                  <a:pt x="470361" y="70369"/>
                </a:lnTo>
                <a:lnTo>
                  <a:pt x="470689" y="70105"/>
                </a:lnTo>
                <a:lnTo>
                  <a:pt x="471009" y="69829"/>
                </a:lnTo>
                <a:lnTo>
                  <a:pt x="471319" y="69540"/>
                </a:lnTo>
                <a:lnTo>
                  <a:pt x="471619" y="69241"/>
                </a:lnTo>
                <a:lnTo>
                  <a:pt x="471906" y="68933"/>
                </a:lnTo>
                <a:lnTo>
                  <a:pt x="472180" y="68616"/>
                </a:lnTo>
                <a:lnTo>
                  <a:pt x="472441" y="68290"/>
                </a:lnTo>
                <a:lnTo>
                  <a:pt x="472690" y="67954"/>
                </a:lnTo>
                <a:lnTo>
                  <a:pt x="472926" y="67610"/>
                </a:lnTo>
                <a:lnTo>
                  <a:pt x="473149" y="67256"/>
                </a:lnTo>
                <a:lnTo>
                  <a:pt x="473360" y="66893"/>
                </a:lnTo>
                <a:lnTo>
                  <a:pt x="473557" y="66522"/>
                </a:lnTo>
                <a:lnTo>
                  <a:pt x="473742" y="66141"/>
                </a:lnTo>
                <a:lnTo>
                  <a:pt x="473914" y="65751"/>
                </a:lnTo>
                <a:lnTo>
                  <a:pt x="474074" y="65352"/>
                </a:lnTo>
                <a:lnTo>
                  <a:pt x="474220" y="64944"/>
                </a:lnTo>
                <a:lnTo>
                  <a:pt x="474354" y="64527"/>
                </a:lnTo>
                <a:lnTo>
                  <a:pt x="474476" y="64100"/>
                </a:lnTo>
                <a:lnTo>
                  <a:pt x="474584" y="63665"/>
                </a:lnTo>
                <a:lnTo>
                  <a:pt x="474680" y="63221"/>
                </a:lnTo>
                <a:lnTo>
                  <a:pt x="474762" y="62767"/>
                </a:lnTo>
                <a:lnTo>
                  <a:pt x="474800" y="62518"/>
                </a:lnTo>
                <a:lnTo>
                  <a:pt x="474992" y="62518"/>
                </a:lnTo>
                <a:lnTo>
                  <a:pt x="474992" y="72157"/>
                </a:lnTo>
                <a:lnTo>
                  <a:pt x="486192" y="72157"/>
                </a:lnTo>
                <a:lnTo>
                  <a:pt x="486192" y="5141"/>
                </a:lnTo>
                <a:lnTo>
                  <a:pt x="474716" y="5141"/>
                </a:lnTo>
                <a:lnTo>
                  <a:pt x="474716" y="19278"/>
                </a:lnTo>
                <a:lnTo>
                  <a:pt x="475083" y="31304"/>
                </a:lnTo>
                <a:lnTo>
                  <a:pt x="474800" y="31304"/>
                </a:lnTo>
                <a:lnTo>
                  <a:pt x="474762" y="31055"/>
                </a:lnTo>
                <a:lnTo>
                  <a:pt x="474680" y="30601"/>
                </a:lnTo>
                <a:lnTo>
                  <a:pt x="474584" y="30157"/>
                </a:lnTo>
                <a:lnTo>
                  <a:pt x="474476" y="29722"/>
                </a:lnTo>
                <a:lnTo>
                  <a:pt x="474354" y="29295"/>
                </a:lnTo>
                <a:close/>
                <a:moveTo>
                  <a:pt x="463692" y="63048"/>
                </a:moveTo>
                <a:lnTo>
                  <a:pt x="463361" y="62999"/>
                </a:lnTo>
                <a:lnTo>
                  <a:pt x="463037" y="62941"/>
                </a:lnTo>
                <a:lnTo>
                  <a:pt x="462720" y="62874"/>
                </a:lnTo>
                <a:lnTo>
                  <a:pt x="462410" y="62798"/>
                </a:lnTo>
                <a:lnTo>
                  <a:pt x="462107" y="62713"/>
                </a:lnTo>
                <a:lnTo>
                  <a:pt x="461810" y="62620"/>
                </a:lnTo>
                <a:lnTo>
                  <a:pt x="461519" y="62517"/>
                </a:lnTo>
                <a:lnTo>
                  <a:pt x="461236" y="62406"/>
                </a:lnTo>
                <a:lnTo>
                  <a:pt x="460959" y="62285"/>
                </a:lnTo>
                <a:lnTo>
                  <a:pt x="460689" y="62156"/>
                </a:lnTo>
                <a:lnTo>
                  <a:pt x="460425" y="62017"/>
                </a:lnTo>
                <a:lnTo>
                  <a:pt x="460169" y="61870"/>
                </a:lnTo>
                <a:lnTo>
                  <a:pt x="459919" y="61714"/>
                </a:lnTo>
                <a:lnTo>
                  <a:pt x="459675" y="61549"/>
                </a:lnTo>
                <a:lnTo>
                  <a:pt x="459439" y="61375"/>
                </a:lnTo>
                <a:lnTo>
                  <a:pt x="459209" y="61192"/>
                </a:lnTo>
                <a:lnTo>
                  <a:pt x="458986" y="61000"/>
                </a:lnTo>
                <a:lnTo>
                  <a:pt x="458769" y="60799"/>
                </a:lnTo>
                <a:lnTo>
                  <a:pt x="458559" y="60589"/>
                </a:lnTo>
                <a:lnTo>
                  <a:pt x="458357" y="60371"/>
                </a:lnTo>
                <a:lnTo>
                  <a:pt x="458163" y="60146"/>
                </a:lnTo>
                <a:lnTo>
                  <a:pt x="457978" y="59912"/>
                </a:lnTo>
                <a:lnTo>
                  <a:pt x="457802" y="59671"/>
                </a:lnTo>
                <a:lnTo>
                  <a:pt x="457634" y="59423"/>
                </a:lnTo>
                <a:lnTo>
                  <a:pt x="457475" y="59166"/>
                </a:lnTo>
                <a:lnTo>
                  <a:pt x="457324" y="58902"/>
                </a:lnTo>
                <a:lnTo>
                  <a:pt x="457182" y="58631"/>
                </a:lnTo>
                <a:lnTo>
                  <a:pt x="457049" y="58352"/>
                </a:lnTo>
                <a:lnTo>
                  <a:pt x="456924" y="58065"/>
                </a:lnTo>
                <a:lnTo>
                  <a:pt x="456808" y="57770"/>
                </a:lnTo>
                <a:lnTo>
                  <a:pt x="456701" y="57468"/>
                </a:lnTo>
                <a:lnTo>
                  <a:pt x="456602" y="57158"/>
                </a:lnTo>
                <a:lnTo>
                  <a:pt x="456511" y="56841"/>
                </a:lnTo>
                <a:lnTo>
                  <a:pt x="456430" y="56516"/>
                </a:lnTo>
                <a:lnTo>
                  <a:pt x="456356" y="56183"/>
                </a:lnTo>
                <a:lnTo>
                  <a:pt x="456292" y="55843"/>
                </a:lnTo>
                <a:lnTo>
                  <a:pt x="456236" y="55495"/>
                </a:lnTo>
                <a:lnTo>
                  <a:pt x="456189" y="55139"/>
                </a:lnTo>
                <a:lnTo>
                  <a:pt x="456150" y="54776"/>
                </a:lnTo>
                <a:lnTo>
                  <a:pt x="456120" y="54405"/>
                </a:lnTo>
                <a:lnTo>
                  <a:pt x="456098" y="54026"/>
                </a:lnTo>
                <a:lnTo>
                  <a:pt x="456085" y="53640"/>
                </a:lnTo>
                <a:lnTo>
                  <a:pt x="456081" y="53246"/>
                </a:lnTo>
                <a:lnTo>
                  <a:pt x="456081" y="40577"/>
                </a:lnTo>
                <a:lnTo>
                  <a:pt x="456085" y="40183"/>
                </a:lnTo>
                <a:lnTo>
                  <a:pt x="456098" y="39797"/>
                </a:lnTo>
                <a:lnTo>
                  <a:pt x="456120" y="39418"/>
                </a:lnTo>
                <a:lnTo>
                  <a:pt x="456150" y="39047"/>
                </a:lnTo>
                <a:lnTo>
                  <a:pt x="456189" y="38684"/>
                </a:lnTo>
                <a:lnTo>
                  <a:pt x="456236" y="38328"/>
                </a:lnTo>
                <a:lnTo>
                  <a:pt x="456292" y="37980"/>
                </a:lnTo>
                <a:lnTo>
                  <a:pt x="456356" y="37639"/>
                </a:lnTo>
                <a:lnTo>
                  <a:pt x="456430" y="37307"/>
                </a:lnTo>
                <a:lnTo>
                  <a:pt x="456511" y="36982"/>
                </a:lnTo>
                <a:lnTo>
                  <a:pt x="456602" y="36664"/>
                </a:lnTo>
                <a:lnTo>
                  <a:pt x="456701" y="36354"/>
                </a:lnTo>
                <a:lnTo>
                  <a:pt x="456808" y="36052"/>
                </a:lnTo>
                <a:lnTo>
                  <a:pt x="456924" y="35757"/>
                </a:lnTo>
                <a:lnTo>
                  <a:pt x="457049" y="35471"/>
                </a:lnTo>
                <a:lnTo>
                  <a:pt x="457182" y="35191"/>
                </a:lnTo>
                <a:lnTo>
                  <a:pt x="457324" y="34920"/>
                </a:lnTo>
                <a:lnTo>
                  <a:pt x="457475" y="34656"/>
                </a:lnTo>
                <a:lnTo>
                  <a:pt x="457634" y="34399"/>
                </a:lnTo>
                <a:lnTo>
                  <a:pt x="457802" y="34151"/>
                </a:lnTo>
                <a:lnTo>
                  <a:pt x="457978" y="33910"/>
                </a:lnTo>
                <a:lnTo>
                  <a:pt x="458163" y="33677"/>
                </a:lnTo>
                <a:lnTo>
                  <a:pt x="458357" y="33451"/>
                </a:lnTo>
                <a:lnTo>
                  <a:pt x="458559" y="33233"/>
                </a:lnTo>
                <a:lnTo>
                  <a:pt x="458769" y="33023"/>
                </a:lnTo>
                <a:lnTo>
                  <a:pt x="458986" y="32822"/>
                </a:lnTo>
                <a:lnTo>
                  <a:pt x="459209" y="32630"/>
                </a:lnTo>
                <a:lnTo>
                  <a:pt x="459439" y="32447"/>
                </a:lnTo>
                <a:lnTo>
                  <a:pt x="459675" y="32273"/>
                </a:lnTo>
                <a:lnTo>
                  <a:pt x="459919" y="32108"/>
                </a:lnTo>
                <a:lnTo>
                  <a:pt x="460169" y="31952"/>
                </a:lnTo>
                <a:lnTo>
                  <a:pt x="460425" y="31805"/>
                </a:lnTo>
                <a:lnTo>
                  <a:pt x="460689" y="31666"/>
                </a:lnTo>
                <a:lnTo>
                  <a:pt x="460959" y="31537"/>
                </a:lnTo>
                <a:lnTo>
                  <a:pt x="461236" y="31417"/>
                </a:lnTo>
                <a:lnTo>
                  <a:pt x="461519" y="31305"/>
                </a:lnTo>
                <a:lnTo>
                  <a:pt x="461810" y="31202"/>
                </a:lnTo>
                <a:lnTo>
                  <a:pt x="462107" y="31109"/>
                </a:lnTo>
                <a:lnTo>
                  <a:pt x="462410" y="31024"/>
                </a:lnTo>
                <a:lnTo>
                  <a:pt x="462720" y="30948"/>
                </a:lnTo>
                <a:lnTo>
                  <a:pt x="463037" y="30881"/>
                </a:lnTo>
                <a:lnTo>
                  <a:pt x="463361" y="30823"/>
                </a:lnTo>
                <a:lnTo>
                  <a:pt x="463692" y="30774"/>
                </a:lnTo>
                <a:lnTo>
                  <a:pt x="464029" y="30734"/>
                </a:lnTo>
                <a:lnTo>
                  <a:pt x="464373" y="30702"/>
                </a:lnTo>
                <a:lnTo>
                  <a:pt x="464723" y="30680"/>
                </a:lnTo>
                <a:lnTo>
                  <a:pt x="465080" y="30667"/>
                </a:lnTo>
                <a:lnTo>
                  <a:pt x="465444" y="30662"/>
                </a:lnTo>
                <a:lnTo>
                  <a:pt x="465808" y="30667"/>
                </a:lnTo>
                <a:lnTo>
                  <a:pt x="466165" y="30680"/>
                </a:lnTo>
                <a:lnTo>
                  <a:pt x="466515" y="30703"/>
                </a:lnTo>
                <a:lnTo>
                  <a:pt x="466858" y="30735"/>
                </a:lnTo>
                <a:lnTo>
                  <a:pt x="467195" y="30776"/>
                </a:lnTo>
                <a:lnTo>
                  <a:pt x="467524" y="30826"/>
                </a:lnTo>
                <a:lnTo>
                  <a:pt x="467847" y="30885"/>
                </a:lnTo>
                <a:lnTo>
                  <a:pt x="468163" y="30953"/>
                </a:lnTo>
                <a:lnTo>
                  <a:pt x="468472" y="31030"/>
                </a:lnTo>
                <a:lnTo>
                  <a:pt x="468774" y="31117"/>
                </a:lnTo>
                <a:lnTo>
                  <a:pt x="469069" y="31212"/>
                </a:lnTo>
                <a:lnTo>
                  <a:pt x="469357" y="31317"/>
                </a:lnTo>
                <a:lnTo>
                  <a:pt x="469639" y="31430"/>
                </a:lnTo>
                <a:lnTo>
                  <a:pt x="469913" y="31553"/>
                </a:lnTo>
                <a:lnTo>
                  <a:pt x="470181" y="31684"/>
                </a:lnTo>
                <a:lnTo>
                  <a:pt x="470442" y="31825"/>
                </a:lnTo>
                <a:lnTo>
                  <a:pt x="470696" y="31975"/>
                </a:lnTo>
                <a:lnTo>
                  <a:pt x="470944" y="32134"/>
                </a:lnTo>
                <a:lnTo>
                  <a:pt x="471184" y="32302"/>
                </a:lnTo>
                <a:lnTo>
                  <a:pt x="471417" y="32479"/>
                </a:lnTo>
                <a:lnTo>
                  <a:pt x="471644" y="32666"/>
                </a:lnTo>
                <a:lnTo>
                  <a:pt x="471864" y="32861"/>
                </a:lnTo>
                <a:lnTo>
                  <a:pt x="472077" y="33066"/>
                </a:lnTo>
                <a:lnTo>
                  <a:pt x="472283" y="33279"/>
                </a:lnTo>
                <a:lnTo>
                  <a:pt x="472481" y="33501"/>
                </a:lnTo>
                <a:lnTo>
                  <a:pt x="472672" y="33729"/>
                </a:lnTo>
                <a:lnTo>
                  <a:pt x="472853" y="33965"/>
                </a:lnTo>
                <a:lnTo>
                  <a:pt x="473026" y="34208"/>
                </a:lnTo>
                <a:lnTo>
                  <a:pt x="473191" y="34458"/>
                </a:lnTo>
                <a:lnTo>
                  <a:pt x="473347" y="34716"/>
                </a:lnTo>
                <a:lnTo>
                  <a:pt x="473495" y="34981"/>
                </a:lnTo>
                <a:lnTo>
                  <a:pt x="473635" y="35252"/>
                </a:lnTo>
                <a:lnTo>
                  <a:pt x="473766" y="35531"/>
                </a:lnTo>
                <a:lnTo>
                  <a:pt x="473888" y="35817"/>
                </a:lnTo>
                <a:lnTo>
                  <a:pt x="474002" y="36111"/>
                </a:lnTo>
                <a:lnTo>
                  <a:pt x="474108" y="36411"/>
                </a:lnTo>
                <a:lnTo>
                  <a:pt x="474205" y="36719"/>
                </a:lnTo>
                <a:lnTo>
                  <a:pt x="474294" y="37034"/>
                </a:lnTo>
                <a:lnTo>
                  <a:pt x="474374" y="37356"/>
                </a:lnTo>
                <a:lnTo>
                  <a:pt x="474446" y="37685"/>
                </a:lnTo>
                <a:lnTo>
                  <a:pt x="474509" y="38021"/>
                </a:lnTo>
                <a:lnTo>
                  <a:pt x="474564" y="38365"/>
                </a:lnTo>
                <a:lnTo>
                  <a:pt x="474610" y="38716"/>
                </a:lnTo>
                <a:lnTo>
                  <a:pt x="474648" y="39074"/>
                </a:lnTo>
                <a:lnTo>
                  <a:pt x="474678" y="39439"/>
                </a:lnTo>
                <a:lnTo>
                  <a:pt x="474699" y="39811"/>
                </a:lnTo>
                <a:lnTo>
                  <a:pt x="474712" y="40191"/>
                </a:lnTo>
                <a:lnTo>
                  <a:pt x="474716" y="40577"/>
                </a:lnTo>
                <a:lnTo>
                  <a:pt x="474716" y="53246"/>
                </a:lnTo>
                <a:lnTo>
                  <a:pt x="474712" y="53633"/>
                </a:lnTo>
                <a:lnTo>
                  <a:pt x="474699" y="54012"/>
                </a:lnTo>
                <a:lnTo>
                  <a:pt x="474678" y="54384"/>
                </a:lnTo>
                <a:lnTo>
                  <a:pt x="474648" y="54749"/>
                </a:lnTo>
                <a:lnTo>
                  <a:pt x="474610" y="55107"/>
                </a:lnTo>
                <a:lnTo>
                  <a:pt x="474564" y="55458"/>
                </a:lnTo>
                <a:lnTo>
                  <a:pt x="474509" y="55801"/>
                </a:lnTo>
                <a:lnTo>
                  <a:pt x="474446" y="56138"/>
                </a:lnTo>
                <a:lnTo>
                  <a:pt x="474374" y="56467"/>
                </a:lnTo>
                <a:lnTo>
                  <a:pt x="474294" y="56789"/>
                </a:lnTo>
                <a:lnTo>
                  <a:pt x="474205" y="57104"/>
                </a:lnTo>
                <a:lnTo>
                  <a:pt x="474108" y="57411"/>
                </a:lnTo>
                <a:lnTo>
                  <a:pt x="474002" y="57712"/>
                </a:lnTo>
                <a:lnTo>
                  <a:pt x="473888" y="58005"/>
                </a:lnTo>
                <a:lnTo>
                  <a:pt x="473766" y="58292"/>
                </a:lnTo>
                <a:lnTo>
                  <a:pt x="473635" y="58571"/>
                </a:lnTo>
                <a:lnTo>
                  <a:pt x="473495" y="58842"/>
                </a:lnTo>
                <a:lnTo>
                  <a:pt x="473347" y="59107"/>
                </a:lnTo>
                <a:lnTo>
                  <a:pt x="473191" y="59364"/>
                </a:lnTo>
                <a:lnTo>
                  <a:pt x="473026" y="59615"/>
                </a:lnTo>
                <a:lnTo>
                  <a:pt x="472853" y="59858"/>
                </a:lnTo>
                <a:lnTo>
                  <a:pt x="472672" y="60094"/>
                </a:lnTo>
                <a:lnTo>
                  <a:pt x="472481" y="60323"/>
                </a:lnTo>
                <a:lnTo>
                  <a:pt x="472283" y="60544"/>
                </a:lnTo>
                <a:lnTo>
                  <a:pt x="472077" y="60758"/>
                </a:lnTo>
                <a:lnTo>
                  <a:pt x="471864" y="60962"/>
                </a:lnTo>
                <a:lnTo>
                  <a:pt x="471644" y="61157"/>
                </a:lnTo>
                <a:lnTo>
                  <a:pt x="471417" y="61344"/>
                </a:lnTo>
                <a:lnTo>
                  <a:pt x="471184" y="61521"/>
                </a:lnTo>
                <a:lnTo>
                  <a:pt x="470944" y="61689"/>
                </a:lnTo>
                <a:lnTo>
                  <a:pt x="470696" y="61848"/>
                </a:lnTo>
                <a:lnTo>
                  <a:pt x="470442" y="61997"/>
                </a:lnTo>
                <a:lnTo>
                  <a:pt x="470181" y="62138"/>
                </a:lnTo>
                <a:lnTo>
                  <a:pt x="469913" y="62270"/>
                </a:lnTo>
                <a:lnTo>
                  <a:pt x="469639" y="62392"/>
                </a:lnTo>
                <a:lnTo>
                  <a:pt x="469357" y="62506"/>
                </a:lnTo>
                <a:lnTo>
                  <a:pt x="469069" y="62610"/>
                </a:lnTo>
                <a:lnTo>
                  <a:pt x="468774" y="62706"/>
                </a:lnTo>
                <a:lnTo>
                  <a:pt x="468472" y="62792"/>
                </a:lnTo>
                <a:lnTo>
                  <a:pt x="468163" y="62869"/>
                </a:lnTo>
                <a:lnTo>
                  <a:pt x="467847" y="62937"/>
                </a:lnTo>
                <a:lnTo>
                  <a:pt x="467524" y="62996"/>
                </a:lnTo>
                <a:lnTo>
                  <a:pt x="467195" y="63046"/>
                </a:lnTo>
                <a:lnTo>
                  <a:pt x="466858" y="63087"/>
                </a:lnTo>
                <a:lnTo>
                  <a:pt x="466515" y="63119"/>
                </a:lnTo>
                <a:lnTo>
                  <a:pt x="466165" y="63142"/>
                </a:lnTo>
                <a:lnTo>
                  <a:pt x="465808" y="63155"/>
                </a:lnTo>
                <a:lnTo>
                  <a:pt x="465444" y="63160"/>
                </a:lnTo>
                <a:lnTo>
                  <a:pt x="465080" y="63155"/>
                </a:lnTo>
                <a:lnTo>
                  <a:pt x="464723" y="63142"/>
                </a:lnTo>
                <a:lnTo>
                  <a:pt x="464373" y="63120"/>
                </a:lnTo>
                <a:lnTo>
                  <a:pt x="464029" y="63088"/>
                </a:lnTo>
                <a:lnTo>
                  <a:pt x="463692" y="63048"/>
                </a:lnTo>
                <a:close/>
                <a:moveTo>
                  <a:pt x="733694" y="72157"/>
                </a:moveTo>
                <a:lnTo>
                  <a:pt x="733694" y="40577"/>
                </a:lnTo>
                <a:lnTo>
                  <a:pt x="733698" y="40176"/>
                </a:lnTo>
                <a:lnTo>
                  <a:pt x="733711" y="39782"/>
                </a:lnTo>
                <a:lnTo>
                  <a:pt x="733732" y="39395"/>
                </a:lnTo>
                <a:lnTo>
                  <a:pt x="733761" y="39016"/>
                </a:lnTo>
                <a:lnTo>
                  <a:pt x="733799" y="38645"/>
                </a:lnTo>
                <a:lnTo>
                  <a:pt x="733846" y="38282"/>
                </a:lnTo>
                <a:lnTo>
                  <a:pt x="733901" y="37926"/>
                </a:lnTo>
                <a:lnTo>
                  <a:pt x="733964" y="37578"/>
                </a:lnTo>
                <a:lnTo>
                  <a:pt x="734036" y="37238"/>
                </a:lnTo>
                <a:lnTo>
                  <a:pt x="734116" y="36905"/>
                </a:lnTo>
                <a:lnTo>
                  <a:pt x="734205" y="36580"/>
                </a:lnTo>
                <a:lnTo>
                  <a:pt x="734302" y="36262"/>
                </a:lnTo>
                <a:lnTo>
                  <a:pt x="734408" y="35952"/>
                </a:lnTo>
                <a:lnTo>
                  <a:pt x="734522" y="35650"/>
                </a:lnTo>
                <a:lnTo>
                  <a:pt x="734644" y="35356"/>
                </a:lnTo>
                <a:lnTo>
                  <a:pt x="734775" y="35069"/>
                </a:lnTo>
                <a:lnTo>
                  <a:pt x="734915" y="34789"/>
                </a:lnTo>
                <a:lnTo>
                  <a:pt x="735063" y="34518"/>
                </a:lnTo>
                <a:lnTo>
                  <a:pt x="735219" y="34254"/>
                </a:lnTo>
                <a:lnTo>
                  <a:pt x="735384" y="33998"/>
                </a:lnTo>
                <a:lnTo>
                  <a:pt x="735557" y="33749"/>
                </a:lnTo>
                <a:lnTo>
                  <a:pt x="735738" y="33508"/>
                </a:lnTo>
                <a:lnTo>
                  <a:pt x="735929" y="33275"/>
                </a:lnTo>
                <a:lnTo>
                  <a:pt x="736127" y="33049"/>
                </a:lnTo>
                <a:lnTo>
                  <a:pt x="736333" y="32832"/>
                </a:lnTo>
                <a:lnTo>
                  <a:pt x="736547" y="32624"/>
                </a:lnTo>
                <a:lnTo>
                  <a:pt x="736768" y="32425"/>
                </a:lnTo>
                <a:lnTo>
                  <a:pt x="736996" y="32236"/>
                </a:lnTo>
                <a:lnTo>
                  <a:pt x="737231" y="32055"/>
                </a:lnTo>
                <a:lnTo>
                  <a:pt x="737473" y="31884"/>
                </a:lnTo>
                <a:lnTo>
                  <a:pt x="737722" y="31722"/>
                </a:lnTo>
                <a:lnTo>
                  <a:pt x="737979" y="31570"/>
                </a:lnTo>
                <a:lnTo>
                  <a:pt x="738242" y="31427"/>
                </a:lnTo>
                <a:lnTo>
                  <a:pt x="738513" y="31293"/>
                </a:lnTo>
                <a:lnTo>
                  <a:pt x="738791" y="31168"/>
                </a:lnTo>
                <a:lnTo>
                  <a:pt x="739077" y="31052"/>
                </a:lnTo>
                <a:lnTo>
                  <a:pt x="739369" y="30946"/>
                </a:lnTo>
                <a:lnTo>
                  <a:pt x="739668" y="30849"/>
                </a:lnTo>
                <a:lnTo>
                  <a:pt x="739975" y="30761"/>
                </a:lnTo>
                <a:lnTo>
                  <a:pt x="740289" y="30682"/>
                </a:lnTo>
                <a:lnTo>
                  <a:pt x="740610" y="30613"/>
                </a:lnTo>
                <a:lnTo>
                  <a:pt x="740938" y="30553"/>
                </a:lnTo>
                <a:lnTo>
                  <a:pt x="741274" y="30502"/>
                </a:lnTo>
                <a:lnTo>
                  <a:pt x="741616" y="30460"/>
                </a:lnTo>
                <a:lnTo>
                  <a:pt x="741966" y="30428"/>
                </a:lnTo>
                <a:lnTo>
                  <a:pt x="742323" y="30405"/>
                </a:lnTo>
                <a:lnTo>
                  <a:pt x="742687" y="30391"/>
                </a:lnTo>
                <a:lnTo>
                  <a:pt x="743058" y="30386"/>
                </a:lnTo>
                <a:lnTo>
                  <a:pt x="743422" y="30391"/>
                </a:lnTo>
                <a:lnTo>
                  <a:pt x="743780" y="30405"/>
                </a:lnTo>
                <a:lnTo>
                  <a:pt x="744131" y="30428"/>
                </a:lnTo>
                <a:lnTo>
                  <a:pt x="744475" y="30460"/>
                </a:lnTo>
                <a:lnTo>
                  <a:pt x="744813" y="30502"/>
                </a:lnTo>
                <a:lnTo>
                  <a:pt x="745144" y="30553"/>
                </a:lnTo>
                <a:lnTo>
                  <a:pt x="745469" y="30613"/>
                </a:lnTo>
                <a:lnTo>
                  <a:pt x="745787" y="30682"/>
                </a:lnTo>
                <a:lnTo>
                  <a:pt x="746099" y="30761"/>
                </a:lnTo>
                <a:lnTo>
                  <a:pt x="746404" y="30849"/>
                </a:lnTo>
                <a:lnTo>
                  <a:pt x="746703" y="30946"/>
                </a:lnTo>
                <a:lnTo>
                  <a:pt x="746995" y="31052"/>
                </a:lnTo>
                <a:lnTo>
                  <a:pt x="747280" y="31168"/>
                </a:lnTo>
                <a:lnTo>
                  <a:pt x="747559" y="31293"/>
                </a:lnTo>
                <a:lnTo>
                  <a:pt x="747832" y="31427"/>
                </a:lnTo>
                <a:lnTo>
                  <a:pt x="748097" y="31570"/>
                </a:lnTo>
                <a:lnTo>
                  <a:pt x="748357" y="31722"/>
                </a:lnTo>
                <a:lnTo>
                  <a:pt x="748610" y="31884"/>
                </a:lnTo>
                <a:lnTo>
                  <a:pt x="748856" y="32055"/>
                </a:lnTo>
                <a:lnTo>
                  <a:pt x="749096" y="32236"/>
                </a:lnTo>
                <a:lnTo>
                  <a:pt x="749329" y="32425"/>
                </a:lnTo>
                <a:lnTo>
                  <a:pt x="749556" y="32624"/>
                </a:lnTo>
                <a:lnTo>
                  <a:pt x="749776" y="32832"/>
                </a:lnTo>
                <a:lnTo>
                  <a:pt x="749990" y="33049"/>
                </a:lnTo>
                <a:lnTo>
                  <a:pt x="750195" y="33275"/>
                </a:lnTo>
                <a:lnTo>
                  <a:pt x="750393" y="33508"/>
                </a:lnTo>
                <a:lnTo>
                  <a:pt x="750581" y="33749"/>
                </a:lnTo>
                <a:lnTo>
                  <a:pt x="750761" y="33998"/>
                </a:lnTo>
                <a:lnTo>
                  <a:pt x="750932" y="34254"/>
                </a:lnTo>
                <a:lnTo>
                  <a:pt x="751094" y="34518"/>
                </a:lnTo>
                <a:lnTo>
                  <a:pt x="751247" y="34789"/>
                </a:lnTo>
                <a:lnTo>
                  <a:pt x="751392" y="35069"/>
                </a:lnTo>
                <a:lnTo>
                  <a:pt x="751528" y="35356"/>
                </a:lnTo>
                <a:lnTo>
                  <a:pt x="751655" y="35650"/>
                </a:lnTo>
                <a:lnTo>
                  <a:pt x="751773" y="35952"/>
                </a:lnTo>
                <a:lnTo>
                  <a:pt x="751883" y="36262"/>
                </a:lnTo>
                <a:lnTo>
                  <a:pt x="751983" y="36580"/>
                </a:lnTo>
                <a:lnTo>
                  <a:pt x="752076" y="36905"/>
                </a:lnTo>
                <a:lnTo>
                  <a:pt x="752159" y="37238"/>
                </a:lnTo>
                <a:lnTo>
                  <a:pt x="752233" y="37578"/>
                </a:lnTo>
                <a:lnTo>
                  <a:pt x="752299" y="37926"/>
                </a:lnTo>
                <a:lnTo>
                  <a:pt x="752356" y="38282"/>
                </a:lnTo>
                <a:lnTo>
                  <a:pt x="752404" y="38645"/>
                </a:lnTo>
                <a:lnTo>
                  <a:pt x="752444" y="39016"/>
                </a:lnTo>
                <a:lnTo>
                  <a:pt x="752474" y="39395"/>
                </a:lnTo>
                <a:lnTo>
                  <a:pt x="752496" y="39782"/>
                </a:lnTo>
                <a:lnTo>
                  <a:pt x="752509" y="40176"/>
                </a:lnTo>
                <a:lnTo>
                  <a:pt x="752514" y="40577"/>
                </a:lnTo>
                <a:lnTo>
                  <a:pt x="752514" y="43422"/>
                </a:lnTo>
                <a:lnTo>
                  <a:pt x="764540" y="43422"/>
                </a:lnTo>
                <a:lnTo>
                  <a:pt x="764540" y="39751"/>
                </a:lnTo>
                <a:lnTo>
                  <a:pt x="764532" y="39015"/>
                </a:lnTo>
                <a:lnTo>
                  <a:pt x="764507" y="38293"/>
                </a:lnTo>
                <a:lnTo>
                  <a:pt x="764467" y="37585"/>
                </a:lnTo>
                <a:lnTo>
                  <a:pt x="764410" y="36890"/>
                </a:lnTo>
                <a:lnTo>
                  <a:pt x="764337" y="36208"/>
                </a:lnTo>
                <a:lnTo>
                  <a:pt x="764247" y="35539"/>
                </a:lnTo>
                <a:lnTo>
                  <a:pt x="764141" y="34884"/>
                </a:lnTo>
                <a:lnTo>
                  <a:pt x="764020" y="34243"/>
                </a:lnTo>
                <a:lnTo>
                  <a:pt x="763881" y="33614"/>
                </a:lnTo>
                <a:lnTo>
                  <a:pt x="763727" y="33000"/>
                </a:lnTo>
                <a:lnTo>
                  <a:pt x="763556" y="32398"/>
                </a:lnTo>
                <a:lnTo>
                  <a:pt x="763369" y="31810"/>
                </a:lnTo>
                <a:lnTo>
                  <a:pt x="763166" y="31235"/>
                </a:lnTo>
                <a:lnTo>
                  <a:pt x="762947" y="30674"/>
                </a:lnTo>
                <a:lnTo>
                  <a:pt x="762711" y="30126"/>
                </a:lnTo>
                <a:lnTo>
                  <a:pt x="762459" y="29591"/>
                </a:lnTo>
                <a:lnTo>
                  <a:pt x="762191" y="29070"/>
                </a:lnTo>
                <a:lnTo>
                  <a:pt x="761906" y="28563"/>
                </a:lnTo>
                <a:lnTo>
                  <a:pt x="761606" y="28068"/>
                </a:lnTo>
                <a:lnTo>
                  <a:pt x="761289" y="27587"/>
                </a:lnTo>
                <a:lnTo>
                  <a:pt x="760955" y="27120"/>
                </a:lnTo>
                <a:lnTo>
                  <a:pt x="760606" y="26666"/>
                </a:lnTo>
                <a:lnTo>
                  <a:pt x="760240" y="26225"/>
                </a:lnTo>
                <a:lnTo>
                  <a:pt x="759858" y="25797"/>
                </a:lnTo>
                <a:lnTo>
                  <a:pt x="759462" y="25385"/>
                </a:lnTo>
                <a:lnTo>
                  <a:pt x="759054" y="24991"/>
                </a:lnTo>
                <a:lnTo>
                  <a:pt x="758633" y="24614"/>
                </a:lnTo>
                <a:lnTo>
                  <a:pt x="758201" y="24254"/>
                </a:lnTo>
                <a:lnTo>
                  <a:pt x="757756" y="23912"/>
                </a:lnTo>
                <a:lnTo>
                  <a:pt x="757299" y="23588"/>
                </a:lnTo>
                <a:lnTo>
                  <a:pt x="756830" y="23281"/>
                </a:lnTo>
                <a:lnTo>
                  <a:pt x="756349" y="22992"/>
                </a:lnTo>
                <a:lnTo>
                  <a:pt x="755856" y="22720"/>
                </a:lnTo>
                <a:lnTo>
                  <a:pt x="755351" y="22466"/>
                </a:lnTo>
                <a:lnTo>
                  <a:pt x="754834" y="22229"/>
                </a:lnTo>
                <a:lnTo>
                  <a:pt x="754304" y="22010"/>
                </a:lnTo>
                <a:lnTo>
                  <a:pt x="753763" y="21808"/>
                </a:lnTo>
                <a:lnTo>
                  <a:pt x="753209" y="21624"/>
                </a:lnTo>
                <a:lnTo>
                  <a:pt x="752643" y="21458"/>
                </a:lnTo>
                <a:lnTo>
                  <a:pt x="752065" y="21308"/>
                </a:lnTo>
                <a:lnTo>
                  <a:pt x="751475" y="21177"/>
                </a:lnTo>
                <a:lnTo>
                  <a:pt x="750873" y="21063"/>
                </a:lnTo>
                <a:lnTo>
                  <a:pt x="750259" y="20967"/>
                </a:lnTo>
                <a:lnTo>
                  <a:pt x="749632" y="20888"/>
                </a:lnTo>
                <a:lnTo>
                  <a:pt x="748994" y="20826"/>
                </a:lnTo>
                <a:lnTo>
                  <a:pt x="748343" y="20782"/>
                </a:lnTo>
                <a:lnTo>
                  <a:pt x="747681" y="20756"/>
                </a:lnTo>
                <a:lnTo>
                  <a:pt x="747006" y="20747"/>
                </a:lnTo>
                <a:lnTo>
                  <a:pt x="746415" y="20755"/>
                </a:lnTo>
                <a:lnTo>
                  <a:pt x="745837" y="20776"/>
                </a:lnTo>
                <a:lnTo>
                  <a:pt x="745270" y="20812"/>
                </a:lnTo>
                <a:lnTo>
                  <a:pt x="744716" y="20862"/>
                </a:lnTo>
                <a:lnTo>
                  <a:pt x="744173" y="20927"/>
                </a:lnTo>
                <a:lnTo>
                  <a:pt x="743643" y="21006"/>
                </a:lnTo>
                <a:lnTo>
                  <a:pt x="743125" y="21099"/>
                </a:lnTo>
                <a:lnTo>
                  <a:pt x="742619" y="21206"/>
                </a:lnTo>
                <a:lnTo>
                  <a:pt x="742126" y="21328"/>
                </a:lnTo>
                <a:lnTo>
                  <a:pt x="741644" y="21465"/>
                </a:lnTo>
                <a:lnTo>
                  <a:pt x="741174" y="21615"/>
                </a:lnTo>
                <a:lnTo>
                  <a:pt x="740717" y="21780"/>
                </a:lnTo>
                <a:lnTo>
                  <a:pt x="740271" y="21959"/>
                </a:lnTo>
                <a:lnTo>
                  <a:pt x="739838" y="22153"/>
                </a:lnTo>
                <a:lnTo>
                  <a:pt x="739417" y="22361"/>
                </a:lnTo>
                <a:lnTo>
                  <a:pt x="739008" y="22583"/>
                </a:lnTo>
                <a:lnTo>
                  <a:pt x="738611" y="22820"/>
                </a:lnTo>
                <a:lnTo>
                  <a:pt x="738226" y="23071"/>
                </a:lnTo>
                <a:lnTo>
                  <a:pt x="737854" y="23336"/>
                </a:lnTo>
                <a:lnTo>
                  <a:pt x="737493" y="23616"/>
                </a:lnTo>
                <a:lnTo>
                  <a:pt x="737145" y="23910"/>
                </a:lnTo>
                <a:lnTo>
                  <a:pt x="736808" y="24219"/>
                </a:lnTo>
                <a:lnTo>
                  <a:pt x="736484" y="24541"/>
                </a:lnTo>
                <a:lnTo>
                  <a:pt x="736172" y="24878"/>
                </a:lnTo>
                <a:lnTo>
                  <a:pt x="735872" y="25230"/>
                </a:lnTo>
                <a:lnTo>
                  <a:pt x="735585" y="25595"/>
                </a:lnTo>
                <a:lnTo>
                  <a:pt x="735311" y="25974"/>
                </a:lnTo>
                <a:lnTo>
                  <a:pt x="735050" y="26368"/>
                </a:lnTo>
                <a:lnTo>
                  <a:pt x="734801" y="26775"/>
                </a:lnTo>
                <a:lnTo>
                  <a:pt x="734566" y="27196"/>
                </a:lnTo>
                <a:lnTo>
                  <a:pt x="734343" y="27632"/>
                </a:lnTo>
                <a:lnTo>
                  <a:pt x="734132" y="28081"/>
                </a:lnTo>
                <a:lnTo>
                  <a:pt x="733935" y="28545"/>
                </a:lnTo>
                <a:lnTo>
                  <a:pt x="733750" y="29022"/>
                </a:lnTo>
                <a:lnTo>
                  <a:pt x="733578" y="29514"/>
                </a:lnTo>
                <a:lnTo>
                  <a:pt x="733418" y="30019"/>
                </a:lnTo>
                <a:lnTo>
                  <a:pt x="733272" y="30539"/>
                </a:lnTo>
                <a:lnTo>
                  <a:pt x="733138" y="31073"/>
                </a:lnTo>
                <a:lnTo>
                  <a:pt x="733087" y="31304"/>
                </a:lnTo>
                <a:lnTo>
                  <a:pt x="733052" y="31304"/>
                </a:lnTo>
                <a:lnTo>
                  <a:pt x="733052" y="21665"/>
                </a:lnTo>
                <a:lnTo>
                  <a:pt x="722218" y="21665"/>
                </a:lnTo>
                <a:lnTo>
                  <a:pt x="722218" y="72157"/>
                </a:lnTo>
                <a:lnTo>
                  <a:pt x="733694" y="72157"/>
                </a:lnTo>
                <a:close/>
                <a:moveTo>
                  <a:pt x="629520" y="40383"/>
                </a:moveTo>
                <a:lnTo>
                  <a:pt x="629557" y="40162"/>
                </a:lnTo>
                <a:lnTo>
                  <a:pt x="629595" y="39938"/>
                </a:lnTo>
                <a:lnTo>
                  <a:pt x="629632" y="39713"/>
                </a:lnTo>
                <a:lnTo>
                  <a:pt x="629669" y="39485"/>
                </a:lnTo>
                <a:lnTo>
                  <a:pt x="629706" y="39255"/>
                </a:lnTo>
                <a:lnTo>
                  <a:pt x="629743" y="39024"/>
                </a:lnTo>
                <a:lnTo>
                  <a:pt x="629780" y="38790"/>
                </a:lnTo>
                <a:lnTo>
                  <a:pt x="629816" y="38554"/>
                </a:lnTo>
                <a:lnTo>
                  <a:pt x="629853" y="38316"/>
                </a:lnTo>
                <a:lnTo>
                  <a:pt x="629889" y="38076"/>
                </a:lnTo>
                <a:lnTo>
                  <a:pt x="629925" y="37833"/>
                </a:lnTo>
                <a:lnTo>
                  <a:pt x="629961" y="37589"/>
                </a:lnTo>
                <a:lnTo>
                  <a:pt x="629997" y="37343"/>
                </a:lnTo>
                <a:lnTo>
                  <a:pt x="630032" y="37094"/>
                </a:lnTo>
                <a:lnTo>
                  <a:pt x="630068" y="36844"/>
                </a:lnTo>
                <a:lnTo>
                  <a:pt x="630103" y="36591"/>
                </a:lnTo>
                <a:lnTo>
                  <a:pt x="630138" y="36337"/>
                </a:lnTo>
                <a:lnTo>
                  <a:pt x="630173" y="36080"/>
                </a:lnTo>
                <a:lnTo>
                  <a:pt x="630208" y="35821"/>
                </a:lnTo>
                <a:lnTo>
                  <a:pt x="630243" y="35561"/>
                </a:lnTo>
                <a:lnTo>
                  <a:pt x="630277" y="35298"/>
                </a:lnTo>
                <a:lnTo>
                  <a:pt x="630311" y="35036"/>
                </a:lnTo>
                <a:lnTo>
                  <a:pt x="630345" y="34778"/>
                </a:lnTo>
                <a:lnTo>
                  <a:pt x="630378" y="34524"/>
                </a:lnTo>
                <a:lnTo>
                  <a:pt x="630411" y="34274"/>
                </a:lnTo>
                <a:lnTo>
                  <a:pt x="630443" y="34028"/>
                </a:lnTo>
                <a:lnTo>
                  <a:pt x="630475" y="33786"/>
                </a:lnTo>
                <a:lnTo>
                  <a:pt x="630507" y="33548"/>
                </a:lnTo>
                <a:lnTo>
                  <a:pt x="630537" y="33314"/>
                </a:lnTo>
                <a:lnTo>
                  <a:pt x="630568" y="33084"/>
                </a:lnTo>
                <a:lnTo>
                  <a:pt x="630598" y="32858"/>
                </a:lnTo>
                <a:lnTo>
                  <a:pt x="630627" y="32636"/>
                </a:lnTo>
                <a:lnTo>
                  <a:pt x="630656" y="32418"/>
                </a:lnTo>
                <a:lnTo>
                  <a:pt x="630685" y="32203"/>
                </a:lnTo>
                <a:lnTo>
                  <a:pt x="630713" y="31993"/>
                </a:lnTo>
                <a:lnTo>
                  <a:pt x="630740" y="31787"/>
                </a:lnTo>
                <a:lnTo>
                  <a:pt x="630767" y="31585"/>
                </a:lnTo>
                <a:lnTo>
                  <a:pt x="630794" y="31387"/>
                </a:lnTo>
                <a:lnTo>
                  <a:pt x="630820" y="31193"/>
                </a:lnTo>
                <a:lnTo>
                  <a:pt x="630846" y="31003"/>
                </a:lnTo>
                <a:lnTo>
                  <a:pt x="630871" y="30817"/>
                </a:lnTo>
                <a:lnTo>
                  <a:pt x="630895" y="30634"/>
                </a:lnTo>
                <a:lnTo>
                  <a:pt x="630920" y="30456"/>
                </a:lnTo>
                <a:lnTo>
                  <a:pt x="630943" y="30282"/>
                </a:lnTo>
                <a:lnTo>
                  <a:pt x="630966" y="30112"/>
                </a:lnTo>
                <a:lnTo>
                  <a:pt x="630990" y="30282"/>
                </a:lnTo>
                <a:lnTo>
                  <a:pt x="631013" y="30456"/>
                </a:lnTo>
                <a:lnTo>
                  <a:pt x="631038" y="30634"/>
                </a:lnTo>
                <a:lnTo>
                  <a:pt x="631063" y="30817"/>
                </a:lnTo>
                <a:lnTo>
                  <a:pt x="631089" y="31003"/>
                </a:lnTo>
                <a:lnTo>
                  <a:pt x="631115" y="31193"/>
                </a:lnTo>
                <a:lnTo>
                  <a:pt x="631142" y="31387"/>
                </a:lnTo>
                <a:lnTo>
                  <a:pt x="631170" y="31585"/>
                </a:lnTo>
                <a:lnTo>
                  <a:pt x="631198" y="31787"/>
                </a:lnTo>
                <a:lnTo>
                  <a:pt x="631227" y="31993"/>
                </a:lnTo>
                <a:lnTo>
                  <a:pt x="631257" y="32203"/>
                </a:lnTo>
                <a:lnTo>
                  <a:pt x="631287" y="32418"/>
                </a:lnTo>
                <a:lnTo>
                  <a:pt x="631318" y="32636"/>
                </a:lnTo>
                <a:lnTo>
                  <a:pt x="631350" y="32858"/>
                </a:lnTo>
                <a:lnTo>
                  <a:pt x="631382" y="33084"/>
                </a:lnTo>
                <a:lnTo>
                  <a:pt x="631415" y="33314"/>
                </a:lnTo>
                <a:lnTo>
                  <a:pt x="631448" y="33548"/>
                </a:lnTo>
                <a:lnTo>
                  <a:pt x="631482" y="33786"/>
                </a:lnTo>
                <a:lnTo>
                  <a:pt x="631517" y="34028"/>
                </a:lnTo>
                <a:lnTo>
                  <a:pt x="631552" y="34274"/>
                </a:lnTo>
                <a:lnTo>
                  <a:pt x="631588" y="34524"/>
                </a:lnTo>
                <a:lnTo>
                  <a:pt x="631625" y="34778"/>
                </a:lnTo>
                <a:lnTo>
                  <a:pt x="631663" y="35036"/>
                </a:lnTo>
                <a:lnTo>
                  <a:pt x="631700" y="35298"/>
                </a:lnTo>
                <a:lnTo>
                  <a:pt x="631739" y="35561"/>
                </a:lnTo>
                <a:lnTo>
                  <a:pt x="631776" y="35821"/>
                </a:lnTo>
                <a:lnTo>
                  <a:pt x="631814" y="36080"/>
                </a:lnTo>
                <a:lnTo>
                  <a:pt x="631851" y="36337"/>
                </a:lnTo>
                <a:lnTo>
                  <a:pt x="631888" y="36591"/>
                </a:lnTo>
                <a:lnTo>
                  <a:pt x="631924" y="36844"/>
                </a:lnTo>
                <a:lnTo>
                  <a:pt x="631961" y="37094"/>
                </a:lnTo>
                <a:lnTo>
                  <a:pt x="631997" y="37343"/>
                </a:lnTo>
                <a:lnTo>
                  <a:pt x="632032" y="37589"/>
                </a:lnTo>
                <a:lnTo>
                  <a:pt x="632067" y="37833"/>
                </a:lnTo>
                <a:lnTo>
                  <a:pt x="632102" y="38076"/>
                </a:lnTo>
                <a:lnTo>
                  <a:pt x="632137" y="38316"/>
                </a:lnTo>
                <a:lnTo>
                  <a:pt x="632171" y="38554"/>
                </a:lnTo>
                <a:lnTo>
                  <a:pt x="632205" y="38790"/>
                </a:lnTo>
                <a:lnTo>
                  <a:pt x="632239" y="39024"/>
                </a:lnTo>
                <a:lnTo>
                  <a:pt x="632272" y="39255"/>
                </a:lnTo>
                <a:lnTo>
                  <a:pt x="632305" y="39485"/>
                </a:lnTo>
                <a:lnTo>
                  <a:pt x="632338" y="39713"/>
                </a:lnTo>
                <a:lnTo>
                  <a:pt x="632370" y="39938"/>
                </a:lnTo>
                <a:lnTo>
                  <a:pt x="632402" y="40162"/>
                </a:lnTo>
                <a:lnTo>
                  <a:pt x="632434" y="40383"/>
                </a:lnTo>
                <a:lnTo>
                  <a:pt x="632465" y="40603"/>
                </a:lnTo>
                <a:lnTo>
                  <a:pt x="632496" y="40820"/>
                </a:lnTo>
                <a:lnTo>
                  <a:pt x="632527" y="41035"/>
                </a:lnTo>
                <a:lnTo>
                  <a:pt x="636934" y="72157"/>
                </a:lnTo>
                <a:lnTo>
                  <a:pt x="648776" y="72157"/>
                </a:lnTo>
                <a:lnTo>
                  <a:pt x="656671" y="21665"/>
                </a:lnTo>
                <a:lnTo>
                  <a:pt x="647490" y="21665"/>
                </a:lnTo>
                <a:lnTo>
                  <a:pt x="642992" y="52603"/>
                </a:lnTo>
                <a:lnTo>
                  <a:pt x="642969" y="52819"/>
                </a:lnTo>
                <a:lnTo>
                  <a:pt x="642945" y="53036"/>
                </a:lnTo>
                <a:lnTo>
                  <a:pt x="642921" y="53257"/>
                </a:lnTo>
                <a:lnTo>
                  <a:pt x="642897" y="53479"/>
                </a:lnTo>
                <a:lnTo>
                  <a:pt x="642871" y="53704"/>
                </a:lnTo>
                <a:lnTo>
                  <a:pt x="642846" y="53932"/>
                </a:lnTo>
                <a:lnTo>
                  <a:pt x="642820" y="54161"/>
                </a:lnTo>
                <a:lnTo>
                  <a:pt x="642793" y="54393"/>
                </a:lnTo>
                <a:lnTo>
                  <a:pt x="642766" y="54628"/>
                </a:lnTo>
                <a:lnTo>
                  <a:pt x="642739" y="54865"/>
                </a:lnTo>
                <a:lnTo>
                  <a:pt x="642711" y="55104"/>
                </a:lnTo>
                <a:lnTo>
                  <a:pt x="642682" y="55346"/>
                </a:lnTo>
                <a:lnTo>
                  <a:pt x="642653" y="55590"/>
                </a:lnTo>
                <a:lnTo>
                  <a:pt x="642624" y="55837"/>
                </a:lnTo>
                <a:lnTo>
                  <a:pt x="642594" y="56086"/>
                </a:lnTo>
                <a:lnTo>
                  <a:pt x="642563" y="56337"/>
                </a:lnTo>
                <a:lnTo>
                  <a:pt x="642533" y="56591"/>
                </a:lnTo>
                <a:lnTo>
                  <a:pt x="642501" y="56847"/>
                </a:lnTo>
                <a:lnTo>
                  <a:pt x="642469" y="57105"/>
                </a:lnTo>
                <a:lnTo>
                  <a:pt x="642437" y="57366"/>
                </a:lnTo>
                <a:lnTo>
                  <a:pt x="642404" y="57629"/>
                </a:lnTo>
                <a:lnTo>
                  <a:pt x="642371" y="57895"/>
                </a:lnTo>
                <a:lnTo>
                  <a:pt x="642337" y="58163"/>
                </a:lnTo>
                <a:lnTo>
                  <a:pt x="642303" y="58433"/>
                </a:lnTo>
                <a:lnTo>
                  <a:pt x="642269" y="58703"/>
                </a:lnTo>
                <a:lnTo>
                  <a:pt x="642236" y="58969"/>
                </a:lnTo>
                <a:lnTo>
                  <a:pt x="642204" y="59231"/>
                </a:lnTo>
                <a:lnTo>
                  <a:pt x="642172" y="59490"/>
                </a:lnTo>
                <a:lnTo>
                  <a:pt x="642142" y="59745"/>
                </a:lnTo>
                <a:lnTo>
                  <a:pt x="642112" y="59997"/>
                </a:lnTo>
                <a:lnTo>
                  <a:pt x="642082" y="60244"/>
                </a:lnTo>
                <a:lnTo>
                  <a:pt x="642054" y="60488"/>
                </a:lnTo>
                <a:lnTo>
                  <a:pt x="642026" y="60729"/>
                </a:lnTo>
                <a:lnTo>
                  <a:pt x="642000" y="60965"/>
                </a:lnTo>
                <a:lnTo>
                  <a:pt x="641974" y="61199"/>
                </a:lnTo>
                <a:lnTo>
                  <a:pt x="641948" y="61428"/>
                </a:lnTo>
                <a:lnTo>
                  <a:pt x="641924" y="61654"/>
                </a:lnTo>
                <a:lnTo>
                  <a:pt x="641900" y="61876"/>
                </a:lnTo>
                <a:lnTo>
                  <a:pt x="641878" y="62094"/>
                </a:lnTo>
                <a:lnTo>
                  <a:pt x="641856" y="62309"/>
                </a:lnTo>
                <a:lnTo>
                  <a:pt x="641834" y="62520"/>
                </a:lnTo>
                <a:lnTo>
                  <a:pt x="641814" y="62727"/>
                </a:lnTo>
                <a:lnTo>
                  <a:pt x="641794" y="62931"/>
                </a:lnTo>
                <a:lnTo>
                  <a:pt x="641775" y="63131"/>
                </a:lnTo>
                <a:lnTo>
                  <a:pt x="641757" y="63328"/>
                </a:lnTo>
                <a:lnTo>
                  <a:pt x="641740" y="63521"/>
                </a:lnTo>
                <a:lnTo>
                  <a:pt x="641724" y="63710"/>
                </a:lnTo>
                <a:lnTo>
                  <a:pt x="641708" y="63895"/>
                </a:lnTo>
                <a:lnTo>
                  <a:pt x="641685" y="63717"/>
                </a:lnTo>
                <a:lnTo>
                  <a:pt x="641661" y="63535"/>
                </a:lnTo>
                <a:lnTo>
                  <a:pt x="641636" y="63349"/>
                </a:lnTo>
                <a:lnTo>
                  <a:pt x="641611" y="63159"/>
                </a:lnTo>
                <a:lnTo>
                  <a:pt x="641585" y="62965"/>
                </a:lnTo>
                <a:lnTo>
                  <a:pt x="641558" y="62767"/>
                </a:lnTo>
                <a:lnTo>
                  <a:pt x="641531" y="62565"/>
                </a:lnTo>
                <a:lnTo>
                  <a:pt x="641503" y="62360"/>
                </a:lnTo>
                <a:lnTo>
                  <a:pt x="641475" y="62150"/>
                </a:lnTo>
                <a:lnTo>
                  <a:pt x="641446" y="61936"/>
                </a:lnTo>
                <a:lnTo>
                  <a:pt x="641416" y="61718"/>
                </a:lnTo>
                <a:lnTo>
                  <a:pt x="641386" y="61496"/>
                </a:lnTo>
                <a:lnTo>
                  <a:pt x="641355" y="61270"/>
                </a:lnTo>
                <a:lnTo>
                  <a:pt x="641323" y="61041"/>
                </a:lnTo>
                <a:lnTo>
                  <a:pt x="641291" y="60807"/>
                </a:lnTo>
                <a:lnTo>
                  <a:pt x="641258" y="60569"/>
                </a:lnTo>
                <a:lnTo>
                  <a:pt x="641225" y="60328"/>
                </a:lnTo>
                <a:lnTo>
                  <a:pt x="641191" y="60082"/>
                </a:lnTo>
                <a:lnTo>
                  <a:pt x="641156" y="59832"/>
                </a:lnTo>
                <a:lnTo>
                  <a:pt x="641120" y="59579"/>
                </a:lnTo>
                <a:lnTo>
                  <a:pt x="641084" y="59321"/>
                </a:lnTo>
                <a:lnTo>
                  <a:pt x="641048" y="59060"/>
                </a:lnTo>
                <a:lnTo>
                  <a:pt x="641010" y="58794"/>
                </a:lnTo>
                <a:lnTo>
                  <a:pt x="640972" y="58524"/>
                </a:lnTo>
                <a:lnTo>
                  <a:pt x="640934" y="58254"/>
                </a:lnTo>
                <a:lnTo>
                  <a:pt x="640897" y="57985"/>
                </a:lnTo>
                <a:lnTo>
                  <a:pt x="640859" y="57719"/>
                </a:lnTo>
                <a:lnTo>
                  <a:pt x="640822" y="57454"/>
                </a:lnTo>
                <a:lnTo>
                  <a:pt x="640785" y="57192"/>
                </a:lnTo>
                <a:lnTo>
                  <a:pt x="640749" y="56932"/>
                </a:lnTo>
                <a:lnTo>
                  <a:pt x="640713" y="56674"/>
                </a:lnTo>
                <a:lnTo>
                  <a:pt x="640677" y="56418"/>
                </a:lnTo>
                <a:lnTo>
                  <a:pt x="640641" y="56164"/>
                </a:lnTo>
                <a:lnTo>
                  <a:pt x="640606" y="55912"/>
                </a:lnTo>
                <a:lnTo>
                  <a:pt x="640571" y="55662"/>
                </a:lnTo>
                <a:lnTo>
                  <a:pt x="640537" y="55414"/>
                </a:lnTo>
                <a:lnTo>
                  <a:pt x="640502" y="55169"/>
                </a:lnTo>
                <a:lnTo>
                  <a:pt x="640469" y="54925"/>
                </a:lnTo>
                <a:lnTo>
                  <a:pt x="640435" y="54683"/>
                </a:lnTo>
                <a:lnTo>
                  <a:pt x="640402" y="54444"/>
                </a:lnTo>
                <a:lnTo>
                  <a:pt x="640368" y="54207"/>
                </a:lnTo>
                <a:lnTo>
                  <a:pt x="640336" y="53971"/>
                </a:lnTo>
                <a:lnTo>
                  <a:pt x="640303" y="53738"/>
                </a:lnTo>
                <a:lnTo>
                  <a:pt x="640271" y="53507"/>
                </a:lnTo>
                <a:lnTo>
                  <a:pt x="640239" y="53278"/>
                </a:lnTo>
                <a:lnTo>
                  <a:pt x="640208" y="53051"/>
                </a:lnTo>
                <a:lnTo>
                  <a:pt x="640177" y="52826"/>
                </a:lnTo>
                <a:lnTo>
                  <a:pt x="640146" y="52603"/>
                </a:lnTo>
                <a:lnTo>
                  <a:pt x="635464" y="21665"/>
                </a:lnTo>
                <a:lnTo>
                  <a:pt x="626559" y="21665"/>
                </a:lnTo>
                <a:lnTo>
                  <a:pt x="621786" y="52603"/>
                </a:lnTo>
                <a:lnTo>
                  <a:pt x="621755" y="52826"/>
                </a:lnTo>
                <a:lnTo>
                  <a:pt x="621724" y="53051"/>
                </a:lnTo>
                <a:lnTo>
                  <a:pt x="621692" y="53277"/>
                </a:lnTo>
                <a:lnTo>
                  <a:pt x="621661" y="53506"/>
                </a:lnTo>
                <a:lnTo>
                  <a:pt x="621629" y="53736"/>
                </a:lnTo>
                <a:lnTo>
                  <a:pt x="621596" y="53968"/>
                </a:lnTo>
                <a:lnTo>
                  <a:pt x="621564" y="54203"/>
                </a:lnTo>
                <a:lnTo>
                  <a:pt x="621531" y="54439"/>
                </a:lnTo>
                <a:lnTo>
                  <a:pt x="621497" y="54677"/>
                </a:lnTo>
                <a:lnTo>
                  <a:pt x="621464" y="54917"/>
                </a:lnTo>
                <a:lnTo>
                  <a:pt x="621430" y="55159"/>
                </a:lnTo>
                <a:lnTo>
                  <a:pt x="621395" y="55403"/>
                </a:lnTo>
                <a:lnTo>
                  <a:pt x="621361" y="55648"/>
                </a:lnTo>
                <a:lnTo>
                  <a:pt x="621326" y="55896"/>
                </a:lnTo>
                <a:lnTo>
                  <a:pt x="621291" y="56146"/>
                </a:lnTo>
                <a:lnTo>
                  <a:pt x="621255" y="56397"/>
                </a:lnTo>
                <a:lnTo>
                  <a:pt x="621219" y="56651"/>
                </a:lnTo>
                <a:lnTo>
                  <a:pt x="621183" y="56906"/>
                </a:lnTo>
                <a:lnTo>
                  <a:pt x="621146" y="57163"/>
                </a:lnTo>
                <a:lnTo>
                  <a:pt x="621110" y="57422"/>
                </a:lnTo>
                <a:lnTo>
                  <a:pt x="621072" y="57683"/>
                </a:lnTo>
                <a:lnTo>
                  <a:pt x="621035" y="57946"/>
                </a:lnTo>
                <a:lnTo>
                  <a:pt x="620997" y="58211"/>
                </a:lnTo>
                <a:lnTo>
                  <a:pt x="620959" y="58478"/>
                </a:lnTo>
                <a:lnTo>
                  <a:pt x="620921" y="58744"/>
                </a:lnTo>
                <a:lnTo>
                  <a:pt x="620884" y="59006"/>
                </a:lnTo>
                <a:lnTo>
                  <a:pt x="620847" y="59264"/>
                </a:lnTo>
                <a:lnTo>
                  <a:pt x="620811" y="59519"/>
                </a:lnTo>
                <a:lnTo>
                  <a:pt x="620776" y="59769"/>
                </a:lnTo>
                <a:lnTo>
                  <a:pt x="620741" y="60016"/>
                </a:lnTo>
                <a:lnTo>
                  <a:pt x="620707" y="60259"/>
                </a:lnTo>
                <a:lnTo>
                  <a:pt x="620674" y="60498"/>
                </a:lnTo>
                <a:lnTo>
                  <a:pt x="620641" y="60733"/>
                </a:lnTo>
                <a:lnTo>
                  <a:pt x="620609" y="60965"/>
                </a:lnTo>
                <a:lnTo>
                  <a:pt x="620577" y="61192"/>
                </a:lnTo>
                <a:lnTo>
                  <a:pt x="620547" y="61416"/>
                </a:lnTo>
                <a:lnTo>
                  <a:pt x="620516" y="61636"/>
                </a:lnTo>
                <a:lnTo>
                  <a:pt x="620487" y="61852"/>
                </a:lnTo>
                <a:lnTo>
                  <a:pt x="620458" y="62064"/>
                </a:lnTo>
                <a:lnTo>
                  <a:pt x="620429" y="62273"/>
                </a:lnTo>
                <a:lnTo>
                  <a:pt x="620402" y="62477"/>
                </a:lnTo>
                <a:lnTo>
                  <a:pt x="620374" y="62678"/>
                </a:lnTo>
                <a:lnTo>
                  <a:pt x="620348" y="62875"/>
                </a:lnTo>
                <a:lnTo>
                  <a:pt x="620322" y="63068"/>
                </a:lnTo>
                <a:lnTo>
                  <a:pt x="620297" y="63258"/>
                </a:lnTo>
                <a:lnTo>
                  <a:pt x="620272" y="63443"/>
                </a:lnTo>
                <a:lnTo>
                  <a:pt x="620248" y="63625"/>
                </a:lnTo>
                <a:lnTo>
                  <a:pt x="620225" y="63803"/>
                </a:lnTo>
                <a:lnTo>
                  <a:pt x="620210" y="63625"/>
                </a:lnTo>
                <a:lnTo>
                  <a:pt x="620193" y="63443"/>
                </a:lnTo>
                <a:lnTo>
                  <a:pt x="620177" y="63258"/>
                </a:lnTo>
                <a:lnTo>
                  <a:pt x="620160" y="63068"/>
                </a:lnTo>
                <a:lnTo>
                  <a:pt x="620143" y="62875"/>
                </a:lnTo>
                <a:lnTo>
                  <a:pt x="620125" y="62678"/>
                </a:lnTo>
                <a:lnTo>
                  <a:pt x="620106" y="62477"/>
                </a:lnTo>
                <a:lnTo>
                  <a:pt x="620087" y="62273"/>
                </a:lnTo>
                <a:lnTo>
                  <a:pt x="620068" y="62064"/>
                </a:lnTo>
                <a:lnTo>
                  <a:pt x="620048" y="61852"/>
                </a:lnTo>
                <a:lnTo>
                  <a:pt x="620028" y="61636"/>
                </a:lnTo>
                <a:lnTo>
                  <a:pt x="620007" y="61416"/>
                </a:lnTo>
                <a:lnTo>
                  <a:pt x="619986" y="61192"/>
                </a:lnTo>
                <a:lnTo>
                  <a:pt x="619964" y="60965"/>
                </a:lnTo>
                <a:lnTo>
                  <a:pt x="619941" y="60733"/>
                </a:lnTo>
                <a:lnTo>
                  <a:pt x="619919" y="60498"/>
                </a:lnTo>
                <a:lnTo>
                  <a:pt x="619895" y="60259"/>
                </a:lnTo>
                <a:lnTo>
                  <a:pt x="619872" y="60016"/>
                </a:lnTo>
                <a:lnTo>
                  <a:pt x="619848" y="59769"/>
                </a:lnTo>
                <a:lnTo>
                  <a:pt x="619823" y="59519"/>
                </a:lnTo>
                <a:lnTo>
                  <a:pt x="619798" y="59264"/>
                </a:lnTo>
                <a:lnTo>
                  <a:pt x="619772" y="59006"/>
                </a:lnTo>
                <a:lnTo>
                  <a:pt x="619746" y="58744"/>
                </a:lnTo>
                <a:lnTo>
                  <a:pt x="619719" y="58478"/>
                </a:lnTo>
                <a:lnTo>
                  <a:pt x="619693" y="58211"/>
                </a:lnTo>
                <a:lnTo>
                  <a:pt x="619666" y="57946"/>
                </a:lnTo>
                <a:lnTo>
                  <a:pt x="619638" y="57683"/>
                </a:lnTo>
                <a:lnTo>
                  <a:pt x="619611" y="57422"/>
                </a:lnTo>
                <a:lnTo>
                  <a:pt x="619584" y="57163"/>
                </a:lnTo>
                <a:lnTo>
                  <a:pt x="619556" y="56906"/>
                </a:lnTo>
                <a:lnTo>
                  <a:pt x="619528" y="56651"/>
                </a:lnTo>
                <a:lnTo>
                  <a:pt x="619500" y="56397"/>
                </a:lnTo>
                <a:lnTo>
                  <a:pt x="619472" y="56146"/>
                </a:lnTo>
                <a:lnTo>
                  <a:pt x="619444" y="55896"/>
                </a:lnTo>
                <a:lnTo>
                  <a:pt x="619416" y="55648"/>
                </a:lnTo>
                <a:lnTo>
                  <a:pt x="619387" y="55403"/>
                </a:lnTo>
                <a:lnTo>
                  <a:pt x="619358" y="55159"/>
                </a:lnTo>
                <a:lnTo>
                  <a:pt x="619329" y="54917"/>
                </a:lnTo>
                <a:lnTo>
                  <a:pt x="619300" y="54677"/>
                </a:lnTo>
                <a:lnTo>
                  <a:pt x="619271" y="54439"/>
                </a:lnTo>
                <a:lnTo>
                  <a:pt x="619242" y="54203"/>
                </a:lnTo>
                <a:lnTo>
                  <a:pt x="619212" y="53968"/>
                </a:lnTo>
                <a:lnTo>
                  <a:pt x="619182" y="53736"/>
                </a:lnTo>
                <a:lnTo>
                  <a:pt x="619153" y="53506"/>
                </a:lnTo>
                <a:lnTo>
                  <a:pt x="619123" y="53277"/>
                </a:lnTo>
                <a:lnTo>
                  <a:pt x="619092" y="53051"/>
                </a:lnTo>
                <a:lnTo>
                  <a:pt x="619062" y="52826"/>
                </a:lnTo>
                <a:lnTo>
                  <a:pt x="619032" y="52603"/>
                </a:lnTo>
                <a:lnTo>
                  <a:pt x="614808" y="21665"/>
                </a:lnTo>
                <a:lnTo>
                  <a:pt x="605262" y="21665"/>
                </a:lnTo>
                <a:lnTo>
                  <a:pt x="612973" y="72157"/>
                </a:lnTo>
                <a:lnTo>
                  <a:pt x="624815" y="72157"/>
                </a:lnTo>
                <a:lnTo>
                  <a:pt x="629406" y="41035"/>
                </a:lnTo>
                <a:lnTo>
                  <a:pt x="629444" y="40820"/>
                </a:lnTo>
                <a:lnTo>
                  <a:pt x="629482" y="40603"/>
                </a:lnTo>
                <a:lnTo>
                  <a:pt x="629520" y="40383"/>
                </a:lnTo>
                <a:close/>
                <a:moveTo>
                  <a:pt x="579236" y="72905"/>
                </a:moveTo>
                <a:lnTo>
                  <a:pt x="579863" y="72831"/>
                </a:lnTo>
                <a:lnTo>
                  <a:pt x="580482" y="72743"/>
                </a:lnTo>
                <a:lnTo>
                  <a:pt x="581092" y="72641"/>
                </a:lnTo>
                <a:lnTo>
                  <a:pt x="581693" y="72526"/>
                </a:lnTo>
                <a:lnTo>
                  <a:pt x="582286" y="72397"/>
                </a:lnTo>
                <a:lnTo>
                  <a:pt x="582871" y="72255"/>
                </a:lnTo>
                <a:lnTo>
                  <a:pt x="583447" y="72099"/>
                </a:lnTo>
                <a:lnTo>
                  <a:pt x="584014" y="71930"/>
                </a:lnTo>
                <a:lnTo>
                  <a:pt x="584574" y="71747"/>
                </a:lnTo>
                <a:lnTo>
                  <a:pt x="585124" y="71551"/>
                </a:lnTo>
                <a:lnTo>
                  <a:pt x="585667" y="71341"/>
                </a:lnTo>
                <a:lnTo>
                  <a:pt x="586200" y="71117"/>
                </a:lnTo>
                <a:lnTo>
                  <a:pt x="586726" y="70880"/>
                </a:lnTo>
                <a:lnTo>
                  <a:pt x="587243" y="70630"/>
                </a:lnTo>
                <a:lnTo>
                  <a:pt x="587751" y="70365"/>
                </a:lnTo>
                <a:lnTo>
                  <a:pt x="588251" y="70088"/>
                </a:lnTo>
                <a:lnTo>
                  <a:pt x="588743" y="69797"/>
                </a:lnTo>
                <a:lnTo>
                  <a:pt x="589226" y="69492"/>
                </a:lnTo>
                <a:lnTo>
                  <a:pt x="589701" y="69173"/>
                </a:lnTo>
                <a:lnTo>
                  <a:pt x="590163" y="68844"/>
                </a:lnTo>
                <a:lnTo>
                  <a:pt x="590611" y="68505"/>
                </a:lnTo>
                <a:lnTo>
                  <a:pt x="591044" y="68157"/>
                </a:lnTo>
                <a:lnTo>
                  <a:pt x="591461" y="67800"/>
                </a:lnTo>
                <a:lnTo>
                  <a:pt x="591864" y="67434"/>
                </a:lnTo>
                <a:lnTo>
                  <a:pt x="592251" y="67059"/>
                </a:lnTo>
                <a:lnTo>
                  <a:pt x="592623" y="66675"/>
                </a:lnTo>
                <a:lnTo>
                  <a:pt x="592980" y="66282"/>
                </a:lnTo>
                <a:lnTo>
                  <a:pt x="593322" y="65879"/>
                </a:lnTo>
                <a:lnTo>
                  <a:pt x="593648" y="65468"/>
                </a:lnTo>
                <a:lnTo>
                  <a:pt x="593960" y="65048"/>
                </a:lnTo>
                <a:lnTo>
                  <a:pt x="594256" y="64618"/>
                </a:lnTo>
                <a:lnTo>
                  <a:pt x="594537" y="64179"/>
                </a:lnTo>
                <a:lnTo>
                  <a:pt x="594803" y="63732"/>
                </a:lnTo>
                <a:lnTo>
                  <a:pt x="595054" y="63275"/>
                </a:lnTo>
                <a:lnTo>
                  <a:pt x="595290" y="62809"/>
                </a:lnTo>
                <a:lnTo>
                  <a:pt x="595511" y="62334"/>
                </a:lnTo>
                <a:lnTo>
                  <a:pt x="595716" y="61850"/>
                </a:lnTo>
                <a:lnTo>
                  <a:pt x="595907" y="61356"/>
                </a:lnTo>
                <a:lnTo>
                  <a:pt x="596082" y="60854"/>
                </a:lnTo>
                <a:lnTo>
                  <a:pt x="596242" y="60343"/>
                </a:lnTo>
                <a:lnTo>
                  <a:pt x="596387" y="59822"/>
                </a:lnTo>
                <a:lnTo>
                  <a:pt x="596517" y="59293"/>
                </a:lnTo>
                <a:lnTo>
                  <a:pt x="596632" y="58754"/>
                </a:lnTo>
                <a:lnTo>
                  <a:pt x="585340" y="58754"/>
                </a:lnTo>
                <a:lnTo>
                  <a:pt x="585283" y="58966"/>
                </a:lnTo>
                <a:lnTo>
                  <a:pt x="585221" y="59174"/>
                </a:lnTo>
                <a:lnTo>
                  <a:pt x="585152" y="59377"/>
                </a:lnTo>
                <a:lnTo>
                  <a:pt x="585077" y="59577"/>
                </a:lnTo>
                <a:lnTo>
                  <a:pt x="584996" y="59771"/>
                </a:lnTo>
                <a:lnTo>
                  <a:pt x="584909" y="59962"/>
                </a:lnTo>
                <a:lnTo>
                  <a:pt x="584816" y="60148"/>
                </a:lnTo>
                <a:lnTo>
                  <a:pt x="584717" y="60330"/>
                </a:lnTo>
                <a:lnTo>
                  <a:pt x="584612" y="60508"/>
                </a:lnTo>
                <a:lnTo>
                  <a:pt x="584501" y="60681"/>
                </a:lnTo>
                <a:lnTo>
                  <a:pt x="584384" y="60850"/>
                </a:lnTo>
                <a:lnTo>
                  <a:pt x="584261" y="61015"/>
                </a:lnTo>
                <a:lnTo>
                  <a:pt x="584132" y="61175"/>
                </a:lnTo>
                <a:lnTo>
                  <a:pt x="583996" y="61331"/>
                </a:lnTo>
                <a:lnTo>
                  <a:pt x="583855" y="61483"/>
                </a:lnTo>
                <a:lnTo>
                  <a:pt x="583707" y="61630"/>
                </a:lnTo>
                <a:lnTo>
                  <a:pt x="583554" y="61774"/>
                </a:lnTo>
                <a:lnTo>
                  <a:pt x="583394" y="61913"/>
                </a:lnTo>
                <a:lnTo>
                  <a:pt x="583229" y="62047"/>
                </a:lnTo>
                <a:lnTo>
                  <a:pt x="583057" y="62177"/>
                </a:lnTo>
                <a:lnTo>
                  <a:pt x="582879" y="62303"/>
                </a:lnTo>
                <a:lnTo>
                  <a:pt x="582696" y="62425"/>
                </a:lnTo>
                <a:lnTo>
                  <a:pt x="582506" y="62542"/>
                </a:lnTo>
                <a:lnTo>
                  <a:pt x="582310" y="62655"/>
                </a:lnTo>
                <a:lnTo>
                  <a:pt x="582108" y="62764"/>
                </a:lnTo>
                <a:lnTo>
                  <a:pt x="581902" y="62868"/>
                </a:lnTo>
                <a:lnTo>
                  <a:pt x="581690" y="62967"/>
                </a:lnTo>
                <a:lnTo>
                  <a:pt x="581473" y="63062"/>
                </a:lnTo>
                <a:lnTo>
                  <a:pt x="581252" y="63152"/>
                </a:lnTo>
                <a:lnTo>
                  <a:pt x="581025" y="63238"/>
                </a:lnTo>
                <a:lnTo>
                  <a:pt x="580793" y="63318"/>
                </a:lnTo>
                <a:lnTo>
                  <a:pt x="580555" y="63395"/>
                </a:lnTo>
                <a:lnTo>
                  <a:pt x="580313" y="63466"/>
                </a:lnTo>
                <a:lnTo>
                  <a:pt x="580066" y="63533"/>
                </a:lnTo>
                <a:lnTo>
                  <a:pt x="579813" y="63596"/>
                </a:lnTo>
                <a:lnTo>
                  <a:pt x="579556" y="63654"/>
                </a:lnTo>
                <a:lnTo>
                  <a:pt x="579293" y="63707"/>
                </a:lnTo>
                <a:lnTo>
                  <a:pt x="579026" y="63755"/>
                </a:lnTo>
                <a:lnTo>
                  <a:pt x="578753" y="63799"/>
                </a:lnTo>
                <a:lnTo>
                  <a:pt x="578475" y="63838"/>
                </a:lnTo>
                <a:lnTo>
                  <a:pt x="578192" y="63873"/>
                </a:lnTo>
                <a:lnTo>
                  <a:pt x="577904" y="63903"/>
                </a:lnTo>
                <a:lnTo>
                  <a:pt x="577610" y="63928"/>
                </a:lnTo>
                <a:lnTo>
                  <a:pt x="577312" y="63949"/>
                </a:lnTo>
                <a:lnTo>
                  <a:pt x="577009" y="63965"/>
                </a:lnTo>
                <a:lnTo>
                  <a:pt x="576700" y="63977"/>
                </a:lnTo>
                <a:lnTo>
                  <a:pt x="576387" y="63984"/>
                </a:lnTo>
                <a:lnTo>
                  <a:pt x="576068" y="63986"/>
                </a:lnTo>
                <a:lnTo>
                  <a:pt x="575651" y="63981"/>
                </a:lnTo>
                <a:lnTo>
                  <a:pt x="575243" y="63967"/>
                </a:lnTo>
                <a:lnTo>
                  <a:pt x="574844" y="63944"/>
                </a:lnTo>
                <a:lnTo>
                  <a:pt x="574453" y="63911"/>
                </a:lnTo>
                <a:lnTo>
                  <a:pt x="574071" y="63869"/>
                </a:lnTo>
                <a:lnTo>
                  <a:pt x="573698" y="63817"/>
                </a:lnTo>
                <a:lnTo>
                  <a:pt x="573333" y="63756"/>
                </a:lnTo>
                <a:lnTo>
                  <a:pt x="572977" y="63685"/>
                </a:lnTo>
                <a:lnTo>
                  <a:pt x="572629" y="63605"/>
                </a:lnTo>
                <a:lnTo>
                  <a:pt x="572290" y="63516"/>
                </a:lnTo>
                <a:lnTo>
                  <a:pt x="571960" y="63417"/>
                </a:lnTo>
                <a:lnTo>
                  <a:pt x="571638" y="63309"/>
                </a:lnTo>
                <a:lnTo>
                  <a:pt x="571325" y="63192"/>
                </a:lnTo>
                <a:lnTo>
                  <a:pt x="571020" y="63065"/>
                </a:lnTo>
                <a:lnTo>
                  <a:pt x="570724" y="62928"/>
                </a:lnTo>
                <a:lnTo>
                  <a:pt x="570437" y="62783"/>
                </a:lnTo>
                <a:lnTo>
                  <a:pt x="570158" y="62628"/>
                </a:lnTo>
                <a:lnTo>
                  <a:pt x="569888" y="62463"/>
                </a:lnTo>
                <a:lnTo>
                  <a:pt x="569626" y="62289"/>
                </a:lnTo>
                <a:lnTo>
                  <a:pt x="569373" y="62106"/>
                </a:lnTo>
                <a:lnTo>
                  <a:pt x="569129" y="61913"/>
                </a:lnTo>
                <a:lnTo>
                  <a:pt x="568893" y="61711"/>
                </a:lnTo>
                <a:lnTo>
                  <a:pt x="568666" y="61499"/>
                </a:lnTo>
                <a:lnTo>
                  <a:pt x="568448" y="61278"/>
                </a:lnTo>
                <a:lnTo>
                  <a:pt x="568238" y="61048"/>
                </a:lnTo>
                <a:lnTo>
                  <a:pt x="568037" y="60809"/>
                </a:lnTo>
                <a:lnTo>
                  <a:pt x="567845" y="60561"/>
                </a:lnTo>
                <a:lnTo>
                  <a:pt x="567662" y="60303"/>
                </a:lnTo>
                <a:lnTo>
                  <a:pt x="567488" y="60037"/>
                </a:lnTo>
                <a:lnTo>
                  <a:pt x="567323" y="59761"/>
                </a:lnTo>
                <a:lnTo>
                  <a:pt x="567167" y="59476"/>
                </a:lnTo>
                <a:lnTo>
                  <a:pt x="567019" y="59183"/>
                </a:lnTo>
                <a:lnTo>
                  <a:pt x="566881" y="58880"/>
                </a:lnTo>
                <a:lnTo>
                  <a:pt x="566752" y="58568"/>
                </a:lnTo>
                <a:lnTo>
                  <a:pt x="566631" y="58247"/>
                </a:lnTo>
                <a:lnTo>
                  <a:pt x="566520" y="57916"/>
                </a:lnTo>
                <a:lnTo>
                  <a:pt x="566417" y="57577"/>
                </a:lnTo>
                <a:lnTo>
                  <a:pt x="566323" y="57229"/>
                </a:lnTo>
                <a:lnTo>
                  <a:pt x="566239" y="56872"/>
                </a:lnTo>
                <a:lnTo>
                  <a:pt x="566163" y="56505"/>
                </a:lnTo>
                <a:lnTo>
                  <a:pt x="566096" y="56130"/>
                </a:lnTo>
                <a:lnTo>
                  <a:pt x="566038" y="55745"/>
                </a:lnTo>
                <a:lnTo>
                  <a:pt x="565989" y="55351"/>
                </a:lnTo>
                <a:lnTo>
                  <a:pt x="565948" y="54948"/>
                </a:lnTo>
                <a:lnTo>
                  <a:pt x="565917" y="54536"/>
                </a:lnTo>
                <a:lnTo>
                  <a:pt x="565895" y="54115"/>
                </a:lnTo>
                <a:lnTo>
                  <a:pt x="565881" y="53685"/>
                </a:lnTo>
                <a:lnTo>
                  <a:pt x="565877" y="53246"/>
                </a:lnTo>
                <a:lnTo>
                  <a:pt x="565877" y="49666"/>
                </a:lnTo>
                <a:lnTo>
                  <a:pt x="596999" y="49666"/>
                </a:lnTo>
                <a:lnTo>
                  <a:pt x="596999" y="40577"/>
                </a:lnTo>
                <a:lnTo>
                  <a:pt x="596994" y="40083"/>
                </a:lnTo>
                <a:lnTo>
                  <a:pt x="596981" y="39593"/>
                </a:lnTo>
                <a:lnTo>
                  <a:pt x="596958" y="39109"/>
                </a:lnTo>
                <a:lnTo>
                  <a:pt x="596926" y="38630"/>
                </a:lnTo>
                <a:lnTo>
                  <a:pt x="596885" y="38157"/>
                </a:lnTo>
                <a:lnTo>
                  <a:pt x="596835" y="37688"/>
                </a:lnTo>
                <a:lnTo>
                  <a:pt x="596776" y="37225"/>
                </a:lnTo>
                <a:lnTo>
                  <a:pt x="596708" y="36767"/>
                </a:lnTo>
                <a:lnTo>
                  <a:pt x="596631" y="36315"/>
                </a:lnTo>
                <a:lnTo>
                  <a:pt x="596545" y="35868"/>
                </a:lnTo>
                <a:lnTo>
                  <a:pt x="596449" y="35425"/>
                </a:lnTo>
                <a:lnTo>
                  <a:pt x="596345" y="34989"/>
                </a:lnTo>
                <a:lnTo>
                  <a:pt x="596231" y="34557"/>
                </a:lnTo>
                <a:lnTo>
                  <a:pt x="596108" y="34131"/>
                </a:lnTo>
                <a:lnTo>
                  <a:pt x="595977" y="33710"/>
                </a:lnTo>
                <a:lnTo>
                  <a:pt x="595836" y="33294"/>
                </a:lnTo>
                <a:lnTo>
                  <a:pt x="595686" y="32884"/>
                </a:lnTo>
                <a:lnTo>
                  <a:pt x="595527" y="32479"/>
                </a:lnTo>
                <a:lnTo>
                  <a:pt x="595359" y="32079"/>
                </a:lnTo>
                <a:lnTo>
                  <a:pt x="595182" y="31684"/>
                </a:lnTo>
                <a:lnTo>
                  <a:pt x="594995" y="31295"/>
                </a:lnTo>
                <a:lnTo>
                  <a:pt x="594800" y="30911"/>
                </a:lnTo>
                <a:lnTo>
                  <a:pt x="594596" y="30532"/>
                </a:lnTo>
                <a:lnTo>
                  <a:pt x="594382" y="30158"/>
                </a:lnTo>
                <a:lnTo>
                  <a:pt x="594161" y="29790"/>
                </a:lnTo>
                <a:lnTo>
                  <a:pt x="593932" y="29430"/>
                </a:lnTo>
                <a:lnTo>
                  <a:pt x="593695" y="29076"/>
                </a:lnTo>
                <a:lnTo>
                  <a:pt x="593452" y="28729"/>
                </a:lnTo>
                <a:lnTo>
                  <a:pt x="593201" y="28388"/>
                </a:lnTo>
                <a:lnTo>
                  <a:pt x="592942" y="28055"/>
                </a:lnTo>
                <a:lnTo>
                  <a:pt x="592677" y="27728"/>
                </a:lnTo>
                <a:lnTo>
                  <a:pt x="592404" y="27409"/>
                </a:lnTo>
                <a:lnTo>
                  <a:pt x="592123" y="27096"/>
                </a:lnTo>
                <a:lnTo>
                  <a:pt x="591836" y="26790"/>
                </a:lnTo>
                <a:lnTo>
                  <a:pt x="591541" y="26491"/>
                </a:lnTo>
                <a:lnTo>
                  <a:pt x="591238" y="26199"/>
                </a:lnTo>
                <a:lnTo>
                  <a:pt x="590929" y="25913"/>
                </a:lnTo>
                <a:lnTo>
                  <a:pt x="590612" y="25635"/>
                </a:lnTo>
                <a:lnTo>
                  <a:pt x="590287" y="25363"/>
                </a:lnTo>
                <a:lnTo>
                  <a:pt x="589956" y="25098"/>
                </a:lnTo>
                <a:lnTo>
                  <a:pt x="589617" y="24840"/>
                </a:lnTo>
                <a:lnTo>
                  <a:pt x="589270" y="24589"/>
                </a:lnTo>
                <a:lnTo>
                  <a:pt x="588916" y="24345"/>
                </a:lnTo>
                <a:lnTo>
                  <a:pt x="588555" y="24108"/>
                </a:lnTo>
                <a:lnTo>
                  <a:pt x="588187" y="23877"/>
                </a:lnTo>
                <a:lnTo>
                  <a:pt x="587811" y="23654"/>
                </a:lnTo>
                <a:lnTo>
                  <a:pt x="587428" y="23437"/>
                </a:lnTo>
                <a:lnTo>
                  <a:pt x="587038" y="23227"/>
                </a:lnTo>
                <a:lnTo>
                  <a:pt x="586641" y="23025"/>
                </a:lnTo>
                <a:lnTo>
                  <a:pt x="586239" y="22831"/>
                </a:lnTo>
                <a:lnTo>
                  <a:pt x="585831" y="22646"/>
                </a:lnTo>
                <a:lnTo>
                  <a:pt x="585417" y="22469"/>
                </a:lnTo>
                <a:lnTo>
                  <a:pt x="584998" y="22301"/>
                </a:lnTo>
                <a:lnTo>
                  <a:pt x="584573" y="22142"/>
                </a:lnTo>
                <a:lnTo>
                  <a:pt x="584143" y="21991"/>
                </a:lnTo>
                <a:lnTo>
                  <a:pt x="583707" y="21849"/>
                </a:lnTo>
                <a:lnTo>
                  <a:pt x="583266" y="21716"/>
                </a:lnTo>
                <a:lnTo>
                  <a:pt x="582819" y="21591"/>
                </a:lnTo>
                <a:lnTo>
                  <a:pt x="582366" y="21475"/>
                </a:lnTo>
                <a:lnTo>
                  <a:pt x="581908" y="21367"/>
                </a:lnTo>
                <a:lnTo>
                  <a:pt x="581445" y="21268"/>
                </a:lnTo>
                <a:lnTo>
                  <a:pt x="580975" y="21178"/>
                </a:lnTo>
                <a:lnTo>
                  <a:pt x="580500" y="21096"/>
                </a:lnTo>
                <a:lnTo>
                  <a:pt x="580020" y="21023"/>
                </a:lnTo>
                <a:lnTo>
                  <a:pt x="579534" y="20958"/>
                </a:lnTo>
                <a:lnTo>
                  <a:pt x="579042" y="20902"/>
                </a:lnTo>
                <a:lnTo>
                  <a:pt x="578545" y="20855"/>
                </a:lnTo>
                <a:lnTo>
                  <a:pt x="578042" y="20816"/>
                </a:lnTo>
                <a:lnTo>
                  <a:pt x="577534" y="20786"/>
                </a:lnTo>
                <a:lnTo>
                  <a:pt x="577020" y="20765"/>
                </a:lnTo>
                <a:lnTo>
                  <a:pt x="576501" y="20752"/>
                </a:lnTo>
                <a:lnTo>
                  <a:pt x="575975" y="20747"/>
                </a:lnTo>
                <a:lnTo>
                  <a:pt x="575443" y="20752"/>
                </a:lnTo>
                <a:lnTo>
                  <a:pt x="574916" y="20765"/>
                </a:lnTo>
                <a:lnTo>
                  <a:pt x="574395" y="20786"/>
                </a:lnTo>
                <a:lnTo>
                  <a:pt x="573880" y="20816"/>
                </a:lnTo>
                <a:lnTo>
                  <a:pt x="573370" y="20855"/>
                </a:lnTo>
                <a:lnTo>
                  <a:pt x="572866" y="20902"/>
                </a:lnTo>
                <a:lnTo>
                  <a:pt x="572368" y="20958"/>
                </a:lnTo>
                <a:lnTo>
                  <a:pt x="571875" y="21023"/>
                </a:lnTo>
                <a:lnTo>
                  <a:pt x="571389" y="21096"/>
                </a:lnTo>
                <a:lnTo>
                  <a:pt x="570908" y="21178"/>
                </a:lnTo>
                <a:lnTo>
                  <a:pt x="570432" y="21268"/>
                </a:lnTo>
                <a:lnTo>
                  <a:pt x="569963" y="21367"/>
                </a:lnTo>
                <a:lnTo>
                  <a:pt x="569499" y="21475"/>
                </a:lnTo>
                <a:lnTo>
                  <a:pt x="569041" y="21591"/>
                </a:lnTo>
                <a:lnTo>
                  <a:pt x="568589" y="21716"/>
                </a:lnTo>
                <a:lnTo>
                  <a:pt x="568142" y="21849"/>
                </a:lnTo>
                <a:lnTo>
                  <a:pt x="567701" y="21991"/>
                </a:lnTo>
                <a:lnTo>
                  <a:pt x="567266" y="22142"/>
                </a:lnTo>
                <a:lnTo>
                  <a:pt x="566837" y="22301"/>
                </a:lnTo>
                <a:lnTo>
                  <a:pt x="566413" y="22469"/>
                </a:lnTo>
                <a:lnTo>
                  <a:pt x="565995" y="22646"/>
                </a:lnTo>
                <a:lnTo>
                  <a:pt x="565583" y="22831"/>
                </a:lnTo>
                <a:lnTo>
                  <a:pt x="565177" y="23025"/>
                </a:lnTo>
                <a:lnTo>
                  <a:pt x="564776" y="23227"/>
                </a:lnTo>
                <a:lnTo>
                  <a:pt x="564382" y="23437"/>
                </a:lnTo>
                <a:lnTo>
                  <a:pt x="563995" y="23654"/>
                </a:lnTo>
                <a:lnTo>
                  <a:pt x="563616" y="23877"/>
                </a:lnTo>
                <a:lnTo>
                  <a:pt x="563245" y="24108"/>
                </a:lnTo>
                <a:lnTo>
                  <a:pt x="562880" y="24345"/>
                </a:lnTo>
                <a:lnTo>
                  <a:pt x="562524" y="24589"/>
                </a:lnTo>
                <a:lnTo>
                  <a:pt x="562175" y="24840"/>
                </a:lnTo>
                <a:lnTo>
                  <a:pt x="561833" y="25098"/>
                </a:lnTo>
                <a:lnTo>
                  <a:pt x="561499" y="25363"/>
                </a:lnTo>
                <a:lnTo>
                  <a:pt x="561172" y="25635"/>
                </a:lnTo>
                <a:lnTo>
                  <a:pt x="560853" y="25913"/>
                </a:lnTo>
                <a:lnTo>
                  <a:pt x="560541" y="26199"/>
                </a:lnTo>
                <a:lnTo>
                  <a:pt x="560237" y="26491"/>
                </a:lnTo>
                <a:lnTo>
                  <a:pt x="559940" y="26790"/>
                </a:lnTo>
                <a:lnTo>
                  <a:pt x="559651" y="27096"/>
                </a:lnTo>
                <a:lnTo>
                  <a:pt x="559369" y="27409"/>
                </a:lnTo>
                <a:lnTo>
                  <a:pt x="559095" y="27728"/>
                </a:lnTo>
                <a:lnTo>
                  <a:pt x="558829" y="28055"/>
                </a:lnTo>
                <a:lnTo>
                  <a:pt x="558569" y="28388"/>
                </a:lnTo>
                <a:lnTo>
                  <a:pt x="558317" y="28729"/>
                </a:lnTo>
                <a:lnTo>
                  <a:pt x="558073" y="29076"/>
                </a:lnTo>
                <a:lnTo>
                  <a:pt x="557836" y="29430"/>
                </a:lnTo>
                <a:lnTo>
                  <a:pt x="557607" y="29790"/>
                </a:lnTo>
                <a:lnTo>
                  <a:pt x="557385" y="30158"/>
                </a:lnTo>
                <a:lnTo>
                  <a:pt x="557172" y="30532"/>
                </a:lnTo>
                <a:lnTo>
                  <a:pt x="556968" y="30911"/>
                </a:lnTo>
                <a:lnTo>
                  <a:pt x="556772" y="31295"/>
                </a:lnTo>
                <a:lnTo>
                  <a:pt x="556586" y="31684"/>
                </a:lnTo>
                <a:lnTo>
                  <a:pt x="556409" y="32079"/>
                </a:lnTo>
                <a:lnTo>
                  <a:pt x="556241" y="32479"/>
                </a:lnTo>
                <a:lnTo>
                  <a:pt x="556082" y="32884"/>
                </a:lnTo>
                <a:lnTo>
                  <a:pt x="555932" y="33294"/>
                </a:lnTo>
                <a:lnTo>
                  <a:pt x="555792" y="33710"/>
                </a:lnTo>
                <a:lnTo>
                  <a:pt x="555660" y="34131"/>
                </a:lnTo>
                <a:lnTo>
                  <a:pt x="555537" y="34557"/>
                </a:lnTo>
                <a:lnTo>
                  <a:pt x="555424" y="34989"/>
                </a:lnTo>
                <a:lnTo>
                  <a:pt x="555319" y="35425"/>
                </a:lnTo>
                <a:lnTo>
                  <a:pt x="555224" y="35868"/>
                </a:lnTo>
                <a:lnTo>
                  <a:pt x="555138" y="36315"/>
                </a:lnTo>
                <a:lnTo>
                  <a:pt x="555061" y="36767"/>
                </a:lnTo>
                <a:lnTo>
                  <a:pt x="554992" y="37225"/>
                </a:lnTo>
                <a:lnTo>
                  <a:pt x="554933" y="37688"/>
                </a:lnTo>
                <a:lnTo>
                  <a:pt x="554884" y="38157"/>
                </a:lnTo>
                <a:lnTo>
                  <a:pt x="554843" y="38630"/>
                </a:lnTo>
                <a:lnTo>
                  <a:pt x="554811" y="39109"/>
                </a:lnTo>
                <a:lnTo>
                  <a:pt x="554788" y="39593"/>
                </a:lnTo>
                <a:lnTo>
                  <a:pt x="554775" y="40083"/>
                </a:lnTo>
                <a:lnTo>
                  <a:pt x="554770" y="40577"/>
                </a:lnTo>
                <a:lnTo>
                  <a:pt x="554770" y="53246"/>
                </a:lnTo>
                <a:lnTo>
                  <a:pt x="554775" y="53741"/>
                </a:lnTo>
                <a:lnTo>
                  <a:pt x="554788" y="54230"/>
                </a:lnTo>
                <a:lnTo>
                  <a:pt x="554811" y="54714"/>
                </a:lnTo>
                <a:lnTo>
                  <a:pt x="554843" y="55193"/>
                </a:lnTo>
                <a:lnTo>
                  <a:pt x="554884" y="55666"/>
                </a:lnTo>
                <a:lnTo>
                  <a:pt x="554933" y="56135"/>
                </a:lnTo>
                <a:lnTo>
                  <a:pt x="554992" y="56598"/>
                </a:lnTo>
                <a:lnTo>
                  <a:pt x="555061" y="57055"/>
                </a:lnTo>
                <a:lnTo>
                  <a:pt x="555138" y="57508"/>
                </a:lnTo>
                <a:lnTo>
                  <a:pt x="555224" y="57955"/>
                </a:lnTo>
                <a:lnTo>
                  <a:pt x="555319" y="58397"/>
                </a:lnTo>
                <a:lnTo>
                  <a:pt x="555424" y="58834"/>
                </a:lnTo>
                <a:lnTo>
                  <a:pt x="555537" y="59266"/>
                </a:lnTo>
                <a:lnTo>
                  <a:pt x="555660" y="59692"/>
                </a:lnTo>
                <a:lnTo>
                  <a:pt x="555792" y="60113"/>
                </a:lnTo>
                <a:lnTo>
                  <a:pt x="555932" y="60529"/>
                </a:lnTo>
                <a:lnTo>
                  <a:pt x="556082" y="60939"/>
                </a:lnTo>
                <a:lnTo>
                  <a:pt x="556241" y="61344"/>
                </a:lnTo>
                <a:lnTo>
                  <a:pt x="556409" y="61744"/>
                </a:lnTo>
                <a:lnTo>
                  <a:pt x="556586" y="62139"/>
                </a:lnTo>
                <a:lnTo>
                  <a:pt x="556772" y="62528"/>
                </a:lnTo>
                <a:lnTo>
                  <a:pt x="556968" y="62913"/>
                </a:lnTo>
                <a:lnTo>
                  <a:pt x="557172" y="63292"/>
                </a:lnTo>
                <a:lnTo>
                  <a:pt x="557385" y="63665"/>
                </a:lnTo>
                <a:lnTo>
                  <a:pt x="557607" y="64033"/>
                </a:lnTo>
                <a:lnTo>
                  <a:pt x="557836" y="64394"/>
                </a:lnTo>
                <a:lnTo>
                  <a:pt x="558073" y="64748"/>
                </a:lnTo>
                <a:lnTo>
                  <a:pt x="558317" y="65095"/>
                </a:lnTo>
                <a:lnTo>
                  <a:pt x="558569" y="65435"/>
                </a:lnTo>
                <a:lnTo>
                  <a:pt x="558829" y="65768"/>
                </a:lnTo>
                <a:lnTo>
                  <a:pt x="559095" y="66094"/>
                </a:lnTo>
                <a:lnTo>
                  <a:pt x="559369" y="66414"/>
                </a:lnTo>
                <a:lnTo>
                  <a:pt x="559651" y="66727"/>
                </a:lnTo>
                <a:lnTo>
                  <a:pt x="559940" y="67033"/>
                </a:lnTo>
                <a:lnTo>
                  <a:pt x="560237" y="67332"/>
                </a:lnTo>
                <a:lnTo>
                  <a:pt x="560541" y="67624"/>
                </a:lnTo>
                <a:lnTo>
                  <a:pt x="560853" y="67909"/>
                </a:lnTo>
                <a:lnTo>
                  <a:pt x="561172" y="68188"/>
                </a:lnTo>
                <a:lnTo>
                  <a:pt x="561499" y="68460"/>
                </a:lnTo>
                <a:lnTo>
                  <a:pt x="561833" y="68725"/>
                </a:lnTo>
                <a:lnTo>
                  <a:pt x="562175" y="68982"/>
                </a:lnTo>
                <a:lnTo>
                  <a:pt x="562524" y="69234"/>
                </a:lnTo>
                <a:lnTo>
                  <a:pt x="562880" y="69478"/>
                </a:lnTo>
                <a:lnTo>
                  <a:pt x="563245" y="69715"/>
                </a:lnTo>
                <a:lnTo>
                  <a:pt x="563616" y="69946"/>
                </a:lnTo>
                <a:lnTo>
                  <a:pt x="563995" y="70170"/>
                </a:lnTo>
                <a:lnTo>
                  <a:pt x="564382" y="70387"/>
                </a:lnTo>
                <a:lnTo>
                  <a:pt x="564776" y="70597"/>
                </a:lnTo>
                <a:lnTo>
                  <a:pt x="565177" y="70799"/>
                </a:lnTo>
                <a:lnTo>
                  <a:pt x="565583" y="70992"/>
                </a:lnTo>
                <a:lnTo>
                  <a:pt x="565995" y="71177"/>
                </a:lnTo>
                <a:lnTo>
                  <a:pt x="566413" y="71354"/>
                </a:lnTo>
                <a:lnTo>
                  <a:pt x="566837" y="71522"/>
                </a:lnTo>
                <a:lnTo>
                  <a:pt x="567266" y="71681"/>
                </a:lnTo>
                <a:lnTo>
                  <a:pt x="567701" y="71831"/>
                </a:lnTo>
                <a:lnTo>
                  <a:pt x="568142" y="71973"/>
                </a:lnTo>
                <a:lnTo>
                  <a:pt x="568589" y="72107"/>
                </a:lnTo>
                <a:lnTo>
                  <a:pt x="569041" y="72231"/>
                </a:lnTo>
                <a:lnTo>
                  <a:pt x="569499" y="72348"/>
                </a:lnTo>
                <a:lnTo>
                  <a:pt x="569963" y="72455"/>
                </a:lnTo>
                <a:lnTo>
                  <a:pt x="570432" y="72554"/>
                </a:lnTo>
                <a:lnTo>
                  <a:pt x="570908" y="72644"/>
                </a:lnTo>
                <a:lnTo>
                  <a:pt x="571389" y="72726"/>
                </a:lnTo>
                <a:lnTo>
                  <a:pt x="571875" y="72799"/>
                </a:lnTo>
                <a:lnTo>
                  <a:pt x="572368" y="72864"/>
                </a:lnTo>
                <a:lnTo>
                  <a:pt x="572866" y="72920"/>
                </a:lnTo>
                <a:lnTo>
                  <a:pt x="573370" y="72967"/>
                </a:lnTo>
                <a:lnTo>
                  <a:pt x="573880" y="73006"/>
                </a:lnTo>
                <a:lnTo>
                  <a:pt x="574395" y="73036"/>
                </a:lnTo>
                <a:lnTo>
                  <a:pt x="574916" y="73057"/>
                </a:lnTo>
                <a:lnTo>
                  <a:pt x="575443" y="73070"/>
                </a:lnTo>
                <a:lnTo>
                  <a:pt x="575975" y="73075"/>
                </a:lnTo>
                <a:lnTo>
                  <a:pt x="576645" y="73068"/>
                </a:lnTo>
                <a:lnTo>
                  <a:pt x="577305" y="73048"/>
                </a:lnTo>
                <a:lnTo>
                  <a:pt x="577957" y="73014"/>
                </a:lnTo>
                <a:lnTo>
                  <a:pt x="578601" y="72966"/>
                </a:lnTo>
                <a:lnTo>
                  <a:pt x="579236" y="72905"/>
                </a:lnTo>
                <a:close/>
                <a:moveTo>
                  <a:pt x="565881" y="40145"/>
                </a:moveTo>
                <a:lnTo>
                  <a:pt x="565895" y="39722"/>
                </a:lnTo>
                <a:lnTo>
                  <a:pt x="565917" y="39306"/>
                </a:lnTo>
                <a:lnTo>
                  <a:pt x="565948" y="38899"/>
                </a:lnTo>
                <a:lnTo>
                  <a:pt x="565989" y="38500"/>
                </a:lnTo>
                <a:lnTo>
                  <a:pt x="566038" y="38110"/>
                </a:lnTo>
                <a:lnTo>
                  <a:pt x="566096" y="37728"/>
                </a:lnTo>
                <a:lnTo>
                  <a:pt x="566163" y="37354"/>
                </a:lnTo>
                <a:lnTo>
                  <a:pt x="566239" y="36988"/>
                </a:lnTo>
                <a:lnTo>
                  <a:pt x="566323" y="36631"/>
                </a:lnTo>
                <a:lnTo>
                  <a:pt x="566417" y="36282"/>
                </a:lnTo>
                <a:lnTo>
                  <a:pt x="566520" y="35941"/>
                </a:lnTo>
                <a:lnTo>
                  <a:pt x="566631" y="35608"/>
                </a:lnTo>
                <a:lnTo>
                  <a:pt x="566752" y="35284"/>
                </a:lnTo>
                <a:lnTo>
                  <a:pt x="566881" y="34968"/>
                </a:lnTo>
                <a:lnTo>
                  <a:pt x="567019" y="34661"/>
                </a:lnTo>
                <a:lnTo>
                  <a:pt x="567167" y="34362"/>
                </a:lnTo>
                <a:lnTo>
                  <a:pt x="567323" y="34071"/>
                </a:lnTo>
                <a:lnTo>
                  <a:pt x="567488" y="33788"/>
                </a:lnTo>
                <a:lnTo>
                  <a:pt x="567662" y="33513"/>
                </a:lnTo>
                <a:lnTo>
                  <a:pt x="567845" y="33247"/>
                </a:lnTo>
                <a:lnTo>
                  <a:pt x="568037" y="32990"/>
                </a:lnTo>
                <a:lnTo>
                  <a:pt x="568238" y="32740"/>
                </a:lnTo>
                <a:lnTo>
                  <a:pt x="568448" y="32499"/>
                </a:lnTo>
                <a:lnTo>
                  <a:pt x="568666" y="32267"/>
                </a:lnTo>
                <a:lnTo>
                  <a:pt x="568893" y="32044"/>
                </a:lnTo>
                <a:lnTo>
                  <a:pt x="569127" y="31832"/>
                </a:lnTo>
                <a:lnTo>
                  <a:pt x="569371" y="31629"/>
                </a:lnTo>
                <a:lnTo>
                  <a:pt x="569622" y="31436"/>
                </a:lnTo>
                <a:lnTo>
                  <a:pt x="569882" y="31253"/>
                </a:lnTo>
                <a:lnTo>
                  <a:pt x="570150" y="31081"/>
                </a:lnTo>
                <a:lnTo>
                  <a:pt x="570426" y="30917"/>
                </a:lnTo>
                <a:lnTo>
                  <a:pt x="570711" y="30764"/>
                </a:lnTo>
                <a:lnTo>
                  <a:pt x="571004" y="30621"/>
                </a:lnTo>
                <a:lnTo>
                  <a:pt x="571305" y="30487"/>
                </a:lnTo>
                <a:lnTo>
                  <a:pt x="571615" y="30364"/>
                </a:lnTo>
                <a:lnTo>
                  <a:pt x="571933" y="30250"/>
                </a:lnTo>
                <a:lnTo>
                  <a:pt x="572259" y="30147"/>
                </a:lnTo>
                <a:lnTo>
                  <a:pt x="572593" y="30053"/>
                </a:lnTo>
                <a:lnTo>
                  <a:pt x="572936" y="29969"/>
                </a:lnTo>
                <a:lnTo>
                  <a:pt x="573287" y="29894"/>
                </a:lnTo>
                <a:lnTo>
                  <a:pt x="573646" y="29830"/>
                </a:lnTo>
                <a:lnTo>
                  <a:pt x="574013" y="29776"/>
                </a:lnTo>
                <a:lnTo>
                  <a:pt x="574389" y="29731"/>
                </a:lnTo>
                <a:lnTo>
                  <a:pt x="574773" y="29697"/>
                </a:lnTo>
                <a:lnTo>
                  <a:pt x="575166" y="29672"/>
                </a:lnTo>
                <a:lnTo>
                  <a:pt x="575566" y="29657"/>
                </a:lnTo>
                <a:lnTo>
                  <a:pt x="575975" y="29652"/>
                </a:lnTo>
                <a:lnTo>
                  <a:pt x="576384" y="29657"/>
                </a:lnTo>
                <a:lnTo>
                  <a:pt x="576784" y="29672"/>
                </a:lnTo>
                <a:lnTo>
                  <a:pt x="577176" y="29696"/>
                </a:lnTo>
                <a:lnTo>
                  <a:pt x="577559" y="29730"/>
                </a:lnTo>
                <a:lnTo>
                  <a:pt x="577933" y="29774"/>
                </a:lnTo>
                <a:lnTo>
                  <a:pt x="578299" y="29827"/>
                </a:lnTo>
                <a:lnTo>
                  <a:pt x="578656" y="29891"/>
                </a:lnTo>
                <a:lnTo>
                  <a:pt x="579005" y="29963"/>
                </a:lnTo>
                <a:lnTo>
                  <a:pt x="579345" y="30046"/>
                </a:lnTo>
                <a:lnTo>
                  <a:pt x="579676" y="30138"/>
                </a:lnTo>
                <a:lnTo>
                  <a:pt x="579999" y="30241"/>
                </a:lnTo>
                <a:lnTo>
                  <a:pt x="580313" y="30352"/>
                </a:lnTo>
                <a:lnTo>
                  <a:pt x="580619" y="30474"/>
                </a:lnTo>
                <a:lnTo>
                  <a:pt x="580915" y="30605"/>
                </a:lnTo>
                <a:lnTo>
                  <a:pt x="581204" y="30746"/>
                </a:lnTo>
                <a:lnTo>
                  <a:pt x="581483" y="30897"/>
                </a:lnTo>
                <a:lnTo>
                  <a:pt x="581755" y="31057"/>
                </a:lnTo>
                <a:lnTo>
                  <a:pt x="582017" y="31227"/>
                </a:lnTo>
                <a:lnTo>
                  <a:pt x="582271" y="31407"/>
                </a:lnTo>
                <a:lnTo>
                  <a:pt x="582516" y="31597"/>
                </a:lnTo>
                <a:lnTo>
                  <a:pt x="582753" y="31796"/>
                </a:lnTo>
                <a:lnTo>
                  <a:pt x="582981" y="32005"/>
                </a:lnTo>
                <a:lnTo>
                  <a:pt x="583200" y="32224"/>
                </a:lnTo>
                <a:lnTo>
                  <a:pt x="583411" y="32453"/>
                </a:lnTo>
                <a:lnTo>
                  <a:pt x="583613" y="32690"/>
                </a:lnTo>
                <a:lnTo>
                  <a:pt x="583807" y="32936"/>
                </a:lnTo>
                <a:lnTo>
                  <a:pt x="583992" y="33191"/>
                </a:lnTo>
                <a:lnTo>
                  <a:pt x="584169" y="33454"/>
                </a:lnTo>
                <a:lnTo>
                  <a:pt x="584336" y="33725"/>
                </a:lnTo>
                <a:lnTo>
                  <a:pt x="584496" y="34005"/>
                </a:lnTo>
                <a:lnTo>
                  <a:pt x="584646" y="34293"/>
                </a:lnTo>
                <a:lnTo>
                  <a:pt x="584788" y="34590"/>
                </a:lnTo>
                <a:lnTo>
                  <a:pt x="584922" y="34895"/>
                </a:lnTo>
                <a:lnTo>
                  <a:pt x="585047" y="35208"/>
                </a:lnTo>
                <a:lnTo>
                  <a:pt x="585163" y="35530"/>
                </a:lnTo>
                <a:lnTo>
                  <a:pt x="585271" y="35861"/>
                </a:lnTo>
                <a:lnTo>
                  <a:pt x="585370" y="36200"/>
                </a:lnTo>
                <a:lnTo>
                  <a:pt x="585460" y="36547"/>
                </a:lnTo>
                <a:lnTo>
                  <a:pt x="585542" y="36903"/>
                </a:lnTo>
                <a:lnTo>
                  <a:pt x="585615" y="37267"/>
                </a:lnTo>
                <a:lnTo>
                  <a:pt x="585679" y="37640"/>
                </a:lnTo>
                <a:lnTo>
                  <a:pt x="585735" y="38021"/>
                </a:lnTo>
                <a:lnTo>
                  <a:pt x="585783" y="38410"/>
                </a:lnTo>
                <a:lnTo>
                  <a:pt x="585822" y="38808"/>
                </a:lnTo>
                <a:lnTo>
                  <a:pt x="585852" y="39215"/>
                </a:lnTo>
                <a:lnTo>
                  <a:pt x="585873" y="39630"/>
                </a:lnTo>
                <a:lnTo>
                  <a:pt x="585886" y="40053"/>
                </a:lnTo>
                <a:lnTo>
                  <a:pt x="585890" y="40485"/>
                </a:lnTo>
                <a:lnTo>
                  <a:pt x="585890" y="42329"/>
                </a:lnTo>
                <a:lnTo>
                  <a:pt x="565877" y="42505"/>
                </a:lnTo>
                <a:lnTo>
                  <a:pt x="565877" y="40577"/>
                </a:lnTo>
                <a:lnTo>
                  <a:pt x="565881" y="40145"/>
                </a:lnTo>
                <a:close/>
                <a:moveTo>
                  <a:pt x="706694" y="37262"/>
                </a:moveTo>
                <a:lnTo>
                  <a:pt x="706666" y="36621"/>
                </a:lnTo>
                <a:lnTo>
                  <a:pt x="706620" y="35992"/>
                </a:lnTo>
                <a:lnTo>
                  <a:pt x="706555" y="35373"/>
                </a:lnTo>
                <a:lnTo>
                  <a:pt x="706471" y="34766"/>
                </a:lnTo>
                <a:lnTo>
                  <a:pt x="706368" y="34171"/>
                </a:lnTo>
                <a:lnTo>
                  <a:pt x="706247" y="33586"/>
                </a:lnTo>
                <a:lnTo>
                  <a:pt x="706107" y="33013"/>
                </a:lnTo>
                <a:lnTo>
                  <a:pt x="705948" y="32451"/>
                </a:lnTo>
                <a:lnTo>
                  <a:pt x="705771" y="31901"/>
                </a:lnTo>
                <a:lnTo>
                  <a:pt x="705575" y="31362"/>
                </a:lnTo>
                <a:lnTo>
                  <a:pt x="705361" y="30834"/>
                </a:lnTo>
                <a:lnTo>
                  <a:pt x="705128" y="30318"/>
                </a:lnTo>
                <a:lnTo>
                  <a:pt x="704876" y="29813"/>
                </a:lnTo>
                <a:lnTo>
                  <a:pt x="704606" y="29319"/>
                </a:lnTo>
                <a:lnTo>
                  <a:pt x="704317" y="28836"/>
                </a:lnTo>
                <a:lnTo>
                  <a:pt x="704009" y="28365"/>
                </a:lnTo>
                <a:lnTo>
                  <a:pt x="703683" y="27905"/>
                </a:lnTo>
                <a:lnTo>
                  <a:pt x="703338" y="27457"/>
                </a:lnTo>
                <a:lnTo>
                  <a:pt x="702974" y="27020"/>
                </a:lnTo>
                <a:lnTo>
                  <a:pt x="702592" y="26594"/>
                </a:lnTo>
                <a:lnTo>
                  <a:pt x="702191" y="26179"/>
                </a:lnTo>
                <a:lnTo>
                  <a:pt x="701771" y="25776"/>
                </a:lnTo>
                <a:lnTo>
                  <a:pt x="701333" y="25384"/>
                </a:lnTo>
                <a:lnTo>
                  <a:pt x="700879" y="25006"/>
                </a:lnTo>
                <a:lnTo>
                  <a:pt x="700411" y="24643"/>
                </a:lnTo>
                <a:lnTo>
                  <a:pt x="699930" y="24297"/>
                </a:lnTo>
                <a:lnTo>
                  <a:pt x="699435" y="23967"/>
                </a:lnTo>
                <a:lnTo>
                  <a:pt x="698926" y="23653"/>
                </a:lnTo>
                <a:lnTo>
                  <a:pt x="698404" y="23356"/>
                </a:lnTo>
                <a:lnTo>
                  <a:pt x="697869" y="23074"/>
                </a:lnTo>
                <a:lnTo>
                  <a:pt x="697320" y="22808"/>
                </a:lnTo>
                <a:lnTo>
                  <a:pt x="696757" y="22559"/>
                </a:lnTo>
                <a:lnTo>
                  <a:pt x="696181" y="22325"/>
                </a:lnTo>
                <a:lnTo>
                  <a:pt x="695591" y="22108"/>
                </a:lnTo>
                <a:lnTo>
                  <a:pt x="694988" y="21907"/>
                </a:lnTo>
                <a:lnTo>
                  <a:pt x="694371" y="21721"/>
                </a:lnTo>
                <a:lnTo>
                  <a:pt x="693741" y="21552"/>
                </a:lnTo>
                <a:lnTo>
                  <a:pt x="693097" y="21399"/>
                </a:lnTo>
                <a:lnTo>
                  <a:pt x="692439" y="21263"/>
                </a:lnTo>
                <a:lnTo>
                  <a:pt x="691768" y="21142"/>
                </a:lnTo>
                <a:lnTo>
                  <a:pt x="691084" y="21037"/>
                </a:lnTo>
                <a:lnTo>
                  <a:pt x="690386" y="20949"/>
                </a:lnTo>
                <a:lnTo>
                  <a:pt x="689674" y="20876"/>
                </a:lnTo>
                <a:lnTo>
                  <a:pt x="688949" y="20820"/>
                </a:lnTo>
                <a:lnTo>
                  <a:pt x="688210" y="20780"/>
                </a:lnTo>
                <a:lnTo>
                  <a:pt x="687458" y="20755"/>
                </a:lnTo>
                <a:lnTo>
                  <a:pt x="686692" y="20747"/>
                </a:lnTo>
                <a:lnTo>
                  <a:pt x="685970" y="20755"/>
                </a:lnTo>
                <a:lnTo>
                  <a:pt x="685260" y="20777"/>
                </a:lnTo>
                <a:lnTo>
                  <a:pt x="684560" y="20813"/>
                </a:lnTo>
                <a:lnTo>
                  <a:pt x="683871" y="20865"/>
                </a:lnTo>
                <a:lnTo>
                  <a:pt x="683193" y="20931"/>
                </a:lnTo>
                <a:lnTo>
                  <a:pt x="682526" y="21011"/>
                </a:lnTo>
                <a:lnTo>
                  <a:pt x="681870" y="21107"/>
                </a:lnTo>
                <a:lnTo>
                  <a:pt x="681224" y="21217"/>
                </a:lnTo>
                <a:lnTo>
                  <a:pt x="680590" y="21341"/>
                </a:lnTo>
                <a:lnTo>
                  <a:pt x="679966" y="21481"/>
                </a:lnTo>
                <a:lnTo>
                  <a:pt x="679353" y="21635"/>
                </a:lnTo>
                <a:lnTo>
                  <a:pt x="678751" y="21803"/>
                </a:lnTo>
                <a:lnTo>
                  <a:pt x="678159" y="21987"/>
                </a:lnTo>
                <a:lnTo>
                  <a:pt x="677579" y="22185"/>
                </a:lnTo>
                <a:lnTo>
                  <a:pt x="677009" y="22397"/>
                </a:lnTo>
                <a:lnTo>
                  <a:pt x="676450" y="22624"/>
                </a:lnTo>
                <a:lnTo>
                  <a:pt x="675902" y="22866"/>
                </a:lnTo>
                <a:lnTo>
                  <a:pt x="675365" y="23123"/>
                </a:lnTo>
                <a:lnTo>
                  <a:pt x="674839" y="23394"/>
                </a:lnTo>
                <a:lnTo>
                  <a:pt x="674323" y="23680"/>
                </a:lnTo>
                <a:lnTo>
                  <a:pt x="673819" y="23981"/>
                </a:lnTo>
                <a:lnTo>
                  <a:pt x="673325" y="24296"/>
                </a:lnTo>
                <a:lnTo>
                  <a:pt x="672842" y="24626"/>
                </a:lnTo>
                <a:lnTo>
                  <a:pt x="672370" y="24971"/>
                </a:lnTo>
                <a:lnTo>
                  <a:pt x="671911" y="25328"/>
                </a:lnTo>
                <a:lnTo>
                  <a:pt x="671470" y="25695"/>
                </a:lnTo>
                <a:lnTo>
                  <a:pt x="671044" y="26072"/>
                </a:lnTo>
                <a:lnTo>
                  <a:pt x="670636" y="26460"/>
                </a:lnTo>
                <a:lnTo>
                  <a:pt x="670244" y="26858"/>
                </a:lnTo>
                <a:lnTo>
                  <a:pt x="669868" y="27266"/>
                </a:lnTo>
                <a:lnTo>
                  <a:pt x="669509" y="27684"/>
                </a:lnTo>
                <a:lnTo>
                  <a:pt x="669167" y="28112"/>
                </a:lnTo>
                <a:lnTo>
                  <a:pt x="668841" y="28551"/>
                </a:lnTo>
                <a:lnTo>
                  <a:pt x="668532" y="28999"/>
                </a:lnTo>
                <a:lnTo>
                  <a:pt x="668239" y="29458"/>
                </a:lnTo>
                <a:lnTo>
                  <a:pt x="667963" y="29928"/>
                </a:lnTo>
                <a:lnTo>
                  <a:pt x="667703" y="30407"/>
                </a:lnTo>
                <a:lnTo>
                  <a:pt x="667460" y="30897"/>
                </a:lnTo>
                <a:lnTo>
                  <a:pt x="667234" y="31396"/>
                </a:lnTo>
                <a:lnTo>
                  <a:pt x="667024" y="31906"/>
                </a:lnTo>
                <a:lnTo>
                  <a:pt x="666831" y="32427"/>
                </a:lnTo>
                <a:lnTo>
                  <a:pt x="666655" y="32957"/>
                </a:lnTo>
                <a:lnTo>
                  <a:pt x="666495" y="33498"/>
                </a:lnTo>
                <a:lnTo>
                  <a:pt x="666351" y="34048"/>
                </a:lnTo>
                <a:lnTo>
                  <a:pt x="666224" y="34610"/>
                </a:lnTo>
                <a:lnTo>
                  <a:pt x="666114" y="35181"/>
                </a:lnTo>
                <a:lnTo>
                  <a:pt x="666020" y="35762"/>
                </a:lnTo>
                <a:lnTo>
                  <a:pt x="665943" y="36354"/>
                </a:lnTo>
                <a:lnTo>
                  <a:pt x="677144" y="36354"/>
                </a:lnTo>
                <a:lnTo>
                  <a:pt x="677185" y="36119"/>
                </a:lnTo>
                <a:lnTo>
                  <a:pt x="677234" y="35888"/>
                </a:lnTo>
                <a:lnTo>
                  <a:pt x="677290" y="35661"/>
                </a:lnTo>
                <a:lnTo>
                  <a:pt x="677353" y="35438"/>
                </a:lnTo>
                <a:lnTo>
                  <a:pt x="677422" y="35220"/>
                </a:lnTo>
                <a:lnTo>
                  <a:pt x="677499" y="35005"/>
                </a:lnTo>
                <a:lnTo>
                  <a:pt x="677583" y="34795"/>
                </a:lnTo>
                <a:lnTo>
                  <a:pt x="677674" y="34589"/>
                </a:lnTo>
                <a:lnTo>
                  <a:pt x="677771" y="34387"/>
                </a:lnTo>
                <a:lnTo>
                  <a:pt x="677876" y="34189"/>
                </a:lnTo>
                <a:lnTo>
                  <a:pt x="677988" y="33996"/>
                </a:lnTo>
                <a:lnTo>
                  <a:pt x="678107" y="33806"/>
                </a:lnTo>
                <a:lnTo>
                  <a:pt x="678233" y="33621"/>
                </a:lnTo>
                <a:lnTo>
                  <a:pt x="678366" y="33440"/>
                </a:lnTo>
                <a:lnTo>
                  <a:pt x="678505" y="33263"/>
                </a:lnTo>
                <a:lnTo>
                  <a:pt x="678652" y="33090"/>
                </a:lnTo>
                <a:lnTo>
                  <a:pt x="678806" y="32921"/>
                </a:lnTo>
                <a:lnTo>
                  <a:pt x="678967" y="32756"/>
                </a:lnTo>
                <a:lnTo>
                  <a:pt x="679135" y="32596"/>
                </a:lnTo>
                <a:lnTo>
                  <a:pt x="679310" y="32440"/>
                </a:lnTo>
                <a:lnTo>
                  <a:pt x="679492" y="32287"/>
                </a:lnTo>
                <a:lnTo>
                  <a:pt x="679681" y="32139"/>
                </a:lnTo>
                <a:lnTo>
                  <a:pt x="679877" y="31996"/>
                </a:lnTo>
                <a:lnTo>
                  <a:pt x="680080" y="31856"/>
                </a:lnTo>
                <a:lnTo>
                  <a:pt x="680289" y="31721"/>
                </a:lnTo>
                <a:lnTo>
                  <a:pt x="680502" y="31592"/>
                </a:lnTo>
                <a:lnTo>
                  <a:pt x="680720" y="31468"/>
                </a:lnTo>
                <a:lnTo>
                  <a:pt x="680942" y="31351"/>
                </a:lnTo>
                <a:lnTo>
                  <a:pt x="681169" y="31239"/>
                </a:lnTo>
                <a:lnTo>
                  <a:pt x="681400" y="31133"/>
                </a:lnTo>
                <a:lnTo>
                  <a:pt x="681636" y="31032"/>
                </a:lnTo>
                <a:lnTo>
                  <a:pt x="681876" y="30938"/>
                </a:lnTo>
                <a:lnTo>
                  <a:pt x="682120" y="30849"/>
                </a:lnTo>
                <a:lnTo>
                  <a:pt x="682369" y="30765"/>
                </a:lnTo>
                <a:lnTo>
                  <a:pt x="682623" y="30688"/>
                </a:lnTo>
                <a:lnTo>
                  <a:pt x="682880" y="30616"/>
                </a:lnTo>
                <a:lnTo>
                  <a:pt x="683143" y="30550"/>
                </a:lnTo>
                <a:lnTo>
                  <a:pt x="683410" y="30490"/>
                </a:lnTo>
                <a:lnTo>
                  <a:pt x="683681" y="30435"/>
                </a:lnTo>
                <a:lnTo>
                  <a:pt x="683957" y="30387"/>
                </a:lnTo>
                <a:lnTo>
                  <a:pt x="684237" y="30343"/>
                </a:lnTo>
                <a:lnTo>
                  <a:pt x="684522" y="30306"/>
                </a:lnTo>
                <a:lnTo>
                  <a:pt x="684811" y="30275"/>
                </a:lnTo>
                <a:lnTo>
                  <a:pt x="685104" y="30249"/>
                </a:lnTo>
                <a:lnTo>
                  <a:pt x="685402" y="30229"/>
                </a:lnTo>
                <a:lnTo>
                  <a:pt x="685705" y="30214"/>
                </a:lnTo>
                <a:lnTo>
                  <a:pt x="686012" y="30206"/>
                </a:lnTo>
                <a:lnTo>
                  <a:pt x="686323" y="30203"/>
                </a:lnTo>
                <a:lnTo>
                  <a:pt x="686665" y="30206"/>
                </a:lnTo>
                <a:lnTo>
                  <a:pt x="687000" y="30217"/>
                </a:lnTo>
                <a:lnTo>
                  <a:pt x="687329" y="30235"/>
                </a:lnTo>
                <a:lnTo>
                  <a:pt x="687652" y="30260"/>
                </a:lnTo>
                <a:lnTo>
                  <a:pt x="687969" y="30293"/>
                </a:lnTo>
                <a:lnTo>
                  <a:pt x="688280" y="30332"/>
                </a:lnTo>
                <a:lnTo>
                  <a:pt x="688585" y="30379"/>
                </a:lnTo>
                <a:lnTo>
                  <a:pt x="688884" y="30432"/>
                </a:lnTo>
                <a:lnTo>
                  <a:pt x="689177" y="30493"/>
                </a:lnTo>
                <a:lnTo>
                  <a:pt x="689464" y="30562"/>
                </a:lnTo>
                <a:lnTo>
                  <a:pt x="689744" y="30637"/>
                </a:lnTo>
                <a:lnTo>
                  <a:pt x="690019" y="30719"/>
                </a:lnTo>
                <a:lnTo>
                  <a:pt x="690288" y="30809"/>
                </a:lnTo>
                <a:lnTo>
                  <a:pt x="690550" y="30906"/>
                </a:lnTo>
                <a:lnTo>
                  <a:pt x="690806" y="31010"/>
                </a:lnTo>
                <a:lnTo>
                  <a:pt x="691057" y="31121"/>
                </a:lnTo>
                <a:lnTo>
                  <a:pt x="691301" y="31240"/>
                </a:lnTo>
                <a:lnTo>
                  <a:pt x="691539" y="31365"/>
                </a:lnTo>
                <a:lnTo>
                  <a:pt x="691771" y="31498"/>
                </a:lnTo>
                <a:lnTo>
                  <a:pt x="691998" y="31638"/>
                </a:lnTo>
                <a:lnTo>
                  <a:pt x="692218" y="31785"/>
                </a:lnTo>
                <a:lnTo>
                  <a:pt x="692432" y="31939"/>
                </a:lnTo>
                <a:lnTo>
                  <a:pt x="692639" y="32100"/>
                </a:lnTo>
                <a:lnTo>
                  <a:pt x="692841" y="32269"/>
                </a:lnTo>
                <a:lnTo>
                  <a:pt x="693036" y="32444"/>
                </a:lnTo>
                <a:lnTo>
                  <a:pt x="693223" y="32624"/>
                </a:lnTo>
                <a:lnTo>
                  <a:pt x="693401" y="32810"/>
                </a:lnTo>
                <a:lnTo>
                  <a:pt x="693571" y="33002"/>
                </a:lnTo>
                <a:lnTo>
                  <a:pt x="693732" y="33199"/>
                </a:lnTo>
                <a:lnTo>
                  <a:pt x="693886" y="33402"/>
                </a:lnTo>
                <a:lnTo>
                  <a:pt x="694031" y="33610"/>
                </a:lnTo>
                <a:lnTo>
                  <a:pt x="694167" y="33824"/>
                </a:lnTo>
                <a:lnTo>
                  <a:pt x="694296" y="34044"/>
                </a:lnTo>
                <a:lnTo>
                  <a:pt x="694416" y="34269"/>
                </a:lnTo>
                <a:lnTo>
                  <a:pt x="694528" y="34500"/>
                </a:lnTo>
                <a:lnTo>
                  <a:pt x="694632" y="34736"/>
                </a:lnTo>
                <a:lnTo>
                  <a:pt x="694727" y="34978"/>
                </a:lnTo>
                <a:lnTo>
                  <a:pt x="694814" y="35225"/>
                </a:lnTo>
                <a:lnTo>
                  <a:pt x="694893" y="35478"/>
                </a:lnTo>
                <a:lnTo>
                  <a:pt x="694963" y="35737"/>
                </a:lnTo>
                <a:lnTo>
                  <a:pt x="695025" y="36001"/>
                </a:lnTo>
                <a:lnTo>
                  <a:pt x="695079" y="36271"/>
                </a:lnTo>
                <a:lnTo>
                  <a:pt x="695125" y="36546"/>
                </a:lnTo>
                <a:lnTo>
                  <a:pt x="695162" y="36827"/>
                </a:lnTo>
                <a:lnTo>
                  <a:pt x="695191" y="37114"/>
                </a:lnTo>
                <a:lnTo>
                  <a:pt x="695212" y="37406"/>
                </a:lnTo>
                <a:lnTo>
                  <a:pt x="695224" y="37703"/>
                </a:lnTo>
                <a:lnTo>
                  <a:pt x="695228" y="38007"/>
                </a:lnTo>
                <a:lnTo>
                  <a:pt x="695228" y="42321"/>
                </a:lnTo>
                <a:lnTo>
                  <a:pt x="682652" y="42321"/>
                </a:lnTo>
                <a:lnTo>
                  <a:pt x="681902" y="42328"/>
                </a:lnTo>
                <a:lnTo>
                  <a:pt x="681166" y="42349"/>
                </a:lnTo>
                <a:lnTo>
                  <a:pt x="680444" y="42384"/>
                </a:lnTo>
                <a:lnTo>
                  <a:pt x="679737" y="42433"/>
                </a:lnTo>
                <a:lnTo>
                  <a:pt x="679044" y="42497"/>
                </a:lnTo>
                <a:lnTo>
                  <a:pt x="678366" y="42574"/>
                </a:lnTo>
                <a:lnTo>
                  <a:pt x="677702" y="42665"/>
                </a:lnTo>
                <a:lnTo>
                  <a:pt x="677052" y="42770"/>
                </a:lnTo>
                <a:lnTo>
                  <a:pt x="676416" y="42889"/>
                </a:lnTo>
                <a:lnTo>
                  <a:pt x="675795" y="43023"/>
                </a:lnTo>
                <a:lnTo>
                  <a:pt x="675189" y="43170"/>
                </a:lnTo>
                <a:lnTo>
                  <a:pt x="674596" y="43331"/>
                </a:lnTo>
                <a:lnTo>
                  <a:pt x="674018" y="43507"/>
                </a:lnTo>
                <a:lnTo>
                  <a:pt x="673454" y="43696"/>
                </a:lnTo>
                <a:lnTo>
                  <a:pt x="672905" y="43899"/>
                </a:lnTo>
                <a:lnTo>
                  <a:pt x="672370" y="44117"/>
                </a:lnTo>
                <a:lnTo>
                  <a:pt x="671849" y="44348"/>
                </a:lnTo>
                <a:lnTo>
                  <a:pt x="671343" y="44594"/>
                </a:lnTo>
                <a:lnTo>
                  <a:pt x="670851" y="44853"/>
                </a:lnTo>
                <a:lnTo>
                  <a:pt x="670373" y="45127"/>
                </a:lnTo>
                <a:lnTo>
                  <a:pt x="669910" y="45414"/>
                </a:lnTo>
                <a:lnTo>
                  <a:pt x="669461" y="45716"/>
                </a:lnTo>
                <a:lnTo>
                  <a:pt x="669026" y="46032"/>
                </a:lnTo>
                <a:lnTo>
                  <a:pt x="668606" y="46361"/>
                </a:lnTo>
                <a:lnTo>
                  <a:pt x="668201" y="46704"/>
                </a:lnTo>
                <a:lnTo>
                  <a:pt x="667814" y="47058"/>
                </a:lnTo>
                <a:lnTo>
                  <a:pt x="667444" y="47424"/>
                </a:lnTo>
                <a:lnTo>
                  <a:pt x="667091" y="47802"/>
                </a:lnTo>
                <a:lnTo>
                  <a:pt x="666755" y="48191"/>
                </a:lnTo>
                <a:lnTo>
                  <a:pt x="666437" y="48593"/>
                </a:lnTo>
                <a:lnTo>
                  <a:pt x="666136" y="49006"/>
                </a:lnTo>
                <a:lnTo>
                  <a:pt x="665852" y="49431"/>
                </a:lnTo>
                <a:lnTo>
                  <a:pt x="665585" y="49868"/>
                </a:lnTo>
                <a:lnTo>
                  <a:pt x="665335" y="50316"/>
                </a:lnTo>
                <a:lnTo>
                  <a:pt x="665103" y="50777"/>
                </a:lnTo>
                <a:lnTo>
                  <a:pt x="664888" y="51249"/>
                </a:lnTo>
                <a:lnTo>
                  <a:pt x="664690" y="51733"/>
                </a:lnTo>
                <a:lnTo>
                  <a:pt x="664509" y="52229"/>
                </a:lnTo>
                <a:lnTo>
                  <a:pt x="664346" y="52736"/>
                </a:lnTo>
                <a:lnTo>
                  <a:pt x="664199" y="53256"/>
                </a:lnTo>
                <a:lnTo>
                  <a:pt x="664070" y="53787"/>
                </a:lnTo>
                <a:lnTo>
                  <a:pt x="663958" y="54330"/>
                </a:lnTo>
                <a:lnTo>
                  <a:pt x="663864" y="54885"/>
                </a:lnTo>
                <a:lnTo>
                  <a:pt x="663786" y="55451"/>
                </a:lnTo>
                <a:lnTo>
                  <a:pt x="663726" y="56029"/>
                </a:lnTo>
                <a:lnTo>
                  <a:pt x="663683" y="56620"/>
                </a:lnTo>
                <a:lnTo>
                  <a:pt x="663657" y="57222"/>
                </a:lnTo>
                <a:lnTo>
                  <a:pt x="663648" y="57835"/>
                </a:lnTo>
                <a:lnTo>
                  <a:pt x="663656" y="58412"/>
                </a:lnTo>
                <a:lnTo>
                  <a:pt x="663680" y="58978"/>
                </a:lnTo>
                <a:lnTo>
                  <a:pt x="663719" y="59535"/>
                </a:lnTo>
                <a:lnTo>
                  <a:pt x="663773" y="60082"/>
                </a:lnTo>
                <a:lnTo>
                  <a:pt x="663844" y="60619"/>
                </a:lnTo>
                <a:lnTo>
                  <a:pt x="663930" y="61146"/>
                </a:lnTo>
                <a:lnTo>
                  <a:pt x="664031" y="61663"/>
                </a:lnTo>
                <a:lnTo>
                  <a:pt x="664148" y="62171"/>
                </a:lnTo>
                <a:lnTo>
                  <a:pt x="664281" y="62668"/>
                </a:lnTo>
                <a:lnTo>
                  <a:pt x="664429" y="63156"/>
                </a:lnTo>
                <a:lnTo>
                  <a:pt x="664593" y="63633"/>
                </a:lnTo>
                <a:lnTo>
                  <a:pt x="664773" y="64101"/>
                </a:lnTo>
                <a:lnTo>
                  <a:pt x="664968" y="64559"/>
                </a:lnTo>
                <a:lnTo>
                  <a:pt x="665179" y="65007"/>
                </a:lnTo>
                <a:lnTo>
                  <a:pt x="665405" y="65445"/>
                </a:lnTo>
                <a:lnTo>
                  <a:pt x="665648" y="65873"/>
                </a:lnTo>
                <a:lnTo>
                  <a:pt x="665905" y="66292"/>
                </a:lnTo>
                <a:lnTo>
                  <a:pt x="666179" y="66700"/>
                </a:lnTo>
                <a:lnTo>
                  <a:pt x="666467" y="67099"/>
                </a:lnTo>
                <a:lnTo>
                  <a:pt x="666772" y="67488"/>
                </a:lnTo>
                <a:lnTo>
                  <a:pt x="667092" y="67866"/>
                </a:lnTo>
                <a:lnTo>
                  <a:pt x="667428" y="68235"/>
                </a:lnTo>
                <a:lnTo>
                  <a:pt x="667779" y="68594"/>
                </a:lnTo>
                <a:lnTo>
                  <a:pt x="668146" y="68944"/>
                </a:lnTo>
                <a:lnTo>
                  <a:pt x="668527" y="69281"/>
                </a:lnTo>
                <a:lnTo>
                  <a:pt x="668919" y="69603"/>
                </a:lnTo>
                <a:lnTo>
                  <a:pt x="669323" y="69912"/>
                </a:lnTo>
                <a:lnTo>
                  <a:pt x="669738" y="70206"/>
                </a:lnTo>
                <a:lnTo>
                  <a:pt x="670165" y="70486"/>
                </a:lnTo>
                <a:lnTo>
                  <a:pt x="670603" y="70751"/>
                </a:lnTo>
                <a:lnTo>
                  <a:pt x="671052" y="71002"/>
                </a:lnTo>
                <a:lnTo>
                  <a:pt x="671513" y="71239"/>
                </a:lnTo>
                <a:lnTo>
                  <a:pt x="671985" y="71461"/>
                </a:lnTo>
                <a:lnTo>
                  <a:pt x="672469" y="71669"/>
                </a:lnTo>
                <a:lnTo>
                  <a:pt x="672965" y="71863"/>
                </a:lnTo>
                <a:lnTo>
                  <a:pt x="673472" y="72042"/>
                </a:lnTo>
                <a:lnTo>
                  <a:pt x="673990" y="72207"/>
                </a:lnTo>
                <a:lnTo>
                  <a:pt x="674520" y="72357"/>
                </a:lnTo>
                <a:lnTo>
                  <a:pt x="675061" y="72494"/>
                </a:lnTo>
                <a:lnTo>
                  <a:pt x="675614" y="72616"/>
                </a:lnTo>
                <a:lnTo>
                  <a:pt x="676178" y="72723"/>
                </a:lnTo>
                <a:lnTo>
                  <a:pt x="676754" y="72816"/>
                </a:lnTo>
                <a:lnTo>
                  <a:pt x="677341" y="72895"/>
                </a:lnTo>
                <a:lnTo>
                  <a:pt x="677939" y="72960"/>
                </a:lnTo>
                <a:lnTo>
                  <a:pt x="678549" y="73010"/>
                </a:lnTo>
                <a:lnTo>
                  <a:pt x="679171" y="73046"/>
                </a:lnTo>
                <a:lnTo>
                  <a:pt x="679804" y="73067"/>
                </a:lnTo>
                <a:lnTo>
                  <a:pt x="680448" y="73075"/>
                </a:lnTo>
                <a:lnTo>
                  <a:pt x="681017" y="73069"/>
                </a:lnTo>
                <a:lnTo>
                  <a:pt x="681577" y="73052"/>
                </a:lnTo>
                <a:lnTo>
                  <a:pt x="682127" y="73023"/>
                </a:lnTo>
                <a:lnTo>
                  <a:pt x="682667" y="72983"/>
                </a:lnTo>
                <a:lnTo>
                  <a:pt x="683198" y="72931"/>
                </a:lnTo>
                <a:lnTo>
                  <a:pt x="683719" y="72868"/>
                </a:lnTo>
                <a:lnTo>
                  <a:pt x="684230" y="72794"/>
                </a:lnTo>
                <a:lnTo>
                  <a:pt x="684732" y="72707"/>
                </a:lnTo>
                <a:lnTo>
                  <a:pt x="685225" y="72610"/>
                </a:lnTo>
                <a:lnTo>
                  <a:pt x="685708" y="72501"/>
                </a:lnTo>
                <a:lnTo>
                  <a:pt x="686181" y="72380"/>
                </a:lnTo>
                <a:lnTo>
                  <a:pt x="686645" y="72249"/>
                </a:lnTo>
                <a:lnTo>
                  <a:pt x="687099" y="72105"/>
                </a:lnTo>
                <a:lnTo>
                  <a:pt x="687544" y="71950"/>
                </a:lnTo>
                <a:lnTo>
                  <a:pt x="687979" y="71784"/>
                </a:lnTo>
                <a:lnTo>
                  <a:pt x="688404" y="71606"/>
                </a:lnTo>
                <a:lnTo>
                  <a:pt x="688820" y="71417"/>
                </a:lnTo>
                <a:lnTo>
                  <a:pt x="689227" y="71216"/>
                </a:lnTo>
                <a:lnTo>
                  <a:pt x="689624" y="71004"/>
                </a:lnTo>
                <a:lnTo>
                  <a:pt x="690011" y="70780"/>
                </a:lnTo>
                <a:lnTo>
                  <a:pt x="690389" y="70545"/>
                </a:lnTo>
                <a:lnTo>
                  <a:pt x="690757" y="70298"/>
                </a:lnTo>
                <a:lnTo>
                  <a:pt x="691115" y="70040"/>
                </a:lnTo>
                <a:lnTo>
                  <a:pt x="691464" y="69770"/>
                </a:lnTo>
                <a:lnTo>
                  <a:pt x="691801" y="69491"/>
                </a:lnTo>
                <a:lnTo>
                  <a:pt x="692124" y="69203"/>
                </a:lnTo>
                <a:lnTo>
                  <a:pt x="692433" y="68908"/>
                </a:lnTo>
                <a:lnTo>
                  <a:pt x="692727" y="68605"/>
                </a:lnTo>
                <a:lnTo>
                  <a:pt x="693007" y="68294"/>
                </a:lnTo>
                <a:lnTo>
                  <a:pt x="693272" y="67974"/>
                </a:lnTo>
                <a:lnTo>
                  <a:pt x="693523" y="67647"/>
                </a:lnTo>
                <a:lnTo>
                  <a:pt x="693760" y="67312"/>
                </a:lnTo>
                <a:lnTo>
                  <a:pt x="693982" y="66969"/>
                </a:lnTo>
                <a:lnTo>
                  <a:pt x="694191" y="66618"/>
                </a:lnTo>
                <a:lnTo>
                  <a:pt x="694384" y="66259"/>
                </a:lnTo>
                <a:lnTo>
                  <a:pt x="694564" y="65892"/>
                </a:lnTo>
                <a:lnTo>
                  <a:pt x="694729" y="65517"/>
                </a:lnTo>
                <a:lnTo>
                  <a:pt x="694879" y="65134"/>
                </a:lnTo>
                <a:lnTo>
                  <a:pt x="695016" y="64743"/>
                </a:lnTo>
                <a:lnTo>
                  <a:pt x="695138" y="64344"/>
                </a:lnTo>
                <a:lnTo>
                  <a:pt x="695245" y="63937"/>
                </a:lnTo>
                <a:lnTo>
                  <a:pt x="695338" y="63522"/>
                </a:lnTo>
                <a:lnTo>
                  <a:pt x="695371" y="63345"/>
                </a:lnTo>
                <a:lnTo>
                  <a:pt x="695597" y="63345"/>
                </a:lnTo>
                <a:lnTo>
                  <a:pt x="695597" y="72157"/>
                </a:lnTo>
                <a:lnTo>
                  <a:pt x="706704" y="72157"/>
                </a:lnTo>
                <a:lnTo>
                  <a:pt x="706704" y="37914"/>
                </a:lnTo>
                <a:lnTo>
                  <a:pt x="706694" y="37262"/>
                </a:lnTo>
                <a:close/>
                <a:moveTo>
                  <a:pt x="682530" y="64356"/>
                </a:moveTo>
                <a:lnTo>
                  <a:pt x="682212" y="64317"/>
                </a:lnTo>
                <a:lnTo>
                  <a:pt x="681901" y="64270"/>
                </a:lnTo>
                <a:lnTo>
                  <a:pt x="681596" y="64216"/>
                </a:lnTo>
                <a:lnTo>
                  <a:pt x="681296" y="64155"/>
                </a:lnTo>
                <a:lnTo>
                  <a:pt x="681004" y="64087"/>
                </a:lnTo>
                <a:lnTo>
                  <a:pt x="680717" y="64012"/>
                </a:lnTo>
                <a:lnTo>
                  <a:pt x="680436" y="63929"/>
                </a:lnTo>
                <a:lnTo>
                  <a:pt x="680162" y="63840"/>
                </a:lnTo>
                <a:lnTo>
                  <a:pt x="679894" y="63743"/>
                </a:lnTo>
                <a:lnTo>
                  <a:pt x="679632" y="63639"/>
                </a:lnTo>
                <a:lnTo>
                  <a:pt x="679377" y="63528"/>
                </a:lnTo>
                <a:lnTo>
                  <a:pt x="679127" y="63410"/>
                </a:lnTo>
                <a:lnTo>
                  <a:pt x="678884" y="63284"/>
                </a:lnTo>
                <a:lnTo>
                  <a:pt x="678647" y="63152"/>
                </a:lnTo>
                <a:lnTo>
                  <a:pt x="678416" y="63012"/>
                </a:lnTo>
                <a:lnTo>
                  <a:pt x="678192" y="62865"/>
                </a:lnTo>
                <a:lnTo>
                  <a:pt x="677974" y="62711"/>
                </a:lnTo>
                <a:lnTo>
                  <a:pt x="677762" y="62549"/>
                </a:lnTo>
                <a:lnTo>
                  <a:pt x="677556" y="62381"/>
                </a:lnTo>
                <a:lnTo>
                  <a:pt x="677357" y="62206"/>
                </a:lnTo>
                <a:lnTo>
                  <a:pt x="677167" y="62026"/>
                </a:lnTo>
                <a:lnTo>
                  <a:pt x="676986" y="61841"/>
                </a:lnTo>
                <a:lnTo>
                  <a:pt x="676813" y="61650"/>
                </a:lnTo>
                <a:lnTo>
                  <a:pt x="676648" y="61454"/>
                </a:lnTo>
                <a:lnTo>
                  <a:pt x="676492" y="61253"/>
                </a:lnTo>
                <a:lnTo>
                  <a:pt x="676344" y="61047"/>
                </a:lnTo>
                <a:lnTo>
                  <a:pt x="676205" y="60835"/>
                </a:lnTo>
                <a:lnTo>
                  <a:pt x="676074" y="60618"/>
                </a:lnTo>
                <a:lnTo>
                  <a:pt x="675951" y="60396"/>
                </a:lnTo>
                <a:lnTo>
                  <a:pt x="675837" y="60169"/>
                </a:lnTo>
                <a:lnTo>
                  <a:pt x="675732" y="59936"/>
                </a:lnTo>
                <a:lnTo>
                  <a:pt x="675635" y="59698"/>
                </a:lnTo>
                <a:lnTo>
                  <a:pt x="675546" y="59455"/>
                </a:lnTo>
                <a:lnTo>
                  <a:pt x="675466" y="59207"/>
                </a:lnTo>
                <a:lnTo>
                  <a:pt x="675394" y="58953"/>
                </a:lnTo>
                <a:lnTo>
                  <a:pt x="675331" y="58694"/>
                </a:lnTo>
                <a:lnTo>
                  <a:pt x="675276" y="58430"/>
                </a:lnTo>
                <a:lnTo>
                  <a:pt x="675229" y="58160"/>
                </a:lnTo>
                <a:lnTo>
                  <a:pt x="675191" y="57886"/>
                </a:lnTo>
                <a:lnTo>
                  <a:pt x="675162" y="57606"/>
                </a:lnTo>
                <a:lnTo>
                  <a:pt x="675141" y="57320"/>
                </a:lnTo>
                <a:lnTo>
                  <a:pt x="675128" y="57030"/>
                </a:lnTo>
                <a:lnTo>
                  <a:pt x="675124" y="56734"/>
                </a:lnTo>
                <a:lnTo>
                  <a:pt x="675128" y="56461"/>
                </a:lnTo>
                <a:lnTo>
                  <a:pt x="675139" y="56192"/>
                </a:lnTo>
                <a:lnTo>
                  <a:pt x="675157" y="55928"/>
                </a:lnTo>
                <a:lnTo>
                  <a:pt x="675182" y="55668"/>
                </a:lnTo>
                <a:lnTo>
                  <a:pt x="675215" y="55413"/>
                </a:lnTo>
                <a:lnTo>
                  <a:pt x="675256" y="55162"/>
                </a:lnTo>
                <a:lnTo>
                  <a:pt x="675303" y="54916"/>
                </a:lnTo>
                <a:lnTo>
                  <a:pt x="675358" y="54674"/>
                </a:lnTo>
                <a:lnTo>
                  <a:pt x="675421" y="54436"/>
                </a:lnTo>
                <a:lnTo>
                  <a:pt x="675490" y="54203"/>
                </a:lnTo>
                <a:lnTo>
                  <a:pt x="675567" y="53975"/>
                </a:lnTo>
                <a:lnTo>
                  <a:pt x="675652" y="53751"/>
                </a:lnTo>
                <a:lnTo>
                  <a:pt x="675743" y="53531"/>
                </a:lnTo>
                <a:lnTo>
                  <a:pt x="675842" y="53316"/>
                </a:lnTo>
                <a:lnTo>
                  <a:pt x="675948" y="53105"/>
                </a:lnTo>
                <a:lnTo>
                  <a:pt x="676062" y="52899"/>
                </a:lnTo>
                <a:lnTo>
                  <a:pt x="676183" y="52697"/>
                </a:lnTo>
                <a:lnTo>
                  <a:pt x="676311" y="52500"/>
                </a:lnTo>
                <a:lnTo>
                  <a:pt x="676447" y="52307"/>
                </a:lnTo>
                <a:lnTo>
                  <a:pt x="676590" y="52119"/>
                </a:lnTo>
                <a:lnTo>
                  <a:pt x="676740" y="51935"/>
                </a:lnTo>
                <a:lnTo>
                  <a:pt x="676898" y="51755"/>
                </a:lnTo>
                <a:lnTo>
                  <a:pt x="677063" y="51580"/>
                </a:lnTo>
                <a:lnTo>
                  <a:pt x="677235" y="51410"/>
                </a:lnTo>
                <a:lnTo>
                  <a:pt x="677413" y="51245"/>
                </a:lnTo>
                <a:lnTo>
                  <a:pt x="677596" y="51087"/>
                </a:lnTo>
                <a:lnTo>
                  <a:pt x="677784" y="50936"/>
                </a:lnTo>
                <a:lnTo>
                  <a:pt x="677977" y="50793"/>
                </a:lnTo>
                <a:lnTo>
                  <a:pt x="678175" y="50656"/>
                </a:lnTo>
                <a:lnTo>
                  <a:pt x="678377" y="50526"/>
                </a:lnTo>
                <a:lnTo>
                  <a:pt x="678584" y="50403"/>
                </a:lnTo>
                <a:lnTo>
                  <a:pt x="678796" y="50288"/>
                </a:lnTo>
                <a:lnTo>
                  <a:pt x="679013" y="50179"/>
                </a:lnTo>
                <a:lnTo>
                  <a:pt x="679234" y="50077"/>
                </a:lnTo>
                <a:lnTo>
                  <a:pt x="679460" y="49982"/>
                </a:lnTo>
                <a:lnTo>
                  <a:pt x="679691" y="49895"/>
                </a:lnTo>
                <a:lnTo>
                  <a:pt x="679927" y="49814"/>
                </a:lnTo>
                <a:lnTo>
                  <a:pt x="680167" y="49740"/>
                </a:lnTo>
                <a:lnTo>
                  <a:pt x="680413" y="49674"/>
                </a:lnTo>
                <a:lnTo>
                  <a:pt x="680663" y="49614"/>
                </a:lnTo>
                <a:lnTo>
                  <a:pt x="680918" y="49562"/>
                </a:lnTo>
                <a:lnTo>
                  <a:pt x="681177" y="49516"/>
                </a:lnTo>
                <a:lnTo>
                  <a:pt x="681442" y="49477"/>
                </a:lnTo>
                <a:lnTo>
                  <a:pt x="681711" y="49446"/>
                </a:lnTo>
                <a:lnTo>
                  <a:pt x="681985" y="49421"/>
                </a:lnTo>
                <a:lnTo>
                  <a:pt x="682264" y="49404"/>
                </a:lnTo>
                <a:lnTo>
                  <a:pt x="682547" y="49393"/>
                </a:lnTo>
                <a:lnTo>
                  <a:pt x="682835" y="49390"/>
                </a:lnTo>
                <a:lnTo>
                  <a:pt x="695228" y="49390"/>
                </a:lnTo>
                <a:lnTo>
                  <a:pt x="695228" y="55541"/>
                </a:lnTo>
                <a:lnTo>
                  <a:pt x="695223" y="55867"/>
                </a:lnTo>
                <a:lnTo>
                  <a:pt x="695207" y="56188"/>
                </a:lnTo>
                <a:lnTo>
                  <a:pt x="695180" y="56505"/>
                </a:lnTo>
                <a:lnTo>
                  <a:pt x="695143" y="56816"/>
                </a:lnTo>
                <a:lnTo>
                  <a:pt x="695095" y="57122"/>
                </a:lnTo>
                <a:lnTo>
                  <a:pt x="695036" y="57423"/>
                </a:lnTo>
                <a:lnTo>
                  <a:pt x="694967" y="57719"/>
                </a:lnTo>
                <a:lnTo>
                  <a:pt x="694886" y="58009"/>
                </a:lnTo>
                <a:lnTo>
                  <a:pt x="694796" y="58295"/>
                </a:lnTo>
                <a:lnTo>
                  <a:pt x="694694" y="58575"/>
                </a:lnTo>
                <a:lnTo>
                  <a:pt x="694582" y="58851"/>
                </a:lnTo>
                <a:lnTo>
                  <a:pt x="694459" y="59121"/>
                </a:lnTo>
                <a:lnTo>
                  <a:pt x="694326" y="59386"/>
                </a:lnTo>
                <a:lnTo>
                  <a:pt x="694182" y="59647"/>
                </a:lnTo>
                <a:lnTo>
                  <a:pt x="694027" y="59902"/>
                </a:lnTo>
                <a:lnTo>
                  <a:pt x="693861" y="60152"/>
                </a:lnTo>
                <a:lnTo>
                  <a:pt x="693685" y="60396"/>
                </a:lnTo>
                <a:lnTo>
                  <a:pt x="693498" y="60636"/>
                </a:lnTo>
                <a:lnTo>
                  <a:pt x="693300" y="60871"/>
                </a:lnTo>
                <a:lnTo>
                  <a:pt x="693092" y="61100"/>
                </a:lnTo>
                <a:lnTo>
                  <a:pt x="692873" y="61325"/>
                </a:lnTo>
                <a:lnTo>
                  <a:pt x="692643" y="61544"/>
                </a:lnTo>
                <a:lnTo>
                  <a:pt x="692403" y="61758"/>
                </a:lnTo>
                <a:lnTo>
                  <a:pt x="692152" y="61968"/>
                </a:lnTo>
                <a:lnTo>
                  <a:pt x="691893" y="62170"/>
                </a:lnTo>
                <a:lnTo>
                  <a:pt x="691627" y="62363"/>
                </a:lnTo>
                <a:lnTo>
                  <a:pt x="691355" y="62548"/>
                </a:lnTo>
                <a:lnTo>
                  <a:pt x="691077" y="62725"/>
                </a:lnTo>
                <a:lnTo>
                  <a:pt x="690793" y="62893"/>
                </a:lnTo>
                <a:lnTo>
                  <a:pt x="690503" y="63052"/>
                </a:lnTo>
                <a:lnTo>
                  <a:pt x="690206" y="63202"/>
                </a:lnTo>
                <a:lnTo>
                  <a:pt x="689903" y="63344"/>
                </a:lnTo>
                <a:lnTo>
                  <a:pt x="689594" y="63478"/>
                </a:lnTo>
                <a:lnTo>
                  <a:pt x="689279" y="63602"/>
                </a:lnTo>
                <a:lnTo>
                  <a:pt x="688957" y="63719"/>
                </a:lnTo>
                <a:lnTo>
                  <a:pt x="688630" y="63826"/>
                </a:lnTo>
                <a:lnTo>
                  <a:pt x="688296" y="63925"/>
                </a:lnTo>
                <a:lnTo>
                  <a:pt x="687956" y="64015"/>
                </a:lnTo>
                <a:lnTo>
                  <a:pt x="687609" y="64097"/>
                </a:lnTo>
                <a:lnTo>
                  <a:pt x="687257" y="64170"/>
                </a:lnTo>
                <a:lnTo>
                  <a:pt x="686898" y="64235"/>
                </a:lnTo>
                <a:lnTo>
                  <a:pt x="686533" y="64291"/>
                </a:lnTo>
                <a:lnTo>
                  <a:pt x="686162" y="64338"/>
                </a:lnTo>
                <a:lnTo>
                  <a:pt x="685784" y="64377"/>
                </a:lnTo>
                <a:lnTo>
                  <a:pt x="685401" y="64407"/>
                </a:lnTo>
                <a:lnTo>
                  <a:pt x="685011" y="64428"/>
                </a:lnTo>
                <a:lnTo>
                  <a:pt x="684615" y="64441"/>
                </a:lnTo>
                <a:lnTo>
                  <a:pt x="684212" y="64446"/>
                </a:lnTo>
                <a:lnTo>
                  <a:pt x="683863" y="64442"/>
                </a:lnTo>
                <a:lnTo>
                  <a:pt x="683521" y="64431"/>
                </a:lnTo>
                <a:lnTo>
                  <a:pt x="683184" y="64413"/>
                </a:lnTo>
                <a:lnTo>
                  <a:pt x="682854" y="64388"/>
                </a:lnTo>
                <a:lnTo>
                  <a:pt x="682530" y="64356"/>
                </a:lnTo>
                <a:close/>
                <a:moveTo>
                  <a:pt x="799565" y="72905"/>
                </a:moveTo>
                <a:lnTo>
                  <a:pt x="800191" y="72831"/>
                </a:lnTo>
                <a:lnTo>
                  <a:pt x="800810" y="72743"/>
                </a:lnTo>
                <a:lnTo>
                  <a:pt x="801420" y="72641"/>
                </a:lnTo>
                <a:lnTo>
                  <a:pt x="802021" y="72526"/>
                </a:lnTo>
                <a:lnTo>
                  <a:pt x="802614" y="72397"/>
                </a:lnTo>
                <a:lnTo>
                  <a:pt x="803199" y="72255"/>
                </a:lnTo>
                <a:lnTo>
                  <a:pt x="803775" y="72099"/>
                </a:lnTo>
                <a:lnTo>
                  <a:pt x="804342" y="71930"/>
                </a:lnTo>
                <a:lnTo>
                  <a:pt x="804902" y="71747"/>
                </a:lnTo>
                <a:lnTo>
                  <a:pt x="805452" y="71551"/>
                </a:lnTo>
                <a:lnTo>
                  <a:pt x="805995" y="71341"/>
                </a:lnTo>
                <a:lnTo>
                  <a:pt x="806529" y="71117"/>
                </a:lnTo>
                <a:lnTo>
                  <a:pt x="807054" y="70880"/>
                </a:lnTo>
                <a:lnTo>
                  <a:pt x="807571" y="70630"/>
                </a:lnTo>
                <a:lnTo>
                  <a:pt x="808079" y="70365"/>
                </a:lnTo>
                <a:lnTo>
                  <a:pt x="808579" y="70088"/>
                </a:lnTo>
                <a:lnTo>
                  <a:pt x="809071" y="69797"/>
                </a:lnTo>
                <a:lnTo>
                  <a:pt x="809554" y="69492"/>
                </a:lnTo>
                <a:lnTo>
                  <a:pt x="810029" y="69173"/>
                </a:lnTo>
                <a:lnTo>
                  <a:pt x="810492" y="68844"/>
                </a:lnTo>
                <a:lnTo>
                  <a:pt x="810939" y="68505"/>
                </a:lnTo>
                <a:lnTo>
                  <a:pt x="811372" y="68157"/>
                </a:lnTo>
                <a:lnTo>
                  <a:pt x="811789" y="67800"/>
                </a:lnTo>
                <a:lnTo>
                  <a:pt x="812192" y="67434"/>
                </a:lnTo>
                <a:lnTo>
                  <a:pt x="812579" y="67059"/>
                </a:lnTo>
                <a:lnTo>
                  <a:pt x="812951" y="66675"/>
                </a:lnTo>
                <a:lnTo>
                  <a:pt x="813308" y="66282"/>
                </a:lnTo>
                <a:lnTo>
                  <a:pt x="813650" y="65879"/>
                </a:lnTo>
                <a:lnTo>
                  <a:pt x="813976" y="65468"/>
                </a:lnTo>
                <a:lnTo>
                  <a:pt x="814288" y="65048"/>
                </a:lnTo>
                <a:lnTo>
                  <a:pt x="814584" y="64618"/>
                </a:lnTo>
                <a:lnTo>
                  <a:pt x="814865" y="64179"/>
                </a:lnTo>
                <a:lnTo>
                  <a:pt x="815131" y="63732"/>
                </a:lnTo>
                <a:lnTo>
                  <a:pt x="815382" y="63275"/>
                </a:lnTo>
                <a:lnTo>
                  <a:pt x="815618" y="62809"/>
                </a:lnTo>
                <a:lnTo>
                  <a:pt x="815839" y="62334"/>
                </a:lnTo>
                <a:lnTo>
                  <a:pt x="816044" y="61850"/>
                </a:lnTo>
                <a:lnTo>
                  <a:pt x="816235" y="61356"/>
                </a:lnTo>
                <a:lnTo>
                  <a:pt x="816410" y="60854"/>
                </a:lnTo>
                <a:lnTo>
                  <a:pt x="816570" y="60343"/>
                </a:lnTo>
                <a:lnTo>
                  <a:pt x="816715" y="59822"/>
                </a:lnTo>
                <a:lnTo>
                  <a:pt x="816845" y="59293"/>
                </a:lnTo>
                <a:lnTo>
                  <a:pt x="816960" y="58754"/>
                </a:lnTo>
                <a:lnTo>
                  <a:pt x="805668" y="58754"/>
                </a:lnTo>
                <a:lnTo>
                  <a:pt x="805611" y="58966"/>
                </a:lnTo>
                <a:lnTo>
                  <a:pt x="805549" y="59174"/>
                </a:lnTo>
                <a:lnTo>
                  <a:pt x="805480" y="59377"/>
                </a:lnTo>
                <a:lnTo>
                  <a:pt x="805405" y="59577"/>
                </a:lnTo>
                <a:lnTo>
                  <a:pt x="805324" y="59771"/>
                </a:lnTo>
                <a:lnTo>
                  <a:pt x="805238" y="59962"/>
                </a:lnTo>
                <a:lnTo>
                  <a:pt x="805145" y="60148"/>
                </a:lnTo>
                <a:lnTo>
                  <a:pt x="805046" y="60330"/>
                </a:lnTo>
                <a:lnTo>
                  <a:pt x="804941" y="60508"/>
                </a:lnTo>
                <a:lnTo>
                  <a:pt x="804829" y="60681"/>
                </a:lnTo>
                <a:lnTo>
                  <a:pt x="804712" y="60850"/>
                </a:lnTo>
                <a:lnTo>
                  <a:pt x="804589" y="61015"/>
                </a:lnTo>
                <a:lnTo>
                  <a:pt x="804460" y="61175"/>
                </a:lnTo>
                <a:lnTo>
                  <a:pt x="804324" y="61331"/>
                </a:lnTo>
                <a:lnTo>
                  <a:pt x="804183" y="61483"/>
                </a:lnTo>
                <a:lnTo>
                  <a:pt x="804036" y="61630"/>
                </a:lnTo>
                <a:lnTo>
                  <a:pt x="803882" y="61774"/>
                </a:lnTo>
                <a:lnTo>
                  <a:pt x="803723" y="61913"/>
                </a:lnTo>
                <a:lnTo>
                  <a:pt x="803557" y="62047"/>
                </a:lnTo>
                <a:lnTo>
                  <a:pt x="803385" y="62177"/>
                </a:lnTo>
                <a:lnTo>
                  <a:pt x="803208" y="62303"/>
                </a:lnTo>
                <a:lnTo>
                  <a:pt x="803024" y="62425"/>
                </a:lnTo>
                <a:lnTo>
                  <a:pt x="802834" y="62542"/>
                </a:lnTo>
                <a:lnTo>
                  <a:pt x="802638" y="62655"/>
                </a:lnTo>
                <a:lnTo>
                  <a:pt x="802437" y="62764"/>
                </a:lnTo>
                <a:lnTo>
                  <a:pt x="802230" y="62868"/>
                </a:lnTo>
                <a:lnTo>
                  <a:pt x="802018" y="62967"/>
                </a:lnTo>
                <a:lnTo>
                  <a:pt x="801802" y="63062"/>
                </a:lnTo>
                <a:lnTo>
                  <a:pt x="801580" y="63152"/>
                </a:lnTo>
                <a:lnTo>
                  <a:pt x="801353" y="63238"/>
                </a:lnTo>
                <a:lnTo>
                  <a:pt x="801121" y="63318"/>
                </a:lnTo>
                <a:lnTo>
                  <a:pt x="800884" y="63395"/>
                </a:lnTo>
                <a:lnTo>
                  <a:pt x="800641" y="63466"/>
                </a:lnTo>
                <a:lnTo>
                  <a:pt x="800394" y="63533"/>
                </a:lnTo>
                <a:lnTo>
                  <a:pt x="800142" y="63596"/>
                </a:lnTo>
                <a:lnTo>
                  <a:pt x="799884" y="63654"/>
                </a:lnTo>
                <a:lnTo>
                  <a:pt x="799621" y="63707"/>
                </a:lnTo>
                <a:lnTo>
                  <a:pt x="799354" y="63755"/>
                </a:lnTo>
                <a:lnTo>
                  <a:pt x="799081" y="63799"/>
                </a:lnTo>
                <a:lnTo>
                  <a:pt x="798803" y="63838"/>
                </a:lnTo>
                <a:lnTo>
                  <a:pt x="798520" y="63873"/>
                </a:lnTo>
                <a:lnTo>
                  <a:pt x="798232" y="63903"/>
                </a:lnTo>
                <a:lnTo>
                  <a:pt x="797939" y="63928"/>
                </a:lnTo>
                <a:lnTo>
                  <a:pt x="797640" y="63949"/>
                </a:lnTo>
                <a:lnTo>
                  <a:pt x="797337" y="63965"/>
                </a:lnTo>
                <a:lnTo>
                  <a:pt x="797028" y="63977"/>
                </a:lnTo>
                <a:lnTo>
                  <a:pt x="796715" y="63984"/>
                </a:lnTo>
                <a:lnTo>
                  <a:pt x="796396" y="63986"/>
                </a:lnTo>
                <a:lnTo>
                  <a:pt x="795980" y="63981"/>
                </a:lnTo>
                <a:lnTo>
                  <a:pt x="795572" y="63967"/>
                </a:lnTo>
                <a:lnTo>
                  <a:pt x="795172" y="63944"/>
                </a:lnTo>
                <a:lnTo>
                  <a:pt x="794782" y="63911"/>
                </a:lnTo>
                <a:lnTo>
                  <a:pt x="794400" y="63869"/>
                </a:lnTo>
                <a:lnTo>
                  <a:pt x="794026" y="63817"/>
                </a:lnTo>
                <a:lnTo>
                  <a:pt x="793661" y="63756"/>
                </a:lnTo>
                <a:lnTo>
                  <a:pt x="793305" y="63685"/>
                </a:lnTo>
                <a:lnTo>
                  <a:pt x="792957" y="63605"/>
                </a:lnTo>
                <a:lnTo>
                  <a:pt x="792618" y="63516"/>
                </a:lnTo>
                <a:lnTo>
                  <a:pt x="792288" y="63417"/>
                </a:lnTo>
                <a:lnTo>
                  <a:pt x="791966" y="63309"/>
                </a:lnTo>
                <a:lnTo>
                  <a:pt x="791653" y="63192"/>
                </a:lnTo>
                <a:lnTo>
                  <a:pt x="791348" y="63065"/>
                </a:lnTo>
                <a:lnTo>
                  <a:pt x="791052" y="62928"/>
                </a:lnTo>
                <a:lnTo>
                  <a:pt x="790765" y="62783"/>
                </a:lnTo>
                <a:lnTo>
                  <a:pt x="790486" y="62628"/>
                </a:lnTo>
                <a:lnTo>
                  <a:pt x="790216" y="62463"/>
                </a:lnTo>
                <a:lnTo>
                  <a:pt x="789954" y="62289"/>
                </a:lnTo>
                <a:lnTo>
                  <a:pt x="789701" y="62106"/>
                </a:lnTo>
                <a:lnTo>
                  <a:pt x="789457" y="61913"/>
                </a:lnTo>
                <a:lnTo>
                  <a:pt x="789221" y="61711"/>
                </a:lnTo>
                <a:lnTo>
                  <a:pt x="788994" y="61499"/>
                </a:lnTo>
                <a:lnTo>
                  <a:pt x="788776" y="61278"/>
                </a:lnTo>
                <a:lnTo>
                  <a:pt x="788566" y="61048"/>
                </a:lnTo>
                <a:lnTo>
                  <a:pt x="788365" y="60809"/>
                </a:lnTo>
                <a:lnTo>
                  <a:pt x="788173" y="60561"/>
                </a:lnTo>
                <a:lnTo>
                  <a:pt x="787990" y="60303"/>
                </a:lnTo>
                <a:lnTo>
                  <a:pt x="787816" y="60037"/>
                </a:lnTo>
                <a:lnTo>
                  <a:pt x="787651" y="59761"/>
                </a:lnTo>
                <a:lnTo>
                  <a:pt x="787495" y="59476"/>
                </a:lnTo>
                <a:lnTo>
                  <a:pt x="787348" y="59183"/>
                </a:lnTo>
                <a:lnTo>
                  <a:pt x="787209" y="58880"/>
                </a:lnTo>
                <a:lnTo>
                  <a:pt x="787080" y="58568"/>
                </a:lnTo>
                <a:lnTo>
                  <a:pt x="786959" y="58247"/>
                </a:lnTo>
                <a:lnTo>
                  <a:pt x="786848" y="57916"/>
                </a:lnTo>
                <a:lnTo>
                  <a:pt x="786745" y="57577"/>
                </a:lnTo>
                <a:lnTo>
                  <a:pt x="786651" y="57229"/>
                </a:lnTo>
                <a:lnTo>
                  <a:pt x="786567" y="56872"/>
                </a:lnTo>
                <a:lnTo>
                  <a:pt x="786491" y="56505"/>
                </a:lnTo>
                <a:lnTo>
                  <a:pt x="786424" y="56130"/>
                </a:lnTo>
                <a:lnTo>
                  <a:pt x="786366" y="55745"/>
                </a:lnTo>
                <a:lnTo>
                  <a:pt x="786317" y="55351"/>
                </a:lnTo>
                <a:lnTo>
                  <a:pt x="786277" y="54948"/>
                </a:lnTo>
                <a:lnTo>
                  <a:pt x="786245" y="54536"/>
                </a:lnTo>
                <a:lnTo>
                  <a:pt x="786223" y="54115"/>
                </a:lnTo>
                <a:lnTo>
                  <a:pt x="786210" y="53685"/>
                </a:lnTo>
                <a:lnTo>
                  <a:pt x="786205" y="53246"/>
                </a:lnTo>
                <a:lnTo>
                  <a:pt x="786205" y="49666"/>
                </a:lnTo>
                <a:lnTo>
                  <a:pt x="817327" y="49666"/>
                </a:lnTo>
                <a:lnTo>
                  <a:pt x="817327" y="40577"/>
                </a:lnTo>
                <a:lnTo>
                  <a:pt x="817322" y="40083"/>
                </a:lnTo>
                <a:lnTo>
                  <a:pt x="817309" y="39593"/>
                </a:lnTo>
                <a:lnTo>
                  <a:pt x="817286" y="39109"/>
                </a:lnTo>
                <a:lnTo>
                  <a:pt x="817254" y="38630"/>
                </a:lnTo>
                <a:lnTo>
                  <a:pt x="817213" y="38157"/>
                </a:lnTo>
                <a:lnTo>
                  <a:pt x="817163" y="37688"/>
                </a:lnTo>
                <a:lnTo>
                  <a:pt x="817104" y="37225"/>
                </a:lnTo>
                <a:lnTo>
                  <a:pt x="817036" y="36767"/>
                </a:lnTo>
                <a:lnTo>
                  <a:pt x="816959" y="36315"/>
                </a:lnTo>
                <a:lnTo>
                  <a:pt x="816873" y="35868"/>
                </a:lnTo>
                <a:lnTo>
                  <a:pt x="816777" y="35425"/>
                </a:lnTo>
                <a:lnTo>
                  <a:pt x="816673" y="34989"/>
                </a:lnTo>
                <a:lnTo>
                  <a:pt x="816559" y="34557"/>
                </a:lnTo>
                <a:lnTo>
                  <a:pt x="816437" y="34131"/>
                </a:lnTo>
                <a:lnTo>
                  <a:pt x="816305" y="33710"/>
                </a:lnTo>
                <a:lnTo>
                  <a:pt x="816164" y="33294"/>
                </a:lnTo>
                <a:lnTo>
                  <a:pt x="816014" y="32884"/>
                </a:lnTo>
                <a:lnTo>
                  <a:pt x="815855" y="32479"/>
                </a:lnTo>
                <a:lnTo>
                  <a:pt x="815687" y="32079"/>
                </a:lnTo>
                <a:lnTo>
                  <a:pt x="815510" y="31684"/>
                </a:lnTo>
                <a:lnTo>
                  <a:pt x="815324" y="31295"/>
                </a:lnTo>
                <a:lnTo>
                  <a:pt x="815128" y="30911"/>
                </a:lnTo>
                <a:lnTo>
                  <a:pt x="814924" y="30532"/>
                </a:lnTo>
                <a:lnTo>
                  <a:pt x="814710" y="30158"/>
                </a:lnTo>
                <a:lnTo>
                  <a:pt x="814489" y="29790"/>
                </a:lnTo>
                <a:lnTo>
                  <a:pt x="814260" y="29430"/>
                </a:lnTo>
                <a:lnTo>
                  <a:pt x="814023" y="29076"/>
                </a:lnTo>
                <a:lnTo>
                  <a:pt x="813780" y="28729"/>
                </a:lnTo>
                <a:lnTo>
                  <a:pt x="813529" y="28388"/>
                </a:lnTo>
                <a:lnTo>
                  <a:pt x="813270" y="28055"/>
                </a:lnTo>
                <a:lnTo>
                  <a:pt x="813005" y="27728"/>
                </a:lnTo>
                <a:lnTo>
                  <a:pt x="812732" y="27409"/>
                </a:lnTo>
                <a:lnTo>
                  <a:pt x="812451" y="27096"/>
                </a:lnTo>
                <a:lnTo>
                  <a:pt x="812164" y="26790"/>
                </a:lnTo>
                <a:lnTo>
                  <a:pt x="811869" y="26491"/>
                </a:lnTo>
                <a:lnTo>
                  <a:pt x="811566" y="26199"/>
                </a:lnTo>
                <a:lnTo>
                  <a:pt x="811257" y="25913"/>
                </a:lnTo>
                <a:lnTo>
                  <a:pt x="810940" y="25635"/>
                </a:lnTo>
                <a:lnTo>
                  <a:pt x="810615" y="25363"/>
                </a:lnTo>
                <a:lnTo>
                  <a:pt x="810284" y="25098"/>
                </a:lnTo>
                <a:lnTo>
                  <a:pt x="809945" y="24840"/>
                </a:lnTo>
                <a:lnTo>
                  <a:pt x="809598" y="24589"/>
                </a:lnTo>
                <a:lnTo>
                  <a:pt x="809245" y="24345"/>
                </a:lnTo>
                <a:lnTo>
                  <a:pt x="808883" y="24108"/>
                </a:lnTo>
                <a:lnTo>
                  <a:pt x="808515" y="23877"/>
                </a:lnTo>
                <a:lnTo>
                  <a:pt x="808139" y="23654"/>
                </a:lnTo>
                <a:lnTo>
                  <a:pt x="807756" y="23437"/>
                </a:lnTo>
                <a:lnTo>
                  <a:pt x="807366" y="23227"/>
                </a:lnTo>
                <a:lnTo>
                  <a:pt x="806969" y="23025"/>
                </a:lnTo>
                <a:lnTo>
                  <a:pt x="806567" y="22831"/>
                </a:lnTo>
                <a:lnTo>
                  <a:pt x="806159" y="22646"/>
                </a:lnTo>
                <a:lnTo>
                  <a:pt x="805745" y="22469"/>
                </a:lnTo>
                <a:lnTo>
                  <a:pt x="805326" y="22301"/>
                </a:lnTo>
                <a:lnTo>
                  <a:pt x="804901" y="22142"/>
                </a:lnTo>
                <a:lnTo>
                  <a:pt x="804471" y="21991"/>
                </a:lnTo>
                <a:lnTo>
                  <a:pt x="804035" y="21849"/>
                </a:lnTo>
                <a:lnTo>
                  <a:pt x="803594" y="21716"/>
                </a:lnTo>
                <a:lnTo>
                  <a:pt x="803147" y="21591"/>
                </a:lnTo>
                <a:lnTo>
                  <a:pt x="802694" y="21475"/>
                </a:lnTo>
                <a:lnTo>
                  <a:pt x="802236" y="21367"/>
                </a:lnTo>
                <a:lnTo>
                  <a:pt x="801773" y="21268"/>
                </a:lnTo>
                <a:lnTo>
                  <a:pt x="801303" y="21178"/>
                </a:lnTo>
                <a:lnTo>
                  <a:pt x="800828" y="21096"/>
                </a:lnTo>
                <a:lnTo>
                  <a:pt x="800348" y="21023"/>
                </a:lnTo>
                <a:lnTo>
                  <a:pt x="799862" y="20958"/>
                </a:lnTo>
                <a:lnTo>
                  <a:pt x="799370" y="20902"/>
                </a:lnTo>
                <a:lnTo>
                  <a:pt x="798873" y="20855"/>
                </a:lnTo>
                <a:lnTo>
                  <a:pt x="798370" y="20816"/>
                </a:lnTo>
                <a:lnTo>
                  <a:pt x="797862" y="20786"/>
                </a:lnTo>
                <a:lnTo>
                  <a:pt x="797348" y="20765"/>
                </a:lnTo>
                <a:lnTo>
                  <a:pt x="796829" y="20752"/>
                </a:lnTo>
                <a:lnTo>
                  <a:pt x="796304" y="20747"/>
                </a:lnTo>
                <a:lnTo>
                  <a:pt x="795771" y="20752"/>
                </a:lnTo>
                <a:lnTo>
                  <a:pt x="795244" y="20765"/>
                </a:lnTo>
                <a:lnTo>
                  <a:pt x="794723" y="20786"/>
                </a:lnTo>
                <a:lnTo>
                  <a:pt x="794208" y="20816"/>
                </a:lnTo>
                <a:lnTo>
                  <a:pt x="793698" y="20855"/>
                </a:lnTo>
                <a:lnTo>
                  <a:pt x="793194" y="20902"/>
                </a:lnTo>
                <a:lnTo>
                  <a:pt x="792696" y="20958"/>
                </a:lnTo>
                <a:lnTo>
                  <a:pt x="792203" y="21023"/>
                </a:lnTo>
                <a:lnTo>
                  <a:pt x="791717" y="21096"/>
                </a:lnTo>
                <a:lnTo>
                  <a:pt x="791236" y="21178"/>
                </a:lnTo>
                <a:lnTo>
                  <a:pt x="790760" y="21268"/>
                </a:lnTo>
                <a:lnTo>
                  <a:pt x="790291" y="21367"/>
                </a:lnTo>
                <a:lnTo>
                  <a:pt x="789827" y="21475"/>
                </a:lnTo>
                <a:lnTo>
                  <a:pt x="789369" y="21591"/>
                </a:lnTo>
                <a:lnTo>
                  <a:pt x="788917" y="21716"/>
                </a:lnTo>
                <a:lnTo>
                  <a:pt x="788470" y="21849"/>
                </a:lnTo>
                <a:lnTo>
                  <a:pt x="788029" y="21991"/>
                </a:lnTo>
                <a:lnTo>
                  <a:pt x="787594" y="22142"/>
                </a:lnTo>
                <a:lnTo>
                  <a:pt x="787165" y="22301"/>
                </a:lnTo>
                <a:lnTo>
                  <a:pt x="786741" y="22469"/>
                </a:lnTo>
                <a:lnTo>
                  <a:pt x="786323" y="22646"/>
                </a:lnTo>
                <a:lnTo>
                  <a:pt x="785911" y="22831"/>
                </a:lnTo>
                <a:lnTo>
                  <a:pt x="785505" y="23025"/>
                </a:lnTo>
                <a:lnTo>
                  <a:pt x="785104" y="23227"/>
                </a:lnTo>
                <a:lnTo>
                  <a:pt x="784710" y="23437"/>
                </a:lnTo>
                <a:lnTo>
                  <a:pt x="784323" y="23654"/>
                </a:lnTo>
                <a:lnTo>
                  <a:pt x="783944" y="23877"/>
                </a:lnTo>
                <a:lnTo>
                  <a:pt x="783573" y="24108"/>
                </a:lnTo>
                <a:lnTo>
                  <a:pt x="783209" y="24345"/>
                </a:lnTo>
                <a:lnTo>
                  <a:pt x="782852" y="24589"/>
                </a:lnTo>
                <a:lnTo>
                  <a:pt x="782503" y="24840"/>
                </a:lnTo>
                <a:lnTo>
                  <a:pt x="782161" y="25098"/>
                </a:lnTo>
                <a:lnTo>
                  <a:pt x="781827" y="25363"/>
                </a:lnTo>
                <a:lnTo>
                  <a:pt x="781500" y="25635"/>
                </a:lnTo>
                <a:lnTo>
                  <a:pt x="781181" y="25913"/>
                </a:lnTo>
                <a:lnTo>
                  <a:pt x="780869" y="26199"/>
                </a:lnTo>
                <a:lnTo>
                  <a:pt x="780565" y="26491"/>
                </a:lnTo>
                <a:lnTo>
                  <a:pt x="780269" y="26790"/>
                </a:lnTo>
                <a:lnTo>
                  <a:pt x="779979" y="27096"/>
                </a:lnTo>
                <a:lnTo>
                  <a:pt x="779698" y="27409"/>
                </a:lnTo>
                <a:lnTo>
                  <a:pt x="779423" y="27728"/>
                </a:lnTo>
                <a:lnTo>
                  <a:pt x="779157" y="28055"/>
                </a:lnTo>
                <a:lnTo>
                  <a:pt x="778897" y="28388"/>
                </a:lnTo>
                <a:lnTo>
                  <a:pt x="778646" y="28729"/>
                </a:lnTo>
                <a:lnTo>
                  <a:pt x="778401" y="29076"/>
                </a:lnTo>
                <a:lnTo>
                  <a:pt x="778165" y="29430"/>
                </a:lnTo>
                <a:lnTo>
                  <a:pt x="777935" y="29790"/>
                </a:lnTo>
                <a:lnTo>
                  <a:pt x="777713" y="30158"/>
                </a:lnTo>
                <a:lnTo>
                  <a:pt x="777500" y="30532"/>
                </a:lnTo>
                <a:lnTo>
                  <a:pt x="777296" y="30911"/>
                </a:lnTo>
                <a:lnTo>
                  <a:pt x="777100" y="31295"/>
                </a:lnTo>
                <a:lnTo>
                  <a:pt x="776914" y="31684"/>
                </a:lnTo>
                <a:lnTo>
                  <a:pt x="776737" y="32079"/>
                </a:lnTo>
                <a:lnTo>
                  <a:pt x="776569" y="32479"/>
                </a:lnTo>
                <a:lnTo>
                  <a:pt x="776410" y="32884"/>
                </a:lnTo>
                <a:lnTo>
                  <a:pt x="776260" y="33294"/>
                </a:lnTo>
                <a:lnTo>
                  <a:pt x="776120" y="33710"/>
                </a:lnTo>
                <a:lnTo>
                  <a:pt x="775988" y="34131"/>
                </a:lnTo>
                <a:lnTo>
                  <a:pt x="775865" y="34557"/>
                </a:lnTo>
                <a:lnTo>
                  <a:pt x="775752" y="34989"/>
                </a:lnTo>
                <a:lnTo>
                  <a:pt x="775648" y="35425"/>
                </a:lnTo>
                <a:lnTo>
                  <a:pt x="775552" y="35868"/>
                </a:lnTo>
                <a:lnTo>
                  <a:pt x="775466" y="36315"/>
                </a:lnTo>
                <a:lnTo>
                  <a:pt x="775389" y="36767"/>
                </a:lnTo>
                <a:lnTo>
                  <a:pt x="775321" y="37225"/>
                </a:lnTo>
                <a:lnTo>
                  <a:pt x="775262" y="37688"/>
                </a:lnTo>
                <a:lnTo>
                  <a:pt x="775212" y="38157"/>
                </a:lnTo>
                <a:lnTo>
                  <a:pt x="775171" y="38630"/>
                </a:lnTo>
                <a:lnTo>
                  <a:pt x="775139" y="39109"/>
                </a:lnTo>
                <a:lnTo>
                  <a:pt x="775116" y="39593"/>
                </a:lnTo>
                <a:lnTo>
                  <a:pt x="775103" y="40083"/>
                </a:lnTo>
                <a:lnTo>
                  <a:pt x="775098" y="40577"/>
                </a:lnTo>
                <a:lnTo>
                  <a:pt x="775098" y="53246"/>
                </a:lnTo>
                <a:lnTo>
                  <a:pt x="775103" y="53741"/>
                </a:lnTo>
                <a:lnTo>
                  <a:pt x="775116" y="54230"/>
                </a:lnTo>
                <a:lnTo>
                  <a:pt x="775139" y="54714"/>
                </a:lnTo>
                <a:lnTo>
                  <a:pt x="775171" y="55193"/>
                </a:lnTo>
                <a:lnTo>
                  <a:pt x="775212" y="55666"/>
                </a:lnTo>
                <a:lnTo>
                  <a:pt x="775262" y="56135"/>
                </a:lnTo>
                <a:lnTo>
                  <a:pt x="775321" y="56598"/>
                </a:lnTo>
                <a:lnTo>
                  <a:pt x="775389" y="57055"/>
                </a:lnTo>
                <a:lnTo>
                  <a:pt x="775466" y="57508"/>
                </a:lnTo>
                <a:lnTo>
                  <a:pt x="775552" y="57955"/>
                </a:lnTo>
                <a:lnTo>
                  <a:pt x="775648" y="58397"/>
                </a:lnTo>
                <a:lnTo>
                  <a:pt x="775752" y="58834"/>
                </a:lnTo>
                <a:lnTo>
                  <a:pt x="775865" y="59266"/>
                </a:lnTo>
                <a:lnTo>
                  <a:pt x="775988" y="59692"/>
                </a:lnTo>
                <a:lnTo>
                  <a:pt x="776120" y="60113"/>
                </a:lnTo>
                <a:lnTo>
                  <a:pt x="776260" y="60529"/>
                </a:lnTo>
                <a:lnTo>
                  <a:pt x="776410" y="60939"/>
                </a:lnTo>
                <a:lnTo>
                  <a:pt x="776569" y="61344"/>
                </a:lnTo>
                <a:lnTo>
                  <a:pt x="776737" y="61744"/>
                </a:lnTo>
                <a:lnTo>
                  <a:pt x="776914" y="62139"/>
                </a:lnTo>
                <a:lnTo>
                  <a:pt x="777100" y="62528"/>
                </a:lnTo>
                <a:lnTo>
                  <a:pt x="777296" y="62913"/>
                </a:lnTo>
                <a:lnTo>
                  <a:pt x="777500" y="63292"/>
                </a:lnTo>
                <a:lnTo>
                  <a:pt x="777713" y="63665"/>
                </a:lnTo>
                <a:lnTo>
                  <a:pt x="777935" y="64033"/>
                </a:lnTo>
                <a:lnTo>
                  <a:pt x="778165" y="64394"/>
                </a:lnTo>
                <a:lnTo>
                  <a:pt x="778401" y="64748"/>
                </a:lnTo>
                <a:lnTo>
                  <a:pt x="778646" y="65095"/>
                </a:lnTo>
                <a:lnTo>
                  <a:pt x="778897" y="65435"/>
                </a:lnTo>
                <a:lnTo>
                  <a:pt x="779157" y="65768"/>
                </a:lnTo>
                <a:lnTo>
                  <a:pt x="779423" y="66094"/>
                </a:lnTo>
                <a:lnTo>
                  <a:pt x="779698" y="66414"/>
                </a:lnTo>
                <a:lnTo>
                  <a:pt x="779979" y="66727"/>
                </a:lnTo>
                <a:lnTo>
                  <a:pt x="780269" y="67033"/>
                </a:lnTo>
                <a:lnTo>
                  <a:pt x="780565" y="67332"/>
                </a:lnTo>
                <a:lnTo>
                  <a:pt x="780869" y="67624"/>
                </a:lnTo>
                <a:lnTo>
                  <a:pt x="781181" y="67909"/>
                </a:lnTo>
                <a:lnTo>
                  <a:pt x="781500" y="68188"/>
                </a:lnTo>
                <a:lnTo>
                  <a:pt x="781827" y="68460"/>
                </a:lnTo>
                <a:lnTo>
                  <a:pt x="782161" y="68725"/>
                </a:lnTo>
                <a:lnTo>
                  <a:pt x="782503" y="68982"/>
                </a:lnTo>
                <a:lnTo>
                  <a:pt x="782852" y="69234"/>
                </a:lnTo>
                <a:lnTo>
                  <a:pt x="783209" y="69478"/>
                </a:lnTo>
                <a:lnTo>
                  <a:pt x="783573" y="69715"/>
                </a:lnTo>
                <a:lnTo>
                  <a:pt x="783944" y="69946"/>
                </a:lnTo>
                <a:lnTo>
                  <a:pt x="784323" y="70170"/>
                </a:lnTo>
                <a:lnTo>
                  <a:pt x="784710" y="70387"/>
                </a:lnTo>
                <a:lnTo>
                  <a:pt x="785104" y="70597"/>
                </a:lnTo>
                <a:lnTo>
                  <a:pt x="785505" y="70799"/>
                </a:lnTo>
                <a:lnTo>
                  <a:pt x="785911" y="70992"/>
                </a:lnTo>
                <a:lnTo>
                  <a:pt x="786323" y="71177"/>
                </a:lnTo>
                <a:lnTo>
                  <a:pt x="786741" y="71354"/>
                </a:lnTo>
                <a:lnTo>
                  <a:pt x="787165" y="71522"/>
                </a:lnTo>
                <a:lnTo>
                  <a:pt x="787594" y="71681"/>
                </a:lnTo>
                <a:lnTo>
                  <a:pt x="788029" y="71831"/>
                </a:lnTo>
                <a:lnTo>
                  <a:pt x="788470" y="71973"/>
                </a:lnTo>
                <a:lnTo>
                  <a:pt x="788917" y="72107"/>
                </a:lnTo>
                <a:lnTo>
                  <a:pt x="789369" y="72231"/>
                </a:lnTo>
                <a:lnTo>
                  <a:pt x="789827" y="72348"/>
                </a:lnTo>
                <a:lnTo>
                  <a:pt x="790291" y="72455"/>
                </a:lnTo>
                <a:lnTo>
                  <a:pt x="790760" y="72554"/>
                </a:lnTo>
                <a:lnTo>
                  <a:pt x="791236" y="72644"/>
                </a:lnTo>
                <a:lnTo>
                  <a:pt x="791717" y="72726"/>
                </a:lnTo>
                <a:lnTo>
                  <a:pt x="792203" y="72799"/>
                </a:lnTo>
                <a:lnTo>
                  <a:pt x="792696" y="72864"/>
                </a:lnTo>
                <a:lnTo>
                  <a:pt x="793194" y="72920"/>
                </a:lnTo>
                <a:lnTo>
                  <a:pt x="793698" y="72967"/>
                </a:lnTo>
                <a:lnTo>
                  <a:pt x="794208" y="73006"/>
                </a:lnTo>
                <a:lnTo>
                  <a:pt x="794723" y="73036"/>
                </a:lnTo>
                <a:lnTo>
                  <a:pt x="795244" y="73057"/>
                </a:lnTo>
                <a:lnTo>
                  <a:pt x="795771" y="73070"/>
                </a:lnTo>
                <a:lnTo>
                  <a:pt x="796304" y="73075"/>
                </a:lnTo>
                <a:lnTo>
                  <a:pt x="796973" y="73068"/>
                </a:lnTo>
                <a:lnTo>
                  <a:pt x="797633" y="73048"/>
                </a:lnTo>
                <a:lnTo>
                  <a:pt x="798286" y="73014"/>
                </a:lnTo>
                <a:lnTo>
                  <a:pt x="798929" y="72966"/>
                </a:lnTo>
                <a:lnTo>
                  <a:pt x="799565" y="72905"/>
                </a:lnTo>
                <a:close/>
                <a:moveTo>
                  <a:pt x="786210" y="40145"/>
                </a:moveTo>
                <a:lnTo>
                  <a:pt x="786223" y="39722"/>
                </a:lnTo>
                <a:lnTo>
                  <a:pt x="786245" y="39306"/>
                </a:lnTo>
                <a:lnTo>
                  <a:pt x="786277" y="38899"/>
                </a:lnTo>
                <a:lnTo>
                  <a:pt x="786317" y="38500"/>
                </a:lnTo>
                <a:lnTo>
                  <a:pt x="786366" y="38110"/>
                </a:lnTo>
                <a:lnTo>
                  <a:pt x="786424" y="37728"/>
                </a:lnTo>
                <a:lnTo>
                  <a:pt x="786491" y="37354"/>
                </a:lnTo>
                <a:lnTo>
                  <a:pt x="786567" y="36988"/>
                </a:lnTo>
                <a:lnTo>
                  <a:pt x="786651" y="36631"/>
                </a:lnTo>
                <a:lnTo>
                  <a:pt x="786745" y="36282"/>
                </a:lnTo>
                <a:lnTo>
                  <a:pt x="786848" y="35941"/>
                </a:lnTo>
                <a:lnTo>
                  <a:pt x="786959" y="35608"/>
                </a:lnTo>
                <a:lnTo>
                  <a:pt x="787080" y="35284"/>
                </a:lnTo>
                <a:lnTo>
                  <a:pt x="787209" y="34968"/>
                </a:lnTo>
                <a:lnTo>
                  <a:pt x="787348" y="34661"/>
                </a:lnTo>
                <a:lnTo>
                  <a:pt x="787495" y="34362"/>
                </a:lnTo>
                <a:lnTo>
                  <a:pt x="787651" y="34071"/>
                </a:lnTo>
                <a:lnTo>
                  <a:pt x="787816" y="33788"/>
                </a:lnTo>
                <a:lnTo>
                  <a:pt x="787990" y="33513"/>
                </a:lnTo>
                <a:lnTo>
                  <a:pt x="788173" y="33247"/>
                </a:lnTo>
                <a:lnTo>
                  <a:pt x="788365" y="32990"/>
                </a:lnTo>
                <a:lnTo>
                  <a:pt x="788566" y="32740"/>
                </a:lnTo>
                <a:lnTo>
                  <a:pt x="788776" y="32499"/>
                </a:lnTo>
                <a:lnTo>
                  <a:pt x="788994" y="32267"/>
                </a:lnTo>
                <a:lnTo>
                  <a:pt x="789221" y="32044"/>
                </a:lnTo>
                <a:lnTo>
                  <a:pt x="789456" y="31832"/>
                </a:lnTo>
                <a:lnTo>
                  <a:pt x="789699" y="31629"/>
                </a:lnTo>
                <a:lnTo>
                  <a:pt x="789950" y="31436"/>
                </a:lnTo>
                <a:lnTo>
                  <a:pt x="790210" y="31253"/>
                </a:lnTo>
                <a:lnTo>
                  <a:pt x="790478" y="31081"/>
                </a:lnTo>
                <a:lnTo>
                  <a:pt x="790755" y="30917"/>
                </a:lnTo>
                <a:lnTo>
                  <a:pt x="791039" y="30764"/>
                </a:lnTo>
                <a:lnTo>
                  <a:pt x="791332" y="30621"/>
                </a:lnTo>
                <a:lnTo>
                  <a:pt x="791633" y="30487"/>
                </a:lnTo>
                <a:lnTo>
                  <a:pt x="791943" y="30364"/>
                </a:lnTo>
                <a:lnTo>
                  <a:pt x="792261" y="30250"/>
                </a:lnTo>
                <a:lnTo>
                  <a:pt x="792587" y="30147"/>
                </a:lnTo>
                <a:lnTo>
                  <a:pt x="792921" y="30053"/>
                </a:lnTo>
                <a:lnTo>
                  <a:pt x="793264" y="29969"/>
                </a:lnTo>
                <a:lnTo>
                  <a:pt x="793615" y="29894"/>
                </a:lnTo>
                <a:lnTo>
                  <a:pt x="793974" y="29830"/>
                </a:lnTo>
                <a:lnTo>
                  <a:pt x="794342" y="29776"/>
                </a:lnTo>
                <a:lnTo>
                  <a:pt x="794717" y="29731"/>
                </a:lnTo>
                <a:lnTo>
                  <a:pt x="795102" y="29697"/>
                </a:lnTo>
                <a:lnTo>
                  <a:pt x="795494" y="29672"/>
                </a:lnTo>
                <a:lnTo>
                  <a:pt x="795895" y="29657"/>
                </a:lnTo>
                <a:lnTo>
                  <a:pt x="796304" y="29652"/>
                </a:lnTo>
                <a:lnTo>
                  <a:pt x="796712" y="29657"/>
                </a:lnTo>
                <a:lnTo>
                  <a:pt x="797113" y="29672"/>
                </a:lnTo>
                <a:lnTo>
                  <a:pt x="797504" y="29696"/>
                </a:lnTo>
                <a:lnTo>
                  <a:pt x="797887" y="29730"/>
                </a:lnTo>
                <a:lnTo>
                  <a:pt x="798262" y="29774"/>
                </a:lnTo>
                <a:lnTo>
                  <a:pt x="798627" y="29827"/>
                </a:lnTo>
                <a:lnTo>
                  <a:pt x="798985" y="29891"/>
                </a:lnTo>
                <a:lnTo>
                  <a:pt x="799333" y="29963"/>
                </a:lnTo>
                <a:lnTo>
                  <a:pt x="799673" y="30046"/>
                </a:lnTo>
                <a:lnTo>
                  <a:pt x="800004" y="30138"/>
                </a:lnTo>
                <a:lnTo>
                  <a:pt x="800327" y="30241"/>
                </a:lnTo>
                <a:lnTo>
                  <a:pt x="800641" y="30352"/>
                </a:lnTo>
                <a:lnTo>
                  <a:pt x="800947" y="30474"/>
                </a:lnTo>
                <a:lnTo>
                  <a:pt x="801244" y="30605"/>
                </a:lnTo>
                <a:lnTo>
                  <a:pt x="801532" y="30746"/>
                </a:lnTo>
                <a:lnTo>
                  <a:pt x="801812" y="30897"/>
                </a:lnTo>
                <a:lnTo>
                  <a:pt x="802083" y="31057"/>
                </a:lnTo>
                <a:lnTo>
                  <a:pt x="802345" y="31227"/>
                </a:lnTo>
                <a:lnTo>
                  <a:pt x="802599" y="31407"/>
                </a:lnTo>
                <a:lnTo>
                  <a:pt x="802844" y="31597"/>
                </a:lnTo>
                <a:lnTo>
                  <a:pt x="803081" y="31796"/>
                </a:lnTo>
                <a:lnTo>
                  <a:pt x="803309" y="32005"/>
                </a:lnTo>
                <a:lnTo>
                  <a:pt x="803528" y="32224"/>
                </a:lnTo>
                <a:lnTo>
                  <a:pt x="803739" y="32453"/>
                </a:lnTo>
                <a:lnTo>
                  <a:pt x="803941" y="32690"/>
                </a:lnTo>
                <a:lnTo>
                  <a:pt x="804135" y="32936"/>
                </a:lnTo>
                <a:lnTo>
                  <a:pt x="804320" y="33191"/>
                </a:lnTo>
                <a:lnTo>
                  <a:pt x="804497" y="33454"/>
                </a:lnTo>
                <a:lnTo>
                  <a:pt x="804665" y="33725"/>
                </a:lnTo>
                <a:lnTo>
                  <a:pt x="804824" y="34005"/>
                </a:lnTo>
                <a:lnTo>
                  <a:pt x="804974" y="34293"/>
                </a:lnTo>
                <a:lnTo>
                  <a:pt x="805117" y="34590"/>
                </a:lnTo>
                <a:lnTo>
                  <a:pt x="805250" y="34895"/>
                </a:lnTo>
                <a:lnTo>
                  <a:pt x="805375" y="35208"/>
                </a:lnTo>
                <a:lnTo>
                  <a:pt x="805491" y="35530"/>
                </a:lnTo>
                <a:lnTo>
                  <a:pt x="805599" y="35861"/>
                </a:lnTo>
                <a:lnTo>
                  <a:pt x="805698" y="36200"/>
                </a:lnTo>
                <a:lnTo>
                  <a:pt x="805788" y="36547"/>
                </a:lnTo>
                <a:lnTo>
                  <a:pt x="805870" y="36903"/>
                </a:lnTo>
                <a:lnTo>
                  <a:pt x="805943" y="37267"/>
                </a:lnTo>
                <a:lnTo>
                  <a:pt x="806008" y="37640"/>
                </a:lnTo>
                <a:lnTo>
                  <a:pt x="806064" y="38021"/>
                </a:lnTo>
                <a:lnTo>
                  <a:pt x="806111" y="38410"/>
                </a:lnTo>
                <a:lnTo>
                  <a:pt x="806150" y="38808"/>
                </a:lnTo>
                <a:lnTo>
                  <a:pt x="806180" y="39215"/>
                </a:lnTo>
                <a:lnTo>
                  <a:pt x="806201" y="39630"/>
                </a:lnTo>
                <a:lnTo>
                  <a:pt x="806214" y="40053"/>
                </a:lnTo>
                <a:lnTo>
                  <a:pt x="806219" y="40485"/>
                </a:lnTo>
                <a:lnTo>
                  <a:pt x="806219" y="42329"/>
                </a:lnTo>
                <a:lnTo>
                  <a:pt x="786205" y="42505"/>
                </a:lnTo>
                <a:lnTo>
                  <a:pt x="786205" y="40577"/>
                </a:lnTo>
                <a:lnTo>
                  <a:pt x="786210" y="401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Text def">
            <a:extLst xmlns:a="http://schemas.openxmlformats.org/drawingml/2006/main">
              <a:ext uri="{FF2B5EF4-FFF2-40B4-BE49-F238E27FC236}">
                <a16:creationId xmlns:a16="http://schemas.microsoft.com/office/drawing/2014/main" id="{BDB043D0-5216-4738-A389-30012E2A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369" y="2059023"/>
            <a:ext cx="153403" cy="67934"/>
          </a:xfrm>
          <a:custGeom xmlns:a="http://schemas.openxmlformats.org/drawingml/2006/main">
            <a:pathLst>
              <a:path w="153403" h="67934">
                <a:moveTo>
                  <a:pt x="153403" y="32497"/>
                </a:moveTo>
                <a:lnTo>
                  <a:pt x="153403" y="22124"/>
                </a:lnTo>
                <a:lnTo>
                  <a:pt x="134033" y="22124"/>
                </a:lnTo>
                <a:lnTo>
                  <a:pt x="134033" y="14687"/>
                </a:lnTo>
                <a:lnTo>
                  <a:pt x="134035" y="14513"/>
                </a:lnTo>
                <a:lnTo>
                  <a:pt x="134042" y="14342"/>
                </a:lnTo>
                <a:lnTo>
                  <a:pt x="134054" y="14173"/>
                </a:lnTo>
                <a:lnTo>
                  <a:pt x="134070" y="14008"/>
                </a:lnTo>
                <a:lnTo>
                  <a:pt x="134090" y="13846"/>
                </a:lnTo>
                <a:lnTo>
                  <a:pt x="134116" y="13687"/>
                </a:lnTo>
                <a:lnTo>
                  <a:pt x="134146" y="13530"/>
                </a:lnTo>
                <a:lnTo>
                  <a:pt x="134181" y="13377"/>
                </a:lnTo>
                <a:lnTo>
                  <a:pt x="134220" y="13227"/>
                </a:lnTo>
                <a:lnTo>
                  <a:pt x="134264" y="13080"/>
                </a:lnTo>
                <a:lnTo>
                  <a:pt x="134312" y="12936"/>
                </a:lnTo>
                <a:lnTo>
                  <a:pt x="134365" y="12795"/>
                </a:lnTo>
                <a:lnTo>
                  <a:pt x="134423" y="12657"/>
                </a:lnTo>
                <a:lnTo>
                  <a:pt x="134486" y="12522"/>
                </a:lnTo>
                <a:lnTo>
                  <a:pt x="134553" y="12390"/>
                </a:lnTo>
                <a:lnTo>
                  <a:pt x="134624" y="12261"/>
                </a:lnTo>
                <a:lnTo>
                  <a:pt x="134700" y="12135"/>
                </a:lnTo>
                <a:lnTo>
                  <a:pt x="134781" y="12012"/>
                </a:lnTo>
                <a:lnTo>
                  <a:pt x="134867" y="11892"/>
                </a:lnTo>
                <a:lnTo>
                  <a:pt x="134957" y="11775"/>
                </a:lnTo>
                <a:lnTo>
                  <a:pt x="135052" y="11661"/>
                </a:lnTo>
                <a:lnTo>
                  <a:pt x="135151" y="11551"/>
                </a:lnTo>
                <a:lnTo>
                  <a:pt x="135255" y="11443"/>
                </a:lnTo>
                <a:lnTo>
                  <a:pt x="135364" y="11338"/>
                </a:lnTo>
                <a:lnTo>
                  <a:pt x="135476" y="11237"/>
                </a:lnTo>
                <a:lnTo>
                  <a:pt x="135591" y="11140"/>
                </a:lnTo>
                <a:lnTo>
                  <a:pt x="135710" y="11048"/>
                </a:lnTo>
                <a:lnTo>
                  <a:pt x="135831" y="10959"/>
                </a:lnTo>
                <a:lnTo>
                  <a:pt x="135956" y="10875"/>
                </a:lnTo>
                <a:lnTo>
                  <a:pt x="136083" y="10796"/>
                </a:lnTo>
                <a:lnTo>
                  <a:pt x="136214" y="10720"/>
                </a:lnTo>
                <a:lnTo>
                  <a:pt x="136348" y="10649"/>
                </a:lnTo>
                <a:lnTo>
                  <a:pt x="136484" y="10583"/>
                </a:lnTo>
                <a:lnTo>
                  <a:pt x="136624" y="10520"/>
                </a:lnTo>
                <a:lnTo>
                  <a:pt x="136767" y="10462"/>
                </a:lnTo>
                <a:lnTo>
                  <a:pt x="136912" y="10408"/>
                </a:lnTo>
                <a:lnTo>
                  <a:pt x="137061" y="10359"/>
                </a:lnTo>
                <a:lnTo>
                  <a:pt x="137213" y="10314"/>
                </a:lnTo>
                <a:lnTo>
                  <a:pt x="137368" y="10273"/>
                </a:lnTo>
                <a:lnTo>
                  <a:pt x="137526" y="10236"/>
                </a:lnTo>
                <a:lnTo>
                  <a:pt x="137687" y="10204"/>
                </a:lnTo>
                <a:lnTo>
                  <a:pt x="137851" y="10176"/>
                </a:lnTo>
                <a:lnTo>
                  <a:pt x="138018" y="10152"/>
                </a:lnTo>
                <a:lnTo>
                  <a:pt x="138188" y="10133"/>
                </a:lnTo>
                <a:lnTo>
                  <a:pt x="138361" y="10118"/>
                </a:lnTo>
                <a:lnTo>
                  <a:pt x="138537" y="10107"/>
                </a:lnTo>
                <a:lnTo>
                  <a:pt x="138716" y="10101"/>
                </a:lnTo>
                <a:lnTo>
                  <a:pt x="138898" y="10098"/>
                </a:lnTo>
                <a:lnTo>
                  <a:pt x="153403" y="10098"/>
                </a:lnTo>
                <a:lnTo>
                  <a:pt x="153403" y="0"/>
                </a:lnTo>
                <a:lnTo>
                  <a:pt x="138623" y="0"/>
                </a:lnTo>
                <a:lnTo>
                  <a:pt x="138024" y="7"/>
                </a:lnTo>
                <a:lnTo>
                  <a:pt x="137434" y="27"/>
                </a:lnTo>
                <a:lnTo>
                  <a:pt x="136854" y="62"/>
                </a:lnTo>
                <a:lnTo>
                  <a:pt x="136284" y="110"/>
                </a:lnTo>
                <a:lnTo>
                  <a:pt x="135724" y="171"/>
                </a:lnTo>
                <a:lnTo>
                  <a:pt x="135174" y="247"/>
                </a:lnTo>
                <a:lnTo>
                  <a:pt x="134634" y="336"/>
                </a:lnTo>
                <a:lnTo>
                  <a:pt x="134104" y="439"/>
                </a:lnTo>
                <a:lnTo>
                  <a:pt x="133583" y="555"/>
                </a:lnTo>
                <a:lnTo>
                  <a:pt x="133073" y="685"/>
                </a:lnTo>
                <a:lnTo>
                  <a:pt x="132572" y="829"/>
                </a:lnTo>
                <a:lnTo>
                  <a:pt x="132081" y="987"/>
                </a:lnTo>
                <a:lnTo>
                  <a:pt x="131601" y="1158"/>
                </a:lnTo>
                <a:lnTo>
                  <a:pt x="131129" y="1343"/>
                </a:lnTo>
                <a:lnTo>
                  <a:pt x="130668" y="1542"/>
                </a:lnTo>
                <a:lnTo>
                  <a:pt x="130217" y="1754"/>
                </a:lnTo>
                <a:lnTo>
                  <a:pt x="129776" y="1981"/>
                </a:lnTo>
                <a:lnTo>
                  <a:pt x="129344" y="2220"/>
                </a:lnTo>
                <a:lnTo>
                  <a:pt x="128923" y="2474"/>
                </a:lnTo>
                <a:lnTo>
                  <a:pt x="128511" y="2741"/>
                </a:lnTo>
                <a:lnTo>
                  <a:pt x="128109" y="3022"/>
                </a:lnTo>
                <a:lnTo>
                  <a:pt x="127717" y="3317"/>
                </a:lnTo>
                <a:lnTo>
                  <a:pt x="127335" y="3625"/>
                </a:lnTo>
                <a:lnTo>
                  <a:pt x="126963" y="3947"/>
                </a:lnTo>
                <a:lnTo>
                  <a:pt x="126603" y="4281"/>
                </a:lnTo>
                <a:lnTo>
                  <a:pt x="126259" y="4624"/>
                </a:lnTo>
                <a:lnTo>
                  <a:pt x="125930" y="4976"/>
                </a:lnTo>
                <a:lnTo>
                  <a:pt x="125617" y="5337"/>
                </a:lnTo>
                <a:lnTo>
                  <a:pt x="125318" y="5708"/>
                </a:lnTo>
                <a:lnTo>
                  <a:pt x="125035" y="6088"/>
                </a:lnTo>
                <a:lnTo>
                  <a:pt x="124768" y="6477"/>
                </a:lnTo>
                <a:lnTo>
                  <a:pt x="124515" y="6875"/>
                </a:lnTo>
                <a:lnTo>
                  <a:pt x="124278" y="7282"/>
                </a:lnTo>
                <a:lnTo>
                  <a:pt x="124056" y="7699"/>
                </a:lnTo>
                <a:lnTo>
                  <a:pt x="123850" y="8125"/>
                </a:lnTo>
                <a:lnTo>
                  <a:pt x="123659" y="8560"/>
                </a:lnTo>
                <a:lnTo>
                  <a:pt x="123483" y="9005"/>
                </a:lnTo>
                <a:lnTo>
                  <a:pt x="123322" y="9459"/>
                </a:lnTo>
                <a:lnTo>
                  <a:pt x="123177" y="9921"/>
                </a:lnTo>
                <a:lnTo>
                  <a:pt x="123047" y="10394"/>
                </a:lnTo>
                <a:lnTo>
                  <a:pt x="122932" y="10875"/>
                </a:lnTo>
                <a:lnTo>
                  <a:pt x="122833" y="11366"/>
                </a:lnTo>
                <a:lnTo>
                  <a:pt x="122749" y="11866"/>
                </a:lnTo>
                <a:lnTo>
                  <a:pt x="122680" y="12375"/>
                </a:lnTo>
                <a:lnTo>
                  <a:pt x="122626" y="12893"/>
                </a:lnTo>
                <a:lnTo>
                  <a:pt x="122588" y="13421"/>
                </a:lnTo>
                <a:lnTo>
                  <a:pt x="122565" y="13958"/>
                </a:lnTo>
                <a:lnTo>
                  <a:pt x="122557" y="14504"/>
                </a:lnTo>
                <a:lnTo>
                  <a:pt x="122557" y="22124"/>
                </a:lnTo>
                <a:lnTo>
                  <a:pt x="108695" y="22124"/>
                </a:lnTo>
                <a:lnTo>
                  <a:pt x="108695" y="32497"/>
                </a:lnTo>
                <a:lnTo>
                  <a:pt x="122557" y="32497"/>
                </a:lnTo>
                <a:lnTo>
                  <a:pt x="122557" y="67016"/>
                </a:lnTo>
                <a:lnTo>
                  <a:pt x="134033" y="67016"/>
                </a:lnTo>
                <a:lnTo>
                  <a:pt x="134033" y="32497"/>
                </a:lnTo>
                <a:lnTo>
                  <a:pt x="153403" y="32497"/>
                </a:lnTo>
                <a:close/>
                <a:moveTo>
                  <a:pt x="29978" y="25016"/>
                </a:moveTo>
                <a:lnTo>
                  <a:pt x="29870" y="24581"/>
                </a:lnTo>
                <a:lnTo>
                  <a:pt x="29749" y="24154"/>
                </a:lnTo>
                <a:lnTo>
                  <a:pt x="29615" y="23737"/>
                </a:lnTo>
                <a:lnTo>
                  <a:pt x="29468" y="23329"/>
                </a:lnTo>
                <a:lnTo>
                  <a:pt x="29309" y="22930"/>
                </a:lnTo>
                <a:lnTo>
                  <a:pt x="29137" y="22540"/>
                </a:lnTo>
                <a:lnTo>
                  <a:pt x="28952" y="22159"/>
                </a:lnTo>
                <a:lnTo>
                  <a:pt x="28754" y="21788"/>
                </a:lnTo>
                <a:lnTo>
                  <a:pt x="28544" y="21425"/>
                </a:lnTo>
                <a:lnTo>
                  <a:pt x="28320" y="21071"/>
                </a:lnTo>
                <a:lnTo>
                  <a:pt x="28084" y="20727"/>
                </a:lnTo>
                <a:lnTo>
                  <a:pt x="27836" y="20391"/>
                </a:lnTo>
                <a:lnTo>
                  <a:pt x="27574" y="20065"/>
                </a:lnTo>
                <a:lnTo>
                  <a:pt x="27300" y="19748"/>
                </a:lnTo>
                <a:lnTo>
                  <a:pt x="27013" y="19440"/>
                </a:lnTo>
                <a:lnTo>
                  <a:pt x="26713" y="19141"/>
                </a:lnTo>
                <a:lnTo>
                  <a:pt x="26403" y="18852"/>
                </a:lnTo>
                <a:lnTo>
                  <a:pt x="26084" y="18576"/>
                </a:lnTo>
                <a:lnTo>
                  <a:pt x="25755" y="18312"/>
                </a:lnTo>
                <a:lnTo>
                  <a:pt x="25418" y="18061"/>
                </a:lnTo>
                <a:lnTo>
                  <a:pt x="25072" y="17821"/>
                </a:lnTo>
                <a:lnTo>
                  <a:pt x="24717" y="17594"/>
                </a:lnTo>
                <a:lnTo>
                  <a:pt x="24353" y="17380"/>
                </a:lnTo>
                <a:lnTo>
                  <a:pt x="23980" y="17177"/>
                </a:lnTo>
                <a:lnTo>
                  <a:pt x="23598" y="16987"/>
                </a:lnTo>
                <a:lnTo>
                  <a:pt x="23208" y="16809"/>
                </a:lnTo>
                <a:lnTo>
                  <a:pt x="22808" y="16643"/>
                </a:lnTo>
                <a:lnTo>
                  <a:pt x="22399" y="16490"/>
                </a:lnTo>
                <a:lnTo>
                  <a:pt x="21982" y="16349"/>
                </a:lnTo>
                <a:lnTo>
                  <a:pt x="21555" y="16220"/>
                </a:lnTo>
                <a:lnTo>
                  <a:pt x="21120" y="16103"/>
                </a:lnTo>
                <a:lnTo>
                  <a:pt x="20676" y="15999"/>
                </a:lnTo>
                <a:lnTo>
                  <a:pt x="20222" y="15907"/>
                </a:lnTo>
                <a:lnTo>
                  <a:pt x="19760" y="15827"/>
                </a:lnTo>
                <a:lnTo>
                  <a:pt x="19289" y="15760"/>
                </a:lnTo>
                <a:lnTo>
                  <a:pt x="18809" y="15705"/>
                </a:lnTo>
                <a:lnTo>
                  <a:pt x="18320" y="15662"/>
                </a:lnTo>
                <a:lnTo>
                  <a:pt x="17822" y="15631"/>
                </a:lnTo>
                <a:lnTo>
                  <a:pt x="17316" y="15613"/>
                </a:lnTo>
                <a:lnTo>
                  <a:pt x="16800" y="15606"/>
                </a:lnTo>
                <a:lnTo>
                  <a:pt x="16170" y="15616"/>
                </a:lnTo>
                <a:lnTo>
                  <a:pt x="15551" y="15643"/>
                </a:lnTo>
                <a:lnTo>
                  <a:pt x="14942" y="15688"/>
                </a:lnTo>
                <a:lnTo>
                  <a:pt x="14344" y="15752"/>
                </a:lnTo>
                <a:lnTo>
                  <a:pt x="13756" y="15834"/>
                </a:lnTo>
                <a:lnTo>
                  <a:pt x="13179" y="15934"/>
                </a:lnTo>
                <a:lnTo>
                  <a:pt x="12612" y="16052"/>
                </a:lnTo>
                <a:lnTo>
                  <a:pt x="12056" y="16188"/>
                </a:lnTo>
                <a:lnTo>
                  <a:pt x="11511" y="16342"/>
                </a:lnTo>
                <a:lnTo>
                  <a:pt x="10976" y="16515"/>
                </a:lnTo>
                <a:lnTo>
                  <a:pt x="10451" y="16706"/>
                </a:lnTo>
                <a:lnTo>
                  <a:pt x="9937" y="16915"/>
                </a:lnTo>
                <a:lnTo>
                  <a:pt x="9433" y="17142"/>
                </a:lnTo>
                <a:lnTo>
                  <a:pt x="8940" y="17387"/>
                </a:lnTo>
                <a:lnTo>
                  <a:pt x="8458" y="17651"/>
                </a:lnTo>
                <a:lnTo>
                  <a:pt x="7986" y="17932"/>
                </a:lnTo>
                <a:lnTo>
                  <a:pt x="7525" y="18232"/>
                </a:lnTo>
                <a:lnTo>
                  <a:pt x="7074" y="18550"/>
                </a:lnTo>
                <a:lnTo>
                  <a:pt x="6633" y="18886"/>
                </a:lnTo>
                <a:lnTo>
                  <a:pt x="6203" y="19241"/>
                </a:lnTo>
                <a:lnTo>
                  <a:pt x="5784" y="19613"/>
                </a:lnTo>
                <a:lnTo>
                  <a:pt x="5375" y="20004"/>
                </a:lnTo>
                <a:lnTo>
                  <a:pt x="4977" y="20413"/>
                </a:lnTo>
                <a:lnTo>
                  <a:pt x="4589" y="20840"/>
                </a:lnTo>
                <a:lnTo>
                  <a:pt x="4215" y="21282"/>
                </a:lnTo>
                <a:lnTo>
                  <a:pt x="3856" y="21737"/>
                </a:lnTo>
                <a:lnTo>
                  <a:pt x="3513" y="22205"/>
                </a:lnTo>
                <a:lnTo>
                  <a:pt x="3187" y="22686"/>
                </a:lnTo>
                <a:lnTo>
                  <a:pt x="2876" y="23179"/>
                </a:lnTo>
                <a:lnTo>
                  <a:pt x="2581" y="23685"/>
                </a:lnTo>
                <a:lnTo>
                  <a:pt x="2302" y="24204"/>
                </a:lnTo>
                <a:lnTo>
                  <a:pt x="2040" y="24736"/>
                </a:lnTo>
                <a:lnTo>
                  <a:pt x="1793" y="25280"/>
                </a:lnTo>
                <a:lnTo>
                  <a:pt x="1562" y="25838"/>
                </a:lnTo>
                <a:lnTo>
                  <a:pt x="1346" y="26407"/>
                </a:lnTo>
                <a:lnTo>
                  <a:pt x="1147" y="26990"/>
                </a:lnTo>
                <a:lnTo>
                  <a:pt x="964" y="27586"/>
                </a:lnTo>
                <a:lnTo>
                  <a:pt x="797" y="28194"/>
                </a:lnTo>
                <a:lnTo>
                  <a:pt x="645" y="28815"/>
                </a:lnTo>
                <a:lnTo>
                  <a:pt x="510" y="29448"/>
                </a:lnTo>
                <a:lnTo>
                  <a:pt x="390" y="30095"/>
                </a:lnTo>
                <a:lnTo>
                  <a:pt x="287" y="30754"/>
                </a:lnTo>
                <a:lnTo>
                  <a:pt x="199" y="31426"/>
                </a:lnTo>
                <a:lnTo>
                  <a:pt x="127" y="32111"/>
                </a:lnTo>
                <a:lnTo>
                  <a:pt x="72" y="32808"/>
                </a:lnTo>
                <a:lnTo>
                  <a:pt x="32" y="33518"/>
                </a:lnTo>
                <a:lnTo>
                  <a:pt x="8" y="34241"/>
                </a:lnTo>
                <a:lnTo>
                  <a:pt x="0" y="34977"/>
                </a:lnTo>
                <a:lnTo>
                  <a:pt x="0" y="48656"/>
                </a:lnTo>
                <a:lnTo>
                  <a:pt x="8" y="49384"/>
                </a:lnTo>
                <a:lnTo>
                  <a:pt x="32" y="50100"/>
                </a:lnTo>
                <a:lnTo>
                  <a:pt x="72" y="50803"/>
                </a:lnTo>
                <a:lnTo>
                  <a:pt x="129" y="51494"/>
                </a:lnTo>
                <a:lnTo>
                  <a:pt x="201" y="52172"/>
                </a:lnTo>
                <a:lnTo>
                  <a:pt x="290" y="52838"/>
                </a:lnTo>
                <a:lnTo>
                  <a:pt x="394" y="53492"/>
                </a:lnTo>
                <a:lnTo>
                  <a:pt x="515" y="54133"/>
                </a:lnTo>
                <a:lnTo>
                  <a:pt x="652" y="54762"/>
                </a:lnTo>
                <a:lnTo>
                  <a:pt x="805" y="55378"/>
                </a:lnTo>
                <a:lnTo>
                  <a:pt x="974" y="55982"/>
                </a:lnTo>
                <a:lnTo>
                  <a:pt x="1159" y="56573"/>
                </a:lnTo>
                <a:lnTo>
                  <a:pt x="1360" y="57152"/>
                </a:lnTo>
                <a:lnTo>
                  <a:pt x="1577" y="57719"/>
                </a:lnTo>
                <a:lnTo>
                  <a:pt x="1811" y="58273"/>
                </a:lnTo>
                <a:lnTo>
                  <a:pt x="2060" y="58815"/>
                </a:lnTo>
                <a:lnTo>
                  <a:pt x="2326" y="59344"/>
                </a:lnTo>
                <a:lnTo>
                  <a:pt x="2607" y="59861"/>
                </a:lnTo>
                <a:lnTo>
                  <a:pt x="2905" y="60366"/>
                </a:lnTo>
                <a:lnTo>
                  <a:pt x="3219" y="60858"/>
                </a:lnTo>
                <a:lnTo>
                  <a:pt x="3549" y="61337"/>
                </a:lnTo>
                <a:lnTo>
                  <a:pt x="3895" y="61805"/>
                </a:lnTo>
                <a:lnTo>
                  <a:pt x="4257" y="62259"/>
                </a:lnTo>
                <a:lnTo>
                  <a:pt x="4635" y="62702"/>
                </a:lnTo>
                <a:lnTo>
                  <a:pt x="5027" y="63129"/>
                </a:lnTo>
                <a:lnTo>
                  <a:pt x="5428" y="63537"/>
                </a:lnTo>
                <a:lnTo>
                  <a:pt x="5840" y="63928"/>
                </a:lnTo>
                <a:lnTo>
                  <a:pt x="6261" y="64300"/>
                </a:lnTo>
                <a:lnTo>
                  <a:pt x="6693" y="64655"/>
                </a:lnTo>
                <a:lnTo>
                  <a:pt x="7134" y="64991"/>
                </a:lnTo>
                <a:lnTo>
                  <a:pt x="7586" y="65309"/>
                </a:lnTo>
                <a:lnTo>
                  <a:pt x="8048" y="65608"/>
                </a:lnTo>
                <a:lnTo>
                  <a:pt x="8519" y="65890"/>
                </a:lnTo>
                <a:lnTo>
                  <a:pt x="9001" y="66153"/>
                </a:lnTo>
                <a:lnTo>
                  <a:pt x="9493" y="66399"/>
                </a:lnTo>
                <a:lnTo>
                  <a:pt x="9995" y="66626"/>
                </a:lnTo>
                <a:lnTo>
                  <a:pt x="10507" y="66835"/>
                </a:lnTo>
                <a:lnTo>
                  <a:pt x="11029" y="67025"/>
                </a:lnTo>
                <a:lnTo>
                  <a:pt x="11561" y="67198"/>
                </a:lnTo>
                <a:lnTo>
                  <a:pt x="12103" y="67352"/>
                </a:lnTo>
                <a:lnTo>
                  <a:pt x="12655" y="67489"/>
                </a:lnTo>
                <a:lnTo>
                  <a:pt x="13217" y="67607"/>
                </a:lnTo>
                <a:lnTo>
                  <a:pt x="13789" y="67707"/>
                </a:lnTo>
                <a:lnTo>
                  <a:pt x="14371" y="67788"/>
                </a:lnTo>
                <a:lnTo>
                  <a:pt x="14963" y="67852"/>
                </a:lnTo>
                <a:lnTo>
                  <a:pt x="15565" y="67897"/>
                </a:lnTo>
                <a:lnTo>
                  <a:pt x="16178" y="67925"/>
                </a:lnTo>
                <a:lnTo>
                  <a:pt x="16800" y="67934"/>
                </a:lnTo>
                <a:lnTo>
                  <a:pt x="17316" y="67928"/>
                </a:lnTo>
                <a:lnTo>
                  <a:pt x="17822" y="67909"/>
                </a:lnTo>
                <a:lnTo>
                  <a:pt x="18320" y="67878"/>
                </a:lnTo>
                <a:lnTo>
                  <a:pt x="18809" y="67835"/>
                </a:lnTo>
                <a:lnTo>
                  <a:pt x="19289" y="67780"/>
                </a:lnTo>
                <a:lnTo>
                  <a:pt x="19760" y="67713"/>
                </a:lnTo>
                <a:lnTo>
                  <a:pt x="20222" y="67633"/>
                </a:lnTo>
                <a:lnTo>
                  <a:pt x="20676" y="67541"/>
                </a:lnTo>
                <a:lnTo>
                  <a:pt x="21120" y="67437"/>
                </a:lnTo>
                <a:lnTo>
                  <a:pt x="21555" y="67320"/>
                </a:lnTo>
                <a:lnTo>
                  <a:pt x="21982" y="67191"/>
                </a:lnTo>
                <a:lnTo>
                  <a:pt x="22399" y="67050"/>
                </a:lnTo>
                <a:lnTo>
                  <a:pt x="22808" y="66897"/>
                </a:lnTo>
                <a:lnTo>
                  <a:pt x="23208" y="66731"/>
                </a:lnTo>
                <a:lnTo>
                  <a:pt x="23598" y="66553"/>
                </a:lnTo>
                <a:lnTo>
                  <a:pt x="23980" y="66363"/>
                </a:lnTo>
                <a:lnTo>
                  <a:pt x="24353" y="66160"/>
                </a:lnTo>
                <a:lnTo>
                  <a:pt x="24717" y="65946"/>
                </a:lnTo>
                <a:lnTo>
                  <a:pt x="25072" y="65719"/>
                </a:lnTo>
                <a:lnTo>
                  <a:pt x="25418" y="65479"/>
                </a:lnTo>
                <a:lnTo>
                  <a:pt x="25755" y="65228"/>
                </a:lnTo>
                <a:lnTo>
                  <a:pt x="26084" y="64964"/>
                </a:lnTo>
                <a:lnTo>
                  <a:pt x="26403" y="64688"/>
                </a:lnTo>
                <a:lnTo>
                  <a:pt x="26713" y="64399"/>
                </a:lnTo>
                <a:lnTo>
                  <a:pt x="27013" y="64100"/>
                </a:lnTo>
                <a:lnTo>
                  <a:pt x="27300" y="63792"/>
                </a:lnTo>
                <a:lnTo>
                  <a:pt x="27574" y="63475"/>
                </a:lnTo>
                <a:lnTo>
                  <a:pt x="27836" y="63149"/>
                </a:lnTo>
                <a:lnTo>
                  <a:pt x="28084" y="62813"/>
                </a:lnTo>
                <a:lnTo>
                  <a:pt x="28320" y="62469"/>
                </a:lnTo>
                <a:lnTo>
                  <a:pt x="28544" y="62115"/>
                </a:lnTo>
                <a:lnTo>
                  <a:pt x="28754" y="61753"/>
                </a:lnTo>
                <a:lnTo>
                  <a:pt x="28952" y="61381"/>
                </a:lnTo>
                <a:lnTo>
                  <a:pt x="29137" y="61000"/>
                </a:lnTo>
                <a:lnTo>
                  <a:pt x="29309" y="60610"/>
                </a:lnTo>
                <a:lnTo>
                  <a:pt x="29468" y="60211"/>
                </a:lnTo>
                <a:lnTo>
                  <a:pt x="29615" y="59803"/>
                </a:lnTo>
                <a:lnTo>
                  <a:pt x="29749" y="59386"/>
                </a:lnTo>
                <a:lnTo>
                  <a:pt x="29870" y="58959"/>
                </a:lnTo>
                <a:lnTo>
                  <a:pt x="29978" y="58524"/>
                </a:lnTo>
                <a:lnTo>
                  <a:pt x="30074" y="58080"/>
                </a:lnTo>
                <a:lnTo>
                  <a:pt x="30157" y="57626"/>
                </a:lnTo>
                <a:lnTo>
                  <a:pt x="30195" y="57377"/>
                </a:lnTo>
                <a:lnTo>
                  <a:pt x="30386" y="57377"/>
                </a:lnTo>
                <a:lnTo>
                  <a:pt x="30386" y="67016"/>
                </a:lnTo>
                <a:lnTo>
                  <a:pt x="41586" y="67016"/>
                </a:lnTo>
                <a:lnTo>
                  <a:pt x="41586" y="0"/>
                </a:lnTo>
                <a:lnTo>
                  <a:pt x="30110" y="0"/>
                </a:lnTo>
                <a:lnTo>
                  <a:pt x="30110" y="14137"/>
                </a:lnTo>
                <a:lnTo>
                  <a:pt x="30477" y="26163"/>
                </a:lnTo>
                <a:lnTo>
                  <a:pt x="30195" y="26163"/>
                </a:lnTo>
                <a:lnTo>
                  <a:pt x="30157" y="25914"/>
                </a:lnTo>
                <a:lnTo>
                  <a:pt x="30074" y="25460"/>
                </a:lnTo>
                <a:lnTo>
                  <a:pt x="29978" y="25016"/>
                </a:lnTo>
                <a:close/>
                <a:moveTo>
                  <a:pt x="19767" y="57979"/>
                </a:moveTo>
                <a:lnTo>
                  <a:pt x="19423" y="57947"/>
                </a:lnTo>
                <a:lnTo>
                  <a:pt x="19086" y="57907"/>
                </a:lnTo>
                <a:lnTo>
                  <a:pt x="18756" y="57858"/>
                </a:lnTo>
                <a:lnTo>
                  <a:pt x="18432" y="57800"/>
                </a:lnTo>
                <a:lnTo>
                  <a:pt x="18115" y="57733"/>
                </a:lnTo>
                <a:lnTo>
                  <a:pt x="17804" y="57657"/>
                </a:lnTo>
                <a:lnTo>
                  <a:pt x="17501" y="57572"/>
                </a:lnTo>
                <a:lnTo>
                  <a:pt x="17204" y="57479"/>
                </a:lnTo>
                <a:lnTo>
                  <a:pt x="16914" y="57376"/>
                </a:lnTo>
                <a:lnTo>
                  <a:pt x="16630" y="57265"/>
                </a:lnTo>
                <a:lnTo>
                  <a:pt x="16353" y="57144"/>
                </a:lnTo>
                <a:lnTo>
                  <a:pt x="16083" y="57015"/>
                </a:lnTo>
                <a:lnTo>
                  <a:pt x="15820" y="56876"/>
                </a:lnTo>
                <a:lnTo>
                  <a:pt x="15563" y="56729"/>
                </a:lnTo>
                <a:lnTo>
                  <a:pt x="15313" y="56573"/>
                </a:lnTo>
                <a:lnTo>
                  <a:pt x="15070" y="56408"/>
                </a:lnTo>
                <a:lnTo>
                  <a:pt x="14833" y="56234"/>
                </a:lnTo>
                <a:lnTo>
                  <a:pt x="14603" y="56051"/>
                </a:lnTo>
                <a:lnTo>
                  <a:pt x="14380" y="55859"/>
                </a:lnTo>
                <a:lnTo>
                  <a:pt x="14163" y="55658"/>
                </a:lnTo>
                <a:lnTo>
                  <a:pt x="13953" y="55448"/>
                </a:lnTo>
                <a:lnTo>
                  <a:pt x="13751" y="55230"/>
                </a:lnTo>
                <a:lnTo>
                  <a:pt x="13558" y="55005"/>
                </a:lnTo>
                <a:lnTo>
                  <a:pt x="13373" y="54771"/>
                </a:lnTo>
                <a:lnTo>
                  <a:pt x="13196" y="54530"/>
                </a:lnTo>
                <a:lnTo>
                  <a:pt x="13029" y="54282"/>
                </a:lnTo>
                <a:lnTo>
                  <a:pt x="12869" y="54025"/>
                </a:lnTo>
                <a:lnTo>
                  <a:pt x="12719" y="53761"/>
                </a:lnTo>
                <a:lnTo>
                  <a:pt x="12577" y="53490"/>
                </a:lnTo>
                <a:lnTo>
                  <a:pt x="12443" y="53211"/>
                </a:lnTo>
                <a:lnTo>
                  <a:pt x="12319" y="52924"/>
                </a:lnTo>
                <a:lnTo>
                  <a:pt x="12202" y="52629"/>
                </a:lnTo>
                <a:lnTo>
                  <a:pt x="12095" y="52327"/>
                </a:lnTo>
                <a:lnTo>
                  <a:pt x="11996" y="52017"/>
                </a:lnTo>
                <a:lnTo>
                  <a:pt x="11906" y="51700"/>
                </a:lnTo>
                <a:lnTo>
                  <a:pt x="11824" y="51375"/>
                </a:lnTo>
                <a:lnTo>
                  <a:pt x="11751" y="51042"/>
                </a:lnTo>
                <a:lnTo>
                  <a:pt x="11686" y="50702"/>
                </a:lnTo>
                <a:lnTo>
                  <a:pt x="11630" y="50354"/>
                </a:lnTo>
                <a:lnTo>
                  <a:pt x="11583" y="49998"/>
                </a:lnTo>
                <a:lnTo>
                  <a:pt x="11544" y="49635"/>
                </a:lnTo>
                <a:lnTo>
                  <a:pt x="11514" y="49264"/>
                </a:lnTo>
                <a:lnTo>
                  <a:pt x="11493" y="48885"/>
                </a:lnTo>
                <a:lnTo>
                  <a:pt x="11480" y="48499"/>
                </a:lnTo>
                <a:lnTo>
                  <a:pt x="11475" y="48105"/>
                </a:lnTo>
                <a:lnTo>
                  <a:pt x="11475" y="35436"/>
                </a:lnTo>
                <a:lnTo>
                  <a:pt x="11480" y="35042"/>
                </a:lnTo>
                <a:lnTo>
                  <a:pt x="11493" y="34656"/>
                </a:lnTo>
                <a:lnTo>
                  <a:pt x="11514" y="34277"/>
                </a:lnTo>
                <a:lnTo>
                  <a:pt x="11544" y="33906"/>
                </a:lnTo>
                <a:lnTo>
                  <a:pt x="11583" y="33543"/>
                </a:lnTo>
                <a:lnTo>
                  <a:pt x="11630" y="33187"/>
                </a:lnTo>
                <a:lnTo>
                  <a:pt x="11686" y="32839"/>
                </a:lnTo>
                <a:lnTo>
                  <a:pt x="11751" y="32498"/>
                </a:lnTo>
                <a:lnTo>
                  <a:pt x="11824" y="32166"/>
                </a:lnTo>
                <a:lnTo>
                  <a:pt x="11906" y="31841"/>
                </a:lnTo>
                <a:lnTo>
                  <a:pt x="11996" y="31523"/>
                </a:lnTo>
                <a:lnTo>
                  <a:pt x="12095" y="31213"/>
                </a:lnTo>
                <a:lnTo>
                  <a:pt x="12202" y="30911"/>
                </a:lnTo>
                <a:lnTo>
                  <a:pt x="12319" y="30616"/>
                </a:lnTo>
                <a:lnTo>
                  <a:pt x="12443" y="30330"/>
                </a:lnTo>
                <a:lnTo>
                  <a:pt x="12577" y="30050"/>
                </a:lnTo>
                <a:lnTo>
                  <a:pt x="12719" y="29779"/>
                </a:lnTo>
                <a:lnTo>
                  <a:pt x="12869" y="29515"/>
                </a:lnTo>
                <a:lnTo>
                  <a:pt x="13029" y="29259"/>
                </a:lnTo>
                <a:lnTo>
                  <a:pt x="13196" y="29010"/>
                </a:lnTo>
                <a:lnTo>
                  <a:pt x="13373" y="28769"/>
                </a:lnTo>
                <a:lnTo>
                  <a:pt x="13558" y="28536"/>
                </a:lnTo>
                <a:lnTo>
                  <a:pt x="13751" y="28310"/>
                </a:lnTo>
                <a:lnTo>
                  <a:pt x="13953" y="28092"/>
                </a:lnTo>
                <a:lnTo>
                  <a:pt x="14163" y="27882"/>
                </a:lnTo>
                <a:lnTo>
                  <a:pt x="14380" y="27681"/>
                </a:lnTo>
                <a:lnTo>
                  <a:pt x="14603" y="27489"/>
                </a:lnTo>
                <a:lnTo>
                  <a:pt x="14833" y="27306"/>
                </a:lnTo>
                <a:lnTo>
                  <a:pt x="15070" y="27132"/>
                </a:lnTo>
                <a:lnTo>
                  <a:pt x="15313" y="26967"/>
                </a:lnTo>
                <a:lnTo>
                  <a:pt x="15563" y="26811"/>
                </a:lnTo>
                <a:lnTo>
                  <a:pt x="15820" y="26664"/>
                </a:lnTo>
                <a:lnTo>
                  <a:pt x="16083" y="26525"/>
                </a:lnTo>
                <a:lnTo>
                  <a:pt x="16353" y="26396"/>
                </a:lnTo>
                <a:lnTo>
                  <a:pt x="16630" y="26276"/>
                </a:lnTo>
                <a:lnTo>
                  <a:pt x="16914" y="26164"/>
                </a:lnTo>
                <a:lnTo>
                  <a:pt x="17204" y="26061"/>
                </a:lnTo>
                <a:lnTo>
                  <a:pt x="17501" y="25968"/>
                </a:lnTo>
                <a:lnTo>
                  <a:pt x="17804" y="25883"/>
                </a:lnTo>
                <a:lnTo>
                  <a:pt x="18115" y="25807"/>
                </a:lnTo>
                <a:lnTo>
                  <a:pt x="18432" y="25740"/>
                </a:lnTo>
                <a:lnTo>
                  <a:pt x="18756" y="25682"/>
                </a:lnTo>
                <a:lnTo>
                  <a:pt x="19086" y="25633"/>
                </a:lnTo>
                <a:lnTo>
                  <a:pt x="19423" y="25593"/>
                </a:lnTo>
                <a:lnTo>
                  <a:pt x="19767" y="25562"/>
                </a:lnTo>
                <a:lnTo>
                  <a:pt x="20117" y="25539"/>
                </a:lnTo>
                <a:lnTo>
                  <a:pt x="20475" y="25526"/>
                </a:lnTo>
                <a:lnTo>
                  <a:pt x="20838" y="25521"/>
                </a:lnTo>
                <a:lnTo>
                  <a:pt x="21202" y="25526"/>
                </a:lnTo>
                <a:lnTo>
                  <a:pt x="21559" y="25540"/>
                </a:lnTo>
                <a:lnTo>
                  <a:pt x="21909" y="25562"/>
                </a:lnTo>
                <a:lnTo>
                  <a:pt x="22253" y="25594"/>
                </a:lnTo>
                <a:lnTo>
                  <a:pt x="22589" y="25635"/>
                </a:lnTo>
                <a:lnTo>
                  <a:pt x="22918" y="25685"/>
                </a:lnTo>
                <a:lnTo>
                  <a:pt x="23241" y="25744"/>
                </a:lnTo>
                <a:lnTo>
                  <a:pt x="23557" y="25812"/>
                </a:lnTo>
                <a:lnTo>
                  <a:pt x="23866" y="25889"/>
                </a:lnTo>
                <a:lnTo>
                  <a:pt x="24168" y="25976"/>
                </a:lnTo>
                <a:lnTo>
                  <a:pt x="24463" y="26071"/>
                </a:lnTo>
                <a:lnTo>
                  <a:pt x="24752" y="26176"/>
                </a:lnTo>
                <a:lnTo>
                  <a:pt x="25033" y="26289"/>
                </a:lnTo>
                <a:lnTo>
                  <a:pt x="25308" y="26412"/>
                </a:lnTo>
                <a:lnTo>
                  <a:pt x="25576" y="26544"/>
                </a:lnTo>
                <a:lnTo>
                  <a:pt x="25837" y="26684"/>
                </a:lnTo>
                <a:lnTo>
                  <a:pt x="26091" y="26834"/>
                </a:lnTo>
                <a:lnTo>
                  <a:pt x="26338" y="26993"/>
                </a:lnTo>
                <a:lnTo>
                  <a:pt x="26578" y="27161"/>
                </a:lnTo>
                <a:lnTo>
                  <a:pt x="26812" y="27339"/>
                </a:lnTo>
                <a:lnTo>
                  <a:pt x="27038" y="27525"/>
                </a:lnTo>
                <a:lnTo>
                  <a:pt x="27258" y="27720"/>
                </a:lnTo>
                <a:lnTo>
                  <a:pt x="27471" y="27925"/>
                </a:lnTo>
                <a:lnTo>
                  <a:pt x="27677" y="28138"/>
                </a:lnTo>
                <a:lnTo>
                  <a:pt x="27876" y="28360"/>
                </a:lnTo>
                <a:lnTo>
                  <a:pt x="28066" y="28588"/>
                </a:lnTo>
                <a:lnTo>
                  <a:pt x="28247" y="28824"/>
                </a:lnTo>
                <a:lnTo>
                  <a:pt x="28421" y="29067"/>
                </a:lnTo>
                <a:lnTo>
                  <a:pt x="28585" y="29318"/>
                </a:lnTo>
                <a:lnTo>
                  <a:pt x="28742" y="29575"/>
                </a:lnTo>
                <a:lnTo>
                  <a:pt x="28890" y="29840"/>
                </a:lnTo>
                <a:lnTo>
                  <a:pt x="29029" y="30111"/>
                </a:lnTo>
                <a:lnTo>
                  <a:pt x="29160" y="30390"/>
                </a:lnTo>
                <a:lnTo>
                  <a:pt x="29282" y="30676"/>
                </a:lnTo>
                <a:lnTo>
                  <a:pt x="29396" y="30970"/>
                </a:lnTo>
                <a:lnTo>
                  <a:pt x="29502" y="31270"/>
                </a:lnTo>
                <a:lnTo>
                  <a:pt x="29599" y="31578"/>
                </a:lnTo>
                <a:lnTo>
                  <a:pt x="29688" y="31893"/>
                </a:lnTo>
                <a:lnTo>
                  <a:pt x="29768" y="32215"/>
                </a:lnTo>
                <a:lnTo>
                  <a:pt x="29840" y="32544"/>
                </a:lnTo>
                <a:lnTo>
                  <a:pt x="29903" y="32880"/>
                </a:lnTo>
                <a:lnTo>
                  <a:pt x="29958" y="33224"/>
                </a:lnTo>
                <a:lnTo>
                  <a:pt x="30005" y="33575"/>
                </a:lnTo>
                <a:lnTo>
                  <a:pt x="30043" y="33933"/>
                </a:lnTo>
                <a:lnTo>
                  <a:pt x="30072" y="34298"/>
                </a:lnTo>
                <a:lnTo>
                  <a:pt x="30094" y="34670"/>
                </a:lnTo>
                <a:lnTo>
                  <a:pt x="30106" y="35050"/>
                </a:lnTo>
                <a:lnTo>
                  <a:pt x="30110" y="35436"/>
                </a:lnTo>
                <a:lnTo>
                  <a:pt x="30110" y="48105"/>
                </a:lnTo>
                <a:lnTo>
                  <a:pt x="30106" y="48492"/>
                </a:lnTo>
                <a:lnTo>
                  <a:pt x="30094" y="48871"/>
                </a:lnTo>
                <a:lnTo>
                  <a:pt x="30072" y="49243"/>
                </a:lnTo>
                <a:lnTo>
                  <a:pt x="30043" y="49608"/>
                </a:lnTo>
                <a:lnTo>
                  <a:pt x="30005" y="49966"/>
                </a:lnTo>
                <a:lnTo>
                  <a:pt x="29958" y="50317"/>
                </a:lnTo>
                <a:lnTo>
                  <a:pt x="29903" y="50660"/>
                </a:lnTo>
                <a:lnTo>
                  <a:pt x="29840" y="50997"/>
                </a:lnTo>
                <a:lnTo>
                  <a:pt x="29768" y="51326"/>
                </a:lnTo>
                <a:lnTo>
                  <a:pt x="29688" y="51648"/>
                </a:lnTo>
                <a:lnTo>
                  <a:pt x="29599" y="51963"/>
                </a:lnTo>
                <a:lnTo>
                  <a:pt x="29502" y="52271"/>
                </a:lnTo>
                <a:lnTo>
                  <a:pt x="29396" y="52571"/>
                </a:lnTo>
                <a:lnTo>
                  <a:pt x="29282" y="52864"/>
                </a:lnTo>
                <a:lnTo>
                  <a:pt x="29160" y="53151"/>
                </a:lnTo>
                <a:lnTo>
                  <a:pt x="29029" y="53430"/>
                </a:lnTo>
                <a:lnTo>
                  <a:pt x="28890" y="53701"/>
                </a:lnTo>
                <a:lnTo>
                  <a:pt x="28742" y="53966"/>
                </a:lnTo>
                <a:lnTo>
                  <a:pt x="28585" y="54224"/>
                </a:lnTo>
                <a:lnTo>
                  <a:pt x="28421" y="54474"/>
                </a:lnTo>
                <a:lnTo>
                  <a:pt x="28247" y="54717"/>
                </a:lnTo>
                <a:lnTo>
                  <a:pt x="28066" y="54953"/>
                </a:lnTo>
                <a:lnTo>
                  <a:pt x="27876" y="55182"/>
                </a:lnTo>
                <a:lnTo>
                  <a:pt x="27677" y="55403"/>
                </a:lnTo>
                <a:lnTo>
                  <a:pt x="27471" y="55617"/>
                </a:lnTo>
                <a:lnTo>
                  <a:pt x="27258" y="55821"/>
                </a:lnTo>
                <a:lnTo>
                  <a:pt x="27038" y="56016"/>
                </a:lnTo>
                <a:lnTo>
                  <a:pt x="26812" y="56203"/>
                </a:lnTo>
                <a:lnTo>
                  <a:pt x="26578" y="56380"/>
                </a:lnTo>
                <a:lnTo>
                  <a:pt x="26338" y="56548"/>
                </a:lnTo>
                <a:lnTo>
                  <a:pt x="26091" y="56707"/>
                </a:lnTo>
                <a:lnTo>
                  <a:pt x="25837" y="56856"/>
                </a:lnTo>
                <a:lnTo>
                  <a:pt x="25576" y="56997"/>
                </a:lnTo>
                <a:lnTo>
                  <a:pt x="25308" y="57129"/>
                </a:lnTo>
                <a:lnTo>
                  <a:pt x="25033" y="57251"/>
                </a:lnTo>
                <a:lnTo>
                  <a:pt x="24752" y="57365"/>
                </a:lnTo>
                <a:lnTo>
                  <a:pt x="24463" y="57469"/>
                </a:lnTo>
                <a:lnTo>
                  <a:pt x="24168" y="57565"/>
                </a:lnTo>
                <a:lnTo>
                  <a:pt x="23866" y="57651"/>
                </a:lnTo>
                <a:lnTo>
                  <a:pt x="23557" y="57728"/>
                </a:lnTo>
                <a:lnTo>
                  <a:pt x="23241" y="57796"/>
                </a:lnTo>
                <a:lnTo>
                  <a:pt x="22918" y="57855"/>
                </a:lnTo>
                <a:lnTo>
                  <a:pt x="22589" y="57905"/>
                </a:lnTo>
                <a:lnTo>
                  <a:pt x="22253" y="57946"/>
                </a:lnTo>
                <a:lnTo>
                  <a:pt x="21909" y="57978"/>
                </a:lnTo>
                <a:lnTo>
                  <a:pt x="21559" y="58001"/>
                </a:lnTo>
                <a:lnTo>
                  <a:pt x="21202" y="58014"/>
                </a:lnTo>
                <a:lnTo>
                  <a:pt x="20838" y="58019"/>
                </a:lnTo>
                <a:lnTo>
                  <a:pt x="20475" y="58014"/>
                </a:lnTo>
                <a:lnTo>
                  <a:pt x="20117" y="58001"/>
                </a:lnTo>
                <a:lnTo>
                  <a:pt x="19767" y="57979"/>
                </a:lnTo>
                <a:close/>
                <a:moveTo>
                  <a:pt x="78269" y="67873"/>
                </a:moveTo>
                <a:lnTo>
                  <a:pt x="78913" y="67825"/>
                </a:lnTo>
                <a:lnTo>
                  <a:pt x="79548" y="67764"/>
                </a:lnTo>
                <a:lnTo>
                  <a:pt x="80175" y="67690"/>
                </a:lnTo>
                <a:lnTo>
                  <a:pt x="80794" y="67602"/>
                </a:lnTo>
                <a:lnTo>
                  <a:pt x="81404" y="67500"/>
                </a:lnTo>
                <a:lnTo>
                  <a:pt x="82005" y="67385"/>
                </a:lnTo>
                <a:lnTo>
                  <a:pt x="82598" y="67256"/>
                </a:lnTo>
                <a:lnTo>
                  <a:pt x="83183" y="67114"/>
                </a:lnTo>
                <a:lnTo>
                  <a:pt x="83759" y="66958"/>
                </a:lnTo>
                <a:lnTo>
                  <a:pt x="84326" y="66789"/>
                </a:lnTo>
                <a:lnTo>
                  <a:pt x="84886" y="66606"/>
                </a:lnTo>
                <a:lnTo>
                  <a:pt x="85436" y="66410"/>
                </a:lnTo>
                <a:lnTo>
                  <a:pt x="85979" y="66200"/>
                </a:lnTo>
                <a:lnTo>
                  <a:pt x="86512" y="65976"/>
                </a:lnTo>
                <a:lnTo>
                  <a:pt x="87038" y="65739"/>
                </a:lnTo>
                <a:lnTo>
                  <a:pt x="87555" y="65489"/>
                </a:lnTo>
                <a:lnTo>
                  <a:pt x="88063" y="65224"/>
                </a:lnTo>
                <a:lnTo>
                  <a:pt x="88563" y="64947"/>
                </a:lnTo>
                <a:lnTo>
                  <a:pt x="89055" y="64656"/>
                </a:lnTo>
                <a:lnTo>
                  <a:pt x="89538" y="64351"/>
                </a:lnTo>
                <a:lnTo>
                  <a:pt x="90013" y="64032"/>
                </a:lnTo>
                <a:lnTo>
                  <a:pt x="90475" y="63703"/>
                </a:lnTo>
                <a:lnTo>
                  <a:pt x="90923" y="63364"/>
                </a:lnTo>
                <a:lnTo>
                  <a:pt x="91356" y="63016"/>
                </a:lnTo>
                <a:lnTo>
                  <a:pt x="91773" y="62659"/>
                </a:lnTo>
                <a:lnTo>
                  <a:pt x="92176" y="62293"/>
                </a:lnTo>
                <a:lnTo>
                  <a:pt x="92563" y="61918"/>
                </a:lnTo>
                <a:lnTo>
                  <a:pt x="92935" y="61534"/>
                </a:lnTo>
                <a:lnTo>
                  <a:pt x="93292" y="61141"/>
                </a:lnTo>
                <a:lnTo>
                  <a:pt x="93634" y="60738"/>
                </a:lnTo>
                <a:lnTo>
                  <a:pt x="93960" y="60327"/>
                </a:lnTo>
                <a:lnTo>
                  <a:pt x="94272" y="59907"/>
                </a:lnTo>
                <a:lnTo>
                  <a:pt x="94568" y="59477"/>
                </a:lnTo>
                <a:lnTo>
                  <a:pt x="94849" y="59038"/>
                </a:lnTo>
                <a:lnTo>
                  <a:pt x="95115" y="58591"/>
                </a:lnTo>
                <a:lnTo>
                  <a:pt x="95366" y="58134"/>
                </a:lnTo>
                <a:lnTo>
                  <a:pt x="95602" y="57668"/>
                </a:lnTo>
                <a:lnTo>
                  <a:pt x="95823" y="57193"/>
                </a:lnTo>
                <a:lnTo>
                  <a:pt x="96028" y="56709"/>
                </a:lnTo>
                <a:lnTo>
                  <a:pt x="96219" y="56215"/>
                </a:lnTo>
                <a:lnTo>
                  <a:pt x="96394" y="55713"/>
                </a:lnTo>
                <a:lnTo>
                  <a:pt x="96554" y="55202"/>
                </a:lnTo>
                <a:lnTo>
                  <a:pt x="96699" y="54681"/>
                </a:lnTo>
                <a:lnTo>
                  <a:pt x="96829" y="54152"/>
                </a:lnTo>
                <a:lnTo>
                  <a:pt x="96944" y="53613"/>
                </a:lnTo>
                <a:lnTo>
                  <a:pt x="85652" y="53613"/>
                </a:lnTo>
                <a:lnTo>
                  <a:pt x="85595" y="53825"/>
                </a:lnTo>
                <a:lnTo>
                  <a:pt x="85533" y="54033"/>
                </a:lnTo>
                <a:lnTo>
                  <a:pt x="85464" y="54236"/>
                </a:lnTo>
                <a:lnTo>
                  <a:pt x="85389" y="54436"/>
                </a:lnTo>
                <a:lnTo>
                  <a:pt x="85308" y="54630"/>
                </a:lnTo>
                <a:lnTo>
                  <a:pt x="85221" y="54821"/>
                </a:lnTo>
                <a:lnTo>
                  <a:pt x="85128" y="55007"/>
                </a:lnTo>
                <a:lnTo>
                  <a:pt x="85029" y="55189"/>
                </a:lnTo>
                <a:lnTo>
                  <a:pt x="84924" y="55367"/>
                </a:lnTo>
                <a:lnTo>
                  <a:pt x="84813" y="55540"/>
                </a:lnTo>
                <a:lnTo>
                  <a:pt x="84696" y="55709"/>
                </a:lnTo>
                <a:lnTo>
                  <a:pt x="84573" y="55874"/>
                </a:lnTo>
                <a:lnTo>
                  <a:pt x="84444" y="56034"/>
                </a:lnTo>
                <a:lnTo>
                  <a:pt x="84308" y="56190"/>
                </a:lnTo>
                <a:lnTo>
                  <a:pt x="84167" y="56342"/>
                </a:lnTo>
                <a:lnTo>
                  <a:pt x="84019" y="56490"/>
                </a:lnTo>
                <a:lnTo>
                  <a:pt x="83866" y="56633"/>
                </a:lnTo>
                <a:lnTo>
                  <a:pt x="83706" y="56772"/>
                </a:lnTo>
                <a:lnTo>
                  <a:pt x="83541" y="56906"/>
                </a:lnTo>
                <a:lnTo>
                  <a:pt x="83369" y="57036"/>
                </a:lnTo>
                <a:lnTo>
                  <a:pt x="83191" y="57162"/>
                </a:lnTo>
                <a:lnTo>
                  <a:pt x="83008" y="57284"/>
                </a:lnTo>
                <a:lnTo>
                  <a:pt x="82818" y="57401"/>
                </a:lnTo>
                <a:lnTo>
                  <a:pt x="82622" y="57514"/>
                </a:lnTo>
                <a:lnTo>
                  <a:pt x="82420" y="57623"/>
                </a:lnTo>
                <a:lnTo>
                  <a:pt x="82214" y="57727"/>
                </a:lnTo>
                <a:lnTo>
                  <a:pt x="82002" y="57826"/>
                </a:lnTo>
                <a:lnTo>
                  <a:pt x="81786" y="57921"/>
                </a:lnTo>
                <a:lnTo>
                  <a:pt x="81564" y="58011"/>
                </a:lnTo>
                <a:lnTo>
                  <a:pt x="81337" y="58097"/>
                </a:lnTo>
                <a:lnTo>
                  <a:pt x="81105" y="58178"/>
                </a:lnTo>
                <a:lnTo>
                  <a:pt x="80868" y="58254"/>
                </a:lnTo>
                <a:lnTo>
                  <a:pt x="80625" y="58325"/>
                </a:lnTo>
                <a:lnTo>
                  <a:pt x="80378" y="58392"/>
                </a:lnTo>
                <a:lnTo>
                  <a:pt x="80125" y="58455"/>
                </a:lnTo>
                <a:lnTo>
                  <a:pt x="79868" y="58513"/>
                </a:lnTo>
                <a:lnTo>
                  <a:pt x="79605" y="58566"/>
                </a:lnTo>
                <a:lnTo>
                  <a:pt x="79338" y="58614"/>
                </a:lnTo>
                <a:lnTo>
                  <a:pt x="79065" y="58658"/>
                </a:lnTo>
                <a:lnTo>
                  <a:pt x="78787" y="58697"/>
                </a:lnTo>
                <a:lnTo>
                  <a:pt x="78504" y="58732"/>
                </a:lnTo>
                <a:lnTo>
                  <a:pt x="78216" y="58762"/>
                </a:lnTo>
                <a:lnTo>
                  <a:pt x="77922" y="58787"/>
                </a:lnTo>
                <a:lnTo>
                  <a:pt x="77624" y="58808"/>
                </a:lnTo>
                <a:lnTo>
                  <a:pt x="77321" y="58824"/>
                </a:lnTo>
                <a:lnTo>
                  <a:pt x="77012" y="58836"/>
                </a:lnTo>
                <a:lnTo>
                  <a:pt x="76699" y="58843"/>
                </a:lnTo>
                <a:lnTo>
                  <a:pt x="76380" y="58845"/>
                </a:lnTo>
                <a:lnTo>
                  <a:pt x="75963" y="58841"/>
                </a:lnTo>
                <a:lnTo>
                  <a:pt x="75556" y="58826"/>
                </a:lnTo>
                <a:lnTo>
                  <a:pt x="75156" y="58803"/>
                </a:lnTo>
                <a:lnTo>
                  <a:pt x="74766" y="58770"/>
                </a:lnTo>
                <a:lnTo>
                  <a:pt x="74383" y="58728"/>
                </a:lnTo>
                <a:lnTo>
                  <a:pt x="74010" y="58676"/>
                </a:lnTo>
                <a:lnTo>
                  <a:pt x="73645" y="58615"/>
                </a:lnTo>
                <a:lnTo>
                  <a:pt x="73289" y="58544"/>
                </a:lnTo>
                <a:lnTo>
                  <a:pt x="72941" y="58464"/>
                </a:lnTo>
                <a:lnTo>
                  <a:pt x="72602" y="58375"/>
                </a:lnTo>
                <a:lnTo>
                  <a:pt x="72272" y="58276"/>
                </a:lnTo>
                <a:lnTo>
                  <a:pt x="71950" y="58168"/>
                </a:lnTo>
                <a:lnTo>
                  <a:pt x="71637" y="58051"/>
                </a:lnTo>
                <a:lnTo>
                  <a:pt x="71332" y="57924"/>
                </a:lnTo>
                <a:lnTo>
                  <a:pt x="71036" y="57787"/>
                </a:lnTo>
                <a:lnTo>
                  <a:pt x="70749" y="57642"/>
                </a:lnTo>
                <a:lnTo>
                  <a:pt x="70470" y="57487"/>
                </a:lnTo>
                <a:lnTo>
                  <a:pt x="70200" y="57322"/>
                </a:lnTo>
                <a:lnTo>
                  <a:pt x="69938" y="57148"/>
                </a:lnTo>
                <a:lnTo>
                  <a:pt x="69685" y="56965"/>
                </a:lnTo>
                <a:lnTo>
                  <a:pt x="69441" y="56772"/>
                </a:lnTo>
                <a:lnTo>
                  <a:pt x="69205" y="56570"/>
                </a:lnTo>
                <a:lnTo>
                  <a:pt x="68978" y="56358"/>
                </a:lnTo>
                <a:lnTo>
                  <a:pt x="68760" y="56137"/>
                </a:lnTo>
                <a:lnTo>
                  <a:pt x="68550" y="55907"/>
                </a:lnTo>
                <a:lnTo>
                  <a:pt x="68349" y="55668"/>
                </a:lnTo>
                <a:lnTo>
                  <a:pt x="68157" y="55420"/>
                </a:lnTo>
                <a:lnTo>
                  <a:pt x="67974" y="55162"/>
                </a:lnTo>
                <a:lnTo>
                  <a:pt x="67800" y="54896"/>
                </a:lnTo>
                <a:lnTo>
                  <a:pt x="67635" y="54620"/>
                </a:lnTo>
                <a:lnTo>
                  <a:pt x="67479" y="54335"/>
                </a:lnTo>
                <a:lnTo>
                  <a:pt x="67331" y="54042"/>
                </a:lnTo>
                <a:lnTo>
                  <a:pt x="67193" y="53739"/>
                </a:lnTo>
                <a:lnTo>
                  <a:pt x="67064" y="53427"/>
                </a:lnTo>
                <a:lnTo>
                  <a:pt x="66943" y="53106"/>
                </a:lnTo>
                <a:lnTo>
                  <a:pt x="66832" y="52776"/>
                </a:lnTo>
                <a:lnTo>
                  <a:pt x="66729" y="52436"/>
                </a:lnTo>
                <a:lnTo>
                  <a:pt x="66635" y="52088"/>
                </a:lnTo>
                <a:lnTo>
                  <a:pt x="66551" y="51731"/>
                </a:lnTo>
                <a:lnTo>
                  <a:pt x="66475" y="51364"/>
                </a:lnTo>
                <a:lnTo>
                  <a:pt x="66408" y="50989"/>
                </a:lnTo>
                <a:lnTo>
                  <a:pt x="66350" y="50604"/>
                </a:lnTo>
                <a:lnTo>
                  <a:pt x="66301" y="50210"/>
                </a:lnTo>
                <a:lnTo>
                  <a:pt x="66260" y="49807"/>
                </a:lnTo>
                <a:lnTo>
                  <a:pt x="66229" y="49395"/>
                </a:lnTo>
                <a:lnTo>
                  <a:pt x="66207" y="48974"/>
                </a:lnTo>
                <a:lnTo>
                  <a:pt x="66194" y="48544"/>
                </a:lnTo>
                <a:lnTo>
                  <a:pt x="66189" y="48105"/>
                </a:lnTo>
                <a:lnTo>
                  <a:pt x="66189" y="44525"/>
                </a:lnTo>
                <a:lnTo>
                  <a:pt x="97311" y="44525"/>
                </a:lnTo>
                <a:lnTo>
                  <a:pt x="97311" y="35436"/>
                </a:lnTo>
                <a:lnTo>
                  <a:pt x="97306" y="34942"/>
                </a:lnTo>
                <a:lnTo>
                  <a:pt x="97293" y="34452"/>
                </a:lnTo>
                <a:lnTo>
                  <a:pt x="97270" y="33968"/>
                </a:lnTo>
                <a:lnTo>
                  <a:pt x="97238" y="33489"/>
                </a:lnTo>
                <a:lnTo>
                  <a:pt x="97197" y="33016"/>
                </a:lnTo>
                <a:lnTo>
                  <a:pt x="97147" y="32547"/>
                </a:lnTo>
                <a:lnTo>
                  <a:pt x="97088" y="32084"/>
                </a:lnTo>
                <a:lnTo>
                  <a:pt x="97020" y="31626"/>
                </a:lnTo>
                <a:lnTo>
                  <a:pt x="96943" y="31174"/>
                </a:lnTo>
                <a:lnTo>
                  <a:pt x="96857" y="30727"/>
                </a:lnTo>
                <a:lnTo>
                  <a:pt x="96761" y="30285"/>
                </a:lnTo>
                <a:lnTo>
                  <a:pt x="96657" y="29848"/>
                </a:lnTo>
                <a:lnTo>
                  <a:pt x="96543" y="29416"/>
                </a:lnTo>
                <a:lnTo>
                  <a:pt x="96420" y="28990"/>
                </a:lnTo>
                <a:lnTo>
                  <a:pt x="96289" y="28569"/>
                </a:lnTo>
                <a:lnTo>
                  <a:pt x="96148" y="28153"/>
                </a:lnTo>
                <a:lnTo>
                  <a:pt x="95998" y="27743"/>
                </a:lnTo>
                <a:lnTo>
                  <a:pt x="95839" y="27338"/>
                </a:lnTo>
                <a:lnTo>
                  <a:pt x="95671" y="26938"/>
                </a:lnTo>
                <a:lnTo>
                  <a:pt x="95494" y="26543"/>
                </a:lnTo>
                <a:lnTo>
                  <a:pt x="95307" y="26154"/>
                </a:lnTo>
                <a:lnTo>
                  <a:pt x="95112" y="25770"/>
                </a:lnTo>
                <a:lnTo>
                  <a:pt x="94908" y="25391"/>
                </a:lnTo>
                <a:lnTo>
                  <a:pt x="94694" y="25017"/>
                </a:lnTo>
                <a:lnTo>
                  <a:pt x="94473" y="24649"/>
                </a:lnTo>
                <a:lnTo>
                  <a:pt x="94244" y="24289"/>
                </a:lnTo>
                <a:lnTo>
                  <a:pt x="94007" y="23935"/>
                </a:lnTo>
                <a:lnTo>
                  <a:pt x="93764" y="23588"/>
                </a:lnTo>
                <a:lnTo>
                  <a:pt x="93513" y="23247"/>
                </a:lnTo>
                <a:lnTo>
                  <a:pt x="93254" y="22914"/>
                </a:lnTo>
                <a:lnTo>
                  <a:pt x="92989" y="22587"/>
                </a:lnTo>
                <a:lnTo>
                  <a:pt x="92716" y="22268"/>
                </a:lnTo>
                <a:lnTo>
                  <a:pt x="92435" y="21955"/>
                </a:lnTo>
                <a:lnTo>
                  <a:pt x="92148" y="21649"/>
                </a:lnTo>
                <a:lnTo>
                  <a:pt x="91853" y="21350"/>
                </a:lnTo>
                <a:lnTo>
                  <a:pt x="91550" y="21058"/>
                </a:lnTo>
                <a:lnTo>
                  <a:pt x="91241" y="20772"/>
                </a:lnTo>
                <a:lnTo>
                  <a:pt x="90924" y="20494"/>
                </a:lnTo>
                <a:lnTo>
                  <a:pt x="90599" y="20222"/>
                </a:lnTo>
                <a:lnTo>
                  <a:pt x="90268" y="19957"/>
                </a:lnTo>
                <a:lnTo>
                  <a:pt x="89929" y="19699"/>
                </a:lnTo>
                <a:lnTo>
                  <a:pt x="89582" y="19448"/>
                </a:lnTo>
                <a:lnTo>
                  <a:pt x="89228" y="19204"/>
                </a:lnTo>
                <a:lnTo>
                  <a:pt x="88867" y="18967"/>
                </a:lnTo>
                <a:lnTo>
                  <a:pt x="88499" y="18736"/>
                </a:lnTo>
                <a:lnTo>
                  <a:pt x="88123" y="18513"/>
                </a:lnTo>
                <a:lnTo>
                  <a:pt x="87740" y="18296"/>
                </a:lnTo>
                <a:lnTo>
                  <a:pt x="87350" y="18086"/>
                </a:lnTo>
                <a:lnTo>
                  <a:pt x="86953" y="17884"/>
                </a:lnTo>
                <a:lnTo>
                  <a:pt x="86551" y="17690"/>
                </a:lnTo>
                <a:lnTo>
                  <a:pt x="86143" y="17505"/>
                </a:lnTo>
                <a:lnTo>
                  <a:pt x="85729" y="17328"/>
                </a:lnTo>
                <a:lnTo>
                  <a:pt x="85310" y="17160"/>
                </a:lnTo>
                <a:lnTo>
                  <a:pt x="84885" y="17001"/>
                </a:lnTo>
                <a:lnTo>
                  <a:pt x="84455" y="16850"/>
                </a:lnTo>
                <a:lnTo>
                  <a:pt x="84019" y="16708"/>
                </a:lnTo>
                <a:lnTo>
                  <a:pt x="83578" y="16575"/>
                </a:lnTo>
                <a:lnTo>
                  <a:pt x="83131" y="16450"/>
                </a:lnTo>
                <a:lnTo>
                  <a:pt x="82678" y="16334"/>
                </a:lnTo>
                <a:lnTo>
                  <a:pt x="82220" y="16226"/>
                </a:lnTo>
                <a:lnTo>
                  <a:pt x="81757" y="16127"/>
                </a:lnTo>
                <a:lnTo>
                  <a:pt x="81287" y="16037"/>
                </a:lnTo>
                <a:lnTo>
                  <a:pt x="80812" y="15955"/>
                </a:lnTo>
                <a:lnTo>
                  <a:pt x="80332" y="15882"/>
                </a:lnTo>
                <a:lnTo>
                  <a:pt x="79846" y="15817"/>
                </a:lnTo>
                <a:lnTo>
                  <a:pt x="79354" y="15761"/>
                </a:lnTo>
                <a:lnTo>
                  <a:pt x="78857" y="15714"/>
                </a:lnTo>
                <a:lnTo>
                  <a:pt x="78354" y="15675"/>
                </a:lnTo>
                <a:lnTo>
                  <a:pt x="77846" y="15645"/>
                </a:lnTo>
                <a:lnTo>
                  <a:pt x="77332" y="15624"/>
                </a:lnTo>
                <a:lnTo>
                  <a:pt x="76813" y="15611"/>
                </a:lnTo>
                <a:lnTo>
                  <a:pt x="76287" y="15606"/>
                </a:lnTo>
                <a:lnTo>
                  <a:pt x="75755" y="15611"/>
                </a:lnTo>
                <a:lnTo>
                  <a:pt x="75228" y="15624"/>
                </a:lnTo>
                <a:lnTo>
                  <a:pt x="74707" y="15645"/>
                </a:lnTo>
                <a:lnTo>
                  <a:pt x="74192" y="15675"/>
                </a:lnTo>
                <a:lnTo>
                  <a:pt x="73682" y="15714"/>
                </a:lnTo>
                <a:lnTo>
                  <a:pt x="73178" y="15761"/>
                </a:lnTo>
                <a:lnTo>
                  <a:pt x="72680" y="15817"/>
                </a:lnTo>
                <a:lnTo>
                  <a:pt x="72187" y="15882"/>
                </a:lnTo>
                <a:lnTo>
                  <a:pt x="71701" y="15955"/>
                </a:lnTo>
                <a:lnTo>
                  <a:pt x="71220" y="16037"/>
                </a:lnTo>
                <a:lnTo>
                  <a:pt x="70744" y="16127"/>
                </a:lnTo>
                <a:lnTo>
                  <a:pt x="70275" y="16226"/>
                </a:lnTo>
                <a:lnTo>
                  <a:pt x="69811" y="16334"/>
                </a:lnTo>
                <a:lnTo>
                  <a:pt x="69353" y="16450"/>
                </a:lnTo>
                <a:lnTo>
                  <a:pt x="68901" y="16575"/>
                </a:lnTo>
                <a:lnTo>
                  <a:pt x="68454" y="16708"/>
                </a:lnTo>
                <a:lnTo>
                  <a:pt x="68013" y="16850"/>
                </a:lnTo>
                <a:lnTo>
                  <a:pt x="67578" y="17001"/>
                </a:lnTo>
                <a:lnTo>
                  <a:pt x="67149" y="17160"/>
                </a:lnTo>
                <a:lnTo>
                  <a:pt x="66725" y="17328"/>
                </a:lnTo>
                <a:lnTo>
                  <a:pt x="66307" y="17505"/>
                </a:lnTo>
                <a:lnTo>
                  <a:pt x="65895" y="17690"/>
                </a:lnTo>
                <a:lnTo>
                  <a:pt x="65489" y="17884"/>
                </a:lnTo>
                <a:lnTo>
                  <a:pt x="65088" y="18086"/>
                </a:lnTo>
                <a:lnTo>
                  <a:pt x="64694" y="18296"/>
                </a:lnTo>
                <a:lnTo>
                  <a:pt x="64307" y="18513"/>
                </a:lnTo>
                <a:lnTo>
                  <a:pt x="63928" y="18736"/>
                </a:lnTo>
                <a:lnTo>
                  <a:pt x="63557" y="18967"/>
                </a:lnTo>
                <a:lnTo>
                  <a:pt x="63192" y="19204"/>
                </a:lnTo>
                <a:lnTo>
                  <a:pt x="62836" y="19448"/>
                </a:lnTo>
                <a:lnTo>
                  <a:pt x="62487" y="19699"/>
                </a:lnTo>
                <a:lnTo>
                  <a:pt x="62145" y="19957"/>
                </a:lnTo>
                <a:lnTo>
                  <a:pt x="61811" y="20222"/>
                </a:lnTo>
                <a:lnTo>
                  <a:pt x="61484" y="20494"/>
                </a:lnTo>
                <a:lnTo>
                  <a:pt x="61165" y="20772"/>
                </a:lnTo>
                <a:lnTo>
                  <a:pt x="60853" y="21058"/>
                </a:lnTo>
                <a:lnTo>
                  <a:pt x="60549" y="21350"/>
                </a:lnTo>
                <a:lnTo>
                  <a:pt x="60252" y="21649"/>
                </a:lnTo>
                <a:lnTo>
                  <a:pt x="59963" y="21955"/>
                </a:lnTo>
                <a:lnTo>
                  <a:pt x="59682" y="22268"/>
                </a:lnTo>
                <a:lnTo>
                  <a:pt x="59407" y="22587"/>
                </a:lnTo>
                <a:lnTo>
                  <a:pt x="59141" y="22914"/>
                </a:lnTo>
                <a:lnTo>
                  <a:pt x="58881" y="23247"/>
                </a:lnTo>
                <a:lnTo>
                  <a:pt x="58630" y="23588"/>
                </a:lnTo>
                <a:lnTo>
                  <a:pt x="58385" y="23935"/>
                </a:lnTo>
                <a:lnTo>
                  <a:pt x="58148" y="24289"/>
                </a:lnTo>
                <a:lnTo>
                  <a:pt x="57919" y="24649"/>
                </a:lnTo>
                <a:lnTo>
                  <a:pt x="57697" y="25017"/>
                </a:lnTo>
                <a:lnTo>
                  <a:pt x="57484" y="25391"/>
                </a:lnTo>
                <a:lnTo>
                  <a:pt x="57280" y="25770"/>
                </a:lnTo>
                <a:lnTo>
                  <a:pt x="57084" y="26154"/>
                </a:lnTo>
                <a:lnTo>
                  <a:pt x="56898" y="26543"/>
                </a:lnTo>
                <a:lnTo>
                  <a:pt x="56721" y="26938"/>
                </a:lnTo>
                <a:lnTo>
                  <a:pt x="56553" y="27338"/>
                </a:lnTo>
                <a:lnTo>
                  <a:pt x="56394" y="27743"/>
                </a:lnTo>
                <a:lnTo>
                  <a:pt x="56244" y="28153"/>
                </a:lnTo>
                <a:lnTo>
                  <a:pt x="56104" y="28569"/>
                </a:lnTo>
                <a:lnTo>
                  <a:pt x="55972" y="28990"/>
                </a:lnTo>
                <a:lnTo>
                  <a:pt x="55849" y="29416"/>
                </a:lnTo>
                <a:lnTo>
                  <a:pt x="55736" y="29848"/>
                </a:lnTo>
                <a:lnTo>
                  <a:pt x="55631" y="30285"/>
                </a:lnTo>
                <a:lnTo>
                  <a:pt x="55536" y="30727"/>
                </a:lnTo>
                <a:lnTo>
                  <a:pt x="55450" y="31174"/>
                </a:lnTo>
                <a:lnTo>
                  <a:pt x="55373" y="31626"/>
                </a:lnTo>
                <a:lnTo>
                  <a:pt x="55305" y="32084"/>
                </a:lnTo>
                <a:lnTo>
                  <a:pt x="55245" y="32547"/>
                </a:lnTo>
                <a:lnTo>
                  <a:pt x="55196" y="33016"/>
                </a:lnTo>
                <a:lnTo>
                  <a:pt x="55155" y="33489"/>
                </a:lnTo>
                <a:lnTo>
                  <a:pt x="55123" y="33968"/>
                </a:lnTo>
                <a:lnTo>
                  <a:pt x="55100" y="34452"/>
                </a:lnTo>
                <a:lnTo>
                  <a:pt x="55087" y="34942"/>
                </a:lnTo>
                <a:lnTo>
                  <a:pt x="55082" y="35436"/>
                </a:lnTo>
                <a:lnTo>
                  <a:pt x="55082" y="48105"/>
                </a:lnTo>
                <a:lnTo>
                  <a:pt x="55087" y="48600"/>
                </a:lnTo>
                <a:lnTo>
                  <a:pt x="55100" y="49089"/>
                </a:lnTo>
                <a:lnTo>
                  <a:pt x="55123" y="49573"/>
                </a:lnTo>
                <a:lnTo>
                  <a:pt x="55155" y="50052"/>
                </a:lnTo>
                <a:lnTo>
                  <a:pt x="55196" y="50525"/>
                </a:lnTo>
                <a:lnTo>
                  <a:pt x="55245" y="50994"/>
                </a:lnTo>
                <a:lnTo>
                  <a:pt x="55305" y="51457"/>
                </a:lnTo>
                <a:lnTo>
                  <a:pt x="55373" y="51914"/>
                </a:lnTo>
                <a:lnTo>
                  <a:pt x="55450" y="52367"/>
                </a:lnTo>
                <a:lnTo>
                  <a:pt x="55536" y="52814"/>
                </a:lnTo>
                <a:lnTo>
                  <a:pt x="55631" y="53256"/>
                </a:lnTo>
                <a:lnTo>
                  <a:pt x="55736" y="53693"/>
                </a:lnTo>
                <a:lnTo>
                  <a:pt x="55849" y="54125"/>
                </a:lnTo>
                <a:lnTo>
                  <a:pt x="55972" y="54551"/>
                </a:lnTo>
                <a:lnTo>
                  <a:pt x="56104" y="54972"/>
                </a:lnTo>
                <a:lnTo>
                  <a:pt x="56244" y="55388"/>
                </a:lnTo>
                <a:lnTo>
                  <a:pt x="56394" y="55798"/>
                </a:lnTo>
                <a:lnTo>
                  <a:pt x="56553" y="56203"/>
                </a:lnTo>
                <a:lnTo>
                  <a:pt x="56721" y="56603"/>
                </a:lnTo>
                <a:lnTo>
                  <a:pt x="56898" y="56998"/>
                </a:lnTo>
                <a:lnTo>
                  <a:pt x="57084" y="57387"/>
                </a:lnTo>
                <a:lnTo>
                  <a:pt x="57280" y="57772"/>
                </a:lnTo>
                <a:lnTo>
                  <a:pt x="57484" y="58151"/>
                </a:lnTo>
                <a:lnTo>
                  <a:pt x="57697" y="58524"/>
                </a:lnTo>
                <a:lnTo>
                  <a:pt x="57919" y="58892"/>
                </a:lnTo>
                <a:lnTo>
                  <a:pt x="58148" y="59253"/>
                </a:lnTo>
                <a:lnTo>
                  <a:pt x="58385" y="59607"/>
                </a:lnTo>
                <a:lnTo>
                  <a:pt x="58630" y="59954"/>
                </a:lnTo>
                <a:lnTo>
                  <a:pt x="58881" y="60294"/>
                </a:lnTo>
                <a:lnTo>
                  <a:pt x="59141" y="60627"/>
                </a:lnTo>
                <a:lnTo>
                  <a:pt x="59407" y="60954"/>
                </a:lnTo>
                <a:lnTo>
                  <a:pt x="59682" y="61273"/>
                </a:lnTo>
                <a:lnTo>
                  <a:pt x="59963" y="61586"/>
                </a:lnTo>
                <a:lnTo>
                  <a:pt x="60252" y="61892"/>
                </a:lnTo>
                <a:lnTo>
                  <a:pt x="60549" y="62191"/>
                </a:lnTo>
                <a:lnTo>
                  <a:pt x="60853" y="62483"/>
                </a:lnTo>
                <a:lnTo>
                  <a:pt x="61165" y="62768"/>
                </a:lnTo>
                <a:lnTo>
                  <a:pt x="61484" y="63047"/>
                </a:lnTo>
                <a:lnTo>
                  <a:pt x="61811" y="63319"/>
                </a:lnTo>
                <a:lnTo>
                  <a:pt x="62145" y="63584"/>
                </a:lnTo>
                <a:lnTo>
                  <a:pt x="62487" y="63842"/>
                </a:lnTo>
                <a:lnTo>
                  <a:pt x="62836" y="64093"/>
                </a:lnTo>
                <a:lnTo>
                  <a:pt x="63192" y="64337"/>
                </a:lnTo>
                <a:lnTo>
                  <a:pt x="63557" y="64574"/>
                </a:lnTo>
                <a:lnTo>
                  <a:pt x="63928" y="64805"/>
                </a:lnTo>
                <a:lnTo>
                  <a:pt x="64307" y="65029"/>
                </a:lnTo>
                <a:lnTo>
                  <a:pt x="64694" y="65246"/>
                </a:lnTo>
                <a:lnTo>
                  <a:pt x="65088" y="65456"/>
                </a:lnTo>
                <a:lnTo>
                  <a:pt x="65489" y="65658"/>
                </a:lnTo>
                <a:lnTo>
                  <a:pt x="65895" y="65851"/>
                </a:lnTo>
                <a:lnTo>
                  <a:pt x="66307" y="66036"/>
                </a:lnTo>
                <a:lnTo>
                  <a:pt x="66725" y="66213"/>
                </a:lnTo>
                <a:lnTo>
                  <a:pt x="67149" y="66381"/>
                </a:lnTo>
                <a:lnTo>
                  <a:pt x="67578" y="66540"/>
                </a:lnTo>
                <a:lnTo>
                  <a:pt x="68013" y="66690"/>
                </a:lnTo>
                <a:lnTo>
                  <a:pt x="68454" y="66832"/>
                </a:lnTo>
                <a:lnTo>
                  <a:pt x="68901" y="66966"/>
                </a:lnTo>
                <a:lnTo>
                  <a:pt x="69353" y="67090"/>
                </a:lnTo>
                <a:lnTo>
                  <a:pt x="69811" y="67207"/>
                </a:lnTo>
                <a:lnTo>
                  <a:pt x="70275" y="67314"/>
                </a:lnTo>
                <a:lnTo>
                  <a:pt x="70744" y="67413"/>
                </a:lnTo>
                <a:lnTo>
                  <a:pt x="71220" y="67503"/>
                </a:lnTo>
                <a:lnTo>
                  <a:pt x="71701" y="67585"/>
                </a:lnTo>
                <a:lnTo>
                  <a:pt x="72187" y="67658"/>
                </a:lnTo>
                <a:lnTo>
                  <a:pt x="72680" y="67723"/>
                </a:lnTo>
                <a:lnTo>
                  <a:pt x="73178" y="67779"/>
                </a:lnTo>
                <a:lnTo>
                  <a:pt x="73682" y="67826"/>
                </a:lnTo>
                <a:lnTo>
                  <a:pt x="74192" y="67865"/>
                </a:lnTo>
                <a:lnTo>
                  <a:pt x="74707" y="67895"/>
                </a:lnTo>
                <a:lnTo>
                  <a:pt x="75228" y="67916"/>
                </a:lnTo>
                <a:lnTo>
                  <a:pt x="75755" y="67929"/>
                </a:lnTo>
                <a:lnTo>
                  <a:pt x="76287" y="67934"/>
                </a:lnTo>
                <a:lnTo>
                  <a:pt x="76957" y="67927"/>
                </a:lnTo>
                <a:lnTo>
                  <a:pt x="77617" y="67907"/>
                </a:lnTo>
                <a:lnTo>
                  <a:pt x="78269" y="67873"/>
                </a:lnTo>
                <a:close/>
                <a:moveTo>
                  <a:pt x="66194" y="35004"/>
                </a:moveTo>
                <a:lnTo>
                  <a:pt x="66207" y="34581"/>
                </a:lnTo>
                <a:lnTo>
                  <a:pt x="66229" y="34165"/>
                </a:lnTo>
                <a:lnTo>
                  <a:pt x="66260" y="33758"/>
                </a:lnTo>
                <a:lnTo>
                  <a:pt x="66301" y="33359"/>
                </a:lnTo>
                <a:lnTo>
                  <a:pt x="66350" y="32969"/>
                </a:lnTo>
                <a:lnTo>
                  <a:pt x="66408" y="32587"/>
                </a:lnTo>
                <a:lnTo>
                  <a:pt x="66475" y="32213"/>
                </a:lnTo>
                <a:lnTo>
                  <a:pt x="66551" y="31847"/>
                </a:lnTo>
                <a:lnTo>
                  <a:pt x="66635" y="31490"/>
                </a:lnTo>
                <a:lnTo>
                  <a:pt x="66729" y="31141"/>
                </a:lnTo>
                <a:lnTo>
                  <a:pt x="66832" y="30800"/>
                </a:lnTo>
                <a:lnTo>
                  <a:pt x="66943" y="30467"/>
                </a:lnTo>
                <a:lnTo>
                  <a:pt x="67064" y="30143"/>
                </a:lnTo>
                <a:lnTo>
                  <a:pt x="67193" y="29827"/>
                </a:lnTo>
                <a:lnTo>
                  <a:pt x="67331" y="29520"/>
                </a:lnTo>
                <a:lnTo>
                  <a:pt x="67479" y="29221"/>
                </a:lnTo>
                <a:lnTo>
                  <a:pt x="67635" y="28930"/>
                </a:lnTo>
                <a:lnTo>
                  <a:pt x="67800" y="28647"/>
                </a:lnTo>
                <a:lnTo>
                  <a:pt x="67974" y="28373"/>
                </a:lnTo>
                <a:lnTo>
                  <a:pt x="68157" y="28106"/>
                </a:lnTo>
                <a:lnTo>
                  <a:pt x="68349" y="27849"/>
                </a:lnTo>
                <a:lnTo>
                  <a:pt x="68550" y="27599"/>
                </a:lnTo>
                <a:lnTo>
                  <a:pt x="68760" y="27358"/>
                </a:lnTo>
                <a:lnTo>
                  <a:pt x="68978" y="27126"/>
                </a:lnTo>
                <a:lnTo>
                  <a:pt x="69205" y="26903"/>
                </a:lnTo>
                <a:lnTo>
                  <a:pt x="69439" y="26691"/>
                </a:lnTo>
                <a:lnTo>
                  <a:pt x="69683" y="26488"/>
                </a:lnTo>
                <a:lnTo>
                  <a:pt x="69934" y="26295"/>
                </a:lnTo>
                <a:lnTo>
                  <a:pt x="70194" y="26112"/>
                </a:lnTo>
                <a:lnTo>
                  <a:pt x="70462" y="25940"/>
                </a:lnTo>
                <a:lnTo>
                  <a:pt x="70738" y="25776"/>
                </a:lnTo>
                <a:lnTo>
                  <a:pt x="71023" y="25623"/>
                </a:lnTo>
                <a:lnTo>
                  <a:pt x="71316" y="25480"/>
                </a:lnTo>
                <a:lnTo>
                  <a:pt x="71617" y="25347"/>
                </a:lnTo>
                <a:lnTo>
                  <a:pt x="71927" y="25223"/>
                </a:lnTo>
                <a:lnTo>
                  <a:pt x="72245" y="25109"/>
                </a:lnTo>
                <a:lnTo>
                  <a:pt x="72571" y="25006"/>
                </a:lnTo>
                <a:lnTo>
                  <a:pt x="72905" y="24912"/>
                </a:lnTo>
                <a:lnTo>
                  <a:pt x="73248" y="24828"/>
                </a:lnTo>
                <a:lnTo>
                  <a:pt x="73599" y="24754"/>
                </a:lnTo>
                <a:lnTo>
                  <a:pt x="73958" y="24689"/>
                </a:lnTo>
                <a:lnTo>
                  <a:pt x="74325" y="24635"/>
                </a:lnTo>
                <a:lnTo>
                  <a:pt x="74701" y="24590"/>
                </a:lnTo>
                <a:lnTo>
                  <a:pt x="75085" y="24556"/>
                </a:lnTo>
                <a:lnTo>
                  <a:pt x="75478" y="24531"/>
                </a:lnTo>
                <a:lnTo>
                  <a:pt x="75879" y="24516"/>
                </a:lnTo>
                <a:lnTo>
                  <a:pt x="76287" y="24511"/>
                </a:lnTo>
                <a:lnTo>
                  <a:pt x="76696" y="24516"/>
                </a:lnTo>
                <a:lnTo>
                  <a:pt x="77097" y="24531"/>
                </a:lnTo>
                <a:lnTo>
                  <a:pt x="77488" y="24555"/>
                </a:lnTo>
                <a:lnTo>
                  <a:pt x="77871" y="24589"/>
                </a:lnTo>
                <a:lnTo>
                  <a:pt x="78245" y="24633"/>
                </a:lnTo>
                <a:lnTo>
                  <a:pt x="78611" y="24686"/>
                </a:lnTo>
                <a:lnTo>
                  <a:pt x="78968" y="24750"/>
                </a:lnTo>
                <a:lnTo>
                  <a:pt x="79317" y="24823"/>
                </a:lnTo>
                <a:lnTo>
                  <a:pt x="79657" y="24905"/>
                </a:lnTo>
                <a:lnTo>
                  <a:pt x="79988" y="24998"/>
                </a:lnTo>
                <a:lnTo>
                  <a:pt x="80311" y="25100"/>
                </a:lnTo>
                <a:lnTo>
                  <a:pt x="80625" y="25211"/>
                </a:lnTo>
                <a:lnTo>
                  <a:pt x="80931" y="25333"/>
                </a:lnTo>
                <a:lnTo>
                  <a:pt x="81228" y="25464"/>
                </a:lnTo>
                <a:lnTo>
                  <a:pt x="81516" y="25605"/>
                </a:lnTo>
                <a:lnTo>
                  <a:pt x="81795" y="25756"/>
                </a:lnTo>
                <a:lnTo>
                  <a:pt x="82067" y="25916"/>
                </a:lnTo>
                <a:lnTo>
                  <a:pt x="82329" y="26086"/>
                </a:lnTo>
                <a:lnTo>
                  <a:pt x="82583" y="26266"/>
                </a:lnTo>
                <a:lnTo>
                  <a:pt x="82828" y="26456"/>
                </a:lnTo>
                <a:lnTo>
                  <a:pt x="83065" y="26655"/>
                </a:lnTo>
                <a:lnTo>
                  <a:pt x="83293" y="26864"/>
                </a:lnTo>
                <a:lnTo>
                  <a:pt x="83512" y="27083"/>
                </a:lnTo>
                <a:lnTo>
                  <a:pt x="83723" y="27312"/>
                </a:lnTo>
                <a:lnTo>
                  <a:pt x="83925" y="27549"/>
                </a:lnTo>
                <a:lnTo>
                  <a:pt x="84119" y="27795"/>
                </a:lnTo>
                <a:lnTo>
                  <a:pt x="84304" y="28050"/>
                </a:lnTo>
                <a:lnTo>
                  <a:pt x="84481" y="28313"/>
                </a:lnTo>
                <a:lnTo>
                  <a:pt x="84648" y="28584"/>
                </a:lnTo>
                <a:lnTo>
                  <a:pt x="84808" y="28864"/>
                </a:lnTo>
                <a:lnTo>
                  <a:pt x="84958" y="29152"/>
                </a:lnTo>
                <a:lnTo>
                  <a:pt x="85100" y="29449"/>
                </a:lnTo>
                <a:lnTo>
                  <a:pt x="85234" y="29754"/>
                </a:lnTo>
                <a:lnTo>
                  <a:pt x="85359" y="30067"/>
                </a:lnTo>
                <a:lnTo>
                  <a:pt x="85475" y="30389"/>
                </a:lnTo>
                <a:lnTo>
                  <a:pt x="85583" y="30720"/>
                </a:lnTo>
                <a:lnTo>
                  <a:pt x="85682" y="31059"/>
                </a:lnTo>
                <a:lnTo>
                  <a:pt x="85772" y="31406"/>
                </a:lnTo>
                <a:lnTo>
                  <a:pt x="85854" y="31762"/>
                </a:lnTo>
                <a:lnTo>
                  <a:pt x="85927" y="32126"/>
                </a:lnTo>
                <a:lnTo>
                  <a:pt x="85991" y="32499"/>
                </a:lnTo>
                <a:lnTo>
                  <a:pt x="86047" y="32880"/>
                </a:lnTo>
                <a:lnTo>
                  <a:pt x="86095" y="33269"/>
                </a:lnTo>
                <a:lnTo>
                  <a:pt x="86134" y="33667"/>
                </a:lnTo>
                <a:lnTo>
                  <a:pt x="86164" y="34074"/>
                </a:lnTo>
                <a:lnTo>
                  <a:pt x="86185" y="34489"/>
                </a:lnTo>
                <a:lnTo>
                  <a:pt x="86198" y="34912"/>
                </a:lnTo>
                <a:lnTo>
                  <a:pt x="86202" y="35344"/>
                </a:lnTo>
                <a:lnTo>
                  <a:pt x="86202" y="37188"/>
                </a:lnTo>
                <a:lnTo>
                  <a:pt x="66189" y="37364"/>
                </a:lnTo>
                <a:lnTo>
                  <a:pt x="66189" y="35436"/>
                </a:lnTo>
                <a:lnTo>
                  <a:pt x="66194" y="35004"/>
                </a:lnTo>
                <a:close/>
              </a:path>
            </a:pathLst>
          </a:custGeom>
          <a:solidFill xmlns:a="http://schemas.openxmlformats.org/drawingml/2006/main">
            <a:srgbClr val="D222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Text _matrixify">
            <a:extLst xmlns:a="http://schemas.openxmlformats.org/drawingml/2006/main">
              <a:ext uri="{FF2B5EF4-FFF2-40B4-BE49-F238E27FC236}">
                <a16:creationId xmlns:a16="http://schemas.microsoft.com/office/drawing/2014/main" id="{F8298E46-A365-4883-ACD8-06299314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619" y="2053882"/>
            <a:ext cx="541824" cy="88681"/>
          </a:xfrm>
          <a:custGeom xmlns:a="http://schemas.openxmlformats.org/drawingml/2006/main">
            <a:pathLst>
              <a:path w="541824" h="88681">
                <a:moveTo>
                  <a:pt x="193232" y="61774"/>
                </a:moveTo>
                <a:lnTo>
                  <a:pt x="192866" y="61750"/>
                </a:lnTo>
                <a:lnTo>
                  <a:pt x="192517" y="61708"/>
                </a:lnTo>
                <a:lnTo>
                  <a:pt x="192183" y="61650"/>
                </a:lnTo>
                <a:lnTo>
                  <a:pt x="191866" y="61576"/>
                </a:lnTo>
                <a:lnTo>
                  <a:pt x="191565" y="61484"/>
                </a:lnTo>
                <a:lnTo>
                  <a:pt x="191281" y="61377"/>
                </a:lnTo>
                <a:lnTo>
                  <a:pt x="191013" y="61252"/>
                </a:lnTo>
                <a:lnTo>
                  <a:pt x="190761" y="61112"/>
                </a:lnTo>
                <a:lnTo>
                  <a:pt x="190525" y="60954"/>
                </a:lnTo>
                <a:lnTo>
                  <a:pt x="190305" y="60780"/>
                </a:lnTo>
                <a:lnTo>
                  <a:pt x="190102" y="60590"/>
                </a:lnTo>
                <a:lnTo>
                  <a:pt x="189915" y="60382"/>
                </a:lnTo>
                <a:lnTo>
                  <a:pt x="189744" y="60159"/>
                </a:lnTo>
                <a:lnTo>
                  <a:pt x="189590" y="59918"/>
                </a:lnTo>
                <a:lnTo>
                  <a:pt x="189452" y="59662"/>
                </a:lnTo>
                <a:lnTo>
                  <a:pt x="189330" y="59388"/>
                </a:lnTo>
                <a:lnTo>
                  <a:pt x="189224" y="59098"/>
                </a:lnTo>
                <a:lnTo>
                  <a:pt x="189135" y="58792"/>
                </a:lnTo>
                <a:lnTo>
                  <a:pt x="189061" y="58468"/>
                </a:lnTo>
                <a:lnTo>
                  <a:pt x="189004" y="58129"/>
                </a:lnTo>
                <a:lnTo>
                  <a:pt x="188964" y="57772"/>
                </a:lnTo>
                <a:lnTo>
                  <a:pt x="188939" y="57400"/>
                </a:lnTo>
                <a:lnTo>
                  <a:pt x="188931" y="57010"/>
                </a:lnTo>
                <a:lnTo>
                  <a:pt x="188931" y="32039"/>
                </a:lnTo>
                <a:lnTo>
                  <a:pt x="208303" y="32039"/>
                </a:lnTo>
                <a:lnTo>
                  <a:pt x="208303" y="21665"/>
                </a:lnTo>
                <a:lnTo>
                  <a:pt x="188931" y="21665"/>
                </a:lnTo>
                <a:lnTo>
                  <a:pt x="188931" y="7435"/>
                </a:lnTo>
                <a:lnTo>
                  <a:pt x="177365" y="7435"/>
                </a:lnTo>
                <a:lnTo>
                  <a:pt x="177365" y="21665"/>
                </a:lnTo>
                <a:lnTo>
                  <a:pt x="163686" y="21665"/>
                </a:lnTo>
                <a:lnTo>
                  <a:pt x="163686" y="32039"/>
                </a:lnTo>
                <a:lnTo>
                  <a:pt x="177365" y="32039"/>
                </a:lnTo>
                <a:lnTo>
                  <a:pt x="177365" y="57010"/>
                </a:lnTo>
                <a:lnTo>
                  <a:pt x="177372" y="57594"/>
                </a:lnTo>
                <a:lnTo>
                  <a:pt x="177393" y="58167"/>
                </a:lnTo>
                <a:lnTo>
                  <a:pt x="177429" y="58730"/>
                </a:lnTo>
                <a:lnTo>
                  <a:pt x="177478" y="59282"/>
                </a:lnTo>
                <a:lnTo>
                  <a:pt x="177542" y="59824"/>
                </a:lnTo>
                <a:lnTo>
                  <a:pt x="177620" y="60355"/>
                </a:lnTo>
                <a:lnTo>
                  <a:pt x="177712" y="60876"/>
                </a:lnTo>
                <a:lnTo>
                  <a:pt x="177819" y="61386"/>
                </a:lnTo>
                <a:lnTo>
                  <a:pt x="177939" y="61886"/>
                </a:lnTo>
                <a:lnTo>
                  <a:pt x="178074" y="62375"/>
                </a:lnTo>
                <a:lnTo>
                  <a:pt x="178223" y="62853"/>
                </a:lnTo>
                <a:lnTo>
                  <a:pt x="178386" y="63322"/>
                </a:lnTo>
                <a:lnTo>
                  <a:pt x="178563" y="63779"/>
                </a:lnTo>
                <a:lnTo>
                  <a:pt x="178755" y="64226"/>
                </a:lnTo>
                <a:lnTo>
                  <a:pt x="178960" y="64663"/>
                </a:lnTo>
                <a:lnTo>
                  <a:pt x="179180" y="65089"/>
                </a:lnTo>
                <a:lnTo>
                  <a:pt x="179414" y="65504"/>
                </a:lnTo>
                <a:lnTo>
                  <a:pt x="179662" y="65909"/>
                </a:lnTo>
                <a:lnTo>
                  <a:pt x="179925" y="66304"/>
                </a:lnTo>
                <a:lnTo>
                  <a:pt x="180201" y="66688"/>
                </a:lnTo>
                <a:lnTo>
                  <a:pt x="180492" y="67061"/>
                </a:lnTo>
                <a:lnTo>
                  <a:pt x="180797" y="67424"/>
                </a:lnTo>
                <a:lnTo>
                  <a:pt x="181116" y="67777"/>
                </a:lnTo>
                <a:lnTo>
                  <a:pt x="181450" y="68119"/>
                </a:lnTo>
                <a:lnTo>
                  <a:pt x="181796" y="68448"/>
                </a:lnTo>
                <a:lnTo>
                  <a:pt x="182153" y="68764"/>
                </a:lnTo>
                <a:lnTo>
                  <a:pt x="182521" y="69065"/>
                </a:lnTo>
                <a:lnTo>
                  <a:pt x="182900" y="69353"/>
                </a:lnTo>
                <a:lnTo>
                  <a:pt x="183290" y="69626"/>
                </a:lnTo>
                <a:lnTo>
                  <a:pt x="183690" y="69885"/>
                </a:lnTo>
                <a:lnTo>
                  <a:pt x="184102" y="70131"/>
                </a:lnTo>
                <a:lnTo>
                  <a:pt x="184525" y="70362"/>
                </a:lnTo>
                <a:lnTo>
                  <a:pt x="184959" y="70580"/>
                </a:lnTo>
                <a:lnTo>
                  <a:pt x="185404" y="70783"/>
                </a:lnTo>
                <a:lnTo>
                  <a:pt x="185860" y="70972"/>
                </a:lnTo>
                <a:lnTo>
                  <a:pt x="186327" y="71147"/>
                </a:lnTo>
                <a:lnTo>
                  <a:pt x="186805" y="71309"/>
                </a:lnTo>
                <a:lnTo>
                  <a:pt x="187294" y="71456"/>
                </a:lnTo>
                <a:lnTo>
                  <a:pt x="187794" y="71589"/>
                </a:lnTo>
                <a:lnTo>
                  <a:pt x="188305" y="71708"/>
                </a:lnTo>
                <a:lnTo>
                  <a:pt x="188827" y="71814"/>
                </a:lnTo>
                <a:lnTo>
                  <a:pt x="189360" y="71905"/>
                </a:lnTo>
                <a:lnTo>
                  <a:pt x="189903" y="71982"/>
                </a:lnTo>
                <a:lnTo>
                  <a:pt x="190458" y="72045"/>
                </a:lnTo>
                <a:lnTo>
                  <a:pt x="191024" y="72094"/>
                </a:lnTo>
                <a:lnTo>
                  <a:pt x="191601" y="72129"/>
                </a:lnTo>
                <a:lnTo>
                  <a:pt x="192189" y="72150"/>
                </a:lnTo>
                <a:lnTo>
                  <a:pt x="192788" y="72157"/>
                </a:lnTo>
                <a:lnTo>
                  <a:pt x="207384" y="72157"/>
                </a:lnTo>
                <a:lnTo>
                  <a:pt x="207384" y="61783"/>
                </a:lnTo>
                <a:lnTo>
                  <a:pt x="193614" y="61783"/>
                </a:lnTo>
                <a:lnTo>
                  <a:pt x="193232" y="61774"/>
                </a:lnTo>
                <a:close/>
                <a:moveTo>
                  <a:pt x="54348" y="72157"/>
                </a:moveTo>
                <a:lnTo>
                  <a:pt x="64446" y="72157"/>
                </a:lnTo>
                <a:lnTo>
                  <a:pt x="64446" y="34150"/>
                </a:lnTo>
                <a:lnTo>
                  <a:pt x="64448" y="33938"/>
                </a:lnTo>
                <a:lnTo>
                  <a:pt x="64454" y="33730"/>
                </a:lnTo>
                <a:lnTo>
                  <a:pt x="64463" y="33526"/>
                </a:lnTo>
                <a:lnTo>
                  <a:pt x="64476" y="33327"/>
                </a:lnTo>
                <a:lnTo>
                  <a:pt x="64492" y="33131"/>
                </a:lnTo>
                <a:lnTo>
                  <a:pt x="64512" y="32940"/>
                </a:lnTo>
                <a:lnTo>
                  <a:pt x="64536" y="32752"/>
                </a:lnTo>
                <a:lnTo>
                  <a:pt x="64564" y="32569"/>
                </a:lnTo>
                <a:lnTo>
                  <a:pt x="64595" y="32390"/>
                </a:lnTo>
                <a:lnTo>
                  <a:pt x="64630" y="32215"/>
                </a:lnTo>
                <a:lnTo>
                  <a:pt x="64668" y="32045"/>
                </a:lnTo>
                <a:lnTo>
                  <a:pt x="64710" y="31878"/>
                </a:lnTo>
                <a:lnTo>
                  <a:pt x="64756" y="31716"/>
                </a:lnTo>
                <a:lnTo>
                  <a:pt x="64805" y="31558"/>
                </a:lnTo>
                <a:lnTo>
                  <a:pt x="64858" y="31403"/>
                </a:lnTo>
                <a:lnTo>
                  <a:pt x="64915" y="31253"/>
                </a:lnTo>
                <a:lnTo>
                  <a:pt x="64976" y="31108"/>
                </a:lnTo>
                <a:lnTo>
                  <a:pt x="65040" y="30966"/>
                </a:lnTo>
                <a:lnTo>
                  <a:pt x="65108" y="30828"/>
                </a:lnTo>
                <a:lnTo>
                  <a:pt x="65179" y="30695"/>
                </a:lnTo>
                <a:lnTo>
                  <a:pt x="65254" y="30566"/>
                </a:lnTo>
                <a:lnTo>
                  <a:pt x="65333" y="30441"/>
                </a:lnTo>
                <a:lnTo>
                  <a:pt x="65415" y="30320"/>
                </a:lnTo>
                <a:lnTo>
                  <a:pt x="65501" y="30203"/>
                </a:lnTo>
                <a:lnTo>
                  <a:pt x="65591" y="30091"/>
                </a:lnTo>
                <a:lnTo>
                  <a:pt x="65685" y="29983"/>
                </a:lnTo>
                <a:lnTo>
                  <a:pt x="65782" y="29880"/>
                </a:lnTo>
                <a:lnTo>
                  <a:pt x="65883" y="29782"/>
                </a:lnTo>
                <a:lnTo>
                  <a:pt x="65987" y="29689"/>
                </a:lnTo>
                <a:lnTo>
                  <a:pt x="66095" y="29600"/>
                </a:lnTo>
                <a:lnTo>
                  <a:pt x="66207" y="29517"/>
                </a:lnTo>
                <a:lnTo>
                  <a:pt x="66323" y="29438"/>
                </a:lnTo>
                <a:lnTo>
                  <a:pt x="66442" y="29364"/>
                </a:lnTo>
                <a:lnTo>
                  <a:pt x="66565" y="29294"/>
                </a:lnTo>
                <a:lnTo>
                  <a:pt x="66691" y="29230"/>
                </a:lnTo>
                <a:lnTo>
                  <a:pt x="66821" y="29170"/>
                </a:lnTo>
                <a:lnTo>
                  <a:pt x="66955" y="29115"/>
                </a:lnTo>
                <a:lnTo>
                  <a:pt x="67092" y="29065"/>
                </a:lnTo>
                <a:lnTo>
                  <a:pt x="67234" y="29020"/>
                </a:lnTo>
                <a:lnTo>
                  <a:pt x="67378" y="28979"/>
                </a:lnTo>
                <a:lnTo>
                  <a:pt x="67527" y="28943"/>
                </a:lnTo>
                <a:lnTo>
                  <a:pt x="67679" y="28912"/>
                </a:lnTo>
                <a:lnTo>
                  <a:pt x="67835" y="28886"/>
                </a:lnTo>
                <a:lnTo>
                  <a:pt x="67994" y="28864"/>
                </a:lnTo>
                <a:lnTo>
                  <a:pt x="68157" y="28847"/>
                </a:lnTo>
                <a:lnTo>
                  <a:pt x="68324" y="28835"/>
                </a:lnTo>
                <a:lnTo>
                  <a:pt x="68494" y="28828"/>
                </a:lnTo>
                <a:lnTo>
                  <a:pt x="68668" y="28826"/>
                </a:lnTo>
                <a:lnTo>
                  <a:pt x="68843" y="28828"/>
                </a:lnTo>
                <a:lnTo>
                  <a:pt x="69014" y="28835"/>
                </a:lnTo>
                <a:lnTo>
                  <a:pt x="69181" y="28847"/>
                </a:lnTo>
                <a:lnTo>
                  <a:pt x="69345" y="28864"/>
                </a:lnTo>
                <a:lnTo>
                  <a:pt x="69505" y="28886"/>
                </a:lnTo>
                <a:lnTo>
                  <a:pt x="69661" y="28912"/>
                </a:lnTo>
                <a:lnTo>
                  <a:pt x="69815" y="28943"/>
                </a:lnTo>
                <a:lnTo>
                  <a:pt x="69964" y="28979"/>
                </a:lnTo>
                <a:lnTo>
                  <a:pt x="70111" y="29020"/>
                </a:lnTo>
                <a:lnTo>
                  <a:pt x="70253" y="29065"/>
                </a:lnTo>
                <a:lnTo>
                  <a:pt x="70392" y="29115"/>
                </a:lnTo>
                <a:lnTo>
                  <a:pt x="70528" y="29170"/>
                </a:lnTo>
                <a:lnTo>
                  <a:pt x="70660" y="29230"/>
                </a:lnTo>
                <a:lnTo>
                  <a:pt x="70789" y="29294"/>
                </a:lnTo>
                <a:lnTo>
                  <a:pt x="70914" y="29364"/>
                </a:lnTo>
                <a:lnTo>
                  <a:pt x="71036" y="29438"/>
                </a:lnTo>
                <a:lnTo>
                  <a:pt x="71154" y="29517"/>
                </a:lnTo>
                <a:lnTo>
                  <a:pt x="71268" y="29600"/>
                </a:lnTo>
                <a:lnTo>
                  <a:pt x="71379" y="29689"/>
                </a:lnTo>
                <a:lnTo>
                  <a:pt x="71487" y="29782"/>
                </a:lnTo>
                <a:lnTo>
                  <a:pt x="71591" y="29880"/>
                </a:lnTo>
                <a:lnTo>
                  <a:pt x="71691" y="29983"/>
                </a:lnTo>
                <a:lnTo>
                  <a:pt x="71788" y="30091"/>
                </a:lnTo>
                <a:lnTo>
                  <a:pt x="71882" y="30203"/>
                </a:lnTo>
                <a:lnTo>
                  <a:pt x="71972" y="30320"/>
                </a:lnTo>
                <a:lnTo>
                  <a:pt x="72058" y="30441"/>
                </a:lnTo>
                <a:lnTo>
                  <a:pt x="72140" y="30566"/>
                </a:lnTo>
                <a:lnTo>
                  <a:pt x="72219" y="30695"/>
                </a:lnTo>
                <a:lnTo>
                  <a:pt x="72293" y="30828"/>
                </a:lnTo>
                <a:lnTo>
                  <a:pt x="72364" y="30966"/>
                </a:lnTo>
                <a:lnTo>
                  <a:pt x="72431" y="31108"/>
                </a:lnTo>
                <a:lnTo>
                  <a:pt x="72494" y="31253"/>
                </a:lnTo>
                <a:lnTo>
                  <a:pt x="72554" y="31403"/>
                </a:lnTo>
                <a:lnTo>
                  <a:pt x="72609" y="31558"/>
                </a:lnTo>
                <a:lnTo>
                  <a:pt x="72661" y="31716"/>
                </a:lnTo>
                <a:lnTo>
                  <a:pt x="72709" y="31878"/>
                </a:lnTo>
                <a:lnTo>
                  <a:pt x="72753" y="32045"/>
                </a:lnTo>
                <a:lnTo>
                  <a:pt x="72793" y="32215"/>
                </a:lnTo>
                <a:lnTo>
                  <a:pt x="72829" y="32390"/>
                </a:lnTo>
                <a:lnTo>
                  <a:pt x="72862" y="32569"/>
                </a:lnTo>
                <a:lnTo>
                  <a:pt x="72891" y="32752"/>
                </a:lnTo>
                <a:lnTo>
                  <a:pt x="72915" y="32940"/>
                </a:lnTo>
                <a:lnTo>
                  <a:pt x="72937" y="33131"/>
                </a:lnTo>
                <a:lnTo>
                  <a:pt x="72954" y="33327"/>
                </a:lnTo>
                <a:lnTo>
                  <a:pt x="72967" y="33526"/>
                </a:lnTo>
                <a:lnTo>
                  <a:pt x="72977" y="33730"/>
                </a:lnTo>
                <a:lnTo>
                  <a:pt x="72982" y="33938"/>
                </a:lnTo>
                <a:lnTo>
                  <a:pt x="72984" y="34150"/>
                </a:lnTo>
                <a:lnTo>
                  <a:pt x="72984" y="72157"/>
                </a:lnTo>
                <a:lnTo>
                  <a:pt x="81246" y="72157"/>
                </a:lnTo>
                <a:lnTo>
                  <a:pt x="81246" y="34150"/>
                </a:lnTo>
                <a:lnTo>
                  <a:pt x="81248" y="33938"/>
                </a:lnTo>
                <a:lnTo>
                  <a:pt x="81254" y="33730"/>
                </a:lnTo>
                <a:lnTo>
                  <a:pt x="81264" y="33526"/>
                </a:lnTo>
                <a:lnTo>
                  <a:pt x="81278" y="33327"/>
                </a:lnTo>
                <a:lnTo>
                  <a:pt x="81296" y="33131"/>
                </a:lnTo>
                <a:lnTo>
                  <a:pt x="81318" y="32940"/>
                </a:lnTo>
                <a:lnTo>
                  <a:pt x="81344" y="32752"/>
                </a:lnTo>
                <a:lnTo>
                  <a:pt x="81374" y="32569"/>
                </a:lnTo>
                <a:lnTo>
                  <a:pt x="81408" y="32390"/>
                </a:lnTo>
                <a:lnTo>
                  <a:pt x="81446" y="32215"/>
                </a:lnTo>
                <a:lnTo>
                  <a:pt x="81487" y="32045"/>
                </a:lnTo>
                <a:lnTo>
                  <a:pt x="81533" y="31878"/>
                </a:lnTo>
                <a:lnTo>
                  <a:pt x="81583" y="31716"/>
                </a:lnTo>
                <a:lnTo>
                  <a:pt x="81637" y="31558"/>
                </a:lnTo>
                <a:lnTo>
                  <a:pt x="81695" y="31403"/>
                </a:lnTo>
                <a:lnTo>
                  <a:pt x="81756" y="31253"/>
                </a:lnTo>
                <a:lnTo>
                  <a:pt x="81822" y="31108"/>
                </a:lnTo>
                <a:lnTo>
                  <a:pt x="81892" y="30966"/>
                </a:lnTo>
                <a:lnTo>
                  <a:pt x="81965" y="30828"/>
                </a:lnTo>
                <a:lnTo>
                  <a:pt x="82043" y="30695"/>
                </a:lnTo>
                <a:lnTo>
                  <a:pt x="82125" y="30566"/>
                </a:lnTo>
                <a:lnTo>
                  <a:pt x="82210" y="30441"/>
                </a:lnTo>
                <a:lnTo>
                  <a:pt x="82300" y="30320"/>
                </a:lnTo>
                <a:lnTo>
                  <a:pt x="82394" y="30203"/>
                </a:lnTo>
                <a:lnTo>
                  <a:pt x="82491" y="30091"/>
                </a:lnTo>
                <a:lnTo>
                  <a:pt x="82591" y="29983"/>
                </a:lnTo>
                <a:lnTo>
                  <a:pt x="82694" y="29880"/>
                </a:lnTo>
                <a:lnTo>
                  <a:pt x="82800" y="29782"/>
                </a:lnTo>
                <a:lnTo>
                  <a:pt x="82910" y="29689"/>
                </a:lnTo>
                <a:lnTo>
                  <a:pt x="83022" y="29600"/>
                </a:lnTo>
                <a:lnTo>
                  <a:pt x="83137" y="29517"/>
                </a:lnTo>
                <a:lnTo>
                  <a:pt x="83255" y="29438"/>
                </a:lnTo>
                <a:lnTo>
                  <a:pt x="83377" y="29364"/>
                </a:lnTo>
                <a:lnTo>
                  <a:pt x="83501" y="29294"/>
                </a:lnTo>
                <a:lnTo>
                  <a:pt x="83629" y="29230"/>
                </a:lnTo>
                <a:lnTo>
                  <a:pt x="83759" y="29170"/>
                </a:lnTo>
                <a:lnTo>
                  <a:pt x="83893" y="29115"/>
                </a:lnTo>
                <a:lnTo>
                  <a:pt x="84029" y="29065"/>
                </a:lnTo>
                <a:lnTo>
                  <a:pt x="84169" y="29020"/>
                </a:lnTo>
                <a:lnTo>
                  <a:pt x="84311" y="28979"/>
                </a:lnTo>
                <a:lnTo>
                  <a:pt x="84457" y="28943"/>
                </a:lnTo>
                <a:lnTo>
                  <a:pt x="84605" y="28912"/>
                </a:lnTo>
                <a:lnTo>
                  <a:pt x="84757" y="28886"/>
                </a:lnTo>
                <a:lnTo>
                  <a:pt x="84912" y="28864"/>
                </a:lnTo>
                <a:lnTo>
                  <a:pt x="85069" y="28847"/>
                </a:lnTo>
                <a:lnTo>
                  <a:pt x="85230" y="28835"/>
                </a:lnTo>
                <a:lnTo>
                  <a:pt x="85394" y="28828"/>
                </a:lnTo>
                <a:lnTo>
                  <a:pt x="85561" y="28826"/>
                </a:lnTo>
                <a:lnTo>
                  <a:pt x="85735" y="28828"/>
                </a:lnTo>
                <a:lnTo>
                  <a:pt x="85906" y="28836"/>
                </a:lnTo>
                <a:lnTo>
                  <a:pt x="86073" y="28848"/>
                </a:lnTo>
                <a:lnTo>
                  <a:pt x="86236" y="28865"/>
                </a:lnTo>
                <a:lnTo>
                  <a:pt x="86397" y="28888"/>
                </a:lnTo>
                <a:lnTo>
                  <a:pt x="86553" y="28915"/>
                </a:lnTo>
                <a:lnTo>
                  <a:pt x="86706" y="28947"/>
                </a:lnTo>
                <a:lnTo>
                  <a:pt x="86856" y="28984"/>
                </a:lnTo>
                <a:lnTo>
                  <a:pt x="87002" y="29026"/>
                </a:lnTo>
                <a:lnTo>
                  <a:pt x="87145" y="29073"/>
                </a:lnTo>
                <a:lnTo>
                  <a:pt x="87284" y="29125"/>
                </a:lnTo>
                <a:lnTo>
                  <a:pt x="87419" y="29182"/>
                </a:lnTo>
                <a:lnTo>
                  <a:pt x="87551" y="29243"/>
                </a:lnTo>
                <a:lnTo>
                  <a:pt x="87680" y="29310"/>
                </a:lnTo>
                <a:lnTo>
                  <a:pt x="87805" y="29382"/>
                </a:lnTo>
                <a:lnTo>
                  <a:pt x="87927" y="29458"/>
                </a:lnTo>
                <a:lnTo>
                  <a:pt x="88045" y="29540"/>
                </a:lnTo>
                <a:lnTo>
                  <a:pt x="88159" y="29626"/>
                </a:lnTo>
                <a:lnTo>
                  <a:pt x="88270" y="29718"/>
                </a:lnTo>
                <a:lnTo>
                  <a:pt x="88378" y="29814"/>
                </a:lnTo>
                <a:lnTo>
                  <a:pt x="88482" y="29916"/>
                </a:lnTo>
                <a:lnTo>
                  <a:pt x="88582" y="30022"/>
                </a:lnTo>
                <a:lnTo>
                  <a:pt x="88679" y="30133"/>
                </a:lnTo>
                <a:lnTo>
                  <a:pt x="88773" y="30249"/>
                </a:lnTo>
                <a:lnTo>
                  <a:pt x="88863" y="30370"/>
                </a:lnTo>
                <a:lnTo>
                  <a:pt x="88949" y="30494"/>
                </a:lnTo>
                <a:lnTo>
                  <a:pt x="89031" y="30621"/>
                </a:lnTo>
                <a:lnTo>
                  <a:pt x="89110" y="30753"/>
                </a:lnTo>
                <a:lnTo>
                  <a:pt x="89184" y="30888"/>
                </a:lnTo>
                <a:lnTo>
                  <a:pt x="89255" y="31027"/>
                </a:lnTo>
                <a:lnTo>
                  <a:pt x="89322" y="31169"/>
                </a:lnTo>
                <a:lnTo>
                  <a:pt x="89385" y="31315"/>
                </a:lnTo>
                <a:lnTo>
                  <a:pt x="89445" y="31465"/>
                </a:lnTo>
                <a:lnTo>
                  <a:pt x="89500" y="31618"/>
                </a:lnTo>
                <a:lnTo>
                  <a:pt x="89552" y="31775"/>
                </a:lnTo>
                <a:lnTo>
                  <a:pt x="89600" y="31936"/>
                </a:lnTo>
                <a:lnTo>
                  <a:pt x="89644" y="32100"/>
                </a:lnTo>
                <a:lnTo>
                  <a:pt x="89684" y="32268"/>
                </a:lnTo>
                <a:lnTo>
                  <a:pt x="89720" y="32440"/>
                </a:lnTo>
                <a:lnTo>
                  <a:pt x="89753" y="32616"/>
                </a:lnTo>
                <a:lnTo>
                  <a:pt x="89782" y="32795"/>
                </a:lnTo>
                <a:lnTo>
                  <a:pt x="89806" y="32977"/>
                </a:lnTo>
                <a:lnTo>
                  <a:pt x="89827" y="33164"/>
                </a:lnTo>
                <a:lnTo>
                  <a:pt x="89845" y="33354"/>
                </a:lnTo>
                <a:lnTo>
                  <a:pt x="89858" y="33547"/>
                </a:lnTo>
                <a:lnTo>
                  <a:pt x="89868" y="33745"/>
                </a:lnTo>
                <a:lnTo>
                  <a:pt x="89873" y="33946"/>
                </a:lnTo>
                <a:lnTo>
                  <a:pt x="89875" y="34150"/>
                </a:lnTo>
                <a:lnTo>
                  <a:pt x="89875" y="72157"/>
                </a:lnTo>
                <a:lnTo>
                  <a:pt x="99974" y="72157"/>
                </a:lnTo>
                <a:lnTo>
                  <a:pt x="99974" y="33691"/>
                </a:lnTo>
                <a:lnTo>
                  <a:pt x="99969" y="33198"/>
                </a:lnTo>
                <a:lnTo>
                  <a:pt x="99955" y="32714"/>
                </a:lnTo>
                <a:lnTo>
                  <a:pt x="99931" y="32238"/>
                </a:lnTo>
                <a:lnTo>
                  <a:pt x="99897" y="31771"/>
                </a:lnTo>
                <a:lnTo>
                  <a:pt x="99854" y="31313"/>
                </a:lnTo>
                <a:lnTo>
                  <a:pt x="99802" y="30863"/>
                </a:lnTo>
                <a:lnTo>
                  <a:pt x="99740" y="30421"/>
                </a:lnTo>
                <a:lnTo>
                  <a:pt x="99668" y="29989"/>
                </a:lnTo>
                <a:lnTo>
                  <a:pt x="99587" y="29565"/>
                </a:lnTo>
                <a:lnTo>
                  <a:pt x="99496" y="29149"/>
                </a:lnTo>
                <a:lnTo>
                  <a:pt x="99395" y="28743"/>
                </a:lnTo>
                <a:lnTo>
                  <a:pt x="99285" y="28344"/>
                </a:lnTo>
                <a:lnTo>
                  <a:pt x="99166" y="27955"/>
                </a:lnTo>
                <a:lnTo>
                  <a:pt x="99037" y="27574"/>
                </a:lnTo>
                <a:lnTo>
                  <a:pt x="98898" y="27201"/>
                </a:lnTo>
                <a:lnTo>
                  <a:pt x="98750" y="26837"/>
                </a:lnTo>
                <a:lnTo>
                  <a:pt x="98592" y="26482"/>
                </a:lnTo>
                <a:lnTo>
                  <a:pt x="98425" y="26136"/>
                </a:lnTo>
                <a:lnTo>
                  <a:pt x="98248" y="25798"/>
                </a:lnTo>
                <a:lnTo>
                  <a:pt x="98061" y="25468"/>
                </a:lnTo>
                <a:lnTo>
                  <a:pt x="97865" y="25148"/>
                </a:lnTo>
                <a:lnTo>
                  <a:pt x="97660" y="24835"/>
                </a:lnTo>
                <a:lnTo>
                  <a:pt x="97445" y="24532"/>
                </a:lnTo>
                <a:lnTo>
                  <a:pt x="97220" y="24237"/>
                </a:lnTo>
                <a:lnTo>
                  <a:pt x="96987" y="23952"/>
                </a:lnTo>
                <a:lnTo>
                  <a:pt x="96747" y="23679"/>
                </a:lnTo>
                <a:lnTo>
                  <a:pt x="96501" y="23419"/>
                </a:lnTo>
                <a:lnTo>
                  <a:pt x="96248" y="23171"/>
                </a:lnTo>
                <a:lnTo>
                  <a:pt x="95989" y="22934"/>
                </a:lnTo>
                <a:lnTo>
                  <a:pt x="95722" y="22710"/>
                </a:lnTo>
                <a:lnTo>
                  <a:pt x="95449" y="22498"/>
                </a:lnTo>
                <a:lnTo>
                  <a:pt x="95170" y="22298"/>
                </a:lnTo>
                <a:lnTo>
                  <a:pt x="94883" y="22110"/>
                </a:lnTo>
                <a:lnTo>
                  <a:pt x="94590" y="21935"/>
                </a:lnTo>
                <a:lnTo>
                  <a:pt x="94290" y="21771"/>
                </a:lnTo>
                <a:lnTo>
                  <a:pt x="93984" y="21620"/>
                </a:lnTo>
                <a:lnTo>
                  <a:pt x="93671" y="21480"/>
                </a:lnTo>
                <a:lnTo>
                  <a:pt x="93351" y="21353"/>
                </a:lnTo>
                <a:lnTo>
                  <a:pt x="93024" y="21238"/>
                </a:lnTo>
                <a:lnTo>
                  <a:pt x="92691" y="21135"/>
                </a:lnTo>
                <a:lnTo>
                  <a:pt x="92351" y="21044"/>
                </a:lnTo>
                <a:lnTo>
                  <a:pt x="92005" y="20965"/>
                </a:lnTo>
                <a:lnTo>
                  <a:pt x="91651" y="20899"/>
                </a:lnTo>
                <a:lnTo>
                  <a:pt x="91291" y="20844"/>
                </a:lnTo>
                <a:lnTo>
                  <a:pt x="90925" y="20802"/>
                </a:lnTo>
                <a:lnTo>
                  <a:pt x="90551" y="20772"/>
                </a:lnTo>
                <a:lnTo>
                  <a:pt x="90171" y="20753"/>
                </a:lnTo>
                <a:lnTo>
                  <a:pt x="89784" y="20747"/>
                </a:lnTo>
                <a:lnTo>
                  <a:pt x="89458" y="20752"/>
                </a:lnTo>
                <a:lnTo>
                  <a:pt x="89137" y="20765"/>
                </a:lnTo>
                <a:lnTo>
                  <a:pt x="88822" y="20788"/>
                </a:lnTo>
                <a:lnTo>
                  <a:pt x="88512" y="20819"/>
                </a:lnTo>
                <a:lnTo>
                  <a:pt x="88207" y="20859"/>
                </a:lnTo>
                <a:lnTo>
                  <a:pt x="87908" y="20908"/>
                </a:lnTo>
                <a:lnTo>
                  <a:pt x="87614" y="20966"/>
                </a:lnTo>
                <a:lnTo>
                  <a:pt x="87326" y="21033"/>
                </a:lnTo>
                <a:lnTo>
                  <a:pt x="87043" y="21109"/>
                </a:lnTo>
                <a:lnTo>
                  <a:pt x="86766" y="21194"/>
                </a:lnTo>
                <a:lnTo>
                  <a:pt x="86494" y="21287"/>
                </a:lnTo>
                <a:lnTo>
                  <a:pt x="86227" y="21390"/>
                </a:lnTo>
                <a:lnTo>
                  <a:pt x="85966" y="21502"/>
                </a:lnTo>
                <a:lnTo>
                  <a:pt x="85710" y="21622"/>
                </a:lnTo>
                <a:lnTo>
                  <a:pt x="85460" y="21751"/>
                </a:lnTo>
                <a:lnTo>
                  <a:pt x="85215" y="21890"/>
                </a:lnTo>
                <a:lnTo>
                  <a:pt x="84975" y="22037"/>
                </a:lnTo>
                <a:lnTo>
                  <a:pt x="84741" y="22193"/>
                </a:lnTo>
                <a:lnTo>
                  <a:pt x="84512" y="22358"/>
                </a:lnTo>
                <a:lnTo>
                  <a:pt x="84289" y="22532"/>
                </a:lnTo>
                <a:lnTo>
                  <a:pt x="84071" y="22715"/>
                </a:lnTo>
                <a:lnTo>
                  <a:pt x="83858" y="22907"/>
                </a:lnTo>
                <a:lnTo>
                  <a:pt x="83651" y="23108"/>
                </a:lnTo>
                <a:lnTo>
                  <a:pt x="83450" y="23318"/>
                </a:lnTo>
                <a:lnTo>
                  <a:pt x="83255" y="23535"/>
                </a:lnTo>
                <a:lnTo>
                  <a:pt x="83069" y="23758"/>
                </a:lnTo>
                <a:lnTo>
                  <a:pt x="82890" y="23986"/>
                </a:lnTo>
                <a:lnTo>
                  <a:pt x="82720" y="24221"/>
                </a:lnTo>
                <a:lnTo>
                  <a:pt x="82559" y="24461"/>
                </a:lnTo>
                <a:lnTo>
                  <a:pt x="82406" y="24706"/>
                </a:lnTo>
                <a:lnTo>
                  <a:pt x="82260" y="24958"/>
                </a:lnTo>
                <a:lnTo>
                  <a:pt x="82124" y="25215"/>
                </a:lnTo>
                <a:lnTo>
                  <a:pt x="81995" y="25478"/>
                </a:lnTo>
                <a:lnTo>
                  <a:pt x="81875" y="25747"/>
                </a:lnTo>
                <a:lnTo>
                  <a:pt x="81763" y="26021"/>
                </a:lnTo>
                <a:lnTo>
                  <a:pt x="81660" y="26302"/>
                </a:lnTo>
                <a:lnTo>
                  <a:pt x="81564" y="26588"/>
                </a:lnTo>
                <a:lnTo>
                  <a:pt x="81477" y="26879"/>
                </a:lnTo>
                <a:lnTo>
                  <a:pt x="81399" y="27177"/>
                </a:lnTo>
                <a:lnTo>
                  <a:pt x="81328" y="27480"/>
                </a:lnTo>
                <a:lnTo>
                  <a:pt x="81266" y="27789"/>
                </a:lnTo>
                <a:lnTo>
                  <a:pt x="81212" y="28103"/>
                </a:lnTo>
                <a:lnTo>
                  <a:pt x="81166" y="28424"/>
                </a:lnTo>
                <a:lnTo>
                  <a:pt x="81162" y="28459"/>
                </a:lnTo>
                <a:lnTo>
                  <a:pt x="80714" y="28459"/>
                </a:lnTo>
                <a:lnTo>
                  <a:pt x="80681" y="28305"/>
                </a:lnTo>
                <a:lnTo>
                  <a:pt x="80591" y="27930"/>
                </a:lnTo>
                <a:lnTo>
                  <a:pt x="80494" y="27563"/>
                </a:lnTo>
                <a:lnTo>
                  <a:pt x="80388" y="27204"/>
                </a:lnTo>
                <a:lnTo>
                  <a:pt x="80275" y="26853"/>
                </a:lnTo>
                <a:lnTo>
                  <a:pt x="80154" y="26510"/>
                </a:lnTo>
                <a:lnTo>
                  <a:pt x="80025" y="26175"/>
                </a:lnTo>
                <a:lnTo>
                  <a:pt x="79888" y="25848"/>
                </a:lnTo>
                <a:lnTo>
                  <a:pt x="79744" y="25528"/>
                </a:lnTo>
                <a:lnTo>
                  <a:pt x="79592" y="25217"/>
                </a:lnTo>
                <a:lnTo>
                  <a:pt x="79431" y="24914"/>
                </a:lnTo>
                <a:lnTo>
                  <a:pt x="79264" y="24619"/>
                </a:lnTo>
                <a:lnTo>
                  <a:pt x="79088" y="24331"/>
                </a:lnTo>
                <a:lnTo>
                  <a:pt x="78904" y="24052"/>
                </a:lnTo>
                <a:lnTo>
                  <a:pt x="78714" y="23782"/>
                </a:lnTo>
                <a:lnTo>
                  <a:pt x="78517" y="23524"/>
                </a:lnTo>
                <a:lnTo>
                  <a:pt x="78314" y="23277"/>
                </a:lnTo>
                <a:lnTo>
                  <a:pt x="78105" y="23042"/>
                </a:lnTo>
                <a:lnTo>
                  <a:pt x="77890" y="22818"/>
                </a:lnTo>
                <a:lnTo>
                  <a:pt x="77668" y="22606"/>
                </a:lnTo>
                <a:lnTo>
                  <a:pt x="77440" y="22405"/>
                </a:lnTo>
                <a:lnTo>
                  <a:pt x="77206" y="22216"/>
                </a:lnTo>
                <a:lnTo>
                  <a:pt x="76966" y="22038"/>
                </a:lnTo>
                <a:lnTo>
                  <a:pt x="76720" y="21872"/>
                </a:lnTo>
                <a:lnTo>
                  <a:pt x="76467" y="21717"/>
                </a:lnTo>
                <a:lnTo>
                  <a:pt x="76208" y="21574"/>
                </a:lnTo>
                <a:lnTo>
                  <a:pt x="75943" y="21442"/>
                </a:lnTo>
                <a:lnTo>
                  <a:pt x="75672" y="21321"/>
                </a:lnTo>
                <a:lnTo>
                  <a:pt x="75395" y="21212"/>
                </a:lnTo>
                <a:lnTo>
                  <a:pt x="75111" y="21115"/>
                </a:lnTo>
                <a:lnTo>
                  <a:pt x="74821" y="21029"/>
                </a:lnTo>
                <a:lnTo>
                  <a:pt x="74525" y="20954"/>
                </a:lnTo>
                <a:lnTo>
                  <a:pt x="74222" y="20891"/>
                </a:lnTo>
                <a:lnTo>
                  <a:pt x="73914" y="20839"/>
                </a:lnTo>
                <a:lnTo>
                  <a:pt x="73599" y="20799"/>
                </a:lnTo>
                <a:lnTo>
                  <a:pt x="73278" y="20770"/>
                </a:lnTo>
                <a:lnTo>
                  <a:pt x="72951" y="20753"/>
                </a:lnTo>
                <a:lnTo>
                  <a:pt x="72617" y="20747"/>
                </a:lnTo>
                <a:lnTo>
                  <a:pt x="72306" y="20752"/>
                </a:lnTo>
                <a:lnTo>
                  <a:pt x="72000" y="20765"/>
                </a:lnTo>
                <a:lnTo>
                  <a:pt x="71698" y="20788"/>
                </a:lnTo>
                <a:lnTo>
                  <a:pt x="71401" y="20819"/>
                </a:lnTo>
                <a:lnTo>
                  <a:pt x="71109" y="20859"/>
                </a:lnTo>
                <a:lnTo>
                  <a:pt x="70821" y="20908"/>
                </a:lnTo>
                <a:lnTo>
                  <a:pt x="70539" y="20966"/>
                </a:lnTo>
                <a:lnTo>
                  <a:pt x="70261" y="21033"/>
                </a:lnTo>
                <a:lnTo>
                  <a:pt x="69988" y="21109"/>
                </a:lnTo>
                <a:lnTo>
                  <a:pt x="69720" y="21194"/>
                </a:lnTo>
                <a:lnTo>
                  <a:pt x="69456" y="21287"/>
                </a:lnTo>
                <a:lnTo>
                  <a:pt x="69198" y="21390"/>
                </a:lnTo>
                <a:lnTo>
                  <a:pt x="68944" y="21502"/>
                </a:lnTo>
                <a:lnTo>
                  <a:pt x="68695" y="21622"/>
                </a:lnTo>
                <a:lnTo>
                  <a:pt x="68450" y="21751"/>
                </a:lnTo>
                <a:lnTo>
                  <a:pt x="68211" y="21890"/>
                </a:lnTo>
                <a:lnTo>
                  <a:pt x="67976" y="22037"/>
                </a:lnTo>
                <a:lnTo>
                  <a:pt x="67746" y="22193"/>
                </a:lnTo>
                <a:lnTo>
                  <a:pt x="67521" y="22358"/>
                </a:lnTo>
                <a:lnTo>
                  <a:pt x="67300" y="22532"/>
                </a:lnTo>
                <a:lnTo>
                  <a:pt x="67085" y="22715"/>
                </a:lnTo>
                <a:lnTo>
                  <a:pt x="66874" y="22907"/>
                </a:lnTo>
                <a:lnTo>
                  <a:pt x="66668" y="23108"/>
                </a:lnTo>
                <a:lnTo>
                  <a:pt x="66466" y="23318"/>
                </a:lnTo>
                <a:lnTo>
                  <a:pt x="66272" y="23535"/>
                </a:lnTo>
                <a:lnTo>
                  <a:pt x="66085" y="23758"/>
                </a:lnTo>
                <a:lnTo>
                  <a:pt x="65907" y="23986"/>
                </a:lnTo>
                <a:lnTo>
                  <a:pt x="65737" y="24221"/>
                </a:lnTo>
                <a:lnTo>
                  <a:pt x="65575" y="24461"/>
                </a:lnTo>
                <a:lnTo>
                  <a:pt x="65422" y="24706"/>
                </a:lnTo>
                <a:lnTo>
                  <a:pt x="65277" y="24958"/>
                </a:lnTo>
                <a:lnTo>
                  <a:pt x="65140" y="25215"/>
                </a:lnTo>
                <a:lnTo>
                  <a:pt x="65012" y="25478"/>
                </a:lnTo>
                <a:lnTo>
                  <a:pt x="64892" y="25747"/>
                </a:lnTo>
                <a:lnTo>
                  <a:pt x="64780" y="26021"/>
                </a:lnTo>
                <a:lnTo>
                  <a:pt x="64676" y="26302"/>
                </a:lnTo>
                <a:lnTo>
                  <a:pt x="64581" y="26588"/>
                </a:lnTo>
                <a:lnTo>
                  <a:pt x="64494" y="26879"/>
                </a:lnTo>
                <a:lnTo>
                  <a:pt x="64415" y="27177"/>
                </a:lnTo>
                <a:lnTo>
                  <a:pt x="64345" y="27480"/>
                </a:lnTo>
                <a:lnTo>
                  <a:pt x="64282" y="27789"/>
                </a:lnTo>
                <a:lnTo>
                  <a:pt x="64229" y="28103"/>
                </a:lnTo>
                <a:lnTo>
                  <a:pt x="64183" y="28424"/>
                </a:lnTo>
                <a:lnTo>
                  <a:pt x="64179" y="28459"/>
                </a:lnTo>
                <a:lnTo>
                  <a:pt x="63712" y="28459"/>
                </a:lnTo>
                <a:lnTo>
                  <a:pt x="63712" y="21665"/>
                </a:lnTo>
                <a:lnTo>
                  <a:pt x="54348" y="21665"/>
                </a:lnTo>
                <a:lnTo>
                  <a:pt x="54348" y="72157"/>
                </a:lnTo>
                <a:close/>
                <a:moveTo>
                  <a:pt x="152852" y="37914"/>
                </a:moveTo>
                <a:lnTo>
                  <a:pt x="152843" y="37262"/>
                </a:lnTo>
                <a:lnTo>
                  <a:pt x="152815" y="36621"/>
                </a:lnTo>
                <a:lnTo>
                  <a:pt x="152768" y="35992"/>
                </a:lnTo>
                <a:lnTo>
                  <a:pt x="152703" y="35373"/>
                </a:lnTo>
                <a:lnTo>
                  <a:pt x="152619" y="34766"/>
                </a:lnTo>
                <a:lnTo>
                  <a:pt x="152516" y="34171"/>
                </a:lnTo>
                <a:lnTo>
                  <a:pt x="152395" y="33586"/>
                </a:lnTo>
                <a:lnTo>
                  <a:pt x="152255" y="33013"/>
                </a:lnTo>
                <a:lnTo>
                  <a:pt x="152097" y="32451"/>
                </a:lnTo>
                <a:lnTo>
                  <a:pt x="151920" y="31901"/>
                </a:lnTo>
                <a:lnTo>
                  <a:pt x="151724" y="31362"/>
                </a:lnTo>
                <a:lnTo>
                  <a:pt x="151509" y="30834"/>
                </a:lnTo>
                <a:lnTo>
                  <a:pt x="151276" y="30318"/>
                </a:lnTo>
                <a:lnTo>
                  <a:pt x="151025" y="29813"/>
                </a:lnTo>
                <a:lnTo>
                  <a:pt x="150754" y="29319"/>
                </a:lnTo>
                <a:lnTo>
                  <a:pt x="150465" y="28836"/>
                </a:lnTo>
                <a:lnTo>
                  <a:pt x="150157" y="28365"/>
                </a:lnTo>
                <a:lnTo>
                  <a:pt x="149831" y="27905"/>
                </a:lnTo>
                <a:lnTo>
                  <a:pt x="149486" y="27457"/>
                </a:lnTo>
                <a:lnTo>
                  <a:pt x="149122" y="27020"/>
                </a:lnTo>
                <a:lnTo>
                  <a:pt x="148740" y="26594"/>
                </a:lnTo>
                <a:lnTo>
                  <a:pt x="148339" y="26179"/>
                </a:lnTo>
                <a:lnTo>
                  <a:pt x="147920" y="25776"/>
                </a:lnTo>
                <a:lnTo>
                  <a:pt x="147481" y="25384"/>
                </a:lnTo>
                <a:lnTo>
                  <a:pt x="147027" y="25006"/>
                </a:lnTo>
                <a:lnTo>
                  <a:pt x="146559" y="24643"/>
                </a:lnTo>
                <a:lnTo>
                  <a:pt x="146078" y="24297"/>
                </a:lnTo>
                <a:lnTo>
                  <a:pt x="145583" y="23967"/>
                </a:lnTo>
                <a:lnTo>
                  <a:pt x="145075" y="23653"/>
                </a:lnTo>
                <a:lnTo>
                  <a:pt x="144553" y="23356"/>
                </a:lnTo>
                <a:lnTo>
                  <a:pt x="144017" y="23074"/>
                </a:lnTo>
                <a:lnTo>
                  <a:pt x="143468" y="22808"/>
                </a:lnTo>
                <a:lnTo>
                  <a:pt x="142906" y="22559"/>
                </a:lnTo>
                <a:lnTo>
                  <a:pt x="142329" y="22325"/>
                </a:lnTo>
                <a:lnTo>
                  <a:pt x="141740" y="22108"/>
                </a:lnTo>
                <a:lnTo>
                  <a:pt x="141136" y="21907"/>
                </a:lnTo>
                <a:lnTo>
                  <a:pt x="140520" y="21721"/>
                </a:lnTo>
                <a:lnTo>
                  <a:pt x="139889" y="21552"/>
                </a:lnTo>
                <a:lnTo>
                  <a:pt x="139245" y="21399"/>
                </a:lnTo>
                <a:lnTo>
                  <a:pt x="138588" y="21263"/>
                </a:lnTo>
                <a:lnTo>
                  <a:pt x="137917" y="21142"/>
                </a:lnTo>
                <a:lnTo>
                  <a:pt x="137232" y="21037"/>
                </a:lnTo>
                <a:lnTo>
                  <a:pt x="136534" y="20949"/>
                </a:lnTo>
                <a:lnTo>
                  <a:pt x="135822" y="20876"/>
                </a:lnTo>
                <a:lnTo>
                  <a:pt x="135097" y="20820"/>
                </a:lnTo>
                <a:lnTo>
                  <a:pt x="134358" y="20780"/>
                </a:lnTo>
                <a:lnTo>
                  <a:pt x="133606" y="20755"/>
                </a:lnTo>
                <a:lnTo>
                  <a:pt x="132840" y="20747"/>
                </a:lnTo>
                <a:lnTo>
                  <a:pt x="132119" y="20755"/>
                </a:lnTo>
                <a:lnTo>
                  <a:pt x="131408" y="20777"/>
                </a:lnTo>
                <a:lnTo>
                  <a:pt x="130708" y="20813"/>
                </a:lnTo>
                <a:lnTo>
                  <a:pt x="130020" y="20865"/>
                </a:lnTo>
                <a:lnTo>
                  <a:pt x="129342" y="20931"/>
                </a:lnTo>
                <a:lnTo>
                  <a:pt x="128674" y="21011"/>
                </a:lnTo>
                <a:lnTo>
                  <a:pt x="128018" y="21107"/>
                </a:lnTo>
                <a:lnTo>
                  <a:pt x="127373" y="21217"/>
                </a:lnTo>
                <a:lnTo>
                  <a:pt x="126738" y="21341"/>
                </a:lnTo>
                <a:lnTo>
                  <a:pt x="126114" y="21481"/>
                </a:lnTo>
                <a:lnTo>
                  <a:pt x="125501" y="21635"/>
                </a:lnTo>
                <a:lnTo>
                  <a:pt x="124899" y="21803"/>
                </a:lnTo>
                <a:lnTo>
                  <a:pt x="124308" y="21987"/>
                </a:lnTo>
                <a:lnTo>
                  <a:pt x="123727" y="22185"/>
                </a:lnTo>
                <a:lnTo>
                  <a:pt x="123157" y="22397"/>
                </a:lnTo>
                <a:lnTo>
                  <a:pt x="122599" y="22624"/>
                </a:lnTo>
                <a:lnTo>
                  <a:pt x="122051" y="22866"/>
                </a:lnTo>
                <a:lnTo>
                  <a:pt x="121513" y="23123"/>
                </a:lnTo>
                <a:lnTo>
                  <a:pt x="120987" y="23394"/>
                </a:lnTo>
                <a:lnTo>
                  <a:pt x="120472" y="23680"/>
                </a:lnTo>
                <a:lnTo>
                  <a:pt x="119967" y="23981"/>
                </a:lnTo>
                <a:lnTo>
                  <a:pt x="119473" y="24296"/>
                </a:lnTo>
                <a:lnTo>
                  <a:pt x="118990" y="24626"/>
                </a:lnTo>
                <a:lnTo>
                  <a:pt x="118518" y="24971"/>
                </a:lnTo>
                <a:lnTo>
                  <a:pt x="118060" y="25328"/>
                </a:lnTo>
                <a:lnTo>
                  <a:pt x="117618" y="25695"/>
                </a:lnTo>
                <a:lnTo>
                  <a:pt x="117193" y="26072"/>
                </a:lnTo>
                <a:lnTo>
                  <a:pt x="116784" y="26460"/>
                </a:lnTo>
                <a:lnTo>
                  <a:pt x="116392" y="26858"/>
                </a:lnTo>
                <a:lnTo>
                  <a:pt x="116016" y="27266"/>
                </a:lnTo>
                <a:lnTo>
                  <a:pt x="115657" y="27684"/>
                </a:lnTo>
                <a:lnTo>
                  <a:pt x="115315" y="28112"/>
                </a:lnTo>
                <a:lnTo>
                  <a:pt x="114989" y="28551"/>
                </a:lnTo>
                <a:lnTo>
                  <a:pt x="114680" y="28999"/>
                </a:lnTo>
                <a:lnTo>
                  <a:pt x="114387" y="29458"/>
                </a:lnTo>
                <a:lnTo>
                  <a:pt x="114111" y="29928"/>
                </a:lnTo>
                <a:lnTo>
                  <a:pt x="113852" y="30407"/>
                </a:lnTo>
                <a:lnTo>
                  <a:pt x="113609" y="30897"/>
                </a:lnTo>
                <a:lnTo>
                  <a:pt x="113382" y="31396"/>
                </a:lnTo>
                <a:lnTo>
                  <a:pt x="113173" y="31906"/>
                </a:lnTo>
                <a:lnTo>
                  <a:pt x="112980" y="32427"/>
                </a:lnTo>
                <a:lnTo>
                  <a:pt x="112803" y="32957"/>
                </a:lnTo>
                <a:lnTo>
                  <a:pt x="112643" y="33498"/>
                </a:lnTo>
                <a:lnTo>
                  <a:pt x="112499" y="34048"/>
                </a:lnTo>
                <a:lnTo>
                  <a:pt x="112372" y="34610"/>
                </a:lnTo>
                <a:lnTo>
                  <a:pt x="112262" y="35181"/>
                </a:lnTo>
                <a:lnTo>
                  <a:pt x="112168" y="35762"/>
                </a:lnTo>
                <a:lnTo>
                  <a:pt x="112091" y="36354"/>
                </a:lnTo>
                <a:lnTo>
                  <a:pt x="123292" y="36354"/>
                </a:lnTo>
                <a:lnTo>
                  <a:pt x="123334" y="36119"/>
                </a:lnTo>
                <a:lnTo>
                  <a:pt x="123383" y="35888"/>
                </a:lnTo>
                <a:lnTo>
                  <a:pt x="123438" y="35661"/>
                </a:lnTo>
                <a:lnTo>
                  <a:pt x="123501" y="35438"/>
                </a:lnTo>
                <a:lnTo>
                  <a:pt x="123571" y="35220"/>
                </a:lnTo>
                <a:lnTo>
                  <a:pt x="123647" y="35005"/>
                </a:lnTo>
                <a:lnTo>
                  <a:pt x="123731" y="34795"/>
                </a:lnTo>
                <a:lnTo>
                  <a:pt x="123822" y="34589"/>
                </a:lnTo>
                <a:lnTo>
                  <a:pt x="123920" y="34387"/>
                </a:lnTo>
                <a:lnTo>
                  <a:pt x="124025" y="34189"/>
                </a:lnTo>
                <a:lnTo>
                  <a:pt x="124136" y="33996"/>
                </a:lnTo>
                <a:lnTo>
                  <a:pt x="124255" y="33806"/>
                </a:lnTo>
                <a:lnTo>
                  <a:pt x="124381" y="33621"/>
                </a:lnTo>
                <a:lnTo>
                  <a:pt x="124514" y="33440"/>
                </a:lnTo>
                <a:lnTo>
                  <a:pt x="124654" y="33263"/>
                </a:lnTo>
                <a:lnTo>
                  <a:pt x="124801" y="33090"/>
                </a:lnTo>
                <a:lnTo>
                  <a:pt x="124955" y="32921"/>
                </a:lnTo>
                <a:lnTo>
                  <a:pt x="125115" y="32756"/>
                </a:lnTo>
                <a:lnTo>
                  <a:pt x="125283" y="32596"/>
                </a:lnTo>
                <a:lnTo>
                  <a:pt x="125458" y="32440"/>
                </a:lnTo>
                <a:lnTo>
                  <a:pt x="125640" y="32287"/>
                </a:lnTo>
                <a:lnTo>
                  <a:pt x="125829" y="32139"/>
                </a:lnTo>
                <a:lnTo>
                  <a:pt x="126025" y="31996"/>
                </a:lnTo>
                <a:lnTo>
                  <a:pt x="126228" y="31856"/>
                </a:lnTo>
                <a:lnTo>
                  <a:pt x="126437" y="31721"/>
                </a:lnTo>
                <a:lnTo>
                  <a:pt x="126650" y="31592"/>
                </a:lnTo>
                <a:lnTo>
                  <a:pt x="126868" y="31468"/>
                </a:lnTo>
                <a:lnTo>
                  <a:pt x="127090" y="31351"/>
                </a:lnTo>
                <a:lnTo>
                  <a:pt x="127317" y="31239"/>
                </a:lnTo>
                <a:lnTo>
                  <a:pt x="127548" y="31133"/>
                </a:lnTo>
                <a:lnTo>
                  <a:pt x="127784" y="31032"/>
                </a:lnTo>
                <a:lnTo>
                  <a:pt x="128024" y="30938"/>
                </a:lnTo>
                <a:lnTo>
                  <a:pt x="128268" y="30849"/>
                </a:lnTo>
                <a:lnTo>
                  <a:pt x="128517" y="30765"/>
                </a:lnTo>
                <a:lnTo>
                  <a:pt x="128771" y="30688"/>
                </a:lnTo>
                <a:lnTo>
                  <a:pt x="129029" y="30616"/>
                </a:lnTo>
                <a:lnTo>
                  <a:pt x="129291" y="30550"/>
                </a:lnTo>
                <a:lnTo>
                  <a:pt x="129558" y="30490"/>
                </a:lnTo>
                <a:lnTo>
                  <a:pt x="129829" y="30435"/>
                </a:lnTo>
                <a:lnTo>
                  <a:pt x="130105" y="30387"/>
                </a:lnTo>
                <a:lnTo>
                  <a:pt x="130385" y="30343"/>
                </a:lnTo>
                <a:lnTo>
                  <a:pt x="130670" y="30306"/>
                </a:lnTo>
                <a:lnTo>
                  <a:pt x="130959" y="30275"/>
                </a:lnTo>
                <a:lnTo>
                  <a:pt x="131253" y="30249"/>
                </a:lnTo>
                <a:lnTo>
                  <a:pt x="131551" y="30229"/>
                </a:lnTo>
                <a:lnTo>
                  <a:pt x="131853" y="30214"/>
                </a:lnTo>
                <a:lnTo>
                  <a:pt x="132160" y="30206"/>
                </a:lnTo>
                <a:lnTo>
                  <a:pt x="132472" y="30203"/>
                </a:lnTo>
                <a:lnTo>
                  <a:pt x="132813" y="30206"/>
                </a:lnTo>
                <a:lnTo>
                  <a:pt x="133148" y="30217"/>
                </a:lnTo>
                <a:lnTo>
                  <a:pt x="133477" y="30235"/>
                </a:lnTo>
                <a:lnTo>
                  <a:pt x="133801" y="30260"/>
                </a:lnTo>
                <a:lnTo>
                  <a:pt x="134118" y="30293"/>
                </a:lnTo>
                <a:lnTo>
                  <a:pt x="134429" y="30332"/>
                </a:lnTo>
                <a:lnTo>
                  <a:pt x="134734" y="30379"/>
                </a:lnTo>
                <a:lnTo>
                  <a:pt x="135033" y="30432"/>
                </a:lnTo>
                <a:lnTo>
                  <a:pt x="135325" y="30493"/>
                </a:lnTo>
                <a:lnTo>
                  <a:pt x="135612" y="30562"/>
                </a:lnTo>
                <a:lnTo>
                  <a:pt x="135893" y="30637"/>
                </a:lnTo>
                <a:lnTo>
                  <a:pt x="136167" y="30719"/>
                </a:lnTo>
                <a:lnTo>
                  <a:pt x="136436" y="30809"/>
                </a:lnTo>
                <a:lnTo>
                  <a:pt x="136698" y="30906"/>
                </a:lnTo>
                <a:lnTo>
                  <a:pt x="136955" y="31010"/>
                </a:lnTo>
                <a:lnTo>
                  <a:pt x="137205" y="31121"/>
                </a:lnTo>
                <a:lnTo>
                  <a:pt x="137449" y="31240"/>
                </a:lnTo>
                <a:lnTo>
                  <a:pt x="137688" y="31365"/>
                </a:lnTo>
                <a:lnTo>
                  <a:pt x="137920" y="31498"/>
                </a:lnTo>
                <a:lnTo>
                  <a:pt x="138146" y="31638"/>
                </a:lnTo>
                <a:lnTo>
                  <a:pt x="138366" y="31785"/>
                </a:lnTo>
                <a:lnTo>
                  <a:pt x="138580" y="31939"/>
                </a:lnTo>
                <a:lnTo>
                  <a:pt x="138788" y="32100"/>
                </a:lnTo>
                <a:lnTo>
                  <a:pt x="138990" y="32269"/>
                </a:lnTo>
                <a:lnTo>
                  <a:pt x="139184" y="32444"/>
                </a:lnTo>
                <a:lnTo>
                  <a:pt x="139371" y="32624"/>
                </a:lnTo>
                <a:lnTo>
                  <a:pt x="139549" y="32810"/>
                </a:lnTo>
                <a:lnTo>
                  <a:pt x="139719" y="33002"/>
                </a:lnTo>
                <a:lnTo>
                  <a:pt x="139881" y="33199"/>
                </a:lnTo>
                <a:lnTo>
                  <a:pt x="140034" y="33402"/>
                </a:lnTo>
                <a:lnTo>
                  <a:pt x="140179" y="33610"/>
                </a:lnTo>
                <a:lnTo>
                  <a:pt x="140316" y="33824"/>
                </a:lnTo>
                <a:lnTo>
                  <a:pt x="140444" y="34044"/>
                </a:lnTo>
                <a:lnTo>
                  <a:pt x="140564" y="34269"/>
                </a:lnTo>
                <a:lnTo>
                  <a:pt x="140676" y="34500"/>
                </a:lnTo>
                <a:lnTo>
                  <a:pt x="140780" y="34736"/>
                </a:lnTo>
                <a:lnTo>
                  <a:pt x="140875" y="34978"/>
                </a:lnTo>
                <a:lnTo>
                  <a:pt x="140962" y="35225"/>
                </a:lnTo>
                <a:lnTo>
                  <a:pt x="141041" y="35478"/>
                </a:lnTo>
                <a:lnTo>
                  <a:pt x="141111" y="35737"/>
                </a:lnTo>
                <a:lnTo>
                  <a:pt x="141174" y="36001"/>
                </a:lnTo>
                <a:lnTo>
                  <a:pt x="141227" y="36271"/>
                </a:lnTo>
                <a:lnTo>
                  <a:pt x="141273" y="36546"/>
                </a:lnTo>
                <a:lnTo>
                  <a:pt x="141310" y="36827"/>
                </a:lnTo>
                <a:lnTo>
                  <a:pt x="141339" y="37114"/>
                </a:lnTo>
                <a:lnTo>
                  <a:pt x="141360" y="37406"/>
                </a:lnTo>
                <a:lnTo>
                  <a:pt x="141372" y="37703"/>
                </a:lnTo>
                <a:lnTo>
                  <a:pt x="141377" y="38007"/>
                </a:lnTo>
                <a:lnTo>
                  <a:pt x="141377" y="42321"/>
                </a:lnTo>
                <a:lnTo>
                  <a:pt x="128800" y="42321"/>
                </a:lnTo>
                <a:lnTo>
                  <a:pt x="128050" y="42328"/>
                </a:lnTo>
                <a:lnTo>
                  <a:pt x="127314" y="42349"/>
                </a:lnTo>
                <a:lnTo>
                  <a:pt x="126593" y="42384"/>
                </a:lnTo>
                <a:lnTo>
                  <a:pt x="125885" y="42433"/>
                </a:lnTo>
                <a:lnTo>
                  <a:pt x="125193" y="42497"/>
                </a:lnTo>
                <a:lnTo>
                  <a:pt x="124514" y="42574"/>
                </a:lnTo>
                <a:lnTo>
                  <a:pt x="123850" y="42665"/>
                </a:lnTo>
                <a:lnTo>
                  <a:pt x="123200" y="42770"/>
                </a:lnTo>
                <a:lnTo>
                  <a:pt x="122565" y="42889"/>
                </a:lnTo>
                <a:lnTo>
                  <a:pt x="121944" y="43023"/>
                </a:lnTo>
                <a:lnTo>
                  <a:pt x="121337" y="43170"/>
                </a:lnTo>
                <a:lnTo>
                  <a:pt x="120744" y="43331"/>
                </a:lnTo>
                <a:lnTo>
                  <a:pt x="120166" y="43507"/>
                </a:lnTo>
                <a:lnTo>
                  <a:pt x="119603" y="43696"/>
                </a:lnTo>
                <a:lnTo>
                  <a:pt x="119053" y="43899"/>
                </a:lnTo>
                <a:lnTo>
                  <a:pt x="118518" y="44117"/>
                </a:lnTo>
                <a:lnTo>
                  <a:pt x="117997" y="44348"/>
                </a:lnTo>
                <a:lnTo>
                  <a:pt x="117491" y="44594"/>
                </a:lnTo>
                <a:lnTo>
                  <a:pt x="116999" y="44853"/>
                </a:lnTo>
                <a:lnTo>
                  <a:pt x="116521" y="45127"/>
                </a:lnTo>
                <a:lnTo>
                  <a:pt x="116058" y="45414"/>
                </a:lnTo>
                <a:lnTo>
                  <a:pt x="115609" y="45716"/>
                </a:lnTo>
                <a:lnTo>
                  <a:pt x="115175" y="46032"/>
                </a:lnTo>
                <a:lnTo>
                  <a:pt x="114754" y="46361"/>
                </a:lnTo>
                <a:lnTo>
                  <a:pt x="114350" y="46704"/>
                </a:lnTo>
                <a:lnTo>
                  <a:pt x="113962" y="47058"/>
                </a:lnTo>
                <a:lnTo>
                  <a:pt x="113592" y="47424"/>
                </a:lnTo>
                <a:lnTo>
                  <a:pt x="113239" y="47802"/>
                </a:lnTo>
                <a:lnTo>
                  <a:pt x="112904" y="48191"/>
                </a:lnTo>
                <a:lnTo>
                  <a:pt x="112585" y="48593"/>
                </a:lnTo>
                <a:lnTo>
                  <a:pt x="112284" y="49006"/>
                </a:lnTo>
                <a:lnTo>
                  <a:pt x="112000" y="49431"/>
                </a:lnTo>
                <a:lnTo>
                  <a:pt x="111733" y="49868"/>
                </a:lnTo>
                <a:lnTo>
                  <a:pt x="111484" y="50316"/>
                </a:lnTo>
                <a:lnTo>
                  <a:pt x="111251" y="50777"/>
                </a:lnTo>
                <a:lnTo>
                  <a:pt x="111036" y="51249"/>
                </a:lnTo>
                <a:lnTo>
                  <a:pt x="110838" y="51733"/>
                </a:lnTo>
                <a:lnTo>
                  <a:pt x="110657" y="52229"/>
                </a:lnTo>
                <a:lnTo>
                  <a:pt x="110494" y="52736"/>
                </a:lnTo>
                <a:lnTo>
                  <a:pt x="110348" y="53256"/>
                </a:lnTo>
                <a:lnTo>
                  <a:pt x="110218" y="53787"/>
                </a:lnTo>
                <a:lnTo>
                  <a:pt x="110107" y="54330"/>
                </a:lnTo>
                <a:lnTo>
                  <a:pt x="110012" y="54885"/>
                </a:lnTo>
                <a:lnTo>
                  <a:pt x="109934" y="55451"/>
                </a:lnTo>
                <a:lnTo>
                  <a:pt x="109874" y="56029"/>
                </a:lnTo>
                <a:lnTo>
                  <a:pt x="109831" y="56620"/>
                </a:lnTo>
                <a:lnTo>
                  <a:pt x="109805" y="57222"/>
                </a:lnTo>
                <a:lnTo>
                  <a:pt x="109797" y="57835"/>
                </a:lnTo>
                <a:lnTo>
                  <a:pt x="109805" y="58412"/>
                </a:lnTo>
                <a:lnTo>
                  <a:pt x="109828" y="58978"/>
                </a:lnTo>
                <a:lnTo>
                  <a:pt x="109867" y="59535"/>
                </a:lnTo>
                <a:lnTo>
                  <a:pt x="109922" y="60082"/>
                </a:lnTo>
                <a:lnTo>
                  <a:pt x="109992" y="60619"/>
                </a:lnTo>
                <a:lnTo>
                  <a:pt x="110078" y="61146"/>
                </a:lnTo>
                <a:lnTo>
                  <a:pt x="110179" y="61663"/>
                </a:lnTo>
                <a:lnTo>
                  <a:pt x="110297" y="62171"/>
                </a:lnTo>
                <a:lnTo>
                  <a:pt x="110429" y="62668"/>
                </a:lnTo>
                <a:lnTo>
                  <a:pt x="110578" y="63156"/>
                </a:lnTo>
                <a:lnTo>
                  <a:pt x="110742" y="63633"/>
                </a:lnTo>
                <a:lnTo>
                  <a:pt x="110921" y="64101"/>
                </a:lnTo>
                <a:lnTo>
                  <a:pt x="111116" y="64559"/>
                </a:lnTo>
                <a:lnTo>
                  <a:pt x="111327" y="65007"/>
                </a:lnTo>
                <a:lnTo>
                  <a:pt x="111554" y="65445"/>
                </a:lnTo>
                <a:lnTo>
                  <a:pt x="111796" y="65873"/>
                </a:lnTo>
                <a:lnTo>
                  <a:pt x="112054" y="66292"/>
                </a:lnTo>
                <a:lnTo>
                  <a:pt x="112327" y="66700"/>
                </a:lnTo>
                <a:lnTo>
                  <a:pt x="112616" y="67099"/>
                </a:lnTo>
                <a:lnTo>
                  <a:pt x="112920" y="67488"/>
                </a:lnTo>
                <a:lnTo>
                  <a:pt x="113241" y="67866"/>
                </a:lnTo>
                <a:lnTo>
                  <a:pt x="113576" y="68235"/>
                </a:lnTo>
                <a:lnTo>
                  <a:pt x="113928" y="68594"/>
                </a:lnTo>
                <a:lnTo>
                  <a:pt x="114295" y="68944"/>
                </a:lnTo>
                <a:lnTo>
                  <a:pt x="114675" y="69281"/>
                </a:lnTo>
                <a:lnTo>
                  <a:pt x="115068" y="69603"/>
                </a:lnTo>
                <a:lnTo>
                  <a:pt x="115471" y="69912"/>
                </a:lnTo>
                <a:lnTo>
                  <a:pt x="115886" y="70206"/>
                </a:lnTo>
                <a:lnTo>
                  <a:pt x="116313" y="70486"/>
                </a:lnTo>
                <a:lnTo>
                  <a:pt x="116751" y="70751"/>
                </a:lnTo>
                <a:lnTo>
                  <a:pt x="117200" y="71002"/>
                </a:lnTo>
                <a:lnTo>
                  <a:pt x="117661" y="71239"/>
                </a:lnTo>
                <a:lnTo>
                  <a:pt x="118134" y="71461"/>
                </a:lnTo>
                <a:lnTo>
                  <a:pt x="118618" y="71669"/>
                </a:lnTo>
                <a:lnTo>
                  <a:pt x="119113" y="71863"/>
                </a:lnTo>
                <a:lnTo>
                  <a:pt x="119620" y="72042"/>
                </a:lnTo>
                <a:lnTo>
                  <a:pt x="120138" y="72207"/>
                </a:lnTo>
                <a:lnTo>
                  <a:pt x="120668" y="72357"/>
                </a:lnTo>
                <a:lnTo>
                  <a:pt x="121209" y="72494"/>
                </a:lnTo>
                <a:lnTo>
                  <a:pt x="121762" y="72616"/>
                </a:lnTo>
                <a:lnTo>
                  <a:pt x="122326" y="72723"/>
                </a:lnTo>
                <a:lnTo>
                  <a:pt x="122902" y="72816"/>
                </a:lnTo>
                <a:lnTo>
                  <a:pt x="123489" y="72895"/>
                </a:lnTo>
                <a:lnTo>
                  <a:pt x="124088" y="72960"/>
                </a:lnTo>
                <a:lnTo>
                  <a:pt x="124698" y="73010"/>
                </a:lnTo>
                <a:lnTo>
                  <a:pt x="125319" y="73046"/>
                </a:lnTo>
                <a:lnTo>
                  <a:pt x="125952" y="73067"/>
                </a:lnTo>
                <a:lnTo>
                  <a:pt x="126597" y="73075"/>
                </a:lnTo>
                <a:lnTo>
                  <a:pt x="127166" y="73069"/>
                </a:lnTo>
                <a:lnTo>
                  <a:pt x="127725" y="73052"/>
                </a:lnTo>
                <a:lnTo>
                  <a:pt x="128275" y="73023"/>
                </a:lnTo>
                <a:lnTo>
                  <a:pt x="128815" y="72983"/>
                </a:lnTo>
                <a:lnTo>
                  <a:pt x="129346" y="72931"/>
                </a:lnTo>
                <a:lnTo>
                  <a:pt x="129867" y="72868"/>
                </a:lnTo>
                <a:lnTo>
                  <a:pt x="130379" y="72794"/>
                </a:lnTo>
                <a:lnTo>
                  <a:pt x="130881" y="72707"/>
                </a:lnTo>
                <a:lnTo>
                  <a:pt x="131373" y="72610"/>
                </a:lnTo>
                <a:lnTo>
                  <a:pt x="131856" y="72501"/>
                </a:lnTo>
                <a:lnTo>
                  <a:pt x="132329" y="72380"/>
                </a:lnTo>
                <a:lnTo>
                  <a:pt x="132793" y="72249"/>
                </a:lnTo>
                <a:lnTo>
                  <a:pt x="133247" y="72105"/>
                </a:lnTo>
                <a:lnTo>
                  <a:pt x="133692" y="71950"/>
                </a:lnTo>
                <a:lnTo>
                  <a:pt x="134127" y="71784"/>
                </a:lnTo>
                <a:lnTo>
                  <a:pt x="134553" y="71606"/>
                </a:lnTo>
                <a:lnTo>
                  <a:pt x="134969" y="71417"/>
                </a:lnTo>
                <a:lnTo>
                  <a:pt x="135375" y="71216"/>
                </a:lnTo>
                <a:lnTo>
                  <a:pt x="135772" y="71004"/>
                </a:lnTo>
                <a:lnTo>
                  <a:pt x="136159" y="70780"/>
                </a:lnTo>
                <a:lnTo>
                  <a:pt x="136537" y="70545"/>
                </a:lnTo>
                <a:lnTo>
                  <a:pt x="136905" y="70298"/>
                </a:lnTo>
                <a:lnTo>
                  <a:pt x="137264" y="70040"/>
                </a:lnTo>
                <a:lnTo>
                  <a:pt x="137613" y="69770"/>
                </a:lnTo>
                <a:lnTo>
                  <a:pt x="137950" y="69491"/>
                </a:lnTo>
                <a:lnTo>
                  <a:pt x="138273" y="69203"/>
                </a:lnTo>
                <a:lnTo>
                  <a:pt x="138581" y="68908"/>
                </a:lnTo>
                <a:lnTo>
                  <a:pt x="138875" y="68605"/>
                </a:lnTo>
                <a:lnTo>
                  <a:pt x="139155" y="68294"/>
                </a:lnTo>
                <a:lnTo>
                  <a:pt x="139421" y="67974"/>
                </a:lnTo>
                <a:lnTo>
                  <a:pt x="139672" y="67647"/>
                </a:lnTo>
                <a:lnTo>
                  <a:pt x="139908" y="67312"/>
                </a:lnTo>
                <a:lnTo>
                  <a:pt x="140131" y="66969"/>
                </a:lnTo>
                <a:lnTo>
                  <a:pt x="140339" y="66618"/>
                </a:lnTo>
                <a:lnTo>
                  <a:pt x="140533" y="66259"/>
                </a:lnTo>
                <a:lnTo>
                  <a:pt x="140712" y="65892"/>
                </a:lnTo>
                <a:lnTo>
                  <a:pt x="140877" y="65517"/>
                </a:lnTo>
                <a:lnTo>
                  <a:pt x="141028" y="65134"/>
                </a:lnTo>
                <a:lnTo>
                  <a:pt x="141164" y="64743"/>
                </a:lnTo>
                <a:lnTo>
                  <a:pt x="141286" y="64344"/>
                </a:lnTo>
                <a:lnTo>
                  <a:pt x="141393" y="63937"/>
                </a:lnTo>
                <a:lnTo>
                  <a:pt x="141487" y="63522"/>
                </a:lnTo>
                <a:lnTo>
                  <a:pt x="141520" y="63345"/>
                </a:lnTo>
                <a:lnTo>
                  <a:pt x="141745" y="63345"/>
                </a:lnTo>
                <a:lnTo>
                  <a:pt x="141745" y="72157"/>
                </a:lnTo>
                <a:lnTo>
                  <a:pt x="152852" y="72157"/>
                </a:lnTo>
                <a:lnTo>
                  <a:pt x="152852" y="37914"/>
                </a:lnTo>
                <a:close/>
                <a:moveTo>
                  <a:pt x="129003" y="64388"/>
                </a:moveTo>
                <a:lnTo>
                  <a:pt x="128679" y="64356"/>
                </a:lnTo>
                <a:lnTo>
                  <a:pt x="128361" y="64317"/>
                </a:lnTo>
                <a:lnTo>
                  <a:pt x="128049" y="64270"/>
                </a:lnTo>
                <a:lnTo>
                  <a:pt x="127744" y="64216"/>
                </a:lnTo>
                <a:lnTo>
                  <a:pt x="127445" y="64155"/>
                </a:lnTo>
                <a:lnTo>
                  <a:pt x="127152" y="64087"/>
                </a:lnTo>
                <a:lnTo>
                  <a:pt x="126865" y="64012"/>
                </a:lnTo>
                <a:lnTo>
                  <a:pt x="126585" y="63929"/>
                </a:lnTo>
                <a:lnTo>
                  <a:pt x="126311" y="63840"/>
                </a:lnTo>
                <a:lnTo>
                  <a:pt x="126042" y="63743"/>
                </a:lnTo>
                <a:lnTo>
                  <a:pt x="125781" y="63639"/>
                </a:lnTo>
                <a:lnTo>
                  <a:pt x="125525" y="63528"/>
                </a:lnTo>
                <a:lnTo>
                  <a:pt x="125276" y="63410"/>
                </a:lnTo>
                <a:lnTo>
                  <a:pt x="125032" y="63284"/>
                </a:lnTo>
                <a:lnTo>
                  <a:pt x="124796" y="63152"/>
                </a:lnTo>
                <a:lnTo>
                  <a:pt x="124565" y="63012"/>
                </a:lnTo>
                <a:lnTo>
                  <a:pt x="124340" y="62865"/>
                </a:lnTo>
                <a:lnTo>
                  <a:pt x="124122" y="62711"/>
                </a:lnTo>
                <a:lnTo>
                  <a:pt x="123910" y="62549"/>
                </a:lnTo>
                <a:lnTo>
                  <a:pt x="123704" y="62381"/>
                </a:lnTo>
                <a:lnTo>
                  <a:pt x="123506" y="62206"/>
                </a:lnTo>
                <a:lnTo>
                  <a:pt x="123316" y="62026"/>
                </a:lnTo>
                <a:lnTo>
                  <a:pt x="123134" y="61841"/>
                </a:lnTo>
                <a:lnTo>
                  <a:pt x="122961" y="61650"/>
                </a:lnTo>
                <a:lnTo>
                  <a:pt x="122796" y="61454"/>
                </a:lnTo>
                <a:lnTo>
                  <a:pt x="122640" y="61253"/>
                </a:lnTo>
                <a:lnTo>
                  <a:pt x="122492" y="61047"/>
                </a:lnTo>
                <a:lnTo>
                  <a:pt x="122353" y="60835"/>
                </a:lnTo>
                <a:lnTo>
                  <a:pt x="122222" y="60618"/>
                </a:lnTo>
                <a:lnTo>
                  <a:pt x="122100" y="60396"/>
                </a:lnTo>
                <a:lnTo>
                  <a:pt x="121986" y="60169"/>
                </a:lnTo>
                <a:lnTo>
                  <a:pt x="121880" y="59936"/>
                </a:lnTo>
                <a:lnTo>
                  <a:pt x="121783" y="59698"/>
                </a:lnTo>
                <a:lnTo>
                  <a:pt x="121694" y="59455"/>
                </a:lnTo>
                <a:lnTo>
                  <a:pt x="121614" y="59207"/>
                </a:lnTo>
                <a:lnTo>
                  <a:pt x="121542" y="58953"/>
                </a:lnTo>
                <a:lnTo>
                  <a:pt x="121479" y="58694"/>
                </a:lnTo>
                <a:lnTo>
                  <a:pt x="121424" y="58430"/>
                </a:lnTo>
                <a:lnTo>
                  <a:pt x="121378" y="58160"/>
                </a:lnTo>
                <a:lnTo>
                  <a:pt x="121340" y="57886"/>
                </a:lnTo>
                <a:lnTo>
                  <a:pt x="121310" y="57606"/>
                </a:lnTo>
                <a:lnTo>
                  <a:pt x="121289" y="57320"/>
                </a:lnTo>
                <a:lnTo>
                  <a:pt x="121276" y="57030"/>
                </a:lnTo>
                <a:lnTo>
                  <a:pt x="121272" y="56734"/>
                </a:lnTo>
                <a:lnTo>
                  <a:pt x="121276" y="56461"/>
                </a:lnTo>
                <a:lnTo>
                  <a:pt x="121287" y="56192"/>
                </a:lnTo>
                <a:lnTo>
                  <a:pt x="121305" y="55928"/>
                </a:lnTo>
                <a:lnTo>
                  <a:pt x="121331" y="55668"/>
                </a:lnTo>
                <a:lnTo>
                  <a:pt x="121364" y="55413"/>
                </a:lnTo>
                <a:lnTo>
                  <a:pt x="121404" y="55162"/>
                </a:lnTo>
                <a:lnTo>
                  <a:pt x="121452" y="54916"/>
                </a:lnTo>
                <a:lnTo>
                  <a:pt x="121507" y="54674"/>
                </a:lnTo>
                <a:lnTo>
                  <a:pt x="121569" y="54436"/>
                </a:lnTo>
                <a:lnTo>
                  <a:pt x="121639" y="54203"/>
                </a:lnTo>
                <a:lnTo>
                  <a:pt x="121716" y="53975"/>
                </a:lnTo>
                <a:lnTo>
                  <a:pt x="121800" y="53751"/>
                </a:lnTo>
                <a:lnTo>
                  <a:pt x="121892" y="53531"/>
                </a:lnTo>
                <a:lnTo>
                  <a:pt x="121991" y="53316"/>
                </a:lnTo>
                <a:lnTo>
                  <a:pt x="122097" y="53105"/>
                </a:lnTo>
                <a:lnTo>
                  <a:pt x="122210" y="52899"/>
                </a:lnTo>
                <a:lnTo>
                  <a:pt x="122331" y="52697"/>
                </a:lnTo>
                <a:lnTo>
                  <a:pt x="122460" y="52500"/>
                </a:lnTo>
                <a:lnTo>
                  <a:pt x="122595" y="52307"/>
                </a:lnTo>
                <a:lnTo>
                  <a:pt x="122738" y="52119"/>
                </a:lnTo>
                <a:lnTo>
                  <a:pt x="122888" y="51935"/>
                </a:lnTo>
                <a:lnTo>
                  <a:pt x="123046" y="51755"/>
                </a:lnTo>
                <a:lnTo>
                  <a:pt x="123211" y="51580"/>
                </a:lnTo>
                <a:lnTo>
                  <a:pt x="123383" y="51410"/>
                </a:lnTo>
                <a:lnTo>
                  <a:pt x="123562" y="51245"/>
                </a:lnTo>
                <a:lnTo>
                  <a:pt x="123745" y="51087"/>
                </a:lnTo>
                <a:lnTo>
                  <a:pt x="123933" y="50936"/>
                </a:lnTo>
                <a:lnTo>
                  <a:pt x="124126" y="50793"/>
                </a:lnTo>
                <a:lnTo>
                  <a:pt x="124323" y="50656"/>
                </a:lnTo>
                <a:lnTo>
                  <a:pt x="124525" y="50526"/>
                </a:lnTo>
                <a:lnTo>
                  <a:pt x="124732" y="50403"/>
                </a:lnTo>
                <a:lnTo>
                  <a:pt x="124944" y="50288"/>
                </a:lnTo>
                <a:lnTo>
                  <a:pt x="125161" y="50179"/>
                </a:lnTo>
                <a:lnTo>
                  <a:pt x="125382" y="50077"/>
                </a:lnTo>
                <a:lnTo>
                  <a:pt x="125609" y="49982"/>
                </a:lnTo>
                <a:lnTo>
                  <a:pt x="125840" y="49895"/>
                </a:lnTo>
                <a:lnTo>
                  <a:pt x="126075" y="49814"/>
                </a:lnTo>
                <a:lnTo>
                  <a:pt x="126316" y="49740"/>
                </a:lnTo>
                <a:lnTo>
                  <a:pt x="126561" y="49674"/>
                </a:lnTo>
                <a:lnTo>
                  <a:pt x="126811" y="49614"/>
                </a:lnTo>
                <a:lnTo>
                  <a:pt x="127066" y="49562"/>
                </a:lnTo>
                <a:lnTo>
                  <a:pt x="127326" y="49516"/>
                </a:lnTo>
                <a:lnTo>
                  <a:pt x="127590" y="49477"/>
                </a:lnTo>
                <a:lnTo>
                  <a:pt x="127859" y="49446"/>
                </a:lnTo>
                <a:lnTo>
                  <a:pt x="128133" y="49421"/>
                </a:lnTo>
                <a:lnTo>
                  <a:pt x="128412" y="49404"/>
                </a:lnTo>
                <a:lnTo>
                  <a:pt x="128695" y="49393"/>
                </a:lnTo>
                <a:lnTo>
                  <a:pt x="128984" y="49390"/>
                </a:lnTo>
                <a:lnTo>
                  <a:pt x="141377" y="49390"/>
                </a:lnTo>
                <a:lnTo>
                  <a:pt x="141377" y="55541"/>
                </a:lnTo>
                <a:lnTo>
                  <a:pt x="141371" y="55867"/>
                </a:lnTo>
                <a:lnTo>
                  <a:pt x="141355" y="56188"/>
                </a:lnTo>
                <a:lnTo>
                  <a:pt x="141329" y="56505"/>
                </a:lnTo>
                <a:lnTo>
                  <a:pt x="141291" y="56816"/>
                </a:lnTo>
                <a:lnTo>
                  <a:pt x="141243" y="57122"/>
                </a:lnTo>
                <a:lnTo>
                  <a:pt x="141184" y="57423"/>
                </a:lnTo>
                <a:lnTo>
                  <a:pt x="141115" y="57719"/>
                </a:lnTo>
                <a:lnTo>
                  <a:pt x="141035" y="58009"/>
                </a:lnTo>
                <a:lnTo>
                  <a:pt x="140944" y="58295"/>
                </a:lnTo>
                <a:lnTo>
                  <a:pt x="140843" y="58575"/>
                </a:lnTo>
                <a:lnTo>
                  <a:pt x="140730" y="58851"/>
                </a:lnTo>
                <a:lnTo>
                  <a:pt x="140608" y="59121"/>
                </a:lnTo>
                <a:lnTo>
                  <a:pt x="140474" y="59386"/>
                </a:lnTo>
                <a:lnTo>
                  <a:pt x="140330" y="59647"/>
                </a:lnTo>
                <a:lnTo>
                  <a:pt x="140175" y="59902"/>
                </a:lnTo>
                <a:lnTo>
                  <a:pt x="140009" y="60152"/>
                </a:lnTo>
                <a:lnTo>
                  <a:pt x="139833" y="60396"/>
                </a:lnTo>
                <a:lnTo>
                  <a:pt x="139646" y="60636"/>
                </a:lnTo>
                <a:lnTo>
                  <a:pt x="139449" y="60871"/>
                </a:lnTo>
                <a:lnTo>
                  <a:pt x="139240" y="61100"/>
                </a:lnTo>
                <a:lnTo>
                  <a:pt x="139021" y="61325"/>
                </a:lnTo>
                <a:lnTo>
                  <a:pt x="138792" y="61544"/>
                </a:lnTo>
                <a:lnTo>
                  <a:pt x="138551" y="61758"/>
                </a:lnTo>
                <a:lnTo>
                  <a:pt x="138300" y="61968"/>
                </a:lnTo>
                <a:lnTo>
                  <a:pt x="138041" y="62170"/>
                </a:lnTo>
                <a:lnTo>
                  <a:pt x="137776" y="62363"/>
                </a:lnTo>
                <a:lnTo>
                  <a:pt x="137504" y="62548"/>
                </a:lnTo>
                <a:lnTo>
                  <a:pt x="137226" y="62725"/>
                </a:lnTo>
                <a:lnTo>
                  <a:pt x="136942" y="62893"/>
                </a:lnTo>
                <a:lnTo>
                  <a:pt x="136651" y="63052"/>
                </a:lnTo>
                <a:lnTo>
                  <a:pt x="136355" y="63202"/>
                </a:lnTo>
                <a:lnTo>
                  <a:pt x="136052" y="63344"/>
                </a:lnTo>
                <a:lnTo>
                  <a:pt x="135743" y="63478"/>
                </a:lnTo>
                <a:lnTo>
                  <a:pt x="135427" y="63602"/>
                </a:lnTo>
                <a:lnTo>
                  <a:pt x="135106" y="63719"/>
                </a:lnTo>
                <a:lnTo>
                  <a:pt x="134778" y="63826"/>
                </a:lnTo>
                <a:lnTo>
                  <a:pt x="134444" y="63925"/>
                </a:lnTo>
                <a:lnTo>
                  <a:pt x="134104" y="64015"/>
                </a:lnTo>
                <a:lnTo>
                  <a:pt x="133758" y="64097"/>
                </a:lnTo>
                <a:lnTo>
                  <a:pt x="133405" y="64170"/>
                </a:lnTo>
                <a:lnTo>
                  <a:pt x="133046" y="64235"/>
                </a:lnTo>
                <a:lnTo>
                  <a:pt x="132681" y="64291"/>
                </a:lnTo>
                <a:lnTo>
                  <a:pt x="132310" y="64338"/>
                </a:lnTo>
                <a:lnTo>
                  <a:pt x="131933" y="64377"/>
                </a:lnTo>
                <a:lnTo>
                  <a:pt x="131549" y="64407"/>
                </a:lnTo>
                <a:lnTo>
                  <a:pt x="131159" y="64428"/>
                </a:lnTo>
                <a:lnTo>
                  <a:pt x="130763" y="64441"/>
                </a:lnTo>
                <a:lnTo>
                  <a:pt x="130361" y="64446"/>
                </a:lnTo>
                <a:lnTo>
                  <a:pt x="130012" y="64442"/>
                </a:lnTo>
                <a:lnTo>
                  <a:pt x="129669" y="64431"/>
                </a:lnTo>
                <a:lnTo>
                  <a:pt x="129333" y="64413"/>
                </a:lnTo>
                <a:lnTo>
                  <a:pt x="129003" y="64388"/>
                </a:lnTo>
                <a:close/>
                <a:moveTo>
                  <a:pt x="0" y="84826"/>
                </a:moveTo>
                <a:lnTo>
                  <a:pt x="44065" y="84826"/>
                </a:lnTo>
                <a:lnTo>
                  <a:pt x="44065" y="74452"/>
                </a:lnTo>
                <a:lnTo>
                  <a:pt x="0" y="74452"/>
                </a:lnTo>
                <a:lnTo>
                  <a:pt x="0" y="84826"/>
                </a:lnTo>
                <a:close/>
                <a:moveTo>
                  <a:pt x="300218" y="13170"/>
                </a:moveTo>
                <a:lnTo>
                  <a:pt x="300486" y="13142"/>
                </a:lnTo>
                <a:lnTo>
                  <a:pt x="300749" y="13108"/>
                </a:lnTo>
                <a:lnTo>
                  <a:pt x="301006" y="13067"/>
                </a:lnTo>
                <a:lnTo>
                  <a:pt x="301259" y="13021"/>
                </a:lnTo>
                <a:lnTo>
                  <a:pt x="301506" y="12968"/>
                </a:lnTo>
                <a:lnTo>
                  <a:pt x="301748" y="12909"/>
                </a:lnTo>
                <a:lnTo>
                  <a:pt x="301985" y="12843"/>
                </a:lnTo>
                <a:lnTo>
                  <a:pt x="302217" y="12772"/>
                </a:lnTo>
                <a:lnTo>
                  <a:pt x="302444" y="12694"/>
                </a:lnTo>
                <a:lnTo>
                  <a:pt x="302666" y="12610"/>
                </a:lnTo>
                <a:lnTo>
                  <a:pt x="302883" y="12520"/>
                </a:lnTo>
                <a:lnTo>
                  <a:pt x="303095" y="12424"/>
                </a:lnTo>
                <a:lnTo>
                  <a:pt x="303301" y="12321"/>
                </a:lnTo>
                <a:lnTo>
                  <a:pt x="303503" y="12212"/>
                </a:lnTo>
                <a:lnTo>
                  <a:pt x="303699" y="12097"/>
                </a:lnTo>
                <a:lnTo>
                  <a:pt x="303890" y="11976"/>
                </a:lnTo>
                <a:lnTo>
                  <a:pt x="304076" y="11849"/>
                </a:lnTo>
                <a:lnTo>
                  <a:pt x="304258" y="11715"/>
                </a:lnTo>
                <a:lnTo>
                  <a:pt x="304434" y="11575"/>
                </a:lnTo>
                <a:lnTo>
                  <a:pt x="304604" y="11429"/>
                </a:lnTo>
                <a:lnTo>
                  <a:pt x="304769" y="11278"/>
                </a:lnTo>
                <a:lnTo>
                  <a:pt x="304927" y="11122"/>
                </a:lnTo>
                <a:lnTo>
                  <a:pt x="305078" y="10962"/>
                </a:lnTo>
                <a:lnTo>
                  <a:pt x="305222" y="10798"/>
                </a:lnTo>
                <a:lnTo>
                  <a:pt x="305358" y="10629"/>
                </a:lnTo>
                <a:lnTo>
                  <a:pt x="305488" y="10457"/>
                </a:lnTo>
                <a:lnTo>
                  <a:pt x="305611" y="10279"/>
                </a:lnTo>
                <a:lnTo>
                  <a:pt x="305727" y="10098"/>
                </a:lnTo>
                <a:lnTo>
                  <a:pt x="305835" y="9912"/>
                </a:lnTo>
                <a:lnTo>
                  <a:pt x="305937" y="9722"/>
                </a:lnTo>
                <a:lnTo>
                  <a:pt x="306032" y="9528"/>
                </a:lnTo>
                <a:lnTo>
                  <a:pt x="306119" y="9329"/>
                </a:lnTo>
                <a:lnTo>
                  <a:pt x="306200" y="9126"/>
                </a:lnTo>
                <a:lnTo>
                  <a:pt x="306274" y="8919"/>
                </a:lnTo>
                <a:lnTo>
                  <a:pt x="306340" y="8707"/>
                </a:lnTo>
                <a:lnTo>
                  <a:pt x="306400" y="8491"/>
                </a:lnTo>
                <a:lnTo>
                  <a:pt x="306453" y="8271"/>
                </a:lnTo>
                <a:lnTo>
                  <a:pt x="306498" y="8047"/>
                </a:lnTo>
                <a:lnTo>
                  <a:pt x="306537" y="7818"/>
                </a:lnTo>
                <a:lnTo>
                  <a:pt x="306568" y="7585"/>
                </a:lnTo>
                <a:lnTo>
                  <a:pt x="306593" y="7347"/>
                </a:lnTo>
                <a:lnTo>
                  <a:pt x="306610" y="7105"/>
                </a:lnTo>
                <a:lnTo>
                  <a:pt x="306621" y="6859"/>
                </a:lnTo>
                <a:lnTo>
                  <a:pt x="306624" y="6609"/>
                </a:lnTo>
                <a:lnTo>
                  <a:pt x="306621" y="6359"/>
                </a:lnTo>
                <a:lnTo>
                  <a:pt x="306610" y="6113"/>
                </a:lnTo>
                <a:lnTo>
                  <a:pt x="306593" y="5871"/>
                </a:lnTo>
                <a:lnTo>
                  <a:pt x="306568" y="5634"/>
                </a:lnTo>
                <a:lnTo>
                  <a:pt x="306537" y="5401"/>
                </a:lnTo>
                <a:lnTo>
                  <a:pt x="306498" y="5172"/>
                </a:lnTo>
                <a:lnTo>
                  <a:pt x="306453" y="4948"/>
                </a:lnTo>
                <a:lnTo>
                  <a:pt x="306400" y="4728"/>
                </a:lnTo>
                <a:lnTo>
                  <a:pt x="306340" y="4512"/>
                </a:lnTo>
                <a:lnTo>
                  <a:pt x="306274" y="4300"/>
                </a:lnTo>
                <a:lnTo>
                  <a:pt x="306200" y="4093"/>
                </a:lnTo>
                <a:lnTo>
                  <a:pt x="306119" y="3890"/>
                </a:lnTo>
                <a:lnTo>
                  <a:pt x="306032" y="3691"/>
                </a:lnTo>
                <a:lnTo>
                  <a:pt x="305937" y="3497"/>
                </a:lnTo>
                <a:lnTo>
                  <a:pt x="305835" y="3307"/>
                </a:lnTo>
                <a:lnTo>
                  <a:pt x="305727" y="3121"/>
                </a:lnTo>
                <a:lnTo>
                  <a:pt x="305611" y="2940"/>
                </a:lnTo>
                <a:lnTo>
                  <a:pt x="305488" y="2763"/>
                </a:lnTo>
                <a:lnTo>
                  <a:pt x="305358" y="2590"/>
                </a:lnTo>
                <a:lnTo>
                  <a:pt x="305222" y="2421"/>
                </a:lnTo>
                <a:lnTo>
                  <a:pt x="305078" y="2257"/>
                </a:lnTo>
                <a:lnTo>
                  <a:pt x="304927" y="2097"/>
                </a:lnTo>
                <a:lnTo>
                  <a:pt x="304769" y="1942"/>
                </a:lnTo>
                <a:lnTo>
                  <a:pt x="304604" y="1790"/>
                </a:lnTo>
                <a:lnTo>
                  <a:pt x="304434" y="1644"/>
                </a:lnTo>
                <a:lnTo>
                  <a:pt x="304258" y="1504"/>
                </a:lnTo>
                <a:lnTo>
                  <a:pt x="304076" y="1371"/>
                </a:lnTo>
                <a:lnTo>
                  <a:pt x="303890" y="1243"/>
                </a:lnTo>
                <a:lnTo>
                  <a:pt x="303699" y="1122"/>
                </a:lnTo>
                <a:lnTo>
                  <a:pt x="303503" y="1007"/>
                </a:lnTo>
                <a:lnTo>
                  <a:pt x="303301" y="898"/>
                </a:lnTo>
                <a:lnTo>
                  <a:pt x="303095" y="796"/>
                </a:lnTo>
                <a:lnTo>
                  <a:pt x="302883" y="699"/>
                </a:lnTo>
                <a:lnTo>
                  <a:pt x="302666" y="609"/>
                </a:lnTo>
                <a:lnTo>
                  <a:pt x="302444" y="525"/>
                </a:lnTo>
                <a:lnTo>
                  <a:pt x="302217" y="448"/>
                </a:lnTo>
                <a:lnTo>
                  <a:pt x="301985" y="376"/>
                </a:lnTo>
                <a:lnTo>
                  <a:pt x="301748" y="311"/>
                </a:lnTo>
                <a:lnTo>
                  <a:pt x="301506" y="252"/>
                </a:lnTo>
                <a:lnTo>
                  <a:pt x="301259" y="199"/>
                </a:lnTo>
                <a:lnTo>
                  <a:pt x="301006" y="152"/>
                </a:lnTo>
                <a:lnTo>
                  <a:pt x="300749" y="112"/>
                </a:lnTo>
                <a:lnTo>
                  <a:pt x="300486" y="78"/>
                </a:lnTo>
                <a:lnTo>
                  <a:pt x="300218" y="50"/>
                </a:lnTo>
                <a:lnTo>
                  <a:pt x="299945" y="28"/>
                </a:lnTo>
                <a:lnTo>
                  <a:pt x="299668" y="12"/>
                </a:lnTo>
                <a:lnTo>
                  <a:pt x="299385" y="3"/>
                </a:lnTo>
                <a:lnTo>
                  <a:pt x="299096" y="0"/>
                </a:lnTo>
                <a:lnTo>
                  <a:pt x="298808" y="3"/>
                </a:lnTo>
                <a:lnTo>
                  <a:pt x="298525" y="12"/>
                </a:lnTo>
                <a:lnTo>
                  <a:pt x="298247" y="28"/>
                </a:lnTo>
                <a:lnTo>
                  <a:pt x="297974" y="50"/>
                </a:lnTo>
                <a:lnTo>
                  <a:pt x="297706" y="78"/>
                </a:lnTo>
                <a:lnTo>
                  <a:pt x="297444" y="112"/>
                </a:lnTo>
                <a:lnTo>
                  <a:pt x="297186" y="152"/>
                </a:lnTo>
                <a:lnTo>
                  <a:pt x="296933" y="199"/>
                </a:lnTo>
                <a:lnTo>
                  <a:pt x="296686" y="252"/>
                </a:lnTo>
                <a:lnTo>
                  <a:pt x="296444" y="311"/>
                </a:lnTo>
                <a:lnTo>
                  <a:pt x="296206" y="376"/>
                </a:lnTo>
                <a:lnTo>
                  <a:pt x="295974" y="448"/>
                </a:lnTo>
                <a:lnTo>
                  <a:pt x="295747" y="525"/>
                </a:lnTo>
                <a:lnTo>
                  <a:pt x="295525" y="609"/>
                </a:lnTo>
                <a:lnTo>
                  <a:pt x="295309" y="699"/>
                </a:lnTo>
                <a:lnTo>
                  <a:pt x="295097" y="796"/>
                </a:lnTo>
                <a:lnTo>
                  <a:pt x="294890" y="898"/>
                </a:lnTo>
                <a:lnTo>
                  <a:pt x="294689" y="1007"/>
                </a:lnTo>
                <a:lnTo>
                  <a:pt x="294492" y="1122"/>
                </a:lnTo>
                <a:lnTo>
                  <a:pt x="294301" y="1243"/>
                </a:lnTo>
                <a:lnTo>
                  <a:pt x="294115" y="1371"/>
                </a:lnTo>
                <a:lnTo>
                  <a:pt x="293934" y="1504"/>
                </a:lnTo>
                <a:lnTo>
                  <a:pt x="293758" y="1644"/>
                </a:lnTo>
                <a:lnTo>
                  <a:pt x="293587" y="1790"/>
                </a:lnTo>
                <a:lnTo>
                  <a:pt x="293422" y="1942"/>
                </a:lnTo>
                <a:lnTo>
                  <a:pt x="293265" y="2097"/>
                </a:lnTo>
                <a:lnTo>
                  <a:pt x="293114" y="2257"/>
                </a:lnTo>
                <a:lnTo>
                  <a:pt x="292970" y="2421"/>
                </a:lnTo>
                <a:lnTo>
                  <a:pt x="292834" y="2590"/>
                </a:lnTo>
                <a:lnTo>
                  <a:pt x="292704" y="2763"/>
                </a:lnTo>
                <a:lnTo>
                  <a:pt x="292581" y="2940"/>
                </a:lnTo>
                <a:lnTo>
                  <a:pt x="292466" y="3121"/>
                </a:lnTo>
                <a:lnTo>
                  <a:pt x="292357" y="3307"/>
                </a:lnTo>
                <a:lnTo>
                  <a:pt x="292255" y="3497"/>
                </a:lnTo>
                <a:lnTo>
                  <a:pt x="292161" y="3691"/>
                </a:lnTo>
                <a:lnTo>
                  <a:pt x="292073" y="3890"/>
                </a:lnTo>
                <a:lnTo>
                  <a:pt x="291993" y="4093"/>
                </a:lnTo>
                <a:lnTo>
                  <a:pt x="291919" y="4300"/>
                </a:lnTo>
                <a:lnTo>
                  <a:pt x="291852" y="4512"/>
                </a:lnTo>
                <a:lnTo>
                  <a:pt x="291793" y="4728"/>
                </a:lnTo>
                <a:lnTo>
                  <a:pt x="291740" y="4948"/>
                </a:lnTo>
                <a:lnTo>
                  <a:pt x="291695" y="5172"/>
                </a:lnTo>
                <a:lnTo>
                  <a:pt x="291656" y="5401"/>
                </a:lnTo>
                <a:lnTo>
                  <a:pt x="291625" y="5634"/>
                </a:lnTo>
                <a:lnTo>
                  <a:pt x="291600" y="5871"/>
                </a:lnTo>
                <a:lnTo>
                  <a:pt x="291582" y="6113"/>
                </a:lnTo>
                <a:lnTo>
                  <a:pt x="291572" y="6359"/>
                </a:lnTo>
                <a:lnTo>
                  <a:pt x="291568" y="6609"/>
                </a:lnTo>
                <a:lnTo>
                  <a:pt x="291572" y="6859"/>
                </a:lnTo>
                <a:lnTo>
                  <a:pt x="291582" y="7105"/>
                </a:lnTo>
                <a:lnTo>
                  <a:pt x="291600" y="7347"/>
                </a:lnTo>
                <a:lnTo>
                  <a:pt x="291625" y="7585"/>
                </a:lnTo>
                <a:lnTo>
                  <a:pt x="291656" y="7818"/>
                </a:lnTo>
                <a:lnTo>
                  <a:pt x="291695" y="8047"/>
                </a:lnTo>
                <a:lnTo>
                  <a:pt x="291740" y="8271"/>
                </a:lnTo>
                <a:lnTo>
                  <a:pt x="291793" y="8491"/>
                </a:lnTo>
                <a:lnTo>
                  <a:pt x="291852" y="8707"/>
                </a:lnTo>
                <a:lnTo>
                  <a:pt x="291919" y="8919"/>
                </a:lnTo>
                <a:lnTo>
                  <a:pt x="291993" y="9126"/>
                </a:lnTo>
                <a:lnTo>
                  <a:pt x="292073" y="9329"/>
                </a:lnTo>
                <a:lnTo>
                  <a:pt x="292161" y="9528"/>
                </a:lnTo>
                <a:lnTo>
                  <a:pt x="292255" y="9722"/>
                </a:lnTo>
                <a:lnTo>
                  <a:pt x="292357" y="9912"/>
                </a:lnTo>
                <a:lnTo>
                  <a:pt x="292466" y="10098"/>
                </a:lnTo>
                <a:lnTo>
                  <a:pt x="292581" y="10279"/>
                </a:lnTo>
                <a:lnTo>
                  <a:pt x="292704" y="10457"/>
                </a:lnTo>
                <a:lnTo>
                  <a:pt x="292834" y="10629"/>
                </a:lnTo>
                <a:lnTo>
                  <a:pt x="292970" y="10798"/>
                </a:lnTo>
                <a:lnTo>
                  <a:pt x="293114" y="10962"/>
                </a:lnTo>
                <a:lnTo>
                  <a:pt x="293265" y="11122"/>
                </a:lnTo>
                <a:lnTo>
                  <a:pt x="293422" y="11278"/>
                </a:lnTo>
                <a:lnTo>
                  <a:pt x="293587" y="11429"/>
                </a:lnTo>
                <a:lnTo>
                  <a:pt x="293758" y="11575"/>
                </a:lnTo>
                <a:lnTo>
                  <a:pt x="293934" y="11715"/>
                </a:lnTo>
                <a:lnTo>
                  <a:pt x="294115" y="11849"/>
                </a:lnTo>
                <a:lnTo>
                  <a:pt x="294301" y="11976"/>
                </a:lnTo>
                <a:lnTo>
                  <a:pt x="294492" y="12097"/>
                </a:lnTo>
                <a:lnTo>
                  <a:pt x="294689" y="12212"/>
                </a:lnTo>
                <a:lnTo>
                  <a:pt x="294890" y="12321"/>
                </a:lnTo>
                <a:lnTo>
                  <a:pt x="295097" y="12424"/>
                </a:lnTo>
                <a:lnTo>
                  <a:pt x="295309" y="12520"/>
                </a:lnTo>
                <a:lnTo>
                  <a:pt x="295525" y="12610"/>
                </a:lnTo>
                <a:lnTo>
                  <a:pt x="295747" y="12694"/>
                </a:lnTo>
                <a:lnTo>
                  <a:pt x="295974" y="12772"/>
                </a:lnTo>
                <a:lnTo>
                  <a:pt x="296206" y="12843"/>
                </a:lnTo>
                <a:lnTo>
                  <a:pt x="296444" y="12909"/>
                </a:lnTo>
                <a:lnTo>
                  <a:pt x="296686" y="12968"/>
                </a:lnTo>
                <a:lnTo>
                  <a:pt x="296933" y="13021"/>
                </a:lnTo>
                <a:lnTo>
                  <a:pt x="297186" y="13067"/>
                </a:lnTo>
                <a:lnTo>
                  <a:pt x="297444" y="13108"/>
                </a:lnTo>
                <a:lnTo>
                  <a:pt x="297706" y="13142"/>
                </a:lnTo>
                <a:lnTo>
                  <a:pt x="297974" y="13170"/>
                </a:lnTo>
                <a:lnTo>
                  <a:pt x="298247" y="13191"/>
                </a:lnTo>
                <a:lnTo>
                  <a:pt x="298525" y="13207"/>
                </a:lnTo>
                <a:lnTo>
                  <a:pt x="298808" y="13216"/>
                </a:lnTo>
                <a:lnTo>
                  <a:pt x="299096" y="13219"/>
                </a:lnTo>
                <a:lnTo>
                  <a:pt x="299385" y="13216"/>
                </a:lnTo>
                <a:lnTo>
                  <a:pt x="299668" y="13207"/>
                </a:lnTo>
                <a:lnTo>
                  <a:pt x="299945" y="13191"/>
                </a:lnTo>
                <a:lnTo>
                  <a:pt x="300218" y="13170"/>
                </a:lnTo>
                <a:close/>
                <a:moveTo>
                  <a:pt x="410383" y="13170"/>
                </a:moveTo>
                <a:lnTo>
                  <a:pt x="410650" y="13142"/>
                </a:lnTo>
                <a:lnTo>
                  <a:pt x="410913" y="13108"/>
                </a:lnTo>
                <a:lnTo>
                  <a:pt x="411171" y="13067"/>
                </a:lnTo>
                <a:lnTo>
                  <a:pt x="411423" y="13021"/>
                </a:lnTo>
                <a:lnTo>
                  <a:pt x="411670" y="12968"/>
                </a:lnTo>
                <a:lnTo>
                  <a:pt x="411913" y="12909"/>
                </a:lnTo>
                <a:lnTo>
                  <a:pt x="412150" y="12843"/>
                </a:lnTo>
                <a:lnTo>
                  <a:pt x="412382" y="12772"/>
                </a:lnTo>
                <a:lnTo>
                  <a:pt x="412609" y="12694"/>
                </a:lnTo>
                <a:lnTo>
                  <a:pt x="412831" y="12610"/>
                </a:lnTo>
                <a:lnTo>
                  <a:pt x="413047" y="12520"/>
                </a:lnTo>
                <a:lnTo>
                  <a:pt x="413259" y="12424"/>
                </a:lnTo>
                <a:lnTo>
                  <a:pt x="413466" y="12321"/>
                </a:lnTo>
                <a:lnTo>
                  <a:pt x="413667" y="12212"/>
                </a:lnTo>
                <a:lnTo>
                  <a:pt x="413863" y="12097"/>
                </a:lnTo>
                <a:lnTo>
                  <a:pt x="414055" y="11976"/>
                </a:lnTo>
                <a:lnTo>
                  <a:pt x="414241" y="11849"/>
                </a:lnTo>
                <a:lnTo>
                  <a:pt x="414422" y="11715"/>
                </a:lnTo>
                <a:lnTo>
                  <a:pt x="414598" y="11575"/>
                </a:lnTo>
                <a:lnTo>
                  <a:pt x="414769" y="11429"/>
                </a:lnTo>
                <a:lnTo>
                  <a:pt x="414934" y="11278"/>
                </a:lnTo>
                <a:lnTo>
                  <a:pt x="415091" y="11122"/>
                </a:lnTo>
                <a:lnTo>
                  <a:pt x="415242" y="10962"/>
                </a:lnTo>
                <a:lnTo>
                  <a:pt x="415386" y="10798"/>
                </a:lnTo>
                <a:lnTo>
                  <a:pt x="415523" y="10629"/>
                </a:lnTo>
                <a:lnTo>
                  <a:pt x="415652" y="10457"/>
                </a:lnTo>
                <a:lnTo>
                  <a:pt x="415775" y="10279"/>
                </a:lnTo>
                <a:lnTo>
                  <a:pt x="415891" y="10098"/>
                </a:lnTo>
                <a:lnTo>
                  <a:pt x="416000" y="9912"/>
                </a:lnTo>
                <a:lnTo>
                  <a:pt x="416101" y="9722"/>
                </a:lnTo>
                <a:lnTo>
                  <a:pt x="416196" y="9528"/>
                </a:lnTo>
                <a:lnTo>
                  <a:pt x="416284" y="9329"/>
                </a:lnTo>
                <a:lnTo>
                  <a:pt x="416364" y="9126"/>
                </a:lnTo>
                <a:lnTo>
                  <a:pt x="416438" y="8919"/>
                </a:lnTo>
                <a:lnTo>
                  <a:pt x="416505" y="8707"/>
                </a:lnTo>
                <a:lnTo>
                  <a:pt x="416564" y="8491"/>
                </a:lnTo>
                <a:lnTo>
                  <a:pt x="416617" y="8271"/>
                </a:lnTo>
                <a:lnTo>
                  <a:pt x="416662" y="8047"/>
                </a:lnTo>
                <a:lnTo>
                  <a:pt x="416701" y="7818"/>
                </a:lnTo>
                <a:lnTo>
                  <a:pt x="416733" y="7585"/>
                </a:lnTo>
                <a:lnTo>
                  <a:pt x="416757" y="7347"/>
                </a:lnTo>
                <a:lnTo>
                  <a:pt x="416775" y="7105"/>
                </a:lnTo>
                <a:lnTo>
                  <a:pt x="416785" y="6859"/>
                </a:lnTo>
                <a:lnTo>
                  <a:pt x="416789" y="6609"/>
                </a:lnTo>
                <a:lnTo>
                  <a:pt x="416785" y="6359"/>
                </a:lnTo>
                <a:lnTo>
                  <a:pt x="416775" y="6113"/>
                </a:lnTo>
                <a:lnTo>
                  <a:pt x="416757" y="5871"/>
                </a:lnTo>
                <a:lnTo>
                  <a:pt x="416733" y="5634"/>
                </a:lnTo>
                <a:lnTo>
                  <a:pt x="416701" y="5401"/>
                </a:lnTo>
                <a:lnTo>
                  <a:pt x="416662" y="5172"/>
                </a:lnTo>
                <a:lnTo>
                  <a:pt x="416617" y="4948"/>
                </a:lnTo>
                <a:lnTo>
                  <a:pt x="416564" y="4728"/>
                </a:lnTo>
                <a:lnTo>
                  <a:pt x="416505" y="4512"/>
                </a:lnTo>
                <a:lnTo>
                  <a:pt x="416438" y="4300"/>
                </a:lnTo>
                <a:lnTo>
                  <a:pt x="416364" y="4093"/>
                </a:lnTo>
                <a:lnTo>
                  <a:pt x="416284" y="3890"/>
                </a:lnTo>
                <a:lnTo>
                  <a:pt x="416196" y="3691"/>
                </a:lnTo>
                <a:lnTo>
                  <a:pt x="416101" y="3497"/>
                </a:lnTo>
                <a:lnTo>
                  <a:pt x="416000" y="3307"/>
                </a:lnTo>
                <a:lnTo>
                  <a:pt x="415891" y="3121"/>
                </a:lnTo>
                <a:lnTo>
                  <a:pt x="415775" y="2940"/>
                </a:lnTo>
                <a:lnTo>
                  <a:pt x="415652" y="2763"/>
                </a:lnTo>
                <a:lnTo>
                  <a:pt x="415523" y="2590"/>
                </a:lnTo>
                <a:lnTo>
                  <a:pt x="415386" y="2421"/>
                </a:lnTo>
                <a:lnTo>
                  <a:pt x="415242" y="2257"/>
                </a:lnTo>
                <a:lnTo>
                  <a:pt x="415091" y="2097"/>
                </a:lnTo>
                <a:lnTo>
                  <a:pt x="414934" y="1942"/>
                </a:lnTo>
                <a:lnTo>
                  <a:pt x="414769" y="1790"/>
                </a:lnTo>
                <a:lnTo>
                  <a:pt x="414598" y="1644"/>
                </a:lnTo>
                <a:lnTo>
                  <a:pt x="414422" y="1504"/>
                </a:lnTo>
                <a:lnTo>
                  <a:pt x="414241" y="1371"/>
                </a:lnTo>
                <a:lnTo>
                  <a:pt x="414055" y="1243"/>
                </a:lnTo>
                <a:lnTo>
                  <a:pt x="413863" y="1122"/>
                </a:lnTo>
                <a:lnTo>
                  <a:pt x="413667" y="1007"/>
                </a:lnTo>
                <a:lnTo>
                  <a:pt x="413466" y="898"/>
                </a:lnTo>
                <a:lnTo>
                  <a:pt x="413259" y="796"/>
                </a:lnTo>
                <a:lnTo>
                  <a:pt x="413047" y="699"/>
                </a:lnTo>
                <a:lnTo>
                  <a:pt x="412831" y="609"/>
                </a:lnTo>
                <a:lnTo>
                  <a:pt x="412609" y="525"/>
                </a:lnTo>
                <a:lnTo>
                  <a:pt x="412382" y="448"/>
                </a:lnTo>
                <a:lnTo>
                  <a:pt x="412150" y="376"/>
                </a:lnTo>
                <a:lnTo>
                  <a:pt x="411913" y="311"/>
                </a:lnTo>
                <a:lnTo>
                  <a:pt x="411670" y="252"/>
                </a:lnTo>
                <a:lnTo>
                  <a:pt x="411423" y="199"/>
                </a:lnTo>
                <a:lnTo>
                  <a:pt x="411171" y="152"/>
                </a:lnTo>
                <a:lnTo>
                  <a:pt x="410913" y="112"/>
                </a:lnTo>
                <a:lnTo>
                  <a:pt x="410650" y="78"/>
                </a:lnTo>
                <a:lnTo>
                  <a:pt x="410383" y="50"/>
                </a:lnTo>
                <a:lnTo>
                  <a:pt x="410110" y="28"/>
                </a:lnTo>
                <a:lnTo>
                  <a:pt x="409832" y="12"/>
                </a:lnTo>
                <a:lnTo>
                  <a:pt x="409549" y="3"/>
                </a:lnTo>
                <a:lnTo>
                  <a:pt x="409261" y="0"/>
                </a:lnTo>
                <a:lnTo>
                  <a:pt x="408973" y="3"/>
                </a:lnTo>
                <a:lnTo>
                  <a:pt x="408689" y="12"/>
                </a:lnTo>
                <a:lnTo>
                  <a:pt x="408411" y="28"/>
                </a:lnTo>
                <a:lnTo>
                  <a:pt x="408138" y="50"/>
                </a:lnTo>
                <a:lnTo>
                  <a:pt x="407871" y="78"/>
                </a:lnTo>
                <a:lnTo>
                  <a:pt x="407608" y="112"/>
                </a:lnTo>
                <a:lnTo>
                  <a:pt x="407350" y="152"/>
                </a:lnTo>
                <a:lnTo>
                  <a:pt x="407098" y="199"/>
                </a:lnTo>
                <a:lnTo>
                  <a:pt x="406850" y="252"/>
                </a:lnTo>
                <a:lnTo>
                  <a:pt x="406608" y="311"/>
                </a:lnTo>
                <a:lnTo>
                  <a:pt x="406371" y="376"/>
                </a:lnTo>
                <a:lnTo>
                  <a:pt x="406139" y="448"/>
                </a:lnTo>
                <a:lnTo>
                  <a:pt x="405912" y="525"/>
                </a:lnTo>
                <a:lnTo>
                  <a:pt x="405690" y="609"/>
                </a:lnTo>
                <a:lnTo>
                  <a:pt x="405473" y="699"/>
                </a:lnTo>
                <a:lnTo>
                  <a:pt x="405261" y="796"/>
                </a:lnTo>
                <a:lnTo>
                  <a:pt x="405055" y="898"/>
                </a:lnTo>
                <a:lnTo>
                  <a:pt x="404853" y="1007"/>
                </a:lnTo>
                <a:lnTo>
                  <a:pt x="404657" y="1122"/>
                </a:lnTo>
                <a:lnTo>
                  <a:pt x="404466" y="1243"/>
                </a:lnTo>
                <a:lnTo>
                  <a:pt x="404279" y="1371"/>
                </a:lnTo>
                <a:lnTo>
                  <a:pt x="404098" y="1504"/>
                </a:lnTo>
                <a:lnTo>
                  <a:pt x="403922" y="1644"/>
                </a:lnTo>
                <a:lnTo>
                  <a:pt x="403751" y="1790"/>
                </a:lnTo>
                <a:lnTo>
                  <a:pt x="403587" y="1942"/>
                </a:lnTo>
                <a:lnTo>
                  <a:pt x="403429" y="2097"/>
                </a:lnTo>
                <a:lnTo>
                  <a:pt x="403278" y="2257"/>
                </a:lnTo>
                <a:lnTo>
                  <a:pt x="403135" y="2421"/>
                </a:lnTo>
                <a:lnTo>
                  <a:pt x="402998" y="2590"/>
                </a:lnTo>
                <a:lnTo>
                  <a:pt x="402868" y="2763"/>
                </a:lnTo>
                <a:lnTo>
                  <a:pt x="402746" y="2940"/>
                </a:lnTo>
                <a:lnTo>
                  <a:pt x="402630" y="3121"/>
                </a:lnTo>
                <a:lnTo>
                  <a:pt x="402521" y="3307"/>
                </a:lnTo>
                <a:lnTo>
                  <a:pt x="402420" y="3497"/>
                </a:lnTo>
                <a:lnTo>
                  <a:pt x="402325" y="3691"/>
                </a:lnTo>
                <a:lnTo>
                  <a:pt x="402237" y="3890"/>
                </a:lnTo>
                <a:lnTo>
                  <a:pt x="402157" y="4093"/>
                </a:lnTo>
                <a:lnTo>
                  <a:pt x="402083" y="4300"/>
                </a:lnTo>
                <a:lnTo>
                  <a:pt x="402017" y="4512"/>
                </a:lnTo>
                <a:lnTo>
                  <a:pt x="401957" y="4728"/>
                </a:lnTo>
                <a:lnTo>
                  <a:pt x="401905" y="4948"/>
                </a:lnTo>
                <a:lnTo>
                  <a:pt x="401859" y="5172"/>
                </a:lnTo>
                <a:lnTo>
                  <a:pt x="401820" y="5401"/>
                </a:lnTo>
                <a:lnTo>
                  <a:pt x="401789" y="5634"/>
                </a:lnTo>
                <a:lnTo>
                  <a:pt x="401764" y="5871"/>
                </a:lnTo>
                <a:lnTo>
                  <a:pt x="401747" y="6113"/>
                </a:lnTo>
                <a:lnTo>
                  <a:pt x="401736" y="6359"/>
                </a:lnTo>
                <a:lnTo>
                  <a:pt x="401733" y="6609"/>
                </a:lnTo>
                <a:lnTo>
                  <a:pt x="401736" y="6859"/>
                </a:lnTo>
                <a:lnTo>
                  <a:pt x="401747" y="7105"/>
                </a:lnTo>
                <a:lnTo>
                  <a:pt x="401764" y="7347"/>
                </a:lnTo>
                <a:lnTo>
                  <a:pt x="401789" y="7585"/>
                </a:lnTo>
                <a:lnTo>
                  <a:pt x="401820" y="7818"/>
                </a:lnTo>
                <a:lnTo>
                  <a:pt x="401859" y="8047"/>
                </a:lnTo>
                <a:lnTo>
                  <a:pt x="401905" y="8271"/>
                </a:lnTo>
                <a:lnTo>
                  <a:pt x="401957" y="8491"/>
                </a:lnTo>
                <a:lnTo>
                  <a:pt x="402017" y="8707"/>
                </a:lnTo>
                <a:lnTo>
                  <a:pt x="402083" y="8919"/>
                </a:lnTo>
                <a:lnTo>
                  <a:pt x="402157" y="9126"/>
                </a:lnTo>
                <a:lnTo>
                  <a:pt x="402237" y="9329"/>
                </a:lnTo>
                <a:lnTo>
                  <a:pt x="402325" y="9528"/>
                </a:lnTo>
                <a:lnTo>
                  <a:pt x="402420" y="9722"/>
                </a:lnTo>
                <a:lnTo>
                  <a:pt x="402521" y="9912"/>
                </a:lnTo>
                <a:lnTo>
                  <a:pt x="402630" y="10098"/>
                </a:lnTo>
                <a:lnTo>
                  <a:pt x="402746" y="10279"/>
                </a:lnTo>
                <a:lnTo>
                  <a:pt x="402868" y="10457"/>
                </a:lnTo>
                <a:lnTo>
                  <a:pt x="402998" y="10629"/>
                </a:lnTo>
                <a:lnTo>
                  <a:pt x="403135" y="10798"/>
                </a:lnTo>
                <a:lnTo>
                  <a:pt x="403278" y="10962"/>
                </a:lnTo>
                <a:lnTo>
                  <a:pt x="403429" y="11122"/>
                </a:lnTo>
                <a:lnTo>
                  <a:pt x="403587" y="11278"/>
                </a:lnTo>
                <a:lnTo>
                  <a:pt x="403751" y="11429"/>
                </a:lnTo>
                <a:lnTo>
                  <a:pt x="403922" y="11575"/>
                </a:lnTo>
                <a:lnTo>
                  <a:pt x="404098" y="11715"/>
                </a:lnTo>
                <a:lnTo>
                  <a:pt x="404279" y="11849"/>
                </a:lnTo>
                <a:lnTo>
                  <a:pt x="404466" y="11976"/>
                </a:lnTo>
                <a:lnTo>
                  <a:pt x="404657" y="12097"/>
                </a:lnTo>
                <a:lnTo>
                  <a:pt x="404853" y="12212"/>
                </a:lnTo>
                <a:lnTo>
                  <a:pt x="405055" y="12321"/>
                </a:lnTo>
                <a:lnTo>
                  <a:pt x="405261" y="12424"/>
                </a:lnTo>
                <a:lnTo>
                  <a:pt x="405473" y="12520"/>
                </a:lnTo>
                <a:lnTo>
                  <a:pt x="405690" y="12610"/>
                </a:lnTo>
                <a:lnTo>
                  <a:pt x="405912" y="12694"/>
                </a:lnTo>
                <a:lnTo>
                  <a:pt x="406139" y="12772"/>
                </a:lnTo>
                <a:lnTo>
                  <a:pt x="406371" y="12843"/>
                </a:lnTo>
                <a:lnTo>
                  <a:pt x="406608" y="12909"/>
                </a:lnTo>
                <a:lnTo>
                  <a:pt x="406850" y="12968"/>
                </a:lnTo>
                <a:lnTo>
                  <a:pt x="407098" y="13021"/>
                </a:lnTo>
                <a:lnTo>
                  <a:pt x="407350" y="13067"/>
                </a:lnTo>
                <a:lnTo>
                  <a:pt x="407608" y="13108"/>
                </a:lnTo>
                <a:lnTo>
                  <a:pt x="407871" y="13142"/>
                </a:lnTo>
                <a:lnTo>
                  <a:pt x="408138" y="13170"/>
                </a:lnTo>
                <a:lnTo>
                  <a:pt x="408411" y="13191"/>
                </a:lnTo>
                <a:lnTo>
                  <a:pt x="408689" y="13207"/>
                </a:lnTo>
                <a:lnTo>
                  <a:pt x="408973" y="13216"/>
                </a:lnTo>
                <a:lnTo>
                  <a:pt x="409261" y="13219"/>
                </a:lnTo>
                <a:lnTo>
                  <a:pt x="409549" y="13216"/>
                </a:lnTo>
                <a:lnTo>
                  <a:pt x="409832" y="13207"/>
                </a:lnTo>
                <a:lnTo>
                  <a:pt x="410110" y="13191"/>
                </a:lnTo>
                <a:lnTo>
                  <a:pt x="410383" y="13170"/>
                </a:lnTo>
                <a:close/>
                <a:moveTo>
                  <a:pt x="484814" y="27265"/>
                </a:moveTo>
                <a:lnTo>
                  <a:pt x="465444" y="27265"/>
                </a:lnTo>
                <a:lnTo>
                  <a:pt x="465444" y="19828"/>
                </a:lnTo>
                <a:lnTo>
                  <a:pt x="465446" y="19654"/>
                </a:lnTo>
                <a:lnTo>
                  <a:pt x="465453" y="19483"/>
                </a:lnTo>
                <a:lnTo>
                  <a:pt x="465465" y="19314"/>
                </a:lnTo>
                <a:lnTo>
                  <a:pt x="465481" y="19149"/>
                </a:lnTo>
                <a:lnTo>
                  <a:pt x="465502" y="18987"/>
                </a:lnTo>
                <a:lnTo>
                  <a:pt x="465527" y="18827"/>
                </a:lnTo>
                <a:lnTo>
                  <a:pt x="465557" y="18671"/>
                </a:lnTo>
                <a:lnTo>
                  <a:pt x="465592" y="18518"/>
                </a:lnTo>
                <a:lnTo>
                  <a:pt x="465631" y="18368"/>
                </a:lnTo>
                <a:lnTo>
                  <a:pt x="465675" y="18221"/>
                </a:lnTo>
                <a:lnTo>
                  <a:pt x="465723" y="18077"/>
                </a:lnTo>
                <a:lnTo>
                  <a:pt x="465777" y="17936"/>
                </a:lnTo>
                <a:lnTo>
                  <a:pt x="465834" y="17798"/>
                </a:lnTo>
                <a:lnTo>
                  <a:pt x="465897" y="17663"/>
                </a:lnTo>
                <a:lnTo>
                  <a:pt x="465964" y="17531"/>
                </a:lnTo>
                <a:lnTo>
                  <a:pt x="466035" y="17402"/>
                </a:lnTo>
                <a:lnTo>
                  <a:pt x="466112" y="17276"/>
                </a:lnTo>
                <a:lnTo>
                  <a:pt x="466192" y="17153"/>
                </a:lnTo>
                <a:lnTo>
                  <a:pt x="466278" y="17033"/>
                </a:lnTo>
                <a:lnTo>
                  <a:pt x="466368" y="16916"/>
                </a:lnTo>
                <a:lnTo>
                  <a:pt x="466463" y="16802"/>
                </a:lnTo>
                <a:lnTo>
                  <a:pt x="466562" y="16692"/>
                </a:lnTo>
                <a:lnTo>
                  <a:pt x="466666" y="16584"/>
                </a:lnTo>
                <a:lnTo>
                  <a:pt x="466775" y="16479"/>
                </a:lnTo>
                <a:lnTo>
                  <a:pt x="466887" y="16378"/>
                </a:lnTo>
                <a:lnTo>
                  <a:pt x="467002" y="16281"/>
                </a:lnTo>
                <a:lnTo>
                  <a:pt x="467121" y="16189"/>
                </a:lnTo>
                <a:lnTo>
                  <a:pt x="467242" y="16100"/>
                </a:lnTo>
                <a:lnTo>
                  <a:pt x="467367" y="16016"/>
                </a:lnTo>
                <a:lnTo>
                  <a:pt x="467495" y="15937"/>
                </a:lnTo>
                <a:lnTo>
                  <a:pt x="467625" y="15861"/>
                </a:lnTo>
                <a:lnTo>
                  <a:pt x="467759" y="15790"/>
                </a:lnTo>
                <a:lnTo>
                  <a:pt x="467895" y="15724"/>
                </a:lnTo>
                <a:lnTo>
                  <a:pt x="468035" y="15661"/>
                </a:lnTo>
                <a:lnTo>
                  <a:pt x="468178" y="15603"/>
                </a:lnTo>
                <a:lnTo>
                  <a:pt x="468324" y="15549"/>
                </a:lnTo>
                <a:lnTo>
                  <a:pt x="468472" y="15500"/>
                </a:lnTo>
                <a:lnTo>
                  <a:pt x="468624" y="15455"/>
                </a:lnTo>
                <a:lnTo>
                  <a:pt x="468779" y="15414"/>
                </a:lnTo>
                <a:lnTo>
                  <a:pt x="468937" y="15377"/>
                </a:lnTo>
                <a:lnTo>
                  <a:pt x="469098" y="15345"/>
                </a:lnTo>
                <a:lnTo>
                  <a:pt x="469262" y="15317"/>
                </a:lnTo>
                <a:lnTo>
                  <a:pt x="469429" y="15293"/>
                </a:lnTo>
                <a:lnTo>
                  <a:pt x="469599" y="15274"/>
                </a:lnTo>
                <a:lnTo>
                  <a:pt x="469772" y="15259"/>
                </a:lnTo>
                <a:lnTo>
                  <a:pt x="469948" y="15248"/>
                </a:lnTo>
                <a:lnTo>
                  <a:pt x="470127" y="15242"/>
                </a:lnTo>
                <a:lnTo>
                  <a:pt x="470309" y="15239"/>
                </a:lnTo>
                <a:lnTo>
                  <a:pt x="484814" y="15239"/>
                </a:lnTo>
                <a:lnTo>
                  <a:pt x="484814" y="5141"/>
                </a:lnTo>
                <a:lnTo>
                  <a:pt x="470034" y="5141"/>
                </a:lnTo>
                <a:lnTo>
                  <a:pt x="469435" y="5148"/>
                </a:lnTo>
                <a:lnTo>
                  <a:pt x="468845" y="5168"/>
                </a:lnTo>
                <a:lnTo>
                  <a:pt x="468265" y="5203"/>
                </a:lnTo>
                <a:lnTo>
                  <a:pt x="467696" y="5251"/>
                </a:lnTo>
                <a:lnTo>
                  <a:pt x="467136" y="5312"/>
                </a:lnTo>
                <a:lnTo>
                  <a:pt x="466585" y="5388"/>
                </a:lnTo>
                <a:lnTo>
                  <a:pt x="466045" y="5477"/>
                </a:lnTo>
                <a:lnTo>
                  <a:pt x="465515" y="5580"/>
                </a:lnTo>
                <a:lnTo>
                  <a:pt x="464995" y="5696"/>
                </a:lnTo>
                <a:lnTo>
                  <a:pt x="464484" y="5826"/>
                </a:lnTo>
                <a:lnTo>
                  <a:pt x="463983" y="5970"/>
                </a:lnTo>
                <a:lnTo>
                  <a:pt x="463493" y="6128"/>
                </a:lnTo>
                <a:lnTo>
                  <a:pt x="463012" y="6299"/>
                </a:lnTo>
                <a:lnTo>
                  <a:pt x="462541" y="6484"/>
                </a:lnTo>
                <a:lnTo>
                  <a:pt x="462079" y="6683"/>
                </a:lnTo>
                <a:lnTo>
                  <a:pt x="461628" y="6895"/>
                </a:lnTo>
                <a:lnTo>
                  <a:pt x="461187" y="7122"/>
                </a:lnTo>
                <a:lnTo>
                  <a:pt x="460755" y="7361"/>
                </a:lnTo>
                <a:lnTo>
                  <a:pt x="460334" y="7615"/>
                </a:lnTo>
                <a:lnTo>
                  <a:pt x="459922" y="7882"/>
                </a:lnTo>
                <a:lnTo>
                  <a:pt x="459520" y="8163"/>
                </a:lnTo>
                <a:lnTo>
                  <a:pt x="459128" y="8458"/>
                </a:lnTo>
                <a:lnTo>
                  <a:pt x="458746" y="8766"/>
                </a:lnTo>
                <a:lnTo>
                  <a:pt x="458374" y="9088"/>
                </a:lnTo>
                <a:lnTo>
                  <a:pt x="458014" y="9422"/>
                </a:lnTo>
                <a:lnTo>
                  <a:pt x="457670" y="9765"/>
                </a:lnTo>
                <a:lnTo>
                  <a:pt x="457341" y="10117"/>
                </a:lnTo>
                <a:lnTo>
                  <a:pt x="457028" y="10478"/>
                </a:lnTo>
                <a:lnTo>
                  <a:pt x="456730" y="10849"/>
                </a:lnTo>
                <a:lnTo>
                  <a:pt x="456447" y="11229"/>
                </a:lnTo>
                <a:lnTo>
                  <a:pt x="456179" y="11618"/>
                </a:lnTo>
                <a:lnTo>
                  <a:pt x="455926" y="12016"/>
                </a:lnTo>
                <a:lnTo>
                  <a:pt x="455689" y="12423"/>
                </a:lnTo>
                <a:lnTo>
                  <a:pt x="455468" y="12840"/>
                </a:lnTo>
                <a:lnTo>
                  <a:pt x="455261" y="13266"/>
                </a:lnTo>
                <a:lnTo>
                  <a:pt x="455070" y="13701"/>
                </a:lnTo>
                <a:lnTo>
                  <a:pt x="454894" y="14146"/>
                </a:lnTo>
                <a:lnTo>
                  <a:pt x="454733" y="14600"/>
                </a:lnTo>
                <a:lnTo>
                  <a:pt x="454588" y="15062"/>
                </a:lnTo>
                <a:lnTo>
                  <a:pt x="454458" y="15535"/>
                </a:lnTo>
                <a:lnTo>
                  <a:pt x="454343" y="16016"/>
                </a:lnTo>
                <a:lnTo>
                  <a:pt x="454244" y="16507"/>
                </a:lnTo>
                <a:lnTo>
                  <a:pt x="454160" y="17007"/>
                </a:lnTo>
                <a:lnTo>
                  <a:pt x="454091" y="17516"/>
                </a:lnTo>
                <a:lnTo>
                  <a:pt x="454037" y="18034"/>
                </a:lnTo>
                <a:lnTo>
                  <a:pt x="453999" y="18562"/>
                </a:lnTo>
                <a:lnTo>
                  <a:pt x="453976" y="19099"/>
                </a:lnTo>
                <a:lnTo>
                  <a:pt x="453968" y="19645"/>
                </a:lnTo>
                <a:lnTo>
                  <a:pt x="453968" y="27265"/>
                </a:lnTo>
                <a:lnTo>
                  <a:pt x="440106" y="27265"/>
                </a:lnTo>
                <a:lnTo>
                  <a:pt x="440106" y="37638"/>
                </a:lnTo>
                <a:lnTo>
                  <a:pt x="453968" y="37638"/>
                </a:lnTo>
                <a:lnTo>
                  <a:pt x="453968" y="72157"/>
                </a:lnTo>
                <a:lnTo>
                  <a:pt x="465444" y="72157"/>
                </a:lnTo>
                <a:lnTo>
                  <a:pt x="465444" y="37638"/>
                </a:lnTo>
                <a:lnTo>
                  <a:pt x="484814" y="37638"/>
                </a:lnTo>
                <a:lnTo>
                  <a:pt x="484814" y="27265"/>
                </a:lnTo>
                <a:close/>
                <a:moveTo>
                  <a:pt x="223449" y="72157"/>
                </a:moveTo>
                <a:lnTo>
                  <a:pt x="234925" y="72157"/>
                </a:lnTo>
                <a:lnTo>
                  <a:pt x="234925" y="40577"/>
                </a:lnTo>
                <a:lnTo>
                  <a:pt x="234929" y="40176"/>
                </a:lnTo>
                <a:lnTo>
                  <a:pt x="234941" y="39782"/>
                </a:lnTo>
                <a:lnTo>
                  <a:pt x="234963" y="39395"/>
                </a:lnTo>
                <a:lnTo>
                  <a:pt x="234992" y="39016"/>
                </a:lnTo>
                <a:lnTo>
                  <a:pt x="235030" y="38645"/>
                </a:lnTo>
                <a:lnTo>
                  <a:pt x="235077" y="38282"/>
                </a:lnTo>
                <a:lnTo>
                  <a:pt x="235132" y="37926"/>
                </a:lnTo>
                <a:lnTo>
                  <a:pt x="235195" y="37578"/>
                </a:lnTo>
                <a:lnTo>
                  <a:pt x="235267" y="37238"/>
                </a:lnTo>
                <a:lnTo>
                  <a:pt x="235347" y="36905"/>
                </a:lnTo>
                <a:lnTo>
                  <a:pt x="235436" y="36580"/>
                </a:lnTo>
                <a:lnTo>
                  <a:pt x="235533" y="36262"/>
                </a:lnTo>
                <a:lnTo>
                  <a:pt x="235638" y="35952"/>
                </a:lnTo>
                <a:lnTo>
                  <a:pt x="235753" y="35650"/>
                </a:lnTo>
                <a:lnTo>
                  <a:pt x="235875" y="35356"/>
                </a:lnTo>
                <a:lnTo>
                  <a:pt x="236006" y="35069"/>
                </a:lnTo>
                <a:lnTo>
                  <a:pt x="236145" y="34789"/>
                </a:lnTo>
                <a:lnTo>
                  <a:pt x="236293" y="34518"/>
                </a:lnTo>
                <a:lnTo>
                  <a:pt x="236450" y="34254"/>
                </a:lnTo>
                <a:lnTo>
                  <a:pt x="236614" y="33998"/>
                </a:lnTo>
                <a:lnTo>
                  <a:pt x="236787" y="33749"/>
                </a:lnTo>
                <a:lnTo>
                  <a:pt x="236969" y="33508"/>
                </a:lnTo>
                <a:lnTo>
                  <a:pt x="237159" y="33275"/>
                </a:lnTo>
                <a:lnTo>
                  <a:pt x="237358" y="33049"/>
                </a:lnTo>
                <a:lnTo>
                  <a:pt x="237564" y="32832"/>
                </a:lnTo>
                <a:lnTo>
                  <a:pt x="237778" y="32624"/>
                </a:lnTo>
                <a:lnTo>
                  <a:pt x="237998" y="32425"/>
                </a:lnTo>
                <a:lnTo>
                  <a:pt x="238226" y="32236"/>
                </a:lnTo>
                <a:lnTo>
                  <a:pt x="238461" y="32055"/>
                </a:lnTo>
                <a:lnTo>
                  <a:pt x="238703" y="31884"/>
                </a:lnTo>
                <a:lnTo>
                  <a:pt x="238953" y="31722"/>
                </a:lnTo>
                <a:lnTo>
                  <a:pt x="239209" y="31570"/>
                </a:lnTo>
                <a:lnTo>
                  <a:pt x="239473" y="31427"/>
                </a:lnTo>
                <a:lnTo>
                  <a:pt x="239744" y="31293"/>
                </a:lnTo>
                <a:lnTo>
                  <a:pt x="240022" y="31168"/>
                </a:lnTo>
                <a:lnTo>
                  <a:pt x="240307" y="31052"/>
                </a:lnTo>
                <a:lnTo>
                  <a:pt x="240600" y="30946"/>
                </a:lnTo>
                <a:lnTo>
                  <a:pt x="240899" y="30849"/>
                </a:lnTo>
                <a:lnTo>
                  <a:pt x="241206" y="30761"/>
                </a:lnTo>
                <a:lnTo>
                  <a:pt x="241520" y="30682"/>
                </a:lnTo>
                <a:lnTo>
                  <a:pt x="241841" y="30613"/>
                </a:lnTo>
                <a:lnTo>
                  <a:pt x="242169" y="30553"/>
                </a:lnTo>
                <a:lnTo>
                  <a:pt x="242504" y="30502"/>
                </a:lnTo>
                <a:lnTo>
                  <a:pt x="242847" y="30460"/>
                </a:lnTo>
                <a:lnTo>
                  <a:pt x="243197" y="30428"/>
                </a:lnTo>
                <a:lnTo>
                  <a:pt x="243554" y="30405"/>
                </a:lnTo>
                <a:lnTo>
                  <a:pt x="243918" y="30391"/>
                </a:lnTo>
                <a:lnTo>
                  <a:pt x="244289" y="30386"/>
                </a:lnTo>
                <a:lnTo>
                  <a:pt x="244653" y="30391"/>
                </a:lnTo>
                <a:lnTo>
                  <a:pt x="245010" y="30405"/>
                </a:lnTo>
                <a:lnTo>
                  <a:pt x="245361" y="30428"/>
                </a:lnTo>
                <a:lnTo>
                  <a:pt x="245706" y="30460"/>
                </a:lnTo>
                <a:lnTo>
                  <a:pt x="246043" y="30502"/>
                </a:lnTo>
                <a:lnTo>
                  <a:pt x="246375" y="30553"/>
                </a:lnTo>
                <a:lnTo>
                  <a:pt x="246700" y="30613"/>
                </a:lnTo>
                <a:lnTo>
                  <a:pt x="247018" y="30682"/>
                </a:lnTo>
                <a:lnTo>
                  <a:pt x="247329" y="30761"/>
                </a:lnTo>
                <a:lnTo>
                  <a:pt x="247635" y="30849"/>
                </a:lnTo>
                <a:lnTo>
                  <a:pt x="247933" y="30946"/>
                </a:lnTo>
                <a:lnTo>
                  <a:pt x="248225" y="31052"/>
                </a:lnTo>
                <a:lnTo>
                  <a:pt x="248511" y="31168"/>
                </a:lnTo>
                <a:lnTo>
                  <a:pt x="248790" y="31293"/>
                </a:lnTo>
                <a:lnTo>
                  <a:pt x="249062" y="31427"/>
                </a:lnTo>
                <a:lnTo>
                  <a:pt x="249328" y="31570"/>
                </a:lnTo>
                <a:lnTo>
                  <a:pt x="249588" y="31722"/>
                </a:lnTo>
                <a:lnTo>
                  <a:pt x="249840" y="31884"/>
                </a:lnTo>
                <a:lnTo>
                  <a:pt x="250087" y="32055"/>
                </a:lnTo>
                <a:lnTo>
                  <a:pt x="250326" y="32236"/>
                </a:lnTo>
                <a:lnTo>
                  <a:pt x="250560" y="32425"/>
                </a:lnTo>
                <a:lnTo>
                  <a:pt x="250786" y="32624"/>
                </a:lnTo>
                <a:lnTo>
                  <a:pt x="251007" y="32832"/>
                </a:lnTo>
                <a:lnTo>
                  <a:pt x="251220" y="33049"/>
                </a:lnTo>
                <a:lnTo>
                  <a:pt x="251426" y="33275"/>
                </a:lnTo>
                <a:lnTo>
                  <a:pt x="251623" y="33508"/>
                </a:lnTo>
                <a:lnTo>
                  <a:pt x="251812" y="33749"/>
                </a:lnTo>
                <a:lnTo>
                  <a:pt x="251991" y="33998"/>
                </a:lnTo>
                <a:lnTo>
                  <a:pt x="252162" y="34254"/>
                </a:lnTo>
                <a:lnTo>
                  <a:pt x="252325" y="34518"/>
                </a:lnTo>
                <a:lnTo>
                  <a:pt x="252478" y="34789"/>
                </a:lnTo>
                <a:lnTo>
                  <a:pt x="252623" y="35069"/>
                </a:lnTo>
                <a:lnTo>
                  <a:pt x="252758" y="35356"/>
                </a:lnTo>
                <a:lnTo>
                  <a:pt x="252885" y="35650"/>
                </a:lnTo>
                <a:lnTo>
                  <a:pt x="253004" y="35952"/>
                </a:lnTo>
                <a:lnTo>
                  <a:pt x="253113" y="36262"/>
                </a:lnTo>
                <a:lnTo>
                  <a:pt x="253214" y="36580"/>
                </a:lnTo>
                <a:lnTo>
                  <a:pt x="253306" y="36905"/>
                </a:lnTo>
                <a:lnTo>
                  <a:pt x="253389" y="37238"/>
                </a:lnTo>
                <a:lnTo>
                  <a:pt x="253464" y="37578"/>
                </a:lnTo>
                <a:lnTo>
                  <a:pt x="253530" y="37926"/>
                </a:lnTo>
                <a:lnTo>
                  <a:pt x="253587" y="38282"/>
                </a:lnTo>
                <a:lnTo>
                  <a:pt x="253635" y="38645"/>
                </a:lnTo>
                <a:lnTo>
                  <a:pt x="253674" y="39016"/>
                </a:lnTo>
                <a:lnTo>
                  <a:pt x="253705" y="39395"/>
                </a:lnTo>
                <a:lnTo>
                  <a:pt x="253727" y="39782"/>
                </a:lnTo>
                <a:lnTo>
                  <a:pt x="253740" y="40176"/>
                </a:lnTo>
                <a:lnTo>
                  <a:pt x="253744" y="40577"/>
                </a:lnTo>
                <a:lnTo>
                  <a:pt x="253744" y="43422"/>
                </a:lnTo>
                <a:lnTo>
                  <a:pt x="265770" y="43422"/>
                </a:lnTo>
                <a:lnTo>
                  <a:pt x="265770" y="39751"/>
                </a:lnTo>
                <a:lnTo>
                  <a:pt x="265762" y="39015"/>
                </a:lnTo>
                <a:lnTo>
                  <a:pt x="265738" y="38293"/>
                </a:lnTo>
                <a:lnTo>
                  <a:pt x="265697" y="37585"/>
                </a:lnTo>
                <a:lnTo>
                  <a:pt x="265640" y="36890"/>
                </a:lnTo>
                <a:lnTo>
                  <a:pt x="265567" y="36208"/>
                </a:lnTo>
                <a:lnTo>
                  <a:pt x="265478" y="35539"/>
                </a:lnTo>
                <a:lnTo>
                  <a:pt x="265372" y="34884"/>
                </a:lnTo>
                <a:lnTo>
                  <a:pt x="265250" y="34243"/>
                </a:lnTo>
                <a:lnTo>
                  <a:pt x="265112" y="33614"/>
                </a:lnTo>
                <a:lnTo>
                  <a:pt x="264958" y="33000"/>
                </a:lnTo>
                <a:lnTo>
                  <a:pt x="264787" y="32398"/>
                </a:lnTo>
                <a:lnTo>
                  <a:pt x="264600" y="31810"/>
                </a:lnTo>
                <a:lnTo>
                  <a:pt x="264397" y="31235"/>
                </a:lnTo>
                <a:lnTo>
                  <a:pt x="264177" y="30674"/>
                </a:lnTo>
                <a:lnTo>
                  <a:pt x="263942" y="30126"/>
                </a:lnTo>
                <a:lnTo>
                  <a:pt x="263690" y="29591"/>
                </a:lnTo>
                <a:lnTo>
                  <a:pt x="263422" y="29070"/>
                </a:lnTo>
                <a:lnTo>
                  <a:pt x="263137" y="28563"/>
                </a:lnTo>
                <a:lnTo>
                  <a:pt x="262836" y="28068"/>
                </a:lnTo>
                <a:lnTo>
                  <a:pt x="262519" y="27587"/>
                </a:lnTo>
                <a:lnTo>
                  <a:pt x="262186" y="27120"/>
                </a:lnTo>
                <a:lnTo>
                  <a:pt x="261837" y="26666"/>
                </a:lnTo>
                <a:lnTo>
                  <a:pt x="261471" y="26225"/>
                </a:lnTo>
                <a:lnTo>
                  <a:pt x="261089" y="25797"/>
                </a:lnTo>
                <a:lnTo>
                  <a:pt x="260693" y="25385"/>
                </a:lnTo>
                <a:lnTo>
                  <a:pt x="260284" y="24991"/>
                </a:lnTo>
                <a:lnTo>
                  <a:pt x="259864" y="24614"/>
                </a:lnTo>
                <a:lnTo>
                  <a:pt x="259431" y="24254"/>
                </a:lnTo>
                <a:lnTo>
                  <a:pt x="258987" y="23912"/>
                </a:lnTo>
                <a:lnTo>
                  <a:pt x="258530" y="23588"/>
                </a:lnTo>
                <a:lnTo>
                  <a:pt x="258061" y="23281"/>
                </a:lnTo>
                <a:lnTo>
                  <a:pt x="257580" y="22992"/>
                </a:lnTo>
                <a:lnTo>
                  <a:pt x="257087" y="22720"/>
                </a:lnTo>
                <a:lnTo>
                  <a:pt x="256582" y="22466"/>
                </a:lnTo>
                <a:lnTo>
                  <a:pt x="256064" y="22229"/>
                </a:lnTo>
                <a:lnTo>
                  <a:pt x="255535" y="22010"/>
                </a:lnTo>
                <a:lnTo>
                  <a:pt x="254993" y="21808"/>
                </a:lnTo>
                <a:lnTo>
                  <a:pt x="254440" y="21624"/>
                </a:lnTo>
                <a:lnTo>
                  <a:pt x="253874" y="21458"/>
                </a:lnTo>
                <a:lnTo>
                  <a:pt x="253296" y="21308"/>
                </a:lnTo>
                <a:lnTo>
                  <a:pt x="252706" y="21177"/>
                </a:lnTo>
                <a:lnTo>
                  <a:pt x="252104" y="21063"/>
                </a:lnTo>
                <a:lnTo>
                  <a:pt x="251490" y="20967"/>
                </a:lnTo>
                <a:lnTo>
                  <a:pt x="250863" y="20888"/>
                </a:lnTo>
                <a:lnTo>
                  <a:pt x="250225" y="20826"/>
                </a:lnTo>
                <a:lnTo>
                  <a:pt x="249574" y="20782"/>
                </a:lnTo>
                <a:lnTo>
                  <a:pt x="248911" y="20756"/>
                </a:lnTo>
                <a:lnTo>
                  <a:pt x="248236" y="20747"/>
                </a:lnTo>
                <a:lnTo>
                  <a:pt x="247646" y="20755"/>
                </a:lnTo>
                <a:lnTo>
                  <a:pt x="247067" y="20776"/>
                </a:lnTo>
                <a:lnTo>
                  <a:pt x="246501" y="20812"/>
                </a:lnTo>
                <a:lnTo>
                  <a:pt x="245946" y="20862"/>
                </a:lnTo>
                <a:lnTo>
                  <a:pt x="245404" y="20927"/>
                </a:lnTo>
                <a:lnTo>
                  <a:pt x="244874" y="21006"/>
                </a:lnTo>
                <a:lnTo>
                  <a:pt x="244356" y="21099"/>
                </a:lnTo>
                <a:lnTo>
                  <a:pt x="243850" y="21206"/>
                </a:lnTo>
                <a:lnTo>
                  <a:pt x="243356" y="21328"/>
                </a:lnTo>
                <a:lnTo>
                  <a:pt x="242875" y="21465"/>
                </a:lnTo>
                <a:lnTo>
                  <a:pt x="242405" y="21615"/>
                </a:lnTo>
                <a:lnTo>
                  <a:pt x="241948" y="21780"/>
                </a:lnTo>
                <a:lnTo>
                  <a:pt x="241502" y="21959"/>
                </a:lnTo>
                <a:lnTo>
                  <a:pt x="241069" y="22153"/>
                </a:lnTo>
                <a:lnTo>
                  <a:pt x="240648" y="22361"/>
                </a:lnTo>
                <a:lnTo>
                  <a:pt x="240239" y="22583"/>
                </a:lnTo>
                <a:lnTo>
                  <a:pt x="239842" y="22820"/>
                </a:lnTo>
                <a:lnTo>
                  <a:pt x="239457" y="23071"/>
                </a:lnTo>
                <a:lnTo>
                  <a:pt x="239084" y="23336"/>
                </a:lnTo>
                <a:lnTo>
                  <a:pt x="238724" y="23616"/>
                </a:lnTo>
                <a:lnTo>
                  <a:pt x="238375" y="23910"/>
                </a:lnTo>
                <a:lnTo>
                  <a:pt x="238039" y="24219"/>
                </a:lnTo>
                <a:lnTo>
                  <a:pt x="237715" y="24541"/>
                </a:lnTo>
                <a:lnTo>
                  <a:pt x="237403" y="24878"/>
                </a:lnTo>
                <a:lnTo>
                  <a:pt x="237103" y="25230"/>
                </a:lnTo>
                <a:lnTo>
                  <a:pt x="236816" y="25595"/>
                </a:lnTo>
                <a:lnTo>
                  <a:pt x="236542" y="25974"/>
                </a:lnTo>
                <a:lnTo>
                  <a:pt x="236281" y="26368"/>
                </a:lnTo>
                <a:lnTo>
                  <a:pt x="236032" y="26775"/>
                </a:lnTo>
                <a:lnTo>
                  <a:pt x="235796" y="27196"/>
                </a:lnTo>
                <a:lnTo>
                  <a:pt x="235573" y="27632"/>
                </a:lnTo>
                <a:lnTo>
                  <a:pt x="235363" y="28081"/>
                </a:lnTo>
                <a:lnTo>
                  <a:pt x="235165" y="28545"/>
                </a:lnTo>
                <a:lnTo>
                  <a:pt x="234980" y="29022"/>
                </a:lnTo>
                <a:lnTo>
                  <a:pt x="234808" y="29514"/>
                </a:lnTo>
                <a:lnTo>
                  <a:pt x="234649" y="30019"/>
                </a:lnTo>
                <a:lnTo>
                  <a:pt x="234502" y="30539"/>
                </a:lnTo>
                <a:lnTo>
                  <a:pt x="234368" y="31073"/>
                </a:lnTo>
                <a:lnTo>
                  <a:pt x="234317" y="31304"/>
                </a:lnTo>
                <a:lnTo>
                  <a:pt x="234283" y="31304"/>
                </a:lnTo>
                <a:lnTo>
                  <a:pt x="234283" y="21665"/>
                </a:lnTo>
                <a:lnTo>
                  <a:pt x="223449" y="21665"/>
                </a:lnTo>
                <a:lnTo>
                  <a:pt x="223449" y="72157"/>
                </a:lnTo>
                <a:close/>
                <a:moveTo>
                  <a:pt x="305522" y="21665"/>
                </a:moveTo>
                <a:lnTo>
                  <a:pt x="279174" y="21665"/>
                </a:lnTo>
                <a:lnTo>
                  <a:pt x="279174" y="32039"/>
                </a:lnTo>
                <a:lnTo>
                  <a:pt x="294506" y="32039"/>
                </a:lnTo>
                <a:lnTo>
                  <a:pt x="294506" y="61692"/>
                </a:lnTo>
                <a:lnTo>
                  <a:pt x="276880" y="61692"/>
                </a:lnTo>
                <a:lnTo>
                  <a:pt x="276880" y="72157"/>
                </a:lnTo>
                <a:lnTo>
                  <a:pt x="321128" y="72157"/>
                </a:lnTo>
                <a:lnTo>
                  <a:pt x="321128" y="61692"/>
                </a:lnTo>
                <a:lnTo>
                  <a:pt x="305522" y="61692"/>
                </a:lnTo>
                <a:lnTo>
                  <a:pt x="305522" y="21665"/>
                </a:lnTo>
                <a:close/>
                <a:moveTo>
                  <a:pt x="350261" y="58095"/>
                </a:moveTo>
                <a:lnTo>
                  <a:pt x="350321" y="57993"/>
                </a:lnTo>
                <a:lnTo>
                  <a:pt x="350381" y="57892"/>
                </a:lnTo>
                <a:lnTo>
                  <a:pt x="350441" y="57789"/>
                </a:lnTo>
                <a:lnTo>
                  <a:pt x="350500" y="57686"/>
                </a:lnTo>
                <a:lnTo>
                  <a:pt x="350559" y="57583"/>
                </a:lnTo>
                <a:lnTo>
                  <a:pt x="350618" y="57479"/>
                </a:lnTo>
                <a:lnTo>
                  <a:pt x="350677" y="57374"/>
                </a:lnTo>
                <a:lnTo>
                  <a:pt x="350735" y="57268"/>
                </a:lnTo>
                <a:lnTo>
                  <a:pt x="350793" y="57162"/>
                </a:lnTo>
                <a:lnTo>
                  <a:pt x="350850" y="57055"/>
                </a:lnTo>
                <a:lnTo>
                  <a:pt x="350907" y="56948"/>
                </a:lnTo>
                <a:lnTo>
                  <a:pt x="350964" y="56840"/>
                </a:lnTo>
                <a:lnTo>
                  <a:pt x="351021" y="56731"/>
                </a:lnTo>
                <a:lnTo>
                  <a:pt x="351077" y="56622"/>
                </a:lnTo>
                <a:lnTo>
                  <a:pt x="351133" y="56512"/>
                </a:lnTo>
                <a:lnTo>
                  <a:pt x="351189" y="56401"/>
                </a:lnTo>
                <a:lnTo>
                  <a:pt x="351244" y="56290"/>
                </a:lnTo>
                <a:lnTo>
                  <a:pt x="351299" y="56178"/>
                </a:lnTo>
                <a:lnTo>
                  <a:pt x="351354" y="56066"/>
                </a:lnTo>
                <a:lnTo>
                  <a:pt x="351408" y="55952"/>
                </a:lnTo>
                <a:lnTo>
                  <a:pt x="351462" y="55839"/>
                </a:lnTo>
                <a:lnTo>
                  <a:pt x="351516" y="55724"/>
                </a:lnTo>
                <a:lnTo>
                  <a:pt x="351569" y="55610"/>
                </a:lnTo>
                <a:lnTo>
                  <a:pt x="351621" y="55499"/>
                </a:lnTo>
                <a:lnTo>
                  <a:pt x="351672" y="55389"/>
                </a:lnTo>
                <a:lnTo>
                  <a:pt x="351722" y="55281"/>
                </a:lnTo>
                <a:lnTo>
                  <a:pt x="351772" y="55174"/>
                </a:lnTo>
                <a:lnTo>
                  <a:pt x="351820" y="55070"/>
                </a:lnTo>
                <a:lnTo>
                  <a:pt x="351867" y="54968"/>
                </a:lnTo>
                <a:lnTo>
                  <a:pt x="351914" y="54867"/>
                </a:lnTo>
                <a:lnTo>
                  <a:pt x="351959" y="54769"/>
                </a:lnTo>
                <a:lnTo>
                  <a:pt x="352004" y="54672"/>
                </a:lnTo>
                <a:lnTo>
                  <a:pt x="352047" y="54578"/>
                </a:lnTo>
                <a:lnTo>
                  <a:pt x="352090" y="54485"/>
                </a:lnTo>
                <a:lnTo>
                  <a:pt x="352131" y="54394"/>
                </a:lnTo>
                <a:lnTo>
                  <a:pt x="352172" y="54305"/>
                </a:lnTo>
                <a:lnTo>
                  <a:pt x="352212" y="54218"/>
                </a:lnTo>
                <a:lnTo>
                  <a:pt x="352250" y="54133"/>
                </a:lnTo>
                <a:lnTo>
                  <a:pt x="352288" y="54050"/>
                </a:lnTo>
                <a:lnTo>
                  <a:pt x="352325" y="53968"/>
                </a:lnTo>
                <a:lnTo>
                  <a:pt x="352361" y="53889"/>
                </a:lnTo>
                <a:lnTo>
                  <a:pt x="352396" y="53812"/>
                </a:lnTo>
                <a:lnTo>
                  <a:pt x="352430" y="53736"/>
                </a:lnTo>
                <a:lnTo>
                  <a:pt x="352463" y="53662"/>
                </a:lnTo>
                <a:lnTo>
                  <a:pt x="352495" y="53591"/>
                </a:lnTo>
                <a:lnTo>
                  <a:pt x="352526" y="53521"/>
                </a:lnTo>
                <a:lnTo>
                  <a:pt x="352564" y="53591"/>
                </a:lnTo>
                <a:lnTo>
                  <a:pt x="352603" y="53662"/>
                </a:lnTo>
                <a:lnTo>
                  <a:pt x="352643" y="53736"/>
                </a:lnTo>
                <a:lnTo>
                  <a:pt x="352684" y="53812"/>
                </a:lnTo>
                <a:lnTo>
                  <a:pt x="352725" y="53889"/>
                </a:lnTo>
                <a:lnTo>
                  <a:pt x="352766" y="53968"/>
                </a:lnTo>
                <a:lnTo>
                  <a:pt x="352809" y="54050"/>
                </a:lnTo>
                <a:lnTo>
                  <a:pt x="352852" y="54133"/>
                </a:lnTo>
                <a:lnTo>
                  <a:pt x="352895" y="54218"/>
                </a:lnTo>
                <a:lnTo>
                  <a:pt x="352940" y="54305"/>
                </a:lnTo>
                <a:lnTo>
                  <a:pt x="352985" y="54394"/>
                </a:lnTo>
                <a:lnTo>
                  <a:pt x="353030" y="54485"/>
                </a:lnTo>
                <a:lnTo>
                  <a:pt x="353076" y="54578"/>
                </a:lnTo>
                <a:lnTo>
                  <a:pt x="353123" y="54672"/>
                </a:lnTo>
                <a:lnTo>
                  <a:pt x="353171" y="54769"/>
                </a:lnTo>
                <a:lnTo>
                  <a:pt x="353219" y="54867"/>
                </a:lnTo>
                <a:lnTo>
                  <a:pt x="353267" y="54968"/>
                </a:lnTo>
                <a:lnTo>
                  <a:pt x="353317" y="55070"/>
                </a:lnTo>
                <a:lnTo>
                  <a:pt x="353367" y="55174"/>
                </a:lnTo>
                <a:lnTo>
                  <a:pt x="353418" y="55281"/>
                </a:lnTo>
                <a:lnTo>
                  <a:pt x="353469" y="55389"/>
                </a:lnTo>
                <a:lnTo>
                  <a:pt x="353521" y="55499"/>
                </a:lnTo>
                <a:lnTo>
                  <a:pt x="353574" y="55610"/>
                </a:lnTo>
                <a:lnTo>
                  <a:pt x="353627" y="55724"/>
                </a:lnTo>
                <a:lnTo>
                  <a:pt x="353681" y="55839"/>
                </a:lnTo>
                <a:lnTo>
                  <a:pt x="353735" y="55952"/>
                </a:lnTo>
                <a:lnTo>
                  <a:pt x="353789" y="56066"/>
                </a:lnTo>
                <a:lnTo>
                  <a:pt x="353844" y="56178"/>
                </a:lnTo>
                <a:lnTo>
                  <a:pt x="353899" y="56290"/>
                </a:lnTo>
                <a:lnTo>
                  <a:pt x="353954" y="56401"/>
                </a:lnTo>
                <a:lnTo>
                  <a:pt x="354010" y="56512"/>
                </a:lnTo>
                <a:lnTo>
                  <a:pt x="354066" y="56622"/>
                </a:lnTo>
                <a:lnTo>
                  <a:pt x="354122" y="56731"/>
                </a:lnTo>
                <a:lnTo>
                  <a:pt x="354178" y="56840"/>
                </a:lnTo>
                <a:lnTo>
                  <a:pt x="354235" y="56948"/>
                </a:lnTo>
                <a:lnTo>
                  <a:pt x="354293" y="57055"/>
                </a:lnTo>
                <a:lnTo>
                  <a:pt x="354350" y="57162"/>
                </a:lnTo>
                <a:lnTo>
                  <a:pt x="354408" y="57268"/>
                </a:lnTo>
                <a:lnTo>
                  <a:pt x="354466" y="57374"/>
                </a:lnTo>
                <a:lnTo>
                  <a:pt x="354525" y="57479"/>
                </a:lnTo>
                <a:lnTo>
                  <a:pt x="354583" y="57583"/>
                </a:lnTo>
                <a:lnTo>
                  <a:pt x="354642" y="57686"/>
                </a:lnTo>
                <a:lnTo>
                  <a:pt x="354702" y="57789"/>
                </a:lnTo>
                <a:lnTo>
                  <a:pt x="354762" y="57892"/>
                </a:lnTo>
                <a:lnTo>
                  <a:pt x="354822" y="57993"/>
                </a:lnTo>
                <a:lnTo>
                  <a:pt x="354882" y="58095"/>
                </a:lnTo>
                <a:lnTo>
                  <a:pt x="354943" y="58195"/>
                </a:lnTo>
                <a:lnTo>
                  <a:pt x="355004" y="58295"/>
                </a:lnTo>
                <a:lnTo>
                  <a:pt x="363725" y="72157"/>
                </a:lnTo>
                <a:lnTo>
                  <a:pt x="376761" y="72157"/>
                </a:lnTo>
                <a:lnTo>
                  <a:pt x="359227" y="46085"/>
                </a:lnTo>
                <a:lnTo>
                  <a:pt x="375660" y="21665"/>
                </a:lnTo>
                <a:lnTo>
                  <a:pt x="362715" y="21665"/>
                </a:lnTo>
                <a:lnTo>
                  <a:pt x="354820" y="34059"/>
                </a:lnTo>
                <a:lnTo>
                  <a:pt x="354767" y="34152"/>
                </a:lnTo>
                <a:lnTo>
                  <a:pt x="354713" y="34245"/>
                </a:lnTo>
                <a:lnTo>
                  <a:pt x="354660" y="34339"/>
                </a:lnTo>
                <a:lnTo>
                  <a:pt x="354606" y="34434"/>
                </a:lnTo>
                <a:lnTo>
                  <a:pt x="354552" y="34530"/>
                </a:lnTo>
                <a:lnTo>
                  <a:pt x="354499" y="34627"/>
                </a:lnTo>
                <a:lnTo>
                  <a:pt x="354445" y="34725"/>
                </a:lnTo>
                <a:lnTo>
                  <a:pt x="354392" y="34824"/>
                </a:lnTo>
                <a:lnTo>
                  <a:pt x="354338" y="34924"/>
                </a:lnTo>
                <a:lnTo>
                  <a:pt x="354285" y="35025"/>
                </a:lnTo>
                <a:lnTo>
                  <a:pt x="354231" y="35127"/>
                </a:lnTo>
                <a:lnTo>
                  <a:pt x="354177" y="35229"/>
                </a:lnTo>
                <a:lnTo>
                  <a:pt x="354124" y="35333"/>
                </a:lnTo>
                <a:lnTo>
                  <a:pt x="354070" y="35438"/>
                </a:lnTo>
                <a:lnTo>
                  <a:pt x="354017" y="35543"/>
                </a:lnTo>
                <a:lnTo>
                  <a:pt x="353963" y="35650"/>
                </a:lnTo>
                <a:lnTo>
                  <a:pt x="353909" y="35758"/>
                </a:lnTo>
                <a:lnTo>
                  <a:pt x="353856" y="35866"/>
                </a:lnTo>
                <a:lnTo>
                  <a:pt x="353802" y="35976"/>
                </a:lnTo>
                <a:lnTo>
                  <a:pt x="353749" y="36086"/>
                </a:lnTo>
                <a:lnTo>
                  <a:pt x="353695" y="36197"/>
                </a:lnTo>
                <a:lnTo>
                  <a:pt x="353642" y="36310"/>
                </a:lnTo>
                <a:lnTo>
                  <a:pt x="353588" y="36423"/>
                </a:lnTo>
                <a:lnTo>
                  <a:pt x="353534" y="36537"/>
                </a:lnTo>
                <a:lnTo>
                  <a:pt x="353481" y="36651"/>
                </a:lnTo>
                <a:lnTo>
                  <a:pt x="353429" y="36763"/>
                </a:lnTo>
                <a:lnTo>
                  <a:pt x="353378" y="36873"/>
                </a:lnTo>
                <a:lnTo>
                  <a:pt x="353328" y="36981"/>
                </a:lnTo>
                <a:lnTo>
                  <a:pt x="353279" y="37087"/>
                </a:lnTo>
                <a:lnTo>
                  <a:pt x="353231" y="37191"/>
                </a:lnTo>
                <a:lnTo>
                  <a:pt x="353183" y="37294"/>
                </a:lnTo>
                <a:lnTo>
                  <a:pt x="353137" y="37394"/>
                </a:lnTo>
                <a:lnTo>
                  <a:pt x="353092" y="37493"/>
                </a:lnTo>
                <a:lnTo>
                  <a:pt x="353047" y="37589"/>
                </a:lnTo>
                <a:lnTo>
                  <a:pt x="353004" y="37684"/>
                </a:lnTo>
                <a:lnTo>
                  <a:pt x="352961" y="37777"/>
                </a:lnTo>
                <a:lnTo>
                  <a:pt x="352920" y="37868"/>
                </a:lnTo>
                <a:lnTo>
                  <a:pt x="352879" y="37956"/>
                </a:lnTo>
                <a:lnTo>
                  <a:pt x="352840" y="38044"/>
                </a:lnTo>
                <a:lnTo>
                  <a:pt x="352801" y="38129"/>
                </a:lnTo>
                <a:lnTo>
                  <a:pt x="352763" y="38212"/>
                </a:lnTo>
                <a:lnTo>
                  <a:pt x="352726" y="38293"/>
                </a:lnTo>
                <a:lnTo>
                  <a:pt x="352691" y="38373"/>
                </a:lnTo>
                <a:lnTo>
                  <a:pt x="352656" y="38450"/>
                </a:lnTo>
                <a:lnTo>
                  <a:pt x="352622" y="38526"/>
                </a:lnTo>
                <a:lnTo>
                  <a:pt x="352589" y="38599"/>
                </a:lnTo>
                <a:lnTo>
                  <a:pt x="352557" y="38671"/>
                </a:lnTo>
                <a:lnTo>
                  <a:pt x="352526" y="38741"/>
                </a:lnTo>
                <a:lnTo>
                  <a:pt x="352495" y="38671"/>
                </a:lnTo>
                <a:lnTo>
                  <a:pt x="352463" y="38599"/>
                </a:lnTo>
                <a:lnTo>
                  <a:pt x="352430" y="38526"/>
                </a:lnTo>
                <a:lnTo>
                  <a:pt x="352397" y="38450"/>
                </a:lnTo>
                <a:lnTo>
                  <a:pt x="352363" y="38373"/>
                </a:lnTo>
                <a:lnTo>
                  <a:pt x="352328" y="38293"/>
                </a:lnTo>
                <a:lnTo>
                  <a:pt x="352292" y="38212"/>
                </a:lnTo>
                <a:lnTo>
                  <a:pt x="352256" y="38129"/>
                </a:lnTo>
                <a:lnTo>
                  <a:pt x="352218" y="38044"/>
                </a:lnTo>
                <a:lnTo>
                  <a:pt x="352180" y="37956"/>
                </a:lnTo>
                <a:lnTo>
                  <a:pt x="352141" y="37868"/>
                </a:lnTo>
                <a:lnTo>
                  <a:pt x="352101" y="37777"/>
                </a:lnTo>
                <a:lnTo>
                  <a:pt x="352061" y="37684"/>
                </a:lnTo>
                <a:lnTo>
                  <a:pt x="352019" y="37589"/>
                </a:lnTo>
                <a:lnTo>
                  <a:pt x="351977" y="37493"/>
                </a:lnTo>
                <a:lnTo>
                  <a:pt x="351934" y="37394"/>
                </a:lnTo>
                <a:lnTo>
                  <a:pt x="351891" y="37294"/>
                </a:lnTo>
                <a:lnTo>
                  <a:pt x="351846" y="37191"/>
                </a:lnTo>
                <a:lnTo>
                  <a:pt x="351801" y="37087"/>
                </a:lnTo>
                <a:lnTo>
                  <a:pt x="351755" y="36981"/>
                </a:lnTo>
                <a:lnTo>
                  <a:pt x="351708" y="36873"/>
                </a:lnTo>
                <a:lnTo>
                  <a:pt x="351660" y="36763"/>
                </a:lnTo>
                <a:lnTo>
                  <a:pt x="351611" y="36651"/>
                </a:lnTo>
                <a:lnTo>
                  <a:pt x="351562" y="36537"/>
                </a:lnTo>
                <a:lnTo>
                  <a:pt x="351512" y="36423"/>
                </a:lnTo>
                <a:lnTo>
                  <a:pt x="351462" y="36310"/>
                </a:lnTo>
                <a:lnTo>
                  <a:pt x="351411" y="36197"/>
                </a:lnTo>
                <a:lnTo>
                  <a:pt x="351359" y="36086"/>
                </a:lnTo>
                <a:lnTo>
                  <a:pt x="351307" y="35976"/>
                </a:lnTo>
                <a:lnTo>
                  <a:pt x="351255" y="35866"/>
                </a:lnTo>
                <a:lnTo>
                  <a:pt x="351202" y="35758"/>
                </a:lnTo>
                <a:lnTo>
                  <a:pt x="351149" y="35650"/>
                </a:lnTo>
                <a:lnTo>
                  <a:pt x="351095" y="35543"/>
                </a:lnTo>
                <a:lnTo>
                  <a:pt x="351041" y="35438"/>
                </a:lnTo>
                <a:lnTo>
                  <a:pt x="350986" y="35333"/>
                </a:lnTo>
                <a:lnTo>
                  <a:pt x="350931" y="35229"/>
                </a:lnTo>
                <a:lnTo>
                  <a:pt x="350875" y="35127"/>
                </a:lnTo>
                <a:lnTo>
                  <a:pt x="350819" y="35025"/>
                </a:lnTo>
                <a:lnTo>
                  <a:pt x="350762" y="34924"/>
                </a:lnTo>
                <a:lnTo>
                  <a:pt x="350705" y="34824"/>
                </a:lnTo>
                <a:lnTo>
                  <a:pt x="350647" y="34725"/>
                </a:lnTo>
                <a:lnTo>
                  <a:pt x="350589" y="34627"/>
                </a:lnTo>
                <a:lnTo>
                  <a:pt x="350530" y="34530"/>
                </a:lnTo>
                <a:lnTo>
                  <a:pt x="350471" y="34434"/>
                </a:lnTo>
                <a:lnTo>
                  <a:pt x="350412" y="34339"/>
                </a:lnTo>
                <a:lnTo>
                  <a:pt x="350351" y="34245"/>
                </a:lnTo>
                <a:lnTo>
                  <a:pt x="350291" y="34152"/>
                </a:lnTo>
                <a:lnTo>
                  <a:pt x="350230" y="34059"/>
                </a:lnTo>
                <a:lnTo>
                  <a:pt x="342427" y="21665"/>
                </a:lnTo>
                <a:lnTo>
                  <a:pt x="329482" y="21665"/>
                </a:lnTo>
                <a:lnTo>
                  <a:pt x="345915" y="46085"/>
                </a:lnTo>
                <a:lnTo>
                  <a:pt x="328289" y="72157"/>
                </a:lnTo>
                <a:lnTo>
                  <a:pt x="341234" y="72157"/>
                </a:lnTo>
                <a:lnTo>
                  <a:pt x="350139" y="58295"/>
                </a:lnTo>
                <a:lnTo>
                  <a:pt x="350200" y="58195"/>
                </a:lnTo>
                <a:lnTo>
                  <a:pt x="350261" y="58095"/>
                </a:lnTo>
                <a:close/>
                <a:moveTo>
                  <a:pt x="389338" y="21665"/>
                </a:moveTo>
                <a:lnTo>
                  <a:pt x="389338" y="32039"/>
                </a:lnTo>
                <a:lnTo>
                  <a:pt x="404670" y="32039"/>
                </a:lnTo>
                <a:lnTo>
                  <a:pt x="404670" y="61692"/>
                </a:lnTo>
                <a:lnTo>
                  <a:pt x="387044" y="61692"/>
                </a:lnTo>
                <a:lnTo>
                  <a:pt x="387044" y="72157"/>
                </a:lnTo>
                <a:lnTo>
                  <a:pt x="431293" y="72157"/>
                </a:lnTo>
                <a:lnTo>
                  <a:pt x="431293" y="61692"/>
                </a:lnTo>
                <a:lnTo>
                  <a:pt x="415686" y="61692"/>
                </a:lnTo>
                <a:lnTo>
                  <a:pt x="415686" y="21665"/>
                </a:lnTo>
                <a:lnTo>
                  <a:pt x="389338" y="21665"/>
                </a:lnTo>
                <a:close/>
                <a:moveTo>
                  <a:pt x="520832" y="47640"/>
                </a:moveTo>
                <a:lnTo>
                  <a:pt x="520771" y="47820"/>
                </a:lnTo>
                <a:lnTo>
                  <a:pt x="520710" y="48004"/>
                </a:lnTo>
                <a:lnTo>
                  <a:pt x="520648" y="48190"/>
                </a:lnTo>
                <a:lnTo>
                  <a:pt x="520587" y="48380"/>
                </a:lnTo>
                <a:lnTo>
                  <a:pt x="520526" y="48572"/>
                </a:lnTo>
                <a:lnTo>
                  <a:pt x="520465" y="48768"/>
                </a:lnTo>
                <a:lnTo>
                  <a:pt x="520404" y="48967"/>
                </a:lnTo>
                <a:lnTo>
                  <a:pt x="520342" y="49168"/>
                </a:lnTo>
                <a:lnTo>
                  <a:pt x="520281" y="49373"/>
                </a:lnTo>
                <a:lnTo>
                  <a:pt x="520220" y="49581"/>
                </a:lnTo>
                <a:lnTo>
                  <a:pt x="520159" y="49791"/>
                </a:lnTo>
                <a:lnTo>
                  <a:pt x="520098" y="50005"/>
                </a:lnTo>
                <a:lnTo>
                  <a:pt x="520036" y="50222"/>
                </a:lnTo>
                <a:lnTo>
                  <a:pt x="519975" y="50442"/>
                </a:lnTo>
                <a:lnTo>
                  <a:pt x="519914" y="50665"/>
                </a:lnTo>
                <a:lnTo>
                  <a:pt x="519853" y="50891"/>
                </a:lnTo>
                <a:lnTo>
                  <a:pt x="519791" y="51120"/>
                </a:lnTo>
                <a:lnTo>
                  <a:pt x="519730" y="51352"/>
                </a:lnTo>
                <a:lnTo>
                  <a:pt x="519669" y="51587"/>
                </a:lnTo>
                <a:lnTo>
                  <a:pt x="519608" y="51825"/>
                </a:lnTo>
                <a:lnTo>
                  <a:pt x="519546" y="52066"/>
                </a:lnTo>
                <a:lnTo>
                  <a:pt x="519485" y="52310"/>
                </a:lnTo>
                <a:lnTo>
                  <a:pt x="519424" y="52557"/>
                </a:lnTo>
                <a:lnTo>
                  <a:pt x="519363" y="52804"/>
                </a:lnTo>
                <a:lnTo>
                  <a:pt x="519303" y="53047"/>
                </a:lnTo>
                <a:lnTo>
                  <a:pt x="519244" y="53286"/>
                </a:lnTo>
                <a:lnTo>
                  <a:pt x="519187" y="53522"/>
                </a:lnTo>
                <a:lnTo>
                  <a:pt x="519130" y="53754"/>
                </a:lnTo>
                <a:lnTo>
                  <a:pt x="519074" y="53983"/>
                </a:lnTo>
                <a:lnTo>
                  <a:pt x="519019" y="54208"/>
                </a:lnTo>
                <a:lnTo>
                  <a:pt x="518965" y="54429"/>
                </a:lnTo>
                <a:lnTo>
                  <a:pt x="518912" y="54646"/>
                </a:lnTo>
                <a:lnTo>
                  <a:pt x="518860" y="54860"/>
                </a:lnTo>
                <a:lnTo>
                  <a:pt x="518809" y="55070"/>
                </a:lnTo>
                <a:lnTo>
                  <a:pt x="518758" y="55277"/>
                </a:lnTo>
                <a:lnTo>
                  <a:pt x="518709" y="55479"/>
                </a:lnTo>
                <a:lnTo>
                  <a:pt x="518661" y="55679"/>
                </a:lnTo>
                <a:lnTo>
                  <a:pt x="518613" y="55874"/>
                </a:lnTo>
                <a:lnTo>
                  <a:pt x="518567" y="56066"/>
                </a:lnTo>
                <a:lnTo>
                  <a:pt x="518522" y="56254"/>
                </a:lnTo>
                <a:lnTo>
                  <a:pt x="518477" y="56438"/>
                </a:lnTo>
                <a:lnTo>
                  <a:pt x="518434" y="56619"/>
                </a:lnTo>
                <a:lnTo>
                  <a:pt x="518391" y="56796"/>
                </a:lnTo>
                <a:lnTo>
                  <a:pt x="518349" y="56970"/>
                </a:lnTo>
                <a:lnTo>
                  <a:pt x="518309" y="57140"/>
                </a:lnTo>
                <a:lnTo>
                  <a:pt x="518269" y="57306"/>
                </a:lnTo>
                <a:lnTo>
                  <a:pt x="518230" y="57468"/>
                </a:lnTo>
                <a:lnTo>
                  <a:pt x="518199" y="57306"/>
                </a:lnTo>
                <a:lnTo>
                  <a:pt x="518167" y="57140"/>
                </a:lnTo>
                <a:lnTo>
                  <a:pt x="518133" y="56970"/>
                </a:lnTo>
                <a:lnTo>
                  <a:pt x="518098" y="56796"/>
                </a:lnTo>
                <a:lnTo>
                  <a:pt x="518061" y="56619"/>
                </a:lnTo>
                <a:lnTo>
                  <a:pt x="518024" y="56438"/>
                </a:lnTo>
                <a:lnTo>
                  <a:pt x="517985" y="56254"/>
                </a:lnTo>
                <a:lnTo>
                  <a:pt x="517945" y="56066"/>
                </a:lnTo>
                <a:lnTo>
                  <a:pt x="517903" y="55874"/>
                </a:lnTo>
                <a:lnTo>
                  <a:pt x="517861" y="55679"/>
                </a:lnTo>
                <a:lnTo>
                  <a:pt x="517817" y="55479"/>
                </a:lnTo>
                <a:lnTo>
                  <a:pt x="517771" y="55277"/>
                </a:lnTo>
                <a:lnTo>
                  <a:pt x="517725" y="55070"/>
                </a:lnTo>
                <a:lnTo>
                  <a:pt x="517677" y="54860"/>
                </a:lnTo>
                <a:lnTo>
                  <a:pt x="517628" y="54646"/>
                </a:lnTo>
                <a:lnTo>
                  <a:pt x="517578" y="54429"/>
                </a:lnTo>
                <a:lnTo>
                  <a:pt x="517526" y="54208"/>
                </a:lnTo>
                <a:lnTo>
                  <a:pt x="517473" y="53983"/>
                </a:lnTo>
                <a:lnTo>
                  <a:pt x="517419" y="53754"/>
                </a:lnTo>
                <a:lnTo>
                  <a:pt x="517364" y="53522"/>
                </a:lnTo>
                <a:lnTo>
                  <a:pt x="517307" y="53286"/>
                </a:lnTo>
                <a:lnTo>
                  <a:pt x="517249" y="53047"/>
                </a:lnTo>
                <a:lnTo>
                  <a:pt x="517190" y="52804"/>
                </a:lnTo>
                <a:lnTo>
                  <a:pt x="517129" y="52557"/>
                </a:lnTo>
                <a:lnTo>
                  <a:pt x="517068" y="52310"/>
                </a:lnTo>
                <a:lnTo>
                  <a:pt x="517007" y="52066"/>
                </a:lnTo>
                <a:lnTo>
                  <a:pt x="516946" y="51825"/>
                </a:lnTo>
                <a:lnTo>
                  <a:pt x="516884" y="51587"/>
                </a:lnTo>
                <a:lnTo>
                  <a:pt x="516823" y="51352"/>
                </a:lnTo>
                <a:lnTo>
                  <a:pt x="516762" y="51120"/>
                </a:lnTo>
                <a:lnTo>
                  <a:pt x="516701" y="50891"/>
                </a:lnTo>
                <a:lnTo>
                  <a:pt x="516640" y="50665"/>
                </a:lnTo>
                <a:lnTo>
                  <a:pt x="516578" y="50442"/>
                </a:lnTo>
                <a:lnTo>
                  <a:pt x="516517" y="50222"/>
                </a:lnTo>
                <a:lnTo>
                  <a:pt x="516456" y="50005"/>
                </a:lnTo>
                <a:lnTo>
                  <a:pt x="516395" y="49791"/>
                </a:lnTo>
                <a:lnTo>
                  <a:pt x="516334" y="49581"/>
                </a:lnTo>
                <a:lnTo>
                  <a:pt x="516272" y="49373"/>
                </a:lnTo>
                <a:lnTo>
                  <a:pt x="516211" y="49168"/>
                </a:lnTo>
                <a:lnTo>
                  <a:pt x="516150" y="48967"/>
                </a:lnTo>
                <a:lnTo>
                  <a:pt x="516089" y="48768"/>
                </a:lnTo>
                <a:lnTo>
                  <a:pt x="516027" y="48572"/>
                </a:lnTo>
                <a:lnTo>
                  <a:pt x="515966" y="48380"/>
                </a:lnTo>
                <a:lnTo>
                  <a:pt x="515905" y="48190"/>
                </a:lnTo>
                <a:lnTo>
                  <a:pt x="515844" y="48004"/>
                </a:lnTo>
                <a:lnTo>
                  <a:pt x="515782" y="47820"/>
                </a:lnTo>
                <a:lnTo>
                  <a:pt x="515721" y="47640"/>
                </a:lnTo>
                <a:lnTo>
                  <a:pt x="515660" y="47462"/>
                </a:lnTo>
                <a:lnTo>
                  <a:pt x="506297" y="21665"/>
                </a:lnTo>
                <a:lnTo>
                  <a:pt x="493719" y="21665"/>
                </a:lnTo>
                <a:lnTo>
                  <a:pt x="512539" y="69403"/>
                </a:lnTo>
                <a:lnTo>
                  <a:pt x="505470" y="88681"/>
                </a:lnTo>
                <a:lnTo>
                  <a:pt x="517496" y="88681"/>
                </a:lnTo>
                <a:lnTo>
                  <a:pt x="541824" y="21665"/>
                </a:lnTo>
                <a:lnTo>
                  <a:pt x="529706" y="21665"/>
                </a:lnTo>
                <a:lnTo>
                  <a:pt x="520893" y="47462"/>
                </a:lnTo>
                <a:lnTo>
                  <a:pt x="520832" y="476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F54376-E3A5-422E-A12B-297E272D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588" y="2010083"/>
            <a:ext cx="1594995" cy="324746"/>
          </a:xfrm>
          <a:custGeom xmlns:a="http://schemas.openxmlformats.org/drawingml/2006/main">
            <a:pathLst>
              <a:path w="1594995" h="324746">
                <a:moveTo>
                  <a:pt x="0" y="0"/>
                </a:moveTo>
                <a:lnTo>
                  <a:pt x="1594995" y="0"/>
                </a:lnTo>
                <a:lnTo>
                  <a:pt x="1594995" y="324746"/>
                </a:lnTo>
                <a:lnTo>
                  <a:pt x="0" y="32474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Text generic/detail.py">
            <a:extLst xmlns:a="http://schemas.openxmlformats.org/drawingml/2006/main">
              <a:ext uri="{FF2B5EF4-FFF2-40B4-BE49-F238E27FC236}">
                <a16:creationId xmlns:a16="http://schemas.microsoft.com/office/drawing/2014/main" id="{B688EC0B-9734-4B3E-9E00-45DBE162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770" y="2179919"/>
            <a:ext cx="1157870" cy="115901"/>
          </a:xfrm>
          <a:custGeom xmlns:a="http://schemas.openxmlformats.org/drawingml/2006/main">
            <a:pathLst>
              <a:path w="1157870" h="115901">
                <a:moveTo>
                  <a:pt x="373895" y="21512"/>
                </a:moveTo>
                <a:lnTo>
                  <a:pt x="374230" y="21477"/>
                </a:lnTo>
                <a:lnTo>
                  <a:pt x="374558" y="21434"/>
                </a:lnTo>
                <a:lnTo>
                  <a:pt x="374880" y="21384"/>
                </a:lnTo>
                <a:lnTo>
                  <a:pt x="375196" y="21326"/>
                </a:lnTo>
                <a:lnTo>
                  <a:pt x="375505" y="21260"/>
                </a:lnTo>
                <a:lnTo>
                  <a:pt x="375808" y="21186"/>
                </a:lnTo>
                <a:lnTo>
                  <a:pt x="376104" y="21104"/>
                </a:lnTo>
                <a:lnTo>
                  <a:pt x="376394" y="21015"/>
                </a:lnTo>
                <a:lnTo>
                  <a:pt x="376678" y="20918"/>
                </a:lnTo>
                <a:lnTo>
                  <a:pt x="376955" y="20813"/>
                </a:lnTo>
                <a:lnTo>
                  <a:pt x="377226" y="20700"/>
                </a:lnTo>
                <a:lnTo>
                  <a:pt x="377491" y="20580"/>
                </a:lnTo>
                <a:lnTo>
                  <a:pt x="377749" y="20451"/>
                </a:lnTo>
                <a:lnTo>
                  <a:pt x="378001" y="20315"/>
                </a:lnTo>
                <a:lnTo>
                  <a:pt x="378246" y="20172"/>
                </a:lnTo>
                <a:lnTo>
                  <a:pt x="378485" y="20020"/>
                </a:lnTo>
                <a:lnTo>
                  <a:pt x="378718" y="19861"/>
                </a:lnTo>
                <a:lnTo>
                  <a:pt x="378944" y="19694"/>
                </a:lnTo>
                <a:lnTo>
                  <a:pt x="379164" y="19519"/>
                </a:lnTo>
                <a:lnTo>
                  <a:pt x="379378" y="19336"/>
                </a:lnTo>
                <a:lnTo>
                  <a:pt x="379584" y="19147"/>
                </a:lnTo>
                <a:lnTo>
                  <a:pt x="379781" y="18953"/>
                </a:lnTo>
                <a:lnTo>
                  <a:pt x="379970" y="18753"/>
                </a:lnTo>
                <a:lnTo>
                  <a:pt x="380149" y="18547"/>
                </a:lnTo>
                <a:lnTo>
                  <a:pt x="380320" y="18337"/>
                </a:lnTo>
                <a:lnTo>
                  <a:pt x="380482" y="18121"/>
                </a:lnTo>
                <a:lnTo>
                  <a:pt x="380636" y="17899"/>
                </a:lnTo>
                <a:lnTo>
                  <a:pt x="380781" y="17672"/>
                </a:lnTo>
                <a:lnTo>
                  <a:pt x="380916" y="17440"/>
                </a:lnTo>
                <a:lnTo>
                  <a:pt x="381044" y="17203"/>
                </a:lnTo>
                <a:lnTo>
                  <a:pt x="381162" y="16960"/>
                </a:lnTo>
                <a:lnTo>
                  <a:pt x="381272" y="16711"/>
                </a:lnTo>
                <a:lnTo>
                  <a:pt x="381372" y="16457"/>
                </a:lnTo>
                <a:lnTo>
                  <a:pt x="381464" y="16198"/>
                </a:lnTo>
                <a:lnTo>
                  <a:pt x="381548" y="15934"/>
                </a:lnTo>
                <a:lnTo>
                  <a:pt x="381622" y="15664"/>
                </a:lnTo>
                <a:lnTo>
                  <a:pt x="381688" y="15389"/>
                </a:lnTo>
                <a:lnTo>
                  <a:pt x="381745" y="15108"/>
                </a:lnTo>
                <a:lnTo>
                  <a:pt x="381793" y="14822"/>
                </a:lnTo>
                <a:lnTo>
                  <a:pt x="381833" y="14531"/>
                </a:lnTo>
                <a:lnTo>
                  <a:pt x="381863" y="14234"/>
                </a:lnTo>
                <a:lnTo>
                  <a:pt x="381885" y="13932"/>
                </a:lnTo>
                <a:lnTo>
                  <a:pt x="381898" y="13624"/>
                </a:lnTo>
                <a:lnTo>
                  <a:pt x="381903" y="13311"/>
                </a:lnTo>
                <a:lnTo>
                  <a:pt x="381898" y="12998"/>
                </a:lnTo>
                <a:lnTo>
                  <a:pt x="381885" y="12691"/>
                </a:lnTo>
                <a:lnTo>
                  <a:pt x="381863" y="12389"/>
                </a:lnTo>
                <a:lnTo>
                  <a:pt x="381833" y="12092"/>
                </a:lnTo>
                <a:lnTo>
                  <a:pt x="381793" y="11801"/>
                </a:lnTo>
                <a:lnTo>
                  <a:pt x="381745" y="11515"/>
                </a:lnTo>
                <a:lnTo>
                  <a:pt x="381688" y="11235"/>
                </a:lnTo>
                <a:lnTo>
                  <a:pt x="381622" y="10959"/>
                </a:lnTo>
                <a:lnTo>
                  <a:pt x="381548" y="10690"/>
                </a:lnTo>
                <a:lnTo>
                  <a:pt x="381464" y="10425"/>
                </a:lnTo>
                <a:lnTo>
                  <a:pt x="381372" y="10166"/>
                </a:lnTo>
                <a:lnTo>
                  <a:pt x="381272" y="9912"/>
                </a:lnTo>
                <a:lnTo>
                  <a:pt x="381162" y="9664"/>
                </a:lnTo>
                <a:lnTo>
                  <a:pt x="381044" y="9421"/>
                </a:lnTo>
                <a:lnTo>
                  <a:pt x="380916" y="9184"/>
                </a:lnTo>
                <a:lnTo>
                  <a:pt x="380781" y="8952"/>
                </a:lnTo>
                <a:lnTo>
                  <a:pt x="380636" y="8725"/>
                </a:lnTo>
                <a:lnTo>
                  <a:pt x="380482" y="8503"/>
                </a:lnTo>
                <a:lnTo>
                  <a:pt x="380320" y="8287"/>
                </a:lnTo>
                <a:lnTo>
                  <a:pt x="380149" y="8077"/>
                </a:lnTo>
                <a:lnTo>
                  <a:pt x="379970" y="7871"/>
                </a:lnTo>
                <a:lnTo>
                  <a:pt x="379781" y="7671"/>
                </a:lnTo>
                <a:lnTo>
                  <a:pt x="379584" y="7477"/>
                </a:lnTo>
                <a:lnTo>
                  <a:pt x="379378" y="7288"/>
                </a:lnTo>
                <a:lnTo>
                  <a:pt x="379164" y="7105"/>
                </a:lnTo>
                <a:lnTo>
                  <a:pt x="378944" y="6930"/>
                </a:lnTo>
                <a:lnTo>
                  <a:pt x="378718" y="6763"/>
                </a:lnTo>
                <a:lnTo>
                  <a:pt x="378485" y="6604"/>
                </a:lnTo>
                <a:lnTo>
                  <a:pt x="378246" y="6452"/>
                </a:lnTo>
                <a:lnTo>
                  <a:pt x="378001" y="6309"/>
                </a:lnTo>
                <a:lnTo>
                  <a:pt x="377749" y="6173"/>
                </a:lnTo>
                <a:lnTo>
                  <a:pt x="377491" y="6044"/>
                </a:lnTo>
                <a:lnTo>
                  <a:pt x="377226" y="5924"/>
                </a:lnTo>
                <a:lnTo>
                  <a:pt x="376955" y="5811"/>
                </a:lnTo>
                <a:lnTo>
                  <a:pt x="376678" y="5706"/>
                </a:lnTo>
                <a:lnTo>
                  <a:pt x="376394" y="5609"/>
                </a:lnTo>
                <a:lnTo>
                  <a:pt x="376104" y="5520"/>
                </a:lnTo>
                <a:lnTo>
                  <a:pt x="375808" y="5438"/>
                </a:lnTo>
                <a:lnTo>
                  <a:pt x="375505" y="5365"/>
                </a:lnTo>
                <a:lnTo>
                  <a:pt x="375196" y="5299"/>
                </a:lnTo>
                <a:lnTo>
                  <a:pt x="374880" y="5240"/>
                </a:lnTo>
                <a:lnTo>
                  <a:pt x="374558" y="5190"/>
                </a:lnTo>
                <a:lnTo>
                  <a:pt x="374230" y="5147"/>
                </a:lnTo>
                <a:lnTo>
                  <a:pt x="373895" y="5112"/>
                </a:lnTo>
                <a:lnTo>
                  <a:pt x="373554" y="5085"/>
                </a:lnTo>
                <a:lnTo>
                  <a:pt x="373207" y="5065"/>
                </a:lnTo>
                <a:lnTo>
                  <a:pt x="372853" y="5054"/>
                </a:lnTo>
                <a:lnTo>
                  <a:pt x="372493" y="5050"/>
                </a:lnTo>
                <a:lnTo>
                  <a:pt x="372133" y="5054"/>
                </a:lnTo>
                <a:lnTo>
                  <a:pt x="371779" y="5065"/>
                </a:lnTo>
                <a:lnTo>
                  <a:pt x="371431" y="5085"/>
                </a:lnTo>
                <a:lnTo>
                  <a:pt x="371090" y="5112"/>
                </a:lnTo>
                <a:lnTo>
                  <a:pt x="370755" y="5147"/>
                </a:lnTo>
                <a:lnTo>
                  <a:pt x="370427" y="5190"/>
                </a:lnTo>
                <a:lnTo>
                  <a:pt x="370105" y="5240"/>
                </a:lnTo>
                <a:lnTo>
                  <a:pt x="369789" y="5299"/>
                </a:lnTo>
                <a:lnTo>
                  <a:pt x="369480" y="5365"/>
                </a:lnTo>
                <a:lnTo>
                  <a:pt x="369177" y="5438"/>
                </a:lnTo>
                <a:lnTo>
                  <a:pt x="368880" y="5520"/>
                </a:lnTo>
                <a:lnTo>
                  <a:pt x="368590" y="5609"/>
                </a:lnTo>
                <a:lnTo>
                  <a:pt x="368307" y="5706"/>
                </a:lnTo>
                <a:lnTo>
                  <a:pt x="368029" y="5811"/>
                </a:lnTo>
                <a:lnTo>
                  <a:pt x="367758" y="5924"/>
                </a:lnTo>
                <a:lnTo>
                  <a:pt x="367494" y="6044"/>
                </a:lnTo>
                <a:lnTo>
                  <a:pt x="367235" y="6173"/>
                </a:lnTo>
                <a:lnTo>
                  <a:pt x="366983" y="6309"/>
                </a:lnTo>
                <a:lnTo>
                  <a:pt x="366738" y="6452"/>
                </a:lnTo>
                <a:lnTo>
                  <a:pt x="366499" y="6604"/>
                </a:lnTo>
                <a:lnTo>
                  <a:pt x="366266" y="6763"/>
                </a:lnTo>
                <a:lnTo>
                  <a:pt x="366040" y="6930"/>
                </a:lnTo>
                <a:lnTo>
                  <a:pt x="365820" y="7105"/>
                </a:lnTo>
                <a:lnTo>
                  <a:pt x="365606" y="7288"/>
                </a:lnTo>
                <a:lnTo>
                  <a:pt x="365400" y="7477"/>
                </a:lnTo>
                <a:lnTo>
                  <a:pt x="365203" y="7671"/>
                </a:lnTo>
                <a:lnTo>
                  <a:pt x="365015" y="7871"/>
                </a:lnTo>
                <a:lnTo>
                  <a:pt x="364835" y="8077"/>
                </a:lnTo>
                <a:lnTo>
                  <a:pt x="364664" y="8287"/>
                </a:lnTo>
                <a:lnTo>
                  <a:pt x="364502" y="8503"/>
                </a:lnTo>
                <a:lnTo>
                  <a:pt x="364349" y="8725"/>
                </a:lnTo>
                <a:lnTo>
                  <a:pt x="364204" y="8952"/>
                </a:lnTo>
                <a:lnTo>
                  <a:pt x="364069" y="9184"/>
                </a:lnTo>
                <a:lnTo>
                  <a:pt x="363941" y="9421"/>
                </a:lnTo>
                <a:lnTo>
                  <a:pt x="363823" y="9664"/>
                </a:lnTo>
                <a:lnTo>
                  <a:pt x="363714" y="9912"/>
                </a:lnTo>
                <a:lnTo>
                  <a:pt x="363613" y="10166"/>
                </a:lnTo>
                <a:lnTo>
                  <a:pt x="363521" y="10425"/>
                </a:lnTo>
                <a:lnTo>
                  <a:pt x="363438" y="10690"/>
                </a:lnTo>
                <a:lnTo>
                  <a:pt x="363363" y="10959"/>
                </a:lnTo>
                <a:lnTo>
                  <a:pt x="363298" y="11235"/>
                </a:lnTo>
                <a:lnTo>
                  <a:pt x="363241" y="11515"/>
                </a:lnTo>
                <a:lnTo>
                  <a:pt x="363192" y="11801"/>
                </a:lnTo>
                <a:lnTo>
                  <a:pt x="363153" y="12092"/>
                </a:lnTo>
                <a:lnTo>
                  <a:pt x="363122" y="12389"/>
                </a:lnTo>
                <a:lnTo>
                  <a:pt x="363100" y="12691"/>
                </a:lnTo>
                <a:lnTo>
                  <a:pt x="363087" y="12998"/>
                </a:lnTo>
                <a:lnTo>
                  <a:pt x="363083" y="13311"/>
                </a:lnTo>
                <a:lnTo>
                  <a:pt x="363087" y="13624"/>
                </a:lnTo>
                <a:lnTo>
                  <a:pt x="363100" y="13932"/>
                </a:lnTo>
                <a:lnTo>
                  <a:pt x="363122" y="14234"/>
                </a:lnTo>
                <a:lnTo>
                  <a:pt x="363153" y="14531"/>
                </a:lnTo>
                <a:lnTo>
                  <a:pt x="363192" y="14822"/>
                </a:lnTo>
                <a:lnTo>
                  <a:pt x="363241" y="15108"/>
                </a:lnTo>
                <a:lnTo>
                  <a:pt x="363298" y="15389"/>
                </a:lnTo>
                <a:lnTo>
                  <a:pt x="363363" y="15664"/>
                </a:lnTo>
                <a:lnTo>
                  <a:pt x="363438" y="15934"/>
                </a:lnTo>
                <a:lnTo>
                  <a:pt x="363521" y="16198"/>
                </a:lnTo>
                <a:lnTo>
                  <a:pt x="363613" y="16457"/>
                </a:lnTo>
                <a:lnTo>
                  <a:pt x="363714" y="16711"/>
                </a:lnTo>
                <a:lnTo>
                  <a:pt x="363823" y="16960"/>
                </a:lnTo>
                <a:lnTo>
                  <a:pt x="363941" y="17203"/>
                </a:lnTo>
                <a:lnTo>
                  <a:pt x="364069" y="17440"/>
                </a:lnTo>
                <a:lnTo>
                  <a:pt x="364204" y="17672"/>
                </a:lnTo>
                <a:lnTo>
                  <a:pt x="364349" y="17899"/>
                </a:lnTo>
                <a:lnTo>
                  <a:pt x="364502" y="18121"/>
                </a:lnTo>
                <a:lnTo>
                  <a:pt x="364664" y="18337"/>
                </a:lnTo>
                <a:lnTo>
                  <a:pt x="364835" y="18547"/>
                </a:lnTo>
                <a:lnTo>
                  <a:pt x="365015" y="18753"/>
                </a:lnTo>
                <a:lnTo>
                  <a:pt x="365203" y="18953"/>
                </a:lnTo>
                <a:lnTo>
                  <a:pt x="365400" y="19147"/>
                </a:lnTo>
                <a:lnTo>
                  <a:pt x="365606" y="19336"/>
                </a:lnTo>
                <a:lnTo>
                  <a:pt x="365820" y="19519"/>
                </a:lnTo>
                <a:lnTo>
                  <a:pt x="366040" y="19694"/>
                </a:lnTo>
                <a:lnTo>
                  <a:pt x="366266" y="19861"/>
                </a:lnTo>
                <a:lnTo>
                  <a:pt x="366499" y="20020"/>
                </a:lnTo>
                <a:lnTo>
                  <a:pt x="366738" y="20172"/>
                </a:lnTo>
                <a:lnTo>
                  <a:pt x="366983" y="20315"/>
                </a:lnTo>
                <a:lnTo>
                  <a:pt x="367235" y="20451"/>
                </a:lnTo>
                <a:lnTo>
                  <a:pt x="367494" y="20580"/>
                </a:lnTo>
                <a:lnTo>
                  <a:pt x="367758" y="20700"/>
                </a:lnTo>
                <a:lnTo>
                  <a:pt x="368029" y="20813"/>
                </a:lnTo>
                <a:lnTo>
                  <a:pt x="368307" y="20918"/>
                </a:lnTo>
                <a:lnTo>
                  <a:pt x="368590" y="21015"/>
                </a:lnTo>
                <a:lnTo>
                  <a:pt x="368880" y="21104"/>
                </a:lnTo>
                <a:lnTo>
                  <a:pt x="369177" y="21186"/>
                </a:lnTo>
                <a:lnTo>
                  <a:pt x="369480" y="21260"/>
                </a:lnTo>
                <a:lnTo>
                  <a:pt x="369789" y="21326"/>
                </a:lnTo>
                <a:lnTo>
                  <a:pt x="370105" y="21384"/>
                </a:lnTo>
                <a:lnTo>
                  <a:pt x="370427" y="21434"/>
                </a:lnTo>
                <a:lnTo>
                  <a:pt x="370755" y="21477"/>
                </a:lnTo>
                <a:lnTo>
                  <a:pt x="371090" y="21512"/>
                </a:lnTo>
                <a:lnTo>
                  <a:pt x="371431" y="21539"/>
                </a:lnTo>
                <a:lnTo>
                  <a:pt x="371779" y="21559"/>
                </a:lnTo>
                <a:lnTo>
                  <a:pt x="372133" y="21570"/>
                </a:lnTo>
                <a:lnTo>
                  <a:pt x="372493" y="21574"/>
                </a:lnTo>
                <a:lnTo>
                  <a:pt x="372853" y="21570"/>
                </a:lnTo>
                <a:lnTo>
                  <a:pt x="373207" y="21559"/>
                </a:lnTo>
                <a:lnTo>
                  <a:pt x="373554" y="21539"/>
                </a:lnTo>
                <a:lnTo>
                  <a:pt x="373895" y="21512"/>
                </a:lnTo>
                <a:close/>
                <a:moveTo>
                  <a:pt x="495509" y="107869"/>
                </a:moveTo>
                <a:lnTo>
                  <a:pt x="535671" y="0"/>
                </a:lnTo>
                <a:lnTo>
                  <a:pt x="520755" y="0"/>
                </a:lnTo>
                <a:lnTo>
                  <a:pt x="480590" y="107869"/>
                </a:lnTo>
                <a:lnTo>
                  <a:pt x="495509" y="107869"/>
                </a:lnTo>
                <a:close/>
                <a:moveTo>
                  <a:pt x="587777" y="41669"/>
                </a:moveTo>
                <a:lnTo>
                  <a:pt x="587610" y="41148"/>
                </a:lnTo>
                <a:lnTo>
                  <a:pt x="587427" y="40637"/>
                </a:lnTo>
                <a:lnTo>
                  <a:pt x="587227" y="40139"/>
                </a:lnTo>
                <a:lnTo>
                  <a:pt x="587012" y="39651"/>
                </a:lnTo>
                <a:lnTo>
                  <a:pt x="586781" y="39175"/>
                </a:lnTo>
                <a:lnTo>
                  <a:pt x="586534" y="38711"/>
                </a:lnTo>
                <a:lnTo>
                  <a:pt x="586271" y="38257"/>
                </a:lnTo>
                <a:lnTo>
                  <a:pt x="585992" y="37815"/>
                </a:lnTo>
                <a:lnTo>
                  <a:pt x="585697" y="37385"/>
                </a:lnTo>
                <a:lnTo>
                  <a:pt x="585386" y="36965"/>
                </a:lnTo>
                <a:lnTo>
                  <a:pt x="585059" y="36558"/>
                </a:lnTo>
                <a:lnTo>
                  <a:pt x="584717" y="36161"/>
                </a:lnTo>
                <a:lnTo>
                  <a:pt x="584358" y="35776"/>
                </a:lnTo>
                <a:lnTo>
                  <a:pt x="583983" y="35402"/>
                </a:lnTo>
                <a:lnTo>
                  <a:pt x="583595" y="35041"/>
                </a:lnTo>
                <a:lnTo>
                  <a:pt x="583196" y="34696"/>
                </a:lnTo>
                <a:lnTo>
                  <a:pt x="582786" y="34367"/>
                </a:lnTo>
                <a:lnTo>
                  <a:pt x="582364" y="34052"/>
                </a:lnTo>
                <a:lnTo>
                  <a:pt x="581932" y="33753"/>
                </a:lnTo>
                <a:lnTo>
                  <a:pt x="581488" y="33469"/>
                </a:lnTo>
                <a:lnTo>
                  <a:pt x="581033" y="33201"/>
                </a:lnTo>
                <a:lnTo>
                  <a:pt x="580567" y="32948"/>
                </a:lnTo>
                <a:lnTo>
                  <a:pt x="580089" y="32710"/>
                </a:lnTo>
                <a:lnTo>
                  <a:pt x="579601" y="32487"/>
                </a:lnTo>
                <a:lnTo>
                  <a:pt x="579101" y="32280"/>
                </a:lnTo>
                <a:lnTo>
                  <a:pt x="578591" y="32089"/>
                </a:lnTo>
                <a:lnTo>
                  <a:pt x="578069" y="31912"/>
                </a:lnTo>
                <a:lnTo>
                  <a:pt x="577536" y="31751"/>
                </a:lnTo>
                <a:lnTo>
                  <a:pt x="576991" y="31605"/>
                </a:lnTo>
                <a:lnTo>
                  <a:pt x="576436" y="31475"/>
                </a:lnTo>
                <a:lnTo>
                  <a:pt x="575869" y="31360"/>
                </a:lnTo>
                <a:lnTo>
                  <a:pt x="575292" y="31260"/>
                </a:lnTo>
                <a:lnTo>
                  <a:pt x="574703" y="31176"/>
                </a:lnTo>
                <a:lnTo>
                  <a:pt x="574103" y="31107"/>
                </a:lnTo>
                <a:lnTo>
                  <a:pt x="573492" y="31053"/>
                </a:lnTo>
                <a:lnTo>
                  <a:pt x="572869" y="31015"/>
                </a:lnTo>
                <a:lnTo>
                  <a:pt x="572236" y="30992"/>
                </a:lnTo>
                <a:lnTo>
                  <a:pt x="571591" y="30984"/>
                </a:lnTo>
                <a:lnTo>
                  <a:pt x="570804" y="30996"/>
                </a:lnTo>
                <a:lnTo>
                  <a:pt x="570030" y="31030"/>
                </a:lnTo>
                <a:lnTo>
                  <a:pt x="569269" y="31086"/>
                </a:lnTo>
                <a:lnTo>
                  <a:pt x="568521" y="31166"/>
                </a:lnTo>
                <a:lnTo>
                  <a:pt x="567787" y="31268"/>
                </a:lnTo>
                <a:lnTo>
                  <a:pt x="567065" y="31393"/>
                </a:lnTo>
                <a:lnTo>
                  <a:pt x="566357" y="31541"/>
                </a:lnTo>
                <a:lnTo>
                  <a:pt x="565662" y="31711"/>
                </a:lnTo>
                <a:lnTo>
                  <a:pt x="564980" y="31904"/>
                </a:lnTo>
                <a:lnTo>
                  <a:pt x="564311" y="32120"/>
                </a:lnTo>
                <a:lnTo>
                  <a:pt x="563655" y="32358"/>
                </a:lnTo>
                <a:lnTo>
                  <a:pt x="563013" y="32620"/>
                </a:lnTo>
                <a:lnTo>
                  <a:pt x="562383" y="32904"/>
                </a:lnTo>
                <a:lnTo>
                  <a:pt x="561767" y="33210"/>
                </a:lnTo>
                <a:lnTo>
                  <a:pt x="561164" y="33540"/>
                </a:lnTo>
                <a:lnTo>
                  <a:pt x="560574" y="33892"/>
                </a:lnTo>
                <a:lnTo>
                  <a:pt x="559997" y="34266"/>
                </a:lnTo>
                <a:lnTo>
                  <a:pt x="559434" y="34664"/>
                </a:lnTo>
                <a:lnTo>
                  <a:pt x="558883" y="35084"/>
                </a:lnTo>
                <a:lnTo>
                  <a:pt x="558346" y="35527"/>
                </a:lnTo>
                <a:lnTo>
                  <a:pt x="557821" y="35993"/>
                </a:lnTo>
                <a:lnTo>
                  <a:pt x="557310" y="36481"/>
                </a:lnTo>
                <a:lnTo>
                  <a:pt x="556813" y="36992"/>
                </a:lnTo>
                <a:lnTo>
                  <a:pt x="556328" y="37526"/>
                </a:lnTo>
                <a:lnTo>
                  <a:pt x="555860" y="38079"/>
                </a:lnTo>
                <a:lnTo>
                  <a:pt x="555412" y="38648"/>
                </a:lnTo>
                <a:lnTo>
                  <a:pt x="554983" y="39233"/>
                </a:lnTo>
                <a:lnTo>
                  <a:pt x="554575" y="39833"/>
                </a:lnTo>
                <a:lnTo>
                  <a:pt x="554187" y="40450"/>
                </a:lnTo>
                <a:lnTo>
                  <a:pt x="553818" y="41083"/>
                </a:lnTo>
                <a:lnTo>
                  <a:pt x="553470" y="41732"/>
                </a:lnTo>
                <a:lnTo>
                  <a:pt x="553141" y="42396"/>
                </a:lnTo>
                <a:lnTo>
                  <a:pt x="552832" y="43077"/>
                </a:lnTo>
                <a:lnTo>
                  <a:pt x="552543" y="43773"/>
                </a:lnTo>
                <a:lnTo>
                  <a:pt x="552275" y="44485"/>
                </a:lnTo>
                <a:lnTo>
                  <a:pt x="552026" y="45214"/>
                </a:lnTo>
                <a:lnTo>
                  <a:pt x="551796" y="45958"/>
                </a:lnTo>
                <a:lnTo>
                  <a:pt x="551587" y="46718"/>
                </a:lnTo>
                <a:lnTo>
                  <a:pt x="551398" y="47494"/>
                </a:lnTo>
                <a:lnTo>
                  <a:pt x="551229" y="48286"/>
                </a:lnTo>
                <a:lnTo>
                  <a:pt x="551079" y="49095"/>
                </a:lnTo>
                <a:lnTo>
                  <a:pt x="550950" y="49919"/>
                </a:lnTo>
                <a:lnTo>
                  <a:pt x="550840" y="50758"/>
                </a:lnTo>
                <a:lnTo>
                  <a:pt x="550751" y="51614"/>
                </a:lnTo>
                <a:lnTo>
                  <a:pt x="550681" y="52486"/>
                </a:lnTo>
                <a:lnTo>
                  <a:pt x="550631" y="53374"/>
                </a:lnTo>
                <a:lnTo>
                  <a:pt x="550601" y="54278"/>
                </a:lnTo>
                <a:lnTo>
                  <a:pt x="550591" y="55197"/>
                </a:lnTo>
                <a:lnTo>
                  <a:pt x="550591" y="72296"/>
                </a:lnTo>
                <a:lnTo>
                  <a:pt x="550602" y="73206"/>
                </a:lnTo>
                <a:lnTo>
                  <a:pt x="550632" y="74101"/>
                </a:lnTo>
                <a:lnTo>
                  <a:pt x="550682" y="74980"/>
                </a:lnTo>
                <a:lnTo>
                  <a:pt x="550752" y="75843"/>
                </a:lnTo>
                <a:lnTo>
                  <a:pt x="550843" y="76691"/>
                </a:lnTo>
                <a:lnTo>
                  <a:pt x="550954" y="77524"/>
                </a:lnTo>
                <a:lnTo>
                  <a:pt x="551084" y="78341"/>
                </a:lnTo>
                <a:lnTo>
                  <a:pt x="551235" y="79142"/>
                </a:lnTo>
                <a:lnTo>
                  <a:pt x="551406" y="79928"/>
                </a:lnTo>
                <a:lnTo>
                  <a:pt x="551597" y="80699"/>
                </a:lnTo>
                <a:lnTo>
                  <a:pt x="551809" y="81454"/>
                </a:lnTo>
                <a:lnTo>
                  <a:pt x="552040" y="82193"/>
                </a:lnTo>
                <a:lnTo>
                  <a:pt x="552291" y="82917"/>
                </a:lnTo>
                <a:lnTo>
                  <a:pt x="552563" y="83625"/>
                </a:lnTo>
                <a:lnTo>
                  <a:pt x="552855" y="84318"/>
                </a:lnTo>
                <a:lnTo>
                  <a:pt x="553167" y="84995"/>
                </a:lnTo>
                <a:lnTo>
                  <a:pt x="553499" y="85657"/>
                </a:lnTo>
                <a:lnTo>
                  <a:pt x="553851" y="86303"/>
                </a:lnTo>
                <a:lnTo>
                  <a:pt x="554223" y="86933"/>
                </a:lnTo>
                <a:lnTo>
                  <a:pt x="554615" y="87548"/>
                </a:lnTo>
                <a:lnTo>
                  <a:pt x="555028" y="88148"/>
                </a:lnTo>
                <a:lnTo>
                  <a:pt x="555460" y="88732"/>
                </a:lnTo>
                <a:lnTo>
                  <a:pt x="555913" y="89300"/>
                </a:lnTo>
                <a:lnTo>
                  <a:pt x="556386" y="89853"/>
                </a:lnTo>
                <a:lnTo>
                  <a:pt x="556875" y="90387"/>
                </a:lnTo>
                <a:lnTo>
                  <a:pt x="557377" y="90898"/>
                </a:lnTo>
                <a:lnTo>
                  <a:pt x="557891" y="91386"/>
                </a:lnTo>
                <a:lnTo>
                  <a:pt x="558418" y="91852"/>
                </a:lnTo>
                <a:lnTo>
                  <a:pt x="558957" y="92294"/>
                </a:lnTo>
                <a:lnTo>
                  <a:pt x="559509" y="92714"/>
                </a:lnTo>
                <a:lnTo>
                  <a:pt x="560074" y="93112"/>
                </a:lnTo>
                <a:lnTo>
                  <a:pt x="560651" y="93487"/>
                </a:lnTo>
                <a:lnTo>
                  <a:pt x="561241" y="93839"/>
                </a:lnTo>
                <a:lnTo>
                  <a:pt x="561843" y="94168"/>
                </a:lnTo>
                <a:lnTo>
                  <a:pt x="562458" y="94474"/>
                </a:lnTo>
                <a:lnTo>
                  <a:pt x="563085" y="94758"/>
                </a:lnTo>
                <a:lnTo>
                  <a:pt x="563725" y="95019"/>
                </a:lnTo>
                <a:lnTo>
                  <a:pt x="564377" y="95258"/>
                </a:lnTo>
                <a:lnTo>
                  <a:pt x="565042" y="95474"/>
                </a:lnTo>
                <a:lnTo>
                  <a:pt x="565720" y="95667"/>
                </a:lnTo>
                <a:lnTo>
                  <a:pt x="566410" y="95837"/>
                </a:lnTo>
                <a:lnTo>
                  <a:pt x="567112" y="95984"/>
                </a:lnTo>
                <a:lnTo>
                  <a:pt x="567827" y="96109"/>
                </a:lnTo>
                <a:lnTo>
                  <a:pt x="568555" y="96212"/>
                </a:lnTo>
                <a:lnTo>
                  <a:pt x="569295" y="96291"/>
                </a:lnTo>
                <a:lnTo>
                  <a:pt x="570048" y="96348"/>
                </a:lnTo>
                <a:lnTo>
                  <a:pt x="570813" y="96382"/>
                </a:lnTo>
                <a:lnTo>
                  <a:pt x="571591" y="96393"/>
                </a:lnTo>
                <a:lnTo>
                  <a:pt x="572236" y="96386"/>
                </a:lnTo>
                <a:lnTo>
                  <a:pt x="572869" y="96363"/>
                </a:lnTo>
                <a:lnTo>
                  <a:pt x="573492" y="96324"/>
                </a:lnTo>
                <a:lnTo>
                  <a:pt x="574103" y="96271"/>
                </a:lnTo>
                <a:lnTo>
                  <a:pt x="574703" y="96201"/>
                </a:lnTo>
                <a:lnTo>
                  <a:pt x="575292" y="96117"/>
                </a:lnTo>
                <a:lnTo>
                  <a:pt x="575869" y="96017"/>
                </a:lnTo>
                <a:lnTo>
                  <a:pt x="576436" y="95902"/>
                </a:lnTo>
                <a:lnTo>
                  <a:pt x="576991" y="95772"/>
                </a:lnTo>
                <a:lnTo>
                  <a:pt x="577536" y="95626"/>
                </a:lnTo>
                <a:lnTo>
                  <a:pt x="578069" y="95465"/>
                </a:lnTo>
                <a:lnTo>
                  <a:pt x="578591" y="95289"/>
                </a:lnTo>
                <a:lnTo>
                  <a:pt x="579101" y="95097"/>
                </a:lnTo>
                <a:lnTo>
                  <a:pt x="579601" y="94890"/>
                </a:lnTo>
                <a:lnTo>
                  <a:pt x="580089" y="94668"/>
                </a:lnTo>
                <a:lnTo>
                  <a:pt x="580567" y="94430"/>
                </a:lnTo>
                <a:lnTo>
                  <a:pt x="581033" y="94177"/>
                </a:lnTo>
                <a:lnTo>
                  <a:pt x="581488" y="93908"/>
                </a:lnTo>
                <a:lnTo>
                  <a:pt x="581932" y="93624"/>
                </a:lnTo>
                <a:lnTo>
                  <a:pt x="582364" y="93325"/>
                </a:lnTo>
                <a:lnTo>
                  <a:pt x="582786" y="93011"/>
                </a:lnTo>
                <a:lnTo>
                  <a:pt x="583196" y="92681"/>
                </a:lnTo>
                <a:lnTo>
                  <a:pt x="583595" y="92336"/>
                </a:lnTo>
                <a:lnTo>
                  <a:pt x="583983" y="91975"/>
                </a:lnTo>
                <a:lnTo>
                  <a:pt x="584358" y="91602"/>
                </a:lnTo>
                <a:lnTo>
                  <a:pt x="584717" y="91216"/>
                </a:lnTo>
                <a:lnTo>
                  <a:pt x="585059" y="90820"/>
                </a:lnTo>
                <a:lnTo>
                  <a:pt x="585386" y="90412"/>
                </a:lnTo>
                <a:lnTo>
                  <a:pt x="585697" y="89993"/>
                </a:lnTo>
                <a:lnTo>
                  <a:pt x="585992" y="89562"/>
                </a:lnTo>
                <a:lnTo>
                  <a:pt x="586271" y="89120"/>
                </a:lnTo>
                <a:lnTo>
                  <a:pt x="586534" y="88667"/>
                </a:lnTo>
                <a:lnTo>
                  <a:pt x="586781" y="88202"/>
                </a:lnTo>
                <a:lnTo>
                  <a:pt x="587012" y="87726"/>
                </a:lnTo>
                <a:lnTo>
                  <a:pt x="587227" y="87239"/>
                </a:lnTo>
                <a:lnTo>
                  <a:pt x="587427" y="86740"/>
                </a:lnTo>
                <a:lnTo>
                  <a:pt x="587610" y="86230"/>
                </a:lnTo>
                <a:lnTo>
                  <a:pt x="587777" y="85708"/>
                </a:lnTo>
                <a:lnTo>
                  <a:pt x="587929" y="85175"/>
                </a:lnTo>
                <a:lnTo>
                  <a:pt x="588064" y="84631"/>
                </a:lnTo>
                <a:lnTo>
                  <a:pt x="588184" y="84076"/>
                </a:lnTo>
                <a:lnTo>
                  <a:pt x="588287" y="83509"/>
                </a:lnTo>
                <a:lnTo>
                  <a:pt x="588335" y="83198"/>
                </a:lnTo>
                <a:lnTo>
                  <a:pt x="588574" y="83198"/>
                </a:lnTo>
                <a:lnTo>
                  <a:pt x="588574" y="95246"/>
                </a:lnTo>
                <a:lnTo>
                  <a:pt x="602574" y="95246"/>
                </a:lnTo>
                <a:lnTo>
                  <a:pt x="602574" y="11476"/>
                </a:lnTo>
                <a:lnTo>
                  <a:pt x="588229" y="11476"/>
                </a:lnTo>
                <a:lnTo>
                  <a:pt x="588229" y="29147"/>
                </a:lnTo>
                <a:lnTo>
                  <a:pt x="588688" y="44180"/>
                </a:lnTo>
                <a:lnTo>
                  <a:pt x="588335" y="44180"/>
                </a:lnTo>
                <a:lnTo>
                  <a:pt x="588287" y="43869"/>
                </a:lnTo>
                <a:lnTo>
                  <a:pt x="588184" y="43302"/>
                </a:lnTo>
                <a:lnTo>
                  <a:pt x="588064" y="42746"/>
                </a:lnTo>
                <a:lnTo>
                  <a:pt x="587929" y="42202"/>
                </a:lnTo>
                <a:lnTo>
                  <a:pt x="587777" y="41669"/>
                </a:lnTo>
                <a:close/>
                <a:moveTo>
                  <a:pt x="574449" y="83860"/>
                </a:moveTo>
                <a:lnTo>
                  <a:pt x="574036" y="83799"/>
                </a:lnTo>
                <a:lnTo>
                  <a:pt x="573631" y="83726"/>
                </a:lnTo>
                <a:lnTo>
                  <a:pt x="573235" y="83643"/>
                </a:lnTo>
                <a:lnTo>
                  <a:pt x="572847" y="83548"/>
                </a:lnTo>
                <a:lnTo>
                  <a:pt x="572468" y="83442"/>
                </a:lnTo>
                <a:lnTo>
                  <a:pt x="572096" y="83325"/>
                </a:lnTo>
                <a:lnTo>
                  <a:pt x="571734" y="83196"/>
                </a:lnTo>
                <a:lnTo>
                  <a:pt x="571379" y="83057"/>
                </a:lnTo>
                <a:lnTo>
                  <a:pt x="571033" y="82906"/>
                </a:lnTo>
                <a:lnTo>
                  <a:pt x="570696" y="82744"/>
                </a:lnTo>
                <a:lnTo>
                  <a:pt x="570366" y="82572"/>
                </a:lnTo>
                <a:lnTo>
                  <a:pt x="570045" y="82387"/>
                </a:lnTo>
                <a:lnTo>
                  <a:pt x="569733" y="82192"/>
                </a:lnTo>
                <a:lnTo>
                  <a:pt x="569429" y="81986"/>
                </a:lnTo>
                <a:lnTo>
                  <a:pt x="569133" y="81768"/>
                </a:lnTo>
                <a:lnTo>
                  <a:pt x="568845" y="81540"/>
                </a:lnTo>
                <a:lnTo>
                  <a:pt x="568566" y="81300"/>
                </a:lnTo>
                <a:lnTo>
                  <a:pt x="568296" y="81049"/>
                </a:lnTo>
                <a:lnTo>
                  <a:pt x="568033" y="80786"/>
                </a:lnTo>
                <a:lnTo>
                  <a:pt x="567781" y="80514"/>
                </a:lnTo>
                <a:lnTo>
                  <a:pt x="567539" y="80232"/>
                </a:lnTo>
                <a:lnTo>
                  <a:pt x="567307" y="79940"/>
                </a:lnTo>
                <a:lnTo>
                  <a:pt x="567087" y="79639"/>
                </a:lnTo>
                <a:lnTo>
                  <a:pt x="566877" y="79328"/>
                </a:lnTo>
                <a:lnTo>
                  <a:pt x="566678" y="79008"/>
                </a:lnTo>
                <a:lnTo>
                  <a:pt x="566490" y="78678"/>
                </a:lnTo>
                <a:lnTo>
                  <a:pt x="566312" y="78339"/>
                </a:lnTo>
                <a:lnTo>
                  <a:pt x="566146" y="77990"/>
                </a:lnTo>
                <a:lnTo>
                  <a:pt x="565990" y="77631"/>
                </a:lnTo>
                <a:lnTo>
                  <a:pt x="565845" y="77263"/>
                </a:lnTo>
                <a:lnTo>
                  <a:pt x="565710" y="76885"/>
                </a:lnTo>
                <a:lnTo>
                  <a:pt x="565586" y="76498"/>
                </a:lnTo>
                <a:lnTo>
                  <a:pt x="565474" y="76101"/>
                </a:lnTo>
                <a:lnTo>
                  <a:pt x="565371" y="75695"/>
                </a:lnTo>
                <a:lnTo>
                  <a:pt x="565280" y="75279"/>
                </a:lnTo>
                <a:lnTo>
                  <a:pt x="565199" y="74853"/>
                </a:lnTo>
                <a:lnTo>
                  <a:pt x="565129" y="74418"/>
                </a:lnTo>
                <a:lnTo>
                  <a:pt x="565070" y="73974"/>
                </a:lnTo>
                <a:lnTo>
                  <a:pt x="565022" y="73520"/>
                </a:lnTo>
                <a:lnTo>
                  <a:pt x="564984" y="73056"/>
                </a:lnTo>
                <a:lnTo>
                  <a:pt x="564957" y="72583"/>
                </a:lnTo>
                <a:lnTo>
                  <a:pt x="564941" y="72100"/>
                </a:lnTo>
                <a:lnTo>
                  <a:pt x="564936" y="71608"/>
                </a:lnTo>
                <a:lnTo>
                  <a:pt x="564936" y="55771"/>
                </a:lnTo>
                <a:lnTo>
                  <a:pt x="564941" y="55279"/>
                </a:lnTo>
                <a:lnTo>
                  <a:pt x="564957" y="54796"/>
                </a:lnTo>
                <a:lnTo>
                  <a:pt x="564984" y="54323"/>
                </a:lnTo>
                <a:lnTo>
                  <a:pt x="565022" y="53859"/>
                </a:lnTo>
                <a:lnTo>
                  <a:pt x="565070" y="53405"/>
                </a:lnTo>
                <a:lnTo>
                  <a:pt x="565129" y="52960"/>
                </a:lnTo>
                <a:lnTo>
                  <a:pt x="565199" y="52525"/>
                </a:lnTo>
                <a:lnTo>
                  <a:pt x="565280" y="52099"/>
                </a:lnTo>
                <a:lnTo>
                  <a:pt x="565371" y="51683"/>
                </a:lnTo>
                <a:lnTo>
                  <a:pt x="565474" y="51277"/>
                </a:lnTo>
                <a:lnTo>
                  <a:pt x="565586" y="50880"/>
                </a:lnTo>
                <a:lnTo>
                  <a:pt x="565710" y="50493"/>
                </a:lnTo>
                <a:lnTo>
                  <a:pt x="565845" y="50115"/>
                </a:lnTo>
                <a:lnTo>
                  <a:pt x="565990" y="49747"/>
                </a:lnTo>
                <a:lnTo>
                  <a:pt x="566146" y="49388"/>
                </a:lnTo>
                <a:lnTo>
                  <a:pt x="566312" y="49039"/>
                </a:lnTo>
                <a:lnTo>
                  <a:pt x="566490" y="48700"/>
                </a:lnTo>
                <a:lnTo>
                  <a:pt x="566678" y="48370"/>
                </a:lnTo>
                <a:lnTo>
                  <a:pt x="566877" y="48049"/>
                </a:lnTo>
                <a:lnTo>
                  <a:pt x="567087" y="47738"/>
                </a:lnTo>
                <a:lnTo>
                  <a:pt x="567307" y="47437"/>
                </a:lnTo>
                <a:lnTo>
                  <a:pt x="567539" y="47146"/>
                </a:lnTo>
                <a:lnTo>
                  <a:pt x="567781" y="46863"/>
                </a:lnTo>
                <a:lnTo>
                  <a:pt x="568033" y="46591"/>
                </a:lnTo>
                <a:lnTo>
                  <a:pt x="568296" y="46329"/>
                </a:lnTo>
                <a:lnTo>
                  <a:pt x="568566" y="46078"/>
                </a:lnTo>
                <a:lnTo>
                  <a:pt x="568845" y="45838"/>
                </a:lnTo>
                <a:lnTo>
                  <a:pt x="569133" y="45609"/>
                </a:lnTo>
                <a:lnTo>
                  <a:pt x="569429" y="45392"/>
                </a:lnTo>
                <a:lnTo>
                  <a:pt x="569733" y="45185"/>
                </a:lnTo>
                <a:lnTo>
                  <a:pt x="570045" y="44990"/>
                </a:lnTo>
                <a:lnTo>
                  <a:pt x="570366" y="44806"/>
                </a:lnTo>
                <a:lnTo>
                  <a:pt x="570696" y="44633"/>
                </a:lnTo>
                <a:lnTo>
                  <a:pt x="571033" y="44471"/>
                </a:lnTo>
                <a:lnTo>
                  <a:pt x="571379" y="44321"/>
                </a:lnTo>
                <a:lnTo>
                  <a:pt x="571734" y="44181"/>
                </a:lnTo>
                <a:lnTo>
                  <a:pt x="572096" y="44053"/>
                </a:lnTo>
                <a:lnTo>
                  <a:pt x="572468" y="43936"/>
                </a:lnTo>
                <a:lnTo>
                  <a:pt x="572847" y="43830"/>
                </a:lnTo>
                <a:lnTo>
                  <a:pt x="573235" y="43735"/>
                </a:lnTo>
                <a:lnTo>
                  <a:pt x="573631" y="43651"/>
                </a:lnTo>
                <a:lnTo>
                  <a:pt x="574036" y="43579"/>
                </a:lnTo>
                <a:lnTo>
                  <a:pt x="574449" y="43517"/>
                </a:lnTo>
                <a:lnTo>
                  <a:pt x="574870" y="43467"/>
                </a:lnTo>
                <a:lnTo>
                  <a:pt x="575300" y="43428"/>
                </a:lnTo>
                <a:lnTo>
                  <a:pt x="575738" y="43400"/>
                </a:lnTo>
                <a:lnTo>
                  <a:pt x="576185" y="43383"/>
                </a:lnTo>
                <a:lnTo>
                  <a:pt x="576640" y="43378"/>
                </a:lnTo>
                <a:lnTo>
                  <a:pt x="577094" y="43384"/>
                </a:lnTo>
                <a:lnTo>
                  <a:pt x="577540" y="43401"/>
                </a:lnTo>
                <a:lnTo>
                  <a:pt x="577978" y="43429"/>
                </a:lnTo>
                <a:lnTo>
                  <a:pt x="578407" y="43469"/>
                </a:lnTo>
                <a:lnTo>
                  <a:pt x="578828" y="43520"/>
                </a:lnTo>
                <a:lnTo>
                  <a:pt x="579240" y="43582"/>
                </a:lnTo>
                <a:lnTo>
                  <a:pt x="579643" y="43656"/>
                </a:lnTo>
                <a:lnTo>
                  <a:pt x="580038" y="43741"/>
                </a:lnTo>
                <a:lnTo>
                  <a:pt x="580424" y="43838"/>
                </a:lnTo>
                <a:lnTo>
                  <a:pt x="580801" y="43946"/>
                </a:lnTo>
                <a:lnTo>
                  <a:pt x="581171" y="44065"/>
                </a:lnTo>
                <a:lnTo>
                  <a:pt x="581531" y="44196"/>
                </a:lnTo>
                <a:lnTo>
                  <a:pt x="581883" y="44338"/>
                </a:lnTo>
                <a:lnTo>
                  <a:pt x="582226" y="44491"/>
                </a:lnTo>
                <a:lnTo>
                  <a:pt x="582561" y="44656"/>
                </a:lnTo>
                <a:lnTo>
                  <a:pt x="582887" y="44832"/>
                </a:lnTo>
                <a:lnTo>
                  <a:pt x="583205" y="45019"/>
                </a:lnTo>
                <a:lnTo>
                  <a:pt x="583514" y="45218"/>
                </a:lnTo>
                <a:lnTo>
                  <a:pt x="583814" y="45428"/>
                </a:lnTo>
                <a:lnTo>
                  <a:pt x="584106" y="45649"/>
                </a:lnTo>
                <a:lnTo>
                  <a:pt x="584389" y="45882"/>
                </a:lnTo>
                <a:lnTo>
                  <a:pt x="584664" y="46126"/>
                </a:lnTo>
                <a:lnTo>
                  <a:pt x="584930" y="46382"/>
                </a:lnTo>
                <a:lnTo>
                  <a:pt x="585188" y="46649"/>
                </a:lnTo>
                <a:lnTo>
                  <a:pt x="585436" y="46926"/>
                </a:lnTo>
                <a:lnTo>
                  <a:pt x="585674" y="47212"/>
                </a:lnTo>
                <a:lnTo>
                  <a:pt x="585901" y="47506"/>
                </a:lnTo>
                <a:lnTo>
                  <a:pt x="586117" y="47810"/>
                </a:lnTo>
                <a:lnTo>
                  <a:pt x="586323" y="48123"/>
                </a:lnTo>
                <a:lnTo>
                  <a:pt x="586519" y="48445"/>
                </a:lnTo>
                <a:lnTo>
                  <a:pt x="586703" y="48776"/>
                </a:lnTo>
                <a:lnTo>
                  <a:pt x="586878" y="49115"/>
                </a:lnTo>
                <a:lnTo>
                  <a:pt x="587041" y="49464"/>
                </a:lnTo>
                <a:lnTo>
                  <a:pt x="587195" y="49822"/>
                </a:lnTo>
                <a:lnTo>
                  <a:pt x="587337" y="50188"/>
                </a:lnTo>
                <a:lnTo>
                  <a:pt x="587469" y="50564"/>
                </a:lnTo>
                <a:lnTo>
                  <a:pt x="587591" y="50949"/>
                </a:lnTo>
                <a:lnTo>
                  <a:pt x="587701" y="51342"/>
                </a:lnTo>
                <a:lnTo>
                  <a:pt x="587802" y="51745"/>
                </a:lnTo>
                <a:lnTo>
                  <a:pt x="587892" y="52156"/>
                </a:lnTo>
                <a:lnTo>
                  <a:pt x="587971" y="52577"/>
                </a:lnTo>
                <a:lnTo>
                  <a:pt x="588039" y="53006"/>
                </a:lnTo>
                <a:lnTo>
                  <a:pt x="588097" y="53445"/>
                </a:lnTo>
                <a:lnTo>
                  <a:pt x="588145" y="53892"/>
                </a:lnTo>
                <a:lnTo>
                  <a:pt x="588182" y="54348"/>
                </a:lnTo>
                <a:lnTo>
                  <a:pt x="588208" y="54814"/>
                </a:lnTo>
                <a:lnTo>
                  <a:pt x="588224" y="55288"/>
                </a:lnTo>
                <a:lnTo>
                  <a:pt x="588229" y="55771"/>
                </a:lnTo>
                <a:lnTo>
                  <a:pt x="588229" y="71608"/>
                </a:lnTo>
                <a:lnTo>
                  <a:pt x="588224" y="72091"/>
                </a:lnTo>
                <a:lnTo>
                  <a:pt x="588208" y="72565"/>
                </a:lnTo>
                <a:lnTo>
                  <a:pt x="588182" y="73030"/>
                </a:lnTo>
                <a:lnTo>
                  <a:pt x="588145" y="73487"/>
                </a:lnTo>
                <a:lnTo>
                  <a:pt x="588097" y="73934"/>
                </a:lnTo>
                <a:lnTo>
                  <a:pt x="588039" y="74372"/>
                </a:lnTo>
                <a:lnTo>
                  <a:pt x="587971" y="74802"/>
                </a:lnTo>
                <a:lnTo>
                  <a:pt x="587892" y="75222"/>
                </a:lnTo>
                <a:lnTo>
                  <a:pt x="587802" y="75634"/>
                </a:lnTo>
                <a:lnTo>
                  <a:pt x="587701" y="76036"/>
                </a:lnTo>
                <a:lnTo>
                  <a:pt x="587591" y="76430"/>
                </a:lnTo>
                <a:lnTo>
                  <a:pt x="587469" y="76814"/>
                </a:lnTo>
                <a:lnTo>
                  <a:pt x="587337" y="77190"/>
                </a:lnTo>
                <a:lnTo>
                  <a:pt x="587195" y="77557"/>
                </a:lnTo>
                <a:lnTo>
                  <a:pt x="587041" y="77914"/>
                </a:lnTo>
                <a:lnTo>
                  <a:pt x="586878" y="78263"/>
                </a:lnTo>
                <a:lnTo>
                  <a:pt x="586703" y="78603"/>
                </a:lnTo>
                <a:lnTo>
                  <a:pt x="586519" y="78934"/>
                </a:lnTo>
                <a:lnTo>
                  <a:pt x="586323" y="79256"/>
                </a:lnTo>
                <a:lnTo>
                  <a:pt x="586117" y="79568"/>
                </a:lnTo>
                <a:lnTo>
                  <a:pt x="585901" y="79872"/>
                </a:lnTo>
                <a:lnTo>
                  <a:pt x="585674" y="80167"/>
                </a:lnTo>
                <a:lnTo>
                  <a:pt x="585436" y="80453"/>
                </a:lnTo>
                <a:lnTo>
                  <a:pt x="585188" y="80730"/>
                </a:lnTo>
                <a:lnTo>
                  <a:pt x="584930" y="80997"/>
                </a:lnTo>
                <a:lnTo>
                  <a:pt x="584664" y="81253"/>
                </a:lnTo>
                <a:lnTo>
                  <a:pt x="584389" y="81497"/>
                </a:lnTo>
                <a:lnTo>
                  <a:pt x="584106" y="81729"/>
                </a:lnTo>
                <a:lnTo>
                  <a:pt x="583814" y="81951"/>
                </a:lnTo>
                <a:lnTo>
                  <a:pt x="583514" y="82161"/>
                </a:lnTo>
                <a:lnTo>
                  <a:pt x="583205" y="82359"/>
                </a:lnTo>
                <a:lnTo>
                  <a:pt x="582887" y="82547"/>
                </a:lnTo>
                <a:lnTo>
                  <a:pt x="582561" y="82723"/>
                </a:lnTo>
                <a:lnTo>
                  <a:pt x="582226" y="82887"/>
                </a:lnTo>
                <a:lnTo>
                  <a:pt x="581883" y="83040"/>
                </a:lnTo>
                <a:lnTo>
                  <a:pt x="581531" y="83182"/>
                </a:lnTo>
                <a:lnTo>
                  <a:pt x="581171" y="83313"/>
                </a:lnTo>
                <a:lnTo>
                  <a:pt x="580801" y="83432"/>
                </a:lnTo>
                <a:lnTo>
                  <a:pt x="580424" y="83540"/>
                </a:lnTo>
                <a:lnTo>
                  <a:pt x="580038" y="83636"/>
                </a:lnTo>
                <a:lnTo>
                  <a:pt x="579643" y="83721"/>
                </a:lnTo>
                <a:lnTo>
                  <a:pt x="579240" y="83795"/>
                </a:lnTo>
                <a:lnTo>
                  <a:pt x="578828" y="83858"/>
                </a:lnTo>
                <a:lnTo>
                  <a:pt x="578407" y="83909"/>
                </a:lnTo>
                <a:lnTo>
                  <a:pt x="577978" y="83948"/>
                </a:lnTo>
                <a:lnTo>
                  <a:pt x="577540" y="83977"/>
                </a:lnTo>
                <a:lnTo>
                  <a:pt x="577094" y="83994"/>
                </a:lnTo>
                <a:lnTo>
                  <a:pt x="576640" y="84000"/>
                </a:lnTo>
                <a:lnTo>
                  <a:pt x="576185" y="83994"/>
                </a:lnTo>
                <a:lnTo>
                  <a:pt x="575738" y="83977"/>
                </a:lnTo>
                <a:lnTo>
                  <a:pt x="575300" y="83949"/>
                </a:lnTo>
                <a:lnTo>
                  <a:pt x="574870" y="83910"/>
                </a:lnTo>
                <a:lnTo>
                  <a:pt x="574449" y="83860"/>
                </a:lnTo>
                <a:close/>
                <a:moveTo>
                  <a:pt x="152622" y="95246"/>
                </a:moveTo>
                <a:lnTo>
                  <a:pt x="152622" y="55771"/>
                </a:lnTo>
                <a:lnTo>
                  <a:pt x="152627" y="55279"/>
                </a:lnTo>
                <a:lnTo>
                  <a:pt x="152643" y="54796"/>
                </a:lnTo>
                <a:lnTo>
                  <a:pt x="152669" y="54323"/>
                </a:lnTo>
                <a:lnTo>
                  <a:pt x="152706" y="53859"/>
                </a:lnTo>
                <a:lnTo>
                  <a:pt x="152754" y="53405"/>
                </a:lnTo>
                <a:lnTo>
                  <a:pt x="152812" y="52960"/>
                </a:lnTo>
                <a:lnTo>
                  <a:pt x="152881" y="52525"/>
                </a:lnTo>
                <a:lnTo>
                  <a:pt x="152960" y="52099"/>
                </a:lnTo>
                <a:lnTo>
                  <a:pt x="153050" y="51683"/>
                </a:lnTo>
                <a:lnTo>
                  <a:pt x="153150" y="51277"/>
                </a:lnTo>
                <a:lnTo>
                  <a:pt x="153261" y="50880"/>
                </a:lnTo>
                <a:lnTo>
                  <a:pt x="153382" y="50493"/>
                </a:lnTo>
                <a:lnTo>
                  <a:pt x="153514" y="50115"/>
                </a:lnTo>
                <a:lnTo>
                  <a:pt x="153657" y="49747"/>
                </a:lnTo>
                <a:lnTo>
                  <a:pt x="153810" y="49388"/>
                </a:lnTo>
                <a:lnTo>
                  <a:pt x="153974" y="49039"/>
                </a:lnTo>
                <a:lnTo>
                  <a:pt x="154148" y="48700"/>
                </a:lnTo>
                <a:lnTo>
                  <a:pt x="154333" y="48370"/>
                </a:lnTo>
                <a:lnTo>
                  <a:pt x="154528" y="48049"/>
                </a:lnTo>
                <a:lnTo>
                  <a:pt x="154734" y="47738"/>
                </a:lnTo>
                <a:lnTo>
                  <a:pt x="154950" y="47437"/>
                </a:lnTo>
                <a:lnTo>
                  <a:pt x="155178" y="47146"/>
                </a:lnTo>
                <a:lnTo>
                  <a:pt x="155415" y="46863"/>
                </a:lnTo>
                <a:lnTo>
                  <a:pt x="155663" y="46591"/>
                </a:lnTo>
                <a:lnTo>
                  <a:pt x="155921" y="46329"/>
                </a:lnTo>
                <a:lnTo>
                  <a:pt x="156186" y="46078"/>
                </a:lnTo>
                <a:lnTo>
                  <a:pt x="156459" y="45838"/>
                </a:lnTo>
                <a:lnTo>
                  <a:pt x="156739" y="45609"/>
                </a:lnTo>
                <a:lnTo>
                  <a:pt x="157028" y="45392"/>
                </a:lnTo>
                <a:lnTo>
                  <a:pt x="157324" y="45185"/>
                </a:lnTo>
                <a:lnTo>
                  <a:pt x="157628" y="44990"/>
                </a:lnTo>
                <a:lnTo>
                  <a:pt x="157939" y="44806"/>
                </a:lnTo>
                <a:lnTo>
                  <a:pt x="158259" y="44633"/>
                </a:lnTo>
                <a:lnTo>
                  <a:pt x="158586" y="44471"/>
                </a:lnTo>
                <a:lnTo>
                  <a:pt x="158921" y="44321"/>
                </a:lnTo>
                <a:lnTo>
                  <a:pt x="159264" y="44181"/>
                </a:lnTo>
                <a:lnTo>
                  <a:pt x="159614" y="44053"/>
                </a:lnTo>
                <a:lnTo>
                  <a:pt x="159973" y="43936"/>
                </a:lnTo>
                <a:lnTo>
                  <a:pt x="160339" y="43830"/>
                </a:lnTo>
                <a:lnTo>
                  <a:pt x="160712" y="43735"/>
                </a:lnTo>
                <a:lnTo>
                  <a:pt x="161094" y="43651"/>
                </a:lnTo>
                <a:lnTo>
                  <a:pt x="161483" y="43579"/>
                </a:lnTo>
                <a:lnTo>
                  <a:pt x="161880" y="43517"/>
                </a:lnTo>
                <a:lnTo>
                  <a:pt x="162285" y="43467"/>
                </a:lnTo>
                <a:lnTo>
                  <a:pt x="162698" y="43428"/>
                </a:lnTo>
                <a:lnTo>
                  <a:pt x="163118" y="43400"/>
                </a:lnTo>
                <a:lnTo>
                  <a:pt x="163546" y="43383"/>
                </a:lnTo>
                <a:lnTo>
                  <a:pt x="163982" y="43378"/>
                </a:lnTo>
                <a:lnTo>
                  <a:pt x="164428" y="43383"/>
                </a:lnTo>
                <a:lnTo>
                  <a:pt x="164865" y="43399"/>
                </a:lnTo>
                <a:lnTo>
                  <a:pt x="165293" y="43426"/>
                </a:lnTo>
                <a:lnTo>
                  <a:pt x="165714" y="43464"/>
                </a:lnTo>
                <a:lnTo>
                  <a:pt x="166126" y="43512"/>
                </a:lnTo>
                <a:lnTo>
                  <a:pt x="166529" y="43572"/>
                </a:lnTo>
                <a:lnTo>
                  <a:pt x="166924" y="43641"/>
                </a:lnTo>
                <a:lnTo>
                  <a:pt x="167311" y="43722"/>
                </a:lnTo>
                <a:lnTo>
                  <a:pt x="167689" y="43814"/>
                </a:lnTo>
                <a:lnTo>
                  <a:pt x="168059" y="43916"/>
                </a:lnTo>
                <a:lnTo>
                  <a:pt x="168421" y="44029"/>
                </a:lnTo>
                <a:lnTo>
                  <a:pt x="168774" y="44153"/>
                </a:lnTo>
                <a:lnTo>
                  <a:pt x="169119" y="44287"/>
                </a:lnTo>
                <a:lnTo>
                  <a:pt x="169455" y="44432"/>
                </a:lnTo>
                <a:lnTo>
                  <a:pt x="169783" y="44588"/>
                </a:lnTo>
                <a:lnTo>
                  <a:pt x="170103" y="44755"/>
                </a:lnTo>
                <a:lnTo>
                  <a:pt x="170414" y="44933"/>
                </a:lnTo>
                <a:lnTo>
                  <a:pt x="170717" y="45121"/>
                </a:lnTo>
                <a:lnTo>
                  <a:pt x="171012" y="45320"/>
                </a:lnTo>
                <a:lnTo>
                  <a:pt x="171298" y="45530"/>
                </a:lnTo>
                <a:lnTo>
                  <a:pt x="171576" y="45751"/>
                </a:lnTo>
                <a:lnTo>
                  <a:pt x="171845" y="45982"/>
                </a:lnTo>
                <a:lnTo>
                  <a:pt x="172107" y="46224"/>
                </a:lnTo>
                <a:lnTo>
                  <a:pt x="172359" y="46477"/>
                </a:lnTo>
                <a:lnTo>
                  <a:pt x="172603" y="46740"/>
                </a:lnTo>
                <a:lnTo>
                  <a:pt x="172836" y="47012"/>
                </a:lnTo>
                <a:lnTo>
                  <a:pt x="173059" y="47293"/>
                </a:lnTo>
                <a:lnTo>
                  <a:pt x="173271" y="47583"/>
                </a:lnTo>
                <a:lnTo>
                  <a:pt x="173473" y="47882"/>
                </a:lnTo>
                <a:lnTo>
                  <a:pt x="173665" y="48191"/>
                </a:lnTo>
                <a:lnTo>
                  <a:pt x="173846" y="48508"/>
                </a:lnTo>
                <a:lnTo>
                  <a:pt x="174017" y="48835"/>
                </a:lnTo>
                <a:lnTo>
                  <a:pt x="174177" y="49171"/>
                </a:lnTo>
                <a:lnTo>
                  <a:pt x="174328" y="49517"/>
                </a:lnTo>
                <a:lnTo>
                  <a:pt x="174467" y="49871"/>
                </a:lnTo>
                <a:lnTo>
                  <a:pt x="174597" y="50234"/>
                </a:lnTo>
                <a:lnTo>
                  <a:pt x="174716" y="50607"/>
                </a:lnTo>
                <a:lnTo>
                  <a:pt x="174825" y="50989"/>
                </a:lnTo>
                <a:lnTo>
                  <a:pt x="174923" y="51380"/>
                </a:lnTo>
                <a:lnTo>
                  <a:pt x="175011" y="51780"/>
                </a:lnTo>
                <a:lnTo>
                  <a:pt x="175089" y="52189"/>
                </a:lnTo>
                <a:lnTo>
                  <a:pt x="175156" y="52608"/>
                </a:lnTo>
                <a:lnTo>
                  <a:pt x="175213" y="53035"/>
                </a:lnTo>
                <a:lnTo>
                  <a:pt x="175260" y="53472"/>
                </a:lnTo>
                <a:lnTo>
                  <a:pt x="175296" y="53918"/>
                </a:lnTo>
                <a:lnTo>
                  <a:pt x="175322" y="54373"/>
                </a:lnTo>
                <a:lnTo>
                  <a:pt x="175338" y="54838"/>
                </a:lnTo>
                <a:lnTo>
                  <a:pt x="175343" y="55311"/>
                </a:lnTo>
                <a:lnTo>
                  <a:pt x="175343" y="95246"/>
                </a:lnTo>
                <a:lnTo>
                  <a:pt x="189687" y="95246"/>
                </a:lnTo>
                <a:lnTo>
                  <a:pt x="189687" y="53821"/>
                </a:lnTo>
                <a:lnTo>
                  <a:pt x="189678" y="52958"/>
                </a:lnTo>
                <a:lnTo>
                  <a:pt x="189649" y="52110"/>
                </a:lnTo>
                <a:lnTo>
                  <a:pt x="189600" y="51276"/>
                </a:lnTo>
                <a:lnTo>
                  <a:pt x="189533" y="50458"/>
                </a:lnTo>
                <a:lnTo>
                  <a:pt x="189446" y="49654"/>
                </a:lnTo>
                <a:lnTo>
                  <a:pt x="189339" y="48865"/>
                </a:lnTo>
                <a:lnTo>
                  <a:pt x="189214" y="48090"/>
                </a:lnTo>
                <a:lnTo>
                  <a:pt x="189069" y="47331"/>
                </a:lnTo>
                <a:lnTo>
                  <a:pt x="188904" y="46586"/>
                </a:lnTo>
                <a:lnTo>
                  <a:pt x="188721" y="45856"/>
                </a:lnTo>
                <a:lnTo>
                  <a:pt x="188518" y="45140"/>
                </a:lnTo>
                <a:lnTo>
                  <a:pt x="188296" y="44439"/>
                </a:lnTo>
                <a:lnTo>
                  <a:pt x="188054" y="43753"/>
                </a:lnTo>
                <a:lnTo>
                  <a:pt x="187793" y="43082"/>
                </a:lnTo>
                <a:lnTo>
                  <a:pt x="187513" y="42426"/>
                </a:lnTo>
                <a:lnTo>
                  <a:pt x="187213" y="41784"/>
                </a:lnTo>
                <a:lnTo>
                  <a:pt x="186894" y="41157"/>
                </a:lnTo>
                <a:lnTo>
                  <a:pt x="186556" y="40545"/>
                </a:lnTo>
                <a:lnTo>
                  <a:pt x="186199" y="39947"/>
                </a:lnTo>
                <a:lnTo>
                  <a:pt x="185822" y="39365"/>
                </a:lnTo>
                <a:lnTo>
                  <a:pt x="185425" y="38797"/>
                </a:lnTo>
                <a:lnTo>
                  <a:pt x="185010" y="38243"/>
                </a:lnTo>
                <a:lnTo>
                  <a:pt x="184575" y="37705"/>
                </a:lnTo>
                <a:lnTo>
                  <a:pt x="184121" y="37181"/>
                </a:lnTo>
                <a:lnTo>
                  <a:pt x="183651" y="36675"/>
                </a:lnTo>
                <a:lnTo>
                  <a:pt x="183167" y="36191"/>
                </a:lnTo>
                <a:lnTo>
                  <a:pt x="182671" y="35729"/>
                </a:lnTo>
                <a:lnTo>
                  <a:pt x="182162" y="35288"/>
                </a:lnTo>
                <a:lnTo>
                  <a:pt x="181640" y="34868"/>
                </a:lnTo>
                <a:lnTo>
                  <a:pt x="181105" y="34470"/>
                </a:lnTo>
                <a:lnTo>
                  <a:pt x="180557" y="34093"/>
                </a:lnTo>
                <a:lnTo>
                  <a:pt x="179997" y="33738"/>
                </a:lnTo>
                <a:lnTo>
                  <a:pt x="179423" y="33405"/>
                </a:lnTo>
                <a:lnTo>
                  <a:pt x="178836" y="33093"/>
                </a:lnTo>
                <a:lnTo>
                  <a:pt x="178236" y="32802"/>
                </a:lnTo>
                <a:lnTo>
                  <a:pt x="177624" y="32533"/>
                </a:lnTo>
                <a:lnTo>
                  <a:pt x="176998" y="32286"/>
                </a:lnTo>
                <a:lnTo>
                  <a:pt x="176359" y="32060"/>
                </a:lnTo>
                <a:lnTo>
                  <a:pt x="175708" y="31856"/>
                </a:lnTo>
                <a:lnTo>
                  <a:pt x="175044" y="31673"/>
                </a:lnTo>
                <a:lnTo>
                  <a:pt x="174366" y="31511"/>
                </a:lnTo>
                <a:lnTo>
                  <a:pt x="173676" y="31371"/>
                </a:lnTo>
                <a:lnTo>
                  <a:pt x="172972" y="31253"/>
                </a:lnTo>
                <a:lnTo>
                  <a:pt x="172256" y="31156"/>
                </a:lnTo>
                <a:lnTo>
                  <a:pt x="171527" y="31081"/>
                </a:lnTo>
                <a:lnTo>
                  <a:pt x="170785" y="31027"/>
                </a:lnTo>
                <a:lnTo>
                  <a:pt x="170030" y="30995"/>
                </a:lnTo>
                <a:lnTo>
                  <a:pt x="169262" y="30984"/>
                </a:lnTo>
                <a:lnTo>
                  <a:pt x="168608" y="30992"/>
                </a:lnTo>
                <a:lnTo>
                  <a:pt x="167965" y="31014"/>
                </a:lnTo>
                <a:lnTo>
                  <a:pt x="167335" y="31052"/>
                </a:lnTo>
                <a:lnTo>
                  <a:pt x="166716" y="31105"/>
                </a:lnTo>
                <a:lnTo>
                  <a:pt x="166109" y="31173"/>
                </a:lnTo>
                <a:lnTo>
                  <a:pt x="165514" y="31257"/>
                </a:lnTo>
                <a:lnTo>
                  <a:pt x="164931" y="31355"/>
                </a:lnTo>
                <a:lnTo>
                  <a:pt x="164359" y="31469"/>
                </a:lnTo>
                <a:lnTo>
                  <a:pt x="163799" y="31598"/>
                </a:lnTo>
                <a:lnTo>
                  <a:pt x="163251" y="31741"/>
                </a:lnTo>
                <a:lnTo>
                  <a:pt x="162714" y="31900"/>
                </a:lnTo>
                <a:lnTo>
                  <a:pt x="162190" y="32075"/>
                </a:lnTo>
                <a:lnTo>
                  <a:pt x="161677" y="32264"/>
                </a:lnTo>
                <a:lnTo>
                  <a:pt x="161176" y="32468"/>
                </a:lnTo>
                <a:lnTo>
                  <a:pt x="160686" y="32688"/>
                </a:lnTo>
                <a:lnTo>
                  <a:pt x="160209" y="32923"/>
                </a:lnTo>
                <a:lnTo>
                  <a:pt x="159743" y="33173"/>
                </a:lnTo>
                <a:lnTo>
                  <a:pt x="159288" y="33438"/>
                </a:lnTo>
                <a:lnTo>
                  <a:pt x="158846" y="33718"/>
                </a:lnTo>
                <a:lnTo>
                  <a:pt x="158415" y="34013"/>
                </a:lnTo>
                <a:lnTo>
                  <a:pt x="157996" y="34324"/>
                </a:lnTo>
                <a:lnTo>
                  <a:pt x="157589" y="34649"/>
                </a:lnTo>
                <a:lnTo>
                  <a:pt x="157194" y="34990"/>
                </a:lnTo>
                <a:lnTo>
                  <a:pt x="156810" y="35346"/>
                </a:lnTo>
                <a:lnTo>
                  <a:pt x="156440" y="35715"/>
                </a:lnTo>
                <a:lnTo>
                  <a:pt x="156086" y="36097"/>
                </a:lnTo>
                <a:lnTo>
                  <a:pt x="155748" y="36490"/>
                </a:lnTo>
                <a:lnTo>
                  <a:pt x="155426" y="36895"/>
                </a:lnTo>
                <a:lnTo>
                  <a:pt x="155119" y="37312"/>
                </a:lnTo>
                <a:lnTo>
                  <a:pt x="154828" y="37741"/>
                </a:lnTo>
                <a:lnTo>
                  <a:pt x="154552" y="38182"/>
                </a:lnTo>
                <a:lnTo>
                  <a:pt x="154293" y="38635"/>
                </a:lnTo>
                <a:lnTo>
                  <a:pt x="154049" y="39100"/>
                </a:lnTo>
                <a:lnTo>
                  <a:pt x="153821" y="39577"/>
                </a:lnTo>
                <a:lnTo>
                  <a:pt x="153608" y="40066"/>
                </a:lnTo>
                <a:lnTo>
                  <a:pt x="153412" y="40567"/>
                </a:lnTo>
                <a:lnTo>
                  <a:pt x="153231" y="41079"/>
                </a:lnTo>
                <a:lnTo>
                  <a:pt x="153065" y="41604"/>
                </a:lnTo>
                <a:lnTo>
                  <a:pt x="152916" y="42141"/>
                </a:lnTo>
                <a:lnTo>
                  <a:pt x="152782" y="42689"/>
                </a:lnTo>
                <a:lnTo>
                  <a:pt x="152664" y="43250"/>
                </a:lnTo>
                <a:lnTo>
                  <a:pt x="152562" y="43822"/>
                </a:lnTo>
                <a:lnTo>
                  <a:pt x="152509" y="44180"/>
                </a:lnTo>
                <a:lnTo>
                  <a:pt x="152279" y="44180"/>
                </a:lnTo>
                <a:lnTo>
                  <a:pt x="152279" y="32131"/>
                </a:lnTo>
                <a:lnTo>
                  <a:pt x="138278" y="32131"/>
                </a:lnTo>
                <a:lnTo>
                  <a:pt x="138278" y="95246"/>
                </a:lnTo>
                <a:lnTo>
                  <a:pt x="152622" y="95246"/>
                </a:lnTo>
                <a:close/>
                <a:moveTo>
                  <a:pt x="292278" y="95246"/>
                </a:moveTo>
                <a:lnTo>
                  <a:pt x="292278" y="55771"/>
                </a:lnTo>
                <a:lnTo>
                  <a:pt x="292283" y="55269"/>
                </a:lnTo>
                <a:lnTo>
                  <a:pt x="292299" y="54777"/>
                </a:lnTo>
                <a:lnTo>
                  <a:pt x="292326" y="54294"/>
                </a:lnTo>
                <a:lnTo>
                  <a:pt x="292363" y="53820"/>
                </a:lnTo>
                <a:lnTo>
                  <a:pt x="292410" y="53357"/>
                </a:lnTo>
                <a:lnTo>
                  <a:pt x="292468" y="52902"/>
                </a:lnTo>
                <a:lnTo>
                  <a:pt x="292537" y="52458"/>
                </a:lnTo>
                <a:lnTo>
                  <a:pt x="292616" y="52022"/>
                </a:lnTo>
                <a:lnTo>
                  <a:pt x="292706" y="51597"/>
                </a:lnTo>
                <a:lnTo>
                  <a:pt x="292806" y="51181"/>
                </a:lnTo>
                <a:lnTo>
                  <a:pt x="292917" y="50774"/>
                </a:lnTo>
                <a:lnTo>
                  <a:pt x="293039" y="50377"/>
                </a:lnTo>
                <a:lnTo>
                  <a:pt x="293171" y="49990"/>
                </a:lnTo>
                <a:lnTo>
                  <a:pt x="293313" y="49612"/>
                </a:lnTo>
                <a:lnTo>
                  <a:pt x="293466" y="49244"/>
                </a:lnTo>
                <a:lnTo>
                  <a:pt x="293630" y="48886"/>
                </a:lnTo>
                <a:lnTo>
                  <a:pt x="293804" y="48537"/>
                </a:lnTo>
                <a:lnTo>
                  <a:pt x="293989" y="48197"/>
                </a:lnTo>
                <a:lnTo>
                  <a:pt x="294184" y="47867"/>
                </a:lnTo>
                <a:lnTo>
                  <a:pt x="294390" y="47547"/>
                </a:lnTo>
                <a:lnTo>
                  <a:pt x="294607" y="47236"/>
                </a:lnTo>
                <a:lnTo>
                  <a:pt x="294834" y="46935"/>
                </a:lnTo>
                <a:lnTo>
                  <a:pt x="295072" y="46644"/>
                </a:lnTo>
                <a:lnTo>
                  <a:pt x="295320" y="46362"/>
                </a:lnTo>
                <a:lnTo>
                  <a:pt x="295578" y="46090"/>
                </a:lnTo>
                <a:lnTo>
                  <a:pt x="295845" y="45830"/>
                </a:lnTo>
                <a:lnTo>
                  <a:pt x="296120" y="45581"/>
                </a:lnTo>
                <a:lnTo>
                  <a:pt x="296405" y="45344"/>
                </a:lnTo>
                <a:lnTo>
                  <a:pt x="296699" y="45119"/>
                </a:lnTo>
                <a:lnTo>
                  <a:pt x="297002" y="44905"/>
                </a:lnTo>
                <a:lnTo>
                  <a:pt x="297313" y="44703"/>
                </a:lnTo>
                <a:lnTo>
                  <a:pt x="297634" y="44512"/>
                </a:lnTo>
                <a:lnTo>
                  <a:pt x="297964" y="44333"/>
                </a:lnTo>
                <a:lnTo>
                  <a:pt x="298302" y="44166"/>
                </a:lnTo>
                <a:lnTo>
                  <a:pt x="298650" y="44010"/>
                </a:lnTo>
                <a:lnTo>
                  <a:pt x="299006" y="43865"/>
                </a:lnTo>
                <a:lnTo>
                  <a:pt x="299372" y="43732"/>
                </a:lnTo>
                <a:lnTo>
                  <a:pt x="299746" y="43611"/>
                </a:lnTo>
                <a:lnTo>
                  <a:pt x="300130" y="43501"/>
                </a:lnTo>
                <a:lnTo>
                  <a:pt x="300522" y="43403"/>
                </a:lnTo>
                <a:lnTo>
                  <a:pt x="300923" y="43316"/>
                </a:lnTo>
                <a:lnTo>
                  <a:pt x="301334" y="43241"/>
                </a:lnTo>
                <a:lnTo>
                  <a:pt x="301753" y="43177"/>
                </a:lnTo>
                <a:lnTo>
                  <a:pt x="302181" y="43125"/>
                </a:lnTo>
                <a:lnTo>
                  <a:pt x="302618" y="43085"/>
                </a:lnTo>
                <a:lnTo>
                  <a:pt x="303065" y="43056"/>
                </a:lnTo>
                <a:lnTo>
                  <a:pt x="303520" y="43039"/>
                </a:lnTo>
                <a:lnTo>
                  <a:pt x="303984" y="43033"/>
                </a:lnTo>
                <a:lnTo>
                  <a:pt x="304439" y="43039"/>
                </a:lnTo>
                <a:lnTo>
                  <a:pt x="304885" y="43056"/>
                </a:lnTo>
                <a:lnTo>
                  <a:pt x="305324" y="43085"/>
                </a:lnTo>
                <a:lnTo>
                  <a:pt x="305755" y="43125"/>
                </a:lnTo>
                <a:lnTo>
                  <a:pt x="306177" y="43177"/>
                </a:lnTo>
                <a:lnTo>
                  <a:pt x="306591" y="43241"/>
                </a:lnTo>
                <a:lnTo>
                  <a:pt x="306997" y="43316"/>
                </a:lnTo>
                <a:lnTo>
                  <a:pt x="307395" y="43403"/>
                </a:lnTo>
                <a:lnTo>
                  <a:pt x="307784" y="43501"/>
                </a:lnTo>
                <a:lnTo>
                  <a:pt x="308166" y="43611"/>
                </a:lnTo>
                <a:lnTo>
                  <a:pt x="308539" y="43732"/>
                </a:lnTo>
                <a:lnTo>
                  <a:pt x="308904" y="43865"/>
                </a:lnTo>
                <a:lnTo>
                  <a:pt x="309261" y="44010"/>
                </a:lnTo>
                <a:lnTo>
                  <a:pt x="309610" y="44166"/>
                </a:lnTo>
                <a:lnTo>
                  <a:pt x="309950" y="44333"/>
                </a:lnTo>
                <a:lnTo>
                  <a:pt x="310283" y="44512"/>
                </a:lnTo>
                <a:lnTo>
                  <a:pt x="310607" y="44703"/>
                </a:lnTo>
                <a:lnTo>
                  <a:pt x="310923" y="44905"/>
                </a:lnTo>
                <a:lnTo>
                  <a:pt x="311231" y="45119"/>
                </a:lnTo>
                <a:lnTo>
                  <a:pt x="311531" y="45344"/>
                </a:lnTo>
                <a:lnTo>
                  <a:pt x="311822" y="45581"/>
                </a:lnTo>
                <a:lnTo>
                  <a:pt x="312106" y="45830"/>
                </a:lnTo>
                <a:lnTo>
                  <a:pt x="312381" y="46090"/>
                </a:lnTo>
                <a:lnTo>
                  <a:pt x="312648" y="46362"/>
                </a:lnTo>
                <a:lnTo>
                  <a:pt x="312905" y="46644"/>
                </a:lnTo>
                <a:lnTo>
                  <a:pt x="313152" y="46935"/>
                </a:lnTo>
                <a:lnTo>
                  <a:pt x="313387" y="47236"/>
                </a:lnTo>
                <a:lnTo>
                  <a:pt x="313612" y="47547"/>
                </a:lnTo>
                <a:lnTo>
                  <a:pt x="313826" y="47867"/>
                </a:lnTo>
                <a:lnTo>
                  <a:pt x="314028" y="48197"/>
                </a:lnTo>
                <a:lnTo>
                  <a:pt x="314220" y="48537"/>
                </a:lnTo>
                <a:lnTo>
                  <a:pt x="314401" y="48886"/>
                </a:lnTo>
                <a:lnTo>
                  <a:pt x="314571" y="49244"/>
                </a:lnTo>
                <a:lnTo>
                  <a:pt x="314729" y="49612"/>
                </a:lnTo>
                <a:lnTo>
                  <a:pt x="314877" y="49990"/>
                </a:lnTo>
                <a:lnTo>
                  <a:pt x="315014" y="50377"/>
                </a:lnTo>
                <a:lnTo>
                  <a:pt x="315140" y="50774"/>
                </a:lnTo>
                <a:lnTo>
                  <a:pt x="315255" y="51181"/>
                </a:lnTo>
                <a:lnTo>
                  <a:pt x="315359" y="51597"/>
                </a:lnTo>
                <a:lnTo>
                  <a:pt x="315452" y="52022"/>
                </a:lnTo>
                <a:lnTo>
                  <a:pt x="315535" y="52458"/>
                </a:lnTo>
                <a:lnTo>
                  <a:pt x="315606" y="52902"/>
                </a:lnTo>
                <a:lnTo>
                  <a:pt x="315666" y="53357"/>
                </a:lnTo>
                <a:lnTo>
                  <a:pt x="315715" y="53820"/>
                </a:lnTo>
                <a:lnTo>
                  <a:pt x="315754" y="54294"/>
                </a:lnTo>
                <a:lnTo>
                  <a:pt x="315781" y="54777"/>
                </a:lnTo>
                <a:lnTo>
                  <a:pt x="315798" y="55269"/>
                </a:lnTo>
                <a:lnTo>
                  <a:pt x="315803" y="55771"/>
                </a:lnTo>
                <a:lnTo>
                  <a:pt x="315803" y="59328"/>
                </a:lnTo>
                <a:lnTo>
                  <a:pt x="330835" y="59328"/>
                </a:lnTo>
                <a:lnTo>
                  <a:pt x="330835" y="54738"/>
                </a:lnTo>
                <a:lnTo>
                  <a:pt x="330825" y="53819"/>
                </a:lnTo>
                <a:lnTo>
                  <a:pt x="330795" y="52917"/>
                </a:lnTo>
                <a:lnTo>
                  <a:pt x="330744" y="52031"/>
                </a:lnTo>
                <a:lnTo>
                  <a:pt x="330673" y="51162"/>
                </a:lnTo>
                <a:lnTo>
                  <a:pt x="330582" y="50310"/>
                </a:lnTo>
                <a:lnTo>
                  <a:pt x="330470" y="49474"/>
                </a:lnTo>
                <a:lnTo>
                  <a:pt x="330338" y="48655"/>
                </a:lnTo>
                <a:lnTo>
                  <a:pt x="330185" y="47853"/>
                </a:lnTo>
                <a:lnTo>
                  <a:pt x="330013" y="47068"/>
                </a:lnTo>
                <a:lnTo>
                  <a:pt x="329820" y="46299"/>
                </a:lnTo>
                <a:lnTo>
                  <a:pt x="329606" y="45547"/>
                </a:lnTo>
                <a:lnTo>
                  <a:pt x="329373" y="44812"/>
                </a:lnTo>
                <a:lnTo>
                  <a:pt x="329119" y="44094"/>
                </a:lnTo>
                <a:lnTo>
                  <a:pt x="328844" y="43392"/>
                </a:lnTo>
                <a:lnTo>
                  <a:pt x="328550" y="42707"/>
                </a:lnTo>
                <a:lnTo>
                  <a:pt x="328235" y="42039"/>
                </a:lnTo>
                <a:lnTo>
                  <a:pt x="327899" y="41388"/>
                </a:lnTo>
                <a:lnTo>
                  <a:pt x="327544" y="40753"/>
                </a:lnTo>
                <a:lnTo>
                  <a:pt x="327168" y="40135"/>
                </a:lnTo>
                <a:lnTo>
                  <a:pt x="326772" y="39534"/>
                </a:lnTo>
                <a:lnTo>
                  <a:pt x="326355" y="38950"/>
                </a:lnTo>
                <a:lnTo>
                  <a:pt x="325918" y="38382"/>
                </a:lnTo>
                <a:lnTo>
                  <a:pt x="325461" y="37831"/>
                </a:lnTo>
                <a:lnTo>
                  <a:pt x="324984" y="37297"/>
                </a:lnTo>
                <a:lnTo>
                  <a:pt x="324488" y="36781"/>
                </a:lnTo>
                <a:lnTo>
                  <a:pt x="323978" y="36288"/>
                </a:lnTo>
                <a:lnTo>
                  <a:pt x="323452" y="35817"/>
                </a:lnTo>
                <a:lnTo>
                  <a:pt x="322912" y="35368"/>
                </a:lnTo>
                <a:lnTo>
                  <a:pt x="322356" y="34940"/>
                </a:lnTo>
                <a:lnTo>
                  <a:pt x="321785" y="34535"/>
                </a:lnTo>
                <a:lnTo>
                  <a:pt x="321199" y="34151"/>
                </a:lnTo>
                <a:lnTo>
                  <a:pt x="320598" y="33790"/>
                </a:lnTo>
                <a:lnTo>
                  <a:pt x="319981" y="33450"/>
                </a:lnTo>
                <a:lnTo>
                  <a:pt x="319350" y="33132"/>
                </a:lnTo>
                <a:lnTo>
                  <a:pt x="318703" y="32836"/>
                </a:lnTo>
                <a:lnTo>
                  <a:pt x="318041" y="32562"/>
                </a:lnTo>
                <a:lnTo>
                  <a:pt x="317364" y="32310"/>
                </a:lnTo>
                <a:lnTo>
                  <a:pt x="316672" y="32080"/>
                </a:lnTo>
                <a:lnTo>
                  <a:pt x="315965" y="31872"/>
                </a:lnTo>
                <a:lnTo>
                  <a:pt x="315243" y="31686"/>
                </a:lnTo>
                <a:lnTo>
                  <a:pt x="314505" y="31521"/>
                </a:lnTo>
                <a:lnTo>
                  <a:pt x="313752" y="31379"/>
                </a:lnTo>
                <a:lnTo>
                  <a:pt x="312984" y="31258"/>
                </a:lnTo>
                <a:lnTo>
                  <a:pt x="312201" y="31160"/>
                </a:lnTo>
                <a:lnTo>
                  <a:pt x="311403" y="31083"/>
                </a:lnTo>
                <a:lnTo>
                  <a:pt x="310590" y="31028"/>
                </a:lnTo>
                <a:lnTo>
                  <a:pt x="309762" y="30995"/>
                </a:lnTo>
                <a:lnTo>
                  <a:pt x="308918" y="30984"/>
                </a:lnTo>
                <a:lnTo>
                  <a:pt x="308180" y="30993"/>
                </a:lnTo>
                <a:lnTo>
                  <a:pt x="307456" y="31020"/>
                </a:lnTo>
                <a:lnTo>
                  <a:pt x="306748" y="31065"/>
                </a:lnTo>
                <a:lnTo>
                  <a:pt x="306055" y="31128"/>
                </a:lnTo>
                <a:lnTo>
                  <a:pt x="305378" y="31208"/>
                </a:lnTo>
                <a:lnTo>
                  <a:pt x="304715" y="31307"/>
                </a:lnTo>
                <a:lnTo>
                  <a:pt x="304067" y="31423"/>
                </a:lnTo>
                <a:lnTo>
                  <a:pt x="303435" y="31558"/>
                </a:lnTo>
                <a:lnTo>
                  <a:pt x="302818" y="31710"/>
                </a:lnTo>
                <a:lnTo>
                  <a:pt x="302216" y="31881"/>
                </a:lnTo>
                <a:lnTo>
                  <a:pt x="301629" y="32069"/>
                </a:lnTo>
                <a:lnTo>
                  <a:pt x="301057" y="32275"/>
                </a:lnTo>
                <a:lnTo>
                  <a:pt x="300500" y="32499"/>
                </a:lnTo>
                <a:lnTo>
                  <a:pt x="299959" y="32741"/>
                </a:lnTo>
                <a:lnTo>
                  <a:pt x="299432" y="33001"/>
                </a:lnTo>
                <a:lnTo>
                  <a:pt x="298921" y="33279"/>
                </a:lnTo>
                <a:lnTo>
                  <a:pt x="298425" y="33575"/>
                </a:lnTo>
                <a:lnTo>
                  <a:pt x="297944" y="33889"/>
                </a:lnTo>
                <a:lnTo>
                  <a:pt x="297478" y="34220"/>
                </a:lnTo>
                <a:lnTo>
                  <a:pt x="297027" y="34570"/>
                </a:lnTo>
                <a:lnTo>
                  <a:pt x="296592" y="34938"/>
                </a:lnTo>
                <a:lnTo>
                  <a:pt x="296171" y="35323"/>
                </a:lnTo>
                <a:lnTo>
                  <a:pt x="295766" y="35727"/>
                </a:lnTo>
                <a:lnTo>
                  <a:pt x="295376" y="36148"/>
                </a:lnTo>
                <a:lnTo>
                  <a:pt x="295001" y="36587"/>
                </a:lnTo>
                <a:lnTo>
                  <a:pt x="294643" y="37044"/>
                </a:lnTo>
                <a:lnTo>
                  <a:pt x="294300" y="37518"/>
                </a:lnTo>
                <a:lnTo>
                  <a:pt x="293973" y="38009"/>
                </a:lnTo>
                <a:lnTo>
                  <a:pt x="293663" y="38519"/>
                </a:lnTo>
                <a:lnTo>
                  <a:pt x="293368" y="39045"/>
                </a:lnTo>
                <a:lnTo>
                  <a:pt x="293089" y="39590"/>
                </a:lnTo>
                <a:lnTo>
                  <a:pt x="292826" y="40151"/>
                </a:lnTo>
                <a:lnTo>
                  <a:pt x="292579" y="40731"/>
                </a:lnTo>
                <a:lnTo>
                  <a:pt x="292348" y="41328"/>
                </a:lnTo>
                <a:lnTo>
                  <a:pt x="292133" y="41942"/>
                </a:lnTo>
                <a:lnTo>
                  <a:pt x="291934" y="42574"/>
                </a:lnTo>
                <a:lnTo>
                  <a:pt x="291750" y="43224"/>
                </a:lnTo>
                <a:lnTo>
                  <a:pt x="291583" y="43891"/>
                </a:lnTo>
                <a:lnTo>
                  <a:pt x="291519" y="44180"/>
                </a:lnTo>
                <a:lnTo>
                  <a:pt x="291476" y="44180"/>
                </a:lnTo>
                <a:lnTo>
                  <a:pt x="291476" y="32131"/>
                </a:lnTo>
                <a:lnTo>
                  <a:pt x="277934" y="32131"/>
                </a:lnTo>
                <a:lnTo>
                  <a:pt x="277934" y="95246"/>
                </a:lnTo>
                <a:lnTo>
                  <a:pt x="292278" y="95246"/>
                </a:lnTo>
                <a:close/>
                <a:moveTo>
                  <a:pt x="347590" y="32131"/>
                </a:moveTo>
                <a:lnTo>
                  <a:pt x="347590" y="45099"/>
                </a:lnTo>
                <a:lnTo>
                  <a:pt x="366755" y="45099"/>
                </a:lnTo>
                <a:lnTo>
                  <a:pt x="366755" y="82165"/>
                </a:lnTo>
                <a:lnTo>
                  <a:pt x="344722" y="82165"/>
                </a:lnTo>
                <a:lnTo>
                  <a:pt x="344722" y="95246"/>
                </a:lnTo>
                <a:lnTo>
                  <a:pt x="400033" y="95246"/>
                </a:lnTo>
                <a:lnTo>
                  <a:pt x="400033" y="82165"/>
                </a:lnTo>
                <a:lnTo>
                  <a:pt x="380525" y="82165"/>
                </a:lnTo>
                <a:lnTo>
                  <a:pt x="380525" y="32131"/>
                </a:lnTo>
                <a:lnTo>
                  <a:pt x="347590" y="32131"/>
                </a:lnTo>
                <a:close/>
                <a:moveTo>
                  <a:pt x="99206" y="96182"/>
                </a:moveTo>
                <a:lnTo>
                  <a:pt x="99990" y="96088"/>
                </a:lnTo>
                <a:lnTo>
                  <a:pt x="100763" y="95978"/>
                </a:lnTo>
                <a:lnTo>
                  <a:pt x="101525" y="95851"/>
                </a:lnTo>
                <a:lnTo>
                  <a:pt x="102277" y="95707"/>
                </a:lnTo>
                <a:lnTo>
                  <a:pt x="103018" y="95547"/>
                </a:lnTo>
                <a:lnTo>
                  <a:pt x="103749" y="95369"/>
                </a:lnTo>
                <a:lnTo>
                  <a:pt x="104469" y="95174"/>
                </a:lnTo>
                <a:lnTo>
                  <a:pt x="105179" y="94962"/>
                </a:lnTo>
                <a:lnTo>
                  <a:pt x="105878" y="94734"/>
                </a:lnTo>
                <a:lnTo>
                  <a:pt x="106566" y="94488"/>
                </a:lnTo>
                <a:lnTo>
                  <a:pt x="107244" y="94226"/>
                </a:lnTo>
                <a:lnTo>
                  <a:pt x="107911" y="93946"/>
                </a:lnTo>
                <a:lnTo>
                  <a:pt x="108568" y="93650"/>
                </a:lnTo>
                <a:lnTo>
                  <a:pt x="109214" y="93337"/>
                </a:lnTo>
                <a:lnTo>
                  <a:pt x="109850" y="93007"/>
                </a:lnTo>
                <a:lnTo>
                  <a:pt x="110475" y="92660"/>
                </a:lnTo>
                <a:lnTo>
                  <a:pt x="111089" y="92296"/>
                </a:lnTo>
                <a:lnTo>
                  <a:pt x="111693" y="91915"/>
                </a:lnTo>
                <a:lnTo>
                  <a:pt x="112286" y="91517"/>
                </a:lnTo>
                <a:lnTo>
                  <a:pt x="112865" y="91105"/>
                </a:lnTo>
                <a:lnTo>
                  <a:pt x="113425" y="90681"/>
                </a:lnTo>
                <a:lnTo>
                  <a:pt x="113965" y="90246"/>
                </a:lnTo>
                <a:lnTo>
                  <a:pt x="114487" y="89800"/>
                </a:lnTo>
                <a:lnTo>
                  <a:pt x="114990" y="89343"/>
                </a:lnTo>
                <a:lnTo>
                  <a:pt x="115474" y="88874"/>
                </a:lnTo>
                <a:lnTo>
                  <a:pt x="115939" y="88394"/>
                </a:lnTo>
                <a:lnTo>
                  <a:pt x="116385" y="87902"/>
                </a:lnTo>
                <a:lnTo>
                  <a:pt x="116813" y="87399"/>
                </a:lnTo>
                <a:lnTo>
                  <a:pt x="117221" y="86885"/>
                </a:lnTo>
                <a:lnTo>
                  <a:pt x="117610" y="86359"/>
                </a:lnTo>
                <a:lnTo>
                  <a:pt x="117981" y="85822"/>
                </a:lnTo>
                <a:lnTo>
                  <a:pt x="118332" y="85274"/>
                </a:lnTo>
                <a:lnTo>
                  <a:pt x="118665" y="84714"/>
                </a:lnTo>
                <a:lnTo>
                  <a:pt x="118979" y="84143"/>
                </a:lnTo>
                <a:lnTo>
                  <a:pt x="119273" y="83561"/>
                </a:lnTo>
                <a:lnTo>
                  <a:pt x="119549" y="82967"/>
                </a:lnTo>
                <a:lnTo>
                  <a:pt x="119806" y="82362"/>
                </a:lnTo>
                <a:lnTo>
                  <a:pt x="120044" y="81745"/>
                </a:lnTo>
                <a:lnTo>
                  <a:pt x="120263" y="81118"/>
                </a:lnTo>
                <a:lnTo>
                  <a:pt x="120463" y="80478"/>
                </a:lnTo>
                <a:lnTo>
                  <a:pt x="120645" y="79828"/>
                </a:lnTo>
                <a:lnTo>
                  <a:pt x="120807" y="79166"/>
                </a:lnTo>
                <a:lnTo>
                  <a:pt x="120950" y="78493"/>
                </a:lnTo>
                <a:lnTo>
                  <a:pt x="106836" y="78493"/>
                </a:lnTo>
                <a:lnTo>
                  <a:pt x="106765" y="78758"/>
                </a:lnTo>
                <a:lnTo>
                  <a:pt x="106686" y="79017"/>
                </a:lnTo>
                <a:lnTo>
                  <a:pt x="106601" y="79272"/>
                </a:lnTo>
                <a:lnTo>
                  <a:pt x="106507" y="79521"/>
                </a:lnTo>
                <a:lnTo>
                  <a:pt x="106406" y="79764"/>
                </a:lnTo>
                <a:lnTo>
                  <a:pt x="106297" y="80002"/>
                </a:lnTo>
                <a:lnTo>
                  <a:pt x="106181" y="80235"/>
                </a:lnTo>
                <a:lnTo>
                  <a:pt x="106058" y="80463"/>
                </a:lnTo>
                <a:lnTo>
                  <a:pt x="105926" y="80685"/>
                </a:lnTo>
                <a:lnTo>
                  <a:pt x="105787" y="80901"/>
                </a:lnTo>
                <a:lnTo>
                  <a:pt x="105641" y="81112"/>
                </a:lnTo>
                <a:lnTo>
                  <a:pt x="105487" y="81318"/>
                </a:lnTo>
                <a:lnTo>
                  <a:pt x="105325" y="81519"/>
                </a:lnTo>
                <a:lnTo>
                  <a:pt x="105156" y="81714"/>
                </a:lnTo>
                <a:lnTo>
                  <a:pt x="104979" y="81904"/>
                </a:lnTo>
                <a:lnTo>
                  <a:pt x="104795" y="82088"/>
                </a:lnTo>
                <a:lnTo>
                  <a:pt x="104603" y="82267"/>
                </a:lnTo>
                <a:lnTo>
                  <a:pt x="104404" y="82441"/>
                </a:lnTo>
                <a:lnTo>
                  <a:pt x="104197" y="82609"/>
                </a:lnTo>
                <a:lnTo>
                  <a:pt x="103982" y="82772"/>
                </a:lnTo>
                <a:lnTo>
                  <a:pt x="103760" y="82929"/>
                </a:lnTo>
                <a:lnTo>
                  <a:pt x="103530" y="83081"/>
                </a:lnTo>
                <a:lnTo>
                  <a:pt x="103293" y="83228"/>
                </a:lnTo>
                <a:lnTo>
                  <a:pt x="103048" y="83369"/>
                </a:lnTo>
                <a:lnTo>
                  <a:pt x="102796" y="83505"/>
                </a:lnTo>
                <a:lnTo>
                  <a:pt x="102538" y="83635"/>
                </a:lnTo>
                <a:lnTo>
                  <a:pt x="102274" y="83759"/>
                </a:lnTo>
                <a:lnTo>
                  <a:pt x="102003" y="83877"/>
                </a:lnTo>
                <a:lnTo>
                  <a:pt x="101725" y="83990"/>
                </a:lnTo>
                <a:lnTo>
                  <a:pt x="101442" y="84097"/>
                </a:lnTo>
                <a:lnTo>
                  <a:pt x="101152" y="84198"/>
                </a:lnTo>
                <a:lnTo>
                  <a:pt x="100855" y="84293"/>
                </a:lnTo>
                <a:lnTo>
                  <a:pt x="100552" y="84383"/>
                </a:lnTo>
                <a:lnTo>
                  <a:pt x="100243" y="84467"/>
                </a:lnTo>
                <a:lnTo>
                  <a:pt x="99928" y="84545"/>
                </a:lnTo>
                <a:lnTo>
                  <a:pt x="99606" y="84617"/>
                </a:lnTo>
                <a:lnTo>
                  <a:pt x="99277" y="84683"/>
                </a:lnTo>
                <a:lnTo>
                  <a:pt x="98943" y="84744"/>
                </a:lnTo>
                <a:lnTo>
                  <a:pt x="98602" y="84799"/>
                </a:lnTo>
                <a:lnTo>
                  <a:pt x="98254" y="84848"/>
                </a:lnTo>
                <a:lnTo>
                  <a:pt x="97900" y="84891"/>
                </a:lnTo>
                <a:lnTo>
                  <a:pt x="97540" y="84929"/>
                </a:lnTo>
                <a:lnTo>
                  <a:pt x="97174" y="84960"/>
                </a:lnTo>
                <a:lnTo>
                  <a:pt x="96801" y="84986"/>
                </a:lnTo>
                <a:lnTo>
                  <a:pt x="96422" y="85007"/>
                </a:lnTo>
                <a:lnTo>
                  <a:pt x="96036" y="85021"/>
                </a:lnTo>
                <a:lnTo>
                  <a:pt x="95644" y="85030"/>
                </a:lnTo>
                <a:lnTo>
                  <a:pt x="95246" y="85033"/>
                </a:lnTo>
                <a:lnTo>
                  <a:pt x="94725" y="85027"/>
                </a:lnTo>
                <a:lnTo>
                  <a:pt x="94215" y="85009"/>
                </a:lnTo>
                <a:lnTo>
                  <a:pt x="93716" y="84980"/>
                </a:lnTo>
                <a:lnTo>
                  <a:pt x="93228" y="84939"/>
                </a:lnTo>
                <a:lnTo>
                  <a:pt x="92750" y="84886"/>
                </a:lnTo>
                <a:lnTo>
                  <a:pt x="92283" y="84821"/>
                </a:lnTo>
                <a:lnTo>
                  <a:pt x="91827" y="84745"/>
                </a:lnTo>
                <a:lnTo>
                  <a:pt x="91382" y="84657"/>
                </a:lnTo>
                <a:lnTo>
                  <a:pt x="90947" y="84557"/>
                </a:lnTo>
                <a:lnTo>
                  <a:pt x="90523" y="84445"/>
                </a:lnTo>
                <a:lnTo>
                  <a:pt x="90110" y="84322"/>
                </a:lnTo>
                <a:lnTo>
                  <a:pt x="89708" y="84186"/>
                </a:lnTo>
                <a:lnTo>
                  <a:pt x="89317" y="84040"/>
                </a:lnTo>
                <a:lnTo>
                  <a:pt x="88936" y="83881"/>
                </a:lnTo>
                <a:lnTo>
                  <a:pt x="88566" y="83711"/>
                </a:lnTo>
                <a:lnTo>
                  <a:pt x="88207" y="83528"/>
                </a:lnTo>
                <a:lnTo>
                  <a:pt x="87858" y="83334"/>
                </a:lnTo>
                <a:lnTo>
                  <a:pt x="87520" y="83129"/>
                </a:lnTo>
                <a:lnTo>
                  <a:pt x="87193" y="82911"/>
                </a:lnTo>
                <a:lnTo>
                  <a:pt x="86877" y="82682"/>
                </a:lnTo>
                <a:lnTo>
                  <a:pt x="86572" y="82441"/>
                </a:lnTo>
                <a:lnTo>
                  <a:pt x="86277" y="82189"/>
                </a:lnTo>
                <a:lnTo>
                  <a:pt x="85993" y="81924"/>
                </a:lnTo>
                <a:lnTo>
                  <a:pt x="85720" y="81648"/>
                </a:lnTo>
                <a:lnTo>
                  <a:pt x="85458" y="81360"/>
                </a:lnTo>
                <a:lnTo>
                  <a:pt x="85207" y="81061"/>
                </a:lnTo>
                <a:lnTo>
                  <a:pt x="84967" y="80751"/>
                </a:lnTo>
                <a:lnTo>
                  <a:pt x="84738" y="80429"/>
                </a:lnTo>
                <a:lnTo>
                  <a:pt x="84521" y="80096"/>
                </a:lnTo>
                <a:lnTo>
                  <a:pt x="84314" y="79751"/>
                </a:lnTo>
                <a:lnTo>
                  <a:pt x="84119" y="79395"/>
                </a:lnTo>
                <a:lnTo>
                  <a:pt x="83935" y="79028"/>
                </a:lnTo>
                <a:lnTo>
                  <a:pt x="83762" y="78649"/>
                </a:lnTo>
                <a:lnTo>
                  <a:pt x="83600" y="78259"/>
                </a:lnTo>
                <a:lnTo>
                  <a:pt x="83450" y="77858"/>
                </a:lnTo>
                <a:lnTo>
                  <a:pt x="83310" y="77446"/>
                </a:lnTo>
                <a:lnTo>
                  <a:pt x="83182" y="77021"/>
                </a:lnTo>
                <a:lnTo>
                  <a:pt x="83065" y="76586"/>
                </a:lnTo>
                <a:lnTo>
                  <a:pt x="82959" y="76139"/>
                </a:lnTo>
                <a:lnTo>
                  <a:pt x="82864" y="75681"/>
                </a:lnTo>
                <a:lnTo>
                  <a:pt x="82780" y="75212"/>
                </a:lnTo>
                <a:lnTo>
                  <a:pt x="82708" y="74731"/>
                </a:lnTo>
                <a:lnTo>
                  <a:pt x="82646" y="74239"/>
                </a:lnTo>
                <a:lnTo>
                  <a:pt x="82596" y="73735"/>
                </a:lnTo>
                <a:lnTo>
                  <a:pt x="82557" y="73220"/>
                </a:lnTo>
                <a:lnTo>
                  <a:pt x="82529" y="72694"/>
                </a:lnTo>
                <a:lnTo>
                  <a:pt x="82513" y="72157"/>
                </a:lnTo>
                <a:lnTo>
                  <a:pt x="82507" y="71608"/>
                </a:lnTo>
                <a:lnTo>
                  <a:pt x="82507" y="67132"/>
                </a:lnTo>
                <a:lnTo>
                  <a:pt x="121409" y="67132"/>
                </a:lnTo>
                <a:lnTo>
                  <a:pt x="121409" y="55771"/>
                </a:lnTo>
                <a:lnTo>
                  <a:pt x="121404" y="55153"/>
                </a:lnTo>
                <a:lnTo>
                  <a:pt x="121387" y="54541"/>
                </a:lnTo>
                <a:lnTo>
                  <a:pt x="121358" y="53936"/>
                </a:lnTo>
                <a:lnTo>
                  <a:pt x="121318" y="53338"/>
                </a:lnTo>
                <a:lnTo>
                  <a:pt x="121267" y="52746"/>
                </a:lnTo>
                <a:lnTo>
                  <a:pt x="121205" y="52160"/>
                </a:lnTo>
                <a:lnTo>
                  <a:pt x="121131" y="51581"/>
                </a:lnTo>
                <a:lnTo>
                  <a:pt x="121046" y="51009"/>
                </a:lnTo>
                <a:lnTo>
                  <a:pt x="120949" y="50443"/>
                </a:lnTo>
                <a:lnTo>
                  <a:pt x="120841" y="49884"/>
                </a:lnTo>
                <a:lnTo>
                  <a:pt x="120722" y="49332"/>
                </a:lnTo>
                <a:lnTo>
                  <a:pt x="120592" y="48786"/>
                </a:lnTo>
                <a:lnTo>
                  <a:pt x="120450" y="48246"/>
                </a:lnTo>
                <a:lnTo>
                  <a:pt x="120296" y="47714"/>
                </a:lnTo>
                <a:lnTo>
                  <a:pt x="120132" y="47187"/>
                </a:lnTo>
                <a:lnTo>
                  <a:pt x="119956" y="46668"/>
                </a:lnTo>
                <a:lnTo>
                  <a:pt x="119768" y="46155"/>
                </a:lnTo>
                <a:lnTo>
                  <a:pt x="119569" y="45648"/>
                </a:lnTo>
                <a:lnTo>
                  <a:pt x="119359" y="45148"/>
                </a:lnTo>
                <a:lnTo>
                  <a:pt x="119138" y="44655"/>
                </a:lnTo>
                <a:lnTo>
                  <a:pt x="118905" y="44168"/>
                </a:lnTo>
                <a:lnTo>
                  <a:pt x="118661" y="43688"/>
                </a:lnTo>
                <a:lnTo>
                  <a:pt x="118405" y="43214"/>
                </a:lnTo>
                <a:lnTo>
                  <a:pt x="118138" y="42747"/>
                </a:lnTo>
                <a:lnTo>
                  <a:pt x="117861" y="42288"/>
                </a:lnTo>
                <a:lnTo>
                  <a:pt x="117575" y="41837"/>
                </a:lnTo>
                <a:lnTo>
                  <a:pt x="117280" y="41394"/>
                </a:lnTo>
                <a:lnTo>
                  <a:pt x="116975" y="40961"/>
                </a:lnTo>
                <a:lnTo>
                  <a:pt x="116662" y="40535"/>
                </a:lnTo>
                <a:lnTo>
                  <a:pt x="116339" y="40119"/>
                </a:lnTo>
                <a:lnTo>
                  <a:pt x="116007" y="39710"/>
                </a:lnTo>
                <a:lnTo>
                  <a:pt x="115665" y="39311"/>
                </a:lnTo>
                <a:lnTo>
                  <a:pt x="115315" y="38920"/>
                </a:lnTo>
                <a:lnTo>
                  <a:pt x="114955" y="38537"/>
                </a:lnTo>
                <a:lnTo>
                  <a:pt x="114587" y="38164"/>
                </a:lnTo>
                <a:lnTo>
                  <a:pt x="114209" y="37798"/>
                </a:lnTo>
                <a:lnTo>
                  <a:pt x="113822" y="37442"/>
                </a:lnTo>
                <a:lnTo>
                  <a:pt x="113425" y="37093"/>
                </a:lnTo>
                <a:lnTo>
                  <a:pt x="113020" y="36754"/>
                </a:lnTo>
                <a:lnTo>
                  <a:pt x="112605" y="36423"/>
                </a:lnTo>
                <a:lnTo>
                  <a:pt x="112181" y="36100"/>
                </a:lnTo>
                <a:lnTo>
                  <a:pt x="111748" y="35787"/>
                </a:lnTo>
                <a:lnTo>
                  <a:pt x="111306" y="35481"/>
                </a:lnTo>
                <a:lnTo>
                  <a:pt x="110855" y="35185"/>
                </a:lnTo>
                <a:lnTo>
                  <a:pt x="110394" y="34896"/>
                </a:lnTo>
                <a:lnTo>
                  <a:pt x="109925" y="34617"/>
                </a:lnTo>
                <a:lnTo>
                  <a:pt x="109446" y="34346"/>
                </a:lnTo>
                <a:lnTo>
                  <a:pt x="108958" y="34083"/>
                </a:lnTo>
                <a:lnTo>
                  <a:pt x="108462" y="33831"/>
                </a:lnTo>
                <a:lnTo>
                  <a:pt x="107959" y="33588"/>
                </a:lnTo>
                <a:lnTo>
                  <a:pt x="107449" y="33357"/>
                </a:lnTo>
                <a:lnTo>
                  <a:pt x="106932" y="33136"/>
                </a:lnTo>
                <a:lnTo>
                  <a:pt x="106408" y="32927"/>
                </a:lnTo>
                <a:lnTo>
                  <a:pt x="105877" y="32728"/>
                </a:lnTo>
                <a:lnTo>
                  <a:pt x="105340" y="32539"/>
                </a:lnTo>
                <a:lnTo>
                  <a:pt x="104795" y="32362"/>
                </a:lnTo>
                <a:lnTo>
                  <a:pt x="104243" y="32195"/>
                </a:lnTo>
                <a:lnTo>
                  <a:pt x="103684" y="32039"/>
                </a:lnTo>
                <a:lnTo>
                  <a:pt x="103119" y="31894"/>
                </a:lnTo>
                <a:lnTo>
                  <a:pt x="102546" y="31759"/>
                </a:lnTo>
                <a:lnTo>
                  <a:pt x="101966" y="31635"/>
                </a:lnTo>
                <a:lnTo>
                  <a:pt x="101380" y="31522"/>
                </a:lnTo>
                <a:lnTo>
                  <a:pt x="100786" y="31420"/>
                </a:lnTo>
                <a:lnTo>
                  <a:pt x="100186" y="31329"/>
                </a:lnTo>
                <a:lnTo>
                  <a:pt x="99578" y="31248"/>
                </a:lnTo>
                <a:lnTo>
                  <a:pt x="98964" y="31178"/>
                </a:lnTo>
                <a:lnTo>
                  <a:pt x="98342" y="31119"/>
                </a:lnTo>
                <a:lnTo>
                  <a:pt x="97714" y="31070"/>
                </a:lnTo>
                <a:lnTo>
                  <a:pt x="97078" y="31033"/>
                </a:lnTo>
                <a:lnTo>
                  <a:pt x="96436" y="31006"/>
                </a:lnTo>
                <a:lnTo>
                  <a:pt x="95786" y="30990"/>
                </a:lnTo>
                <a:lnTo>
                  <a:pt x="95130" y="30984"/>
                </a:lnTo>
                <a:lnTo>
                  <a:pt x="94464" y="30990"/>
                </a:lnTo>
                <a:lnTo>
                  <a:pt x="93806" y="31006"/>
                </a:lnTo>
                <a:lnTo>
                  <a:pt x="93154" y="31033"/>
                </a:lnTo>
                <a:lnTo>
                  <a:pt x="92510" y="31070"/>
                </a:lnTo>
                <a:lnTo>
                  <a:pt x="91873" y="31119"/>
                </a:lnTo>
                <a:lnTo>
                  <a:pt x="91243" y="31178"/>
                </a:lnTo>
                <a:lnTo>
                  <a:pt x="90620" y="31248"/>
                </a:lnTo>
                <a:lnTo>
                  <a:pt x="90005" y="31329"/>
                </a:lnTo>
                <a:lnTo>
                  <a:pt x="89396" y="31420"/>
                </a:lnTo>
                <a:lnTo>
                  <a:pt x="88795" y="31522"/>
                </a:lnTo>
                <a:lnTo>
                  <a:pt x="88201" y="31635"/>
                </a:lnTo>
                <a:lnTo>
                  <a:pt x="87614" y="31759"/>
                </a:lnTo>
                <a:lnTo>
                  <a:pt x="87035" y="31894"/>
                </a:lnTo>
                <a:lnTo>
                  <a:pt x="86462" y="32039"/>
                </a:lnTo>
                <a:lnTo>
                  <a:pt x="85897" y="32195"/>
                </a:lnTo>
                <a:lnTo>
                  <a:pt x="85338" y="32362"/>
                </a:lnTo>
                <a:lnTo>
                  <a:pt x="84787" y="32539"/>
                </a:lnTo>
                <a:lnTo>
                  <a:pt x="84243" y="32728"/>
                </a:lnTo>
                <a:lnTo>
                  <a:pt x="83707" y="32927"/>
                </a:lnTo>
                <a:lnTo>
                  <a:pt x="83177" y="33136"/>
                </a:lnTo>
                <a:lnTo>
                  <a:pt x="82655" y="33357"/>
                </a:lnTo>
                <a:lnTo>
                  <a:pt x="82140" y="33588"/>
                </a:lnTo>
                <a:lnTo>
                  <a:pt x="81632" y="33831"/>
                </a:lnTo>
                <a:lnTo>
                  <a:pt x="81131" y="34083"/>
                </a:lnTo>
                <a:lnTo>
                  <a:pt x="80638" y="34346"/>
                </a:lnTo>
                <a:lnTo>
                  <a:pt x="80155" y="34617"/>
                </a:lnTo>
                <a:lnTo>
                  <a:pt x="79681" y="34896"/>
                </a:lnTo>
                <a:lnTo>
                  <a:pt x="79216" y="35185"/>
                </a:lnTo>
                <a:lnTo>
                  <a:pt x="78761" y="35481"/>
                </a:lnTo>
                <a:lnTo>
                  <a:pt x="78316" y="35787"/>
                </a:lnTo>
                <a:lnTo>
                  <a:pt x="77879" y="36100"/>
                </a:lnTo>
                <a:lnTo>
                  <a:pt x="77452" y="36423"/>
                </a:lnTo>
                <a:lnTo>
                  <a:pt x="77034" y="36754"/>
                </a:lnTo>
                <a:lnTo>
                  <a:pt x="76626" y="37093"/>
                </a:lnTo>
                <a:lnTo>
                  <a:pt x="76227" y="37442"/>
                </a:lnTo>
                <a:lnTo>
                  <a:pt x="75837" y="37798"/>
                </a:lnTo>
                <a:lnTo>
                  <a:pt x="75457" y="38164"/>
                </a:lnTo>
                <a:lnTo>
                  <a:pt x="75086" y="38537"/>
                </a:lnTo>
                <a:lnTo>
                  <a:pt x="74725" y="38920"/>
                </a:lnTo>
                <a:lnTo>
                  <a:pt x="74373" y="39311"/>
                </a:lnTo>
                <a:lnTo>
                  <a:pt x="74030" y="39710"/>
                </a:lnTo>
                <a:lnTo>
                  <a:pt x="73696" y="40119"/>
                </a:lnTo>
                <a:lnTo>
                  <a:pt x="73372" y="40535"/>
                </a:lnTo>
                <a:lnTo>
                  <a:pt x="73058" y="40961"/>
                </a:lnTo>
                <a:lnTo>
                  <a:pt x="72752" y="41394"/>
                </a:lnTo>
                <a:lnTo>
                  <a:pt x="72456" y="41837"/>
                </a:lnTo>
                <a:lnTo>
                  <a:pt x="72170" y="42288"/>
                </a:lnTo>
                <a:lnTo>
                  <a:pt x="71892" y="42747"/>
                </a:lnTo>
                <a:lnTo>
                  <a:pt x="71626" y="43214"/>
                </a:lnTo>
                <a:lnTo>
                  <a:pt x="71370" y="43688"/>
                </a:lnTo>
                <a:lnTo>
                  <a:pt x="71126" y="44168"/>
                </a:lnTo>
                <a:lnTo>
                  <a:pt x="70893" y="44655"/>
                </a:lnTo>
                <a:lnTo>
                  <a:pt x="70672" y="45148"/>
                </a:lnTo>
                <a:lnTo>
                  <a:pt x="70462" y="45648"/>
                </a:lnTo>
                <a:lnTo>
                  <a:pt x="70263" y="46155"/>
                </a:lnTo>
                <a:lnTo>
                  <a:pt x="70076" y="46668"/>
                </a:lnTo>
                <a:lnTo>
                  <a:pt x="69900" y="47187"/>
                </a:lnTo>
                <a:lnTo>
                  <a:pt x="69736" y="47714"/>
                </a:lnTo>
                <a:lnTo>
                  <a:pt x="69582" y="48246"/>
                </a:lnTo>
                <a:lnTo>
                  <a:pt x="69441" y="48786"/>
                </a:lnTo>
                <a:lnTo>
                  <a:pt x="69310" y="49332"/>
                </a:lnTo>
                <a:lnTo>
                  <a:pt x="69191" y="49884"/>
                </a:lnTo>
                <a:lnTo>
                  <a:pt x="69083" y="50443"/>
                </a:lnTo>
                <a:lnTo>
                  <a:pt x="68986" y="51009"/>
                </a:lnTo>
                <a:lnTo>
                  <a:pt x="68901" y="51581"/>
                </a:lnTo>
                <a:lnTo>
                  <a:pt x="68828" y="52160"/>
                </a:lnTo>
                <a:lnTo>
                  <a:pt x="68765" y="52746"/>
                </a:lnTo>
                <a:lnTo>
                  <a:pt x="68714" y="53338"/>
                </a:lnTo>
                <a:lnTo>
                  <a:pt x="68674" y="53936"/>
                </a:lnTo>
                <a:lnTo>
                  <a:pt x="68646" y="54541"/>
                </a:lnTo>
                <a:lnTo>
                  <a:pt x="68629" y="55153"/>
                </a:lnTo>
                <a:lnTo>
                  <a:pt x="68623" y="55771"/>
                </a:lnTo>
                <a:lnTo>
                  <a:pt x="68623" y="71608"/>
                </a:lnTo>
                <a:lnTo>
                  <a:pt x="68629" y="72226"/>
                </a:lnTo>
                <a:lnTo>
                  <a:pt x="68646" y="72837"/>
                </a:lnTo>
                <a:lnTo>
                  <a:pt x="68674" y="73442"/>
                </a:lnTo>
                <a:lnTo>
                  <a:pt x="68714" y="74041"/>
                </a:lnTo>
                <a:lnTo>
                  <a:pt x="68765" y="74633"/>
                </a:lnTo>
                <a:lnTo>
                  <a:pt x="68828" y="75218"/>
                </a:lnTo>
                <a:lnTo>
                  <a:pt x="68901" y="75797"/>
                </a:lnTo>
                <a:lnTo>
                  <a:pt x="68986" y="76369"/>
                </a:lnTo>
                <a:lnTo>
                  <a:pt x="69083" y="76935"/>
                </a:lnTo>
                <a:lnTo>
                  <a:pt x="69191" y="77494"/>
                </a:lnTo>
                <a:lnTo>
                  <a:pt x="69310" y="78046"/>
                </a:lnTo>
                <a:lnTo>
                  <a:pt x="69441" y="78592"/>
                </a:lnTo>
                <a:lnTo>
                  <a:pt x="69582" y="79132"/>
                </a:lnTo>
                <a:lnTo>
                  <a:pt x="69736" y="79665"/>
                </a:lnTo>
                <a:lnTo>
                  <a:pt x="69900" y="80191"/>
                </a:lnTo>
                <a:lnTo>
                  <a:pt x="70076" y="80711"/>
                </a:lnTo>
                <a:lnTo>
                  <a:pt x="70263" y="81224"/>
                </a:lnTo>
                <a:lnTo>
                  <a:pt x="70462" y="81730"/>
                </a:lnTo>
                <a:lnTo>
                  <a:pt x="70672" y="82230"/>
                </a:lnTo>
                <a:lnTo>
                  <a:pt x="70893" y="82724"/>
                </a:lnTo>
                <a:lnTo>
                  <a:pt x="71126" y="83211"/>
                </a:lnTo>
                <a:lnTo>
                  <a:pt x="71370" y="83691"/>
                </a:lnTo>
                <a:lnTo>
                  <a:pt x="71626" y="84165"/>
                </a:lnTo>
                <a:lnTo>
                  <a:pt x="71892" y="84632"/>
                </a:lnTo>
                <a:lnTo>
                  <a:pt x="72170" y="85091"/>
                </a:lnTo>
                <a:lnTo>
                  <a:pt x="72456" y="85542"/>
                </a:lnTo>
                <a:lnTo>
                  <a:pt x="72752" y="85984"/>
                </a:lnTo>
                <a:lnTo>
                  <a:pt x="73058" y="86418"/>
                </a:lnTo>
                <a:lnTo>
                  <a:pt x="73372" y="86843"/>
                </a:lnTo>
                <a:lnTo>
                  <a:pt x="73696" y="87260"/>
                </a:lnTo>
                <a:lnTo>
                  <a:pt x="74030" y="87668"/>
                </a:lnTo>
                <a:lnTo>
                  <a:pt x="74373" y="88068"/>
                </a:lnTo>
                <a:lnTo>
                  <a:pt x="74725" y="88459"/>
                </a:lnTo>
                <a:lnTo>
                  <a:pt x="75086" y="88841"/>
                </a:lnTo>
                <a:lnTo>
                  <a:pt x="75457" y="89215"/>
                </a:lnTo>
                <a:lnTo>
                  <a:pt x="75837" y="89580"/>
                </a:lnTo>
                <a:lnTo>
                  <a:pt x="76227" y="89937"/>
                </a:lnTo>
                <a:lnTo>
                  <a:pt x="76626" y="90285"/>
                </a:lnTo>
                <a:lnTo>
                  <a:pt x="77034" y="90625"/>
                </a:lnTo>
                <a:lnTo>
                  <a:pt x="77452" y="90956"/>
                </a:lnTo>
                <a:lnTo>
                  <a:pt x="77879" y="91278"/>
                </a:lnTo>
                <a:lnTo>
                  <a:pt x="78316" y="91592"/>
                </a:lnTo>
                <a:lnTo>
                  <a:pt x="78761" y="91897"/>
                </a:lnTo>
                <a:lnTo>
                  <a:pt x="79216" y="92194"/>
                </a:lnTo>
                <a:lnTo>
                  <a:pt x="79681" y="92482"/>
                </a:lnTo>
                <a:lnTo>
                  <a:pt x="80155" y="92762"/>
                </a:lnTo>
                <a:lnTo>
                  <a:pt x="80638" y="93033"/>
                </a:lnTo>
                <a:lnTo>
                  <a:pt x="81131" y="93296"/>
                </a:lnTo>
                <a:lnTo>
                  <a:pt x="81632" y="93548"/>
                </a:lnTo>
                <a:lnTo>
                  <a:pt x="82140" y="93790"/>
                </a:lnTo>
                <a:lnTo>
                  <a:pt x="82655" y="94022"/>
                </a:lnTo>
                <a:lnTo>
                  <a:pt x="83177" y="94242"/>
                </a:lnTo>
                <a:lnTo>
                  <a:pt x="83707" y="94452"/>
                </a:lnTo>
                <a:lnTo>
                  <a:pt x="84243" y="94651"/>
                </a:lnTo>
                <a:lnTo>
                  <a:pt x="84787" y="94839"/>
                </a:lnTo>
                <a:lnTo>
                  <a:pt x="85338" y="95017"/>
                </a:lnTo>
                <a:lnTo>
                  <a:pt x="85897" y="95183"/>
                </a:lnTo>
                <a:lnTo>
                  <a:pt x="86462" y="95339"/>
                </a:lnTo>
                <a:lnTo>
                  <a:pt x="87035" y="95484"/>
                </a:lnTo>
                <a:lnTo>
                  <a:pt x="87614" y="95619"/>
                </a:lnTo>
                <a:lnTo>
                  <a:pt x="88201" y="95743"/>
                </a:lnTo>
                <a:lnTo>
                  <a:pt x="88795" y="95855"/>
                </a:lnTo>
                <a:lnTo>
                  <a:pt x="89396" y="95958"/>
                </a:lnTo>
                <a:lnTo>
                  <a:pt x="90005" y="96049"/>
                </a:lnTo>
                <a:lnTo>
                  <a:pt x="90620" y="96130"/>
                </a:lnTo>
                <a:lnTo>
                  <a:pt x="91243" y="96200"/>
                </a:lnTo>
                <a:lnTo>
                  <a:pt x="91873" y="96259"/>
                </a:lnTo>
                <a:lnTo>
                  <a:pt x="92510" y="96307"/>
                </a:lnTo>
                <a:lnTo>
                  <a:pt x="93154" y="96345"/>
                </a:lnTo>
                <a:lnTo>
                  <a:pt x="93806" y="96372"/>
                </a:lnTo>
                <a:lnTo>
                  <a:pt x="94464" y="96388"/>
                </a:lnTo>
                <a:lnTo>
                  <a:pt x="95130" y="96393"/>
                </a:lnTo>
                <a:lnTo>
                  <a:pt x="95966" y="96385"/>
                </a:lnTo>
                <a:lnTo>
                  <a:pt x="96792" y="96359"/>
                </a:lnTo>
                <a:lnTo>
                  <a:pt x="97607" y="96317"/>
                </a:lnTo>
                <a:lnTo>
                  <a:pt x="98412" y="96258"/>
                </a:lnTo>
                <a:lnTo>
                  <a:pt x="99206" y="96182"/>
                </a:lnTo>
                <a:close/>
                <a:moveTo>
                  <a:pt x="82513" y="55232"/>
                </a:moveTo>
                <a:lnTo>
                  <a:pt x="82529" y="54702"/>
                </a:lnTo>
                <a:lnTo>
                  <a:pt x="82557" y="54183"/>
                </a:lnTo>
                <a:lnTo>
                  <a:pt x="82596" y="53674"/>
                </a:lnTo>
                <a:lnTo>
                  <a:pt x="82646" y="53175"/>
                </a:lnTo>
                <a:lnTo>
                  <a:pt x="82708" y="52687"/>
                </a:lnTo>
                <a:lnTo>
                  <a:pt x="82780" y="52209"/>
                </a:lnTo>
                <a:lnTo>
                  <a:pt x="82864" y="51742"/>
                </a:lnTo>
                <a:lnTo>
                  <a:pt x="82959" y="51285"/>
                </a:lnTo>
                <a:lnTo>
                  <a:pt x="83065" y="50838"/>
                </a:lnTo>
                <a:lnTo>
                  <a:pt x="83182" y="50402"/>
                </a:lnTo>
                <a:lnTo>
                  <a:pt x="83310" y="49976"/>
                </a:lnTo>
                <a:lnTo>
                  <a:pt x="83450" y="49561"/>
                </a:lnTo>
                <a:lnTo>
                  <a:pt x="83600" y="49155"/>
                </a:lnTo>
                <a:lnTo>
                  <a:pt x="83762" y="48760"/>
                </a:lnTo>
                <a:lnTo>
                  <a:pt x="83935" y="48376"/>
                </a:lnTo>
                <a:lnTo>
                  <a:pt x="84119" y="48002"/>
                </a:lnTo>
                <a:lnTo>
                  <a:pt x="84314" y="47638"/>
                </a:lnTo>
                <a:lnTo>
                  <a:pt x="84521" y="47285"/>
                </a:lnTo>
                <a:lnTo>
                  <a:pt x="84738" y="46942"/>
                </a:lnTo>
                <a:lnTo>
                  <a:pt x="84967" y="46609"/>
                </a:lnTo>
                <a:lnTo>
                  <a:pt x="85207" y="46287"/>
                </a:lnTo>
                <a:lnTo>
                  <a:pt x="85458" y="45975"/>
                </a:lnTo>
                <a:lnTo>
                  <a:pt x="85720" y="45673"/>
                </a:lnTo>
                <a:lnTo>
                  <a:pt x="85993" y="45383"/>
                </a:lnTo>
                <a:lnTo>
                  <a:pt x="86276" y="45105"/>
                </a:lnTo>
                <a:lnTo>
                  <a:pt x="86570" y="44839"/>
                </a:lnTo>
                <a:lnTo>
                  <a:pt x="86874" y="44586"/>
                </a:lnTo>
                <a:lnTo>
                  <a:pt x="87188" y="44345"/>
                </a:lnTo>
                <a:lnTo>
                  <a:pt x="87513" y="44117"/>
                </a:lnTo>
                <a:lnTo>
                  <a:pt x="87848" y="43901"/>
                </a:lnTo>
                <a:lnTo>
                  <a:pt x="88194" y="43697"/>
                </a:lnTo>
                <a:lnTo>
                  <a:pt x="88550" y="43505"/>
                </a:lnTo>
                <a:lnTo>
                  <a:pt x="88916" y="43326"/>
                </a:lnTo>
                <a:lnTo>
                  <a:pt x="89292" y="43159"/>
                </a:lnTo>
                <a:lnTo>
                  <a:pt x="89679" y="43005"/>
                </a:lnTo>
                <a:lnTo>
                  <a:pt x="90076" y="42863"/>
                </a:lnTo>
                <a:lnTo>
                  <a:pt x="90484" y="42733"/>
                </a:lnTo>
                <a:lnTo>
                  <a:pt x="90902" y="42616"/>
                </a:lnTo>
                <a:lnTo>
                  <a:pt x="91330" y="42511"/>
                </a:lnTo>
                <a:lnTo>
                  <a:pt x="91769" y="42418"/>
                </a:lnTo>
                <a:lnTo>
                  <a:pt x="92218" y="42338"/>
                </a:lnTo>
                <a:lnTo>
                  <a:pt x="92678" y="42270"/>
                </a:lnTo>
                <a:lnTo>
                  <a:pt x="93147" y="42214"/>
                </a:lnTo>
                <a:lnTo>
                  <a:pt x="93627" y="42171"/>
                </a:lnTo>
                <a:lnTo>
                  <a:pt x="94118" y="42140"/>
                </a:lnTo>
                <a:lnTo>
                  <a:pt x="94619" y="42122"/>
                </a:lnTo>
                <a:lnTo>
                  <a:pt x="95130" y="42115"/>
                </a:lnTo>
                <a:lnTo>
                  <a:pt x="95641" y="42121"/>
                </a:lnTo>
                <a:lnTo>
                  <a:pt x="96141" y="42140"/>
                </a:lnTo>
                <a:lnTo>
                  <a:pt x="96631" y="42170"/>
                </a:lnTo>
                <a:lnTo>
                  <a:pt x="97110" y="42213"/>
                </a:lnTo>
                <a:lnTo>
                  <a:pt x="97578" y="42267"/>
                </a:lnTo>
                <a:lnTo>
                  <a:pt x="98035" y="42334"/>
                </a:lnTo>
                <a:lnTo>
                  <a:pt x="98481" y="42413"/>
                </a:lnTo>
                <a:lnTo>
                  <a:pt x="98917" y="42504"/>
                </a:lnTo>
                <a:lnTo>
                  <a:pt x="99342" y="42608"/>
                </a:lnTo>
                <a:lnTo>
                  <a:pt x="99756" y="42723"/>
                </a:lnTo>
                <a:lnTo>
                  <a:pt x="100159" y="42851"/>
                </a:lnTo>
                <a:lnTo>
                  <a:pt x="100552" y="42990"/>
                </a:lnTo>
                <a:lnTo>
                  <a:pt x="100934" y="43142"/>
                </a:lnTo>
                <a:lnTo>
                  <a:pt x="101305" y="43306"/>
                </a:lnTo>
                <a:lnTo>
                  <a:pt x="101665" y="43483"/>
                </a:lnTo>
                <a:lnTo>
                  <a:pt x="102015" y="43671"/>
                </a:lnTo>
                <a:lnTo>
                  <a:pt x="102354" y="43872"/>
                </a:lnTo>
                <a:lnTo>
                  <a:pt x="102682" y="44084"/>
                </a:lnTo>
                <a:lnTo>
                  <a:pt x="102999" y="44309"/>
                </a:lnTo>
                <a:lnTo>
                  <a:pt x="103306" y="44546"/>
                </a:lnTo>
                <a:lnTo>
                  <a:pt x="103602" y="44795"/>
                </a:lnTo>
                <a:lnTo>
                  <a:pt x="103887" y="45057"/>
                </a:lnTo>
                <a:lnTo>
                  <a:pt x="104161" y="45330"/>
                </a:lnTo>
                <a:lnTo>
                  <a:pt x="104424" y="45616"/>
                </a:lnTo>
                <a:lnTo>
                  <a:pt x="104677" y="45913"/>
                </a:lnTo>
                <a:lnTo>
                  <a:pt x="104919" y="46220"/>
                </a:lnTo>
                <a:lnTo>
                  <a:pt x="105151" y="46538"/>
                </a:lnTo>
                <a:lnTo>
                  <a:pt x="105371" y="46867"/>
                </a:lnTo>
                <a:lnTo>
                  <a:pt x="105581" y="47206"/>
                </a:lnTo>
                <a:lnTo>
                  <a:pt x="105780" y="47556"/>
                </a:lnTo>
                <a:lnTo>
                  <a:pt x="105969" y="47916"/>
                </a:lnTo>
                <a:lnTo>
                  <a:pt x="106146" y="48287"/>
                </a:lnTo>
                <a:lnTo>
                  <a:pt x="106313" y="48668"/>
                </a:lnTo>
                <a:lnTo>
                  <a:pt x="106469" y="49060"/>
                </a:lnTo>
                <a:lnTo>
                  <a:pt x="106614" y="49463"/>
                </a:lnTo>
                <a:lnTo>
                  <a:pt x="106749" y="49876"/>
                </a:lnTo>
                <a:lnTo>
                  <a:pt x="106873" y="50299"/>
                </a:lnTo>
                <a:lnTo>
                  <a:pt x="106986" y="50734"/>
                </a:lnTo>
                <a:lnTo>
                  <a:pt x="107088" y="51178"/>
                </a:lnTo>
                <a:lnTo>
                  <a:pt x="107179" y="51634"/>
                </a:lnTo>
                <a:lnTo>
                  <a:pt x="107260" y="52099"/>
                </a:lnTo>
                <a:lnTo>
                  <a:pt x="107330" y="52576"/>
                </a:lnTo>
                <a:lnTo>
                  <a:pt x="107389" y="53063"/>
                </a:lnTo>
                <a:lnTo>
                  <a:pt x="107438" y="53560"/>
                </a:lnTo>
                <a:lnTo>
                  <a:pt x="107475" y="54068"/>
                </a:lnTo>
                <a:lnTo>
                  <a:pt x="107502" y="54587"/>
                </a:lnTo>
                <a:lnTo>
                  <a:pt x="107518" y="55116"/>
                </a:lnTo>
                <a:lnTo>
                  <a:pt x="107524" y="55656"/>
                </a:lnTo>
                <a:lnTo>
                  <a:pt x="107524" y="57961"/>
                </a:lnTo>
                <a:lnTo>
                  <a:pt x="82507" y="58181"/>
                </a:lnTo>
                <a:lnTo>
                  <a:pt x="82507" y="55771"/>
                </a:lnTo>
                <a:lnTo>
                  <a:pt x="82513" y="55232"/>
                </a:lnTo>
                <a:close/>
                <a:moveTo>
                  <a:pt x="236911" y="96182"/>
                </a:moveTo>
                <a:lnTo>
                  <a:pt x="237695" y="96088"/>
                </a:lnTo>
                <a:lnTo>
                  <a:pt x="238468" y="95978"/>
                </a:lnTo>
                <a:lnTo>
                  <a:pt x="239230" y="95851"/>
                </a:lnTo>
                <a:lnTo>
                  <a:pt x="239982" y="95707"/>
                </a:lnTo>
                <a:lnTo>
                  <a:pt x="240723" y="95547"/>
                </a:lnTo>
                <a:lnTo>
                  <a:pt x="241454" y="95369"/>
                </a:lnTo>
                <a:lnTo>
                  <a:pt x="242174" y="95174"/>
                </a:lnTo>
                <a:lnTo>
                  <a:pt x="242884" y="94962"/>
                </a:lnTo>
                <a:lnTo>
                  <a:pt x="243583" y="94734"/>
                </a:lnTo>
                <a:lnTo>
                  <a:pt x="244271" y="94488"/>
                </a:lnTo>
                <a:lnTo>
                  <a:pt x="244949" y="94226"/>
                </a:lnTo>
                <a:lnTo>
                  <a:pt x="245616" y="93946"/>
                </a:lnTo>
                <a:lnTo>
                  <a:pt x="246273" y="93650"/>
                </a:lnTo>
                <a:lnTo>
                  <a:pt x="246919" y="93337"/>
                </a:lnTo>
                <a:lnTo>
                  <a:pt x="247555" y="93007"/>
                </a:lnTo>
                <a:lnTo>
                  <a:pt x="248180" y="92660"/>
                </a:lnTo>
                <a:lnTo>
                  <a:pt x="248794" y="92296"/>
                </a:lnTo>
                <a:lnTo>
                  <a:pt x="249398" y="91915"/>
                </a:lnTo>
                <a:lnTo>
                  <a:pt x="249992" y="91517"/>
                </a:lnTo>
                <a:lnTo>
                  <a:pt x="250570" y="91105"/>
                </a:lnTo>
                <a:lnTo>
                  <a:pt x="251130" y="90681"/>
                </a:lnTo>
                <a:lnTo>
                  <a:pt x="251671" y="90246"/>
                </a:lnTo>
                <a:lnTo>
                  <a:pt x="252193" y="89800"/>
                </a:lnTo>
                <a:lnTo>
                  <a:pt x="252695" y="89343"/>
                </a:lnTo>
                <a:lnTo>
                  <a:pt x="253179" y="88874"/>
                </a:lnTo>
                <a:lnTo>
                  <a:pt x="253644" y="88394"/>
                </a:lnTo>
                <a:lnTo>
                  <a:pt x="254091" y="87902"/>
                </a:lnTo>
                <a:lnTo>
                  <a:pt x="254518" y="87399"/>
                </a:lnTo>
                <a:lnTo>
                  <a:pt x="254926" y="86885"/>
                </a:lnTo>
                <a:lnTo>
                  <a:pt x="255316" y="86359"/>
                </a:lnTo>
                <a:lnTo>
                  <a:pt x="255686" y="85822"/>
                </a:lnTo>
                <a:lnTo>
                  <a:pt x="256038" y="85274"/>
                </a:lnTo>
                <a:lnTo>
                  <a:pt x="256370" y="84714"/>
                </a:lnTo>
                <a:lnTo>
                  <a:pt x="256684" y="84143"/>
                </a:lnTo>
                <a:lnTo>
                  <a:pt x="256979" y="83561"/>
                </a:lnTo>
                <a:lnTo>
                  <a:pt x="257254" y="82967"/>
                </a:lnTo>
                <a:lnTo>
                  <a:pt x="257511" y="82362"/>
                </a:lnTo>
                <a:lnTo>
                  <a:pt x="257749" y="81745"/>
                </a:lnTo>
                <a:lnTo>
                  <a:pt x="257969" y="81118"/>
                </a:lnTo>
                <a:lnTo>
                  <a:pt x="258169" y="80478"/>
                </a:lnTo>
                <a:lnTo>
                  <a:pt x="258350" y="79828"/>
                </a:lnTo>
                <a:lnTo>
                  <a:pt x="258512" y="79166"/>
                </a:lnTo>
                <a:lnTo>
                  <a:pt x="258656" y="78493"/>
                </a:lnTo>
                <a:lnTo>
                  <a:pt x="244541" y="78493"/>
                </a:lnTo>
                <a:lnTo>
                  <a:pt x="244470" y="78758"/>
                </a:lnTo>
                <a:lnTo>
                  <a:pt x="244392" y="79017"/>
                </a:lnTo>
                <a:lnTo>
                  <a:pt x="244306" y="79272"/>
                </a:lnTo>
                <a:lnTo>
                  <a:pt x="244212" y="79521"/>
                </a:lnTo>
                <a:lnTo>
                  <a:pt x="244111" y="79764"/>
                </a:lnTo>
                <a:lnTo>
                  <a:pt x="244003" y="80002"/>
                </a:lnTo>
                <a:lnTo>
                  <a:pt x="243886" y="80235"/>
                </a:lnTo>
                <a:lnTo>
                  <a:pt x="243763" y="80463"/>
                </a:lnTo>
                <a:lnTo>
                  <a:pt x="243631" y="80685"/>
                </a:lnTo>
                <a:lnTo>
                  <a:pt x="243493" y="80901"/>
                </a:lnTo>
                <a:lnTo>
                  <a:pt x="243346" y="81112"/>
                </a:lnTo>
                <a:lnTo>
                  <a:pt x="243192" y="81318"/>
                </a:lnTo>
                <a:lnTo>
                  <a:pt x="243030" y="81519"/>
                </a:lnTo>
                <a:lnTo>
                  <a:pt x="242861" y="81714"/>
                </a:lnTo>
                <a:lnTo>
                  <a:pt x="242685" y="81904"/>
                </a:lnTo>
                <a:lnTo>
                  <a:pt x="242500" y="82088"/>
                </a:lnTo>
                <a:lnTo>
                  <a:pt x="242308" y="82267"/>
                </a:lnTo>
                <a:lnTo>
                  <a:pt x="242109" y="82441"/>
                </a:lnTo>
                <a:lnTo>
                  <a:pt x="241902" y="82609"/>
                </a:lnTo>
                <a:lnTo>
                  <a:pt x="241687" y="82772"/>
                </a:lnTo>
                <a:lnTo>
                  <a:pt x="241465" y="82929"/>
                </a:lnTo>
                <a:lnTo>
                  <a:pt x="241235" y="83081"/>
                </a:lnTo>
                <a:lnTo>
                  <a:pt x="240998" y="83228"/>
                </a:lnTo>
                <a:lnTo>
                  <a:pt x="240753" y="83369"/>
                </a:lnTo>
                <a:lnTo>
                  <a:pt x="240502" y="83505"/>
                </a:lnTo>
                <a:lnTo>
                  <a:pt x="240243" y="83635"/>
                </a:lnTo>
                <a:lnTo>
                  <a:pt x="239979" y="83759"/>
                </a:lnTo>
                <a:lnTo>
                  <a:pt x="239708" y="83877"/>
                </a:lnTo>
                <a:lnTo>
                  <a:pt x="239430" y="83990"/>
                </a:lnTo>
                <a:lnTo>
                  <a:pt x="239147" y="84097"/>
                </a:lnTo>
                <a:lnTo>
                  <a:pt x="238857" y="84198"/>
                </a:lnTo>
                <a:lnTo>
                  <a:pt x="238560" y="84293"/>
                </a:lnTo>
                <a:lnTo>
                  <a:pt x="238257" y="84383"/>
                </a:lnTo>
                <a:lnTo>
                  <a:pt x="237948" y="84467"/>
                </a:lnTo>
                <a:lnTo>
                  <a:pt x="237633" y="84545"/>
                </a:lnTo>
                <a:lnTo>
                  <a:pt x="237311" y="84617"/>
                </a:lnTo>
                <a:lnTo>
                  <a:pt x="236983" y="84683"/>
                </a:lnTo>
                <a:lnTo>
                  <a:pt x="236648" y="84744"/>
                </a:lnTo>
                <a:lnTo>
                  <a:pt x="236307" y="84799"/>
                </a:lnTo>
                <a:lnTo>
                  <a:pt x="235959" y="84848"/>
                </a:lnTo>
                <a:lnTo>
                  <a:pt x="235606" y="84891"/>
                </a:lnTo>
                <a:lnTo>
                  <a:pt x="235246" y="84929"/>
                </a:lnTo>
                <a:lnTo>
                  <a:pt x="234879" y="84960"/>
                </a:lnTo>
                <a:lnTo>
                  <a:pt x="234506" y="84986"/>
                </a:lnTo>
                <a:lnTo>
                  <a:pt x="234127" y="85007"/>
                </a:lnTo>
                <a:lnTo>
                  <a:pt x="233741" y="85021"/>
                </a:lnTo>
                <a:lnTo>
                  <a:pt x="233349" y="85030"/>
                </a:lnTo>
                <a:lnTo>
                  <a:pt x="232951" y="85033"/>
                </a:lnTo>
                <a:lnTo>
                  <a:pt x="232430" y="85027"/>
                </a:lnTo>
                <a:lnTo>
                  <a:pt x="231920" y="85009"/>
                </a:lnTo>
                <a:lnTo>
                  <a:pt x="231421" y="84980"/>
                </a:lnTo>
                <a:lnTo>
                  <a:pt x="230933" y="84939"/>
                </a:lnTo>
                <a:lnTo>
                  <a:pt x="230455" y="84886"/>
                </a:lnTo>
                <a:lnTo>
                  <a:pt x="229988" y="84821"/>
                </a:lnTo>
                <a:lnTo>
                  <a:pt x="229532" y="84745"/>
                </a:lnTo>
                <a:lnTo>
                  <a:pt x="229087" y="84657"/>
                </a:lnTo>
                <a:lnTo>
                  <a:pt x="228652" y="84557"/>
                </a:lnTo>
                <a:lnTo>
                  <a:pt x="228229" y="84445"/>
                </a:lnTo>
                <a:lnTo>
                  <a:pt x="227816" y="84322"/>
                </a:lnTo>
                <a:lnTo>
                  <a:pt x="227413" y="84186"/>
                </a:lnTo>
                <a:lnTo>
                  <a:pt x="227022" y="84040"/>
                </a:lnTo>
                <a:lnTo>
                  <a:pt x="226641" y="83881"/>
                </a:lnTo>
                <a:lnTo>
                  <a:pt x="226271" y="83711"/>
                </a:lnTo>
                <a:lnTo>
                  <a:pt x="225912" y="83528"/>
                </a:lnTo>
                <a:lnTo>
                  <a:pt x="225563" y="83334"/>
                </a:lnTo>
                <a:lnTo>
                  <a:pt x="225226" y="83129"/>
                </a:lnTo>
                <a:lnTo>
                  <a:pt x="224899" y="82911"/>
                </a:lnTo>
                <a:lnTo>
                  <a:pt x="224582" y="82682"/>
                </a:lnTo>
                <a:lnTo>
                  <a:pt x="224277" y="82441"/>
                </a:lnTo>
                <a:lnTo>
                  <a:pt x="223982" y="82189"/>
                </a:lnTo>
                <a:lnTo>
                  <a:pt x="223698" y="81924"/>
                </a:lnTo>
                <a:lnTo>
                  <a:pt x="223425" y="81648"/>
                </a:lnTo>
                <a:lnTo>
                  <a:pt x="223163" y="81360"/>
                </a:lnTo>
                <a:lnTo>
                  <a:pt x="222912" y="81061"/>
                </a:lnTo>
                <a:lnTo>
                  <a:pt x="222672" y="80751"/>
                </a:lnTo>
                <a:lnTo>
                  <a:pt x="222444" y="80429"/>
                </a:lnTo>
                <a:lnTo>
                  <a:pt x="222226" y="80096"/>
                </a:lnTo>
                <a:lnTo>
                  <a:pt x="222020" y="79751"/>
                </a:lnTo>
                <a:lnTo>
                  <a:pt x="221824" y="79395"/>
                </a:lnTo>
                <a:lnTo>
                  <a:pt x="221640" y="79028"/>
                </a:lnTo>
                <a:lnTo>
                  <a:pt x="221467" y="78649"/>
                </a:lnTo>
                <a:lnTo>
                  <a:pt x="221306" y="78259"/>
                </a:lnTo>
                <a:lnTo>
                  <a:pt x="221155" y="77858"/>
                </a:lnTo>
                <a:lnTo>
                  <a:pt x="221015" y="77446"/>
                </a:lnTo>
                <a:lnTo>
                  <a:pt x="220887" y="77021"/>
                </a:lnTo>
                <a:lnTo>
                  <a:pt x="220770" y="76586"/>
                </a:lnTo>
                <a:lnTo>
                  <a:pt x="220664" y="76139"/>
                </a:lnTo>
                <a:lnTo>
                  <a:pt x="220569" y="75681"/>
                </a:lnTo>
                <a:lnTo>
                  <a:pt x="220486" y="75212"/>
                </a:lnTo>
                <a:lnTo>
                  <a:pt x="220413" y="74731"/>
                </a:lnTo>
                <a:lnTo>
                  <a:pt x="220352" y="74239"/>
                </a:lnTo>
                <a:lnTo>
                  <a:pt x="220301" y="73735"/>
                </a:lnTo>
                <a:lnTo>
                  <a:pt x="220262" y="73220"/>
                </a:lnTo>
                <a:lnTo>
                  <a:pt x="220235" y="72694"/>
                </a:lnTo>
                <a:lnTo>
                  <a:pt x="220218" y="72157"/>
                </a:lnTo>
                <a:lnTo>
                  <a:pt x="220212" y="71608"/>
                </a:lnTo>
                <a:lnTo>
                  <a:pt x="220212" y="67132"/>
                </a:lnTo>
                <a:lnTo>
                  <a:pt x="259114" y="67132"/>
                </a:lnTo>
                <a:lnTo>
                  <a:pt x="259114" y="55771"/>
                </a:lnTo>
                <a:lnTo>
                  <a:pt x="259109" y="55153"/>
                </a:lnTo>
                <a:lnTo>
                  <a:pt x="259092" y="54541"/>
                </a:lnTo>
                <a:lnTo>
                  <a:pt x="259063" y="53936"/>
                </a:lnTo>
                <a:lnTo>
                  <a:pt x="259024" y="53338"/>
                </a:lnTo>
                <a:lnTo>
                  <a:pt x="258972" y="52746"/>
                </a:lnTo>
                <a:lnTo>
                  <a:pt x="258910" y="52160"/>
                </a:lnTo>
                <a:lnTo>
                  <a:pt x="258836" y="51581"/>
                </a:lnTo>
                <a:lnTo>
                  <a:pt x="258751" y="51009"/>
                </a:lnTo>
                <a:lnTo>
                  <a:pt x="258654" y="50443"/>
                </a:lnTo>
                <a:lnTo>
                  <a:pt x="258547" y="49884"/>
                </a:lnTo>
                <a:lnTo>
                  <a:pt x="258427" y="49332"/>
                </a:lnTo>
                <a:lnTo>
                  <a:pt x="258297" y="48786"/>
                </a:lnTo>
                <a:lnTo>
                  <a:pt x="258155" y="48246"/>
                </a:lnTo>
                <a:lnTo>
                  <a:pt x="258001" y="47714"/>
                </a:lnTo>
                <a:lnTo>
                  <a:pt x="257837" y="47187"/>
                </a:lnTo>
                <a:lnTo>
                  <a:pt x="257661" y="46668"/>
                </a:lnTo>
                <a:lnTo>
                  <a:pt x="257473" y="46155"/>
                </a:lnTo>
                <a:lnTo>
                  <a:pt x="257275" y="45648"/>
                </a:lnTo>
                <a:lnTo>
                  <a:pt x="257064" y="45148"/>
                </a:lnTo>
                <a:lnTo>
                  <a:pt x="256843" y="44655"/>
                </a:lnTo>
                <a:lnTo>
                  <a:pt x="256610" y="44168"/>
                </a:lnTo>
                <a:lnTo>
                  <a:pt x="256366" y="43688"/>
                </a:lnTo>
                <a:lnTo>
                  <a:pt x="256110" y="43214"/>
                </a:lnTo>
                <a:lnTo>
                  <a:pt x="255844" y="42747"/>
                </a:lnTo>
                <a:lnTo>
                  <a:pt x="255567" y="42288"/>
                </a:lnTo>
                <a:lnTo>
                  <a:pt x="255280" y="41837"/>
                </a:lnTo>
                <a:lnTo>
                  <a:pt x="254985" y="41394"/>
                </a:lnTo>
                <a:lnTo>
                  <a:pt x="254680" y="40961"/>
                </a:lnTo>
                <a:lnTo>
                  <a:pt x="254367" y="40535"/>
                </a:lnTo>
                <a:lnTo>
                  <a:pt x="254044" y="40119"/>
                </a:lnTo>
                <a:lnTo>
                  <a:pt x="253712" y="39710"/>
                </a:lnTo>
                <a:lnTo>
                  <a:pt x="253371" y="39311"/>
                </a:lnTo>
                <a:lnTo>
                  <a:pt x="253020" y="38920"/>
                </a:lnTo>
                <a:lnTo>
                  <a:pt x="252661" y="38537"/>
                </a:lnTo>
                <a:lnTo>
                  <a:pt x="252292" y="38164"/>
                </a:lnTo>
                <a:lnTo>
                  <a:pt x="251914" y="37798"/>
                </a:lnTo>
                <a:lnTo>
                  <a:pt x="251527" y="37442"/>
                </a:lnTo>
                <a:lnTo>
                  <a:pt x="251130" y="37093"/>
                </a:lnTo>
                <a:lnTo>
                  <a:pt x="250725" y="36754"/>
                </a:lnTo>
                <a:lnTo>
                  <a:pt x="250310" y="36423"/>
                </a:lnTo>
                <a:lnTo>
                  <a:pt x="249887" y="36100"/>
                </a:lnTo>
                <a:lnTo>
                  <a:pt x="249454" y="35787"/>
                </a:lnTo>
                <a:lnTo>
                  <a:pt x="249011" y="35481"/>
                </a:lnTo>
                <a:lnTo>
                  <a:pt x="248560" y="35185"/>
                </a:lnTo>
                <a:lnTo>
                  <a:pt x="248100" y="34896"/>
                </a:lnTo>
                <a:lnTo>
                  <a:pt x="247630" y="34617"/>
                </a:lnTo>
                <a:lnTo>
                  <a:pt x="247151" y="34346"/>
                </a:lnTo>
                <a:lnTo>
                  <a:pt x="246663" y="34083"/>
                </a:lnTo>
                <a:lnTo>
                  <a:pt x="246167" y="33831"/>
                </a:lnTo>
                <a:lnTo>
                  <a:pt x="245664" y="33588"/>
                </a:lnTo>
                <a:lnTo>
                  <a:pt x="245154" y="33357"/>
                </a:lnTo>
                <a:lnTo>
                  <a:pt x="244637" y="33136"/>
                </a:lnTo>
                <a:lnTo>
                  <a:pt x="244113" y="32927"/>
                </a:lnTo>
                <a:lnTo>
                  <a:pt x="243583" y="32728"/>
                </a:lnTo>
                <a:lnTo>
                  <a:pt x="243045" y="32539"/>
                </a:lnTo>
                <a:lnTo>
                  <a:pt x="242500" y="32362"/>
                </a:lnTo>
                <a:lnTo>
                  <a:pt x="241948" y="32195"/>
                </a:lnTo>
                <a:lnTo>
                  <a:pt x="241390" y="32039"/>
                </a:lnTo>
                <a:lnTo>
                  <a:pt x="240824" y="31894"/>
                </a:lnTo>
                <a:lnTo>
                  <a:pt x="240251" y="31759"/>
                </a:lnTo>
                <a:lnTo>
                  <a:pt x="239672" y="31635"/>
                </a:lnTo>
                <a:lnTo>
                  <a:pt x="239085" y="31522"/>
                </a:lnTo>
                <a:lnTo>
                  <a:pt x="238491" y="31420"/>
                </a:lnTo>
                <a:lnTo>
                  <a:pt x="237891" y="31329"/>
                </a:lnTo>
                <a:lnTo>
                  <a:pt x="237283" y="31248"/>
                </a:lnTo>
                <a:lnTo>
                  <a:pt x="236669" y="31178"/>
                </a:lnTo>
                <a:lnTo>
                  <a:pt x="236047" y="31119"/>
                </a:lnTo>
                <a:lnTo>
                  <a:pt x="235419" y="31070"/>
                </a:lnTo>
                <a:lnTo>
                  <a:pt x="234783" y="31033"/>
                </a:lnTo>
                <a:lnTo>
                  <a:pt x="234141" y="31006"/>
                </a:lnTo>
                <a:lnTo>
                  <a:pt x="233492" y="30990"/>
                </a:lnTo>
                <a:lnTo>
                  <a:pt x="232835" y="30984"/>
                </a:lnTo>
                <a:lnTo>
                  <a:pt x="232170" y="30990"/>
                </a:lnTo>
                <a:lnTo>
                  <a:pt x="231511" y="31006"/>
                </a:lnTo>
                <a:lnTo>
                  <a:pt x="230860" y="31033"/>
                </a:lnTo>
                <a:lnTo>
                  <a:pt x="230215" y="31070"/>
                </a:lnTo>
                <a:lnTo>
                  <a:pt x="229578" y="31119"/>
                </a:lnTo>
                <a:lnTo>
                  <a:pt x="228948" y="31178"/>
                </a:lnTo>
                <a:lnTo>
                  <a:pt x="228326" y="31248"/>
                </a:lnTo>
                <a:lnTo>
                  <a:pt x="227710" y="31329"/>
                </a:lnTo>
                <a:lnTo>
                  <a:pt x="227102" y="31420"/>
                </a:lnTo>
                <a:lnTo>
                  <a:pt x="226500" y="31522"/>
                </a:lnTo>
                <a:lnTo>
                  <a:pt x="225906" y="31635"/>
                </a:lnTo>
                <a:lnTo>
                  <a:pt x="225319" y="31759"/>
                </a:lnTo>
                <a:lnTo>
                  <a:pt x="224740" y="31894"/>
                </a:lnTo>
                <a:lnTo>
                  <a:pt x="224167" y="32039"/>
                </a:lnTo>
                <a:lnTo>
                  <a:pt x="223602" y="32195"/>
                </a:lnTo>
                <a:lnTo>
                  <a:pt x="223044" y="32362"/>
                </a:lnTo>
                <a:lnTo>
                  <a:pt x="222493" y="32539"/>
                </a:lnTo>
                <a:lnTo>
                  <a:pt x="221949" y="32728"/>
                </a:lnTo>
                <a:lnTo>
                  <a:pt x="221412" y="32927"/>
                </a:lnTo>
                <a:lnTo>
                  <a:pt x="220882" y="33136"/>
                </a:lnTo>
                <a:lnTo>
                  <a:pt x="220360" y="33357"/>
                </a:lnTo>
                <a:lnTo>
                  <a:pt x="219845" y="33588"/>
                </a:lnTo>
                <a:lnTo>
                  <a:pt x="219337" y="33831"/>
                </a:lnTo>
                <a:lnTo>
                  <a:pt x="218836" y="34083"/>
                </a:lnTo>
                <a:lnTo>
                  <a:pt x="218343" y="34346"/>
                </a:lnTo>
                <a:lnTo>
                  <a:pt x="217860" y="34617"/>
                </a:lnTo>
                <a:lnTo>
                  <a:pt x="217386" y="34896"/>
                </a:lnTo>
                <a:lnTo>
                  <a:pt x="216922" y="35185"/>
                </a:lnTo>
                <a:lnTo>
                  <a:pt x="216467" y="35481"/>
                </a:lnTo>
                <a:lnTo>
                  <a:pt x="216021" y="35787"/>
                </a:lnTo>
                <a:lnTo>
                  <a:pt x="215584" y="36100"/>
                </a:lnTo>
                <a:lnTo>
                  <a:pt x="215157" y="36423"/>
                </a:lnTo>
                <a:lnTo>
                  <a:pt x="214740" y="36754"/>
                </a:lnTo>
                <a:lnTo>
                  <a:pt x="214331" y="37093"/>
                </a:lnTo>
                <a:lnTo>
                  <a:pt x="213932" y="37442"/>
                </a:lnTo>
                <a:lnTo>
                  <a:pt x="213543" y="37798"/>
                </a:lnTo>
                <a:lnTo>
                  <a:pt x="213162" y="38164"/>
                </a:lnTo>
                <a:lnTo>
                  <a:pt x="212791" y="38537"/>
                </a:lnTo>
                <a:lnTo>
                  <a:pt x="212430" y="38920"/>
                </a:lnTo>
                <a:lnTo>
                  <a:pt x="212078" y="39311"/>
                </a:lnTo>
                <a:lnTo>
                  <a:pt x="211735" y="39710"/>
                </a:lnTo>
                <a:lnTo>
                  <a:pt x="211402" y="40119"/>
                </a:lnTo>
                <a:lnTo>
                  <a:pt x="211077" y="40535"/>
                </a:lnTo>
                <a:lnTo>
                  <a:pt x="210763" y="40961"/>
                </a:lnTo>
                <a:lnTo>
                  <a:pt x="210457" y="41394"/>
                </a:lnTo>
                <a:lnTo>
                  <a:pt x="210161" y="41837"/>
                </a:lnTo>
                <a:lnTo>
                  <a:pt x="209875" y="42288"/>
                </a:lnTo>
                <a:lnTo>
                  <a:pt x="209598" y="42747"/>
                </a:lnTo>
                <a:lnTo>
                  <a:pt x="209331" y="43214"/>
                </a:lnTo>
                <a:lnTo>
                  <a:pt x="209075" y="43688"/>
                </a:lnTo>
                <a:lnTo>
                  <a:pt x="208831" y="44168"/>
                </a:lnTo>
                <a:lnTo>
                  <a:pt x="208599" y="44655"/>
                </a:lnTo>
                <a:lnTo>
                  <a:pt x="208377" y="45148"/>
                </a:lnTo>
                <a:lnTo>
                  <a:pt x="208167" y="45648"/>
                </a:lnTo>
                <a:lnTo>
                  <a:pt x="207969" y="46155"/>
                </a:lnTo>
                <a:lnTo>
                  <a:pt x="207781" y="46668"/>
                </a:lnTo>
                <a:lnTo>
                  <a:pt x="207605" y="47187"/>
                </a:lnTo>
                <a:lnTo>
                  <a:pt x="207441" y="47714"/>
                </a:lnTo>
                <a:lnTo>
                  <a:pt x="207288" y="48246"/>
                </a:lnTo>
                <a:lnTo>
                  <a:pt x="207146" y="48786"/>
                </a:lnTo>
                <a:lnTo>
                  <a:pt x="207015" y="49332"/>
                </a:lnTo>
                <a:lnTo>
                  <a:pt x="206896" y="49884"/>
                </a:lnTo>
                <a:lnTo>
                  <a:pt x="206788" y="50443"/>
                </a:lnTo>
                <a:lnTo>
                  <a:pt x="206692" y="51009"/>
                </a:lnTo>
                <a:lnTo>
                  <a:pt x="206607" y="51581"/>
                </a:lnTo>
                <a:lnTo>
                  <a:pt x="206533" y="52160"/>
                </a:lnTo>
                <a:lnTo>
                  <a:pt x="206470" y="52746"/>
                </a:lnTo>
                <a:lnTo>
                  <a:pt x="206419" y="53338"/>
                </a:lnTo>
                <a:lnTo>
                  <a:pt x="206380" y="53936"/>
                </a:lnTo>
                <a:lnTo>
                  <a:pt x="206351" y="54541"/>
                </a:lnTo>
                <a:lnTo>
                  <a:pt x="206334" y="55153"/>
                </a:lnTo>
                <a:lnTo>
                  <a:pt x="206328" y="55771"/>
                </a:lnTo>
                <a:lnTo>
                  <a:pt x="206328" y="71608"/>
                </a:lnTo>
                <a:lnTo>
                  <a:pt x="206334" y="72226"/>
                </a:lnTo>
                <a:lnTo>
                  <a:pt x="206351" y="72837"/>
                </a:lnTo>
                <a:lnTo>
                  <a:pt x="206380" y="73442"/>
                </a:lnTo>
                <a:lnTo>
                  <a:pt x="206419" y="74041"/>
                </a:lnTo>
                <a:lnTo>
                  <a:pt x="206470" y="74633"/>
                </a:lnTo>
                <a:lnTo>
                  <a:pt x="206533" y="75218"/>
                </a:lnTo>
                <a:lnTo>
                  <a:pt x="206607" y="75797"/>
                </a:lnTo>
                <a:lnTo>
                  <a:pt x="206692" y="76369"/>
                </a:lnTo>
                <a:lnTo>
                  <a:pt x="206788" y="76935"/>
                </a:lnTo>
                <a:lnTo>
                  <a:pt x="206896" y="77494"/>
                </a:lnTo>
                <a:lnTo>
                  <a:pt x="207015" y="78046"/>
                </a:lnTo>
                <a:lnTo>
                  <a:pt x="207146" y="78592"/>
                </a:lnTo>
                <a:lnTo>
                  <a:pt x="207288" y="79132"/>
                </a:lnTo>
                <a:lnTo>
                  <a:pt x="207441" y="79665"/>
                </a:lnTo>
                <a:lnTo>
                  <a:pt x="207605" y="80191"/>
                </a:lnTo>
                <a:lnTo>
                  <a:pt x="207781" y="80711"/>
                </a:lnTo>
                <a:lnTo>
                  <a:pt x="207969" y="81224"/>
                </a:lnTo>
                <a:lnTo>
                  <a:pt x="208167" y="81730"/>
                </a:lnTo>
                <a:lnTo>
                  <a:pt x="208377" y="82230"/>
                </a:lnTo>
                <a:lnTo>
                  <a:pt x="208599" y="82724"/>
                </a:lnTo>
                <a:lnTo>
                  <a:pt x="208831" y="83211"/>
                </a:lnTo>
                <a:lnTo>
                  <a:pt x="209075" y="83691"/>
                </a:lnTo>
                <a:lnTo>
                  <a:pt x="209331" y="84165"/>
                </a:lnTo>
                <a:lnTo>
                  <a:pt x="209598" y="84632"/>
                </a:lnTo>
                <a:lnTo>
                  <a:pt x="209875" y="85091"/>
                </a:lnTo>
                <a:lnTo>
                  <a:pt x="210161" y="85542"/>
                </a:lnTo>
                <a:lnTo>
                  <a:pt x="210457" y="85984"/>
                </a:lnTo>
                <a:lnTo>
                  <a:pt x="210763" y="86418"/>
                </a:lnTo>
                <a:lnTo>
                  <a:pt x="211077" y="86843"/>
                </a:lnTo>
                <a:lnTo>
                  <a:pt x="211402" y="87260"/>
                </a:lnTo>
                <a:lnTo>
                  <a:pt x="211735" y="87668"/>
                </a:lnTo>
                <a:lnTo>
                  <a:pt x="212078" y="88068"/>
                </a:lnTo>
                <a:lnTo>
                  <a:pt x="212430" y="88459"/>
                </a:lnTo>
                <a:lnTo>
                  <a:pt x="212791" y="88841"/>
                </a:lnTo>
                <a:lnTo>
                  <a:pt x="213162" y="89215"/>
                </a:lnTo>
                <a:lnTo>
                  <a:pt x="213543" y="89580"/>
                </a:lnTo>
                <a:lnTo>
                  <a:pt x="213932" y="89937"/>
                </a:lnTo>
                <a:lnTo>
                  <a:pt x="214331" y="90285"/>
                </a:lnTo>
                <a:lnTo>
                  <a:pt x="214740" y="90625"/>
                </a:lnTo>
                <a:lnTo>
                  <a:pt x="215157" y="90956"/>
                </a:lnTo>
                <a:lnTo>
                  <a:pt x="215584" y="91278"/>
                </a:lnTo>
                <a:lnTo>
                  <a:pt x="216021" y="91592"/>
                </a:lnTo>
                <a:lnTo>
                  <a:pt x="216467" y="91897"/>
                </a:lnTo>
                <a:lnTo>
                  <a:pt x="216922" y="92194"/>
                </a:lnTo>
                <a:lnTo>
                  <a:pt x="217386" y="92482"/>
                </a:lnTo>
                <a:lnTo>
                  <a:pt x="217860" y="92762"/>
                </a:lnTo>
                <a:lnTo>
                  <a:pt x="218343" y="93033"/>
                </a:lnTo>
                <a:lnTo>
                  <a:pt x="218836" y="93296"/>
                </a:lnTo>
                <a:lnTo>
                  <a:pt x="219337" y="93548"/>
                </a:lnTo>
                <a:lnTo>
                  <a:pt x="219845" y="93790"/>
                </a:lnTo>
                <a:lnTo>
                  <a:pt x="220360" y="94022"/>
                </a:lnTo>
                <a:lnTo>
                  <a:pt x="220882" y="94242"/>
                </a:lnTo>
                <a:lnTo>
                  <a:pt x="221412" y="94452"/>
                </a:lnTo>
                <a:lnTo>
                  <a:pt x="221949" y="94651"/>
                </a:lnTo>
                <a:lnTo>
                  <a:pt x="222493" y="94839"/>
                </a:lnTo>
                <a:lnTo>
                  <a:pt x="223044" y="95017"/>
                </a:lnTo>
                <a:lnTo>
                  <a:pt x="223602" y="95183"/>
                </a:lnTo>
                <a:lnTo>
                  <a:pt x="224167" y="95339"/>
                </a:lnTo>
                <a:lnTo>
                  <a:pt x="224740" y="95484"/>
                </a:lnTo>
                <a:lnTo>
                  <a:pt x="225319" y="95619"/>
                </a:lnTo>
                <a:lnTo>
                  <a:pt x="225906" y="95743"/>
                </a:lnTo>
                <a:lnTo>
                  <a:pt x="226500" y="95855"/>
                </a:lnTo>
                <a:lnTo>
                  <a:pt x="227102" y="95958"/>
                </a:lnTo>
                <a:lnTo>
                  <a:pt x="227710" y="96049"/>
                </a:lnTo>
                <a:lnTo>
                  <a:pt x="228326" y="96130"/>
                </a:lnTo>
                <a:lnTo>
                  <a:pt x="228948" y="96200"/>
                </a:lnTo>
                <a:lnTo>
                  <a:pt x="229578" y="96259"/>
                </a:lnTo>
                <a:lnTo>
                  <a:pt x="230215" y="96307"/>
                </a:lnTo>
                <a:lnTo>
                  <a:pt x="230860" y="96345"/>
                </a:lnTo>
                <a:lnTo>
                  <a:pt x="231511" y="96372"/>
                </a:lnTo>
                <a:lnTo>
                  <a:pt x="232170" y="96388"/>
                </a:lnTo>
                <a:lnTo>
                  <a:pt x="232835" y="96393"/>
                </a:lnTo>
                <a:lnTo>
                  <a:pt x="233672" y="96385"/>
                </a:lnTo>
                <a:lnTo>
                  <a:pt x="234497" y="96359"/>
                </a:lnTo>
                <a:lnTo>
                  <a:pt x="235313" y="96317"/>
                </a:lnTo>
                <a:lnTo>
                  <a:pt x="236117" y="96258"/>
                </a:lnTo>
                <a:lnTo>
                  <a:pt x="236911" y="96182"/>
                </a:lnTo>
                <a:close/>
                <a:moveTo>
                  <a:pt x="220235" y="54702"/>
                </a:moveTo>
                <a:lnTo>
                  <a:pt x="220262" y="54183"/>
                </a:lnTo>
                <a:lnTo>
                  <a:pt x="220301" y="53674"/>
                </a:lnTo>
                <a:lnTo>
                  <a:pt x="220352" y="53175"/>
                </a:lnTo>
                <a:lnTo>
                  <a:pt x="220413" y="52687"/>
                </a:lnTo>
                <a:lnTo>
                  <a:pt x="220486" y="52209"/>
                </a:lnTo>
                <a:lnTo>
                  <a:pt x="220569" y="51742"/>
                </a:lnTo>
                <a:lnTo>
                  <a:pt x="220664" y="51285"/>
                </a:lnTo>
                <a:lnTo>
                  <a:pt x="220770" y="50838"/>
                </a:lnTo>
                <a:lnTo>
                  <a:pt x="220887" y="50402"/>
                </a:lnTo>
                <a:lnTo>
                  <a:pt x="221015" y="49976"/>
                </a:lnTo>
                <a:lnTo>
                  <a:pt x="221155" y="49561"/>
                </a:lnTo>
                <a:lnTo>
                  <a:pt x="221306" y="49155"/>
                </a:lnTo>
                <a:lnTo>
                  <a:pt x="221467" y="48760"/>
                </a:lnTo>
                <a:lnTo>
                  <a:pt x="221640" y="48376"/>
                </a:lnTo>
                <a:lnTo>
                  <a:pt x="221824" y="48002"/>
                </a:lnTo>
                <a:lnTo>
                  <a:pt x="222020" y="47638"/>
                </a:lnTo>
                <a:lnTo>
                  <a:pt x="222226" y="47285"/>
                </a:lnTo>
                <a:lnTo>
                  <a:pt x="222444" y="46942"/>
                </a:lnTo>
                <a:lnTo>
                  <a:pt x="222672" y="46609"/>
                </a:lnTo>
                <a:lnTo>
                  <a:pt x="222912" y="46287"/>
                </a:lnTo>
                <a:lnTo>
                  <a:pt x="223163" y="45975"/>
                </a:lnTo>
                <a:lnTo>
                  <a:pt x="223425" y="45673"/>
                </a:lnTo>
                <a:lnTo>
                  <a:pt x="223698" y="45383"/>
                </a:lnTo>
                <a:lnTo>
                  <a:pt x="223982" y="45105"/>
                </a:lnTo>
                <a:lnTo>
                  <a:pt x="224275" y="44839"/>
                </a:lnTo>
                <a:lnTo>
                  <a:pt x="224579" y="44586"/>
                </a:lnTo>
                <a:lnTo>
                  <a:pt x="224894" y="44345"/>
                </a:lnTo>
                <a:lnTo>
                  <a:pt x="225218" y="44117"/>
                </a:lnTo>
                <a:lnTo>
                  <a:pt x="225553" y="43901"/>
                </a:lnTo>
                <a:lnTo>
                  <a:pt x="225899" y="43697"/>
                </a:lnTo>
                <a:lnTo>
                  <a:pt x="226255" y="43505"/>
                </a:lnTo>
                <a:lnTo>
                  <a:pt x="226621" y="43326"/>
                </a:lnTo>
                <a:lnTo>
                  <a:pt x="226997" y="43159"/>
                </a:lnTo>
                <a:lnTo>
                  <a:pt x="227384" y="43005"/>
                </a:lnTo>
                <a:lnTo>
                  <a:pt x="227782" y="42863"/>
                </a:lnTo>
                <a:lnTo>
                  <a:pt x="228189" y="42733"/>
                </a:lnTo>
                <a:lnTo>
                  <a:pt x="228607" y="42616"/>
                </a:lnTo>
                <a:lnTo>
                  <a:pt x="229036" y="42511"/>
                </a:lnTo>
                <a:lnTo>
                  <a:pt x="229474" y="42418"/>
                </a:lnTo>
                <a:lnTo>
                  <a:pt x="229923" y="42338"/>
                </a:lnTo>
                <a:lnTo>
                  <a:pt x="230383" y="42270"/>
                </a:lnTo>
                <a:lnTo>
                  <a:pt x="230853" y="42214"/>
                </a:lnTo>
                <a:lnTo>
                  <a:pt x="231333" y="42171"/>
                </a:lnTo>
                <a:lnTo>
                  <a:pt x="231823" y="42140"/>
                </a:lnTo>
                <a:lnTo>
                  <a:pt x="232324" y="42122"/>
                </a:lnTo>
                <a:lnTo>
                  <a:pt x="232835" y="42115"/>
                </a:lnTo>
                <a:lnTo>
                  <a:pt x="233346" y="42121"/>
                </a:lnTo>
                <a:lnTo>
                  <a:pt x="233847" y="42140"/>
                </a:lnTo>
                <a:lnTo>
                  <a:pt x="234336" y="42170"/>
                </a:lnTo>
                <a:lnTo>
                  <a:pt x="234815" y="42213"/>
                </a:lnTo>
                <a:lnTo>
                  <a:pt x="235283" y="42267"/>
                </a:lnTo>
                <a:lnTo>
                  <a:pt x="235740" y="42334"/>
                </a:lnTo>
                <a:lnTo>
                  <a:pt x="236186" y="42413"/>
                </a:lnTo>
                <a:lnTo>
                  <a:pt x="236622" y="42504"/>
                </a:lnTo>
                <a:lnTo>
                  <a:pt x="237047" y="42608"/>
                </a:lnTo>
                <a:lnTo>
                  <a:pt x="237461" y="42723"/>
                </a:lnTo>
                <a:lnTo>
                  <a:pt x="237865" y="42851"/>
                </a:lnTo>
                <a:lnTo>
                  <a:pt x="238257" y="42990"/>
                </a:lnTo>
                <a:lnTo>
                  <a:pt x="238639" y="43142"/>
                </a:lnTo>
                <a:lnTo>
                  <a:pt x="239010" y="43306"/>
                </a:lnTo>
                <a:lnTo>
                  <a:pt x="239371" y="43483"/>
                </a:lnTo>
                <a:lnTo>
                  <a:pt x="239720" y="43671"/>
                </a:lnTo>
                <a:lnTo>
                  <a:pt x="240059" y="43872"/>
                </a:lnTo>
                <a:lnTo>
                  <a:pt x="240387" y="44084"/>
                </a:lnTo>
                <a:lnTo>
                  <a:pt x="240704" y="44309"/>
                </a:lnTo>
                <a:lnTo>
                  <a:pt x="241011" y="44546"/>
                </a:lnTo>
                <a:lnTo>
                  <a:pt x="241307" y="44795"/>
                </a:lnTo>
                <a:lnTo>
                  <a:pt x="241592" y="45057"/>
                </a:lnTo>
                <a:lnTo>
                  <a:pt x="241866" y="45330"/>
                </a:lnTo>
                <a:lnTo>
                  <a:pt x="242130" y="45616"/>
                </a:lnTo>
                <a:lnTo>
                  <a:pt x="242383" y="45913"/>
                </a:lnTo>
                <a:lnTo>
                  <a:pt x="242625" y="46220"/>
                </a:lnTo>
                <a:lnTo>
                  <a:pt x="242856" y="46538"/>
                </a:lnTo>
                <a:lnTo>
                  <a:pt x="243077" y="46867"/>
                </a:lnTo>
                <a:lnTo>
                  <a:pt x="243286" y="47206"/>
                </a:lnTo>
                <a:lnTo>
                  <a:pt x="243486" y="47556"/>
                </a:lnTo>
                <a:lnTo>
                  <a:pt x="243674" y="47916"/>
                </a:lnTo>
                <a:lnTo>
                  <a:pt x="243851" y="48287"/>
                </a:lnTo>
                <a:lnTo>
                  <a:pt x="244018" y="48668"/>
                </a:lnTo>
                <a:lnTo>
                  <a:pt x="244174" y="49060"/>
                </a:lnTo>
                <a:lnTo>
                  <a:pt x="244320" y="49463"/>
                </a:lnTo>
                <a:lnTo>
                  <a:pt x="244454" y="49876"/>
                </a:lnTo>
                <a:lnTo>
                  <a:pt x="244578" y="50299"/>
                </a:lnTo>
                <a:lnTo>
                  <a:pt x="244691" y="50734"/>
                </a:lnTo>
                <a:lnTo>
                  <a:pt x="244793" y="51178"/>
                </a:lnTo>
                <a:lnTo>
                  <a:pt x="244885" y="51634"/>
                </a:lnTo>
                <a:lnTo>
                  <a:pt x="244965" y="52099"/>
                </a:lnTo>
                <a:lnTo>
                  <a:pt x="245035" y="52576"/>
                </a:lnTo>
                <a:lnTo>
                  <a:pt x="245094" y="53063"/>
                </a:lnTo>
                <a:lnTo>
                  <a:pt x="245143" y="53560"/>
                </a:lnTo>
                <a:lnTo>
                  <a:pt x="245180" y="54068"/>
                </a:lnTo>
                <a:lnTo>
                  <a:pt x="245207" y="54587"/>
                </a:lnTo>
                <a:lnTo>
                  <a:pt x="245224" y="55116"/>
                </a:lnTo>
                <a:lnTo>
                  <a:pt x="245229" y="55656"/>
                </a:lnTo>
                <a:lnTo>
                  <a:pt x="245229" y="57961"/>
                </a:lnTo>
                <a:lnTo>
                  <a:pt x="220212" y="58181"/>
                </a:lnTo>
                <a:lnTo>
                  <a:pt x="220212" y="55771"/>
                </a:lnTo>
                <a:lnTo>
                  <a:pt x="220218" y="55232"/>
                </a:lnTo>
                <a:lnTo>
                  <a:pt x="220235" y="54702"/>
                </a:lnTo>
                <a:close/>
                <a:moveTo>
                  <a:pt x="444386" y="96127"/>
                </a:moveTo>
                <a:lnTo>
                  <a:pt x="445289" y="96010"/>
                </a:lnTo>
                <a:lnTo>
                  <a:pt x="446174" y="95871"/>
                </a:lnTo>
                <a:lnTo>
                  <a:pt x="447043" y="95711"/>
                </a:lnTo>
                <a:lnTo>
                  <a:pt x="447896" y="95530"/>
                </a:lnTo>
                <a:lnTo>
                  <a:pt x="448731" y="95327"/>
                </a:lnTo>
                <a:lnTo>
                  <a:pt x="449550" y="95104"/>
                </a:lnTo>
                <a:lnTo>
                  <a:pt x="450352" y="94858"/>
                </a:lnTo>
                <a:lnTo>
                  <a:pt x="451138" y="94592"/>
                </a:lnTo>
                <a:lnTo>
                  <a:pt x="451906" y="94304"/>
                </a:lnTo>
                <a:lnTo>
                  <a:pt x="452658" y="93995"/>
                </a:lnTo>
                <a:lnTo>
                  <a:pt x="453393" y="93665"/>
                </a:lnTo>
                <a:lnTo>
                  <a:pt x="454112" y="93313"/>
                </a:lnTo>
                <a:lnTo>
                  <a:pt x="454813" y="92940"/>
                </a:lnTo>
                <a:lnTo>
                  <a:pt x="455498" y="92546"/>
                </a:lnTo>
                <a:lnTo>
                  <a:pt x="456166" y="92130"/>
                </a:lnTo>
                <a:lnTo>
                  <a:pt x="456818" y="91693"/>
                </a:lnTo>
                <a:lnTo>
                  <a:pt x="457453" y="91235"/>
                </a:lnTo>
                <a:lnTo>
                  <a:pt x="458070" y="90755"/>
                </a:lnTo>
                <a:lnTo>
                  <a:pt x="458672" y="90254"/>
                </a:lnTo>
                <a:lnTo>
                  <a:pt x="459253" y="89735"/>
                </a:lnTo>
                <a:lnTo>
                  <a:pt x="459811" y="89200"/>
                </a:lnTo>
                <a:lnTo>
                  <a:pt x="460345" y="88650"/>
                </a:lnTo>
                <a:lnTo>
                  <a:pt x="460856" y="88085"/>
                </a:lnTo>
                <a:lnTo>
                  <a:pt x="461343" y="87504"/>
                </a:lnTo>
                <a:lnTo>
                  <a:pt x="461806" y="86909"/>
                </a:lnTo>
                <a:lnTo>
                  <a:pt x="462247" y="86297"/>
                </a:lnTo>
                <a:lnTo>
                  <a:pt x="462663" y="85671"/>
                </a:lnTo>
                <a:lnTo>
                  <a:pt x="463056" y="85029"/>
                </a:lnTo>
                <a:lnTo>
                  <a:pt x="463426" y="84371"/>
                </a:lnTo>
                <a:lnTo>
                  <a:pt x="463772" y="83699"/>
                </a:lnTo>
                <a:lnTo>
                  <a:pt x="464095" y="83011"/>
                </a:lnTo>
                <a:lnTo>
                  <a:pt x="464394" y="82307"/>
                </a:lnTo>
                <a:lnTo>
                  <a:pt x="464669" y="81589"/>
                </a:lnTo>
                <a:lnTo>
                  <a:pt x="464921" y="80855"/>
                </a:lnTo>
                <a:lnTo>
                  <a:pt x="465150" y="80105"/>
                </a:lnTo>
                <a:lnTo>
                  <a:pt x="465355" y="79341"/>
                </a:lnTo>
                <a:lnTo>
                  <a:pt x="465536" y="78561"/>
                </a:lnTo>
                <a:lnTo>
                  <a:pt x="465694" y="77765"/>
                </a:lnTo>
                <a:lnTo>
                  <a:pt x="465828" y="76955"/>
                </a:lnTo>
                <a:lnTo>
                  <a:pt x="465939" y="76128"/>
                </a:lnTo>
                <a:lnTo>
                  <a:pt x="466027" y="75287"/>
                </a:lnTo>
                <a:lnTo>
                  <a:pt x="466091" y="74430"/>
                </a:lnTo>
                <a:lnTo>
                  <a:pt x="466131" y="73558"/>
                </a:lnTo>
                <a:lnTo>
                  <a:pt x="451787" y="73558"/>
                </a:lnTo>
                <a:lnTo>
                  <a:pt x="451753" y="73966"/>
                </a:lnTo>
                <a:lnTo>
                  <a:pt x="451710" y="74365"/>
                </a:lnTo>
                <a:lnTo>
                  <a:pt x="451657" y="74757"/>
                </a:lnTo>
                <a:lnTo>
                  <a:pt x="451594" y="75141"/>
                </a:lnTo>
                <a:lnTo>
                  <a:pt x="451522" y="75517"/>
                </a:lnTo>
                <a:lnTo>
                  <a:pt x="451439" y="75886"/>
                </a:lnTo>
                <a:lnTo>
                  <a:pt x="451347" y="76246"/>
                </a:lnTo>
                <a:lnTo>
                  <a:pt x="451245" y="76599"/>
                </a:lnTo>
                <a:lnTo>
                  <a:pt x="451134" y="76944"/>
                </a:lnTo>
                <a:lnTo>
                  <a:pt x="451012" y="77282"/>
                </a:lnTo>
                <a:lnTo>
                  <a:pt x="450881" y="77611"/>
                </a:lnTo>
                <a:lnTo>
                  <a:pt x="450740" y="77933"/>
                </a:lnTo>
                <a:lnTo>
                  <a:pt x="450589" y="78247"/>
                </a:lnTo>
                <a:lnTo>
                  <a:pt x="450429" y="78554"/>
                </a:lnTo>
                <a:lnTo>
                  <a:pt x="450259" y="78852"/>
                </a:lnTo>
                <a:lnTo>
                  <a:pt x="450079" y="79143"/>
                </a:lnTo>
                <a:lnTo>
                  <a:pt x="449889" y="79426"/>
                </a:lnTo>
                <a:lnTo>
                  <a:pt x="449689" y="79701"/>
                </a:lnTo>
                <a:lnTo>
                  <a:pt x="449480" y="79968"/>
                </a:lnTo>
                <a:lnTo>
                  <a:pt x="449261" y="80228"/>
                </a:lnTo>
                <a:lnTo>
                  <a:pt x="449032" y="80480"/>
                </a:lnTo>
                <a:lnTo>
                  <a:pt x="448793" y="80724"/>
                </a:lnTo>
                <a:lnTo>
                  <a:pt x="448545" y="80961"/>
                </a:lnTo>
                <a:lnTo>
                  <a:pt x="448286" y="81189"/>
                </a:lnTo>
                <a:lnTo>
                  <a:pt x="448019" y="81409"/>
                </a:lnTo>
                <a:lnTo>
                  <a:pt x="447744" y="81620"/>
                </a:lnTo>
                <a:lnTo>
                  <a:pt x="447461" y="81821"/>
                </a:lnTo>
                <a:lnTo>
                  <a:pt x="447169" y="82013"/>
                </a:lnTo>
                <a:lnTo>
                  <a:pt x="446870" y="82196"/>
                </a:lnTo>
                <a:lnTo>
                  <a:pt x="446562" y="82369"/>
                </a:lnTo>
                <a:lnTo>
                  <a:pt x="446246" y="82533"/>
                </a:lnTo>
                <a:lnTo>
                  <a:pt x="445921" y="82687"/>
                </a:lnTo>
                <a:lnTo>
                  <a:pt x="445589" y="82832"/>
                </a:lnTo>
                <a:lnTo>
                  <a:pt x="445248" y="82968"/>
                </a:lnTo>
                <a:lnTo>
                  <a:pt x="444900" y="83095"/>
                </a:lnTo>
                <a:lnTo>
                  <a:pt x="444543" y="83212"/>
                </a:lnTo>
                <a:lnTo>
                  <a:pt x="444178" y="83319"/>
                </a:lnTo>
                <a:lnTo>
                  <a:pt x="443804" y="83418"/>
                </a:lnTo>
                <a:lnTo>
                  <a:pt x="443423" y="83507"/>
                </a:lnTo>
                <a:lnTo>
                  <a:pt x="443033" y="83586"/>
                </a:lnTo>
                <a:lnTo>
                  <a:pt x="442636" y="83656"/>
                </a:lnTo>
                <a:lnTo>
                  <a:pt x="442230" y="83717"/>
                </a:lnTo>
                <a:lnTo>
                  <a:pt x="441816" y="83769"/>
                </a:lnTo>
                <a:lnTo>
                  <a:pt x="441393" y="83811"/>
                </a:lnTo>
                <a:lnTo>
                  <a:pt x="440963" y="83844"/>
                </a:lnTo>
                <a:lnTo>
                  <a:pt x="440524" y="83867"/>
                </a:lnTo>
                <a:lnTo>
                  <a:pt x="440077" y="83881"/>
                </a:lnTo>
                <a:lnTo>
                  <a:pt x="439622" y="83886"/>
                </a:lnTo>
                <a:lnTo>
                  <a:pt x="439149" y="83880"/>
                </a:lnTo>
                <a:lnTo>
                  <a:pt x="438683" y="83863"/>
                </a:lnTo>
                <a:lnTo>
                  <a:pt x="438226" y="83836"/>
                </a:lnTo>
                <a:lnTo>
                  <a:pt x="437777" y="83796"/>
                </a:lnTo>
                <a:lnTo>
                  <a:pt x="437337" y="83746"/>
                </a:lnTo>
                <a:lnTo>
                  <a:pt x="436905" y="83685"/>
                </a:lnTo>
                <a:lnTo>
                  <a:pt x="436481" y="83612"/>
                </a:lnTo>
                <a:lnTo>
                  <a:pt x="436066" y="83529"/>
                </a:lnTo>
                <a:lnTo>
                  <a:pt x="435659" y="83434"/>
                </a:lnTo>
                <a:lnTo>
                  <a:pt x="435260" y="83328"/>
                </a:lnTo>
                <a:lnTo>
                  <a:pt x="434870" y="83211"/>
                </a:lnTo>
                <a:lnTo>
                  <a:pt x="434488" y="83082"/>
                </a:lnTo>
                <a:lnTo>
                  <a:pt x="434115" y="82943"/>
                </a:lnTo>
                <a:lnTo>
                  <a:pt x="433749" y="82792"/>
                </a:lnTo>
                <a:lnTo>
                  <a:pt x="433393" y="82631"/>
                </a:lnTo>
                <a:lnTo>
                  <a:pt x="433044" y="82458"/>
                </a:lnTo>
                <a:lnTo>
                  <a:pt x="432704" y="82274"/>
                </a:lnTo>
                <a:lnTo>
                  <a:pt x="432372" y="82078"/>
                </a:lnTo>
                <a:lnTo>
                  <a:pt x="432049" y="81872"/>
                </a:lnTo>
                <a:lnTo>
                  <a:pt x="431734" y="81654"/>
                </a:lnTo>
                <a:lnTo>
                  <a:pt x="431427" y="81426"/>
                </a:lnTo>
                <a:lnTo>
                  <a:pt x="431129" y="81186"/>
                </a:lnTo>
                <a:lnTo>
                  <a:pt x="430839" y="80935"/>
                </a:lnTo>
                <a:lnTo>
                  <a:pt x="430557" y="80673"/>
                </a:lnTo>
                <a:lnTo>
                  <a:pt x="430286" y="80400"/>
                </a:lnTo>
                <a:lnTo>
                  <a:pt x="430026" y="80119"/>
                </a:lnTo>
                <a:lnTo>
                  <a:pt x="429778" y="79828"/>
                </a:lnTo>
                <a:lnTo>
                  <a:pt x="429541" y="79528"/>
                </a:lnTo>
                <a:lnTo>
                  <a:pt x="429316" y="79219"/>
                </a:lnTo>
                <a:lnTo>
                  <a:pt x="429102" y="78901"/>
                </a:lnTo>
                <a:lnTo>
                  <a:pt x="428900" y="78574"/>
                </a:lnTo>
                <a:lnTo>
                  <a:pt x="428709" y="78237"/>
                </a:lnTo>
                <a:lnTo>
                  <a:pt x="428530" y="77892"/>
                </a:lnTo>
                <a:lnTo>
                  <a:pt x="428363" y="77537"/>
                </a:lnTo>
                <a:lnTo>
                  <a:pt x="428207" y="77173"/>
                </a:lnTo>
                <a:lnTo>
                  <a:pt x="428062" y="76800"/>
                </a:lnTo>
                <a:lnTo>
                  <a:pt x="427929" y="76418"/>
                </a:lnTo>
                <a:lnTo>
                  <a:pt x="427808" y="76026"/>
                </a:lnTo>
                <a:lnTo>
                  <a:pt x="427698" y="75625"/>
                </a:lnTo>
                <a:lnTo>
                  <a:pt x="427600" y="75216"/>
                </a:lnTo>
                <a:lnTo>
                  <a:pt x="427514" y="74797"/>
                </a:lnTo>
                <a:lnTo>
                  <a:pt x="427438" y="74369"/>
                </a:lnTo>
                <a:lnTo>
                  <a:pt x="427375" y="73931"/>
                </a:lnTo>
                <a:lnTo>
                  <a:pt x="427323" y="73485"/>
                </a:lnTo>
                <a:lnTo>
                  <a:pt x="427283" y="73029"/>
                </a:lnTo>
                <a:lnTo>
                  <a:pt x="427254" y="72565"/>
                </a:lnTo>
                <a:lnTo>
                  <a:pt x="427236" y="72091"/>
                </a:lnTo>
                <a:lnTo>
                  <a:pt x="427231" y="71608"/>
                </a:lnTo>
                <a:lnTo>
                  <a:pt x="427231" y="55656"/>
                </a:lnTo>
                <a:lnTo>
                  <a:pt x="427236" y="55173"/>
                </a:lnTo>
                <a:lnTo>
                  <a:pt x="427254" y="54699"/>
                </a:lnTo>
                <a:lnTo>
                  <a:pt x="427283" y="54235"/>
                </a:lnTo>
                <a:lnTo>
                  <a:pt x="427323" y="53780"/>
                </a:lnTo>
                <a:lnTo>
                  <a:pt x="427375" y="53335"/>
                </a:lnTo>
                <a:lnTo>
                  <a:pt x="427438" y="52899"/>
                </a:lnTo>
                <a:lnTo>
                  <a:pt x="427514" y="52472"/>
                </a:lnTo>
                <a:lnTo>
                  <a:pt x="427600" y="52054"/>
                </a:lnTo>
                <a:lnTo>
                  <a:pt x="427698" y="51646"/>
                </a:lnTo>
                <a:lnTo>
                  <a:pt x="427808" y="51248"/>
                </a:lnTo>
                <a:lnTo>
                  <a:pt x="427929" y="50858"/>
                </a:lnTo>
                <a:lnTo>
                  <a:pt x="428062" y="50478"/>
                </a:lnTo>
                <a:lnTo>
                  <a:pt x="428207" y="50108"/>
                </a:lnTo>
                <a:lnTo>
                  <a:pt x="428363" y="49746"/>
                </a:lnTo>
                <a:lnTo>
                  <a:pt x="428530" y="49394"/>
                </a:lnTo>
                <a:lnTo>
                  <a:pt x="428709" y="49052"/>
                </a:lnTo>
                <a:lnTo>
                  <a:pt x="428900" y="48719"/>
                </a:lnTo>
                <a:lnTo>
                  <a:pt x="429102" y="48395"/>
                </a:lnTo>
                <a:lnTo>
                  <a:pt x="429316" y="48080"/>
                </a:lnTo>
                <a:lnTo>
                  <a:pt x="429541" y="47775"/>
                </a:lnTo>
                <a:lnTo>
                  <a:pt x="429778" y="47480"/>
                </a:lnTo>
                <a:lnTo>
                  <a:pt x="430026" y="47193"/>
                </a:lnTo>
                <a:lnTo>
                  <a:pt x="430286" y="46916"/>
                </a:lnTo>
                <a:lnTo>
                  <a:pt x="430557" y="46649"/>
                </a:lnTo>
                <a:lnTo>
                  <a:pt x="430839" y="46391"/>
                </a:lnTo>
                <a:lnTo>
                  <a:pt x="431129" y="46144"/>
                </a:lnTo>
                <a:lnTo>
                  <a:pt x="431427" y="45909"/>
                </a:lnTo>
                <a:lnTo>
                  <a:pt x="431734" y="45684"/>
                </a:lnTo>
                <a:lnTo>
                  <a:pt x="432049" y="45470"/>
                </a:lnTo>
                <a:lnTo>
                  <a:pt x="432372" y="45267"/>
                </a:lnTo>
                <a:lnTo>
                  <a:pt x="432704" y="45076"/>
                </a:lnTo>
                <a:lnTo>
                  <a:pt x="433044" y="44895"/>
                </a:lnTo>
                <a:lnTo>
                  <a:pt x="433393" y="44725"/>
                </a:lnTo>
                <a:lnTo>
                  <a:pt x="433749" y="44566"/>
                </a:lnTo>
                <a:lnTo>
                  <a:pt x="434115" y="44418"/>
                </a:lnTo>
                <a:lnTo>
                  <a:pt x="434488" y="44281"/>
                </a:lnTo>
                <a:lnTo>
                  <a:pt x="434870" y="44155"/>
                </a:lnTo>
                <a:lnTo>
                  <a:pt x="435260" y="44040"/>
                </a:lnTo>
                <a:lnTo>
                  <a:pt x="435659" y="43936"/>
                </a:lnTo>
                <a:lnTo>
                  <a:pt x="436066" y="43842"/>
                </a:lnTo>
                <a:lnTo>
                  <a:pt x="436481" y="43760"/>
                </a:lnTo>
                <a:lnTo>
                  <a:pt x="436905" y="43689"/>
                </a:lnTo>
                <a:lnTo>
                  <a:pt x="437337" y="43629"/>
                </a:lnTo>
                <a:lnTo>
                  <a:pt x="437777" y="43579"/>
                </a:lnTo>
                <a:lnTo>
                  <a:pt x="438226" y="43541"/>
                </a:lnTo>
                <a:lnTo>
                  <a:pt x="438683" y="43514"/>
                </a:lnTo>
                <a:lnTo>
                  <a:pt x="439149" y="43497"/>
                </a:lnTo>
                <a:lnTo>
                  <a:pt x="439622" y="43492"/>
                </a:lnTo>
                <a:lnTo>
                  <a:pt x="440077" y="43496"/>
                </a:lnTo>
                <a:lnTo>
                  <a:pt x="440524" y="43510"/>
                </a:lnTo>
                <a:lnTo>
                  <a:pt x="440963" y="43534"/>
                </a:lnTo>
                <a:lnTo>
                  <a:pt x="441393" y="43567"/>
                </a:lnTo>
                <a:lnTo>
                  <a:pt x="441816" y="43609"/>
                </a:lnTo>
                <a:lnTo>
                  <a:pt x="442230" y="43660"/>
                </a:lnTo>
                <a:lnTo>
                  <a:pt x="442636" y="43721"/>
                </a:lnTo>
                <a:lnTo>
                  <a:pt x="443033" y="43791"/>
                </a:lnTo>
                <a:lnTo>
                  <a:pt x="443423" y="43871"/>
                </a:lnTo>
                <a:lnTo>
                  <a:pt x="443804" y="43960"/>
                </a:lnTo>
                <a:lnTo>
                  <a:pt x="444178" y="44058"/>
                </a:lnTo>
                <a:lnTo>
                  <a:pt x="444543" y="44166"/>
                </a:lnTo>
                <a:lnTo>
                  <a:pt x="444900" y="44283"/>
                </a:lnTo>
                <a:lnTo>
                  <a:pt x="445248" y="44409"/>
                </a:lnTo>
                <a:lnTo>
                  <a:pt x="445589" y="44545"/>
                </a:lnTo>
                <a:lnTo>
                  <a:pt x="445921" y="44690"/>
                </a:lnTo>
                <a:lnTo>
                  <a:pt x="446246" y="44845"/>
                </a:lnTo>
                <a:lnTo>
                  <a:pt x="446562" y="45008"/>
                </a:lnTo>
                <a:lnTo>
                  <a:pt x="446870" y="45182"/>
                </a:lnTo>
                <a:lnTo>
                  <a:pt x="447169" y="45364"/>
                </a:lnTo>
                <a:lnTo>
                  <a:pt x="447461" y="45556"/>
                </a:lnTo>
                <a:lnTo>
                  <a:pt x="447744" y="45758"/>
                </a:lnTo>
                <a:lnTo>
                  <a:pt x="448019" y="45968"/>
                </a:lnTo>
                <a:lnTo>
                  <a:pt x="448286" y="46188"/>
                </a:lnTo>
                <a:lnTo>
                  <a:pt x="448545" y="46417"/>
                </a:lnTo>
                <a:lnTo>
                  <a:pt x="448793" y="46653"/>
                </a:lnTo>
                <a:lnTo>
                  <a:pt x="449032" y="46897"/>
                </a:lnTo>
                <a:lnTo>
                  <a:pt x="449261" y="47149"/>
                </a:lnTo>
                <a:lnTo>
                  <a:pt x="449480" y="47409"/>
                </a:lnTo>
                <a:lnTo>
                  <a:pt x="449689" y="47676"/>
                </a:lnTo>
                <a:lnTo>
                  <a:pt x="449889" y="47952"/>
                </a:lnTo>
                <a:lnTo>
                  <a:pt x="450079" y="48235"/>
                </a:lnTo>
                <a:lnTo>
                  <a:pt x="450259" y="48526"/>
                </a:lnTo>
                <a:lnTo>
                  <a:pt x="450429" y="48824"/>
                </a:lnTo>
                <a:lnTo>
                  <a:pt x="450589" y="49131"/>
                </a:lnTo>
                <a:lnTo>
                  <a:pt x="450740" y="49445"/>
                </a:lnTo>
                <a:lnTo>
                  <a:pt x="450881" y="49767"/>
                </a:lnTo>
                <a:lnTo>
                  <a:pt x="451012" y="50096"/>
                </a:lnTo>
                <a:lnTo>
                  <a:pt x="451134" y="50434"/>
                </a:lnTo>
                <a:lnTo>
                  <a:pt x="451245" y="50779"/>
                </a:lnTo>
                <a:lnTo>
                  <a:pt x="451347" y="51132"/>
                </a:lnTo>
                <a:lnTo>
                  <a:pt x="451439" y="51493"/>
                </a:lnTo>
                <a:lnTo>
                  <a:pt x="451522" y="51861"/>
                </a:lnTo>
                <a:lnTo>
                  <a:pt x="451594" y="52238"/>
                </a:lnTo>
                <a:lnTo>
                  <a:pt x="451657" y="52622"/>
                </a:lnTo>
                <a:lnTo>
                  <a:pt x="451710" y="53014"/>
                </a:lnTo>
                <a:lnTo>
                  <a:pt x="451753" y="53413"/>
                </a:lnTo>
                <a:lnTo>
                  <a:pt x="451787" y="53821"/>
                </a:lnTo>
                <a:lnTo>
                  <a:pt x="466131" y="53821"/>
                </a:lnTo>
                <a:lnTo>
                  <a:pt x="466091" y="52949"/>
                </a:lnTo>
                <a:lnTo>
                  <a:pt x="466027" y="52092"/>
                </a:lnTo>
                <a:lnTo>
                  <a:pt x="465939" y="51250"/>
                </a:lnTo>
                <a:lnTo>
                  <a:pt x="465828" y="50424"/>
                </a:lnTo>
                <a:lnTo>
                  <a:pt x="465694" y="49613"/>
                </a:lnTo>
                <a:lnTo>
                  <a:pt x="465536" y="48818"/>
                </a:lnTo>
                <a:lnTo>
                  <a:pt x="465355" y="48038"/>
                </a:lnTo>
                <a:lnTo>
                  <a:pt x="465150" y="47273"/>
                </a:lnTo>
                <a:lnTo>
                  <a:pt x="464921" y="46523"/>
                </a:lnTo>
                <a:lnTo>
                  <a:pt x="464669" y="45789"/>
                </a:lnTo>
                <a:lnTo>
                  <a:pt x="464394" y="45071"/>
                </a:lnTo>
                <a:lnTo>
                  <a:pt x="464095" y="44367"/>
                </a:lnTo>
                <a:lnTo>
                  <a:pt x="463772" y="43679"/>
                </a:lnTo>
                <a:lnTo>
                  <a:pt x="463426" y="43006"/>
                </a:lnTo>
                <a:lnTo>
                  <a:pt x="463056" y="42349"/>
                </a:lnTo>
                <a:lnTo>
                  <a:pt x="462663" y="41707"/>
                </a:lnTo>
                <a:lnTo>
                  <a:pt x="462247" y="41080"/>
                </a:lnTo>
                <a:lnTo>
                  <a:pt x="461806" y="40469"/>
                </a:lnTo>
                <a:lnTo>
                  <a:pt x="461343" y="39873"/>
                </a:lnTo>
                <a:lnTo>
                  <a:pt x="460856" y="39292"/>
                </a:lnTo>
                <a:lnTo>
                  <a:pt x="460345" y="38727"/>
                </a:lnTo>
                <a:lnTo>
                  <a:pt x="459811" y="38177"/>
                </a:lnTo>
                <a:lnTo>
                  <a:pt x="459253" y="37642"/>
                </a:lnTo>
                <a:lnTo>
                  <a:pt x="458672" y="37123"/>
                </a:lnTo>
                <a:lnTo>
                  <a:pt x="458070" y="36622"/>
                </a:lnTo>
                <a:lnTo>
                  <a:pt x="457453" y="36143"/>
                </a:lnTo>
                <a:lnTo>
                  <a:pt x="456818" y="35684"/>
                </a:lnTo>
                <a:lnTo>
                  <a:pt x="456166" y="35247"/>
                </a:lnTo>
                <a:lnTo>
                  <a:pt x="455498" y="34832"/>
                </a:lnTo>
                <a:lnTo>
                  <a:pt x="454813" y="34437"/>
                </a:lnTo>
                <a:lnTo>
                  <a:pt x="454112" y="34064"/>
                </a:lnTo>
                <a:lnTo>
                  <a:pt x="453393" y="33713"/>
                </a:lnTo>
                <a:lnTo>
                  <a:pt x="452658" y="33382"/>
                </a:lnTo>
                <a:lnTo>
                  <a:pt x="451906" y="33073"/>
                </a:lnTo>
                <a:lnTo>
                  <a:pt x="451138" y="32785"/>
                </a:lnTo>
                <a:lnTo>
                  <a:pt x="450352" y="32519"/>
                </a:lnTo>
                <a:lnTo>
                  <a:pt x="449550" y="32274"/>
                </a:lnTo>
                <a:lnTo>
                  <a:pt x="448731" y="32050"/>
                </a:lnTo>
                <a:lnTo>
                  <a:pt x="447896" y="31847"/>
                </a:lnTo>
                <a:lnTo>
                  <a:pt x="447043" y="31666"/>
                </a:lnTo>
                <a:lnTo>
                  <a:pt x="446174" y="31506"/>
                </a:lnTo>
                <a:lnTo>
                  <a:pt x="445289" y="31368"/>
                </a:lnTo>
                <a:lnTo>
                  <a:pt x="444386" y="31251"/>
                </a:lnTo>
                <a:lnTo>
                  <a:pt x="443467" y="31155"/>
                </a:lnTo>
                <a:lnTo>
                  <a:pt x="442531" y="31080"/>
                </a:lnTo>
                <a:lnTo>
                  <a:pt x="441578" y="31027"/>
                </a:lnTo>
                <a:lnTo>
                  <a:pt x="440609" y="30995"/>
                </a:lnTo>
                <a:lnTo>
                  <a:pt x="439622" y="30984"/>
                </a:lnTo>
                <a:lnTo>
                  <a:pt x="438957" y="30989"/>
                </a:lnTo>
                <a:lnTo>
                  <a:pt x="438298" y="31005"/>
                </a:lnTo>
                <a:lnTo>
                  <a:pt x="437646" y="31032"/>
                </a:lnTo>
                <a:lnTo>
                  <a:pt x="437001" y="31069"/>
                </a:lnTo>
                <a:lnTo>
                  <a:pt x="436363" y="31116"/>
                </a:lnTo>
                <a:lnTo>
                  <a:pt x="435732" y="31174"/>
                </a:lnTo>
                <a:lnTo>
                  <a:pt x="435108" y="31243"/>
                </a:lnTo>
                <a:lnTo>
                  <a:pt x="434491" y="31322"/>
                </a:lnTo>
                <a:lnTo>
                  <a:pt x="433881" y="31412"/>
                </a:lnTo>
                <a:lnTo>
                  <a:pt x="433278" y="31512"/>
                </a:lnTo>
                <a:lnTo>
                  <a:pt x="432681" y="31623"/>
                </a:lnTo>
                <a:lnTo>
                  <a:pt x="432092" y="31745"/>
                </a:lnTo>
                <a:lnTo>
                  <a:pt x="431510" y="31877"/>
                </a:lnTo>
                <a:lnTo>
                  <a:pt x="430935" y="32019"/>
                </a:lnTo>
                <a:lnTo>
                  <a:pt x="430366" y="32172"/>
                </a:lnTo>
                <a:lnTo>
                  <a:pt x="429805" y="32336"/>
                </a:lnTo>
                <a:lnTo>
                  <a:pt x="429251" y="32510"/>
                </a:lnTo>
                <a:lnTo>
                  <a:pt x="428703" y="32695"/>
                </a:lnTo>
                <a:lnTo>
                  <a:pt x="428163" y="32890"/>
                </a:lnTo>
                <a:lnTo>
                  <a:pt x="427629" y="33096"/>
                </a:lnTo>
                <a:lnTo>
                  <a:pt x="427103" y="33313"/>
                </a:lnTo>
                <a:lnTo>
                  <a:pt x="426583" y="33540"/>
                </a:lnTo>
                <a:lnTo>
                  <a:pt x="426071" y="33777"/>
                </a:lnTo>
                <a:lnTo>
                  <a:pt x="425565" y="34026"/>
                </a:lnTo>
                <a:lnTo>
                  <a:pt x="425068" y="34283"/>
                </a:lnTo>
                <a:lnTo>
                  <a:pt x="424580" y="34549"/>
                </a:lnTo>
                <a:lnTo>
                  <a:pt x="424102" y="34824"/>
                </a:lnTo>
                <a:lnTo>
                  <a:pt x="423632" y="35108"/>
                </a:lnTo>
                <a:lnTo>
                  <a:pt x="423173" y="35399"/>
                </a:lnTo>
                <a:lnTo>
                  <a:pt x="422722" y="35700"/>
                </a:lnTo>
                <a:lnTo>
                  <a:pt x="422281" y="36009"/>
                </a:lnTo>
                <a:lnTo>
                  <a:pt x="421849" y="36326"/>
                </a:lnTo>
                <a:lnTo>
                  <a:pt x="421427" y="36653"/>
                </a:lnTo>
                <a:lnTo>
                  <a:pt x="421014" y="36987"/>
                </a:lnTo>
                <a:lnTo>
                  <a:pt x="420610" y="37331"/>
                </a:lnTo>
                <a:lnTo>
                  <a:pt x="420216" y="37683"/>
                </a:lnTo>
                <a:lnTo>
                  <a:pt x="419831" y="38043"/>
                </a:lnTo>
                <a:lnTo>
                  <a:pt x="419455" y="38412"/>
                </a:lnTo>
                <a:lnTo>
                  <a:pt x="419089" y="38790"/>
                </a:lnTo>
                <a:lnTo>
                  <a:pt x="418732" y="39176"/>
                </a:lnTo>
                <a:lnTo>
                  <a:pt x="418384" y="39571"/>
                </a:lnTo>
                <a:lnTo>
                  <a:pt x="418046" y="39974"/>
                </a:lnTo>
                <a:lnTo>
                  <a:pt x="417717" y="40386"/>
                </a:lnTo>
                <a:lnTo>
                  <a:pt x="417398" y="40806"/>
                </a:lnTo>
                <a:lnTo>
                  <a:pt x="417087" y="41236"/>
                </a:lnTo>
                <a:lnTo>
                  <a:pt x="416787" y="41673"/>
                </a:lnTo>
                <a:lnTo>
                  <a:pt x="416495" y="42119"/>
                </a:lnTo>
                <a:lnTo>
                  <a:pt x="416213" y="42574"/>
                </a:lnTo>
                <a:lnTo>
                  <a:pt x="415942" y="43037"/>
                </a:lnTo>
                <a:lnTo>
                  <a:pt x="415682" y="43507"/>
                </a:lnTo>
                <a:lnTo>
                  <a:pt x="415433" y="43985"/>
                </a:lnTo>
                <a:lnTo>
                  <a:pt x="415197" y="44471"/>
                </a:lnTo>
                <a:lnTo>
                  <a:pt x="414971" y="44964"/>
                </a:lnTo>
                <a:lnTo>
                  <a:pt x="414758" y="45465"/>
                </a:lnTo>
                <a:lnTo>
                  <a:pt x="414555" y="45973"/>
                </a:lnTo>
                <a:lnTo>
                  <a:pt x="414365" y="46489"/>
                </a:lnTo>
                <a:lnTo>
                  <a:pt x="414186" y="47012"/>
                </a:lnTo>
                <a:lnTo>
                  <a:pt x="414018" y="47543"/>
                </a:lnTo>
                <a:lnTo>
                  <a:pt x="413862" y="48082"/>
                </a:lnTo>
                <a:lnTo>
                  <a:pt x="413718" y="48628"/>
                </a:lnTo>
                <a:lnTo>
                  <a:pt x="413585" y="49181"/>
                </a:lnTo>
                <a:lnTo>
                  <a:pt x="413464" y="49743"/>
                </a:lnTo>
                <a:lnTo>
                  <a:pt x="413354" y="50312"/>
                </a:lnTo>
                <a:lnTo>
                  <a:pt x="413256" y="50888"/>
                </a:lnTo>
                <a:lnTo>
                  <a:pt x="413169" y="51472"/>
                </a:lnTo>
                <a:lnTo>
                  <a:pt x="413094" y="52063"/>
                </a:lnTo>
                <a:lnTo>
                  <a:pt x="413031" y="52662"/>
                </a:lnTo>
                <a:lnTo>
                  <a:pt x="412979" y="53269"/>
                </a:lnTo>
                <a:lnTo>
                  <a:pt x="412938" y="53883"/>
                </a:lnTo>
                <a:lnTo>
                  <a:pt x="412909" y="54505"/>
                </a:lnTo>
                <a:lnTo>
                  <a:pt x="412892" y="55135"/>
                </a:lnTo>
                <a:lnTo>
                  <a:pt x="412886" y="55771"/>
                </a:lnTo>
                <a:lnTo>
                  <a:pt x="412886" y="71608"/>
                </a:lnTo>
                <a:lnTo>
                  <a:pt x="412892" y="72235"/>
                </a:lnTo>
                <a:lnTo>
                  <a:pt x="412909" y="72856"/>
                </a:lnTo>
                <a:lnTo>
                  <a:pt x="412938" y="73470"/>
                </a:lnTo>
                <a:lnTo>
                  <a:pt x="412979" y="74076"/>
                </a:lnTo>
                <a:lnTo>
                  <a:pt x="413031" y="74676"/>
                </a:lnTo>
                <a:lnTo>
                  <a:pt x="413094" y="75269"/>
                </a:lnTo>
                <a:lnTo>
                  <a:pt x="413169" y="75855"/>
                </a:lnTo>
                <a:lnTo>
                  <a:pt x="413256" y="76433"/>
                </a:lnTo>
                <a:lnTo>
                  <a:pt x="413354" y="77005"/>
                </a:lnTo>
                <a:lnTo>
                  <a:pt x="413464" y="77570"/>
                </a:lnTo>
                <a:lnTo>
                  <a:pt x="413585" y="78128"/>
                </a:lnTo>
                <a:lnTo>
                  <a:pt x="413718" y="78679"/>
                </a:lnTo>
                <a:lnTo>
                  <a:pt x="413862" y="79223"/>
                </a:lnTo>
                <a:lnTo>
                  <a:pt x="414018" y="79760"/>
                </a:lnTo>
                <a:lnTo>
                  <a:pt x="414186" y="80290"/>
                </a:lnTo>
                <a:lnTo>
                  <a:pt x="414365" y="80813"/>
                </a:lnTo>
                <a:lnTo>
                  <a:pt x="414555" y="81329"/>
                </a:lnTo>
                <a:lnTo>
                  <a:pt x="414758" y="81839"/>
                </a:lnTo>
                <a:lnTo>
                  <a:pt x="414971" y="82341"/>
                </a:lnTo>
                <a:lnTo>
                  <a:pt x="415197" y="82836"/>
                </a:lnTo>
                <a:lnTo>
                  <a:pt x="415433" y="83324"/>
                </a:lnTo>
                <a:lnTo>
                  <a:pt x="415682" y="83806"/>
                </a:lnTo>
                <a:lnTo>
                  <a:pt x="415942" y="84280"/>
                </a:lnTo>
                <a:lnTo>
                  <a:pt x="416213" y="84747"/>
                </a:lnTo>
                <a:lnTo>
                  <a:pt x="416495" y="85207"/>
                </a:lnTo>
                <a:lnTo>
                  <a:pt x="416787" y="85657"/>
                </a:lnTo>
                <a:lnTo>
                  <a:pt x="417087" y="86099"/>
                </a:lnTo>
                <a:lnTo>
                  <a:pt x="417398" y="86532"/>
                </a:lnTo>
                <a:lnTo>
                  <a:pt x="417717" y="86956"/>
                </a:lnTo>
                <a:lnTo>
                  <a:pt x="418046" y="87372"/>
                </a:lnTo>
                <a:lnTo>
                  <a:pt x="418384" y="87779"/>
                </a:lnTo>
                <a:lnTo>
                  <a:pt x="418732" y="88177"/>
                </a:lnTo>
                <a:lnTo>
                  <a:pt x="419089" y="88566"/>
                </a:lnTo>
                <a:lnTo>
                  <a:pt x="419455" y="88946"/>
                </a:lnTo>
                <a:lnTo>
                  <a:pt x="419831" y="89318"/>
                </a:lnTo>
                <a:lnTo>
                  <a:pt x="420216" y="89681"/>
                </a:lnTo>
                <a:lnTo>
                  <a:pt x="420610" y="90035"/>
                </a:lnTo>
                <a:lnTo>
                  <a:pt x="421014" y="90381"/>
                </a:lnTo>
                <a:lnTo>
                  <a:pt x="421427" y="90718"/>
                </a:lnTo>
                <a:lnTo>
                  <a:pt x="421849" y="91045"/>
                </a:lnTo>
                <a:lnTo>
                  <a:pt x="422281" y="91365"/>
                </a:lnTo>
                <a:lnTo>
                  <a:pt x="422722" y="91675"/>
                </a:lnTo>
                <a:lnTo>
                  <a:pt x="423173" y="91977"/>
                </a:lnTo>
                <a:lnTo>
                  <a:pt x="423632" y="92270"/>
                </a:lnTo>
                <a:lnTo>
                  <a:pt x="424102" y="92554"/>
                </a:lnTo>
                <a:lnTo>
                  <a:pt x="424580" y="92829"/>
                </a:lnTo>
                <a:lnTo>
                  <a:pt x="425068" y="93096"/>
                </a:lnTo>
                <a:lnTo>
                  <a:pt x="425565" y="93353"/>
                </a:lnTo>
                <a:lnTo>
                  <a:pt x="426071" y="93602"/>
                </a:lnTo>
                <a:lnTo>
                  <a:pt x="426583" y="93839"/>
                </a:lnTo>
                <a:lnTo>
                  <a:pt x="427103" y="94066"/>
                </a:lnTo>
                <a:lnTo>
                  <a:pt x="427629" y="94282"/>
                </a:lnTo>
                <a:lnTo>
                  <a:pt x="428163" y="94488"/>
                </a:lnTo>
                <a:lnTo>
                  <a:pt x="428703" y="94683"/>
                </a:lnTo>
                <a:lnTo>
                  <a:pt x="429251" y="94868"/>
                </a:lnTo>
                <a:lnTo>
                  <a:pt x="429805" y="95042"/>
                </a:lnTo>
                <a:lnTo>
                  <a:pt x="430366" y="95206"/>
                </a:lnTo>
                <a:lnTo>
                  <a:pt x="430935" y="95359"/>
                </a:lnTo>
                <a:lnTo>
                  <a:pt x="431510" y="95501"/>
                </a:lnTo>
                <a:lnTo>
                  <a:pt x="432092" y="95633"/>
                </a:lnTo>
                <a:lnTo>
                  <a:pt x="432681" y="95755"/>
                </a:lnTo>
                <a:lnTo>
                  <a:pt x="433278" y="95865"/>
                </a:lnTo>
                <a:lnTo>
                  <a:pt x="433881" y="95966"/>
                </a:lnTo>
                <a:lnTo>
                  <a:pt x="434491" y="96055"/>
                </a:lnTo>
                <a:lnTo>
                  <a:pt x="435108" y="96135"/>
                </a:lnTo>
                <a:lnTo>
                  <a:pt x="435732" y="96203"/>
                </a:lnTo>
                <a:lnTo>
                  <a:pt x="436363" y="96261"/>
                </a:lnTo>
                <a:lnTo>
                  <a:pt x="437001" y="96309"/>
                </a:lnTo>
                <a:lnTo>
                  <a:pt x="437646" y="96346"/>
                </a:lnTo>
                <a:lnTo>
                  <a:pt x="438298" y="96372"/>
                </a:lnTo>
                <a:lnTo>
                  <a:pt x="438957" y="96388"/>
                </a:lnTo>
                <a:lnTo>
                  <a:pt x="439622" y="96393"/>
                </a:lnTo>
                <a:lnTo>
                  <a:pt x="440609" y="96383"/>
                </a:lnTo>
                <a:lnTo>
                  <a:pt x="441578" y="96351"/>
                </a:lnTo>
                <a:lnTo>
                  <a:pt x="442531" y="96297"/>
                </a:lnTo>
                <a:lnTo>
                  <a:pt x="443467" y="96223"/>
                </a:lnTo>
                <a:lnTo>
                  <a:pt x="444386" y="96127"/>
                </a:lnTo>
                <a:close/>
                <a:moveTo>
                  <a:pt x="37507" y="95614"/>
                </a:moveTo>
                <a:lnTo>
                  <a:pt x="37487" y="95960"/>
                </a:lnTo>
                <a:lnTo>
                  <a:pt x="37457" y="96299"/>
                </a:lnTo>
                <a:lnTo>
                  <a:pt x="37420" y="96632"/>
                </a:lnTo>
                <a:lnTo>
                  <a:pt x="37373" y="96957"/>
                </a:lnTo>
                <a:lnTo>
                  <a:pt x="37319" y="97275"/>
                </a:lnTo>
                <a:lnTo>
                  <a:pt x="37256" y="97586"/>
                </a:lnTo>
                <a:lnTo>
                  <a:pt x="37185" y="97890"/>
                </a:lnTo>
                <a:lnTo>
                  <a:pt x="37106" y="98187"/>
                </a:lnTo>
                <a:lnTo>
                  <a:pt x="37018" y="98477"/>
                </a:lnTo>
                <a:lnTo>
                  <a:pt x="36921" y="98761"/>
                </a:lnTo>
                <a:lnTo>
                  <a:pt x="36817" y="99037"/>
                </a:lnTo>
                <a:lnTo>
                  <a:pt x="36704" y="99306"/>
                </a:lnTo>
                <a:lnTo>
                  <a:pt x="36582" y="99568"/>
                </a:lnTo>
                <a:lnTo>
                  <a:pt x="36453" y="99824"/>
                </a:lnTo>
                <a:lnTo>
                  <a:pt x="36314" y="100072"/>
                </a:lnTo>
                <a:lnTo>
                  <a:pt x="36168" y="100313"/>
                </a:lnTo>
                <a:lnTo>
                  <a:pt x="36013" y="100548"/>
                </a:lnTo>
                <a:lnTo>
                  <a:pt x="35850" y="100775"/>
                </a:lnTo>
                <a:lnTo>
                  <a:pt x="35678" y="100995"/>
                </a:lnTo>
                <a:lnTo>
                  <a:pt x="35498" y="101209"/>
                </a:lnTo>
                <a:lnTo>
                  <a:pt x="35310" y="101415"/>
                </a:lnTo>
                <a:lnTo>
                  <a:pt x="35113" y="101615"/>
                </a:lnTo>
                <a:lnTo>
                  <a:pt x="34908" y="101807"/>
                </a:lnTo>
                <a:lnTo>
                  <a:pt x="34695" y="101991"/>
                </a:lnTo>
                <a:lnTo>
                  <a:pt x="34473" y="102166"/>
                </a:lnTo>
                <a:lnTo>
                  <a:pt x="34243" y="102334"/>
                </a:lnTo>
                <a:lnTo>
                  <a:pt x="34005" y="102493"/>
                </a:lnTo>
                <a:lnTo>
                  <a:pt x="33758" y="102644"/>
                </a:lnTo>
                <a:lnTo>
                  <a:pt x="33503" y="102787"/>
                </a:lnTo>
                <a:lnTo>
                  <a:pt x="33239" y="102922"/>
                </a:lnTo>
                <a:lnTo>
                  <a:pt x="32967" y="103049"/>
                </a:lnTo>
                <a:lnTo>
                  <a:pt x="32687" y="103167"/>
                </a:lnTo>
                <a:lnTo>
                  <a:pt x="32398" y="103278"/>
                </a:lnTo>
                <a:lnTo>
                  <a:pt x="32101" y="103380"/>
                </a:lnTo>
                <a:lnTo>
                  <a:pt x="31796" y="103474"/>
                </a:lnTo>
                <a:lnTo>
                  <a:pt x="31482" y="103560"/>
                </a:lnTo>
                <a:lnTo>
                  <a:pt x="31160" y="103637"/>
                </a:lnTo>
                <a:lnTo>
                  <a:pt x="30830" y="103707"/>
                </a:lnTo>
                <a:lnTo>
                  <a:pt x="30491" y="103768"/>
                </a:lnTo>
                <a:lnTo>
                  <a:pt x="30144" y="103821"/>
                </a:lnTo>
                <a:lnTo>
                  <a:pt x="29788" y="103866"/>
                </a:lnTo>
                <a:lnTo>
                  <a:pt x="29424" y="103903"/>
                </a:lnTo>
                <a:lnTo>
                  <a:pt x="29052" y="103931"/>
                </a:lnTo>
                <a:lnTo>
                  <a:pt x="28671" y="103952"/>
                </a:lnTo>
                <a:lnTo>
                  <a:pt x="28282" y="103964"/>
                </a:lnTo>
                <a:lnTo>
                  <a:pt x="27885" y="103968"/>
                </a:lnTo>
                <a:lnTo>
                  <a:pt x="9179" y="103968"/>
                </a:lnTo>
                <a:lnTo>
                  <a:pt x="9179" y="115901"/>
                </a:lnTo>
                <a:lnTo>
                  <a:pt x="28114" y="115901"/>
                </a:lnTo>
                <a:lnTo>
                  <a:pt x="29024" y="115892"/>
                </a:lnTo>
                <a:lnTo>
                  <a:pt x="29918" y="115863"/>
                </a:lnTo>
                <a:lnTo>
                  <a:pt x="30795" y="115814"/>
                </a:lnTo>
                <a:lnTo>
                  <a:pt x="31655" y="115747"/>
                </a:lnTo>
                <a:lnTo>
                  <a:pt x="32500" y="115660"/>
                </a:lnTo>
                <a:lnTo>
                  <a:pt x="33328" y="115553"/>
                </a:lnTo>
                <a:lnTo>
                  <a:pt x="34140" y="115428"/>
                </a:lnTo>
                <a:lnTo>
                  <a:pt x="34935" y="115283"/>
                </a:lnTo>
                <a:lnTo>
                  <a:pt x="35714" y="115118"/>
                </a:lnTo>
                <a:lnTo>
                  <a:pt x="36477" y="114935"/>
                </a:lnTo>
                <a:lnTo>
                  <a:pt x="37224" y="114732"/>
                </a:lnTo>
                <a:lnTo>
                  <a:pt x="37954" y="114510"/>
                </a:lnTo>
                <a:lnTo>
                  <a:pt x="38667" y="114268"/>
                </a:lnTo>
                <a:lnTo>
                  <a:pt x="39365" y="114007"/>
                </a:lnTo>
                <a:lnTo>
                  <a:pt x="40046" y="113727"/>
                </a:lnTo>
                <a:lnTo>
                  <a:pt x="40711" y="113427"/>
                </a:lnTo>
                <a:lnTo>
                  <a:pt x="41359" y="113108"/>
                </a:lnTo>
                <a:lnTo>
                  <a:pt x="41991" y="112770"/>
                </a:lnTo>
                <a:lnTo>
                  <a:pt x="42607" y="112413"/>
                </a:lnTo>
                <a:lnTo>
                  <a:pt x="43206" y="112036"/>
                </a:lnTo>
                <a:lnTo>
                  <a:pt x="43789" y="111639"/>
                </a:lnTo>
                <a:lnTo>
                  <a:pt x="44356" y="111224"/>
                </a:lnTo>
                <a:lnTo>
                  <a:pt x="44906" y="110789"/>
                </a:lnTo>
                <a:lnTo>
                  <a:pt x="45441" y="110335"/>
                </a:lnTo>
                <a:lnTo>
                  <a:pt x="45956" y="109864"/>
                </a:lnTo>
                <a:lnTo>
                  <a:pt x="46449" y="109380"/>
                </a:lnTo>
                <a:lnTo>
                  <a:pt x="46920" y="108882"/>
                </a:lnTo>
                <a:lnTo>
                  <a:pt x="47369" y="108370"/>
                </a:lnTo>
                <a:lnTo>
                  <a:pt x="47797" y="107844"/>
                </a:lnTo>
                <a:lnTo>
                  <a:pt x="48202" y="107305"/>
                </a:lnTo>
                <a:lnTo>
                  <a:pt x="48586" y="106752"/>
                </a:lnTo>
                <a:lnTo>
                  <a:pt x="48947" y="106185"/>
                </a:lnTo>
                <a:lnTo>
                  <a:pt x="49287" y="105605"/>
                </a:lnTo>
                <a:lnTo>
                  <a:pt x="49605" y="105010"/>
                </a:lnTo>
                <a:lnTo>
                  <a:pt x="49901" y="104402"/>
                </a:lnTo>
                <a:lnTo>
                  <a:pt x="50175" y="103780"/>
                </a:lnTo>
                <a:lnTo>
                  <a:pt x="50427" y="103145"/>
                </a:lnTo>
                <a:lnTo>
                  <a:pt x="50657" y="102495"/>
                </a:lnTo>
                <a:lnTo>
                  <a:pt x="50865" y="101832"/>
                </a:lnTo>
                <a:lnTo>
                  <a:pt x="51052" y="101156"/>
                </a:lnTo>
                <a:lnTo>
                  <a:pt x="51216" y="100465"/>
                </a:lnTo>
                <a:lnTo>
                  <a:pt x="51358" y="99761"/>
                </a:lnTo>
                <a:lnTo>
                  <a:pt x="51479" y="99043"/>
                </a:lnTo>
                <a:lnTo>
                  <a:pt x="51578" y="98311"/>
                </a:lnTo>
                <a:lnTo>
                  <a:pt x="51654" y="97565"/>
                </a:lnTo>
                <a:lnTo>
                  <a:pt x="51709" y="96806"/>
                </a:lnTo>
                <a:lnTo>
                  <a:pt x="51742" y="96033"/>
                </a:lnTo>
                <a:lnTo>
                  <a:pt x="51753" y="95246"/>
                </a:lnTo>
                <a:lnTo>
                  <a:pt x="51753" y="32131"/>
                </a:lnTo>
                <a:lnTo>
                  <a:pt x="37409" y="32131"/>
                </a:lnTo>
                <a:lnTo>
                  <a:pt x="37754" y="44180"/>
                </a:lnTo>
                <a:lnTo>
                  <a:pt x="37550" y="44180"/>
                </a:lnTo>
                <a:lnTo>
                  <a:pt x="37470" y="43646"/>
                </a:lnTo>
                <a:lnTo>
                  <a:pt x="37368" y="43082"/>
                </a:lnTo>
                <a:lnTo>
                  <a:pt x="37250" y="42530"/>
                </a:lnTo>
                <a:lnTo>
                  <a:pt x="37116" y="41989"/>
                </a:lnTo>
                <a:lnTo>
                  <a:pt x="36967" y="41460"/>
                </a:lnTo>
                <a:lnTo>
                  <a:pt x="36801" y="40943"/>
                </a:lnTo>
                <a:lnTo>
                  <a:pt x="36620" y="40437"/>
                </a:lnTo>
                <a:lnTo>
                  <a:pt x="36423" y="39943"/>
                </a:lnTo>
                <a:lnTo>
                  <a:pt x="36211" y="39461"/>
                </a:lnTo>
                <a:lnTo>
                  <a:pt x="35983" y="38991"/>
                </a:lnTo>
                <a:lnTo>
                  <a:pt x="35739" y="38533"/>
                </a:lnTo>
                <a:lnTo>
                  <a:pt x="35479" y="38086"/>
                </a:lnTo>
                <a:lnTo>
                  <a:pt x="35204" y="37651"/>
                </a:lnTo>
                <a:lnTo>
                  <a:pt x="34912" y="37228"/>
                </a:lnTo>
                <a:lnTo>
                  <a:pt x="34605" y="36816"/>
                </a:lnTo>
                <a:lnTo>
                  <a:pt x="34283" y="36417"/>
                </a:lnTo>
                <a:lnTo>
                  <a:pt x="33944" y="36029"/>
                </a:lnTo>
                <a:lnTo>
                  <a:pt x="33590" y="35653"/>
                </a:lnTo>
                <a:lnTo>
                  <a:pt x="33220" y="35288"/>
                </a:lnTo>
                <a:lnTo>
                  <a:pt x="32837" y="34937"/>
                </a:lnTo>
                <a:lnTo>
                  <a:pt x="32443" y="34601"/>
                </a:lnTo>
                <a:lnTo>
                  <a:pt x="32038" y="34279"/>
                </a:lnTo>
                <a:lnTo>
                  <a:pt x="31622" y="33973"/>
                </a:lnTo>
                <a:lnTo>
                  <a:pt x="31195" y="33682"/>
                </a:lnTo>
                <a:lnTo>
                  <a:pt x="30757" y="33405"/>
                </a:lnTo>
                <a:lnTo>
                  <a:pt x="30308" y="33144"/>
                </a:lnTo>
                <a:lnTo>
                  <a:pt x="29848" y="32897"/>
                </a:lnTo>
                <a:lnTo>
                  <a:pt x="29378" y="32665"/>
                </a:lnTo>
                <a:lnTo>
                  <a:pt x="28896" y="32449"/>
                </a:lnTo>
                <a:lnTo>
                  <a:pt x="28403" y="32247"/>
                </a:lnTo>
                <a:lnTo>
                  <a:pt x="27899" y="32060"/>
                </a:lnTo>
                <a:lnTo>
                  <a:pt x="27385" y="31888"/>
                </a:lnTo>
                <a:lnTo>
                  <a:pt x="26859" y="31731"/>
                </a:lnTo>
                <a:lnTo>
                  <a:pt x="26322" y="31589"/>
                </a:lnTo>
                <a:lnTo>
                  <a:pt x="25775" y="31462"/>
                </a:lnTo>
                <a:lnTo>
                  <a:pt x="25216" y="31350"/>
                </a:lnTo>
                <a:lnTo>
                  <a:pt x="24647" y="31253"/>
                </a:lnTo>
                <a:lnTo>
                  <a:pt x="24066" y="31171"/>
                </a:lnTo>
                <a:lnTo>
                  <a:pt x="23475" y="31104"/>
                </a:lnTo>
                <a:lnTo>
                  <a:pt x="22873" y="31051"/>
                </a:lnTo>
                <a:lnTo>
                  <a:pt x="22259" y="31014"/>
                </a:lnTo>
                <a:lnTo>
                  <a:pt x="21635" y="30992"/>
                </a:lnTo>
                <a:lnTo>
                  <a:pt x="21000" y="30984"/>
                </a:lnTo>
                <a:lnTo>
                  <a:pt x="20203" y="30996"/>
                </a:lnTo>
                <a:lnTo>
                  <a:pt x="19421" y="31030"/>
                </a:lnTo>
                <a:lnTo>
                  <a:pt x="18652" y="31086"/>
                </a:lnTo>
                <a:lnTo>
                  <a:pt x="17897" y="31166"/>
                </a:lnTo>
                <a:lnTo>
                  <a:pt x="17155" y="31268"/>
                </a:lnTo>
                <a:lnTo>
                  <a:pt x="16428" y="31393"/>
                </a:lnTo>
                <a:lnTo>
                  <a:pt x="15714" y="31541"/>
                </a:lnTo>
                <a:lnTo>
                  <a:pt x="15014" y="31711"/>
                </a:lnTo>
                <a:lnTo>
                  <a:pt x="14327" y="31904"/>
                </a:lnTo>
                <a:lnTo>
                  <a:pt x="13654" y="32120"/>
                </a:lnTo>
                <a:lnTo>
                  <a:pt x="12996" y="32358"/>
                </a:lnTo>
                <a:lnTo>
                  <a:pt x="12350" y="32620"/>
                </a:lnTo>
                <a:lnTo>
                  <a:pt x="11719" y="32904"/>
                </a:lnTo>
                <a:lnTo>
                  <a:pt x="11101" y="33210"/>
                </a:lnTo>
                <a:lnTo>
                  <a:pt x="10497" y="33540"/>
                </a:lnTo>
                <a:lnTo>
                  <a:pt x="9907" y="33892"/>
                </a:lnTo>
                <a:lnTo>
                  <a:pt x="9331" y="34266"/>
                </a:lnTo>
                <a:lnTo>
                  <a:pt x="8768" y="34664"/>
                </a:lnTo>
                <a:lnTo>
                  <a:pt x="8219" y="35084"/>
                </a:lnTo>
                <a:lnTo>
                  <a:pt x="7684" y="35527"/>
                </a:lnTo>
                <a:lnTo>
                  <a:pt x="7162" y="35993"/>
                </a:lnTo>
                <a:lnTo>
                  <a:pt x="6654" y="36481"/>
                </a:lnTo>
                <a:lnTo>
                  <a:pt x="6161" y="36992"/>
                </a:lnTo>
                <a:lnTo>
                  <a:pt x="5680" y="37526"/>
                </a:lnTo>
                <a:lnTo>
                  <a:pt x="5217" y="38079"/>
                </a:lnTo>
                <a:lnTo>
                  <a:pt x="4773" y="38647"/>
                </a:lnTo>
                <a:lnTo>
                  <a:pt x="4349" y="39231"/>
                </a:lnTo>
                <a:lnTo>
                  <a:pt x="3945" y="39830"/>
                </a:lnTo>
                <a:lnTo>
                  <a:pt x="3560" y="40445"/>
                </a:lnTo>
                <a:lnTo>
                  <a:pt x="3195" y="41076"/>
                </a:lnTo>
                <a:lnTo>
                  <a:pt x="2850" y="41722"/>
                </a:lnTo>
                <a:lnTo>
                  <a:pt x="2525" y="42383"/>
                </a:lnTo>
                <a:lnTo>
                  <a:pt x="2219" y="43060"/>
                </a:lnTo>
                <a:lnTo>
                  <a:pt x="1933" y="43753"/>
                </a:lnTo>
                <a:lnTo>
                  <a:pt x="1667" y="44461"/>
                </a:lnTo>
                <a:lnTo>
                  <a:pt x="1420" y="45185"/>
                </a:lnTo>
                <a:lnTo>
                  <a:pt x="1193" y="45924"/>
                </a:lnTo>
                <a:lnTo>
                  <a:pt x="986" y="46679"/>
                </a:lnTo>
                <a:lnTo>
                  <a:pt x="799" y="47449"/>
                </a:lnTo>
                <a:lnTo>
                  <a:pt x="631" y="48235"/>
                </a:lnTo>
                <a:lnTo>
                  <a:pt x="483" y="49037"/>
                </a:lnTo>
                <a:lnTo>
                  <a:pt x="355" y="49854"/>
                </a:lnTo>
                <a:lnTo>
                  <a:pt x="247" y="50686"/>
                </a:lnTo>
                <a:lnTo>
                  <a:pt x="158" y="51534"/>
                </a:lnTo>
                <a:lnTo>
                  <a:pt x="89" y="52398"/>
                </a:lnTo>
                <a:lnTo>
                  <a:pt x="39" y="53277"/>
                </a:lnTo>
                <a:lnTo>
                  <a:pt x="10" y="54171"/>
                </a:lnTo>
                <a:lnTo>
                  <a:pt x="0" y="55082"/>
                </a:lnTo>
                <a:lnTo>
                  <a:pt x="0" y="67361"/>
                </a:lnTo>
                <a:lnTo>
                  <a:pt x="10" y="68281"/>
                </a:lnTo>
                <a:lnTo>
                  <a:pt x="39" y="69185"/>
                </a:lnTo>
                <a:lnTo>
                  <a:pt x="89" y="70073"/>
                </a:lnTo>
                <a:lnTo>
                  <a:pt x="158" y="70944"/>
                </a:lnTo>
                <a:lnTo>
                  <a:pt x="247" y="71800"/>
                </a:lnTo>
                <a:lnTo>
                  <a:pt x="355" y="72640"/>
                </a:lnTo>
                <a:lnTo>
                  <a:pt x="483" y="73464"/>
                </a:lnTo>
                <a:lnTo>
                  <a:pt x="631" y="74272"/>
                </a:lnTo>
                <a:lnTo>
                  <a:pt x="799" y="75064"/>
                </a:lnTo>
                <a:lnTo>
                  <a:pt x="986" y="75841"/>
                </a:lnTo>
                <a:lnTo>
                  <a:pt x="1193" y="76601"/>
                </a:lnTo>
                <a:lnTo>
                  <a:pt x="1420" y="77345"/>
                </a:lnTo>
                <a:lnTo>
                  <a:pt x="1667" y="78074"/>
                </a:lnTo>
                <a:lnTo>
                  <a:pt x="1933" y="78786"/>
                </a:lnTo>
                <a:lnTo>
                  <a:pt x="2219" y="79483"/>
                </a:lnTo>
                <a:lnTo>
                  <a:pt x="2525" y="80163"/>
                </a:lnTo>
                <a:lnTo>
                  <a:pt x="2850" y="80828"/>
                </a:lnTo>
                <a:lnTo>
                  <a:pt x="3195" y="81477"/>
                </a:lnTo>
                <a:lnTo>
                  <a:pt x="3560" y="82109"/>
                </a:lnTo>
                <a:lnTo>
                  <a:pt x="3945" y="82726"/>
                </a:lnTo>
                <a:lnTo>
                  <a:pt x="4349" y="83327"/>
                </a:lnTo>
                <a:lnTo>
                  <a:pt x="4773" y="83912"/>
                </a:lnTo>
                <a:lnTo>
                  <a:pt x="5217" y="84481"/>
                </a:lnTo>
                <a:lnTo>
                  <a:pt x="5680" y="85034"/>
                </a:lnTo>
                <a:lnTo>
                  <a:pt x="6161" y="85568"/>
                </a:lnTo>
                <a:lnTo>
                  <a:pt x="6654" y="86079"/>
                </a:lnTo>
                <a:lnTo>
                  <a:pt x="7162" y="86567"/>
                </a:lnTo>
                <a:lnTo>
                  <a:pt x="7684" y="87033"/>
                </a:lnTo>
                <a:lnTo>
                  <a:pt x="8219" y="87476"/>
                </a:lnTo>
                <a:lnTo>
                  <a:pt x="8768" y="87896"/>
                </a:lnTo>
                <a:lnTo>
                  <a:pt x="9331" y="88293"/>
                </a:lnTo>
                <a:lnTo>
                  <a:pt x="9907" y="88668"/>
                </a:lnTo>
                <a:lnTo>
                  <a:pt x="10497" y="89020"/>
                </a:lnTo>
                <a:lnTo>
                  <a:pt x="11101" y="89349"/>
                </a:lnTo>
                <a:lnTo>
                  <a:pt x="11719" y="89656"/>
                </a:lnTo>
                <a:lnTo>
                  <a:pt x="12350" y="89939"/>
                </a:lnTo>
                <a:lnTo>
                  <a:pt x="12996" y="90201"/>
                </a:lnTo>
                <a:lnTo>
                  <a:pt x="13654" y="90439"/>
                </a:lnTo>
                <a:lnTo>
                  <a:pt x="14327" y="90655"/>
                </a:lnTo>
                <a:lnTo>
                  <a:pt x="15014" y="90848"/>
                </a:lnTo>
                <a:lnTo>
                  <a:pt x="15714" y="91018"/>
                </a:lnTo>
                <a:lnTo>
                  <a:pt x="16428" y="91166"/>
                </a:lnTo>
                <a:lnTo>
                  <a:pt x="17155" y="91291"/>
                </a:lnTo>
                <a:lnTo>
                  <a:pt x="17897" y="91393"/>
                </a:lnTo>
                <a:lnTo>
                  <a:pt x="18652" y="91472"/>
                </a:lnTo>
                <a:lnTo>
                  <a:pt x="19421" y="91529"/>
                </a:lnTo>
                <a:lnTo>
                  <a:pt x="20203" y="91563"/>
                </a:lnTo>
                <a:lnTo>
                  <a:pt x="21000" y="91574"/>
                </a:lnTo>
                <a:lnTo>
                  <a:pt x="21635" y="91567"/>
                </a:lnTo>
                <a:lnTo>
                  <a:pt x="22259" y="91545"/>
                </a:lnTo>
                <a:lnTo>
                  <a:pt x="22873" y="91507"/>
                </a:lnTo>
                <a:lnTo>
                  <a:pt x="23475" y="91455"/>
                </a:lnTo>
                <a:lnTo>
                  <a:pt x="24066" y="91388"/>
                </a:lnTo>
                <a:lnTo>
                  <a:pt x="24647" y="91306"/>
                </a:lnTo>
                <a:lnTo>
                  <a:pt x="25216" y="91208"/>
                </a:lnTo>
                <a:lnTo>
                  <a:pt x="25775" y="91096"/>
                </a:lnTo>
                <a:lnTo>
                  <a:pt x="26322" y="90969"/>
                </a:lnTo>
                <a:lnTo>
                  <a:pt x="26859" y="90828"/>
                </a:lnTo>
                <a:lnTo>
                  <a:pt x="27385" y="90671"/>
                </a:lnTo>
                <a:lnTo>
                  <a:pt x="27899" y="90499"/>
                </a:lnTo>
                <a:lnTo>
                  <a:pt x="28403" y="90312"/>
                </a:lnTo>
                <a:lnTo>
                  <a:pt x="28896" y="90110"/>
                </a:lnTo>
                <a:lnTo>
                  <a:pt x="29378" y="89894"/>
                </a:lnTo>
                <a:lnTo>
                  <a:pt x="29848" y="89662"/>
                </a:lnTo>
                <a:lnTo>
                  <a:pt x="30308" y="89416"/>
                </a:lnTo>
                <a:lnTo>
                  <a:pt x="30757" y="89154"/>
                </a:lnTo>
                <a:lnTo>
                  <a:pt x="31195" y="88878"/>
                </a:lnTo>
                <a:lnTo>
                  <a:pt x="31622" y="88587"/>
                </a:lnTo>
                <a:lnTo>
                  <a:pt x="32038" y="88281"/>
                </a:lnTo>
                <a:lnTo>
                  <a:pt x="32443" y="87959"/>
                </a:lnTo>
                <a:lnTo>
                  <a:pt x="32837" y="87623"/>
                </a:lnTo>
                <a:lnTo>
                  <a:pt x="33220" y="87272"/>
                </a:lnTo>
                <a:lnTo>
                  <a:pt x="33590" y="86908"/>
                </a:lnTo>
                <a:lnTo>
                  <a:pt x="33944" y="86531"/>
                </a:lnTo>
                <a:lnTo>
                  <a:pt x="34283" y="86143"/>
                </a:lnTo>
                <a:lnTo>
                  <a:pt x="34605" y="85744"/>
                </a:lnTo>
                <a:lnTo>
                  <a:pt x="34912" y="85332"/>
                </a:lnTo>
                <a:lnTo>
                  <a:pt x="35204" y="84909"/>
                </a:lnTo>
                <a:lnTo>
                  <a:pt x="35479" y="84474"/>
                </a:lnTo>
                <a:lnTo>
                  <a:pt x="35739" y="84027"/>
                </a:lnTo>
                <a:lnTo>
                  <a:pt x="35983" y="83568"/>
                </a:lnTo>
                <a:lnTo>
                  <a:pt x="36211" y="83098"/>
                </a:lnTo>
                <a:lnTo>
                  <a:pt x="36423" y="82616"/>
                </a:lnTo>
                <a:lnTo>
                  <a:pt x="36620" y="82122"/>
                </a:lnTo>
                <a:lnTo>
                  <a:pt x="36801" y="81616"/>
                </a:lnTo>
                <a:lnTo>
                  <a:pt x="36967" y="81099"/>
                </a:lnTo>
                <a:lnTo>
                  <a:pt x="37116" y="80570"/>
                </a:lnTo>
                <a:lnTo>
                  <a:pt x="37250" y="80029"/>
                </a:lnTo>
                <a:lnTo>
                  <a:pt x="37368" y="79477"/>
                </a:lnTo>
                <a:lnTo>
                  <a:pt x="37470" y="78912"/>
                </a:lnTo>
                <a:lnTo>
                  <a:pt x="37551" y="78377"/>
                </a:lnTo>
                <a:lnTo>
                  <a:pt x="37754" y="78377"/>
                </a:lnTo>
                <a:lnTo>
                  <a:pt x="37524" y="90196"/>
                </a:lnTo>
                <a:lnTo>
                  <a:pt x="37524" y="94901"/>
                </a:lnTo>
                <a:lnTo>
                  <a:pt x="37520" y="95261"/>
                </a:lnTo>
                <a:lnTo>
                  <a:pt x="37507" y="95614"/>
                </a:lnTo>
                <a:close/>
                <a:moveTo>
                  <a:pt x="23633" y="79041"/>
                </a:moveTo>
                <a:lnTo>
                  <a:pt x="23222" y="78980"/>
                </a:lnTo>
                <a:lnTo>
                  <a:pt x="22820" y="78907"/>
                </a:lnTo>
                <a:lnTo>
                  <a:pt x="22427" y="78824"/>
                </a:lnTo>
                <a:lnTo>
                  <a:pt x="22042" y="78729"/>
                </a:lnTo>
                <a:lnTo>
                  <a:pt x="21666" y="78623"/>
                </a:lnTo>
                <a:lnTo>
                  <a:pt x="21299" y="78506"/>
                </a:lnTo>
                <a:lnTo>
                  <a:pt x="20941" y="78377"/>
                </a:lnTo>
                <a:lnTo>
                  <a:pt x="20592" y="78238"/>
                </a:lnTo>
                <a:lnTo>
                  <a:pt x="20251" y="78087"/>
                </a:lnTo>
                <a:lnTo>
                  <a:pt x="19919" y="77926"/>
                </a:lnTo>
                <a:lnTo>
                  <a:pt x="19596" y="77753"/>
                </a:lnTo>
                <a:lnTo>
                  <a:pt x="19282" y="77569"/>
                </a:lnTo>
                <a:lnTo>
                  <a:pt x="18976" y="77373"/>
                </a:lnTo>
                <a:lnTo>
                  <a:pt x="18679" y="77167"/>
                </a:lnTo>
                <a:lnTo>
                  <a:pt x="18391" y="76949"/>
                </a:lnTo>
                <a:lnTo>
                  <a:pt x="18112" y="76721"/>
                </a:lnTo>
                <a:lnTo>
                  <a:pt x="17841" y="76481"/>
                </a:lnTo>
                <a:lnTo>
                  <a:pt x="17579" y="76230"/>
                </a:lnTo>
                <a:lnTo>
                  <a:pt x="17326" y="75968"/>
                </a:lnTo>
                <a:lnTo>
                  <a:pt x="17083" y="75695"/>
                </a:lnTo>
                <a:lnTo>
                  <a:pt x="16850" y="75413"/>
                </a:lnTo>
                <a:lnTo>
                  <a:pt x="16627" y="75121"/>
                </a:lnTo>
                <a:lnTo>
                  <a:pt x="16415" y="74820"/>
                </a:lnTo>
                <a:lnTo>
                  <a:pt x="16213" y="74509"/>
                </a:lnTo>
                <a:lnTo>
                  <a:pt x="16022" y="74189"/>
                </a:lnTo>
                <a:lnTo>
                  <a:pt x="15840" y="73859"/>
                </a:lnTo>
                <a:lnTo>
                  <a:pt x="15670" y="73520"/>
                </a:lnTo>
                <a:lnTo>
                  <a:pt x="15509" y="73171"/>
                </a:lnTo>
                <a:lnTo>
                  <a:pt x="15359" y="72812"/>
                </a:lnTo>
                <a:lnTo>
                  <a:pt x="15219" y="72444"/>
                </a:lnTo>
                <a:lnTo>
                  <a:pt x="15090" y="72066"/>
                </a:lnTo>
                <a:lnTo>
                  <a:pt x="14971" y="71679"/>
                </a:lnTo>
                <a:lnTo>
                  <a:pt x="14862" y="71282"/>
                </a:lnTo>
                <a:lnTo>
                  <a:pt x="14764" y="70875"/>
                </a:lnTo>
                <a:lnTo>
                  <a:pt x="14676" y="70459"/>
                </a:lnTo>
                <a:lnTo>
                  <a:pt x="14598" y="70034"/>
                </a:lnTo>
                <a:lnTo>
                  <a:pt x="14531" y="69599"/>
                </a:lnTo>
                <a:lnTo>
                  <a:pt x="14474" y="69154"/>
                </a:lnTo>
                <a:lnTo>
                  <a:pt x="14427" y="68700"/>
                </a:lnTo>
                <a:lnTo>
                  <a:pt x="14391" y="68236"/>
                </a:lnTo>
                <a:lnTo>
                  <a:pt x="14365" y="67763"/>
                </a:lnTo>
                <a:lnTo>
                  <a:pt x="14349" y="67280"/>
                </a:lnTo>
                <a:lnTo>
                  <a:pt x="14344" y="66787"/>
                </a:lnTo>
                <a:lnTo>
                  <a:pt x="14344" y="55771"/>
                </a:lnTo>
                <a:lnTo>
                  <a:pt x="14349" y="55279"/>
                </a:lnTo>
                <a:lnTo>
                  <a:pt x="14365" y="54796"/>
                </a:lnTo>
                <a:lnTo>
                  <a:pt x="14391" y="54323"/>
                </a:lnTo>
                <a:lnTo>
                  <a:pt x="14427" y="53859"/>
                </a:lnTo>
                <a:lnTo>
                  <a:pt x="14474" y="53405"/>
                </a:lnTo>
                <a:lnTo>
                  <a:pt x="14531" y="52960"/>
                </a:lnTo>
                <a:lnTo>
                  <a:pt x="14598" y="52525"/>
                </a:lnTo>
                <a:lnTo>
                  <a:pt x="14676" y="52099"/>
                </a:lnTo>
                <a:lnTo>
                  <a:pt x="14764" y="51683"/>
                </a:lnTo>
                <a:lnTo>
                  <a:pt x="14862" y="51277"/>
                </a:lnTo>
                <a:lnTo>
                  <a:pt x="14971" y="50880"/>
                </a:lnTo>
                <a:lnTo>
                  <a:pt x="15090" y="50493"/>
                </a:lnTo>
                <a:lnTo>
                  <a:pt x="15219" y="50115"/>
                </a:lnTo>
                <a:lnTo>
                  <a:pt x="15359" y="49747"/>
                </a:lnTo>
                <a:lnTo>
                  <a:pt x="15509" y="49388"/>
                </a:lnTo>
                <a:lnTo>
                  <a:pt x="15670" y="49039"/>
                </a:lnTo>
                <a:lnTo>
                  <a:pt x="15840" y="48700"/>
                </a:lnTo>
                <a:lnTo>
                  <a:pt x="16022" y="48370"/>
                </a:lnTo>
                <a:lnTo>
                  <a:pt x="16213" y="48049"/>
                </a:lnTo>
                <a:lnTo>
                  <a:pt x="16415" y="47738"/>
                </a:lnTo>
                <a:lnTo>
                  <a:pt x="16627" y="47437"/>
                </a:lnTo>
                <a:lnTo>
                  <a:pt x="16850" y="47146"/>
                </a:lnTo>
                <a:lnTo>
                  <a:pt x="17083" y="46863"/>
                </a:lnTo>
                <a:lnTo>
                  <a:pt x="17326" y="46591"/>
                </a:lnTo>
                <a:lnTo>
                  <a:pt x="17579" y="46329"/>
                </a:lnTo>
                <a:lnTo>
                  <a:pt x="17841" y="46078"/>
                </a:lnTo>
                <a:lnTo>
                  <a:pt x="18112" y="45838"/>
                </a:lnTo>
                <a:lnTo>
                  <a:pt x="18391" y="45609"/>
                </a:lnTo>
                <a:lnTo>
                  <a:pt x="18679" y="45392"/>
                </a:lnTo>
                <a:lnTo>
                  <a:pt x="18976" y="45185"/>
                </a:lnTo>
                <a:lnTo>
                  <a:pt x="19282" y="44990"/>
                </a:lnTo>
                <a:lnTo>
                  <a:pt x="19596" y="44806"/>
                </a:lnTo>
                <a:lnTo>
                  <a:pt x="19919" y="44633"/>
                </a:lnTo>
                <a:lnTo>
                  <a:pt x="20251" y="44471"/>
                </a:lnTo>
                <a:lnTo>
                  <a:pt x="20592" y="44321"/>
                </a:lnTo>
                <a:lnTo>
                  <a:pt x="20941" y="44181"/>
                </a:lnTo>
                <a:lnTo>
                  <a:pt x="21299" y="44053"/>
                </a:lnTo>
                <a:lnTo>
                  <a:pt x="21666" y="43936"/>
                </a:lnTo>
                <a:lnTo>
                  <a:pt x="22042" y="43830"/>
                </a:lnTo>
                <a:lnTo>
                  <a:pt x="22427" y="43735"/>
                </a:lnTo>
                <a:lnTo>
                  <a:pt x="22820" y="43651"/>
                </a:lnTo>
                <a:lnTo>
                  <a:pt x="23222" y="43579"/>
                </a:lnTo>
                <a:lnTo>
                  <a:pt x="23633" y="43517"/>
                </a:lnTo>
                <a:lnTo>
                  <a:pt x="24053" y="43467"/>
                </a:lnTo>
                <a:lnTo>
                  <a:pt x="24481" y="43428"/>
                </a:lnTo>
                <a:lnTo>
                  <a:pt x="24918" y="43400"/>
                </a:lnTo>
                <a:lnTo>
                  <a:pt x="25364" y="43383"/>
                </a:lnTo>
                <a:lnTo>
                  <a:pt x="25819" y="43378"/>
                </a:lnTo>
                <a:lnTo>
                  <a:pt x="26273" y="43384"/>
                </a:lnTo>
                <a:lnTo>
                  <a:pt x="26720" y="43401"/>
                </a:lnTo>
                <a:lnTo>
                  <a:pt x="27157" y="43429"/>
                </a:lnTo>
                <a:lnTo>
                  <a:pt x="27586" y="43469"/>
                </a:lnTo>
                <a:lnTo>
                  <a:pt x="28007" y="43520"/>
                </a:lnTo>
                <a:lnTo>
                  <a:pt x="28419" y="43582"/>
                </a:lnTo>
                <a:lnTo>
                  <a:pt x="28822" y="43656"/>
                </a:lnTo>
                <a:lnTo>
                  <a:pt x="29217" y="43741"/>
                </a:lnTo>
                <a:lnTo>
                  <a:pt x="29603" y="43838"/>
                </a:lnTo>
                <a:lnTo>
                  <a:pt x="29981" y="43946"/>
                </a:lnTo>
                <a:lnTo>
                  <a:pt x="30350" y="44065"/>
                </a:lnTo>
                <a:lnTo>
                  <a:pt x="30710" y="44196"/>
                </a:lnTo>
                <a:lnTo>
                  <a:pt x="31062" y="44338"/>
                </a:lnTo>
                <a:lnTo>
                  <a:pt x="31405" y="44491"/>
                </a:lnTo>
                <a:lnTo>
                  <a:pt x="31740" y="44656"/>
                </a:lnTo>
                <a:lnTo>
                  <a:pt x="32066" y="44832"/>
                </a:lnTo>
                <a:lnTo>
                  <a:pt x="32384" y="45019"/>
                </a:lnTo>
                <a:lnTo>
                  <a:pt x="32693" y="45218"/>
                </a:lnTo>
                <a:lnTo>
                  <a:pt x="32993" y="45428"/>
                </a:lnTo>
                <a:lnTo>
                  <a:pt x="33285" y="45649"/>
                </a:lnTo>
                <a:lnTo>
                  <a:pt x="33569" y="45882"/>
                </a:lnTo>
                <a:lnTo>
                  <a:pt x="33843" y="46126"/>
                </a:lnTo>
                <a:lnTo>
                  <a:pt x="34110" y="46382"/>
                </a:lnTo>
                <a:lnTo>
                  <a:pt x="34367" y="46649"/>
                </a:lnTo>
                <a:lnTo>
                  <a:pt x="34615" y="46926"/>
                </a:lnTo>
                <a:lnTo>
                  <a:pt x="34853" y="47212"/>
                </a:lnTo>
                <a:lnTo>
                  <a:pt x="35080" y="47506"/>
                </a:lnTo>
                <a:lnTo>
                  <a:pt x="35296" y="47810"/>
                </a:lnTo>
                <a:lnTo>
                  <a:pt x="35502" y="48123"/>
                </a:lnTo>
                <a:lnTo>
                  <a:pt x="35698" y="48445"/>
                </a:lnTo>
                <a:lnTo>
                  <a:pt x="35883" y="48776"/>
                </a:lnTo>
                <a:lnTo>
                  <a:pt x="36057" y="49115"/>
                </a:lnTo>
                <a:lnTo>
                  <a:pt x="36221" y="49464"/>
                </a:lnTo>
                <a:lnTo>
                  <a:pt x="36374" y="49822"/>
                </a:lnTo>
                <a:lnTo>
                  <a:pt x="36516" y="50188"/>
                </a:lnTo>
                <a:lnTo>
                  <a:pt x="36648" y="50564"/>
                </a:lnTo>
                <a:lnTo>
                  <a:pt x="36770" y="50949"/>
                </a:lnTo>
                <a:lnTo>
                  <a:pt x="36881" y="51342"/>
                </a:lnTo>
                <a:lnTo>
                  <a:pt x="36981" y="51745"/>
                </a:lnTo>
                <a:lnTo>
                  <a:pt x="37071" y="52156"/>
                </a:lnTo>
                <a:lnTo>
                  <a:pt x="37150" y="52577"/>
                </a:lnTo>
                <a:lnTo>
                  <a:pt x="37219" y="53006"/>
                </a:lnTo>
                <a:lnTo>
                  <a:pt x="37277" y="53445"/>
                </a:lnTo>
                <a:lnTo>
                  <a:pt x="37324" y="53892"/>
                </a:lnTo>
                <a:lnTo>
                  <a:pt x="37361" y="54348"/>
                </a:lnTo>
                <a:lnTo>
                  <a:pt x="37388" y="54814"/>
                </a:lnTo>
                <a:lnTo>
                  <a:pt x="37403" y="55288"/>
                </a:lnTo>
                <a:lnTo>
                  <a:pt x="37409" y="55771"/>
                </a:lnTo>
                <a:lnTo>
                  <a:pt x="37409" y="66787"/>
                </a:lnTo>
                <a:lnTo>
                  <a:pt x="37403" y="67270"/>
                </a:lnTo>
                <a:lnTo>
                  <a:pt x="37388" y="67745"/>
                </a:lnTo>
                <a:lnTo>
                  <a:pt x="37361" y="68210"/>
                </a:lnTo>
                <a:lnTo>
                  <a:pt x="37324" y="68666"/>
                </a:lnTo>
                <a:lnTo>
                  <a:pt x="37277" y="69113"/>
                </a:lnTo>
                <a:lnTo>
                  <a:pt x="37219" y="69552"/>
                </a:lnTo>
                <a:lnTo>
                  <a:pt x="37150" y="69981"/>
                </a:lnTo>
                <a:lnTo>
                  <a:pt x="37071" y="70402"/>
                </a:lnTo>
                <a:lnTo>
                  <a:pt x="36981" y="70813"/>
                </a:lnTo>
                <a:lnTo>
                  <a:pt x="36881" y="71216"/>
                </a:lnTo>
                <a:lnTo>
                  <a:pt x="36770" y="71609"/>
                </a:lnTo>
                <a:lnTo>
                  <a:pt x="36648" y="71994"/>
                </a:lnTo>
                <a:lnTo>
                  <a:pt x="36516" y="72369"/>
                </a:lnTo>
                <a:lnTo>
                  <a:pt x="36374" y="72736"/>
                </a:lnTo>
                <a:lnTo>
                  <a:pt x="36221" y="73094"/>
                </a:lnTo>
                <a:lnTo>
                  <a:pt x="36057" y="73443"/>
                </a:lnTo>
                <a:lnTo>
                  <a:pt x="35883" y="73782"/>
                </a:lnTo>
                <a:lnTo>
                  <a:pt x="35698" y="74113"/>
                </a:lnTo>
                <a:lnTo>
                  <a:pt x="35502" y="74435"/>
                </a:lnTo>
                <a:lnTo>
                  <a:pt x="35296" y="74748"/>
                </a:lnTo>
                <a:lnTo>
                  <a:pt x="35080" y="75052"/>
                </a:lnTo>
                <a:lnTo>
                  <a:pt x="34853" y="75347"/>
                </a:lnTo>
                <a:lnTo>
                  <a:pt x="34615" y="75633"/>
                </a:lnTo>
                <a:lnTo>
                  <a:pt x="34367" y="75910"/>
                </a:lnTo>
                <a:lnTo>
                  <a:pt x="34110" y="76177"/>
                </a:lnTo>
                <a:lnTo>
                  <a:pt x="33843" y="76432"/>
                </a:lnTo>
                <a:lnTo>
                  <a:pt x="33569" y="76676"/>
                </a:lnTo>
                <a:lnTo>
                  <a:pt x="33285" y="76909"/>
                </a:lnTo>
                <a:lnTo>
                  <a:pt x="32993" y="77131"/>
                </a:lnTo>
                <a:lnTo>
                  <a:pt x="32693" y="77341"/>
                </a:lnTo>
                <a:lnTo>
                  <a:pt x="32384" y="77540"/>
                </a:lnTo>
                <a:lnTo>
                  <a:pt x="32066" y="77727"/>
                </a:lnTo>
                <a:lnTo>
                  <a:pt x="31740" y="77903"/>
                </a:lnTo>
                <a:lnTo>
                  <a:pt x="31405" y="78068"/>
                </a:lnTo>
                <a:lnTo>
                  <a:pt x="31062" y="78221"/>
                </a:lnTo>
                <a:lnTo>
                  <a:pt x="30710" y="78363"/>
                </a:lnTo>
                <a:lnTo>
                  <a:pt x="30350" y="78494"/>
                </a:lnTo>
                <a:lnTo>
                  <a:pt x="29981" y="78613"/>
                </a:lnTo>
                <a:lnTo>
                  <a:pt x="29603" y="78721"/>
                </a:lnTo>
                <a:lnTo>
                  <a:pt x="29217" y="78817"/>
                </a:lnTo>
                <a:lnTo>
                  <a:pt x="28822" y="78903"/>
                </a:lnTo>
                <a:lnTo>
                  <a:pt x="28419" y="78976"/>
                </a:lnTo>
                <a:lnTo>
                  <a:pt x="28007" y="79039"/>
                </a:lnTo>
                <a:lnTo>
                  <a:pt x="27586" y="79090"/>
                </a:lnTo>
                <a:lnTo>
                  <a:pt x="27157" y="79130"/>
                </a:lnTo>
                <a:lnTo>
                  <a:pt x="26720" y="79158"/>
                </a:lnTo>
                <a:lnTo>
                  <a:pt x="26273" y="79175"/>
                </a:lnTo>
                <a:lnTo>
                  <a:pt x="25819" y="79181"/>
                </a:lnTo>
                <a:lnTo>
                  <a:pt x="25364" y="79175"/>
                </a:lnTo>
                <a:lnTo>
                  <a:pt x="24918" y="79158"/>
                </a:lnTo>
                <a:lnTo>
                  <a:pt x="24481" y="79131"/>
                </a:lnTo>
                <a:lnTo>
                  <a:pt x="24053" y="79092"/>
                </a:lnTo>
                <a:lnTo>
                  <a:pt x="23633" y="79041"/>
                </a:lnTo>
                <a:close/>
                <a:moveTo>
                  <a:pt x="856198" y="21477"/>
                </a:moveTo>
                <a:lnTo>
                  <a:pt x="856527" y="21434"/>
                </a:lnTo>
                <a:lnTo>
                  <a:pt x="856849" y="21384"/>
                </a:lnTo>
                <a:lnTo>
                  <a:pt x="857164" y="21326"/>
                </a:lnTo>
                <a:lnTo>
                  <a:pt x="857473" y="21260"/>
                </a:lnTo>
                <a:lnTo>
                  <a:pt x="857776" y="21186"/>
                </a:lnTo>
                <a:lnTo>
                  <a:pt x="858073" y="21104"/>
                </a:lnTo>
                <a:lnTo>
                  <a:pt x="858363" y="21015"/>
                </a:lnTo>
                <a:lnTo>
                  <a:pt x="858646" y="20918"/>
                </a:lnTo>
                <a:lnTo>
                  <a:pt x="858924" y="20813"/>
                </a:lnTo>
                <a:lnTo>
                  <a:pt x="859195" y="20700"/>
                </a:lnTo>
                <a:lnTo>
                  <a:pt x="859459" y="20580"/>
                </a:lnTo>
                <a:lnTo>
                  <a:pt x="859717" y="20451"/>
                </a:lnTo>
                <a:lnTo>
                  <a:pt x="859969" y="20315"/>
                </a:lnTo>
                <a:lnTo>
                  <a:pt x="860215" y="20172"/>
                </a:lnTo>
                <a:lnTo>
                  <a:pt x="860454" y="20020"/>
                </a:lnTo>
                <a:lnTo>
                  <a:pt x="860686" y="19861"/>
                </a:lnTo>
                <a:lnTo>
                  <a:pt x="860913" y="19694"/>
                </a:lnTo>
                <a:lnTo>
                  <a:pt x="861133" y="19519"/>
                </a:lnTo>
                <a:lnTo>
                  <a:pt x="861346" y="19336"/>
                </a:lnTo>
                <a:lnTo>
                  <a:pt x="861552" y="19147"/>
                </a:lnTo>
                <a:lnTo>
                  <a:pt x="861750" y="18953"/>
                </a:lnTo>
                <a:lnTo>
                  <a:pt x="861938" y="18753"/>
                </a:lnTo>
                <a:lnTo>
                  <a:pt x="862118" y="18547"/>
                </a:lnTo>
                <a:lnTo>
                  <a:pt x="862289" y="18337"/>
                </a:lnTo>
                <a:lnTo>
                  <a:pt x="862451" y="18121"/>
                </a:lnTo>
                <a:lnTo>
                  <a:pt x="862604" y="17899"/>
                </a:lnTo>
                <a:lnTo>
                  <a:pt x="862749" y="17672"/>
                </a:lnTo>
                <a:lnTo>
                  <a:pt x="862885" y="17440"/>
                </a:lnTo>
                <a:lnTo>
                  <a:pt x="863012" y="17203"/>
                </a:lnTo>
                <a:lnTo>
                  <a:pt x="863130" y="16960"/>
                </a:lnTo>
                <a:lnTo>
                  <a:pt x="863240" y="16711"/>
                </a:lnTo>
                <a:lnTo>
                  <a:pt x="863341" y="16457"/>
                </a:lnTo>
                <a:lnTo>
                  <a:pt x="863433" y="16198"/>
                </a:lnTo>
                <a:lnTo>
                  <a:pt x="863516" y="15934"/>
                </a:lnTo>
                <a:lnTo>
                  <a:pt x="863591" y="15664"/>
                </a:lnTo>
                <a:lnTo>
                  <a:pt x="863657" y="15389"/>
                </a:lnTo>
                <a:lnTo>
                  <a:pt x="863714" y="15108"/>
                </a:lnTo>
                <a:lnTo>
                  <a:pt x="863762" y="14822"/>
                </a:lnTo>
                <a:lnTo>
                  <a:pt x="863801" y="14531"/>
                </a:lnTo>
                <a:lnTo>
                  <a:pt x="863832" y="14234"/>
                </a:lnTo>
                <a:lnTo>
                  <a:pt x="863854" y="13932"/>
                </a:lnTo>
                <a:lnTo>
                  <a:pt x="863867" y="13624"/>
                </a:lnTo>
                <a:lnTo>
                  <a:pt x="863871" y="13311"/>
                </a:lnTo>
                <a:lnTo>
                  <a:pt x="863867" y="12998"/>
                </a:lnTo>
                <a:lnTo>
                  <a:pt x="863854" y="12691"/>
                </a:lnTo>
                <a:lnTo>
                  <a:pt x="863832" y="12389"/>
                </a:lnTo>
                <a:lnTo>
                  <a:pt x="863801" y="12092"/>
                </a:lnTo>
                <a:lnTo>
                  <a:pt x="863762" y="11801"/>
                </a:lnTo>
                <a:lnTo>
                  <a:pt x="863714" y="11515"/>
                </a:lnTo>
                <a:lnTo>
                  <a:pt x="863657" y="11235"/>
                </a:lnTo>
                <a:lnTo>
                  <a:pt x="863591" y="10959"/>
                </a:lnTo>
                <a:lnTo>
                  <a:pt x="863516" y="10690"/>
                </a:lnTo>
                <a:lnTo>
                  <a:pt x="863433" y="10425"/>
                </a:lnTo>
                <a:lnTo>
                  <a:pt x="863341" y="10166"/>
                </a:lnTo>
                <a:lnTo>
                  <a:pt x="863240" y="9912"/>
                </a:lnTo>
                <a:lnTo>
                  <a:pt x="863130" y="9664"/>
                </a:lnTo>
                <a:lnTo>
                  <a:pt x="863012" y="9421"/>
                </a:lnTo>
                <a:lnTo>
                  <a:pt x="862885" y="9184"/>
                </a:lnTo>
                <a:lnTo>
                  <a:pt x="862749" y="8952"/>
                </a:lnTo>
                <a:lnTo>
                  <a:pt x="862604" y="8725"/>
                </a:lnTo>
                <a:lnTo>
                  <a:pt x="862451" y="8503"/>
                </a:lnTo>
                <a:lnTo>
                  <a:pt x="862289" y="8287"/>
                </a:lnTo>
                <a:lnTo>
                  <a:pt x="862118" y="8077"/>
                </a:lnTo>
                <a:lnTo>
                  <a:pt x="861938" y="7871"/>
                </a:lnTo>
                <a:lnTo>
                  <a:pt x="861750" y="7671"/>
                </a:lnTo>
                <a:lnTo>
                  <a:pt x="861552" y="7477"/>
                </a:lnTo>
                <a:lnTo>
                  <a:pt x="861346" y="7288"/>
                </a:lnTo>
                <a:lnTo>
                  <a:pt x="861133" y="7105"/>
                </a:lnTo>
                <a:lnTo>
                  <a:pt x="860913" y="6930"/>
                </a:lnTo>
                <a:lnTo>
                  <a:pt x="860686" y="6763"/>
                </a:lnTo>
                <a:lnTo>
                  <a:pt x="860454" y="6604"/>
                </a:lnTo>
                <a:lnTo>
                  <a:pt x="860215" y="6452"/>
                </a:lnTo>
                <a:lnTo>
                  <a:pt x="859969" y="6309"/>
                </a:lnTo>
                <a:lnTo>
                  <a:pt x="859717" y="6173"/>
                </a:lnTo>
                <a:lnTo>
                  <a:pt x="859459" y="6044"/>
                </a:lnTo>
                <a:lnTo>
                  <a:pt x="859195" y="5924"/>
                </a:lnTo>
                <a:lnTo>
                  <a:pt x="858924" y="5811"/>
                </a:lnTo>
                <a:lnTo>
                  <a:pt x="858646" y="5706"/>
                </a:lnTo>
                <a:lnTo>
                  <a:pt x="858363" y="5609"/>
                </a:lnTo>
                <a:lnTo>
                  <a:pt x="858073" y="5520"/>
                </a:lnTo>
                <a:lnTo>
                  <a:pt x="857776" y="5438"/>
                </a:lnTo>
                <a:lnTo>
                  <a:pt x="857473" y="5365"/>
                </a:lnTo>
                <a:lnTo>
                  <a:pt x="857164" y="5299"/>
                </a:lnTo>
                <a:lnTo>
                  <a:pt x="856849" y="5240"/>
                </a:lnTo>
                <a:lnTo>
                  <a:pt x="856527" y="5190"/>
                </a:lnTo>
                <a:lnTo>
                  <a:pt x="856198" y="5147"/>
                </a:lnTo>
                <a:lnTo>
                  <a:pt x="855864" y="5112"/>
                </a:lnTo>
                <a:lnTo>
                  <a:pt x="855523" y="5085"/>
                </a:lnTo>
                <a:lnTo>
                  <a:pt x="855175" y="5065"/>
                </a:lnTo>
                <a:lnTo>
                  <a:pt x="854822" y="5054"/>
                </a:lnTo>
                <a:lnTo>
                  <a:pt x="854461" y="5050"/>
                </a:lnTo>
                <a:lnTo>
                  <a:pt x="854101" y="5054"/>
                </a:lnTo>
                <a:lnTo>
                  <a:pt x="853747" y="5065"/>
                </a:lnTo>
                <a:lnTo>
                  <a:pt x="853400" y="5085"/>
                </a:lnTo>
                <a:lnTo>
                  <a:pt x="853058" y="5112"/>
                </a:lnTo>
                <a:lnTo>
                  <a:pt x="852724" y="5147"/>
                </a:lnTo>
                <a:lnTo>
                  <a:pt x="852395" y="5190"/>
                </a:lnTo>
                <a:lnTo>
                  <a:pt x="852073" y="5240"/>
                </a:lnTo>
                <a:lnTo>
                  <a:pt x="851758" y="5299"/>
                </a:lnTo>
                <a:lnTo>
                  <a:pt x="851448" y="5365"/>
                </a:lnTo>
                <a:lnTo>
                  <a:pt x="851145" y="5438"/>
                </a:lnTo>
                <a:lnTo>
                  <a:pt x="850849" y="5520"/>
                </a:lnTo>
                <a:lnTo>
                  <a:pt x="850559" y="5609"/>
                </a:lnTo>
                <a:lnTo>
                  <a:pt x="850275" y="5706"/>
                </a:lnTo>
                <a:lnTo>
                  <a:pt x="849998" y="5811"/>
                </a:lnTo>
                <a:lnTo>
                  <a:pt x="849727" y="5924"/>
                </a:lnTo>
                <a:lnTo>
                  <a:pt x="849462" y="6044"/>
                </a:lnTo>
                <a:lnTo>
                  <a:pt x="849204" y="6173"/>
                </a:lnTo>
                <a:lnTo>
                  <a:pt x="848952" y="6309"/>
                </a:lnTo>
                <a:lnTo>
                  <a:pt x="848706" y="6452"/>
                </a:lnTo>
                <a:lnTo>
                  <a:pt x="848467" y="6604"/>
                </a:lnTo>
                <a:lnTo>
                  <a:pt x="848235" y="6763"/>
                </a:lnTo>
                <a:lnTo>
                  <a:pt x="848008" y="6930"/>
                </a:lnTo>
                <a:lnTo>
                  <a:pt x="847788" y="7105"/>
                </a:lnTo>
                <a:lnTo>
                  <a:pt x="847575" y="7288"/>
                </a:lnTo>
                <a:lnTo>
                  <a:pt x="847369" y="7477"/>
                </a:lnTo>
                <a:lnTo>
                  <a:pt x="847172" y="7671"/>
                </a:lnTo>
                <a:lnTo>
                  <a:pt x="846983" y="7871"/>
                </a:lnTo>
                <a:lnTo>
                  <a:pt x="846804" y="8077"/>
                </a:lnTo>
                <a:lnTo>
                  <a:pt x="846633" y="8287"/>
                </a:lnTo>
                <a:lnTo>
                  <a:pt x="846471" y="8503"/>
                </a:lnTo>
                <a:lnTo>
                  <a:pt x="846317" y="8725"/>
                </a:lnTo>
                <a:lnTo>
                  <a:pt x="846173" y="8952"/>
                </a:lnTo>
                <a:lnTo>
                  <a:pt x="846037" y="9184"/>
                </a:lnTo>
                <a:lnTo>
                  <a:pt x="845910" y="9421"/>
                </a:lnTo>
                <a:lnTo>
                  <a:pt x="845792" y="9664"/>
                </a:lnTo>
                <a:lnTo>
                  <a:pt x="845682" y="9912"/>
                </a:lnTo>
                <a:lnTo>
                  <a:pt x="845581" y="10166"/>
                </a:lnTo>
                <a:lnTo>
                  <a:pt x="845489" y="10425"/>
                </a:lnTo>
                <a:lnTo>
                  <a:pt x="845406" y="10690"/>
                </a:lnTo>
                <a:lnTo>
                  <a:pt x="845332" y="10959"/>
                </a:lnTo>
                <a:lnTo>
                  <a:pt x="845266" y="11235"/>
                </a:lnTo>
                <a:lnTo>
                  <a:pt x="845209" y="11515"/>
                </a:lnTo>
                <a:lnTo>
                  <a:pt x="845161" y="11801"/>
                </a:lnTo>
                <a:lnTo>
                  <a:pt x="845122" y="12092"/>
                </a:lnTo>
                <a:lnTo>
                  <a:pt x="845091" y="12389"/>
                </a:lnTo>
                <a:lnTo>
                  <a:pt x="845069" y="12691"/>
                </a:lnTo>
                <a:lnTo>
                  <a:pt x="845056" y="12998"/>
                </a:lnTo>
                <a:lnTo>
                  <a:pt x="845051" y="13311"/>
                </a:lnTo>
                <a:lnTo>
                  <a:pt x="845056" y="13624"/>
                </a:lnTo>
                <a:lnTo>
                  <a:pt x="845069" y="13932"/>
                </a:lnTo>
                <a:lnTo>
                  <a:pt x="845091" y="14234"/>
                </a:lnTo>
                <a:lnTo>
                  <a:pt x="845122" y="14531"/>
                </a:lnTo>
                <a:lnTo>
                  <a:pt x="845161" y="14822"/>
                </a:lnTo>
                <a:lnTo>
                  <a:pt x="845209" y="15108"/>
                </a:lnTo>
                <a:lnTo>
                  <a:pt x="845266" y="15389"/>
                </a:lnTo>
                <a:lnTo>
                  <a:pt x="845332" y="15664"/>
                </a:lnTo>
                <a:lnTo>
                  <a:pt x="845406" y="15934"/>
                </a:lnTo>
                <a:lnTo>
                  <a:pt x="845489" y="16198"/>
                </a:lnTo>
                <a:lnTo>
                  <a:pt x="845581" y="16457"/>
                </a:lnTo>
                <a:lnTo>
                  <a:pt x="845682" y="16711"/>
                </a:lnTo>
                <a:lnTo>
                  <a:pt x="845792" y="16960"/>
                </a:lnTo>
                <a:lnTo>
                  <a:pt x="845910" y="17203"/>
                </a:lnTo>
                <a:lnTo>
                  <a:pt x="846037" y="17440"/>
                </a:lnTo>
                <a:lnTo>
                  <a:pt x="846173" y="17672"/>
                </a:lnTo>
                <a:lnTo>
                  <a:pt x="846317" y="17899"/>
                </a:lnTo>
                <a:lnTo>
                  <a:pt x="846471" y="18121"/>
                </a:lnTo>
                <a:lnTo>
                  <a:pt x="846633" y="18337"/>
                </a:lnTo>
                <a:lnTo>
                  <a:pt x="846804" y="18547"/>
                </a:lnTo>
                <a:lnTo>
                  <a:pt x="846983" y="18753"/>
                </a:lnTo>
                <a:lnTo>
                  <a:pt x="847172" y="18953"/>
                </a:lnTo>
                <a:lnTo>
                  <a:pt x="847369" y="19147"/>
                </a:lnTo>
                <a:lnTo>
                  <a:pt x="847575" y="19336"/>
                </a:lnTo>
                <a:lnTo>
                  <a:pt x="847788" y="19519"/>
                </a:lnTo>
                <a:lnTo>
                  <a:pt x="848008" y="19694"/>
                </a:lnTo>
                <a:lnTo>
                  <a:pt x="848235" y="19861"/>
                </a:lnTo>
                <a:lnTo>
                  <a:pt x="848467" y="20020"/>
                </a:lnTo>
                <a:lnTo>
                  <a:pt x="848706" y="20172"/>
                </a:lnTo>
                <a:lnTo>
                  <a:pt x="848952" y="20315"/>
                </a:lnTo>
                <a:lnTo>
                  <a:pt x="849204" y="20451"/>
                </a:lnTo>
                <a:lnTo>
                  <a:pt x="849462" y="20580"/>
                </a:lnTo>
                <a:lnTo>
                  <a:pt x="849727" y="20700"/>
                </a:lnTo>
                <a:lnTo>
                  <a:pt x="849998" y="20813"/>
                </a:lnTo>
                <a:lnTo>
                  <a:pt x="850275" y="20918"/>
                </a:lnTo>
                <a:lnTo>
                  <a:pt x="850559" y="21015"/>
                </a:lnTo>
                <a:lnTo>
                  <a:pt x="850849" y="21104"/>
                </a:lnTo>
                <a:lnTo>
                  <a:pt x="851145" y="21186"/>
                </a:lnTo>
                <a:lnTo>
                  <a:pt x="851448" y="21260"/>
                </a:lnTo>
                <a:lnTo>
                  <a:pt x="851758" y="21326"/>
                </a:lnTo>
                <a:lnTo>
                  <a:pt x="852073" y="21384"/>
                </a:lnTo>
                <a:lnTo>
                  <a:pt x="852395" y="21434"/>
                </a:lnTo>
                <a:lnTo>
                  <a:pt x="852724" y="21477"/>
                </a:lnTo>
                <a:lnTo>
                  <a:pt x="853058" y="21512"/>
                </a:lnTo>
                <a:lnTo>
                  <a:pt x="853400" y="21539"/>
                </a:lnTo>
                <a:lnTo>
                  <a:pt x="853747" y="21559"/>
                </a:lnTo>
                <a:lnTo>
                  <a:pt x="854101" y="21570"/>
                </a:lnTo>
                <a:lnTo>
                  <a:pt x="854461" y="21574"/>
                </a:lnTo>
                <a:lnTo>
                  <a:pt x="854822" y="21570"/>
                </a:lnTo>
                <a:lnTo>
                  <a:pt x="855175" y="21559"/>
                </a:lnTo>
                <a:lnTo>
                  <a:pt x="855523" y="21539"/>
                </a:lnTo>
                <a:lnTo>
                  <a:pt x="855864" y="21512"/>
                </a:lnTo>
                <a:lnTo>
                  <a:pt x="856198" y="21477"/>
                </a:lnTo>
                <a:close/>
                <a:moveTo>
                  <a:pt x="931356" y="82264"/>
                </a:moveTo>
                <a:lnTo>
                  <a:pt x="931082" y="82247"/>
                </a:lnTo>
                <a:lnTo>
                  <a:pt x="930812" y="82223"/>
                </a:lnTo>
                <a:lnTo>
                  <a:pt x="930548" y="82191"/>
                </a:lnTo>
                <a:lnTo>
                  <a:pt x="930288" y="82153"/>
                </a:lnTo>
                <a:lnTo>
                  <a:pt x="930034" y="82108"/>
                </a:lnTo>
                <a:lnTo>
                  <a:pt x="929784" y="82055"/>
                </a:lnTo>
                <a:lnTo>
                  <a:pt x="929540" y="81996"/>
                </a:lnTo>
                <a:lnTo>
                  <a:pt x="929300" y="81930"/>
                </a:lnTo>
                <a:lnTo>
                  <a:pt x="929066" y="81857"/>
                </a:lnTo>
                <a:lnTo>
                  <a:pt x="928836" y="81777"/>
                </a:lnTo>
                <a:lnTo>
                  <a:pt x="928611" y="81690"/>
                </a:lnTo>
                <a:lnTo>
                  <a:pt x="928392" y="81595"/>
                </a:lnTo>
                <a:lnTo>
                  <a:pt x="928177" y="81494"/>
                </a:lnTo>
                <a:lnTo>
                  <a:pt x="927967" y="81386"/>
                </a:lnTo>
                <a:lnTo>
                  <a:pt x="927763" y="81272"/>
                </a:lnTo>
                <a:lnTo>
                  <a:pt x="927563" y="81150"/>
                </a:lnTo>
                <a:lnTo>
                  <a:pt x="927368" y="81021"/>
                </a:lnTo>
                <a:lnTo>
                  <a:pt x="927178" y="80885"/>
                </a:lnTo>
                <a:lnTo>
                  <a:pt x="926994" y="80742"/>
                </a:lnTo>
                <a:lnTo>
                  <a:pt x="926814" y="80592"/>
                </a:lnTo>
                <a:lnTo>
                  <a:pt x="926639" y="80435"/>
                </a:lnTo>
                <a:lnTo>
                  <a:pt x="926469" y="80272"/>
                </a:lnTo>
                <a:lnTo>
                  <a:pt x="926305" y="80102"/>
                </a:lnTo>
                <a:lnTo>
                  <a:pt x="926148" y="79927"/>
                </a:lnTo>
                <a:lnTo>
                  <a:pt x="925998" y="79747"/>
                </a:lnTo>
                <a:lnTo>
                  <a:pt x="925855" y="79562"/>
                </a:lnTo>
                <a:lnTo>
                  <a:pt x="925719" y="79373"/>
                </a:lnTo>
                <a:lnTo>
                  <a:pt x="925590" y="79178"/>
                </a:lnTo>
                <a:lnTo>
                  <a:pt x="925468" y="78978"/>
                </a:lnTo>
                <a:lnTo>
                  <a:pt x="925353" y="78773"/>
                </a:lnTo>
                <a:lnTo>
                  <a:pt x="925245" y="78564"/>
                </a:lnTo>
                <a:lnTo>
                  <a:pt x="925144" y="78349"/>
                </a:lnTo>
                <a:lnTo>
                  <a:pt x="925050" y="78129"/>
                </a:lnTo>
                <a:lnTo>
                  <a:pt x="924963" y="77905"/>
                </a:lnTo>
                <a:lnTo>
                  <a:pt x="924883" y="77675"/>
                </a:lnTo>
                <a:lnTo>
                  <a:pt x="924809" y="77441"/>
                </a:lnTo>
                <a:lnTo>
                  <a:pt x="924743" y="77201"/>
                </a:lnTo>
                <a:lnTo>
                  <a:pt x="924684" y="76956"/>
                </a:lnTo>
                <a:lnTo>
                  <a:pt x="924631" y="76707"/>
                </a:lnTo>
                <a:lnTo>
                  <a:pt x="924586" y="76452"/>
                </a:lnTo>
                <a:lnTo>
                  <a:pt x="924548" y="76193"/>
                </a:lnTo>
                <a:lnTo>
                  <a:pt x="924516" y="75928"/>
                </a:lnTo>
                <a:lnTo>
                  <a:pt x="924492" y="75659"/>
                </a:lnTo>
                <a:lnTo>
                  <a:pt x="924475" y="75385"/>
                </a:lnTo>
                <a:lnTo>
                  <a:pt x="924464" y="75105"/>
                </a:lnTo>
                <a:lnTo>
                  <a:pt x="924461" y="74821"/>
                </a:lnTo>
                <a:lnTo>
                  <a:pt x="924461" y="11476"/>
                </a:lnTo>
                <a:lnTo>
                  <a:pt x="889918" y="11476"/>
                </a:lnTo>
                <a:lnTo>
                  <a:pt x="889918" y="24442"/>
                </a:lnTo>
                <a:lnTo>
                  <a:pt x="910116" y="24442"/>
                </a:lnTo>
                <a:lnTo>
                  <a:pt x="910116" y="74821"/>
                </a:lnTo>
                <a:lnTo>
                  <a:pt x="910121" y="75325"/>
                </a:lnTo>
                <a:lnTo>
                  <a:pt x="910135" y="75824"/>
                </a:lnTo>
                <a:lnTo>
                  <a:pt x="910158" y="76319"/>
                </a:lnTo>
                <a:lnTo>
                  <a:pt x="910190" y="76808"/>
                </a:lnTo>
                <a:lnTo>
                  <a:pt x="910231" y="77292"/>
                </a:lnTo>
                <a:lnTo>
                  <a:pt x="910281" y="77772"/>
                </a:lnTo>
                <a:lnTo>
                  <a:pt x="910341" y="78246"/>
                </a:lnTo>
                <a:lnTo>
                  <a:pt x="910410" y="78716"/>
                </a:lnTo>
                <a:lnTo>
                  <a:pt x="910487" y="79180"/>
                </a:lnTo>
                <a:lnTo>
                  <a:pt x="910574" y="79640"/>
                </a:lnTo>
                <a:lnTo>
                  <a:pt x="910671" y="80094"/>
                </a:lnTo>
                <a:lnTo>
                  <a:pt x="910776" y="80544"/>
                </a:lnTo>
                <a:lnTo>
                  <a:pt x="910891" y="80988"/>
                </a:lnTo>
                <a:lnTo>
                  <a:pt x="911014" y="81428"/>
                </a:lnTo>
                <a:lnTo>
                  <a:pt x="911147" y="81862"/>
                </a:lnTo>
                <a:lnTo>
                  <a:pt x="911289" y="82292"/>
                </a:lnTo>
                <a:lnTo>
                  <a:pt x="911440" y="82716"/>
                </a:lnTo>
                <a:lnTo>
                  <a:pt x="911601" y="83136"/>
                </a:lnTo>
                <a:lnTo>
                  <a:pt x="911770" y="83551"/>
                </a:lnTo>
                <a:lnTo>
                  <a:pt x="911949" y="83960"/>
                </a:lnTo>
                <a:lnTo>
                  <a:pt x="912137" y="84365"/>
                </a:lnTo>
                <a:lnTo>
                  <a:pt x="912334" y="84765"/>
                </a:lnTo>
                <a:lnTo>
                  <a:pt x="912540" y="85159"/>
                </a:lnTo>
                <a:lnTo>
                  <a:pt x="912755" y="85549"/>
                </a:lnTo>
                <a:lnTo>
                  <a:pt x="912978" y="85933"/>
                </a:lnTo>
                <a:lnTo>
                  <a:pt x="913209" y="86309"/>
                </a:lnTo>
                <a:lnTo>
                  <a:pt x="913446" y="86678"/>
                </a:lnTo>
                <a:lnTo>
                  <a:pt x="913690" y="87039"/>
                </a:lnTo>
                <a:lnTo>
                  <a:pt x="913942" y="87393"/>
                </a:lnTo>
                <a:lnTo>
                  <a:pt x="914200" y="87740"/>
                </a:lnTo>
                <a:lnTo>
                  <a:pt x="914465" y="88080"/>
                </a:lnTo>
                <a:lnTo>
                  <a:pt x="914737" y="88412"/>
                </a:lnTo>
                <a:lnTo>
                  <a:pt x="915017" y="88736"/>
                </a:lnTo>
                <a:lnTo>
                  <a:pt x="915303" y="89053"/>
                </a:lnTo>
                <a:lnTo>
                  <a:pt x="915596" y="89363"/>
                </a:lnTo>
                <a:lnTo>
                  <a:pt x="915896" y="89666"/>
                </a:lnTo>
                <a:lnTo>
                  <a:pt x="916203" y="89961"/>
                </a:lnTo>
                <a:lnTo>
                  <a:pt x="916517" y="90249"/>
                </a:lnTo>
                <a:lnTo>
                  <a:pt x="916838" y="90529"/>
                </a:lnTo>
                <a:lnTo>
                  <a:pt x="917166" y="90802"/>
                </a:lnTo>
                <a:lnTo>
                  <a:pt x="917501" y="91068"/>
                </a:lnTo>
                <a:lnTo>
                  <a:pt x="917843" y="91326"/>
                </a:lnTo>
                <a:lnTo>
                  <a:pt x="918192" y="91577"/>
                </a:lnTo>
                <a:lnTo>
                  <a:pt x="918548" y="91821"/>
                </a:lnTo>
                <a:lnTo>
                  <a:pt x="918911" y="92057"/>
                </a:lnTo>
                <a:lnTo>
                  <a:pt x="919280" y="92286"/>
                </a:lnTo>
                <a:lnTo>
                  <a:pt x="919657" y="92507"/>
                </a:lnTo>
                <a:lnTo>
                  <a:pt x="920041" y="92721"/>
                </a:lnTo>
                <a:lnTo>
                  <a:pt x="920431" y="92927"/>
                </a:lnTo>
                <a:lnTo>
                  <a:pt x="920827" y="93125"/>
                </a:lnTo>
                <a:lnTo>
                  <a:pt x="921227" y="93313"/>
                </a:lnTo>
                <a:lnTo>
                  <a:pt x="921634" y="93493"/>
                </a:lnTo>
                <a:lnTo>
                  <a:pt x="922045" y="93664"/>
                </a:lnTo>
                <a:lnTo>
                  <a:pt x="922462" y="93826"/>
                </a:lnTo>
                <a:lnTo>
                  <a:pt x="922885" y="93979"/>
                </a:lnTo>
                <a:lnTo>
                  <a:pt x="923312" y="94124"/>
                </a:lnTo>
                <a:lnTo>
                  <a:pt x="923745" y="94260"/>
                </a:lnTo>
                <a:lnTo>
                  <a:pt x="924184" y="94387"/>
                </a:lnTo>
                <a:lnTo>
                  <a:pt x="924628" y="94505"/>
                </a:lnTo>
                <a:lnTo>
                  <a:pt x="925077" y="94615"/>
                </a:lnTo>
                <a:lnTo>
                  <a:pt x="925532" y="94716"/>
                </a:lnTo>
                <a:lnTo>
                  <a:pt x="925992" y="94808"/>
                </a:lnTo>
                <a:lnTo>
                  <a:pt x="926457" y="94891"/>
                </a:lnTo>
                <a:lnTo>
                  <a:pt x="926928" y="94966"/>
                </a:lnTo>
                <a:lnTo>
                  <a:pt x="927404" y="95032"/>
                </a:lnTo>
                <a:lnTo>
                  <a:pt x="927885" y="95089"/>
                </a:lnTo>
                <a:lnTo>
                  <a:pt x="928372" y="95137"/>
                </a:lnTo>
                <a:lnTo>
                  <a:pt x="928864" y="95176"/>
                </a:lnTo>
                <a:lnTo>
                  <a:pt x="929362" y="95207"/>
                </a:lnTo>
                <a:lnTo>
                  <a:pt x="929865" y="95229"/>
                </a:lnTo>
                <a:lnTo>
                  <a:pt x="930373" y="95242"/>
                </a:lnTo>
                <a:lnTo>
                  <a:pt x="930887" y="95246"/>
                </a:lnTo>
                <a:lnTo>
                  <a:pt x="950969" y="95246"/>
                </a:lnTo>
                <a:lnTo>
                  <a:pt x="950969" y="82278"/>
                </a:lnTo>
                <a:lnTo>
                  <a:pt x="931920" y="82278"/>
                </a:lnTo>
                <a:lnTo>
                  <a:pt x="931636" y="82275"/>
                </a:lnTo>
                <a:lnTo>
                  <a:pt x="931356" y="82264"/>
                </a:lnTo>
                <a:close/>
                <a:moveTo>
                  <a:pt x="721673" y="82237"/>
                </a:moveTo>
                <a:lnTo>
                  <a:pt x="721236" y="82185"/>
                </a:lnTo>
                <a:lnTo>
                  <a:pt x="720819" y="82113"/>
                </a:lnTo>
                <a:lnTo>
                  <a:pt x="720423" y="82019"/>
                </a:lnTo>
                <a:lnTo>
                  <a:pt x="720047" y="81905"/>
                </a:lnTo>
                <a:lnTo>
                  <a:pt x="719691" y="81771"/>
                </a:lnTo>
                <a:lnTo>
                  <a:pt x="719356" y="81615"/>
                </a:lnTo>
                <a:lnTo>
                  <a:pt x="719041" y="81439"/>
                </a:lnTo>
                <a:lnTo>
                  <a:pt x="718746" y="81243"/>
                </a:lnTo>
                <a:lnTo>
                  <a:pt x="718472" y="81025"/>
                </a:lnTo>
                <a:lnTo>
                  <a:pt x="718218" y="80787"/>
                </a:lnTo>
                <a:lnTo>
                  <a:pt x="717984" y="80528"/>
                </a:lnTo>
                <a:lnTo>
                  <a:pt x="717770" y="80248"/>
                </a:lnTo>
                <a:lnTo>
                  <a:pt x="717577" y="79948"/>
                </a:lnTo>
                <a:lnTo>
                  <a:pt x="717405" y="79627"/>
                </a:lnTo>
                <a:lnTo>
                  <a:pt x="717252" y="79285"/>
                </a:lnTo>
                <a:lnTo>
                  <a:pt x="717120" y="78923"/>
                </a:lnTo>
                <a:lnTo>
                  <a:pt x="717008" y="78539"/>
                </a:lnTo>
                <a:lnTo>
                  <a:pt x="716917" y="78135"/>
                </a:lnTo>
                <a:lnTo>
                  <a:pt x="716846" y="77711"/>
                </a:lnTo>
                <a:lnTo>
                  <a:pt x="716795" y="77265"/>
                </a:lnTo>
                <a:lnTo>
                  <a:pt x="716764" y="76799"/>
                </a:lnTo>
                <a:lnTo>
                  <a:pt x="716754" y="76313"/>
                </a:lnTo>
                <a:lnTo>
                  <a:pt x="716754" y="45099"/>
                </a:lnTo>
                <a:lnTo>
                  <a:pt x="740969" y="45099"/>
                </a:lnTo>
                <a:lnTo>
                  <a:pt x="740969" y="32131"/>
                </a:lnTo>
                <a:lnTo>
                  <a:pt x="716754" y="32131"/>
                </a:lnTo>
                <a:lnTo>
                  <a:pt x="716754" y="14344"/>
                </a:lnTo>
                <a:lnTo>
                  <a:pt x="702296" y="14344"/>
                </a:lnTo>
                <a:lnTo>
                  <a:pt x="702296" y="32131"/>
                </a:lnTo>
                <a:lnTo>
                  <a:pt x="685197" y="32131"/>
                </a:lnTo>
                <a:lnTo>
                  <a:pt x="685197" y="45099"/>
                </a:lnTo>
                <a:lnTo>
                  <a:pt x="702296" y="45099"/>
                </a:lnTo>
                <a:lnTo>
                  <a:pt x="702296" y="76313"/>
                </a:lnTo>
                <a:lnTo>
                  <a:pt x="702305" y="77042"/>
                </a:lnTo>
                <a:lnTo>
                  <a:pt x="702331" y="77759"/>
                </a:lnTo>
                <a:lnTo>
                  <a:pt x="702376" y="78462"/>
                </a:lnTo>
                <a:lnTo>
                  <a:pt x="702438" y="79153"/>
                </a:lnTo>
                <a:lnTo>
                  <a:pt x="702518" y="79830"/>
                </a:lnTo>
                <a:lnTo>
                  <a:pt x="702615" y="80494"/>
                </a:lnTo>
                <a:lnTo>
                  <a:pt x="702730" y="81145"/>
                </a:lnTo>
                <a:lnTo>
                  <a:pt x="702863" y="81782"/>
                </a:lnTo>
                <a:lnTo>
                  <a:pt x="703014" y="82407"/>
                </a:lnTo>
                <a:lnTo>
                  <a:pt x="703182" y="83018"/>
                </a:lnTo>
                <a:lnTo>
                  <a:pt x="703369" y="83617"/>
                </a:lnTo>
                <a:lnTo>
                  <a:pt x="703573" y="84202"/>
                </a:lnTo>
                <a:lnTo>
                  <a:pt x="703794" y="84774"/>
                </a:lnTo>
                <a:lnTo>
                  <a:pt x="704033" y="85333"/>
                </a:lnTo>
                <a:lnTo>
                  <a:pt x="704291" y="85878"/>
                </a:lnTo>
                <a:lnTo>
                  <a:pt x="704565" y="86411"/>
                </a:lnTo>
                <a:lnTo>
                  <a:pt x="704858" y="86930"/>
                </a:lnTo>
                <a:lnTo>
                  <a:pt x="705168" y="87437"/>
                </a:lnTo>
                <a:lnTo>
                  <a:pt x="705496" y="87930"/>
                </a:lnTo>
                <a:lnTo>
                  <a:pt x="705842" y="88410"/>
                </a:lnTo>
                <a:lnTo>
                  <a:pt x="706205" y="88877"/>
                </a:lnTo>
                <a:lnTo>
                  <a:pt x="706586" y="89330"/>
                </a:lnTo>
                <a:lnTo>
                  <a:pt x="706985" y="89771"/>
                </a:lnTo>
                <a:lnTo>
                  <a:pt x="707402" y="90198"/>
                </a:lnTo>
                <a:lnTo>
                  <a:pt x="707834" y="90610"/>
                </a:lnTo>
                <a:lnTo>
                  <a:pt x="708281" y="91004"/>
                </a:lnTo>
                <a:lnTo>
                  <a:pt x="708741" y="91381"/>
                </a:lnTo>
                <a:lnTo>
                  <a:pt x="709214" y="91741"/>
                </a:lnTo>
                <a:lnTo>
                  <a:pt x="709702" y="92082"/>
                </a:lnTo>
                <a:lnTo>
                  <a:pt x="710203" y="92407"/>
                </a:lnTo>
                <a:lnTo>
                  <a:pt x="710718" y="92713"/>
                </a:lnTo>
                <a:lnTo>
                  <a:pt x="711247" y="93003"/>
                </a:lnTo>
                <a:lnTo>
                  <a:pt x="711789" y="93274"/>
                </a:lnTo>
                <a:lnTo>
                  <a:pt x="712345" y="93529"/>
                </a:lnTo>
                <a:lnTo>
                  <a:pt x="712915" y="93765"/>
                </a:lnTo>
                <a:lnTo>
                  <a:pt x="713499" y="93984"/>
                </a:lnTo>
                <a:lnTo>
                  <a:pt x="714096" y="94186"/>
                </a:lnTo>
                <a:lnTo>
                  <a:pt x="714708" y="94370"/>
                </a:lnTo>
                <a:lnTo>
                  <a:pt x="715332" y="94536"/>
                </a:lnTo>
                <a:lnTo>
                  <a:pt x="715971" y="94685"/>
                </a:lnTo>
                <a:lnTo>
                  <a:pt x="716623" y="94817"/>
                </a:lnTo>
                <a:lnTo>
                  <a:pt x="717289" y="94931"/>
                </a:lnTo>
                <a:lnTo>
                  <a:pt x="717969" y="95027"/>
                </a:lnTo>
                <a:lnTo>
                  <a:pt x="718663" y="95106"/>
                </a:lnTo>
                <a:lnTo>
                  <a:pt x="719370" y="95167"/>
                </a:lnTo>
                <a:lnTo>
                  <a:pt x="720091" y="95211"/>
                </a:lnTo>
                <a:lnTo>
                  <a:pt x="720826" y="95238"/>
                </a:lnTo>
                <a:lnTo>
                  <a:pt x="721575" y="95246"/>
                </a:lnTo>
                <a:lnTo>
                  <a:pt x="739820" y="95246"/>
                </a:lnTo>
                <a:lnTo>
                  <a:pt x="739820" y="82278"/>
                </a:lnTo>
                <a:lnTo>
                  <a:pt x="722608" y="82278"/>
                </a:lnTo>
                <a:lnTo>
                  <a:pt x="722130" y="82268"/>
                </a:lnTo>
                <a:lnTo>
                  <a:pt x="721673" y="82237"/>
                </a:lnTo>
                <a:close/>
                <a:moveTo>
                  <a:pt x="829558" y="32131"/>
                </a:moveTo>
                <a:lnTo>
                  <a:pt x="829558" y="45099"/>
                </a:lnTo>
                <a:lnTo>
                  <a:pt x="848723" y="45099"/>
                </a:lnTo>
                <a:lnTo>
                  <a:pt x="848723" y="82165"/>
                </a:lnTo>
                <a:lnTo>
                  <a:pt x="826690" y="82165"/>
                </a:lnTo>
                <a:lnTo>
                  <a:pt x="826690" y="95246"/>
                </a:lnTo>
                <a:lnTo>
                  <a:pt x="882001" y="95246"/>
                </a:lnTo>
                <a:lnTo>
                  <a:pt x="882001" y="82165"/>
                </a:lnTo>
                <a:lnTo>
                  <a:pt x="862493" y="82165"/>
                </a:lnTo>
                <a:lnTo>
                  <a:pt x="862493" y="32131"/>
                </a:lnTo>
                <a:lnTo>
                  <a:pt x="829558" y="32131"/>
                </a:lnTo>
                <a:close/>
                <a:moveTo>
                  <a:pt x="650027" y="96182"/>
                </a:moveTo>
                <a:lnTo>
                  <a:pt x="650811" y="96088"/>
                </a:lnTo>
                <a:lnTo>
                  <a:pt x="651584" y="95978"/>
                </a:lnTo>
                <a:lnTo>
                  <a:pt x="652346" y="95851"/>
                </a:lnTo>
                <a:lnTo>
                  <a:pt x="653098" y="95707"/>
                </a:lnTo>
                <a:lnTo>
                  <a:pt x="653839" y="95547"/>
                </a:lnTo>
                <a:lnTo>
                  <a:pt x="654570" y="95369"/>
                </a:lnTo>
                <a:lnTo>
                  <a:pt x="655290" y="95174"/>
                </a:lnTo>
                <a:lnTo>
                  <a:pt x="656000" y="94962"/>
                </a:lnTo>
                <a:lnTo>
                  <a:pt x="656699" y="94734"/>
                </a:lnTo>
                <a:lnTo>
                  <a:pt x="657387" y="94488"/>
                </a:lnTo>
                <a:lnTo>
                  <a:pt x="658065" y="94226"/>
                </a:lnTo>
                <a:lnTo>
                  <a:pt x="658732" y="93946"/>
                </a:lnTo>
                <a:lnTo>
                  <a:pt x="659389" y="93650"/>
                </a:lnTo>
                <a:lnTo>
                  <a:pt x="660035" y="93337"/>
                </a:lnTo>
                <a:lnTo>
                  <a:pt x="660671" y="93007"/>
                </a:lnTo>
                <a:lnTo>
                  <a:pt x="661296" y="92660"/>
                </a:lnTo>
                <a:lnTo>
                  <a:pt x="661910" y="92296"/>
                </a:lnTo>
                <a:lnTo>
                  <a:pt x="662514" y="91915"/>
                </a:lnTo>
                <a:lnTo>
                  <a:pt x="663108" y="91517"/>
                </a:lnTo>
                <a:lnTo>
                  <a:pt x="663686" y="91105"/>
                </a:lnTo>
                <a:lnTo>
                  <a:pt x="664246" y="90681"/>
                </a:lnTo>
                <a:lnTo>
                  <a:pt x="664787" y="90246"/>
                </a:lnTo>
                <a:lnTo>
                  <a:pt x="665308" y="89800"/>
                </a:lnTo>
                <a:lnTo>
                  <a:pt x="665811" y="89343"/>
                </a:lnTo>
                <a:lnTo>
                  <a:pt x="666295" y="88874"/>
                </a:lnTo>
                <a:lnTo>
                  <a:pt x="666760" y="88394"/>
                </a:lnTo>
                <a:lnTo>
                  <a:pt x="667207" y="87902"/>
                </a:lnTo>
                <a:lnTo>
                  <a:pt x="667634" y="87399"/>
                </a:lnTo>
                <a:lnTo>
                  <a:pt x="668042" y="86885"/>
                </a:lnTo>
                <a:lnTo>
                  <a:pt x="668431" y="86359"/>
                </a:lnTo>
                <a:lnTo>
                  <a:pt x="668802" y="85822"/>
                </a:lnTo>
                <a:lnTo>
                  <a:pt x="669153" y="85274"/>
                </a:lnTo>
                <a:lnTo>
                  <a:pt x="669486" y="84714"/>
                </a:lnTo>
                <a:lnTo>
                  <a:pt x="669800" y="84143"/>
                </a:lnTo>
                <a:lnTo>
                  <a:pt x="670095" y="83561"/>
                </a:lnTo>
                <a:lnTo>
                  <a:pt x="670370" y="82967"/>
                </a:lnTo>
                <a:lnTo>
                  <a:pt x="670627" y="82362"/>
                </a:lnTo>
                <a:lnTo>
                  <a:pt x="670865" y="81745"/>
                </a:lnTo>
                <a:lnTo>
                  <a:pt x="671084" y="81118"/>
                </a:lnTo>
                <a:lnTo>
                  <a:pt x="671285" y="80478"/>
                </a:lnTo>
                <a:lnTo>
                  <a:pt x="671466" y="79828"/>
                </a:lnTo>
                <a:lnTo>
                  <a:pt x="671628" y="79166"/>
                </a:lnTo>
                <a:lnTo>
                  <a:pt x="671772" y="78493"/>
                </a:lnTo>
                <a:lnTo>
                  <a:pt x="657657" y="78493"/>
                </a:lnTo>
                <a:lnTo>
                  <a:pt x="657586" y="78758"/>
                </a:lnTo>
                <a:lnTo>
                  <a:pt x="657508" y="79017"/>
                </a:lnTo>
                <a:lnTo>
                  <a:pt x="657422" y="79272"/>
                </a:lnTo>
                <a:lnTo>
                  <a:pt x="657328" y="79521"/>
                </a:lnTo>
                <a:lnTo>
                  <a:pt x="657227" y="79764"/>
                </a:lnTo>
                <a:lnTo>
                  <a:pt x="657119" y="80002"/>
                </a:lnTo>
                <a:lnTo>
                  <a:pt x="657002" y="80235"/>
                </a:lnTo>
                <a:lnTo>
                  <a:pt x="656879" y="80463"/>
                </a:lnTo>
                <a:lnTo>
                  <a:pt x="656747" y="80685"/>
                </a:lnTo>
                <a:lnTo>
                  <a:pt x="656608" y="80901"/>
                </a:lnTo>
                <a:lnTo>
                  <a:pt x="656462" y="81112"/>
                </a:lnTo>
                <a:lnTo>
                  <a:pt x="656308" y="81318"/>
                </a:lnTo>
                <a:lnTo>
                  <a:pt x="656146" y="81519"/>
                </a:lnTo>
                <a:lnTo>
                  <a:pt x="655977" y="81714"/>
                </a:lnTo>
                <a:lnTo>
                  <a:pt x="655800" y="81904"/>
                </a:lnTo>
                <a:lnTo>
                  <a:pt x="655616" y="82088"/>
                </a:lnTo>
                <a:lnTo>
                  <a:pt x="655424" y="82267"/>
                </a:lnTo>
                <a:lnTo>
                  <a:pt x="655225" y="82441"/>
                </a:lnTo>
                <a:lnTo>
                  <a:pt x="655018" y="82609"/>
                </a:lnTo>
                <a:lnTo>
                  <a:pt x="654803" y="82772"/>
                </a:lnTo>
                <a:lnTo>
                  <a:pt x="654581" y="82929"/>
                </a:lnTo>
                <a:lnTo>
                  <a:pt x="654351" y="83081"/>
                </a:lnTo>
                <a:lnTo>
                  <a:pt x="654114" y="83228"/>
                </a:lnTo>
                <a:lnTo>
                  <a:pt x="653869" y="83369"/>
                </a:lnTo>
                <a:lnTo>
                  <a:pt x="653617" y="83505"/>
                </a:lnTo>
                <a:lnTo>
                  <a:pt x="653359" y="83635"/>
                </a:lnTo>
                <a:lnTo>
                  <a:pt x="653095" y="83759"/>
                </a:lnTo>
                <a:lnTo>
                  <a:pt x="652824" y="83877"/>
                </a:lnTo>
                <a:lnTo>
                  <a:pt x="652546" y="83990"/>
                </a:lnTo>
                <a:lnTo>
                  <a:pt x="652263" y="84097"/>
                </a:lnTo>
                <a:lnTo>
                  <a:pt x="651973" y="84198"/>
                </a:lnTo>
                <a:lnTo>
                  <a:pt x="651676" y="84293"/>
                </a:lnTo>
                <a:lnTo>
                  <a:pt x="651373" y="84383"/>
                </a:lnTo>
                <a:lnTo>
                  <a:pt x="651064" y="84467"/>
                </a:lnTo>
                <a:lnTo>
                  <a:pt x="650749" y="84545"/>
                </a:lnTo>
                <a:lnTo>
                  <a:pt x="650427" y="84617"/>
                </a:lnTo>
                <a:lnTo>
                  <a:pt x="650098" y="84683"/>
                </a:lnTo>
                <a:lnTo>
                  <a:pt x="649764" y="84744"/>
                </a:lnTo>
                <a:lnTo>
                  <a:pt x="649423" y="84799"/>
                </a:lnTo>
                <a:lnTo>
                  <a:pt x="649075" y="84848"/>
                </a:lnTo>
                <a:lnTo>
                  <a:pt x="648722" y="84891"/>
                </a:lnTo>
                <a:lnTo>
                  <a:pt x="648361" y="84929"/>
                </a:lnTo>
                <a:lnTo>
                  <a:pt x="647995" y="84960"/>
                </a:lnTo>
                <a:lnTo>
                  <a:pt x="647622" y="84986"/>
                </a:lnTo>
                <a:lnTo>
                  <a:pt x="647243" y="85007"/>
                </a:lnTo>
                <a:lnTo>
                  <a:pt x="646857" y="85021"/>
                </a:lnTo>
                <a:lnTo>
                  <a:pt x="646465" y="85030"/>
                </a:lnTo>
                <a:lnTo>
                  <a:pt x="646067" y="85033"/>
                </a:lnTo>
                <a:lnTo>
                  <a:pt x="645546" y="85027"/>
                </a:lnTo>
                <a:lnTo>
                  <a:pt x="645036" y="85009"/>
                </a:lnTo>
                <a:lnTo>
                  <a:pt x="644537" y="84980"/>
                </a:lnTo>
                <a:lnTo>
                  <a:pt x="644049" y="84939"/>
                </a:lnTo>
                <a:lnTo>
                  <a:pt x="643571" y="84886"/>
                </a:lnTo>
                <a:lnTo>
                  <a:pt x="643104" y="84821"/>
                </a:lnTo>
                <a:lnTo>
                  <a:pt x="642648" y="84745"/>
                </a:lnTo>
                <a:lnTo>
                  <a:pt x="642203" y="84657"/>
                </a:lnTo>
                <a:lnTo>
                  <a:pt x="641768" y="84557"/>
                </a:lnTo>
                <a:lnTo>
                  <a:pt x="641344" y="84445"/>
                </a:lnTo>
                <a:lnTo>
                  <a:pt x="640931" y="84322"/>
                </a:lnTo>
                <a:lnTo>
                  <a:pt x="640529" y="84186"/>
                </a:lnTo>
                <a:lnTo>
                  <a:pt x="640138" y="84040"/>
                </a:lnTo>
                <a:lnTo>
                  <a:pt x="639757" y="83881"/>
                </a:lnTo>
                <a:lnTo>
                  <a:pt x="639387" y="83711"/>
                </a:lnTo>
                <a:lnTo>
                  <a:pt x="639028" y="83528"/>
                </a:lnTo>
                <a:lnTo>
                  <a:pt x="638679" y="83334"/>
                </a:lnTo>
                <a:lnTo>
                  <a:pt x="638341" y="83129"/>
                </a:lnTo>
                <a:lnTo>
                  <a:pt x="638015" y="82911"/>
                </a:lnTo>
                <a:lnTo>
                  <a:pt x="637698" y="82682"/>
                </a:lnTo>
                <a:lnTo>
                  <a:pt x="637393" y="82441"/>
                </a:lnTo>
                <a:lnTo>
                  <a:pt x="637098" y="82189"/>
                </a:lnTo>
                <a:lnTo>
                  <a:pt x="636814" y="81924"/>
                </a:lnTo>
                <a:lnTo>
                  <a:pt x="636541" y="81648"/>
                </a:lnTo>
                <a:lnTo>
                  <a:pt x="636279" y="81360"/>
                </a:lnTo>
                <a:lnTo>
                  <a:pt x="636028" y="81061"/>
                </a:lnTo>
                <a:lnTo>
                  <a:pt x="635788" y="80751"/>
                </a:lnTo>
                <a:lnTo>
                  <a:pt x="635559" y="80429"/>
                </a:lnTo>
                <a:lnTo>
                  <a:pt x="635342" y="80096"/>
                </a:lnTo>
                <a:lnTo>
                  <a:pt x="635136" y="79751"/>
                </a:lnTo>
                <a:lnTo>
                  <a:pt x="634940" y="79395"/>
                </a:lnTo>
                <a:lnTo>
                  <a:pt x="634756" y="79028"/>
                </a:lnTo>
                <a:lnTo>
                  <a:pt x="634583" y="78649"/>
                </a:lnTo>
                <a:lnTo>
                  <a:pt x="634421" y="78259"/>
                </a:lnTo>
                <a:lnTo>
                  <a:pt x="634271" y="77858"/>
                </a:lnTo>
                <a:lnTo>
                  <a:pt x="634131" y="77446"/>
                </a:lnTo>
                <a:lnTo>
                  <a:pt x="634003" y="77021"/>
                </a:lnTo>
                <a:lnTo>
                  <a:pt x="633886" y="76586"/>
                </a:lnTo>
                <a:lnTo>
                  <a:pt x="633780" y="76139"/>
                </a:lnTo>
                <a:lnTo>
                  <a:pt x="633685" y="75681"/>
                </a:lnTo>
                <a:lnTo>
                  <a:pt x="633601" y="75212"/>
                </a:lnTo>
                <a:lnTo>
                  <a:pt x="633529" y="74731"/>
                </a:lnTo>
                <a:lnTo>
                  <a:pt x="633468" y="74239"/>
                </a:lnTo>
                <a:lnTo>
                  <a:pt x="633417" y="73735"/>
                </a:lnTo>
                <a:lnTo>
                  <a:pt x="633378" y="73220"/>
                </a:lnTo>
                <a:lnTo>
                  <a:pt x="633350" y="72694"/>
                </a:lnTo>
                <a:lnTo>
                  <a:pt x="633334" y="72157"/>
                </a:lnTo>
                <a:lnTo>
                  <a:pt x="633328" y="71608"/>
                </a:lnTo>
                <a:lnTo>
                  <a:pt x="633328" y="67132"/>
                </a:lnTo>
                <a:lnTo>
                  <a:pt x="672230" y="67132"/>
                </a:lnTo>
                <a:lnTo>
                  <a:pt x="672230" y="55771"/>
                </a:lnTo>
                <a:lnTo>
                  <a:pt x="672225" y="55153"/>
                </a:lnTo>
                <a:lnTo>
                  <a:pt x="672208" y="54541"/>
                </a:lnTo>
                <a:lnTo>
                  <a:pt x="672179" y="53936"/>
                </a:lnTo>
                <a:lnTo>
                  <a:pt x="672140" y="53338"/>
                </a:lnTo>
                <a:lnTo>
                  <a:pt x="672088" y="52746"/>
                </a:lnTo>
                <a:lnTo>
                  <a:pt x="672026" y="52160"/>
                </a:lnTo>
                <a:lnTo>
                  <a:pt x="671952" y="51581"/>
                </a:lnTo>
                <a:lnTo>
                  <a:pt x="671867" y="51009"/>
                </a:lnTo>
                <a:lnTo>
                  <a:pt x="671770" y="50443"/>
                </a:lnTo>
                <a:lnTo>
                  <a:pt x="671663" y="49884"/>
                </a:lnTo>
                <a:lnTo>
                  <a:pt x="671543" y="49332"/>
                </a:lnTo>
                <a:lnTo>
                  <a:pt x="671413" y="48786"/>
                </a:lnTo>
                <a:lnTo>
                  <a:pt x="671271" y="48246"/>
                </a:lnTo>
                <a:lnTo>
                  <a:pt x="671117" y="47714"/>
                </a:lnTo>
                <a:lnTo>
                  <a:pt x="670953" y="47187"/>
                </a:lnTo>
                <a:lnTo>
                  <a:pt x="670777" y="46668"/>
                </a:lnTo>
                <a:lnTo>
                  <a:pt x="670589" y="46155"/>
                </a:lnTo>
                <a:lnTo>
                  <a:pt x="670390" y="45648"/>
                </a:lnTo>
                <a:lnTo>
                  <a:pt x="670180" y="45148"/>
                </a:lnTo>
                <a:lnTo>
                  <a:pt x="669959" y="44655"/>
                </a:lnTo>
                <a:lnTo>
                  <a:pt x="669726" y="44168"/>
                </a:lnTo>
                <a:lnTo>
                  <a:pt x="669482" y="43688"/>
                </a:lnTo>
                <a:lnTo>
                  <a:pt x="669226" y="43214"/>
                </a:lnTo>
                <a:lnTo>
                  <a:pt x="668959" y="42747"/>
                </a:lnTo>
                <a:lnTo>
                  <a:pt x="668682" y="42288"/>
                </a:lnTo>
                <a:lnTo>
                  <a:pt x="668396" y="41837"/>
                </a:lnTo>
                <a:lnTo>
                  <a:pt x="668101" y="41394"/>
                </a:lnTo>
                <a:lnTo>
                  <a:pt x="667796" y="40961"/>
                </a:lnTo>
                <a:lnTo>
                  <a:pt x="667483" y="40535"/>
                </a:lnTo>
                <a:lnTo>
                  <a:pt x="667160" y="40119"/>
                </a:lnTo>
                <a:lnTo>
                  <a:pt x="666828" y="39710"/>
                </a:lnTo>
                <a:lnTo>
                  <a:pt x="666486" y="39311"/>
                </a:lnTo>
                <a:lnTo>
                  <a:pt x="666136" y="38920"/>
                </a:lnTo>
                <a:lnTo>
                  <a:pt x="665776" y="38537"/>
                </a:lnTo>
                <a:lnTo>
                  <a:pt x="665408" y="38164"/>
                </a:lnTo>
                <a:lnTo>
                  <a:pt x="665030" y="37798"/>
                </a:lnTo>
                <a:lnTo>
                  <a:pt x="664643" y="37442"/>
                </a:lnTo>
                <a:lnTo>
                  <a:pt x="664246" y="37093"/>
                </a:lnTo>
                <a:lnTo>
                  <a:pt x="663841" y="36754"/>
                </a:lnTo>
                <a:lnTo>
                  <a:pt x="663426" y="36423"/>
                </a:lnTo>
                <a:lnTo>
                  <a:pt x="663002" y="36100"/>
                </a:lnTo>
                <a:lnTo>
                  <a:pt x="662569" y="35787"/>
                </a:lnTo>
                <a:lnTo>
                  <a:pt x="662127" y="35481"/>
                </a:lnTo>
                <a:lnTo>
                  <a:pt x="661676" y="35185"/>
                </a:lnTo>
                <a:lnTo>
                  <a:pt x="661215" y="34896"/>
                </a:lnTo>
                <a:lnTo>
                  <a:pt x="660746" y="34617"/>
                </a:lnTo>
                <a:lnTo>
                  <a:pt x="660267" y="34346"/>
                </a:lnTo>
                <a:lnTo>
                  <a:pt x="659779" y="34083"/>
                </a:lnTo>
                <a:lnTo>
                  <a:pt x="659283" y="33831"/>
                </a:lnTo>
                <a:lnTo>
                  <a:pt x="658780" y="33588"/>
                </a:lnTo>
                <a:lnTo>
                  <a:pt x="658270" y="33357"/>
                </a:lnTo>
                <a:lnTo>
                  <a:pt x="657753" y="33136"/>
                </a:lnTo>
                <a:lnTo>
                  <a:pt x="657229" y="32927"/>
                </a:lnTo>
                <a:lnTo>
                  <a:pt x="656699" y="32728"/>
                </a:lnTo>
                <a:lnTo>
                  <a:pt x="656161" y="32539"/>
                </a:lnTo>
                <a:lnTo>
                  <a:pt x="655616" y="32362"/>
                </a:lnTo>
                <a:lnTo>
                  <a:pt x="655064" y="32195"/>
                </a:lnTo>
                <a:lnTo>
                  <a:pt x="654506" y="32039"/>
                </a:lnTo>
                <a:lnTo>
                  <a:pt x="653940" y="31894"/>
                </a:lnTo>
                <a:lnTo>
                  <a:pt x="653367" y="31759"/>
                </a:lnTo>
                <a:lnTo>
                  <a:pt x="652788" y="31635"/>
                </a:lnTo>
                <a:lnTo>
                  <a:pt x="652201" y="31522"/>
                </a:lnTo>
                <a:lnTo>
                  <a:pt x="651607" y="31420"/>
                </a:lnTo>
                <a:lnTo>
                  <a:pt x="651007" y="31329"/>
                </a:lnTo>
                <a:lnTo>
                  <a:pt x="650399" y="31248"/>
                </a:lnTo>
                <a:lnTo>
                  <a:pt x="649785" y="31178"/>
                </a:lnTo>
                <a:lnTo>
                  <a:pt x="649163" y="31119"/>
                </a:lnTo>
                <a:lnTo>
                  <a:pt x="648535" y="31070"/>
                </a:lnTo>
                <a:lnTo>
                  <a:pt x="647899" y="31033"/>
                </a:lnTo>
                <a:lnTo>
                  <a:pt x="647257" y="31006"/>
                </a:lnTo>
                <a:lnTo>
                  <a:pt x="646608" y="30990"/>
                </a:lnTo>
                <a:lnTo>
                  <a:pt x="645951" y="30984"/>
                </a:lnTo>
                <a:lnTo>
                  <a:pt x="645285" y="30990"/>
                </a:lnTo>
                <a:lnTo>
                  <a:pt x="644627" y="31006"/>
                </a:lnTo>
                <a:lnTo>
                  <a:pt x="643975" y="31033"/>
                </a:lnTo>
                <a:lnTo>
                  <a:pt x="643331" y="31070"/>
                </a:lnTo>
                <a:lnTo>
                  <a:pt x="642694" y="31119"/>
                </a:lnTo>
                <a:lnTo>
                  <a:pt x="642064" y="31178"/>
                </a:lnTo>
                <a:lnTo>
                  <a:pt x="641442" y="31248"/>
                </a:lnTo>
                <a:lnTo>
                  <a:pt x="640826" y="31329"/>
                </a:lnTo>
                <a:lnTo>
                  <a:pt x="640218" y="31420"/>
                </a:lnTo>
                <a:lnTo>
                  <a:pt x="639616" y="31522"/>
                </a:lnTo>
                <a:lnTo>
                  <a:pt x="639022" y="31635"/>
                </a:lnTo>
                <a:lnTo>
                  <a:pt x="638435" y="31759"/>
                </a:lnTo>
                <a:lnTo>
                  <a:pt x="637856" y="31894"/>
                </a:lnTo>
                <a:lnTo>
                  <a:pt x="637283" y="32039"/>
                </a:lnTo>
                <a:lnTo>
                  <a:pt x="636718" y="32195"/>
                </a:lnTo>
                <a:lnTo>
                  <a:pt x="636160" y="32362"/>
                </a:lnTo>
                <a:lnTo>
                  <a:pt x="635608" y="32539"/>
                </a:lnTo>
                <a:lnTo>
                  <a:pt x="635065" y="32728"/>
                </a:lnTo>
                <a:lnTo>
                  <a:pt x="634528" y="32927"/>
                </a:lnTo>
                <a:lnTo>
                  <a:pt x="633998" y="33136"/>
                </a:lnTo>
                <a:lnTo>
                  <a:pt x="633476" y="33357"/>
                </a:lnTo>
                <a:lnTo>
                  <a:pt x="632961" y="33588"/>
                </a:lnTo>
                <a:lnTo>
                  <a:pt x="632453" y="33831"/>
                </a:lnTo>
                <a:lnTo>
                  <a:pt x="631952" y="34083"/>
                </a:lnTo>
                <a:lnTo>
                  <a:pt x="631459" y="34346"/>
                </a:lnTo>
                <a:lnTo>
                  <a:pt x="630976" y="34617"/>
                </a:lnTo>
                <a:lnTo>
                  <a:pt x="630502" y="34896"/>
                </a:lnTo>
                <a:lnTo>
                  <a:pt x="630038" y="35185"/>
                </a:lnTo>
                <a:lnTo>
                  <a:pt x="629582" y="35481"/>
                </a:lnTo>
                <a:lnTo>
                  <a:pt x="629137" y="35787"/>
                </a:lnTo>
                <a:lnTo>
                  <a:pt x="628700" y="36100"/>
                </a:lnTo>
                <a:lnTo>
                  <a:pt x="628273" y="36423"/>
                </a:lnTo>
                <a:lnTo>
                  <a:pt x="627855" y="36754"/>
                </a:lnTo>
                <a:lnTo>
                  <a:pt x="627447" y="37093"/>
                </a:lnTo>
                <a:lnTo>
                  <a:pt x="627048" y="37442"/>
                </a:lnTo>
                <a:lnTo>
                  <a:pt x="626659" y="37798"/>
                </a:lnTo>
                <a:lnTo>
                  <a:pt x="626278" y="38164"/>
                </a:lnTo>
                <a:lnTo>
                  <a:pt x="625907" y="38537"/>
                </a:lnTo>
                <a:lnTo>
                  <a:pt x="625546" y="38920"/>
                </a:lnTo>
                <a:lnTo>
                  <a:pt x="625194" y="39311"/>
                </a:lnTo>
                <a:lnTo>
                  <a:pt x="624851" y="39710"/>
                </a:lnTo>
                <a:lnTo>
                  <a:pt x="624517" y="40119"/>
                </a:lnTo>
                <a:lnTo>
                  <a:pt x="624193" y="40535"/>
                </a:lnTo>
                <a:lnTo>
                  <a:pt x="623879" y="40961"/>
                </a:lnTo>
                <a:lnTo>
                  <a:pt x="623573" y="41394"/>
                </a:lnTo>
                <a:lnTo>
                  <a:pt x="623277" y="41837"/>
                </a:lnTo>
                <a:lnTo>
                  <a:pt x="622991" y="42288"/>
                </a:lnTo>
                <a:lnTo>
                  <a:pt x="622713" y="42747"/>
                </a:lnTo>
                <a:lnTo>
                  <a:pt x="622447" y="43214"/>
                </a:lnTo>
                <a:lnTo>
                  <a:pt x="622191" y="43688"/>
                </a:lnTo>
                <a:lnTo>
                  <a:pt x="621947" y="44168"/>
                </a:lnTo>
                <a:lnTo>
                  <a:pt x="621715" y="44655"/>
                </a:lnTo>
                <a:lnTo>
                  <a:pt x="621493" y="45148"/>
                </a:lnTo>
                <a:lnTo>
                  <a:pt x="621283" y="45648"/>
                </a:lnTo>
                <a:lnTo>
                  <a:pt x="621085" y="46155"/>
                </a:lnTo>
                <a:lnTo>
                  <a:pt x="620897" y="46668"/>
                </a:lnTo>
                <a:lnTo>
                  <a:pt x="620721" y="47187"/>
                </a:lnTo>
                <a:lnTo>
                  <a:pt x="620557" y="47714"/>
                </a:lnTo>
                <a:lnTo>
                  <a:pt x="620404" y="48246"/>
                </a:lnTo>
                <a:lnTo>
                  <a:pt x="620262" y="48786"/>
                </a:lnTo>
                <a:lnTo>
                  <a:pt x="620131" y="49332"/>
                </a:lnTo>
                <a:lnTo>
                  <a:pt x="620012" y="49884"/>
                </a:lnTo>
                <a:lnTo>
                  <a:pt x="619904" y="50443"/>
                </a:lnTo>
                <a:lnTo>
                  <a:pt x="619808" y="51009"/>
                </a:lnTo>
                <a:lnTo>
                  <a:pt x="619722" y="51581"/>
                </a:lnTo>
                <a:lnTo>
                  <a:pt x="619649" y="52160"/>
                </a:lnTo>
                <a:lnTo>
                  <a:pt x="619586" y="52746"/>
                </a:lnTo>
                <a:lnTo>
                  <a:pt x="619535" y="53338"/>
                </a:lnTo>
                <a:lnTo>
                  <a:pt x="619495" y="53936"/>
                </a:lnTo>
                <a:lnTo>
                  <a:pt x="619467" y="54541"/>
                </a:lnTo>
                <a:lnTo>
                  <a:pt x="619450" y="55153"/>
                </a:lnTo>
                <a:lnTo>
                  <a:pt x="619444" y="55771"/>
                </a:lnTo>
                <a:lnTo>
                  <a:pt x="619444" y="71608"/>
                </a:lnTo>
                <a:lnTo>
                  <a:pt x="619450" y="72226"/>
                </a:lnTo>
                <a:lnTo>
                  <a:pt x="619467" y="72837"/>
                </a:lnTo>
                <a:lnTo>
                  <a:pt x="619495" y="73442"/>
                </a:lnTo>
                <a:lnTo>
                  <a:pt x="619535" y="74041"/>
                </a:lnTo>
                <a:lnTo>
                  <a:pt x="619586" y="74633"/>
                </a:lnTo>
                <a:lnTo>
                  <a:pt x="619649" y="75218"/>
                </a:lnTo>
                <a:lnTo>
                  <a:pt x="619722" y="75797"/>
                </a:lnTo>
                <a:lnTo>
                  <a:pt x="619808" y="76369"/>
                </a:lnTo>
                <a:lnTo>
                  <a:pt x="619904" y="76935"/>
                </a:lnTo>
                <a:lnTo>
                  <a:pt x="620012" y="77494"/>
                </a:lnTo>
                <a:lnTo>
                  <a:pt x="620131" y="78046"/>
                </a:lnTo>
                <a:lnTo>
                  <a:pt x="620262" y="78592"/>
                </a:lnTo>
                <a:lnTo>
                  <a:pt x="620404" y="79132"/>
                </a:lnTo>
                <a:lnTo>
                  <a:pt x="620557" y="79665"/>
                </a:lnTo>
                <a:lnTo>
                  <a:pt x="620721" y="80191"/>
                </a:lnTo>
                <a:lnTo>
                  <a:pt x="620897" y="80711"/>
                </a:lnTo>
                <a:lnTo>
                  <a:pt x="621085" y="81224"/>
                </a:lnTo>
                <a:lnTo>
                  <a:pt x="621283" y="81730"/>
                </a:lnTo>
                <a:lnTo>
                  <a:pt x="621493" y="82230"/>
                </a:lnTo>
                <a:lnTo>
                  <a:pt x="621715" y="82724"/>
                </a:lnTo>
                <a:lnTo>
                  <a:pt x="621947" y="83211"/>
                </a:lnTo>
                <a:lnTo>
                  <a:pt x="622191" y="83691"/>
                </a:lnTo>
                <a:lnTo>
                  <a:pt x="622447" y="84165"/>
                </a:lnTo>
                <a:lnTo>
                  <a:pt x="622713" y="84632"/>
                </a:lnTo>
                <a:lnTo>
                  <a:pt x="622991" y="85091"/>
                </a:lnTo>
                <a:lnTo>
                  <a:pt x="623277" y="85542"/>
                </a:lnTo>
                <a:lnTo>
                  <a:pt x="623573" y="85984"/>
                </a:lnTo>
                <a:lnTo>
                  <a:pt x="623879" y="86418"/>
                </a:lnTo>
                <a:lnTo>
                  <a:pt x="624193" y="86843"/>
                </a:lnTo>
                <a:lnTo>
                  <a:pt x="624517" y="87260"/>
                </a:lnTo>
                <a:lnTo>
                  <a:pt x="624851" y="87668"/>
                </a:lnTo>
                <a:lnTo>
                  <a:pt x="625194" y="88068"/>
                </a:lnTo>
                <a:lnTo>
                  <a:pt x="625546" y="88459"/>
                </a:lnTo>
                <a:lnTo>
                  <a:pt x="625907" y="88841"/>
                </a:lnTo>
                <a:lnTo>
                  <a:pt x="626278" y="89215"/>
                </a:lnTo>
                <a:lnTo>
                  <a:pt x="626659" y="89580"/>
                </a:lnTo>
                <a:lnTo>
                  <a:pt x="627048" y="89937"/>
                </a:lnTo>
                <a:lnTo>
                  <a:pt x="627447" y="90285"/>
                </a:lnTo>
                <a:lnTo>
                  <a:pt x="627855" y="90625"/>
                </a:lnTo>
                <a:lnTo>
                  <a:pt x="628273" y="90956"/>
                </a:lnTo>
                <a:lnTo>
                  <a:pt x="628700" y="91278"/>
                </a:lnTo>
                <a:lnTo>
                  <a:pt x="629137" y="91592"/>
                </a:lnTo>
                <a:lnTo>
                  <a:pt x="629582" y="91897"/>
                </a:lnTo>
                <a:lnTo>
                  <a:pt x="630038" y="92194"/>
                </a:lnTo>
                <a:lnTo>
                  <a:pt x="630502" y="92482"/>
                </a:lnTo>
                <a:lnTo>
                  <a:pt x="630976" y="92762"/>
                </a:lnTo>
                <a:lnTo>
                  <a:pt x="631459" y="93033"/>
                </a:lnTo>
                <a:lnTo>
                  <a:pt x="631952" y="93296"/>
                </a:lnTo>
                <a:lnTo>
                  <a:pt x="632453" y="93548"/>
                </a:lnTo>
                <a:lnTo>
                  <a:pt x="632961" y="93790"/>
                </a:lnTo>
                <a:lnTo>
                  <a:pt x="633476" y="94022"/>
                </a:lnTo>
                <a:lnTo>
                  <a:pt x="633998" y="94242"/>
                </a:lnTo>
                <a:lnTo>
                  <a:pt x="634528" y="94452"/>
                </a:lnTo>
                <a:lnTo>
                  <a:pt x="635065" y="94651"/>
                </a:lnTo>
                <a:lnTo>
                  <a:pt x="635608" y="94839"/>
                </a:lnTo>
                <a:lnTo>
                  <a:pt x="636160" y="95017"/>
                </a:lnTo>
                <a:lnTo>
                  <a:pt x="636718" y="95183"/>
                </a:lnTo>
                <a:lnTo>
                  <a:pt x="637283" y="95339"/>
                </a:lnTo>
                <a:lnTo>
                  <a:pt x="637856" y="95484"/>
                </a:lnTo>
                <a:lnTo>
                  <a:pt x="638435" y="95619"/>
                </a:lnTo>
                <a:lnTo>
                  <a:pt x="639022" y="95743"/>
                </a:lnTo>
                <a:lnTo>
                  <a:pt x="639616" y="95855"/>
                </a:lnTo>
                <a:lnTo>
                  <a:pt x="640218" y="95958"/>
                </a:lnTo>
                <a:lnTo>
                  <a:pt x="640826" y="96049"/>
                </a:lnTo>
                <a:lnTo>
                  <a:pt x="641442" y="96130"/>
                </a:lnTo>
                <a:lnTo>
                  <a:pt x="642064" y="96200"/>
                </a:lnTo>
                <a:lnTo>
                  <a:pt x="642694" y="96259"/>
                </a:lnTo>
                <a:lnTo>
                  <a:pt x="643331" y="96307"/>
                </a:lnTo>
                <a:lnTo>
                  <a:pt x="643975" y="96345"/>
                </a:lnTo>
                <a:lnTo>
                  <a:pt x="644627" y="96372"/>
                </a:lnTo>
                <a:lnTo>
                  <a:pt x="645285" y="96388"/>
                </a:lnTo>
                <a:lnTo>
                  <a:pt x="645951" y="96393"/>
                </a:lnTo>
                <a:lnTo>
                  <a:pt x="646788" y="96385"/>
                </a:lnTo>
                <a:lnTo>
                  <a:pt x="647613" y="96359"/>
                </a:lnTo>
                <a:lnTo>
                  <a:pt x="648429" y="96317"/>
                </a:lnTo>
                <a:lnTo>
                  <a:pt x="649233" y="96258"/>
                </a:lnTo>
                <a:lnTo>
                  <a:pt x="650027" y="96182"/>
                </a:lnTo>
                <a:close/>
                <a:moveTo>
                  <a:pt x="633334" y="55232"/>
                </a:moveTo>
                <a:lnTo>
                  <a:pt x="633350" y="54702"/>
                </a:lnTo>
                <a:lnTo>
                  <a:pt x="633378" y="54183"/>
                </a:lnTo>
                <a:lnTo>
                  <a:pt x="633417" y="53674"/>
                </a:lnTo>
                <a:lnTo>
                  <a:pt x="633468" y="53175"/>
                </a:lnTo>
                <a:lnTo>
                  <a:pt x="633529" y="52687"/>
                </a:lnTo>
                <a:lnTo>
                  <a:pt x="633601" y="52209"/>
                </a:lnTo>
                <a:lnTo>
                  <a:pt x="633685" y="51742"/>
                </a:lnTo>
                <a:lnTo>
                  <a:pt x="633780" y="51285"/>
                </a:lnTo>
                <a:lnTo>
                  <a:pt x="633886" y="50838"/>
                </a:lnTo>
                <a:lnTo>
                  <a:pt x="634003" y="50402"/>
                </a:lnTo>
                <a:lnTo>
                  <a:pt x="634131" y="49976"/>
                </a:lnTo>
                <a:lnTo>
                  <a:pt x="634271" y="49561"/>
                </a:lnTo>
                <a:lnTo>
                  <a:pt x="634421" y="49155"/>
                </a:lnTo>
                <a:lnTo>
                  <a:pt x="634583" y="48760"/>
                </a:lnTo>
                <a:lnTo>
                  <a:pt x="634756" y="48376"/>
                </a:lnTo>
                <a:lnTo>
                  <a:pt x="634940" y="48002"/>
                </a:lnTo>
                <a:lnTo>
                  <a:pt x="635136" y="47638"/>
                </a:lnTo>
                <a:lnTo>
                  <a:pt x="635342" y="47285"/>
                </a:lnTo>
                <a:lnTo>
                  <a:pt x="635559" y="46942"/>
                </a:lnTo>
                <a:lnTo>
                  <a:pt x="635788" y="46609"/>
                </a:lnTo>
                <a:lnTo>
                  <a:pt x="636028" y="46287"/>
                </a:lnTo>
                <a:lnTo>
                  <a:pt x="636279" y="45975"/>
                </a:lnTo>
                <a:lnTo>
                  <a:pt x="636541" y="45673"/>
                </a:lnTo>
                <a:lnTo>
                  <a:pt x="636814" y="45383"/>
                </a:lnTo>
                <a:lnTo>
                  <a:pt x="637097" y="45105"/>
                </a:lnTo>
                <a:lnTo>
                  <a:pt x="637391" y="44839"/>
                </a:lnTo>
                <a:lnTo>
                  <a:pt x="637695" y="44586"/>
                </a:lnTo>
                <a:lnTo>
                  <a:pt x="638010" y="44345"/>
                </a:lnTo>
                <a:lnTo>
                  <a:pt x="638334" y="44117"/>
                </a:lnTo>
                <a:lnTo>
                  <a:pt x="638669" y="43901"/>
                </a:lnTo>
                <a:lnTo>
                  <a:pt x="639015" y="43697"/>
                </a:lnTo>
                <a:lnTo>
                  <a:pt x="639371" y="43505"/>
                </a:lnTo>
                <a:lnTo>
                  <a:pt x="639737" y="43326"/>
                </a:lnTo>
                <a:lnTo>
                  <a:pt x="640113" y="43159"/>
                </a:lnTo>
                <a:lnTo>
                  <a:pt x="640500" y="43005"/>
                </a:lnTo>
                <a:lnTo>
                  <a:pt x="640898" y="42863"/>
                </a:lnTo>
                <a:lnTo>
                  <a:pt x="641305" y="42733"/>
                </a:lnTo>
                <a:lnTo>
                  <a:pt x="641723" y="42616"/>
                </a:lnTo>
                <a:lnTo>
                  <a:pt x="642151" y="42511"/>
                </a:lnTo>
                <a:lnTo>
                  <a:pt x="642590" y="42418"/>
                </a:lnTo>
                <a:lnTo>
                  <a:pt x="643039" y="42338"/>
                </a:lnTo>
                <a:lnTo>
                  <a:pt x="643499" y="42270"/>
                </a:lnTo>
                <a:lnTo>
                  <a:pt x="643968" y="42214"/>
                </a:lnTo>
                <a:lnTo>
                  <a:pt x="644449" y="42171"/>
                </a:lnTo>
                <a:lnTo>
                  <a:pt x="644939" y="42140"/>
                </a:lnTo>
                <a:lnTo>
                  <a:pt x="645440" y="42122"/>
                </a:lnTo>
                <a:lnTo>
                  <a:pt x="645951" y="42115"/>
                </a:lnTo>
                <a:lnTo>
                  <a:pt x="646462" y="42121"/>
                </a:lnTo>
                <a:lnTo>
                  <a:pt x="646962" y="42140"/>
                </a:lnTo>
                <a:lnTo>
                  <a:pt x="647452" y="42170"/>
                </a:lnTo>
                <a:lnTo>
                  <a:pt x="647931" y="42213"/>
                </a:lnTo>
                <a:lnTo>
                  <a:pt x="648399" y="42267"/>
                </a:lnTo>
                <a:lnTo>
                  <a:pt x="648856" y="42334"/>
                </a:lnTo>
                <a:lnTo>
                  <a:pt x="649302" y="42413"/>
                </a:lnTo>
                <a:lnTo>
                  <a:pt x="649738" y="42504"/>
                </a:lnTo>
                <a:lnTo>
                  <a:pt x="650163" y="42608"/>
                </a:lnTo>
                <a:lnTo>
                  <a:pt x="650577" y="42723"/>
                </a:lnTo>
                <a:lnTo>
                  <a:pt x="650981" y="42851"/>
                </a:lnTo>
                <a:lnTo>
                  <a:pt x="651373" y="42990"/>
                </a:lnTo>
                <a:lnTo>
                  <a:pt x="651755" y="43142"/>
                </a:lnTo>
                <a:lnTo>
                  <a:pt x="652126" y="43306"/>
                </a:lnTo>
                <a:lnTo>
                  <a:pt x="652487" y="43483"/>
                </a:lnTo>
                <a:lnTo>
                  <a:pt x="652836" y="43671"/>
                </a:lnTo>
                <a:lnTo>
                  <a:pt x="653175" y="43872"/>
                </a:lnTo>
                <a:lnTo>
                  <a:pt x="653503" y="44084"/>
                </a:lnTo>
                <a:lnTo>
                  <a:pt x="653820" y="44309"/>
                </a:lnTo>
                <a:lnTo>
                  <a:pt x="654127" y="44546"/>
                </a:lnTo>
                <a:lnTo>
                  <a:pt x="654423" y="44795"/>
                </a:lnTo>
                <a:lnTo>
                  <a:pt x="654708" y="45057"/>
                </a:lnTo>
                <a:lnTo>
                  <a:pt x="654982" y="45330"/>
                </a:lnTo>
                <a:lnTo>
                  <a:pt x="655246" y="45616"/>
                </a:lnTo>
                <a:lnTo>
                  <a:pt x="655498" y="45913"/>
                </a:lnTo>
                <a:lnTo>
                  <a:pt x="655741" y="46220"/>
                </a:lnTo>
                <a:lnTo>
                  <a:pt x="655972" y="46538"/>
                </a:lnTo>
                <a:lnTo>
                  <a:pt x="656193" y="46867"/>
                </a:lnTo>
                <a:lnTo>
                  <a:pt x="656402" y="47206"/>
                </a:lnTo>
                <a:lnTo>
                  <a:pt x="656601" y="47556"/>
                </a:lnTo>
                <a:lnTo>
                  <a:pt x="656790" y="47916"/>
                </a:lnTo>
                <a:lnTo>
                  <a:pt x="656967" y="48287"/>
                </a:lnTo>
                <a:lnTo>
                  <a:pt x="657134" y="48668"/>
                </a:lnTo>
                <a:lnTo>
                  <a:pt x="657290" y="49060"/>
                </a:lnTo>
                <a:lnTo>
                  <a:pt x="657435" y="49463"/>
                </a:lnTo>
                <a:lnTo>
                  <a:pt x="657570" y="49876"/>
                </a:lnTo>
                <a:lnTo>
                  <a:pt x="657694" y="50299"/>
                </a:lnTo>
                <a:lnTo>
                  <a:pt x="657807" y="50734"/>
                </a:lnTo>
                <a:lnTo>
                  <a:pt x="657909" y="51178"/>
                </a:lnTo>
                <a:lnTo>
                  <a:pt x="658000" y="51634"/>
                </a:lnTo>
                <a:lnTo>
                  <a:pt x="658081" y="52099"/>
                </a:lnTo>
                <a:lnTo>
                  <a:pt x="658151" y="52576"/>
                </a:lnTo>
                <a:lnTo>
                  <a:pt x="658210" y="53063"/>
                </a:lnTo>
                <a:lnTo>
                  <a:pt x="658259" y="53560"/>
                </a:lnTo>
                <a:lnTo>
                  <a:pt x="658296" y="54068"/>
                </a:lnTo>
                <a:lnTo>
                  <a:pt x="658323" y="54587"/>
                </a:lnTo>
                <a:lnTo>
                  <a:pt x="658339" y="55116"/>
                </a:lnTo>
                <a:lnTo>
                  <a:pt x="658345" y="55656"/>
                </a:lnTo>
                <a:lnTo>
                  <a:pt x="658345" y="57961"/>
                </a:lnTo>
                <a:lnTo>
                  <a:pt x="633328" y="58181"/>
                </a:lnTo>
                <a:lnTo>
                  <a:pt x="633328" y="55771"/>
                </a:lnTo>
                <a:lnTo>
                  <a:pt x="633334" y="55232"/>
                </a:lnTo>
                <a:close/>
                <a:moveTo>
                  <a:pt x="809349" y="51628"/>
                </a:moveTo>
                <a:lnTo>
                  <a:pt x="809314" y="50826"/>
                </a:lnTo>
                <a:lnTo>
                  <a:pt x="809256" y="50039"/>
                </a:lnTo>
                <a:lnTo>
                  <a:pt x="809174" y="49266"/>
                </a:lnTo>
                <a:lnTo>
                  <a:pt x="809070" y="48508"/>
                </a:lnTo>
                <a:lnTo>
                  <a:pt x="808941" y="47763"/>
                </a:lnTo>
                <a:lnTo>
                  <a:pt x="808790" y="47033"/>
                </a:lnTo>
                <a:lnTo>
                  <a:pt x="808615" y="46316"/>
                </a:lnTo>
                <a:lnTo>
                  <a:pt x="808417" y="45614"/>
                </a:lnTo>
                <a:lnTo>
                  <a:pt x="808195" y="44926"/>
                </a:lnTo>
                <a:lnTo>
                  <a:pt x="807951" y="44252"/>
                </a:lnTo>
                <a:lnTo>
                  <a:pt x="807683" y="43593"/>
                </a:lnTo>
                <a:lnTo>
                  <a:pt x="807391" y="42947"/>
                </a:lnTo>
                <a:lnTo>
                  <a:pt x="807077" y="42316"/>
                </a:lnTo>
                <a:lnTo>
                  <a:pt x="806739" y="41699"/>
                </a:lnTo>
                <a:lnTo>
                  <a:pt x="806377" y="41095"/>
                </a:lnTo>
                <a:lnTo>
                  <a:pt x="805993" y="40507"/>
                </a:lnTo>
                <a:lnTo>
                  <a:pt x="805585" y="39932"/>
                </a:lnTo>
                <a:lnTo>
                  <a:pt x="805153" y="39371"/>
                </a:lnTo>
                <a:lnTo>
                  <a:pt x="804699" y="38825"/>
                </a:lnTo>
                <a:lnTo>
                  <a:pt x="804221" y="38292"/>
                </a:lnTo>
                <a:lnTo>
                  <a:pt x="803720" y="37774"/>
                </a:lnTo>
                <a:lnTo>
                  <a:pt x="803195" y="37270"/>
                </a:lnTo>
                <a:lnTo>
                  <a:pt x="802648" y="36780"/>
                </a:lnTo>
                <a:lnTo>
                  <a:pt x="802080" y="36307"/>
                </a:lnTo>
                <a:lnTo>
                  <a:pt x="801495" y="35854"/>
                </a:lnTo>
                <a:lnTo>
                  <a:pt x="800893" y="35422"/>
                </a:lnTo>
                <a:lnTo>
                  <a:pt x="800275" y="35009"/>
                </a:lnTo>
                <a:lnTo>
                  <a:pt x="799639" y="34617"/>
                </a:lnTo>
                <a:lnTo>
                  <a:pt x="798987" y="34244"/>
                </a:lnTo>
                <a:lnTo>
                  <a:pt x="798317" y="33892"/>
                </a:lnTo>
                <a:lnTo>
                  <a:pt x="797631" y="33560"/>
                </a:lnTo>
                <a:lnTo>
                  <a:pt x="796928" y="33248"/>
                </a:lnTo>
                <a:lnTo>
                  <a:pt x="796208" y="32956"/>
                </a:lnTo>
                <a:lnTo>
                  <a:pt x="795470" y="32685"/>
                </a:lnTo>
                <a:lnTo>
                  <a:pt x="794716" y="32433"/>
                </a:lnTo>
                <a:lnTo>
                  <a:pt x="793945" y="32202"/>
                </a:lnTo>
                <a:lnTo>
                  <a:pt x="793157" y="31990"/>
                </a:lnTo>
                <a:lnTo>
                  <a:pt x="792352" y="31799"/>
                </a:lnTo>
                <a:lnTo>
                  <a:pt x="791531" y="31628"/>
                </a:lnTo>
                <a:lnTo>
                  <a:pt x="790692" y="31477"/>
                </a:lnTo>
                <a:lnTo>
                  <a:pt x="789836" y="31346"/>
                </a:lnTo>
                <a:lnTo>
                  <a:pt x="788963" y="31236"/>
                </a:lnTo>
                <a:lnTo>
                  <a:pt x="788074" y="31145"/>
                </a:lnTo>
                <a:lnTo>
                  <a:pt x="787167" y="31075"/>
                </a:lnTo>
                <a:lnTo>
                  <a:pt x="786244" y="31024"/>
                </a:lnTo>
                <a:lnTo>
                  <a:pt x="785303" y="30994"/>
                </a:lnTo>
                <a:lnTo>
                  <a:pt x="784346" y="30984"/>
                </a:lnTo>
                <a:lnTo>
                  <a:pt x="783444" y="30993"/>
                </a:lnTo>
                <a:lnTo>
                  <a:pt x="782556" y="31021"/>
                </a:lnTo>
                <a:lnTo>
                  <a:pt x="781682" y="31067"/>
                </a:lnTo>
                <a:lnTo>
                  <a:pt x="780820" y="31131"/>
                </a:lnTo>
                <a:lnTo>
                  <a:pt x="779973" y="31213"/>
                </a:lnTo>
                <a:lnTo>
                  <a:pt x="779139" y="31314"/>
                </a:lnTo>
                <a:lnTo>
                  <a:pt x="778318" y="31433"/>
                </a:lnTo>
                <a:lnTo>
                  <a:pt x="777512" y="31571"/>
                </a:lnTo>
                <a:lnTo>
                  <a:pt x="776718" y="31727"/>
                </a:lnTo>
                <a:lnTo>
                  <a:pt x="775938" y="31901"/>
                </a:lnTo>
                <a:lnTo>
                  <a:pt x="775172" y="32093"/>
                </a:lnTo>
                <a:lnTo>
                  <a:pt x="774420" y="32304"/>
                </a:lnTo>
                <a:lnTo>
                  <a:pt x="773680" y="32533"/>
                </a:lnTo>
                <a:lnTo>
                  <a:pt x="772955" y="32781"/>
                </a:lnTo>
                <a:lnTo>
                  <a:pt x="772243" y="33046"/>
                </a:lnTo>
                <a:lnTo>
                  <a:pt x="771544" y="33331"/>
                </a:lnTo>
                <a:lnTo>
                  <a:pt x="770859" y="33633"/>
                </a:lnTo>
                <a:lnTo>
                  <a:pt x="770188" y="33954"/>
                </a:lnTo>
                <a:lnTo>
                  <a:pt x="769530" y="34293"/>
                </a:lnTo>
                <a:lnTo>
                  <a:pt x="768886" y="34650"/>
                </a:lnTo>
                <a:lnTo>
                  <a:pt x="768255" y="35026"/>
                </a:lnTo>
                <a:lnTo>
                  <a:pt x="767638" y="35420"/>
                </a:lnTo>
                <a:lnTo>
                  <a:pt x="767034" y="35833"/>
                </a:lnTo>
                <a:lnTo>
                  <a:pt x="766444" y="36263"/>
                </a:lnTo>
                <a:lnTo>
                  <a:pt x="765871" y="36710"/>
                </a:lnTo>
                <a:lnTo>
                  <a:pt x="765318" y="37169"/>
                </a:lnTo>
                <a:lnTo>
                  <a:pt x="764787" y="37640"/>
                </a:lnTo>
                <a:lnTo>
                  <a:pt x="764276" y="38125"/>
                </a:lnTo>
                <a:lnTo>
                  <a:pt x="763786" y="38622"/>
                </a:lnTo>
                <a:lnTo>
                  <a:pt x="763316" y="39132"/>
                </a:lnTo>
                <a:lnTo>
                  <a:pt x="762868" y="39655"/>
                </a:lnTo>
                <a:lnTo>
                  <a:pt x="762440" y="40190"/>
                </a:lnTo>
                <a:lnTo>
                  <a:pt x="762032" y="40738"/>
                </a:lnTo>
                <a:lnTo>
                  <a:pt x="761646" y="41299"/>
                </a:lnTo>
                <a:lnTo>
                  <a:pt x="761280" y="41873"/>
                </a:lnTo>
                <a:lnTo>
                  <a:pt x="760935" y="42459"/>
                </a:lnTo>
                <a:lnTo>
                  <a:pt x="760611" y="43059"/>
                </a:lnTo>
                <a:lnTo>
                  <a:pt x="760307" y="43671"/>
                </a:lnTo>
                <a:lnTo>
                  <a:pt x="760024" y="44295"/>
                </a:lnTo>
                <a:lnTo>
                  <a:pt x="759762" y="44933"/>
                </a:lnTo>
                <a:lnTo>
                  <a:pt x="759520" y="45583"/>
                </a:lnTo>
                <a:lnTo>
                  <a:pt x="759300" y="46246"/>
                </a:lnTo>
                <a:lnTo>
                  <a:pt x="759099" y="46922"/>
                </a:lnTo>
                <a:lnTo>
                  <a:pt x="758920" y="47611"/>
                </a:lnTo>
                <a:lnTo>
                  <a:pt x="758762" y="48312"/>
                </a:lnTo>
                <a:lnTo>
                  <a:pt x="758624" y="49026"/>
                </a:lnTo>
                <a:lnTo>
                  <a:pt x="758506" y="49753"/>
                </a:lnTo>
                <a:lnTo>
                  <a:pt x="758410" y="50492"/>
                </a:lnTo>
                <a:lnTo>
                  <a:pt x="772411" y="50492"/>
                </a:lnTo>
                <a:lnTo>
                  <a:pt x="772463" y="50198"/>
                </a:lnTo>
                <a:lnTo>
                  <a:pt x="772524" y="49910"/>
                </a:lnTo>
                <a:lnTo>
                  <a:pt x="772594" y="49626"/>
                </a:lnTo>
                <a:lnTo>
                  <a:pt x="772672" y="49348"/>
                </a:lnTo>
                <a:lnTo>
                  <a:pt x="772759" y="49074"/>
                </a:lnTo>
                <a:lnTo>
                  <a:pt x="772855" y="48807"/>
                </a:lnTo>
                <a:lnTo>
                  <a:pt x="772960" y="48544"/>
                </a:lnTo>
                <a:lnTo>
                  <a:pt x="773073" y="48286"/>
                </a:lnTo>
                <a:lnTo>
                  <a:pt x="773196" y="48034"/>
                </a:lnTo>
                <a:lnTo>
                  <a:pt x="773327" y="47786"/>
                </a:lnTo>
                <a:lnTo>
                  <a:pt x="773466" y="47544"/>
                </a:lnTo>
                <a:lnTo>
                  <a:pt x="773615" y="47308"/>
                </a:lnTo>
                <a:lnTo>
                  <a:pt x="773772" y="47076"/>
                </a:lnTo>
                <a:lnTo>
                  <a:pt x="773938" y="46849"/>
                </a:lnTo>
                <a:lnTo>
                  <a:pt x="774113" y="46628"/>
                </a:lnTo>
                <a:lnTo>
                  <a:pt x="774297" y="46412"/>
                </a:lnTo>
                <a:lnTo>
                  <a:pt x="774489" y="46201"/>
                </a:lnTo>
                <a:lnTo>
                  <a:pt x="774690" y="45995"/>
                </a:lnTo>
                <a:lnTo>
                  <a:pt x="774900" y="45795"/>
                </a:lnTo>
                <a:lnTo>
                  <a:pt x="775119" y="45599"/>
                </a:lnTo>
                <a:lnTo>
                  <a:pt x="775346" y="45409"/>
                </a:lnTo>
                <a:lnTo>
                  <a:pt x="775582" y="45224"/>
                </a:lnTo>
                <a:lnTo>
                  <a:pt x="775827" y="45044"/>
                </a:lnTo>
                <a:lnTo>
                  <a:pt x="776081" y="44870"/>
                </a:lnTo>
                <a:lnTo>
                  <a:pt x="776342" y="44701"/>
                </a:lnTo>
                <a:lnTo>
                  <a:pt x="776609" y="44540"/>
                </a:lnTo>
                <a:lnTo>
                  <a:pt x="776881" y="44385"/>
                </a:lnTo>
                <a:lnTo>
                  <a:pt x="777159" y="44238"/>
                </a:lnTo>
                <a:lnTo>
                  <a:pt x="777442" y="44098"/>
                </a:lnTo>
                <a:lnTo>
                  <a:pt x="777731" y="43966"/>
                </a:lnTo>
                <a:lnTo>
                  <a:pt x="778026" y="43840"/>
                </a:lnTo>
                <a:lnTo>
                  <a:pt x="778326" y="43722"/>
                </a:lnTo>
                <a:lnTo>
                  <a:pt x="778631" y="43611"/>
                </a:lnTo>
                <a:lnTo>
                  <a:pt x="778943" y="43507"/>
                </a:lnTo>
                <a:lnTo>
                  <a:pt x="779260" y="43410"/>
                </a:lnTo>
                <a:lnTo>
                  <a:pt x="779582" y="43320"/>
                </a:lnTo>
                <a:lnTo>
                  <a:pt x="779910" y="43238"/>
                </a:lnTo>
                <a:lnTo>
                  <a:pt x="780243" y="43162"/>
                </a:lnTo>
                <a:lnTo>
                  <a:pt x="780583" y="43094"/>
                </a:lnTo>
                <a:lnTo>
                  <a:pt x="780927" y="43033"/>
                </a:lnTo>
                <a:lnTo>
                  <a:pt x="781278" y="42979"/>
                </a:lnTo>
                <a:lnTo>
                  <a:pt x="781633" y="42933"/>
                </a:lnTo>
                <a:lnTo>
                  <a:pt x="781995" y="42893"/>
                </a:lnTo>
                <a:lnTo>
                  <a:pt x="782362" y="42861"/>
                </a:lnTo>
                <a:lnTo>
                  <a:pt x="782734" y="42836"/>
                </a:lnTo>
                <a:lnTo>
                  <a:pt x="783112" y="42818"/>
                </a:lnTo>
                <a:lnTo>
                  <a:pt x="783496" y="42807"/>
                </a:lnTo>
                <a:lnTo>
                  <a:pt x="783885" y="42803"/>
                </a:lnTo>
                <a:lnTo>
                  <a:pt x="784312" y="42808"/>
                </a:lnTo>
                <a:lnTo>
                  <a:pt x="784731" y="42821"/>
                </a:lnTo>
                <a:lnTo>
                  <a:pt x="785143" y="42844"/>
                </a:lnTo>
                <a:lnTo>
                  <a:pt x="785547" y="42875"/>
                </a:lnTo>
                <a:lnTo>
                  <a:pt x="785943" y="42916"/>
                </a:lnTo>
                <a:lnTo>
                  <a:pt x="786332" y="42965"/>
                </a:lnTo>
                <a:lnTo>
                  <a:pt x="786713" y="43023"/>
                </a:lnTo>
                <a:lnTo>
                  <a:pt x="787087" y="43090"/>
                </a:lnTo>
                <a:lnTo>
                  <a:pt x="787453" y="43167"/>
                </a:lnTo>
                <a:lnTo>
                  <a:pt x="787811" y="43252"/>
                </a:lnTo>
                <a:lnTo>
                  <a:pt x="788162" y="43346"/>
                </a:lnTo>
                <a:lnTo>
                  <a:pt x="788505" y="43449"/>
                </a:lnTo>
                <a:lnTo>
                  <a:pt x="788841" y="43561"/>
                </a:lnTo>
                <a:lnTo>
                  <a:pt x="789169" y="43682"/>
                </a:lnTo>
                <a:lnTo>
                  <a:pt x="789489" y="43812"/>
                </a:lnTo>
                <a:lnTo>
                  <a:pt x="789802" y="43951"/>
                </a:lnTo>
                <a:lnTo>
                  <a:pt x="790108" y="44099"/>
                </a:lnTo>
                <a:lnTo>
                  <a:pt x="790405" y="44256"/>
                </a:lnTo>
                <a:lnTo>
                  <a:pt x="790696" y="44422"/>
                </a:lnTo>
                <a:lnTo>
                  <a:pt x="790978" y="44597"/>
                </a:lnTo>
                <a:lnTo>
                  <a:pt x="791253" y="44781"/>
                </a:lnTo>
                <a:lnTo>
                  <a:pt x="791521" y="44974"/>
                </a:lnTo>
                <a:lnTo>
                  <a:pt x="791781" y="45175"/>
                </a:lnTo>
                <a:lnTo>
                  <a:pt x="792033" y="45386"/>
                </a:lnTo>
                <a:lnTo>
                  <a:pt x="792276" y="45605"/>
                </a:lnTo>
                <a:lnTo>
                  <a:pt x="792510" y="45830"/>
                </a:lnTo>
                <a:lnTo>
                  <a:pt x="792732" y="46063"/>
                </a:lnTo>
                <a:lnTo>
                  <a:pt x="792945" y="46302"/>
                </a:lnTo>
                <a:lnTo>
                  <a:pt x="793147" y="46549"/>
                </a:lnTo>
                <a:lnTo>
                  <a:pt x="793338" y="46802"/>
                </a:lnTo>
                <a:lnTo>
                  <a:pt x="793520" y="47063"/>
                </a:lnTo>
                <a:lnTo>
                  <a:pt x="793691" y="47330"/>
                </a:lnTo>
                <a:lnTo>
                  <a:pt x="793851" y="47605"/>
                </a:lnTo>
                <a:lnTo>
                  <a:pt x="794001" y="47886"/>
                </a:lnTo>
                <a:lnTo>
                  <a:pt x="794141" y="48174"/>
                </a:lnTo>
                <a:lnTo>
                  <a:pt x="794271" y="48470"/>
                </a:lnTo>
                <a:lnTo>
                  <a:pt x="794390" y="48772"/>
                </a:lnTo>
                <a:lnTo>
                  <a:pt x="794499" y="49081"/>
                </a:lnTo>
                <a:lnTo>
                  <a:pt x="794597" y="49398"/>
                </a:lnTo>
                <a:lnTo>
                  <a:pt x="794685" y="49721"/>
                </a:lnTo>
                <a:lnTo>
                  <a:pt x="794763" y="50051"/>
                </a:lnTo>
                <a:lnTo>
                  <a:pt x="794830" y="50388"/>
                </a:lnTo>
                <a:lnTo>
                  <a:pt x="794887" y="50733"/>
                </a:lnTo>
                <a:lnTo>
                  <a:pt x="794934" y="51084"/>
                </a:lnTo>
                <a:lnTo>
                  <a:pt x="794970" y="51442"/>
                </a:lnTo>
                <a:lnTo>
                  <a:pt x="794996" y="51807"/>
                </a:lnTo>
                <a:lnTo>
                  <a:pt x="795011" y="52179"/>
                </a:lnTo>
                <a:lnTo>
                  <a:pt x="795017" y="52558"/>
                </a:lnTo>
                <a:lnTo>
                  <a:pt x="795017" y="57952"/>
                </a:lnTo>
                <a:lnTo>
                  <a:pt x="779296" y="57952"/>
                </a:lnTo>
                <a:lnTo>
                  <a:pt x="778358" y="57960"/>
                </a:lnTo>
                <a:lnTo>
                  <a:pt x="777439" y="57987"/>
                </a:lnTo>
                <a:lnTo>
                  <a:pt x="776537" y="58030"/>
                </a:lnTo>
                <a:lnTo>
                  <a:pt x="775653" y="58092"/>
                </a:lnTo>
                <a:lnTo>
                  <a:pt x="774787" y="58171"/>
                </a:lnTo>
                <a:lnTo>
                  <a:pt x="773939" y="58267"/>
                </a:lnTo>
                <a:lnTo>
                  <a:pt x="773108" y="58381"/>
                </a:lnTo>
                <a:lnTo>
                  <a:pt x="772296" y="58513"/>
                </a:lnTo>
                <a:lnTo>
                  <a:pt x="771502" y="58662"/>
                </a:lnTo>
                <a:lnTo>
                  <a:pt x="770725" y="58828"/>
                </a:lnTo>
                <a:lnTo>
                  <a:pt x="769967" y="59012"/>
                </a:lnTo>
                <a:lnTo>
                  <a:pt x="769226" y="59214"/>
                </a:lnTo>
                <a:lnTo>
                  <a:pt x="768504" y="59433"/>
                </a:lnTo>
                <a:lnTo>
                  <a:pt x="767799" y="59670"/>
                </a:lnTo>
                <a:lnTo>
                  <a:pt x="767112" y="59924"/>
                </a:lnTo>
                <a:lnTo>
                  <a:pt x="766444" y="60196"/>
                </a:lnTo>
                <a:lnTo>
                  <a:pt x="765793" y="60485"/>
                </a:lnTo>
                <a:lnTo>
                  <a:pt x="765160" y="60792"/>
                </a:lnTo>
                <a:lnTo>
                  <a:pt x="764545" y="61116"/>
                </a:lnTo>
                <a:lnTo>
                  <a:pt x="763948" y="61458"/>
                </a:lnTo>
                <a:lnTo>
                  <a:pt x="763369" y="61818"/>
                </a:lnTo>
                <a:lnTo>
                  <a:pt x="762807" y="62195"/>
                </a:lnTo>
                <a:lnTo>
                  <a:pt x="762264" y="62589"/>
                </a:lnTo>
                <a:lnTo>
                  <a:pt x="761739" y="63001"/>
                </a:lnTo>
                <a:lnTo>
                  <a:pt x="761233" y="63429"/>
                </a:lnTo>
                <a:lnTo>
                  <a:pt x="760749" y="63872"/>
                </a:lnTo>
                <a:lnTo>
                  <a:pt x="760286" y="64330"/>
                </a:lnTo>
                <a:lnTo>
                  <a:pt x="759845" y="64802"/>
                </a:lnTo>
                <a:lnTo>
                  <a:pt x="759426" y="65289"/>
                </a:lnTo>
                <a:lnTo>
                  <a:pt x="759028" y="65791"/>
                </a:lnTo>
                <a:lnTo>
                  <a:pt x="758651" y="66307"/>
                </a:lnTo>
                <a:lnTo>
                  <a:pt x="758296" y="66839"/>
                </a:lnTo>
                <a:lnTo>
                  <a:pt x="757962" y="67385"/>
                </a:lnTo>
                <a:lnTo>
                  <a:pt x="757650" y="67945"/>
                </a:lnTo>
                <a:lnTo>
                  <a:pt x="757360" y="68521"/>
                </a:lnTo>
                <a:lnTo>
                  <a:pt x="757091" y="69111"/>
                </a:lnTo>
                <a:lnTo>
                  <a:pt x="756844" y="69716"/>
                </a:lnTo>
                <a:lnTo>
                  <a:pt x="756618" y="70336"/>
                </a:lnTo>
                <a:lnTo>
                  <a:pt x="756413" y="70970"/>
                </a:lnTo>
                <a:lnTo>
                  <a:pt x="756230" y="71620"/>
                </a:lnTo>
                <a:lnTo>
                  <a:pt x="756069" y="72283"/>
                </a:lnTo>
                <a:lnTo>
                  <a:pt x="755929" y="72962"/>
                </a:lnTo>
                <a:lnTo>
                  <a:pt x="755811" y="73656"/>
                </a:lnTo>
                <a:lnTo>
                  <a:pt x="755714" y="74364"/>
                </a:lnTo>
                <a:lnTo>
                  <a:pt x="755639" y="75087"/>
                </a:lnTo>
                <a:lnTo>
                  <a:pt x="755585" y="75824"/>
                </a:lnTo>
                <a:lnTo>
                  <a:pt x="755553" y="76577"/>
                </a:lnTo>
                <a:lnTo>
                  <a:pt x="755542" y="77344"/>
                </a:lnTo>
                <a:lnTo>
                  <a:pt x="755552" y="78065"/>
                </a:lnTo>
                <a:lnTo>
                  <a:pt x="755581" y="78773"/>
                </a:lnTo>
                <a:lnTo>
                  <a:pt x="755630" y="79469"/>
                </a:lnTo>
                <a:lnTo>
                  <a:pt x="755698" y="80152"/>
                </a:lnTo>
                <a:lnTo>
                  <a:pt x="755786" y="80824"/>
                </a:lnTo>
                <a:lnTo>
                  <a:pt x="755893" y="81482"/>
                </a:lnTo>
                <a:lnTo>
                  <a:pt x="756020" y="82129"/>
                </a:lnTo>
                <a:lnTo>
                  <a:pt x="756167" y="82763"/>
                </a:lnTo>
                <a:lnTo>
                  <a:pt x="756333" y="83385"/>
                </a:lnTo>
                <a:lnTo>
                  <a:pt x="756518" y="83994"/>
                </a:lnTo>
                <a:lnTo>
                  <a:pt x="756723" y="84592"/>
                </a:lnTo>
                <a:lnTo>
                  <a:pt x="756947" y="85176"/>
                </a:lnTo>
                <a:lnTo>
                  <a:pt x="757192" y="85749"/>
                </a:lnTo>
                <a:lnTo>
                  <a:pt x="757455" y="86309"/>
                </a:lnTo>
                <a:lnTo>
                  <a:pt x="757738" y="86856"/>
                </a:lnTo>
                <a:lnTo>
                  <a:pt x="758041" y="87392"/>
                </a:lnTo>
                <a:lnTo>
                  <a:pt x="758363" y="87915"/>
                </a:lnTo>
                <a:lnTo>
                  <a:pt x="758705" y="88425"/>
                </a:lnTo>
                <a:lnTo>
                  <a:pt x="759066" y="88924"/>
                </a:lnTo>
                <a:lnTo>
                  <a:pt x="759446" y="89409"/>
                </a:lnTo>
                <a:lnTo>
                  <a:pt x="759847" y="89883"/>
                </a:lnTo>
                <a:lnTo>
                  <a:pt x="760266" y="90344"/>
                </a:lnTo>
                <a:lnTo>
                  <a:pt x="760706" y="90793"/>
                </a:lnTo>
                <a:lnTo>
                  <a:pt x="761164" y="91229"/>
                </a:lnTo>
                <a:lnTo>
                  <a:pt x="761640" y="91651"/>
                </a:lnTo>
                <a:lnTo>
                  <a:pt x="762130" y="92054"/>
                </a:lnTo>
                <a:lnTo>
                  <a:pt x="762635" y="92440"/>
                </a:lnTo>
                <a:lnTo>
                  <a:pt x="763154" y="92807"/>
                </a:lnTo>
                <a:lnTo>
                  <a:pt x="763687" y="93157"/>
                </a:lnTo>
                <a:lnTo>
                  <a:pt x="764235" y="93489"/>
                </a:lnTo>
                <a:lnTo>
                  <a:pt x="764796" y="93802"/>
                </a:lnTo>
                <a:lnTo>
                  <a:pt x="765373" y="94098"/>
                </a:lnTo>
                <a:lnTo>
                  <a:pt x="765963" y="94376"/>
                </a:lnTo>
                <a:lnTo>
                  <a:pt x="766568" y="94636"/>
                </a:lnTo>
                <a:lnTo>
                  <a:pt x="767187" y="94878"/>
                </a:lnTo>
                <a:lnTo>
                  <a:pt x="767821" y="95102"/>
                </a:lnTo>
                <a:lnTo>
                  <a:pt x="768469" y="95308"/>
                </a:lnTo>
                <a:lnTo>
                  <a:pt x="769131" y="95497"/>
                </a:lnTo>
                <a:lnTo>
                  <a:pt x="769808" y="95667"/>
                </a:lnTo>
                <a:lnTo>
                  <a:pt x="770498" y="95819"/>
                </a:lnTo>
                <a:lnTo>
                  <a:pt x="771204" y="95954"/>
                </a:lnTo>
                <a:lnTo>
                  <a:pt x="771923" y="96070"/>
                </a:lnTo>
                <a:lnTo>
                  <a:pt x="772657" y="96169"/>
                </a:lnTo>
                <a:lnTo>
                  <a:pt x="773405" y="96250"/>
                </a:lnTo>
                <a:lnTo>
                  <a:pt x="774168" y="96313"/>
                </a:lnTo>
                <a:lnTo>
                  <a:pt x="774945" y="96357"/>
                </a:lnTo>
                <a:lnTo>
                  <a:pt x="775736" y="96384"/>
                </a:lnTo>
                <a:lnTo>
                  <a:pt x="776542" y="96393"/>
                </a:lnTo>
                <a:lnTo>
                  <a:pt x="777253" y="96386"/>
                </a:lnTo>
                <a:lnTo>
                  <a:pt x="777952" y="96365"/>
                </a:lnTo>
                <a:lnTo>
                  <a:pt x="778640" y="96329"/>
                </a:lnTo>
                <a:lnTo>
                  <a:pt x="779315" y="96278"/>
                </a:lnTo>
                <a:lnTo>
                  <a:pt x="779978" y="96214"/>
                </a:lnTo>
                <a:lnTo>
                  <a:pt x="780630" y="96135"/>
                </a:lnTo>
                <a:lnTo>
                  <a:pt x="781269" y="96042"/>
                </a:lnTo>
                <a:lnTo>
                  <a:pt x="781897" y="95934"/>
                </a:lnTo>
                <a:lnTo>
                  <a:pt x="782512" y="95812"/>
                </a:lnTo>
                <a:lnTo>
                  <a:pt x="783116" y="95676"/>
                </a:lnTo>
                <a:lnTo>
                  <a:pt x="783708" y="95526"/>
                </a:lnTo>
                <a:lnTo>
                  <a:pt x="784287" y="95361"/>
                </a:lnTo>
                <a:lnTo>
                  <a:pt x="784855" y="95181"/>
                </a:lnTo>
                <a:lnTo>
                  <a:pt x="785411" y="94988"/>
                </a:lnTo>
                <a:lnTo>
                  <a:pt x="785955" y="94780"/>
                </a:lnTo>
                <a:lnTo>
                  <a:pt x="786487" y="94557"/>
                </a:lnTo>
                <a:lnTo>
                  <a:pt x="787007" y="94321"/>
                </a:lnTo>
                <a:lnTo>
                  <a:pt x="787515" y="94070"/>
                </a:lnTo>
                <a:lnTo>
                  <a:pt x="788011" y="93804"/>
                </a:lnTo>
                <a:lnTo>
                  <a:pt x="788495" y="93525"/>
                </a:lnTo>
                <a:lnTo>
                  <a:pt x="788967" y="93231"/>
                </a:lnTo>
                <a:lnTo>
                  <a:pt x="789427" y="92922"/>
                </a:lnTo>
                <a:lnTo>
                  <a:pt x="789875" y="92600"/>
                </a:lnTo>
                <a:lnTo>
                  <a:pt x="790312" y="92263"/>
                </a:lnTo>
                <a:lnTo>
                  <a:pt x="790733" y="91913"/>
                </a:lnTo>
                <a:lnTo>
                  <a:pt x="791137" y="91554"/>
                </a:lnTo>
                <a:lnTo>
                  <a:pt x="791522" y="91185"/>
                </a:lnTo>
                <a:lnTo>
                  <a:pt x="791890" y="90806"/>
                </a:lnTo>
                <a:lnTo>
                  <a:pt x="792240" y="90417"/>
                </a:lnTo>
                <a:lnTo>
                  <a:pt x="792572" y="90018"/>
                </a:lnTo>
                <a:lnTo>
                  <a:pt x="792885" y="89609"/>
                </a:lnTo>
                <a:lnTo>
                  <a:pt x="793181" y="89190"/>
                </a:lnTo>
                <a:lnTo>
                  <a:pt x="793459" y="88761"/>
                </a:lnTo>
                <a:lnTo>
                  <a:pt x="793719" y="88322"/>
                </a:lnTo>
                <a:lnTo>
                  <a:pt x="793962" y="87873"/>
                </a:lnTo>
                <a:lnTo>
                  <a:pt x="794186" y="87414"/>
                </a:lnTo>
                <a:lnTo>
                  <a:pt x="794392" y="86946"/>
                </a:lnTo>
                <a:lnTo>
                  <a:pt x="794580" y="86467"/>
                </a:lnTo>
                <a:lnTo>
                  <a:pt x="794751" y="85978"/>
                </a:lnTo>
                <a:lnTo>
                  <a:pt x="794903" y="85480"/>
                </a:lnTo>
                <a:lnTo>
                  <a:pt x="795038" y="84971"/>
                </a:lnTo>
                <a:lnTo>
                  <a:pt x="795154" y="84452"/>
                </a:lnTo>
                <a:lnTo>
                  <a:pt x="795196" y="84231"/>
                </a:lnTo>
                <a:lnTo>
                  <a:pt x="795477" y="84231"/>
                </a:lnTo>
                <a:lnTo>
                  <a:pt x="795477" y="95246"/>
                </a:lnTo>
                <a:lnTo>
                  <a:pt x="809361" y="95246"/>
                </a:lnTo>
                <a:lnTo>
                  <a:pt x="809361" y="52443"/>
                </a:lnTo>
                <a:lnTo>
                  <a:pt x="809349" y="51628"/>
                </a:lnTo>
                <a:close/>
                <a:moveTo>
                  <a:pt x="779144" y="85495"/>
                </a:moveTo>
                <a:lnTo>
                  <a:pt x="778747" y="85446"/>
                </a:lnTo>
                <a:lnTo>
                  <a:pt x="778357" y="85387"/>
                </a:lnTo>
                <a:lnTo>
                  <a:pt x="777976" y="85320"/>
                </a:lnTo>
                <a:lnTo>
                  <a:pt x="777602" y="85244"/>
                </a:lnTo>
                <a:lnTo>
                  <a:pt x="777236" y="85159"/>
                </a:lnTo>
                <a:lnTo>
                  <a:pt x="776877" y="85065"/>
                </a:lnTo>
                <a:lnTo>
                  <a:pt x="776527" y="84962"/>
                </a:lnTo>
                <a:lnTo>
                  <a:pt x="776184" y="84850"/>
                </a:lnTo>
                <a:lnTo>
                  <a:pt x="775849" y="84729"/>
                </a:lnTo>
                <a:lnTo>
                  <a:pt x="775522" y="84599"/>
                </a:lnTo>
                <a:lnTo>
                  <a:pt x="775202" y="84460"/>
                </a:lnTo>
                <a:lnTo>
                  <a:pt x="774890" y="84312"/>
                </a:lnTo>
                <a:lnTo>
                  <a:pt x="774587" y="84155"/>
                </a:lnTo>
                <a:lnTo>
                  <a:pt x="774290" y="83989"/>
                </a:lnTo>
                <a:lnTo>
                  <a:pt x="774002" y="83815"/>
                </a:lnTo>
                <a:lnTo>
                  <a:pt x="773721" y="83631"/>
                </a:lnTo>
                <a:lnTo>
                  <a:pt x="773448" y="83438"/>
                </a:lnTo>
                <a:lnTo>
                  <a:pt x="773183" y="83237"/>
                </a:lnTo>
                <a:lnTo>
                  <a:pt x="772926" y="83026"/>
                </a:lnTo>
                <a:lnTo>
                  <a:pt x="772678" y="82807"/>
                </a:lnTo>
                <a:lnTo>
                  <a:pt x="772440" y="82582"/>
                </a:lnTo>
                <a:lnTo>
                  <a:pt x="772213" y="82351"/>
                </a:lnTo>
                <a:lnTo>
                  <a:pt x="771997" y="82113"/>
                </a:lnTo>
                <a:lnTo>
                  <a:pt x="771791" y="81868"/>
                </a:lnTo>
                <a:lnTo>
                  <a:pt x="771596" y="81616"/>
                </a:lnTo>
                <a:lnTo>
                  <a:pt x="771411" y="81358"/>
                </a:lnTo>
                <a:lnTo>
                  <a:pt x="771237" y="81094"/>
                </a:lnTo>
                <a:lnTo>
                  <a:pt x="771074" y="80823"/>
                </a:lnTo>
                <a:lnTo>
                  <a:pt x="770921" y="80545"/>
                </a:lnTo>
                <a:lnTo>
                  <a:pt x="770778" y="80261"/>
                </a:lnTo>
                <a:lnTo>
                  <a:pt x="770646" y="79970"/>
                </a:lnTo>
                <a:lnTo>
                  <a:pt x="770525" y="79673"/>
                </a:lnTo>
                <a:lnTo>
                  <a:pt x="770414" y="79369"/>
                </a:lnTo>
                <a:lnTo>
                  <a:pt x="770314" y="79058"/>
                </a:lnTo>
                <a:lnTo>
                  <a:pt x="770224" y="78741"/>
                </a:lnTo>
                <a:lnTo>
                  <a:pt x="770145" y="78417"/>
                </a:lnTo>
                <a:lnTo>
                  <a:pt x="770076" y="78087"/>
                </a:lnTo>
                <a:lnTo>
                  <a:pt x="770018" y="77750"/>
                </a:lnTo>
                <a:lnTo>
                  <a:pt x="769971" y="77407"/>
                </a:lnTo>
                <a:lnTo>
                  <a:pt x="769934" y="77057"/>
                </a:lnTo>
                <a:lnTo>
                  <a:pt x="769907" y="76700"/>
                </a:lnTo>
                <a:lnTo>
                  <a:pt x="769891" y="76337"/>
                </a:lnTo>
                <a:lnTo>
                  <a:pt x="769886" y="75968"/>
                </a:lnTo>
                <a:lnTo>
                  <a:pt x="769891" y="75626"/>
                </a:lnTo>
                <a:lnTo>
                  <a:pt x="769904" y="75290"/>
                </a:lnTo>
                <a:lnTo>
                  <a:pt x="769927" y="74960"/>
                </a:lnTo>
                <a:lnTo>
                  <a:pt x="769959" y="74635"/>
                </a:lnTo>
                <a:lnTo>
                  <a:pt x="770001" y="74316"/>
                </a:lnTo>
                <a:lnTo>
                  <a:pt x="770051" y="74003"/>
                </a:lnTo>
                <a:lnTo>
                  <a:pt x="770111" y="73695"/>
                </a:lnTo>
                <a:lnTo>
                  <a:pt x="770179" y="73392"/>
                </a:lnTo>
                <a:lnTo>
                  <a:pt x="770257" y="73095"/>
                </a:lnTo>
                <a:lnTo>
                  <a:pt x="770344" y="72804"/>
                </a:lnTo>
                <a:lnTo>
                  <a:pt x="770440" y="72519"/>
                </a:lnTo>
                <a:lnTo>
                  <a:pt x="770546" y="72238"/>
                </a:lnTo>
                <a:lnTo>
                  <a:pt x="770660" y="71964"/>
                </a:lnTo>
                <a:lnTo>
                  <a:pt x="770784" y="71695"/>
                </a:lnTo>
                <a:lnTo>
                  <a:pt x="770917" y="71432"/>
                </a:lnTo>
                <a:lnTo>
                  <a:pt x="771059" y="71174"/>
                </a:lnTo>
                <a:lnTo>
                  <a:pt x="771210" y="70922"/>
                </a:lnTo>
                <a:lnTo>
                  <a:pt x="771370" y="70675"/>
                </a:lnTo>
                <a:lnTo>
                  <a:pt x="771540" y="70434"/>
                </a:lnTo>
                <a:lnTo>
                  <a:pt x="771719" y="70198"/>
                </a:lnTo>
                <a:lnTo>
                  <a:pt x="771906" y="69968"/>
                </a:lnTo>
                <a:lnTo>
                  <a:pt x="772103" y="69744"/>
                </a:lnTo>
                <a:lnTo>
                  <a:pt x="772310" y="69525"/>
                </a:lnTo>
                <a:lnTo>
                  <a:pt x="772525" y="69312"/>
                </a:lnTo>
                <a:lnTo>
                  <a:pt x="772748" y="69106"/>
                </a:lnTo>
                <a:lnTo>
                  <a:pt x="772977" y="68909"/>
                </a:lnTo>
                <a:lnTo>
                  <a:pt x="773212" y="68720"/>
                </a:lnTo>
                <a:lnTo>
                  <a:pt x="773453" y="68541"/>
                </a:lnTo>
                <a:lnTo>
                  <a:pt x="773700" y="68370"/>
                </a:lnTo>
                <a:lnTo>
                  <a:pt x="773953" y="68207"/>
                </a:lnTo>
                <a:lnTo>
                  <a:pt x="774211" y="68054"/>
                </a:lnTo>
                <a:lnTo>
                  <a:pt x="774476" y="67909"/>
                </a:lnTo>
                <a:lnTo>
                  <a:pt x="774747" y="67773"/>
                </a:lnTo>
                <a:lnTo>
                  <a:pt x="775024" y="67646"/>
                </a:lnTo>
                <a:lnTo>
                  <a:pt x="775307" y="67528"/>
                </a:lnTo>
                <a:lnTo>
                  <a:pt x="775595" y="67418"/>
                </a:lnTo>
                <a:lnTo>
                  <a:pt x="775890" y="67318"/>
                </a:lnTo>
                <a:lnTo>
                  <a:pt x="776191" y="67225"/>
                </a:lnTo>
                <a:lnTo>
                  <a:pt x="776497" y="67142"/>
                </a:lnTo>
                <a:lnTo>
                  <a:pt x="776810" y="67068"/>
                </a:lnTo>
                <a:lnTo>
                  <a:pt x="777128" y="67002"/>
                </a:lnTo>
                <a:lnTo>
                  <a:pt x="777453" y="66945"/>
                </a:lnTo>
                <a:lnTo>
                  <a:pt x="777783" y="66897"/>
                </a:lnTo>
                <a:lnTo>
                  <a:pt x="778120" y="66857"/>
                </a:lnTo>
                <a:lnTo>
                  <a:pt x="778462" y="66827"/>
                </a:lnTo>
                <a:lnTo>
                  <a:pt x="778811" y="66805"/>
                </a:lnTo>
                <a:lnTo>
                  <a:pt x="779165" y="66791"/>
                </a:lnTo>
                <a:lnTo>
                  <a:pt x="779525" y="66787"/>
                </a:lnTo>
                <a:lnTo>
                  <a:pt x="795017" y="66787"/>
                </a:lnTo>
                <a:lnTo>
                  <a:pt x="795017" y="74476"/>
                </a:lnTo>
                <a:lnTo>
                  <a:pt x="795010" y="74884"/>
                </a:lnTo>
                <a:lnTo>
                  <a:pt x="794990" y="75285"/>
                </a:lnTo>
                <a:lnTo>
                  <a:pt x="794957" y="75681"/>
                </a:lnTo>
                <a:lnTo>
                  <a:pt x="794910" y="76070"/>
                </a:lnTo>
                <a:lnTo>
                  <a:pt x="794850" y="76452"/>
                </a:lnTo>
                <a:lnTo>
                  <a:pt x="794776" y="76828"/>
                </a:lnTo>
                <a:lnTo>
                  <a:pt x="794690" y="77198"/>
                </a:lnTo>
                <a:lnTo>
                  <a:pt x="794589" y="77561"/>
                </a:lnTo>
                <a:lnTo>
                  <a:pt x="794476" y="77919"/>
                </a:lnTo>
                <a:lnTo>
                  <a:pt x="794349" y="78269"/>
                </a:lnTo>
                <a:lnTo>
                  <a:pt x="794209" y="78613"/>
                </a:lnTo>
                <a:lnTo>
                  <a:pt x="794055" y="78951"/>
                </a:lnTo>
                <a:lnTo>
                  <a:pt x="793888" y="79283"/>
                </a:lnTo>
                <a:lnTo>
                  <a:pt x="793708" y="79608"/>
                </a:lnTo>
                <a:lnTo>
                  <a:pt x="793515" y="79927"/>
                </a:lnTo>
                <a:lnTo>
                  <a:pt x="793308" y="80239"/>
                </a:lnTo>
                <a:lnTo>
                  <a:pt x="793087" y="80545"/>
                </a:lnTo>
                <a:lnTo>
                  <a:pt x="792854" y="80845"/>
                </a:lnTo>
                <a:lnTo>
                  <a:pt x="792607" y="81138"/>
                </a:lnTo>
                <a:lnTo>
                  <a:pt x="792346" y="81425"/>
                </a:lnTo>
                <a:lnTo>
                  <a:pt x="792073" y="81706"/>
                </a:lnTo>
                <a:lnTo>
                  <a:pt x="791786" y="81980"/>
                </a:lnTo>
                <a:lnTo>
                  <a:pt x="791485" y="82248"/>
                </a:lnTo>
                <a:lnTo>
                  <a:pt x="791171" y="82509"/>
                </a:lnTo>
                <a:lnTo>
                  <a:pt x="790847" y="82762"/>
                </a:lnTo>
                <a:lnTo>
                  <a:pt x="790515" y="83004"/>
                </a:lnTo>
                <a:lnTo>
                  <a:pt x="790176" y="83235"/>
                </a:lnTo>
                <a:lnTo>
                  <a:pt x="789828" y="83456"/>
                </a:lnTo>
                <a:lnTo>
                  <a:pt x="789473" y="83666"/>
                </a:lnTo>
                <a:lnTo>
                  <a:pt x="789110" y="83865"/>
                </a:lnTo>
                <a:lnTo>
                  <a:pt x="788739" y="84053"/>
                </a:lnTo>
                <a:lnTo>
                  <a:pt x="788360" y="84230"/>
                </a:lnTo>
                <a:lnTo>
                  <a:pt x="787974" y="84397"/>
                </a:lnTo>
                <a:lnTo>
                  <a:pt x="787580" y="84553"/>
                </a:lnTo>
                <a:lnTo>
                  <a:pt x="787178" y="84698"/>
                </a:lnTo>
                <a:lnTo>
                  <a:pt x="786769" y="84833"/>
                </a:lnTo>
                <a:lnTo>
                  <a:pt x="786351" y="84956"/>
                </a:lnTo>
                <a:lnTo>
                  <a:pt x="785926" y="85069"/>
                </a:lnTo>
                <a:lnTo>
                  <a:pt x="785493" y="85171"/>
                </a:lnTo>
                <a:lnTo>
                  <a:pt x="785052" y="85263"/>
                </a:lnTo>
                <a:lnTo>
                  <a:pt x="784604" y="85343"/>
                </a:lnTo>
                <a:lnTo>
                  <a:pt x="784147" y="85413"/>
                </a:lnTo>
                <a:lnTo>
                  <a:pt x="783683" y="85473"/>
                </a:lnTo>
                <a:lnTo>
                  <a:pt x="783212" y="85521"/>
                </a:lnTo>
                <a:lnTo>
                  <a:pt x="782732" y="85559"/>
                </a:lnTo>
                <a:lnTo>
                  <a:pt x="782245" y="85585"/>
                </a:lnTo>
                <a:lnTo>
                  <a:pt x="781750" y="85602"/>
                </a:lnTo>
                <a:lnTo>
                  <a:pt x="781247" y="85607"/>
                </a:lnTo>
                <a:lnTo>
                  <a:pt x="780811" y="85603"/>
                </a:lnTo>
                <a:lnTo>
                  <a:pt x="780382" y="85589"/>
                </a:lnTo>
                <a:lnTo>
                  <a:pt x="779962" y="85567"/>
                </a:lnTo>
                <a:lnTo>
                  <a:pt x="779549" y="85535"/>
                </a:lnTo>
                <a:lnTo>
                  <a:pt x="779144" y="85495"/>
                </a:lnTo>
                <a:close/>
                <a:moveTo>
                  <a:pt x="1047706" y="115901"/>
                </a:moveTo>
                <a:lnTo>
                  <a:pt x="1047706" y="98230"/>
                </a:lnTo>
                <a:lnTo>
                  <a:pt x="1047247" y="83198"/>
                </a:lnTo>
                <a:lnTo>
                  <a:pt x="1047602" y="83198"/>
                </a:lnTo>
                <a:lnTo>
                  <a:pt x="1047649" y="83509"/>
                </a:lnTo>
                <a:lnTo>
                  <a:pt x="1047753" y="84076"/>
                </a:lnTo>
                <a:lnTo>
                  <a:pt x="1047872" y="84631"/>
                </a:lnTo>
                <a:lnTo>
                  <a:pt x="1048008" y="85175"/>
                </a:lnTo>
                <a:lnTo>
                  <a:pt x="1048159" y="85708"/>
                </a:lnTo>
                <a:lnTo>
                  <a:pt x="1048327" y="86230"/>
                </a:lnTo>
                <a:lnTo>
                  <a:pt x="1048510" y="86740"/>
                </a:lnTo>
                <a:lnTo>
                  <a:pt x="1048709" y="87239"/>
                </a:lnTo>
                <a:lnTo>
                  <a:pt x="1048924" y="87726"/>
                </a:lnTo>
                <a:lnTo>
                  <a:pt x="1049155" y="88202"/>
                </a:lnTo>
                <a:lnTo>
                  <a:pt x="1049402" y="88667"/>
                </a:lnTo>
                <a:lnTo>
                  <a:pt x="1049665" y="89120"/>
                </a:lnTo>
                <a:lnTo>
                  <a:pt x="1049944" y="89562"/>
                </a:lnTo>
                <a:lnTo>
                  <a:pt x="1050239" y="89993"/>
                </a:lnTo>
                <a:lnTo>
                  <a:pt x="1050550" y="90412"/>
                </a:lnTo>
                <a:lnTo>
                  <a:pt x="1050876" y="90820"/>
                </a:lnTo>
                <a:lnTo>
                  <a:pt x="1051219" y="91216"/>
                </a:lnTo>
                <a:lnTo>
                  <a:pt x="1051577" y="91602"/>
                </a:lnTo>
                <a:lnTo>
                  <a:pt x="1051952" y="91975"/>
                </a:lnTo>
                <a:lnTo>
                  <a:pt x="1052340" y="92336"/>
                </a:lnTo>
                <a:lnTo>
                  <a:pt x="1052739" y="92681"/>
                </a:lnTo>
                <a:lnTo>
                  <a:pt x="1053150" y="93011"/>
                </a:lnTo>
                <a:lnTo>
                  <a:pt x="1053571" y="93325"/>
                </a:lnTo>
                <a:lnTo>
                  <a:pt x="1054004" y="93624"/>
                </a:lnTo>
                <a:lnTo>
                  <a:pt x="1054448" y="93908"/>
                </a:lnTo>
                <a:lnTo>
                  <a:pt x="1054903" y="94177"/>
                </a:lnTo>
                <a:lnTo>
                  <a:pt x="1055369" y="94430"/>
                </a:lnTo>
                <a:lnTo>
                  <a:pt x="1055847" y="94668"/>
                </a:lnTo>
                <a:lnTo>
                  <a:pt x="1056335" y="94890"/>
                </a:lnTo>
                <a:lnTo>
                  <a:pt x="1056835" y="95097"/>
                </a:lnTo>
                <a:lnTo>
                  <a:pt x="1057346" y="95289"/>
                </a:lnTo>
                <a:lnTo>
                  <a:pt x="1057868" y="95465"/>
                </a:lnTo>
                <a:lnTo>
                  <a:pt x="1058401" y="95626"/>
                </a:lnTo>
                <a:lnTo>
                  <a:pt x="1058945" y="95772"/>
                </a:lnTo>
                <a:lnTo>
                  <a:pt x="1059501" y="95902"/>
                </a:lnTo>
                <a:lnTo>
                  <a:pt x="1060067" y="96017"/>
                </a:lnTo>
                <a:lnTo>
                  <a:pt x="1060645" y="96117"/>
                </a:lnTo>
                <a:lnTo>
                  <a:pt x="1061234" y="96201"/>
                </a:lnTo>
                <a:lnTo>
                  <a:pt x="1061834" y="96271"/>
                </a:lnTo>
                <a:lnTo>
                  <a:pt x="1062445" y="96324"/>
                </a:lnTo>
                <a:lnTo>
                  <a:pt x="1063067" y="96363"/>
                </a:lnTo>
                <a:lnTo>
                  <a:pt x="1063701" y="96386"/>
                </a:lnTo>
                <a:lnTo>
                  <a:pt x="1064346" y="96393"/>
                </a:lnTo>
                <a:lnTo>
                  <a:pt x="1064878" y="96388"/>
                </a:lnTo>
                <a:lnTo>
                  <a:pt x="1065405" y="96373"/>
                </a:lnTo>
                <a:lnTo>
                  <a:pt x="1065925" y="96347"/>
                </a:lnTo>
                <a:lnTo>
                  <a:pt x="1066440" y="96310"/>
                </a:lnTo>
                <a:lnTo>
                  <a:pt x="1066948" y="96264"/>
                </a:lnTo>
                <a:lnTo>
                  <a:pt x="1067451" y="96207"/>
                </a:lnTo>
                <a:lnTo>
                  <a:pt x="1067948" y="96139"/>
                </a:lnTo>
                <a:lnTo>
                  <a:pt x="1068438" y="96062"/>
                </a:lnTo>
                <a:lnTo>
                  <a:pt x="1068923" y="95974"/>
                </a:lnTo>
                <a:lnTo>
                  <a:pt x="1069402" y="95875"/>
                </a:lnTo>
                <a:lnTo>
                  <a:pt x="1069875" y="95766"/>
                </a:lnTo>
                <a:lnTo>
                  <a:pt x="1070341" y="95647"/>
                </a:lnTo>
                <a:lnTo>
                  <a:pt x="1070802" y="95518"/>
                </a:lnTo>
                <a:lnTo>
                  <a:pt x="1071257" y="95378"/>
                </a:lnTo>
                <a:lnTo>
                  <a:pt x="1071706" y="95228"/>
                </a:lnTo>
                <a:lnTo>
                  <a:pt x="1072149" y="95067"/>
                </a:lnTo>
                <a:lnTo>
                  <a:pt x="1072586" y="94896"/>
                </a:lnTo>
                <a:lnTo>
                  <a:pt x="1073017" y="94715"/>
                </a:lnTo>
                <a:lnTo>
                  <a:pt x="1073442" y="94523"/>
                </a:lnTo>
                <a:lnTo>
                  <a:pt x="1073861" y="94321"/>
                </a:lnTo>
                <a:lnTo>
                  <a:pt x="1074274" y="94109"/>
                </a:lnTo>
                <a:lnTo>
                  <a:pt x="1074681" y="93886"/>
                </a:lnTo>
                <a:lnTo>
                  <a:pt x="1075082" y="93653"/>
                </a:lnTo>
                <a:lnTo>
                  <a:pt x="1075477" y="93410"/>
                </a:lnTo>
                <a:lnTo>
                  <a:pt x="1075865" y="93157"/>
                </a:lnTo>
                <a:lnTo>
                  <a:pt x="1076246" y="92895"/>
                </a:lnTo>
                <a:lnTo>
                  <a:pt x="1076620" y="92625"/>
                </a:lnTo>
                <a:lnTo>
                  <a:pt x="1076986" y="92346"/>
                </a:lnTo>
                <a:lnTo>
                  <a:pt x="1077345" y="92059"/>
                </a:lnTo>
                <a:lnTo>
                  <a:pt x="1077696" y="91764"/>
                </a:lnTo>
                <a:lnTo>
                  <a:pt x="1078041" y="91459"/>
                </a:lnTo>
                <a:lnTo>
                  <a:pt x="1078377" y="91146"/>
                </a:lnTo>
                <a:lnTo>
                  <a:pt x="1078707" y="90825"/>
                </a:lnTo>
                <a:lnTo>
                  <a:pt x="1079029" y="90495"/>
                </a:lnTo>
                <a:lnTo>
                  <a:pt x="1079343" y="90157"/>
                </a:lnTo>
                <a:lnTo>
                  <a:pt x="1079651" y="89809"/>
                </a:lnTo>
                <a:lnTo>
                  <a:pt x="1079951" y="89454"/>
                </a:lnTo>
                <a:lnTo>
                  <a:pt x="1080243" y="89090"/>
                </a:lnTo>
                <a:lnTo>
                  <a:pt x="1080528" y="88717"/>
                </a:lnTo>
                <a:lnTo>
                  <a:pt x="1080806" y="88335"/>
                </a:lnTo>
                <a:lnTo>
                  <a:pt x="1081076" y="87946"/>
                </a:lnTo>
                <a:lnTo>
                  <a:pt x="1081339" y="87547"/>
                </a:lnTo>
                <a:lnTo>
                  <a:pt x="1081595" y="87140"/>
                </a:lnTo>
                <a:lnTo>
                  <a:pt x="1081843" y="86725"/>
                </a:lnTo>
                <a:lnTo>
                  <a:pt x="1082084" y="86300"/>
                </a:lnTo>
                <a:lnTo>
                  <a:pt x="1082318" y="85868"/>
                </a:lnTo>
                <a:lnTo>
                  <a:pt x="1082544" y="85426"/>
                </a:lnTo>
                <a:lnTo>
                  <a:pt x="1082763" y="84977"/>
                </a:lnTo>
                <a:lnTo>
                  <a:pt x="1082973" y="84519"/>
                </a:lnTo>
                <a:lnTo>
                  <a:pt x="1083175" y="84055"/>
                </a:lnTo>
                <a:lnTo>
                  <a:pt x="1083368" y="83584"/>
                </a:lnTo>
                <a:lnTo>
                  <a:pt x="1083552" y="83107"/>
                </a:lnTo>
                <a:lnTo>
                  <a:pt x="1083727" y="82623"/>
                </a:lnTo>
                <a:lnTo>
                  <a:pt x="1083893" y="82133"/>
                </a:lnTo>
                <a:lnTo>
                  <a:pt x="1084050" y="81636"/>
                </a:lnTo>
                <a:lnTo>
                  <a:pt x="1084198" y="81132"/>
                </a:lnTo>
                <a:lnTo>
                  <a:pt x="1084337" y="80622"/>
                </a:lnTo>
                <a:lnTo>
                  <a:pt x="1084467" y="80105"/>
                </a:lnTo>
                <a:lnTo>
                  <a:pt x="1084588" y="79582"/>
                </a:lnTo>
                <a:lnTo>
                  <a:pt x="1084700" y="79052"/>
                </a:lnTo>
                <a:lnTo>
                  <a:pt x="1084803" y="78516"/>
                </a:lnTo>
                <a:lnTo>
                  <a:pt x="1084897" y="77973"/>
                </a:lnTo>
                <a:lnTo>
                  <a:pt x="1084982" y="77423"/>
                </a:lnTo>
                <a:lnTo>
                  <a:pt x="1085058" y="76867"/>
                </a:lnTo>
                <a:lnTo>
                  <a:pt x="1085126" y="76304"/>
                </a:lnTo>
                <a:lnTo>
                  <a:pt x="1085184" y="75735"/>
                </a:lnTo>
                <a:lnTo>
                  <a:pt x="1085233" y="75159"/>
                </a:lnTo>
                <a:lnTo>
                  <a:pt x="1085274" y="74576"/>
                </a:lnTo>
                <a:lnTo>
                  <a:pt x="1085305" y="73987"/>
                </a:lnTo>
                <a:lnTo>
                  <a:pt x="1085327" y="73391"/>
                </a:lnTo>
                <a:lnTo>
                  <a:pt x="1085341" y="72789"/>
                </a:lnTo>
                <a:lnTo>
                  <a:pt x="1085345" y="72180"/>
                </a:lnTo>
                <a:lnTo>
                  <a:pt x="1085345" y="55082"/>
                </a:lnTo>
                <a:lnTo>
                  <a:pt x="1085335" y="54171"/>
                </a:lnTo>
                <a:lnTo>
                  <a:pt x="1085306" y="53277"/>
                </a:lnTo>
                <a:lnTo>
                  <a:pt x="1085256" y="52398"/>
                </a:lnTo>
                <a:lnTo>
                  <a:pt x="1085186" y="51534"/>
                </a:lnTo>
                <a:lnTo>
                  <a:pt x="1085096" y="50686"/>
                </a:lnTo>
                <a:lnTo>
                  <a:pt x="1084987" y="49854"/>
                </a:lnTo>
                <a:lnTo>
                  <a:pt x="1084857" y="49037"/>
                </a:lnTo>
                <a:lnTo>
                  <a:pt x="1084708" y="48235"/>
                </a:lnTo>
                <a:lnTo>
                  <a:pt x="1084539" y="47449"/>
                </a:lnTo>
                <a:lnTo>
                  <a:pt x="1084349" y="46679"/>
                </a:lnTo>
                <a:lnTo>
                  <a:pt x="1084140" y="45924"/>
                </a:lnTo>
                <a:lnTo>
                  <a:pt x="1083911" y="45185"/>
                </a:lnTo>
                <a:lnTo>
                  <a:pt x="1083662" y="44461"/>
                </a:lnTo>
                <a:lnTo>
                  <a:pt x="1083393" y="43753"/>
                </a:lnTo>
                <a:lnTo>
                  <a:pt x="1083104" y="43060"/>
                </a:lnTo>
                <a:lnTo>
                  <a:pt x="1082795" y="42383"/>
                </a:lnTo>
                <a:lnTo>
                  <a:pt x="1082466" y="41722"/>
                </a:lnTo>
                <a:lnTo>
                  <a:pt x="1082118" y="41076"/>
                </a:lnTo>
                <a:lnTo>
                  <a:pt x="1081749" y="40445"/>
                </a:lnTo>
                <a:lnTo>
                  <a:pt x="1081361" y="39830"/>
                </a:lnTo>
                <a:lnTo>
                  <a:pt x="1080952" y="39231"/>
                </a:lnTo>
                <a:lnTo>
                  <a:pt x="1080524" y="38647"/>
                </a:lnTo>
                <a:lnTo>
                  <a:pt x="1080076" y="38079"/>
                </a:lnTo>
                <a:lnTo>
                  <a:pt x="1079607" y="37526"/>
                </a:lnTo>
                <a:lnTo>
                  <a:pt x="1079123" y="36992"/>
                </a:lnTo>
                <a:lnTo>
                  <a:pt x="1078625" y="36481"/>
                </a:lnTo>
                <a:lnTo>
                  <a:pt x="1078114" y="35993"/>
                </a:lnTo>
                <a:lnTo>
                  <a:pt x="1077590" y="35527"/>
                </a:lnTo>
                <a:lnTo>
                  <a:pt x="1077052" y="35084"/>
                </a:lnTo>
                <a:lnTo>
                  <a:pt x="1076502" y="34664"/>
                </a:lnTo>
                <a:lnTo>
                  <a:pt x="1075938" y="34266"/>
                </a:lnTo>
                <a:lnTo>
                  <a:pt x="1075361" y="33892"/>
                </a:lnTo>
                <a:lnTo>
                  <a:pt x="1074771" y="33540"/>
                </a:lnTo>
                <a:lnTo>
                  <a:pt x="1074168" y="33210"/>
                </a:lnTo>
                <a:lnTo>
                  <a:pt x="1073552" y="32904"/>
                </a:lnTo>
                <a:lnTo>
                  <a:pt x="1072923" y="32620"/>
                </a:lnTo>
                <a:lnTo>
                  <a:pt x="1072280" y="32358"/>
                </a:lnTo>
                <a:lnTo>
                  <a:pt x="1071625" y="32120"/>
                </a:lnTo>
                <a:lnTo>
                  <a:pt x="1070956" y="31904"/>
                </a:lnTo>
                <a:lnTo>
                  <a:pt x="1070274" y="31711"/>
                </a:lnTo>
                <a:lnTo>
                  <a:pt x="1069579" y="31541"/>
                </a:lnTo>
                <a:lnTo>
                  <a:pt x="1068871" y="31393"/>
                </a:lnTo>
                <a:lnTo>
                  <a:pt x="1068149" y="31268"/>
                </a:lnTo>
                <a:lnTo>
                  <a:pt x="1067415" y="31166"/>
                </a:lnTo>
                <a:lnTo>
                  <a:pt x="1066667" y="31086"/>
                </a:lnTo>
                <a:lnTo>
                  <a:pt x="1065907" y="31030"/>
                </a:lnTo>
                <a:lnTo>
                  <a:pt x="1065133" y="30996"/>
                </a:lnTo>
                <a:lnTo>
                  <a:pt x="1064346" y="30984"/>
                </a:lnTo>
                <a:lnTo>
                  <a:pt x="1063701" y="30992"/>
                </a:lnTo>
                <a:lnTo>
                  <a:pt x="1063067" y="31015"/>
                </a:lnTo>
                <a:lnTo>
                  <a:pt x="1062445" y="31053"/>
                </a:lnTo>
                <a:lnTo>
                  <a:pt x="1061834" y="31107"/>
                </a:lnTo>
                <a:lnTo>
                  <a:pt x="1061234" y="31176"/>
                </a:lnTo>
                <a:lnTo>
                  <a:pt x="1060645" y="31260"/>
                </a:lnTo>
                <a:lnTo>
                  <a:pt x="1060067" y="31360"/>
                </a:lnTo>
                <a:lnTo>
                  <a:pt x="1059501" y="31475"/>
                </a:lnTo>
                <a:lnTo>
                  <a:pt x="1058945" y="31605"/>
                </a:lnTo>
                <a:lnTo>
                  <a:pt x="1058401" y="31751"/>
                </a:lnTo>
                <a:lnTo>
                  <a:pt x="1057868" y="31912"/>
                </a:lnTo>
                <a:lnTo>
                  <a:pt x="1057346" y="32089"/>
                </a:lnTo>
                <a:lnTo>
                  <a:pt x="1056835" y="32280"/>
                </a:lnTo>
                <a:lnTo>
                  <a:pt x="1056335" y="32487"/>
                </a:lnTo>
                <a:lnTo>
                  <a:pt x="1055847" y="32710"/>
                </a:lnTo>
                <a:lnTo>
                  <a:pt x="1055369" y="32948"/>
                </a:lnTo>
                <a:lnTo>
                  <a:pt x="1054903" y="33201"/>
                </a:lnTo>
                <a:lnTo>
                  <a:pt x="1054448" y="33469"/>
                </a:lnTo>
                <a:lnTo>
                  <a:pt x="1054004" y="33753"/>
                </a:lnTo>
                <a:lnTo>
                  <a:pt x="1053571" y="34052"/>
                </a:lnTo>
                <a:lnTo>
                  <a:pt x="1053150" y="34367"/>
                </a:lnTo>
                <a:lnTo>
                  <a:pt x="1052739" y="34696"/>
                </a:lnTo>
                <a:lnTo>
                  <a:pt x="1052340" y="35041"/>
                </a:lnTo>
                <a:lnTo>
                  <a:pt x="1051952" y="35402"/>
                </a:lnTo>
                <a:lnTo>
                  <a:pt x="1051577" y="35776"/>
                </a:lnTo>
                <a:lnTo>
                  <a:pt x="1051219" y="36161"/>
                </a:lnTo>
                <a:lnTo>
                  <a:pt x="1050876" y="36558"/>
                </a:lnTo>
                <a:lnTo>
                  <a:pt x="1050550" y="36965"/>
                </a:lnTo>
                <a:lnTo>
                  <a:pt x="1050239" y="37385"/>
                </a:lnTo>
                <a:lnTo>
                  <a:pt x="1049944" y="37815"/>
                </a:lnTo>
                <a:lnTo>
                  <a:pt x="1049665" y="38257"/>
                </a:lnTo>
                <a:lnTo>
                  <a:pt x="1049402" y="38711"/>
                </a:lnTo>
                <a:lnTo>
                  <a:pt x="1049155" y="39175"/>
                </a:lnTo>
                <a:lnTo>
                  <a:pt x="1048924" y="39651"/>
                </a:lnTo>
                <a:lnTo>
                  <a:pt x="1048709" y="40139"/>
                </a:lnTo>
                <a:lnTo>
                  <a:pt x="1048510" y="40637"/>
                </a:lnTo>
                <a:lnTo>
                  <a:pt x="1048327" y="41148"/>
                </a:lnTo>
                <a:lnTo>
                  <a:pt x="1048159" y="41669"/>
                </a:lnTo>
                <a:lnTo>
                  <a:pt x="1048008" y="42202"/>
                </a:lnTo>
                <a:lnTo>
                  <a:pt x="1047872" y="42746"/>
                </a:lnTo>
                <a:lnTo>
                  <a:pt x="1047753" y="43302"/>
                </a:lnTo>
                <a:lnTo>
                  <a:pt x="1047649" y="43869"/>
                </a:lnTo>
                <a:lnTo>
                  <a:pt x="1047602" y="44180"/>
                </a:lnTo>
                <a:lnTo>
                  <a:pt x="1047362" y="44180"/>
                </a:lnTo>
                <a:lnTo>
                  <a:pt x="1047362" y="32131"/>
                </a:lnTo>
                <a:lnTo>
                  <a:pt x="1033361" y="32131"/>
                </a:lnTo>
                <a:lnTo>
                  <a:pt x="1033361" y="115901"/>
                </a:lnTo>
                <a:lnTo>
                  <a:pt x="1047706" y="115901"/>
                </a:lnTo>
                <a:close/>
                <a:moveTo>
                  <a:pt x="1057148" y="83858"/>
                </a:moveTo>
                <a:lnTo>
                  <a:pt x="1056742" y="83795"/>
                </a:lnTo>
                <a:lnTo>
                  <a:pt x="1056345" y="83721"/>
                </a:lnTo>
                <a:lnTo>
                  <a:pt x="1055955" y="83636"/>
                </a:lnTo>
                <a:lnTo>
                  <a:pt x="1055573" y="83540"/>
                </a:lnTo>
                <a:lnTo>
                  <a:pt x="1055200" y="83432"/>
                </a:lnTo>
                <a:lnTo>
                  <a:pt x="1054834" y="83313"/>
                </a:lnTo>
                <a:lnTo>
                  <a:pt x="1054476" y="83182"/>
                </a:lnTo>
                <a:lnTo>
                  <a:pt x="1054126" y="83040"/>
                </a:lnTo>
                <a:lnTo>
                  <a:pt x="1053784" y="82887"/>
                </a:lnTo>
                <a:lnTo>
                  <a:pt x="1053450" y="82723"/>
                </a:lnTo>
                <a:lnTo>
                  <a:pt x="1053124" y="82547"/>
                </a:lnTo>
                <a:lnTo>
                  <a:pt x="1052806" y="82359"/>
                </a:lnTo>
                <a:lnTo>
                  <a:pt x="1052496" y="82161"/>
                </a:lnTo>
                <a:lnTo>
                  <a:pt x="1052194" y="81951"/>
                </a:lnTo>
                <a:lnTo>
                  <a:pt x="1051900" y="81729"/>
                </a:lnTo>
                <a:lnTo>
                  <a:pt x="1051614" y="81497"/>
                </a:lnTo>
                <a:lnTo>
                  <a:pt x="1051336" y="81253"/>
                </a:lnTo>
                <a:lnTo>
                  <a:pt x="1051065" y="80997"/>
                </a:lnTo>
                <a:lnTo>
                  <a:pt x="1050803" y="80730"/>
                </a:lnTo>
                <a:lnTo>
                  <a:pt x="1050550" y="80453"/>
                </a:lnTo>
                <a:lnTo>
                  <a:pt x="1050308" y="80167"/>
                </a:lnTo>
                <a:lnTo>
                  <a:pt x="1050077" y="79872"/>
                </a:lnTo>
                <a:lnTo>
                  <a:pt x="1049857" y="79568"/>
                </a:lnTo>
                <a:lnTo>
                  <a:pt x="1049647" y="79256"/>
                </a:lnTo>
                <a:lnTo>
                  <a:pt x="1049448" y="78934"/>
                </a:lnTo>
                <a:lnTo>
                  <a:pt x="1049260" y="78603"/>
                </a:lnTo>
                <a:lnTo>
                  <a:pt x="1049082" y="78263"/>
                </a:lnTo>
                <a:lnTo>
                  <a:pt x="1048916" y="77914"/>
                </a:lnTo>
                <a:lnTo>
                  <a:pt x="1048760" y="77557"/>
                </a:lnTo>
                <a:lnTo>
                  <a:pt x="1048614" y="77190"/>
                </a:lnTo>
                <a:lnTo>
                  <a:pt x="1048480" y="76814"/>
                </a:lnTo>
                <a:lnTo>
                  <a:pt x="1048356" y="76430"/>
                </a:lnTo>
                <a:lnTo>
                  <a:pt x="1048243" y="76036"/>
                </a:lnTo>
                <a:lnTo>
                  <a:pt x="1048141" y="75634"/>
                </a:lnTo>
                <a:lnTo>
                  <a:pt x="1048050" y="75222"/>
                </a:lnTo>
                <a:lnTo>
                  <a:pt x="1047969" y="74802"/>
                </a:lnTo>
                <a:lnTo>
                  <a:pt x="1047899" y="74372"/>
                </a:lnTo>
                <a:lnTo>
                  <a:pt x="1047840" y="73934"/>
                </a:lnTo>
                <a:lnTo>
                  <a:pt x="1047792" y="73487"/>
                </a:lnTo>
                <a:lnTo>
                  <a:pt x="1047754" y="73030"/>
                </a:lnTo>
                <a:lnTo>
                  <a:pt x="1047727" y="72565"/>
                </a:lnTo>
                <a:lnTo>
                  <a:pt x="1047711" y="72091"/>
                </a:lnTo>
                <a:lnTo>
                  <a:pt x="1047706" y="71608"/>
                </a:lnTo>
                <a:lnTo>
                  <a:pt x="1047706" y="55771"/>
                </a:lnTo>
                <a:lnTo>
                  <a:pt x="1047711" y="55288"/>
                </a:lnTo>
                <a:lnTo>
                  <a:pt x="1047727" y="54814"/>
                </a:lnTo>
                <a:lnTo>
                  <a:pt x="1047754" y="54348"/>
                </a:lnTo>
                <a:lnTo>
                  <a:pt x="1047792" y="53892"/>
                </a:lnTo>
                <a:lnTo>
                  <a:pt x="1047840" y="53445"/>
                </a:lnTo>
                <a:lnTo>
                  <a:pt x="1047899" y="53006"/>
                </a:lnTo>
                <a:lnTo>
                  <a:pt x="1047969" y="52577"/>
                </a:lnTo>
                <a:lnTo>
                  <a:pt x="1048050" y="52156"/>
                </a:lnTo>
                <a:lnTo>
                  <a:pt x="1048141" y="51745"/>
                </a:lnTo>
                <a:lnTo>
                  <a:pt x="1048243" y="51342"/>
                </a:lnTo>
                <a:lnTo>
                  <a:pt x="1048356" y="50949"/>
                </a:lnTo>
                <a:lnTo>
                  <a:pt x="1048480" y="50564"/>
                </a:lnTo>
                <a:lnTo>
                  <a:pt x="1048614" y="50188"/>
                </a:lnTo>
                <a:lnTo>
                  <a:pt x="1048760" y="49822"/>
                </a:lnTo>
                <a:lnTo>
                  <a:pt x="1048916" y="49464"/>
                </a:lnTo>
                <a:lnTo>
                  <a:pt x="1049082" y="49115"/>
                </a:lnTo>
                <a:lnTo>
                  <a:pt x="1049260" y="48776"/>
                </a:lnTo>
                <a:lnTo>
                  <a:pt x="1049448" y="48445"/>
                </a:lnTo>
                <a:lnTo>
                  <a:pt x="1049647" y="48123"/>
                </a:lnTo>
                <a:lnTo>
                  <a:pt x="1049857" y="47810"/>
                </a:lnTo>
                <a:lnTo>
                  <a:pt x="1050077" y="47506"/>
                </a:lnTo>
                <a:lnTo>
                  <a:pt x="1050308" y="47212"/>
                </a:lnTo>
                <a:lnTo>
                  <a:pt x="1050550" y="46926"/>
                </a:lnTo>
                <a:lnTo>
                  <a:pt x="1050803" y="46649"/>
                </a:lnTo>
                <a:lnTo>
                  <a:pt x="1051065" y="46382"/>
                </a:lnTo>
                <a:lnTo>
                  <a:pt x="1051336" y="46126"/>
                </a:lnTo>
                <a:lnTo>
                  <a:pt x="1051614" y="45882"/>
                </a:lnTo>
                <a:lnTo>
                  <a:pt x="1051900" y="45649"/>
                </a:lnTo>
                <a:lnTo>
                  <a:pt x="1052194" y="45428"/>
                </a:lnTo>
                <a:lnTo>
                  <a:pt x="1052496" y="45218"/>
                </a:lnTo>
                <a:lnTo>
                  <a:pt x="1052806" y="45019"/>
                </a:lnTo>
                <a:lnTo>
                  <a:pt x="1053124" y="44832"/>
                </a:lnTo>
                <a:lnTo>
                  <a:pt x="1053450" y="44656"/>
                </a:lnTo>
                <a:lnTo>
                  <a:pt x="1053784" y="44491"/>
                </a:lnTo>
                <a:lnTo>
                  <a:pt x="1054126" y="44338"/>
                </a:lnTo>
                <a:lnTo>
                  <a:pt x="1054476" y="44196"/>
                </a:lnTo>
                <a:lnTo>
                  <a:pt x="1054834" y="44065"/>
                </a:lnTo>
                <a:lnTo>
                  <a:pt x="1055200" y="43946"/>
                </a:lnTo>
                <a:lnTo>
                  <a:pt x="1055573" y="43838"/>
                </a:lnTo>
                <a:lnTo>
                  <a:pt x="1055955" y="43741"/>
                </a:lnTo>
                <a:lnTo>
                  <a:pt x="1056345" y="43656"/>
                </a:lnTo>
                <a:lnTo>
                  <a:pt x="1056742" y="43582"/>
                </a:lnTo>
                <a:lnTo>
                  <a:pt x="1057148" y="43520"/>
                </a:lnTo>
                <a:lnTo>
                  <a:pt x="1057562" y="43469"/>
                </a:lnTo>
                <a:lnTo>
                  <a:pt x="1057983" y="43429"/>
                </a:lnTo>
                <a:lnTo>
                  <a:pt x="1058413" y="43401"/>
                </a:lnTo>
                <a:lnTo>
                  <a:pt x="1058850" y="43384"/>
                </a:lnTo>
                <a:lnTo>
                  <a:pt x="1059296" y="43378"/>
                </a:lnTo>
                <a:lnTo>
                  <a:pt x="1059750" y="43383"/>
                </a:lnTo>
                <a:lnTo>
                  <a:pt x="1060197" y="43400"/>
                </a:lnTo>
                <a:lnTo>
                  <a:pt x="1060635" y="43428"/>
                </a:lnTo>
                <a:lnTo>
                  <a:pt x="1061065" y="43467"/>
                </a:lnTo>
                <a:lnTo>
                  <a:pt x="1061486" y="43517"/>
                </a:lnTo>
                <a:lnTo>
                  <a:pt x="1061899" y="43579"/>
                </a:lnTo>
                <a:lnTo>
                  <a:pt x="1062304" y="43651"/>
                </a:lnTo>
                <a:lnTo>
                  <a:pt x="1062700" y="43735"/>
                </a:lnTo>
                <a:lnTo>
                  <a:pt x="1063088" y="43830"/>
                </a:lnTo>
                <a:lnTo>
                  <a:pt x="1063468" y="43936"/>
                </a:lnTo>
                <a:lnTo>
                  <a:pt x="1063839" y="44053"/>
                </a:lnTo>
                <a:lnTo>
                  <a:pt x="1064202" y="44181"/>
                </a:lnTo>
                <a:lnTo>
                  <a:pt x="1064556" y="44321"/>
                </a:lnTo>
                <a:lnTo>
                  <a:pt x="1064902" y="44471"/>
                </a:lnTo>
                <a:lnTo>
                  <a:pt x="1065240" y="44633"/>
                </a:lnTo>
                <a:lnTo>
                  <a:pt x="1065569" y="44806"/>
                </a:lnTo>
                <a:lnTo>
                  <a:pt x="1065890" y="44990"/>
                </a:lnTo>
                <a:lnTo>
                  <a:pt x="1066202" y="45185"/>
                </a:lnTo>
                <a:lnTo>
                  <a:pt x="1066507" y="45392"/>
                </a:lnTo>
                <a:lnTo>
                  <a:pt x="1066802" y="45609"/>
                </a:lnTo>
                <a:lnTo>
                  <a:pt x="1067090" y="45838"/>
                </a:lnTo>
                <a:lnTo>
                  <a:pt x="1067369" y="46078"/>
                </a:lnTo>
                <a:lnTo>
                  <a:pt x="1067640" y="46329"/>
                </a:lnTo>
                <a:lnTo>
                  <a:pt x="1067902" y="46591"/>
                </a:lnTo>
                <a:lnTo>
                  <a:pt x="1068155" y="46863"/>
                </a:lnTo>
                <a:lnTo>
                  <a:pt x="1068397" y="47146"/>
                </a:lnTo>
                <a:lnTo>
                  <a:pt x="1068628" y="47437"/>
                </a:lnTo>
                <a:lnTo>
                  <a:pt x="1068849" y="47738"/>
                </a:lnTo>
                <a:lnTo>
                  <a:pt x="1069059" y="48049"/>
                </a:lnTo>
                <a:lnTo>
                  <a:pt x="1069258" y="48370"/>
                </a:lnTo>
                <a:lnTo>
                  <a:pt x="1069446" y="48700"/>
                </a:lnTo>
                <a:lnTo>
                  <a:pt x="1069624" y="49039"/>
                </a:lnTo>
                <a:lnTo>
                  <a:pt x="1069790" y="49388"/>
                </a:lnTo>
                <a:lnTo>
                  <a:pt x="1069947" y="49747"/>
                </a:lnTo>
                <a:lnTo>
                  <a:pt x="1070092" y="50115"/>
                </a:lnTo>
                <a:lnTo>
                  <a:pt x="1070226" y="50493"/>
                </a:lnTo>
                <a:lnTo>
                  <a:pt x="1070350" y="50880"/>
                </a:lnTo>
                <a:lnTo>
                  <a:pt x="1070463" y="51277"/>
                </a:lnTo>
                <a:lnTo>
                  <a:pt x="1070565" y="51683"/>
                </a:lnTo>
                <a:lnTo>
                  <a:pt x="1070657" y="52099"/>
                </a:lnTo>
                <a:lnTo>
                  <a:pt x="1070737" y="52525"/>
                </a:lnTo>
                <a:lnTo>
                  <a:pt x="1070807" y="52960"/>
                </a:lnTo>
                <a:lnTo>
                  <a:pt x="1070867" y="53405"/>
                </a:lnTo>
                <a:lnTo>
                  <a:pt x="1070915" y="53859"/>
                </a:lnTo>
                <a:lnTo>
                  <a:pt x="1070953" y="54323"/>
                </a:lnTo>
                <a:lnTo>
                  <a:pt x="1070980" y="54796"/>
                </a:lnTo>
                <a:lnTo>
                  <a:pt x="1070996" y="55279"/>
                </a:lnTo>
                <a:lnTo>
                  <a:pt x="1071001" y="55771"/>
                </a:lnTo>
                <a:lnTo>
                  <a:pt x="1071001" y="71608"/>
                </a:lnTo>
                <a:lnTo>
                  <a:pt x="1070996" y="72100"/>
                </a:lnTo>
                <a:lnTo>
                  <a:pt x="1070980" y="72583"/>
                </a:lnTo>
                <a:lnTo>
                  <a:pt x="1070953" y="73056"/>
                </a:lnTo>
                <a:lnTo>
                  <a:pt x="1070915" y="73520"/>
                </a:lnTo>
                <a:lnTo>
                  <a:pt x="1070867" y="73974"/>
                </a:lnTo>
                <a:lnTo>
                  <a:pt x="1070807" y="74418"/>
                </a:lnTo>
                <a:lnTo>
                  <a:pt x="1070737" y="74853"/>
                </a:lnTo>
                <a:lnTo>
                  <a:pt x="1070657" y="75279"/>
                </a:lnTo>
                <a:lnTo>
                  <a:pt x="1070565" y="75695"/>
                </a:lnTo>
                <a:lnTo>
                  <a:pt x="1070463" y="76101"/>
                </a:lnTo>
                <a:lnTo>
                  <a:pt x="1070350" y="76498"/>
                </a:lnTo>
                <a:lnTo>
                  <a:pt x="1070226" y="76885"/>
                </a:lnTo>
                <a:lnTo>
                  <a:pt x="1070092" y="77263"/>
                </a:lnTo>
                <a:lnTo>
                  <a:pt x="1069947" y="77631"/>
                </a:lnTo>
                <a:lnTo>
                  <a:pt x="1069790" y="77990"/>
                </a:lnTo>
                <a:lnTo>
                  <a:pt x="1069624" y="78339"/>
                </a:lnTo>
                <a:lnTo>
                  <a:pt x="1069446" y="78678"/>
                </a:lnTo>
                <a:lnTo>
                  <a:pt x="1069258" y="79008"/>
                </a:lnTo>
                <a:lnTo>
                  <a:pt x="1069059" y="79328"/>
                </a:lnTo>
                <a:lnTo>
                  <a:pt x="1068849" y="79639"/>
                </a:lnTo>
                <a:lnTo>
                  <a:pt x="1068628" y="79940"/>
                </a:lnTo>
                <a:lnTo>
                  <a:pt x="1068397" y="80232"/>
                </a:lnTo>
                <a:lnTo>
                  <a:pt x="1068155" y="80514"/>
                </a:lnTo>
                <a:lnTo>
                  <a:pt x="1067902" y="80786"/>
                </a:lnTo>
                <a:lnTo>
                  <a:pt x="1067640" y="81049"/>
                </a:lnTo>
                <a:lnTo>
                  <a:pt x="1067369" y="81300"/>
                </a:lnTo>
                <a:lnTo>
                  <a:pt x="1067090" y="81540"/>
                </a:lnTo>
                <a:lnTo>
                  <a:pt x="1066802" y="81768"/>
                </a:lnTo>
                <a:lnTo>
                  <a:pt x="1066507" y="81986"/>
                </a:lnTo>
                <a:lnTo>
                  <a:pt x="1066202" y="82192"/>
                </a:lnTo>
                <a:lnTo>
                  <a:pt x="1065890" y="82387"/>
                </a:lnTo>
                <a:lnTo>
                  <a:pt x="1065569" y="82572"/>
                </a:lnTo>
                <a:lnTo>
                  <a:pt x="1065240" y="82744"/>
                </a:lnTo>
                <a:lnTo>
                  <a:pt x="1064902" y="82906"/>
                </a:lnTo>
                <a:lnTo>
                  <a:pt x="1064556" y="83057"/>
                </a:lnTo>
                <a:lnTo>
                  <a:pt x="1064202" y="83196"/>
                </a:lnTo>
                <a:lnTo>
                  <a:pt x="1063839" y="83325"/>
                </a:lnTo>
                <a:lnTo>
                  <a:pt x="1063468" y="83442"/>
                </a:lnTo>
                <a:lnTo>
                  <a:pt x="1063088" y="83548"/>
                </a:lnTo>
                <a:lnTo>
                  <a:pt x="1062700" y="83643"/>
                </a:lnTo>
                <a:lnTo>
                  <a:pt x="1062304" y="83726"/>
                </a:lnTo>
                <a:lnTo>
                  <a:pt x="1061899" y="83799"/>
                </a:lnTo>
                <a:lnTo>
                  <a:pt x="1061486" y="83860"/>
                </a:lnTo>
                <a:lnTo>
                  <a:pt x="1061065" y="83910"/>
                </a:lnTo>
                <a:lnTo>
                  <a:pt x="1060635" y="83949"/>
                </a:lnTo>
                <a:lnTo>
                  <a:pt x="1060197" y="83977"/>
                </a:lnTo>
                <a:lnTo>
                  <a:pt x="1059750" y="83994"/>
                </a:lnTo>
                <a:lnTo>
                  <a:pt x="1059296" y="84000"/>
                </a:lnTo>
                <a:lnTo>
                  <a:pt x="1058850" y="83994"/>
                </a:lnTo>
                <a:lnTo>
                  <a:pt x="1058413" y="83977"/>
                </a:lnTo>
                <a:lnTo>
                  <a:pt x="1057983" y="83948"/>
                </a:lnTo>
                <a:lnTo>
                  <a:pt x="1057562" y="83909"/>
                </a:lnTo>
                <a:lnTo>
                  <a:pt x="1057148" y="83858"/>
                </a:lnTo>
                <a:close/>
                <a:moveTo>
                  <a:pt x="1131630" y="64600"/>
                </a:moveTo>
                <a:lnTo>
                  <a:pt x="1131554" y="64825"/>
                </a:lnTo>
                <a:lnTo>
                  <a:pt x="1131477" y="65054"/>
                </a:lnTo>
                <a:lnTo>
                  <a:pt x="1131401" y="65288"/>
                </a:lnTo>
                <a:lnTo>
                  <a:pt x="1131324" y="65525"/>
                </a:lnTo>
                <a:lnTo>
                  <a:pt x="1131248" y="65765"/>
                </a:lnTo>
                <a:lnTo>
                  <a:pt x="1131171" y="66010"/>
                </a:lnTo>
                <a:lnTo>
                  <a:pt x="1131095" y="66258"/>
                </a:lnTo>
                <a:lnTo>
                  <a:pt x="1131018" y="66510"/>
                </a:lnTo>
                <a:lnTo>
                  <a:pt x="1130942" y="66766"/>
                </a:lnTo>
                <a:lnTo>
                  <a:pt x="1130865" y="67026"/>
                </a:lnTo>
                <a:lnTo>
                  <a:pt x="1130789" y="67289"/>
                </a:lnTo>
                <a:lnTo>
                  <a:pt x="1130712" y="67556"/>
                </a:lnTo>
                <a:lnTo>
                  <a:pt x="1130636" y="67827"/>
                </a:lnTo>
                <a:lnTo>
                  <a:pt x="1130559" y="68102"/>
                </a:lnTo>
                <a:lnTo>
                  <a:pt x="1130482" y="68381"/>
                </a:lnTo>
                <a:lnTo>
                  <a:pt x="1130406" y="68663"/>
                </a:lnTo>
                <a:lnTo>
                  <a:pt x="1130329" y="68950"/>
                </a:lnTo>
                <a:lnTo>
                  <a:pt x="1130253" y="69239"/>
                </a:lnTo>
                <a:lnTo>
                  <a:pt x="1130176" y="69533"/>
                </a:lnTo>
                <a:lnTo>
                  <a:pt x="1130100" y="69831"/>
                </a:lnTo>
                <a:lnTo>
                  <a:pt x="1130023" y="70132"/>
                </a:lnTo>
                <a:lnTo>
                  <a:pt x="1129946" y="70437"/>
                </a:lnTo>
                <a:lnTo>
                  <a:pt x="1129870" y="70746"/>
                </a:lnTo>
                <a:lnTo>
                  <a:pt x="1129794" y="71055"/>
                </a:lnTo>
                <a:lnTo>
                  <a:pt x="1129719" y="71359"/>
                </a:lnTo>
                <a:lnTo>
                  <a:pt x="1129646" y="71658"/>
                </a:lnTo>
                <a:lnTo>
                  <a:pt x="1129573" y="71953"/>
                </a:lnTo>
                <a:lnTo>
                  <a:pt x="1129502" y="72243"/>
                </a:lnTo>
                <a:lnTo>
                  <a:pt x="1129432" y="72528"/>
                </a:lnTo>
                <a:lnTo>
                  <a:pt x="1129364" y="72809"/>
                </a:lnTo>
                <a:lnTo>
                  <a:pt x="1129296" y="73086"/>
                </a:lnTo>
                <a:lnTo>
                  <a:pt x="1129230" y="73358"/>
                </a:lnTo>
                <a:lnTo>
                  <a:pt x="1129165" y="73625"/>
                </a:lnTo>
                <a:lnTo>
                  <a:pt x="1129101" y="73888"/>
                </a:lnTo>
                <a:lnTo>
                  <a:pt x="1129038" y="74146"/>
                </a:lnTo>
                <a:lnTo>
                  <a:pt x="1128976" y="74399"/>
                </a:lnTo>
                <a:lnTo>
                  <a:pt x="1128916" y="74648"/>
                </a:lnTo>
                <a:lnTo>
                  <a:pt x="1128857" y="74892"/>
                </a:lnTo>
                <a:lnTo>
                  <a:pt x="1128799" y="75132"/>
                </a:lnTo>
                <a:lnTo>
                  <a:pt x="1128742" y="75367"/>
                </a:lnTo>
                <a:lnTo>
                  <a:pt x="1128687" y="75598"/>
                </a:lnTo>
                <a:lnTo>
                  <a:pt x="1128632" y="75824"/>
                </a:lnTo>
                <a:lnTo>
                  <a:pt x="1128579" y="76045"/>
                </a:lnTo>
                <a:lnTo>
                  <a:pt x="1128527" y="76262"/>
                </a:lnTo>
                <a:lnTo>
                  <a:pt x="1128476" y="76474"/>
                </a:lnTo>
                <a:lnTo>
                  <a:pt x="1128426" y="76682"/>
                </a:lnTo>
                <a:lnTo>
                  <a:pt x="1128378" y="76885"/>
                </a:lnTo>
                <a:lnTo>
                  <a:pt x="1128339" y="76682"/>
                </a:lnTo>
                <a:lnTo>
                  <a:pt x="1128298" y="76474"/>
                </a:lnTo>
                <a:lnTo>
                  <a:pt x="1128256" y="76262"/>
                </a:lnTo>
                <a:lnTo>
                  <a:pt x="1128212" y="76045"/>
                </a:lnTo>
                <a:lnTo>
                  <a:pt x="1128167" y="75824"/>
                </a:lnTo>
                <a:lnTo>
                  <a:pt x="1128120" y="75598"/>
                </a:lnTo>
                <a:lnTo>
                  <a:pt x="1128071" y="75367"/>
                </a:lnTo>
                <a:lnTo>
                  <a:pt x="1128021" y="75132"/>
                </a:lnTo>
                <a:lnTo>
                  <a:pt x="1127969" y="74892"/>
                </a:lnTo>
                <a:lnTo>
                  <a:pt x="1127916" y="74648"/>
                </a:lnTo>
                <a:lnTo>
                  <a:pt x="1127861" y="74399"/>
                </a:lnTo>
                <a:lnTo>
                  <a:pt x="1127804" y="74146"/>
                </a:lnTo>
                <a:lnTo>
                  <a:pt x="1127746" y="73888"/>
                </a:lnTo>
                <a:lnTo>
                  <a:pt x="1127687" y="73625"/>
                </a:lnTo>
                <a:lnTo>
                  <a:pt x="1127625" y="73358"/>
                </a:lnTo>
                <a:lnTo>
                  <a:pt x="1127562" y="73086"/>
                </a:lnTo>
                <a:lnTo>
                  <a:pt x="1127498" y="72809"/>
                </a:lnTo>
                <a:lnTo>
                  <a:pt x="1127432" y="72528"/>
                </a:lnTo>
                <a:lnTo>
                  <a:pt x="1127364" y="72243"/>
                </a:lnTo>
                <a:lnTo>
                  <a:pt x="1127295" y="71953"/>
                </a:lnTo>
                <a:lnTo>
                  <a:pt x="1127224" y="71658"/>
                </a:lnTo>
                <a:lnTo>
                  <a:pt x="1127151" y="71359"/>
                </a:lnTo>
                <a:lnTo>
                  <a:pt x="1127077" y="71055"/>
                </a:lnTo>
                <a:lnTo>
                  <a:pt x="1127002" y="70746"/>
                </a:lnTo>
                <a:lnTo>
                  <a:pt x="1126925" y="70437"/>
                </a:lnTo>
                <a:lnTo>
                  <a:pt x="1126849" y="70132"/>
                </a:lnTo>
                <a:lnTo>
                  <a:pt x="1126772" y="69831"/>
                </a:lnTo>
                <a:lnTo>
                  <a:pt x="1126696" y="69533"/>
                </a:lnTo>
                <a:lnTo>
                  <a:pt x="1126619" y="69239"/>
                </a:lnTo>
                <a:lnTo>
                  <a:pt x="1126543" y="68950"/>
                </a:lnTo>
                <a:lnTo>
                  <a:pt x="1126466" y="68663"/>
                </a:lnTo>
                <a:lnTo>
                  <a:pt x="1126390" y="68381"/>
                </a:lnTo>
                <a:lnTo>
                  <a:pt x="1126313" y="68102"/>
                </a:lnTo>
                <a:lnTo>
                  <a:pt x="1126237" y="67827"/>
                </a:lnTo>
                <a:lnTo>
                  <a:pt x="1126160" y="67556"/>
                </a:lnTo>
                <a:lnTo>
                  <a:pt x="1126084" y="67289"/>
                </a:lnTo>
                <a:lnTo>
                  <a:pt x="1126007" y="67026"/>
                </a:lnTo>
                <a:lnTo>
                  <a:pt x="1125931" y="66766"/>
                </a:lnTo>
                <a:lnTo>
                  <a:pt x="1125854" y="66510"/>
                </a:lnTo>
                <a:lnTo>
                  <a:pt x="1125777" y="66258"/>
                </a:lnTo>
                <a:lnTo>
                  <a:pt x="1125701" y="66010"/>
                </a:lnTo>
                <a:lnTo>
                  <a:pt x="1125624" y="65765"/>
                </a:lnTo>
                <a:lnTo>
                  <a:pt x="1125548" y="65525"/>
                </a:lnTo>
                <a:lnTo>
                  <a:pt x="1125471" y="65288"/>
                </a:lnTo>
                <a:lnTo>
                  <a:pt x="1125395" y="65054"/>
                </a:lnTo>
                <a:lnTo>
                  <a:pt x="1125318" y="64825"/>
                </a:lnTo>
                <a:lnTo>
                  <a:pt x="1125241" y="64600"/>
                </a:lnTo>
                <a:lnTo>
                  <a:pt x="1125165" y="64378"/>
                </a:lnTo>
                <a:lnTo>
                  <a:pt x="1113461" y="32131"/>
                </a:lnTo>
                <a:lnTo>
                  <a:pt x="1097739" y="32131"/>
                </a:lnTo>
                <a:lnTo>
                  <a:pt x="1121264" y="91804"/>
                </a:lnTo>
                <a:lnTo>
                  <a:pt x="1112428" y="115901"/>
                </a:lnTo>
                <a:lnTo>
                  <a:pt x="1127460" y="115901"/>
                </a:lnTo>
                <a:lnTo>
                  <a:pt x="1157870" y="32131"/>
                </a:lnTo>
                <a:lnTo>
                  <a:pt x="1142722" y="32131"/>
                </a:lnTo>
                <a:lnTo>
                  <a:pt x="1131707" y="64378"/>
                </a:lnTo>
                <a:lnTo>
                  <a:pt x="1131630" y="64600"/>
                </a:lnTo>
                <a:close/>
                <a:moveTo>
                  <a:pt x="992069" y="96269"/>
                </a:moveTo>
                <a:lnTo>
                  <a:pt x="992442" y="96214"/>
                </a:lnTo>
                <a:lnTo>
                  <a:pt x="992808" y="96149"/>
                </a:lnTo>
                <a:lnTo>
                  <a:pt x="993167" y="96075"/>
                </a:lnTo>
                <a:lnTo>
                  <a:pt x="993518" y="95990"/>
                </a:lnTo>
                <a:lnTo>
                  <a:pt x="993863" y="95895"/>
                </a:lnTo>
                <a:lnTo>
                  <a:pt x="994201" y="95791"/>
                </a:lnTo>
                <a:lnTo>
                  <a:pt x="994532" y="95676"/>
                </a:lnTo>
                <a:lnTo>
                  <a:pt x="994856" y="95552"/>
                </a:lnTo>
                <a:lnTo>
                  <a:pt x="995173" y="95417"/>
                </a:lnTo>
                <a:lnTo>
                  <a:pt x="995484" y="95273"/>
                </a:lnTo>
                <a:lnTo>
                  <a:pt x="995787" y="95118"/>
                </a:lnTo>
                <a:lnTo>
                  <a:pt x="996083" y="94954"/>
                </a:lnTo>
                <a:lnTo>
                  <a:pt x="996372" y="94780"/>
                </a:lnTo>
                <a:lnTo>
                  <a:pt x="996654" y="94596"/>
                </a:lnTo>
                <a:lnTo>
                  <a:pt x="996929" y="94401"/>
                </a:lnTo>
                <a:lnTo>
                  <a:pt x="997198" y="94197"/>
                </a:lnTo>
                <a:lnTo>
                  <a:pt x="997459" y="93983"/>
                </a:lnTo>
                <a:lnTo>
                  <a:pt x="997713" y="93759"/>
                </a:lnTo>
                <a:lnTo>
                  <a:pt x="997960" y="93525"/>
                </a:lnTo>
                <a:lnTo>
                  <a:pt x="998199" y="93282"/>
                </a:lnTo>
                <a:lnTo>
                  <a:pt x="998428" y="93033"/>
                </a:lnTo>
                <a:lnTo>
                  <a:pt x="998646" y="92776"/>
                </a:lnTo>
                <a:lnTo>
                  <a:pt x="998854" y="92512"/>
                </a:lnTo>
                <a:lnTo>
                  <a:pt x="999053" y="92240"/>
                </a:lnTo>
                <a:lnTo>
                  <a:pt x="999240" y="91962"/>
                </a:lnTo>
                <a:lnTo>
                  <a:pt x="999418" y="91676"/>
                </a:lnTo>
                <a:lnTo>
                  <a:pt x="999586" y="91383"/>
                </a:lnTo>
                <a:lnTo>
                  <a:pt x="999743" y="91083"/>
                </a:lnTo>
                <a:lnTo>
                  <a:pt x="999891" y="90776"/>
                </a:lnTo>
                <a:lnTo>
                  <a:pt x="1000028" y="90462"/>
                </a:lnTo>
                <a:lnTo>
                  <a:pt x="1000155" y="90140"/>
                </a:lnTo>
                <a:lnTo>
                  <a:pt x="1000272" y="89812"/>
                </a:lnTo>
                <a:lnTo>
                  <a:pt x="1000378" y="89476"/>
                </a:lnTo>
                <a:lnTo>
                  <a:pt x="1000475" y="89133"/>
                </a:lnTo>
                <a:lnTo>
                  <a:pt x="1000561" y="88783"/>
                </a:lnTo>
                <a:lnTo>
                  <a:pt x="1000637" y="88425"/>
                </a:lnTo>
                <a:lnTo>
                  <a:pt x="1000703" y="88061"/>
                </a:lnTo>
                <a:lnTo>
                  <a:pt x="1000759" y="87689"/>
                </a:lnTo>
                <a:lnTo>
                  <a:pt x="1000805" y="87310"/>
                </a:lnTo>
                <a:lnTo>
                  <a:pt x="1000841" y="86924"/>
                </a:lnTo>
                <a:lnTo>
                  <a:pt x="1000866" y="86531"/>
                </a:lnTo>
                <a:lnTo>
                  <a:pt x="1000881" y="86130"/>
                </a:lnTo>
                <a:lnTo>
                  <a:pt x="1000886" y="85723"/>
                </a:lnTo>
                <a:lnTo>
                  <a:pt x="1000881" y="85315"/>
                </a:lnTo>
                <a:lnTo>
                  <a:pt x="1000866" y="84914"/>
                </a:lnTo>
                <a:lnTo>
                  <a:pt x="1000841" y="84520"/>
                </a:lnTo>
                <a:lnTo>
                  <a:pt x="1000805" y="84133"/>
                </a:lnTo>
                <a:lnTo>
                  <a:pt x="1000759" y="83753"/>
                </a:lnTo>
                <a:lnTo>
                  <a:pt x="1000703" y="83380"/>
                </a:lnTo>
                <a:lnTo>
                  <a:pt x="1000637" y="83014"/>
                </a:lnTo>
                <a:lnTo>
                  <a:pt x="1000561" y="82655"/>
                </a:lnTo>
                <a:lnTo>
                  <a:pt x="1000475" y="82303"/>
                </a:lnTo>
                <a:lnTo>
                  <a:pt x="1000378" y="81958"/>
                </a:lnTo>
                <a:lnTo>
                  <a:pt x="1000272" y="81620"/>
                </a:lnTo>
                <a:lnTo>
                  <a:pt x="1000155" y="81289"/>
                </a:lnTo>
                <a:lnTo>
                  <a:pt x="1000028" y="80965"/>
                </a:lnTo>
                <a:lnTo>
                  <a:pt x="999891" y="80648"/>
                </a:lnTo>
                <a:lnTo>
                  <a:pt x="999743" y="80338"/>
                </a:lnTo>
                <a:lnTo>
                  <a:pt x="999586" y="80034"/>
                </a:lnTo>
                <a:lnTo>
                  <a:pt x="999418" y="79738"/>
                </a:lnTo>
                <a:lnTo>
                  <a:pt x="999240" y="79449"/>
                </a:lnTo>
                <a:lnTo>
                  <a:pt x="999053" y="79167"/>
                </a:lnTo>
                <a:lnTo>
                  <a:pt x="998854" y="78892"/>
                </a:lnTo>
                <a:lnTo>
                  <a:pt x="998646" y="78623"/>
                </a:lnTo>
                <a:lnTo>
                  <a:pt x="998428" y="78362"/>
                </a:lnTo>
                <a:lnTo>
                  <a:pt x="998199" y="78108"/>
                </a:lnTo>
                <a:lnTo>
                  <a:pt x="997960" y="77861"/>
                </a:lnTo>
                <a:lnTo>
                  <a:pt x="997713" y="77622"/>
                </a:lnTo>
                <a:lnTo>
                  <a:pt x="997459" y="77393"/>
                </a:lnTo>
                <a:lnTo>
                  <a:pt x="997198" y="77175"/>
                </a:lnTo>
                <a:lnTo>
                  <a:pt x="996929" y="76966"/>
                </a:lnTo>
                <a:lnTo>
                  <a:pt x="996654" y="76768"/>
                </a:lnTo>
                <a:lnTo>
                  <a:pt x="996372" y="76580"/>
                </a:lnTo>
                <a:lnTo>
                  <a:pt x="996083" y="76403"/>
                </a:lnTo>
                <a:lnTo>
                  <a:pt x="995787" y="76235"/>
                </a:lnTo>
                <a:lnTo>
                  <a:pt x="995484" y="76078"/>
                </a:lnTo>
                <a:lnTo>
                  <a:pt x="995173" y="75930"/>
                </a:lnTo>
                <a:lnTo>
                  <a:pt x="994856" y="75793"/>
                </a:lnTo>
                <a:lnTo>
                  <a:pt x="994532" y="75666"/>
                </a:lnTo>
                <a:lnTo>
                  <a:pt x="994201" y="75549"/>
                </a:lnTo>
                <a:lnTo>
                  <a:pt x="993863" y="75443"/>
                </a:lnTo>
                <a:lnTo>
                  <a:pt x="993518" y="75346"/>
                </a:lnTo>
                <a:lnTo>
                  <a:pt x="993167" y="75260"/>
                </a:lnTo>
                <a:lnTo>
                  <a:pt x="992808" y="75183"/>
                </a:lnTo>
                <a:lnTo>
                  <a:pt x="992442" y="75117"/>
                </a:lnTo>
                <a:lnTo>
                  <a:pt x="992069" y="75062"/>
                </a:lnTo>
                <a:lnTo>
                  <a:pt x="991689" y="75016"/>
                </a:lnTo>
                <a:lnTo>
                  <a:pt x="991302" y="74980"/>
                </a:lnTo>
                <a:lnTo>
                  <a:pt x="990909" y="74955"/>
                </a:lnTo>
                <a:lnTo>
                  <a:pt x="990508" y="74940"/>
                </a:lnTo>
                <a:lnTo>
                  <a:pt x="990100" y="74935"/>
                </a:lnTo>
                <a:lnTo>
                  <a:pt x="989692" y="74940"/>
                </a:lnTo>
                <a:lnTo>
                  <a:pt x="989292" y="74955"/>
                </a:lnTo>
                <a:lnTo>
                  <a:pt x="988898" y="74980"/>
                </a:lnTo>
                <a:lnTo>
                  <a:pt x="988511" y="75016"/>
                </a:lnTo>
                <a:lnTo>
                  <a:pt x="988131" y="75062"/>
                </a:lnTo>
                <a:lnTo>
                  <a:pt x="987758" y="75117"/>
                </a:lnTo>
                <a:lnTo>
                  <a:pt x="987392" y="75183"/>
                </a:lnTo>
                <a:lnTo>
                  <a:pt x="987033" y="75260"/>
                </a:lnTo>
                <a:lnTo>
                  <a:pt x="986682" y="75346"/>
                </a:lnTo>
                <a:lnTo>
                  <a:pt x="986337" y="75443"/>
                </a:lnTo>
                <a:lnTo>
                  <a:pt x="985998" y="75549"/>
                </a:lnTo>
                <a:lnTo>
                  <a:pt x="985667" y="75666"/>
                </a:lnTo>
                <a:lnTo>
                  <a:pt x="985343" y="75793"/>
                </a:lnTo>
                <a:lnTo>
                  <a:pt x="985026" y="75930"/>
                </a:lnTo>
                <a:lnTo>
                  <a:pt x="984716" y="76078"/>
                </a:lnTo>
                <a:lnTo>
                  <a:pt x="984413" y="76235"/>
                </a:lnTo>
                <a:lnTo>
                  <a:pt x="984117" y="76403"/>
                </a:lnTo>
                <a:lnTo>
                  <a:pt x="983827" y="76580"/>
                </a:lnTo>
                <a:lnTo>
                  <a:pt x="983545" y="76768"/>
                </a:lnTo>
                <a:lnTo>
                  <a:pt x="983270" y="76966"/>
                </a:lnTo>
                <a:lnTo>
                  <a:pt x="983001" y="77175"/>
                </a:lnTo>
                <a:lnTo>
                  <a:pt x="982740" y="77393"/>
                </a:lnTo>
                <a:lnTo>
                  <a:pt x="982486" y="77622"/>
                </a:lnTo>
                <a:lnTo>
                  <a:pt x="982238" y="77861"/>
                </a:lnTo>
                <a:lnTo>
                  <a:pt x="981999" y="78108"/>
                </a:lnTo>
                <a:lnTo>
                  <a:pt x="981771" y="78362"/>
                </a:lnTo>
                <a:lnTo>
                  <a:pt x="981552" y="78623"/>
                </a:lnTo>
                <a:lnTo>
                  <a:pt x="981344" y="78892"/>
                </a:lnTo>
                <a:lnTo>
                  <a:pt x="981146" y="79167"/>
                </a:lnTo>
                <a:lnTo>
                  <a:pt x="980958" y="79449"/>
                </a:lnTo>
                <a:lnTo>
                  <a:pt x="980780" y="79738"/>
                </a:lnTo>
                <a:lnTo>
                  <a:pt x="980613" y="80034"/>
                </a:lnTo>
                <a:lnTo>
                  <a:pt x="980455" y="80338"/>
                </a:lnTo>
                <a:lnTo>
                  <a:pt x="980308" y="80648"/>
                </a:lnTo>
                <a:lnTo>
                  <a:pt x="980171" y="80965"/>
                </a:lnTo>
                <a:lnTo>
                  <a:pt x="980044" y="81289"/>
                </a:lnTo>
                <a:lnTo>
                  <a:pt x="979927" y="81620"/>
                </a:lnTo>
                <a:lnTo>
                  <a:pt x="979820" y="81958"/>
                </a:lnTo>
                <a:lnTo>
                  <a:pt x="979724" y="82303"/>
                </a:lnTo>
                <a:lnTo>
                  <a:pt x="979637" y="82655"/>
                </a:lnTo>
                <a:lnTo>
                  <a:pt x="979561" y="83014"/>
                </a:lnTo>
                <a:lnTo>
                  <a:pt x="979495" y="83380"/>
                </a:lnTo>
                <a:lnTo>
                  <a:pt x="979439" y="83753"/>
                </a:lnTo>
                <a:lnTo>
                  <a:pt x="979393" y="84133"/>
                </a:lnTo>
                <a:lnTo>
                  <a:pt x="979358" y="84520"/>
                </a:lnTo>
                <a:lnTo>
                  <a:pt x="979332" y="84914"/>
                </a:lnTo>
                <a:lnTo>
                  <a:pt x="979317" y="85315"/>
                </a:lnTo>
                <a:lnTo>
                  <a:pt x="979312" y="85723"/>
                </a:lnTo>
                <a:lnTo>
                  <a:pt x="979317" y="86130"/>
                </a:lnTo>
                <a:lnTo>
                  <a:pt x="979332" y="86531"/>
                </a:lnTo>
                <a:lnTo>
                  <a:pt x="979358" y="86924"/>
                </a:lnTo>
                <a:lnTo>
                  <a:pt x="979393" y="87310"/>
                </a:lnTo>
                <a:lnTo>
                  <a:pt x="979439" y="87689"/>
                </a:lnTo>
                <a:lnTo>
                  <a:pt x="979495" y="88061"/>
                </a:lnTo>
                <a:lnTo>
                  <a:pt x="979561" y="88425"/>
                </a:lnTo>
                <a:lnTo>
                  <a:pt x="979637" y="88783"/>
                </a:lnTo>
                <a:lnTo>
                  <a:pt x="979724" y="89133"/>
                </a:lnTo>
                <a:lnTo>
                  <a:pt x="979820" y="89476"/>
                </a:lnTo>
                <a:lnTo>
                  <a:pt x="979927" y="89812"/>
                </a:lnTo>
                <a:lnTo>
                  <a:pt x="980044" y="90140"/>
                </a:lnTo>
                <a:lnTo>
                  <a:pt x="980171" y="90462"/>
                </a:lnTo>
                <a:lnTo>
                  <a:pt x="980308" y="90776"/>
                </a:lnTo>
                <a:lnTo>
                  <a:pt x="980455" y="91083"/>
                </a:lnTo>
                <a:lnTo>
                  <a:pt x="980613" y="91383"/>
                </a:lnTo>
                <a:lnTo>
                  <a:pt x="980780" y="91676"/>
                </a:lnTo>
                <a:lnTo>
                  <a:pt x="980958" y="91962"/>
                </a:lnTo>
                <a:lnTo>
                  <a:pt x="981146" y="92240"/>
                </a:lnTo>
                <a:lnTo>
                  <a:pt x="981344" y="92512"/>
                </a:lnTo>
                <a:lnTo>
                  <a:pt x="981552" y="92776"/>
                </a:lnTo>
                <a:lnTo>
                  <a:pt x="981771" y="93033"/>
                </a:lnTo>
                <a:lnTo>
                  <a:pt x="981999" y="93282"/>
                </a:lnTo>
                <a:lnTo>
                  <a:pt x="982238" y="93525"/>
                </a:lnTo>
                <a:lnTo>
                  <a:pt x="982486" y="93759"/>
                </a:lnTo>
                <a:lnTo>
                  <a:pt x="982740" y="93983"/>
                </a:lnTo>
                <a:lnTo>
                  <a:pt x="983001" y="94197"/>
                </a:lnTo>
                <a:lnTo>
                  <a:pt x="983270" y="94401"/>
                </a:lnTo>
                <a:lnTo>
                  <a:pt x="983545" y="94596"/>
                </a:lnTo>
                <a:lnTo>
                  <a:pt x="983827" y="94780"/>
                </a:lnTo>
                <a:lnTo>
                  <a:pt x="984117" y="94954"/>
                </a:lnTo>
                <a:lnTo>
                  <a:pt x="984413" y="95118"/>
                </a:lnTo>
                <a:lnTo>
                  <a:pt x="984716" y="95273"/>
                </a:lnTo>
                <a:lnTo>
                  <a:pt x="985026" y="95417"/>
                </a:lnTo>
                <a:lnTo>
                  <a:pt x="985343" y="95552"/>
                </a:lnTo>
                <a:lnTo>
                  <a:pt x="985667" y="95676"/>
                </a:lnTo>
                <a:lnTo>
                  <a:pt x="985998" y="95791"/>
                </a:lnTo>
                <a:lnTo>
                  <a:pt x="986337" y="95895"/>
                </a:lnTo>
                <a:lnTo>
                  <a:pt x="986682" y="95990"/>
                </a:lnTo>
                <a:lnTo>
                  <a:pt x="987033" y="96075"/>
                </a:lnTo>
                <a:lnTo>
                  <a:pt x="987392" y="96149"/>
                </a:lnTo>
                <a:lnTo>
                  <a:pt x="987758" y="96214"/>
                </a:lnTo>
                <a:lnTo>
                  <a:pt x="988131" y="96269"/>
                </a:lnTo>
                <a:lnTo>
                  <a:pt x="988511" y="96314"/>
                </a:lnTo>
                <a:lnTo>
                  <a:pt x="988898" y="96348"/>
                </a:lnTo>
                <a:lnTo>
                  <a:pt x="989292" y="96373"/>
                </a:lnTo>
                <a:lnTo>
                  <a:pt x="989692" y="96388"/>
                </a:lnTo>
                <a:lnTo>
                  <a:pt x="990100" y="96393"/>
                </a:lnTo>
                <a:lnTo>
                  <a:pt x="990508" y="96388"/>
                </a:lnTo>
                <a:lnTo>
                  <a:pt x="990909" y="96373"/>
                </a:lnTo>
                <a:lnTo>
                  <a:pt x="991302" y="96348"/>
                </a:lnTo>
                <a:lnTo>
                  <a:pt x="991689" y="96314"/>
                </a:lnTo>
                <a:lnTo>
                  <a:pt x="992069" y="962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F9ECD9-A8A4-44AE-B183-ED1FEB43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374" y="2132826"/>
            <a:ext cx="191875" cy="191875"/>
          </a:xfrm>
          <a:custGeom xmlns:a="http://schemas.openxmlformats.org/drawingml/2006/main">
            <a:pathLst>
              <a:path w="191875" h="191875">
                <a:moveTo>
                  <a:pt x="0" y="0"/>
                </a:moveTo>
                <a:lnTo>
                  <a:pt x="191875" y="0"/>
                </a:lnTo>
                <a:lnTo>
                  <a:pt x="191875" y="191875"/>
                </a:lnTo>
                <a:lnTo>
                  <a:pt x="0" y="1918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38a28f2217462f"/>
          <a:stretch xmlns:a="http://schemas.openxmlformats.org/drawingml/2006/main"/>
        </p:blipFill>
        <p:spPr>
          <a:xfrm xmlns:a="http://schemas.openxmlformats.org/drawingml/2006/main">
            <a:off x="6760374" y="2132826"/>
            <a:ext cx="191874" cy="191874"/>
          </a:xfrm>
          <a:prstGeom xmlns:a="http://schemas.openxmlformats.org/drawingml/2006/main" prst="rect">
            <a:avLst/>
          </a:prstGeom>
        </p:spPr>
      </p:pic>
      <p:pic>
        <p:nvPicPr>
          <p:cNvPr id="8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32cd76305946a1"/>
          <a:stretch xmlns:a="http://schemas.openxmlformats.org/drawingml/2006/main"/>
        </p:blipFill>
        <p:spPr>
          <a:xfrm xmlns:a="http://schemas.openxmlformats.org/drawingml/2006/main">
            <a:off x="5447115" y="1128881"/>
            <a:ext cx="1627388" cy="750661"/>
          </a:xfrm>
          <a:prstGeom xmlns:a="http://schemas.openxmlformats.org/drawingml/2006/main" prst="rect">
            <a:avLst/>
          </a:prstGeom>
        </p:spPr>
      </p:pic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DCEA36-5F88-4AE2-BF31-0DE635E2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000" y="1206031"/>
            <a:ext cx="1403617" cy="527509"/>
          </a:xfrm>
          <a:custGeom xmlns:a="http://schemas.openxmlformats.org/drawingml/2006/main">
            <a:pathLst>
              <a:path w="1403617" h="527509">
                <a:moveTo>
                  <a:pt x="0" y="22335"/>
                </a:moveTo>
                <a:lnTo>
                  <a:pt x="0" y="22335"/>
                </a:lnTo>
                <a:cubicBezTo>
                  <a:pt x="0" y="10000"/>
                  <a:pt x="10000" y="0"/>
                  <a:pt x="22335" y="0"/>
                </a:cubicBezTo>
                <a:lnTo>
                  <a:pt x="1381283" y="0"/>
                </a:lnTo>
                <a:cubicBezTo>
                  <a:pt x="1387206" y="0"/>
                  <a:pt x="1392887" y="2353"/>
                  <a:pt x="1397075" y="6542"/>
                </a:cubicBezTo>
                <a:cubicBezTo>
                  <a:pt x="1401264" y="10730"/>
                  <a:pt x="1403617" y="16411"/>
                  <a:pt x="1403617" y="22335"/>
                </a:cubicBezTo>
                <a:lnTo>
                  <a:pt x="1403617" y="505174"/>
                </a:lnTo>
                <a:cubicBezTo>
                  <a:pt x="1403617" y="517509"/>
                  <a:pt x="1393618" y="527509"/>
                  <a:pt x="1381283" y="527509"/>
                </a:cubicBezTo>
                <a:lnTo>
                  <a:pt x="22335" y="527509"/>
                </a:lnTo>
                <a:cubicBezTo>
                  <a:pt x="10000" y="527509"/>
                  <a:pt x="0" y="517509"/>
                  <a:pt x="0" y="505174"/>
                </a:cubicBezTo>
                <a:lnTo>
                  <a:pt x="0" y="22335"/>
                </a:lnTo>
                <a:close/>
              </a:path>
            </a:pathLst>
          </a:custGeom>
          <a:solidFill xmlns:a="http://schemas.openxmlformats.org/drawingml/2006/main">
            <a:srgbClr val="F3F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087854-13E2-4F2D-B83B-235DD42C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000" y="1206031"/>
            <a:ext cx="1403617" cy="527509"/>
          </a:xfrm>
          <a:custGeom xmlns:a="http://schemas.openxmlformats.org/drawingml/2006/main">
            <a:pathLst>
              <a:path w="1403617" h="527509" fill="none">
                <a:moveTo>
                  <a:pt x="0" y="22335"/>
                </a:moveTo>
                <a:lnTo>
                  <a:pt x="0" y="22335"/>
                </a:lnTo>
                <a:cubicBezTo>
                  <a:pt x="0" y="10000"/>
                  <a:pt x="10000" y="0"/>
                  <a:pt x="22335" y="0"/>
                </a:cubicBezTo>
                <a:lnTo>
                  <a:pt x="1381283" y="0"/>
                </a:lnTo>
                <a:cubicBezTo>
                  <a:pt x="1387206" y="0"/>
                  <a:pt x="1392887" y="2353"/>
                  <a:pt x="1397075" y="6542"/>
                </a:cubicBezTo>
                <a:cubicBezTo>
                  <a:pt x="1401264" y="10730"/>
                  <a:pt x="1403617" y="16411"/>
                  <a:pt x="1403617" y="22335"/>
                </a:cubicBezTo>
                <a:lnTo>
                  <a:pt x="1403617" y="505174"/>
                </a:lnTo>
                <a:cubicBezTo>
                  <a:pt x="1403617" y="517509"/>
                  <a:pt x="1393618" y="527509"/>
                  <a:pt x="1381283" y="527509"/>
                </a:cubicBezTo>
                <a:lnTo>
                  <a:pt x="22335" y="527509"/>
                </a:lnTo>
                <a:cubicBezTo>
                  <a:pt x="10000" y="527509"/>
                  <a:pt x="0" y="517509"/>
                  <a:pt x="0" y="505174"/>
                </a:cubicBezTo>
                <a:lnTo>
                  <a:pt x="0" y="2233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213" cap="flat">
            <a:solidFill>
              <a:srgbClr val="666666"/>
            </a:solidFill>
            <a:round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6E715A-AD46-4202-8F39-34310AD7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290" y="1228620"/>
            <a:ext cx="1304404" cy="360527"/>
          </a:xfrm>
          <a:custGeom xmlns:a="http://schemas.openxmlformats.org/drawingml/2006/main">
            <a:pathLst>
              <a:path w="1304404" h="360527">
                <a:moveTo>
                  <a:pt x="0" y="15265"/>
                </a:moveTo>
                <a:lnTo>
                  <a:pt x="0" y="15265"/>
                </a:lnTo>
                <a:cubicBezTo>
                  <a:pt x="0" y="6834"/>
                  <a:pt x="6834" y="0"/>
                  <a:pt x="15265" y="0"/>
                </a:cubicBezTo>
                <a:lnTo>
                  <a:pt x="1289140" y="0"/>
                </a:lnTo>
                <a:cubicBezTo>
                  <a:pt x="1293188" y="0"/>
                  <a:pt x="1297071" y="1608"/>
                  <a:pt x="1299934" y="4471"/>
                </a:cubicBezTo>
                <a:cubicBezTo>
                  <a:pt x="1302796" y="7334"/>
                  <a:pt x="1304404" y="11216"/>
                  <a:pt x="1304404" y="15265"/>
                </a:cubicBezTo>
                <a:lnTo>
                  <a:pt x="1304404" y="345263"/>
                </a:lnTo>
                <a:cubicBezTo>
                  <a:pt x="1304404" y="353693"/>
                  <a:pt x="1297571" y="360527"/>
                  <a:pt x="1289140" y="360527"/>
                </a:cubicBezTo>
                <a:lnTo>
                  <a:pt x="15265" y="360527"/>
                </a:lnTo>
                <a:cubicBezTo>
                  <a:pt x="6834" y="360527"/>
                  <a:pt x="0" y="353693"/>
                  <a:pt x="0" y="345263"/>
                </a:cubicBezTo>
                <a:lnTo>
                  <a:pt x="0" y="1526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Text class">
            <a:extLst xmlns:a="http://schemas.openxmlformats.org/drawingml/2006/main">
              <a:ext uri="{FF2B5EF4-FFF2-40B4-BE49-F238E27FC236}">
                <a16:creationId xmlns:a16="http://schemas.microsoft.com/office/drawing/2014/main" id="{DF9D094B-44D5-4FF2-B6D0-D776ED0F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188" y="1254207"/>
            <a:ext cx="263291" cy="67934"/>
          </a:xfrm>
          <a:custGeom xmlns:a="http://schemas.openxmlformats.org/drawingml/2006/main">
            <a:pathLst>
              <a:path w="263291" h="67934">
                <a:moveTo>
                  <a:pt x="99974" y="56642"/>
                </a:moveTo>
                <a:lnTo>
                  <a:pt x="84734" y="56642"/>
                </a:lnTo>
                <a:lnTo>
                  <a:pt x="84507" y="56639"/>
                </a:lnTo>
                <a:lnTo>
                  <a:pt x="84283" y="56631"/>
                </a:lnTo>
                <a:lnTo>
                  <a:pt x="84064" y="56617"/>
                </a:lnTo>
                <a:lnTo>
                  <a:pt x="83848" y="56597"/>
                </a:lnTo>
                <a:lnTo>
                  <a:pt x="83637" y="56572"/>
                </a:lnTo>
                <a:lnTo>
                  <a:pt x="83429" y="56541"/>
                </a:lnTo>
                <a:lnTo>
                  <a:pt x="83225" y="56505"/>
                </a:lnTo>
                <a:lnTo>
                  <a:pt x="83026" y="56463"/>
                </a:lnTo>
                <a:lnTo>
                  <a:pt x="82830" y="56416"/>
                </a:lnTo>
                <a:lnTo>
                  <a:pt x="82639" y="56363"/>
                </a:lnTo>
                <a:lnTo>
                  <a:pt x="82451" y="56305"/>
                </a:lnTo>
                <a:lnTo>
                  <a:pt x="82267" y="56240"/>
                </a:lnTo>
                <a:lnTo>
                  <a:pt x="82087" y="56171"/>
                </a:lnTo>
                <a:lnTo>
                  <a:pt x="81912" y="56095"/>
                </a:lnTo>
                <a:lnTo>
                  <a:pt x="81740" y="56015"/>
                </a:lnTo>
                <a:lnTo>
                  <a:pt x="81572" y="55928"/>
                </a:lnTo>
                <a:lnTo>
                  <a:pt x="81409" y="55836"/>
                </a:lnTo>
                <a:lnTo>
                  <a:pt x="81249" y="55739"/>
                </a:lnTo>
                <a:lnTo>
                  <a:pt x="81093" y="55636"/>
                </a:lnTo>
                <a:lnTo>
                  <a:pt x="80941" y="55527"/>
                </a:lnTo>
                <a:lnTo>
                  <a:pt x="80793" y="55413"/>
                </a:lnTo>
                <a:lnTo>
                  <a:pt x="80649" y="55293"/>
                </a:lnTo>
                <a:lnTo>
                  <a:pt x="80510" y="55167"/>
                </a:lnTo>
                <a:lnTo>
                  <a:pt x="80374" y="55036"/>
                </a:lnTo>
                <a:lnTo>
                  <a:pt x="80243" y="54901"/>
                </a:lnTo>
                <a:lnTo>
                  <a:pt x="80117" y="54761"/>
                </a:lnTo>
                <a:lnTo>
                  <a:pt x="79997" y="54617"/>
                </a:lnTo>
                <a:lnTo>
                  <a:pt x="79883" y="54469"/>
                </a:lnTo>
                <a:lnTo>
                  <a:pt x="79774" y="54317"/>
                </a:lnTo>
                <a:lnTo>
                  <a:pt x="79671" y="54161"/>
                </a:lnTo>
                <a:lnTo>
                  <a:pt x="79573" y="54002"/>
                </a:lnTo>
                <a:lnTo>
                  <a:pt x="79481" y="53838"/>
                </a:lnTo>
                <a:lnTo>
                  <a:pt x="79395" y="53670"/>
                </a:lnTo>
                <a:lnTo>
                  <a:pt x="79314" y="53498"/>
                </a:lnTo>
                <a:lnTo>
                  <a:pt x="79238" y="53323"/>
                </a:lnTo>
                <a:lnTo>
                  <a:pt x="79169" y="53143"/>
                </a:lnTo>
                <a:lnTo>
                  <a:pt x="79104" y="52959"/>
                </a:lnTo>
                <a:lnTo>
                  <a:pt x="79046" y="52772"/>
                </a:lnTo>
                <a:lnTo>
                  <a:pt x="78993" y="52580"/>
                </a:lnTo>
                <a:lnTo>
                  <a:pt x="78945" y="52384"/>
                </a:lnTo>
                <a:lnTo>
                  <a:pt x="78904" y="52185"/>
                </a:lnTo>
                <a:lnTo>
                  <a:pt x="78867" y="51981"/>
                </a:lnTo>
                <a:lnTo>
                  <a:pt x="78837" y="51773"/>
                </a:lnTo>
                <a:lnTo>
                  <a:pt x="78812" y="51562"/>
                </a:lnTo>
                <a:lnTo>
                  <a:pt x="78792" y="51346"/>
                </a:lnTo>
                <a:lnTo>
                  <a:pt x="78778" y="51127"/>
                </a:lnTo>
                <a:lnTo>
                  <a:pt x="78770" y="50903"/>
                </a:lnTo>
                <a:lnTo>
                  <a:pt x="78767" y="50676"/>
                </a:lnTo>
                <a:lnTo>
                  <a:pt x="78767" y="0"/>
                </a:lnTo>
                <a:lnTo>
                  <a:pt x="51133" y="0"/>
                </a:lnTo>
                <a:lnTo>
                  <a:pt x="51133" y="10373"/>
                </a:lnTo>
                <a:lnTo>
                  <a:pt x="67291" y="10373"/>
                </a:lnTo>
                <a:lnTo>
                  <a:pt x="67291" y="50676"/>
                </a:lnTo>
                <a:lnTo>
                  <a:pt x="67295" y="51079"/>
                </a:lnTo>
                <a:lnTo>
                  <a:pt x="67306" y="51479"/>
                </a:lnTo>
                <a:lnTo>
                  <a:pt x="67324" y="51874"/>
                </a:lnTo>
                <a:lnTo>
                  <a:pt x="67350" y="52265"/>
                </a:lnTo>
                <a:lnTo>
                  <a:pt x="67383" y="52653"/>
                </a:lnTo>
                <a:lnTo>
                  <a:pt x="67423" y="53036"/>
                </a:lnTo>
                <a:lnTo>
                  <a:pt x="67471" y="53416"/>
                </a:lnTo>
                <a:lnTo>
                  <a:pt x="67526" y="53792"/>
                </a:lnTo>
                <a:lnTo>
                  <a:pt x="67588" y="54163"/>
                </a:lnTo>
                <a:lnTo>
                  <a:pt x="67658" y="54531"/>
                </a:lnTo>
                <a:lnTo>
                  <a:pt x="67735" y="54894"/>
                </a:lnTo>
                <a:lnTo>
                  <a:pt x="67819" y="55254"/>
                </a:lnTo>
                <a:lnTo>
                  <a:pt x="67911" y="55610"/>
                </a:lnTo>
                <a:lnTo>
                  <a:pt x="68010" y="55961"/>
                </a:lnTo>
                <a:lnTo>
                  <a:pt x="68116" y="56309"/>
                </a:lnTo>
                <a:lnTo>
                  <a:pt x="68230" y="56652"/>
                </a:lnTo>
                <a:lnTo>
                  <a:pt x="68351" y="56992"/>
                </a:lnTo>
                <a:lnTo>
                  <a:pt x="68479" y="57328"/>
                </a:lnTo>
                <a:lnTo>
                  <a:pt x="68615" y="57660"/>
                </a:lnTo>
                <a:lnTo>
                  <a:pt x="68757" y="57987"/>
                </a:lnTo>
                <a:lnTo>
                  <a:pt x="68908" y="58311"/>
                </a:lnTo>
                <a:lnTo>
                  <a:pt x="69065" y="58631"/>
                </a:lnTo>
                <a:lnTo>
                  <a:pt x="69230" y="58947"/>
                </a:lnTo>
                <a:lnTo>
                  <a:pt x="69403" y="59258"/>
                </a:lnTo>
                <a:lnTo>
                  <a:pt x="69581" y="59565"/>
                </a:lnTo>
                <a:lnTo>
                  <a:pt x="69766" y="59866"/>
                </a:lnTo>
                <a:lnTo>
                  <a:pt x="69955" y="60161"/>
                </a:lnTo>
                <a:lnTo>
                  <a:pt x="70151" y="60451"/>
                </a:lnTo>
                <a:lnTo>
                  <a:pt x="70352" y="60734"/>
                </a:lnTo>
                <a:lnTo>
                  <a:pt x="70558" y="61011"/>
                </a:lnTo>
                <a:lnTo>
                  <a:pt x="70771" y="61283"/>
                </a:lnTo>
                <a:lnTo>
                  <a:pt x="70988" y="61548"/>
                </a:lnTo>
                <a:lnTo>
                  <a:pt x="71212" y="61808"/>
                </a:lnTo>
                <a:lnTo>
                  <a:pt x="71441" y="62062"/>
                </a:lnTo>
                <a:lnTo>
                  <a:pt x="71675" y="62310"/>
                </a:lnTo>
                <a:lnTo>
                  <a:pt x="71915" y="62552"/>
                </a:lnTo>
                <a:lnTo>
                  <a:pt x="72161" y="62788"/>
                </a:lnTo>
                <a:lnTo>
                  <a:pt x="72412" y="63018"/>
                </a:lnTo>
                <a:lnTo>
                  <a:pt x="72669" y="63242"/>
                </a:lnTo>
                <a:lnTo>
                  <a:pt x="72931" y="63461"/>
                </a:lnTo>
                <a:lnTo>
                  <a:pt x="73199" y="63673"/>
                </a:lnTo>
                <a:lnTo>
                  <a:pt x="73473" y="63880"/>
                </a:lnTo>
                <a:lnTo>
                  <a:pt x="73752" y="64081"/>
                </a:lnTo>
                <a:lnTo>
                  <a:pt x="74037" y="64276"/>
                </a:lnTo>
                <a:lnTo>
                  <a:pt x="74327" y="64465"/>
                </a:lnTo>
                <a:lnTo>
                  <a:pt x="74623" y="64648"/>
                </a:lnTo>
                <a:lnTo>
                  <a:pt x="74924" y="64825"/>
                </a:lnTo>
                <a:lnTo>
                  <a:pt x="75231" y="64996"/>
                </a:lnTo>
                <a:lnTo>
                  <a:pt x="75543" y="65161"/>
                </a:lnTo>
                <a:lnTo>
                  <a:pt x="75860" y="65319"/>
                </a:lnTo>
                <a:lnTo>
                  <a:pt x="76180" y="65470"/>
                </a:lnTo>
                <a:lnTo>
                  <a:pt x="76505" y="65613"/>
                </a:lnTo>
                <a:lnTo>
                  <a:pt x="76835" y="65750"/>
                </a:lnTo>
                <a:lnTo>
                  <a:pt x="77168" y="65880"/>
                </a:lnTo>
                <a:lnTo>
                  <a:pt x="77506" y="66003"/>
                </a:lnTo>
                <a:lnTo>
                  <a:pt x="77848" y="66118"/>
                </a:lnTo>
                <a:lnTo>
                  <a:pt x="78195" y="66227"/>
                </a:lnTo>
                <a:lnTo>
                  <a:pt x="78546" y="66329"/>
                </a:lnTo>
                <a:lnTo>
                  <a:pt x="78901" y="66423"/>
                </a:lnTo>
                <a:lnTo>
                  <a:pt x="79260" y="66511"/>
                </a:lnTo>
                <a:lnTo>
                  <a:pt x="79624" y="66592"/>
                </a:lnTo>
                <a:lnTo>
                  <a:pt x="79992" y="66665"/>
                </a:lnTo>
                <a:lnTo>
                  <a:pt x="80364" y="66732"/>
                </a:lnTo>
                <a:lnTo>
                  <a:pt x="80741" y="66792"/>
                </a:lnTo>
                <a:lnTo>
                  <a:pt x="81121" y="66844"/>
                </a:lnTo>
                <a:lnTo>
                  <a:pt x="81507" y="66890"/>
                </a:lnTo>
                <a:lnTo>
                  <a:pt x="81896" y="66928"/>
                </a:lnTo>
                <a:lnTo>
                  <a:pt x="82290" y="66960"/>
                </a:lnTo>
                <a:lnTo>
                  <a:pt x="82688" y="66985"/>
                </a:lnTo>
                <a:lnTo>
                  <a:pt x="83090" y="67002"/>
                </a:lnTo>
                <a:lnTo>
                  <a:pt x="83497" y="67013"/>
                </a:lnTo>
                <a:lnTo>
                  <a:pt x="83908" y="67016"/>
                </a:lnTo>
                <a:lnTo>
                  <a:pt x="99974" y="67016"/>
                </a:lnTo>
                <a:lnTo>
                  <a:pt x="99974" y="56642"/>
                </a:lnTo>
                <a:close/>
                <a:moveTo>
                  <a:pt x="190061" y="67814"/>
                </a:moveTo>
                <a:lnTo>
                  <a:pt x="190831" y="67779"/>
                </a:lnTo>
                <a:lnTo>
                  <a:pt x="191584" y="67729"/>
                </a:lnTo>
                <a:lnTo>
                  <a:pt x="192321" y="67665"/>
                </a:lnTo>
                <a:lnTo>
                  <a:pt x="193042" y="67587"/>
                </a:lnTo>
                <a:lnTo>
                  <a:pt x="193746" y="67495"/>
                </a:lnTo>
                <a:lnTo>
                  <a:pt x="194434" y="67389"/>
                </a:lnTo>
                <a:lnTo>
                  <a:pt x="195105" y="67268"/>
                </a:lnTo>
                <a:lnTo>
                  <a:pt x="195760" y="67133"/>
                </a:lnTo>
                <a:lnTo>
                  <a:pt x="196399" y="66985"/>
                </a:lnTo>
                <a:lnTo>
                  <a:pt x="197021" y="66821"/>
                </a:lnTo>
                <a:lnTo>
                  <a:pt x="197627" y="66644"/>
                </a:lnTo>
                <a:lnTo>
                  <a:pt x="198216" y="66453"/>
                </a:lnTo>
                <a:lnTo>
                  <a:pt x="198789" y="66247"/>
                </a:lnTo>
                <a:lnTo>
                  <a:pt x="199345" y="66027"/>
                </a:lnTo>
                <a:lnTo>
                  <a:pt x="199885" y="65793"/>
                </a:lnTo>
                <a:lnTo>
                  <a:pt x="200409" y="65545"/>
                </a:lnTo>
                <a:lnTo>
                  <a:pt x="200916" y="65283"/>
                </a:lnTo>
                <a:lnTo>
                  <a:pt x="201407" y="65006"/>
                </a:lnTo>
                <a:lnTo>
                  <a:pt x="201881" y="64715"/>
                </a:lnTo>
                <a:lnTo>
                  <a:pt x="202339" y="64410"/>
                </a:lnTo>
                <a:lnTo>
                  <a:pt x="202780" y="64091"/>
                </a:lnTo>
                <a:lnTo>
                  <a:pt x="203206" y="63758"/>
                </a:lnTo>
                <a:lnTo>
                  <a:pt x="203614" y="63412"/>
                </a:lnTo>
                <a:lnTo>
                  <a:pt x="204005" y="63054"/>
                </a:lnTo>
                <a:lnTo>
                  <a:pt x="204378" y="62685"/>
                </a:lnTo>
                <a:lnTo>
                  <a:pt x="204734" y="62305"/>
                </a:lnTo>
                <a:lnTo>
                  <a:pt x="205073" y="61914"/>
                </a:lnTo>
                <a:lnTo>
                  <a:pt x="205395" y="61511"/>
                </a:lnTo>
                <a:lnTo>
                  <a:pt x="205699" y="61097"/>
                </a:lnTo>
                <a:lnTo>
                  <a:pt x="205985" y="60672"/>
                </a:lnTo>
                <a:lnTo>
                  <a:pt x="206255" y="60235"/>
                </a:lnTo>
                <a:lnTo>
                  <a:pt x="206507" y="59787"/>
                </a:lnTo>
                <a:lnTo>
                  <a:pt x="206741" y="59328"/>
                </a:lnTo>
                <a:lnTo>
                  <a:pt x="206958" y="58857"/>
                </a:lnTo>
                <a:lnTo>
                  <a:pt x="207158" y="58375"/>
                </a:lnTo>
                <a:lnTo>
                  <a:pt x="207341" y="57882"/>
                </a:lnTo>
                <a:lnTo>
                  <a:pt x="207506" y="57377"/>
                </a:lnTo>
                <a:lnTo>
                  <a:pt x="207653" y="56862"/>
                </a:lnTo>
                <a:lnTo>
                  <a:pt x="207784" y="56334"/>
                </a:lnTo>
                <a:lnTo>
                  <a:pt x="207896" y="55796"/>
                </a:lnTo>
                <a:lnTo>
                  <a:pt x="207992" y="55246"/>
                </a:lnTo>
                <a:lnTo>
                  <a:pt x="208070" y="54685"/>
                </a:lnTo>
                <a:lnTo>
                  <a:pt x="208131" y="54112"/>
                </a:lnTo>
                <a:lnTo>
                  <a:pt x="208174" y="53529"/>
                </a:lnTo>
                <a:lnTo>
                  <a:pt x="208201" y="52934"/>
                </a:lnTo>
                <a:lnTo>
                  <a:pt x="208209" y="52327"/>
                </a:lnTo>
                <a:lnTo>
                  <a:pt x="208202" y="51759"/>
                </a:lnTo>
                <a:lnTo>
                  <a:pt x="208180" y="51203"/>
                </a:lnTo>
                <a:lnTo>
                  <a:pt x="208143" y="50658"/>
                </a:lnTo>
                <a:lnTo>
                  <a:pt x="208091" y="50125"/>
                </a:lnTo>
                <a:lnTo>
                  <a:pt x="208024" y="49604"/>
                </a:lnTo>
                <a:lnTo>
                  <a:pt x="207942" y="49094"/>
                </a:lnTo>
                <a:lnTo>
                  <a:pt x="207846" y="48596"/>
                </a:lnTo>
                <a:lnTo>
                  <a:pt x="207735" y="48110"/>
                </a:lnTo>
                <a:lnTo>
                  <a:pt x="207609" y="47635"/>
                </a:lnTo>
                <a:lnTo>
                  <a:pt x="207468" y="47171"/>
                </a:lnTo>
                <a:lnTo>
                  <a:pt x="207313" y="46720"/>
                </a:lnTo>
                <a:lnTo>
                  <a:pt x="207142" y="46280"/>
                </a:lnTo>
                <a:lnTo>
                  <a:pt x="206957" y="45852"/>
                </a:lnTo>
                <a:lnTo>
                  <a:pt x="206757" y="45435"/>
                </a:lnTo>
                <a:lnTo>
                  <a:pt x="206542" y="45030"/>
                </a:lnTo>
                <a:lnTo>
                  <a:pt x="206312" y="44636"/>
                </a:lnTo>
                <a:lnTo>
                  <a:pt x="206068" y="44255"/>
                </a:lnTo>
                <a:lnTo>
                  <a:pt x="205808" y="43885"/>
                </a:lnTo>
                <a:lnTo>
                  <a:pt x="205534" y="43526"/>
                </a:lnTo>
                <a:lnTo>
                  <a:pt x="205245" y="43179"/>
                </a:lnTo>
                <a:lnTo>
                  <a:pt x="204941" y="42844"/>
                </a:lnTo>
                <a:lnTo>
                  <a:pt x="204623" y="42520"/>
                </a:lnTo>
                <a:lnTo>
                  <a:pt x="204289" y="42208"/>
                </a:lnTo>
                <a:lnTo>
                  <a:pt x="203941" y="41908"/>
                </a:lnTo>
                <a:lnTo>
                  <a:pt x="203577" y="41617"/>
                </a:lnTo>
                <a:lnTo>
                  <a:pt x="203197" y="41335"/>
                </a:lnTo>
                <a:lnTo>
                  <a:pt x="202800" y="41060"/>
                </a:lnTo>
                <a:lnTo>
                  <a:pt x="202387" y="40792"/>
                </a:lnTo>
                <a:lnTo>
                  <a:pt x="201957" y="40533"/>
                </a:lnTo>
                <a:lnTo>
                  <a:pt x="201511" y="40281"/>
                </a:lnTo>
                <a:lnTo>
                  <a:pt x="201049" y="40038"/>
                </a:lnTo>
                <a:lnTo>
                  <a:pt x="200570" y="39802"/>
                </a:lnTo>
                <a:lnTo>
                  <a:pt x="200075" y="39574"/>
                </a:lnTo>
                <a:lnTo>
                  <a:pt x="199563" y="39353"/>
                </a:lnTo>
                <a:lnTo>
                  <a:pt x="199035" y="39141"/>
                </a:lnTo>
                <a:lnTo>
                  <a:pt x="198490" y="38936"/>
                </a:lnTo>
                <a:lnTo>
                  <a:pt x="197929" y="38739"/>
                </a:lnTo>
                <a:lnTo>
                  <a:pt x="197352" y="38550"/>
                </a:lnTo>
                <a:lnTo>
                  <a:pt x="196758" y="38368"/>
                </a:lnTo>
                <a:lnTo>
                  <a:pt x="196148" y="38195"/>
                </a:lnTo>
                <a:lnTo>
                  <a:pt x="195521" y="38029"/>
                </a:lnTo>
                <a:lnTo>
                  <a:pt x="194878" y="37871"/>
                </a:lnTo>
                <a:lnTo>
                  <a:pt x="194219" y="37721"/>
                </a:lnTo>
                <a:lnTo>
                  <a:pt x="193543" y="37579"/>
                </a:lnTo>
                <a:lnTo>
                  <a:pt x="192851" y="37444"/>
                </a:lnTo>
                <a:lnTo>
                  <a:pt x="192142" y="37318"/>
                </a:lnTo>
                <a:lnTo>
                  <a:pt x="191417" y="37199"/>
                </a:lnTo>
                <a:lnTo>
                  <a:pt x="190675" y="37088"/>
                </a:lnTo>
                <a:lnTo>
                  <a:pt x="184157" y="36170"/>
                </a:lnTo>
                <a:lnTo>
                  <a:pt x="183870" y="36123"/>
                </a:lnTo>
                <a:lnTo>
                  <a:pt x="183589" y="36074"/>
                </a:lnTo>
                <a:lnTo>
                  <a:pt x="183315" y="36022"/>
                </a:lnTo>
                <a:lnTo>
                  <a:pt x="183048" y="35968"/>
                </a:lnTo>
                <a:lnTo>
                  <a:pt x="182788" y="35911"/>
                </a:lnTo>
                <a:lnTo>
                  <a:pt x="182534" y="35852"/>
                </a:lnTo>
                <a:lnTo>
                  <a:pt x="182286" y="35791"/>
                </a:lnTo>
                <a:lnTo>
                  <a:pt x="182046" y="35727"/>
                </a:lnTo>
                <a:lnTo>
                  <a:pt x="181812" y="35661"/>
                </a:lnTo>
                <a:lnTo>
                  <a:pt x="181585" y="35592"/>
                </a:lnTo>
                <a:lnTo>
                  <a:pt x="181365" y="35521"/>
                </a:lnTo>
                <a:lnTo>
                  <a:pt x="181151" y="35447"/>
                </a:lnTo>
                <a:lnTo>
                  <a:pt x="180944" y="35372"/>
                </a:lnTo>
                <a:lnTo>
                  <a:pt x="180743" y="35294"/>
                </a:lnTo>
                <a:lnTo>
                  <a:pt x="180550" y="35213"/>
                </a:lnTo>
                <a:lnTo>
                  <a:pt x="180363" y="35130"/>
                </a:lnTo>
                <a:lnTo>
                  <a:pt x="180182" y="35045"/>
                </a:lnTo>
                <a:lnTo>
                  <a:pt x="180009" y="34957"/>
                </a:lnTo>
                <a:lnTo>
                  <a:pt x="179842" y="34867"/>
                </a:lnTo>
                <a:lnTo>
                  <a:pt x="179682" y="34774"/>
                </a:lnTo>
                <a:lnTo>
                  <a:pt x="179528" y="34679"/>
                </a:lnTo>
                <a:lnTo>
                  <a:pt x="179381" y="34582"/>
                </a:lnTo>
                <a:lnTo>
                  <a:pt x="179241" y="34482"/>
                </a:lnTo>
                <a:lnTo>
                  <a:pt x="179107" y="34380"/>
                </a:lnTo>
                <a:lnTo>
                  <a:pt x="178980" y="34274"/>
                </a:lnTo>
                <a:lnTo>
                  <a:pt x="178858" y="34164"/>
                </a:lnTo>
                <a:lnTo>
                  <a:pt x="178742" y="34049"/>
                </a:lnTo>
                <a:lnTo>
                  <a:pt x="178631" y="33930"/>
                </a:lnTo>
                <a:lnTo>
                  <a:pt x="178525" y="33806"/>
                </a:lnTo>
                <a:lnTo>
                  <a:pt x="178425" y="33677"/>
                </a:lnTo>
                <a:lnTo>
                  <a:pt x="178330" y="33544"/>
                </a:lnTo>
                <a:lnTo>
                  <a:pt x="178240" y="33406"/>
                </a:lnTo>
                <a:lnTo>
                  <a:pt x="178156" y="33263"/>
                </a:lnTo>
                <a:lnTo>
                  <a:pt x="178078" y="33116"/>
                </a:lnTo>
                <a:lnTo>
                  <a:pt x="178005" y="32964"/>
                </a:lnTo>
                <a:lnTo>
                  <a:pt x="177937" y="32808"/>
                </a:lnTo>
                <a:lnTo>
                  <a:pt x="177875" y="32647"/>
                </a:lnTo>
                <a:lnTo>
                  <a:pt x="177818" y="32481"/>
                </a:lnTo>
                <a:lnTo>
                  <a:pt x="177766" y="32311"/>
                </a:lnTo>
                <a:lnTo>
                  <a:pt x="177720" y="32136"/>
                </a:lnTo>
                <a:lnTo>
                  <a:pt x="177680" y="31956"/>
                </a:lnTo>
                <a:lnTo>
                  <a:pt x="177644" y="31772"/>
                </a:lnTo>
                <a:lnTo>
                  <a:pt x="177615" y="31583"/>
                </a:lnTo>
                <a:lnTo>
                  <a:pt x="177590" y="31390"/>
                </a:lnTo>
                <a:lnTo>
                  <a:pt x="177571" y="31192"/>
                </a:lnTo>
                <a:lnTo>
                  <a:pt x="177558" y="30989"/>
                </a:lnTo>
                <a:lnTo>
                  <a:pt x="177550" y="30782"/>
                </a:lnTo>
                <a:lnTo>
                  <a:pt x="177547" y="30570"/>
                </a:lnTo>
                <a:lnTo>
                  <a:pt x="177550" y="30343"/>
                </a:lnTo>
                <a:lnTo>
                  <a:pt x="177559" y="30120"/>
                </a:lnTo>
                <a:lnTo>
                  <a:pt x="177575" y="29902"/>
                </a:lnTo>
                <a:lnTo>
                  <a:pt x="177597" y="29689"/>
                </a:lnTo>
                <a:lnTo>
                  <a:pt x="177625" y="29480"/>
                </a:lnTo>
                <a:lnTo>
                  <a:pt x="177659" y="29276"/>
                </a:lnTo>
                <a:lnTo>
                  <a:pt x="177699" y="29077"/>
                </a:lnTo>
                <a:lnTo>
                  <a:pt x="177746" y="28882"/>
                </a:lnTo>
                <a:lnTo>
                  <a:pt x="177799" y="28692"/>
                </a:lnTo>
                <a:lnTo>
                  <a:pt x="177858" y="28506"/>
                </a:lnTo>
                <a:lnTo>
                  <a:pt x="177923" y="28325"/>
                </a:lnTo>
                <a:lnTo>
                  <a:pt x="177994" y="28149"/>
                </a:lnTo>
                <a:lnTo>
                  <a:pt x="178072" y="27977"/>
                </a:lnTo>
                <a:lnTo>
                  <a:pt x="178156" y="27810"/>
                </a:lnTo>
                <a:lnTo>
                  <a:pt x="178246" y="27648"/>
                </a:lnTo>
                <a:lnTo>
                  <a:pt x="178343" y="27490"/>
                </a:lnTo>
                <a:lnTo>
                  <a:pt x="178445" y="27337"/>
                </a:lnTo>
                <a:lnTo>
                  <a:pt x="178554" y="27188"/>
                </a:lnTo>
                <a:lnTo>
                  <a:pt x="178669" y="27044"/>
                </a:lnTo>
                <a:lnTo>
                  <a:pt x="178790" y="26905"/>
                </a:lnTo>
                <a:lnTo>
                  <a:pt x="178918" y="26770"/>
                </a:lnTo>
                <a:lnTo>
                  <a:pt x="179051" y="26640"/>
                </a:lnTo>
                <a:lnTo>
                  <a:pt x="179191" y="26515"/>
                </a:lnTo>
                <a:lnTo>
                  <a:pt x="179337" y="26394"/>
                </a:lnTo>
                <a:lnTo>
                  <a:pt x="179490" y="26278"/>
                </a:lnTo>
                <a:lnTo>
                  <a:pt x="179650" y="26167"/>
                </a:lnTo>
                <a:lnTo>
                  <a:pt x="179818" y="26060"/>
                </a:lnTo>
                <a:lnTo>
                  <a:pt x="179994" y="25959"/>
                </a:lnTo>
                <a:lnTo>
                  <a:pt x="180177" y="25863"/>
                </a:lnTo>
                <a:lnTo>
                  <a:pt x="180367" y="25771"/>
                </a:lnTo>
                <a:lnTo>
                  <a:pt x="180565" y="25685"/>
                </a:lnTo>
                <a:lnTo>
                  <a:pt x="180770" y="25603"/>
                </a:lnTo>
                <a:lnTo>
                  <a:pt x="180983" y="25527"/>
                </a:lnTo>
                <a:lnTo>
                  <a:pt x="181203" y="25455"/>
                </a:lnTo>
                <a:lnTo>
                  <a:pt x="181431" y="25388"/>
                </a:lnTo>
                <a:lnTo>
                  <a:pt x="181667" y="25327"/>
                </a:lnTo>
                <a:lnTo>
                  <a:pt x="181909" y="25270"/>
                </a:lnTo>
                <a:lnTo>
                  <a:pt x="182160" y="25218"/>
                </a:lnTo>
                <a:lnTo>
                  <a:pt x="182418" y="25171"/>
                </a:lnTo>
                <a:lnTo>
                  <a:pt x="182683" y="25129"/>
                </a:lnTo>
                <a:lnTo>
                  <a:pt x="182956" y="25092"/>
                </a:lnTo>
                <a:lnTo>
                  <a:pt x="183236" y="25060"/>
                </a:lnTo>
                <a:lnTo>
                  <a:pt x="183524" y="25033"/>
                </a:lnTo>
                <a:lnTo>
                  <a:pt x="183819" y="25010"/>
                </a:lnTo>
                <a:lnTo>
                  <a:pt x="184122" y="24993"/>
                </a:lnTo>
                <a:lnTo>
                  <a:pt x="184432" y="24981"/>
                </a:lnTo>
                <a:lnTo>
                  <a:pt x="184750" y="24973"/>
                </a:lnTo>
                <a:lnTo>
                  <a:pt x="185075" y="24971"/>
                </a:lnTo>
                <a:lnTo>
                  <a:pt x="188564" y="24971"/>
                </a:lnTo>
                <a:lnTo>
                  <a:pt x="188830" y="24973"/>
                </a:lnTo>
                <a:lnTo>
                  <a:pt x="189091" y="24980"/>
                </a:lnTo>
                <a:lnTo>
                  <a:pt x="189348" y="24991"/>
                </a:lnTo>
                <a:lnTo>
                  <a:pt x="189601" y="25007"/>
                </a:lnTo>
                <a:lnTo>
                  <a:pt x="189849" y="25027"/>
                </a:lnTo>
                <a:lnTo>
                  <a:pt x="190093" y="25051"/>
                </a:lnTo>
                <a:lnTo>
                  <a:pt x="190333" y="25080"/>
                </a:lnTo>
                <a:lnTo>
                  <a:pt x="190568" y="25114"/>
                </a:lnTo>
                <a:lnTo>
                  <a:pt x="190799" y="25152"/>
                </a:lnTo>
                <a:lnTo>
                  <a:pt x="191026" y="25194"/>
                </a:lnTo>
                <a:lnTo>
                  <a:pt x="191249" y="25241"/>
                </a:lnTo>
                <a:lnTo>
                  <a:pt x="191467" y="25292"/>
                </a:lnTo>
                <a:lnTo>
                  <a:pt x="191681" y="25348"/>
                </a:lnTo>
                <a:lnTo>
                  <a:pt x="191890" y="25408"/>
                </a:lnTo>
                <a:lnTo>
                  <a:pt x="192096" y="25473"/>
                </a:lnTo>
                <a:lnTo>
                  <a:pt x="192297" y="25542"/>
                </a:lnTo>
                <a:lnTo>
                  <a:pt x="192493" y="25616"/>
                </a:lnTo>
                <a:lnTo>
                  <a:pt x="192686" y="25694"/>
                </a:lnTo>
                <a:lnTo>
                  <a:pt x="192874" y="25777"/>
                </a:lnTo>
                <a:lnTo>
                  <a:pt x="193058" y="25864"/>
                </a:lnTo>
                <a:lnTo>
                  <a:pt x="193237" y="25955"/>
                </a:lnTo>
                <a:lnTo>
                  <a:pt x="193412" y="26051"/>
                </a:lnTo>
                <a:lnTo>
                  <a:pt x="193583" y="26152"/>
                </a:lnTo>
                <a:lnTo>
                  <a:pt x="193750" y="26257"/>
                </a:lnTo>
                <a:lnTo>
                  <a:pt x="193912" y="26365"/>
                </a:lnTo>
                <a:lnTo>
                  <a:pt x="194067" y="26476"/>
                </a:lnTo>
                <a:lnTo>
                  <a:pt x="194217" y="26589"/>
                </a:lnTo>
                <a:lnTo>
                  <a:pt x="194361" y="26705"/>
                </a:lnTo>
                <a:lnTo>
                  <a:pt x="194499" y="26824"/>
                </a:lnTo>
                <a:lnTo>
                  <a:pt x="194631" y="26945"/>
                </a:lnTo>
                <a:lnTo>
                  <a:pt x="194757" y="27069"/>
                </a:lnTo>
                <a:lnTo>
                  <a:pt x="194877" y="27195"/>
                </a:lnTo>
                <a:lnTo>
                  <a:pt x="194992" y="27323"/>
                </a:lnTo>
                <a:lnTo>
                  <a:pt x="195100" y="27455"/>
                </a:lnTo>
                <a:lnTo>
                  <a:pt x="195203" y="27588"/>
                </a:lnTo>
                <a:lnTo>
                  <a:pt x="195299" y="27725"/>
                </a:lnTo>
                <a:lnTo>
                  <a:pt x="195390" y="27864"/>
                </a:lnTo>
                <a:lnTo>
                  <a:pt x="195475" y="28005"/>
                </a:lnTo>
                <a:lnTo>
                  <a:pt x="195554" y="28149"/>
                </a:lnTo>
                <a:lnTo>
                  <a:pt x="195627" y="28296"/>
                </a:lnTo>
                <a:lnTo>
                  <a:pt x="195694" y="28445"/>
                </a:lnTo>
                <a:lnTo>
                  <a:pt x="195756" y="28596"/>
                </a:lnTo>
                <a:lnTo>
                  <a:pt x="195811" y="28751"/>
                </a:lnTo>
                <a:lnTo>
                  <a:pt x="195861" y="28907"/>
                </a:lnTo>
                <a:lnTo>
                  <a:pt x="195904" y="29067"/>
                </a:lnTo>
                <a:lnTo>
                  <a:pt x="195942" y="29229"/>
                </a:lnTo>
                <a:lnTo>
                  <a:pt x="195974" y="29393"/>
                </a:lnTo>
                <a:lnTo>
                  <a:pt x="196000" y="29560"/>
                </a:lnTo>
                <a:lnTo>
                  <a:pt x="207475" y="29560"/>
                </a:lnTo>
                <a:lnTo>
                  <a:pt x="207436" y="29036"/>
                </a:lnTo>
                <a:lnTo>
                  <a:pt x="207381" y="28522"/>
                </a:lnTo>
                <a:lnTo>
                  <a:pt x="207310" y="28016"/>
                </a:lnTo>
                <a:lnTo>
                  <a:pt x="207223" y="27520"/>
                </a:lnTo>
                <a:lnTo>
                  <a:pt x="207119" y="27032"/>
                </a:lnTo>
                <a:lnTo>
                  <a:pt x="206999" y="26553"/>
                </a:lnTo>
                <a:lnTo>
                  <a:pt x="206863" y="26083"/>
                </a:lnTo>
                <a:lnTo>
                  <a:pt x="206710" y="25623"/>
                </a:lnTo>
                <a:lnTo>
                  <a:pt x="206541" y="25171"/>
                </a:lnTo>
                <a:lnTo>
                  <a:pt x="206356" y="24727"/>
                </a:lnTo>
                <a:lnTo>
                  <a:pt x="206155" y="24293"/>
                </a:lnTo>
                <a:lnTo>
                  <a:pt x="205937" y="23868"/>
                </a:lnTo>
                <a:lnTo>
                  <a:pt x="205704" y="23452"/>
                </a:lnTo>
                <a:lnTo>
                  <a:pt x="205454" y="23044"/>
                </a:lnTo>
                <a:lnTo>
                  <a:pt x="205187" y="22646"/>
                </a:lnTo>
                <a:lnTo>
                  <a:pt x="204905" y="22256"/>
                </a:lnTo>
                <a:lnTo>
                  <a:pt x="204606" y="21876"/>
                </a:lnTo>
                <a:lnTo>
                  <a:pt x="204291" y="21504"/>
                </a:lnTo>
                <a:lnTo>
                  <a:pt x="203959" y="21141"/>
                </a:lnTo>
                <a:lnTo>
                  <a:pt x="203611" y="20788"/>
                </a:lnTo>
                <a:lnTo>
                  <a:pt x="203248" y="20443"/>
                </a:lnTo>
                <a:lnTo>
                  <a:pt x="202867" y="20107"/>
                </a:lnTo>
                <a:lnTo>
                  <a:pt x="202471" y="19780"/>
                </a:lnTo>
                <a:lnTo>
                  <a:pt x="202058" y="19461"/>
                </a:lnTo>
                <a:lnTo>
                  <a:pt x="201632" y="19154"/>
                </a:lnTo>
                <a:lnTo>
                  <a:pt x="201193" y="18860"/>
                </a:lnTo>
                <a:lnTo>
                  <a:pt x="200743" y="18579"/>
                </a:lnTo>
                <a:lnTo>
                  <a:pt x="200281" y="18311"/>
                </a:lnTo>
                <a:lnTo>
                  <a:pt x="199807" y="18056"/>
                </a:lnTo>
                <a:lnTo>
                  <a:pt x="199322" y="17815"/>
                </a:lnTo>
                <a:lnTo>
                  <a:pt x="198824" y="17586"/>
                </a:lnTo>
                <a:lnTo>
                  <a:pt x="198315" y="17370"/>
                </a:lnTo>
                <a:lnTo>
                  <a:pt x="197794" y="17168"/>
                </a:lnTo>
                <a:lnTo>
                  <a:pt x="197261" y="16978"/>
                </a:lnTo>
                <a:lnTo>
                  <a:pt x="196717" y="16802"/>
                </a:lnTo>
                <a:lnTo>
                  <a:pt x="196160" y="16638"/>
                </a:lnTo>
                <a:lnTo>
                  <a:pt x="195592" y="16488"/>
                </a:lnTo>
                <a:lnTo>
                  <a:pt x="195012" y="16351"/>
                </a:lnTo>
                <a:lnTo>
                  <a:pt x="194421" y="16227"/>
                </a:lnTo>
                <a:lnTo>
                  <a:pt x="193817" y="16116"/>
                </a:lnTo>
                <a:lnTo>
                  <a:pt x="193202" y="16018"/>
                </a:lnTo>
                <a:lnTo>
                  <a:pt x="192575" y="15933"/>
                </a:lnTo>
                <a:lnTo>
                  <a:pt x="191936" y="15861"/>
                </a:lnTo>
                <a:lnTo>
                  <a:pt x="191285" y="15802"/>
                </a:lnTo>
                <a:lnTo>
                  <a:pt x="190623" y="15756"/>
                </a:lnTo>
                <a:lnTo>
                  <a:pt x="189948" y="15724"/>
                </a:lnTo>
                <a:lnTo>
                  <a:pt x="189262" y="15704"/>
                </a:lnTo>
                <a:lnTo>
                  <a:pt x="188564" y="15697"/>
                </a:lnTo>
                <a:lnTo>
                  <a:pt x="185075" y="15697"/>
                </a:lnTo>
                <a:lnTo>
                  <a:pt x="184310" y="15704"/>
                </a:lnTo>
                <a:lnTo>
                  <a:pt x="183561" y="15725"/>
                </a:lnTo>
                <a:lnTo>
                  <a:pt x="182827" y="15758"/>
                </a:lnTo>
                <a:lnTo>
                  <a:pt x="182109" y="15806"/>
                </a:lnTo>
                <a:lnTo>
                  <a:pt x="181407" y="15867"/>
                </a:lnTo>
                <a:lnTo>
                  <a:pt x="180720" y="15941"/>
                </a:lnTo>
                <a:lnTo>
                  <a:pt x="180049" y="16029"/>
                </a:lnTo>
                <a:lnTo>
                  <a:pt x="179393" y="16131"/>
                </a:lnTo>
                <a:lnTo>
                  <a:pt x="178753" y="16246"/>
                </a:lnTo>
                <a:lnTo>
                  <a:pt x="178129" y="16375"/>
                </a:lnTo>
                <a:lnTo>
                  <a:pt x="177520" y="16517"/>
                </a:lnTo>
                <a:lnTo>
                  <a:pt x="176927" y="16673"/>
                </a:lnTo>
                <a:lnTo>
                  <a:pt x="176350" y="16843"/>
                </a:lnTo>
                <a:lnTo>
                  <a:pt x="175788" y="17025"/>
                </a:lnTo>
                <a:lnTo>
                  <a:pt x="175242" y="17222"/>
                </a:lnTo>
                <a:lnTo>
                  <a:pt x="174711" y="17432"/>
                </a:lnTo>
                <a:lnTo>
                  <a:pt x="174196" y="17656"/>
                </a:lnTo>
                <a:lnTo>
                  <a:pt x="173697" y="17893"/>
                </a:lnTo>
                <a:lnTo>
                  <a:pt x="173213" y="18143"/>
                </a:lnTo>
                <a:lnTo>
                  <a:pt x="172745" y="18408"/>
                </a:lnTo>
                <a:lnTo>
                  <a:pt x="172293" y="18685"/>
                </a:lnTo>
                <a:lnTo>
                  <a:pt x="171856" y="18977"/>
                </a:lnTo>
                <a:lnTo>
                  <a:pt x="171435" y="19282"/>
                </a:lnTo>
                <a:lnTo>
                  <a:pt x="171029" y="19600"/>
                </a:lnTo>
                <a:lnTo>
                  <a:pt x="170639" y="19931"/>
                </a:lnTo>
                <a:lnTo>
                  <a:pt x="170266" y="20272"/>
                </a:lnTo>
                <a:lnTo>
                  <a:pt x="169910" y="20625"/>
                </a:lnTo>
                <a:lnTo>
                  <a:pt x="169570" y="20989"/>
                </a:lnTo>
                <a:lnTo>
                  <a:pt x="169247" y="21363"/>
                </a:lnTo>
                <a:lnTo>
                  <a:pt x="168940" y="21749"/>
                </a:lnTo>
                <a:lnTo>
                  <a:pt x="168650" y="22145"/>
                </a:lnTo>
                <a:lnTo>
                  <a:pt x="168377" y="22553"/>
                </a:lnTo>
                <a:lnTo>
                  <a:pt x="168120" y="22971"/>
                </a:lnTo>
                <a:lnTo>
                  <a:pt x="167879" y="23401"/>
                </a:lnTo>
                <a:lnTo>
                  <a:pt x="167656" y="23842"/>
                </a:lnTo>
                <a:lnTo>
                  <a:pt x="167448" y="24293"/>
                </a:lnTo>
                <a:lnTo>
                  <a:pt x="167258" y="24756"/>
                </a:lnTo>
                <a:lnTo>
                  <a:pt x="167084" y="25229"/>
                </a:lnTo>
                <a:lnTo>
                  <a:pt x="166926" y="25714"/>
                </a:lnTo>
                <a:lnTo>
                  <a:pt x="166785" y="26209"/>
                </a:lnTo>
                <a:lnTo>
                  <a:pt x="166661" y="26716"/>
                </a:lnTo>
                <a:lnTo>
                  <a:pt x="166553" y="27234"/>
                </a:lnTo>
                <a:lnTo>
                  <a:pt x="166462" y="27762"/>
                </a:lnTo>
                <a:lnTo>
                  <a:pt x="166388" y="28302"/>
                </a:lnTo>
                <a:lnTo>
                  <a:pt x="166330" y="28852"/>
                </a:lnTo>
                <a:lnTo>
                  <a:pt x="166288" y="29414"/>
                </a:lnTo>
                <a:lnTo>
                  <a:pt x="166263" y="29986"/>
                </a:lnTo>
                <a:lnTo>
                  <a:pt x="166255" y="30570"/>
                </a:lnTo>
                <a:lnTo>
                  <a:pt x="166262" y="31130"/>
                </a:lnTo>
                <a:lnTo>
                  <a:pt x="166283" y="31679"/>
                </a:lnTo>
                <a:lnTo>
                  <a:pt x="166318" y="32215"/>
                </a:lnTo>
                <a:lnTo>
                  <a:pt x="166367" y="32740"/>
                </a:lnTo>
                <a:lnTo>
                  <a:pt x="166430" y="33253"/>
                </a:lnTo>
                <a:lnTo>
                  <a:pt x="166507" y="33755"/>
                </a:lnTo>
                <a:lnTo>
                  <a:pt x="166599" y="34244"/>
                </a:lnTo>
                <a:lnTo>
                  <a:pt x="166704" y="34722"/>
                </a:lnTo>
                <a:lnTo>
                  <a:pt x="166823" y="35188"/>
                </a:lnTo>
                <a:lnTo>
                  <a:pt x="166956" y="35642"/>
                </a:lnTo>
                <a:lnTo>
                  <a:pt x="167104" y="36084"/>
                </a:lnTo>
                <a:lnTo>
                  <a:pt x="167265" y="36515"/>
                </a:lnTo>
                <a:lnTo>
                  <a:pt x="167440" y="36933"/>
                </a:lnTo>
                <a:lnTo>
                  <a:pt x="167630" y="37340"/>
                </a:lnTo>
                <a:lnTo>
                  <a:pt x="167833" y="37735"/>
                </a:lnTo>
                <a:lnTo>
                  <a:pt x="168050" y="38119"/>
                </a:lnTo>
                <a:lnTo>
                  <a:pt x="168282" y="38490"/>
                </a:lnTo>
                <a:lnTo>
                  <a:pt x="168527" y="38850"/>
                </a:lnTo>
                <a:lnTo>
                  <a:pt x="168787" y="39198"/>
                </a:lnTo>
                <a:lnTo>
                  <a:pt x="169060" y="39534"/>
                </a:lnTo>
                <a:lnTo>
                  <a:pt x="169348" y="39858"/>
                </a:lnTo>
                <a:lnTo>
                  <a:pt x="169650" y="40171"/>
                </a:lnTo>
                <a:lnTo>
                  <a:pt x="169965" y="40472"/>
                </a:lnTo>
                <a:lnTo>
                  <a:pt x="170295" y="40761"/>
                </a:lnTo>
                <a:lnTo>
                  <a:pt x="170640" y="41040"/>
                </a:lnTo>
                <a:lnTo>
                  <a:pt x="171000" y="41312"/>
                </a:lnTo>
                <a:lnTo>
                  <a:pt x="171377" y="41576"/>
                </a:lnTo>
                <a:lnTo>
                  <a:pt x="171769" y="41832"/>
                </a:lnTo>
                <a:lnTo>
                  <a:pt x="172177" y="42081"/>
                </a:lnTo>
                <a:lnTo>
                  <a:pt x="172602" y="42322"/>
                </a:lnTo>
                <a:lnTo>
                  <a:pt x="173042" y="42555"/>
                </a:lnTo>
                <a:lnTo>
                  <a:pt x="173498" y="42781"/>
                </a:lnTo>
                <a:lnTo>
                  <a:pt x="173970" y="42999"/>
                </a:lnTo>
                <a:lnTo>
                  <a:pt x="174458" y="43209"/>
                </a:lnTo>
                <a:lnTo>
                  <a:pt x="174962" y="43412"/>
                </a:lnTo>
                <a:lnTo>
                  <a:pt x="175482" y="43607"/>
                </a:lnTo>
                <a:lnTo>
                  <a:pt x="176018" y="43794"/>
                </a:lnTo>
                <a:lnTo>
                  <a:pt x="176570" y="43974"/>
                </a:lnTo>
                <a:lnTo>
                  <a:pt x="177137" y="44146"/>
                </a:lnTo>
                <a:lnTo>
                  <a:pt x="177721" y="44311"/>
                </a:lnTo>
                <a:lnTo>
                  <a:pt x="178321" y="44468"/>
                </a:lnTo>
                <a:lnTo>
                  <a:pt x="178936" y="44617"/>
                </a:lnTo>
                <a:lnTo>
                  <a:pt x="179568" y="44758"/>
                </a:lnTo>
                <a:lnTo>
                  <a:pt x="180215" y="44892"/>
                </a:lnTo>
                <a:lnTo>
                  <a:pt x="180878" y="45018"/>
                </a:lnTo>
                <a:lnTo>
                  <a:pt x="181558" y="45137"/>
                </a:lnTo>
                <a:lnTo>
                  <a:pt x="182253" y="45248"/>
                </a:lnTo>
                <a:lnTo>
                  <a:pt x="182964" y="45351"/>
                </a:lnTo>
                <a:lnTo>
                  <a:pt x="189206" y="46269"/>
                </a:lnTo>
                <a:lnTo>
                  <a:pt x="189531" y="46309"/>
                </a:lnTo>
                <a:lnTo>
                  <a:pt x="189849" y="46353"/>
                </a:lnTo>
                <a:lnTo>
                  <a:pt x="190160" y="46400"/>
                </a:lnTo>
                <a:lnTo>
                  <a:pt x="190464" y="46451"/>
                </a:lnTo>
                <a:lnTo>
                  <a:pt x="190761" y="46506"/>
                </a:lnTo>
                <a:lnTo>
                  <a:pt x="191050" y="46564"/>
                </a:lnTo>
                <a:lnTo>
                  <a:pt x="191333" y="46627"/>
                </a:lnTo>
                <a:lnTo>
                  <a:pt x="191608" y="46692"/>
                </a:lnTo>
                <a:lnTo>
                  <a:pt x="191876" y="46762"/>
                </a:lnTo>
                <a:lnTo>
                  <a:pt x="192137" y="46835"/>
                </a:lnTo>
                <a:lnTo>
                  <a:pt x="192390" y="46912"/>
                </a:lnTo>
                <a:lnTo>
                  <a:pt x="192637" y="46992"/>
                </a:lnTo>
                <a:lnTo>
                  <a:pt x="192876" y="47076"/>
                </a:lnTo>
                <a:lnTo>
                  <a:pt x="193108" y="47164"/>
                </a:lnTo>
                <a:lnTo>
                  <a:pt x="193333" y="47255"/>
                </a:lnTo>
                <a:lnTo>
                  <a:pt x="193551" y="47350"/>
                </a:lnTo>
                <a:lnTo>
                  <a:pt x="193761" y="47449"/>
                </a:lnTo>
                <a:lnTo>
                  <a:pt x="193965" y="47551"/>
                </a:lnTo>
                <a:lnTo>
                  <a:pt x="194161" y="47657"/>
                </a:lnTo>
                <a:lnTo>
                  <a:pt x="194350" y="47767"/>
                </a:lnTo>
                <a:lnTo>
                  <a:pt x="194532" y="47880"/>
                </a:lnTo>
                <a:lnTo>
                  <a:pt x="194707" y="47997"/>
                </a:lnTo>
                <a:lnTo>
                  <a:pt x="194874" y="48118"/>
                </a:lnTo>
                <a:lnTo>
                  <a:pt x="195035" y="48242"/>
                </a:lnTo>
                <a:lnTo>
                  <a:pt x="195188" y="48371"/>
                </a:lnTo>
                <a:lnTo>
                  <a:pt x="195335" y="48503"/>
                </a:lnTo>
                <a:lnTo>
                  <a:pt x="195476" y="48639"/>
                </a:lnTo>
                <a:lnTo>
                  <a:pt x="195610" y="48779"/>
                </a:lnTo>
                <a:lnTo>
                  <a:pt x="195737" y="48923"/>
                </a:lnTo>
                <a:lnTo>
                  <a:pt x="195858" y="49071"/>
                </a:lnTo>
                <a:lnTo>
                  <a:pt x="195973" y="49224"/>
                </a:lnTo>
                <a:lnTo>
                  <a:pt x="196081" y="49380"/>
                </a:lnTo>
                <a:lnTo>
                  <a:pt x="196182" y="49540"/>
                </a:lnTo>
                <a:lnTo>
                  <a:pt x="196277" y="49704"/>
                </a:lnTo>
                <a:lnTo>
                  <a:pt x="196365" y="49872"/>
                </a:lnTo>
                <a:lnTo>
                  <a:pt x="196447" y="50044"/>
                </a:lnTo>
                <a:lnTo>
                  <a:pt x="196522" y="50220"/>
                </a:lnTo>
                <a:lnTo>
                  <a:pt x="196590" y="50400"/>
                </a:lnTo>
                <a:lnTo>
                  <a:pt x="196653" y="50584"/>
                </a:lnTo>
                <a:lnTo>
                  <a:pt x="196708" y="50772"/>
                </a:lnTo>
                <a:lnTo>
                  <a:pt x="196757" y="50964"/>
                </a:lnTo>
                <a:lnTo>
                  <a:pt x="196800" y="51160"/>
                </a:lnTo>
                <a:lnTo>
                  <a:pt x="196836" y="51360"/>
                </a:lnTo>
                <a:lnTo>
                  <a:pt x="196865" y="51564"/>
                </a:lnTo>
                <a:lnTo>
                  <a:pt x="196888" y="51772"/>
                </a:lnTo>
                <a:lnTo>
                  <a:pt x="196904" y="51984"/>
                </a:lnTo>
                <a:lnTo>
                  <a:pt x="196914" y="52200"/>
                </a:lnTo>
                <a:lnTo>
                  <a:pt x="196917" y="52420"/>
                </a:lnTo>
                <a:lnTo>
                  <a:pt x="196914" y="52655"/>
                </a:lnTo>
                <a:lnTo>
                  <a:pt x="196903" y="52886"/>
                </a:lnTo>
                <a:lnTo>
                  <a:pt x="196884" y="53112"/>
                </a:lnTo>
                <a:lnTo>
                  <a:pt x="196859" y="53335"/>
                </a:lnTo>
                <a:lnTo>
                  <a:pt x="196826" y="53553"/>
                </a:lnTo>
                <a:lnTo>
                  <a:pt x="196785" y="53768"/>
                </a:lnTo>
                <a:lnTo>
                  <a:pt x="196738" y="53978"/>
                </a:lnTo>
                <a:lnTo>
                  <a:pt x="196683" y="54184"/>
                </a:lnTo>
                <a:lnTo>
                  <a:pt x="196620" y="54386"/>
                </a:lnTo>
                <a:lnTo>
                  <a:pt x="196551" y="54584"/>
                </a:lnTo>
                <a:lnTo>
                  <a:pt x="196474" y="54777"/>
                </a:lnTo>
                <a:lnTo>
                  <a:pt x="196390" y="54967"/>
                </a:lnTo>
                <a:lnTo>
                  <a:pt x="196298" y="55152"/>
                </a:lnTo>
                <a:lnTo>
                  <a:pt x="196199" y="55333"/>
                </a:lnTo>
                <a:lnTo>
                  <a:pt x="196093" y="55510"/>
                </a:lnTo>
                <a:lnTo>
                  <a:pt x="195979" y="55683"/>
                </a:lnTo>
                <a:lnTo>
                  <a:pt x="195858" y="55852"/>
                </a:lnTo>
                <a:lnTo>
                  <a:pt x="195730" y="56017"/>
                </a:lnTo>
                <a:lnTo>
                  <a:pt x="195594" y="56177"/>
                </a:lnTo>
                <a:lnTo>
                  <a:pt x="195451" y="56334"/>
                </a:lnTo>
                <a:lnTo>
                  <a:pt x="195301" y="56486"/>
                </a:lnTo>
                <a:lnTo>
                  <a:pt x="195143" y="56634"/>
                </a:lnTo>
                <a:lnTo>
                  <a:pt x="194979" y="56778"/>
                </a:lnTo>
                <a:lnTo>
                  <a:pt x="194806" y="56918"/>
                </a:lnTo>
                <a:lnTo>
                  <a:pt x="194627" y="57053"/>
                </a:lnTo>
                <a:lnTo>
                  <a:pt x="194440" y="57182"/>
                </a:lnTo>
                <a:lnTo>
                  <a:pt x="194245" y="57305"/>
                </a:lnTo>
                <a:lnTo>
                  <a:pt x="194044" y="57423"/>
                </a:lnTo>
                <a:lnTo>
                  <a:pt x="193835" y="57535"/>
                </a:lnTo>
                <a:lnTo>
                  <a:pt x="193619" y="57641"/>
                </a:lnTo>
                <a:lnTo>
                  <a:pt x="193395" y="57741"/>
                </a:lnTo>
                <a:lnTo>
                  <a:pt x="193164" y="57836"/>
                </a:lnTo>
                <a:lnTo>
                  <a:pt x="192926" y="57925"/>
                </a:lnTo>
                <a:lnTo>
                  <a:pt x="192680" y="58008"/>
                </a:lnTo>
                <a:lnTo>
                  <a:pt x="192427" y="58086"/>
                </a:lnTo>
                <a:lnTo>
                  <a:pt x="192167" y="58157"/>
                </a:lnTo>
                <a:lnTo>
                  <a:pt x="191900" y="58223"/>
                </a:lnTo>
                <a:lnTo>
                  <a:pt x="191625" y="58284"/>
                </a:lnTo>
                <a:lnTo>
                  <a:pt x="191342" y="58338"/>
                </a:lnTo>
                <a:lnTo>
                  <a:pt x="191053" y="58387"/>
                </a:lnTo>
                <a:lnTo>
                  <a:pt x="190756" y="58430"/>
                </a:lnTo>
                <a:lnTo>
                  <a:pt x="190451" y="58467"/>
                </a:lnTo>
                <a:lnTo>
                  <a:pt x="190140" y="58499"/>
                </a:lnTo>
                <a:lnTo>
                  <a:pt x="189821" y="58525"/>
                </a:lnTo>
                <a:lnTo>
                  <a:pt x="189495" y="58545"/>
                </a:lnTo>
                <a:lnTo>
                  <a:pt x="189161" y="58559"/>
                </a:lnTo>
                <a:lnTo>
                  <a:pt x="188820" y="58568"/>
                </a:lnTo>
                <a:lnTo>
                  <a:pt x="188472" y="58571"/>
                </a:lnTo>
                <a:lnTo>
                  <a:pt x="184433" y="58571"/>
                </a:lnTo>
                <a:lnTo>
                  <a:pt x="184145" y="58568"/>
                </a:lnTo>
                <a:lnTo>
                  <a:pt x="183861" y="58560"/>
                </a:lnTo>
                <a:lnTo>
                  <a:pt x="183582" y="58548"/>
                </a:lnTo>
                <a:lnTo>
                  <a:pt x="183307" y="58530"/>
                </a:lnTo>
                <a:lnTo>
                  <a:pt x="183037" y="58507"/>
                </a:lnTo>
                <a:lnTo>
                  <a:pt x="182772" y="58479"/>
                </a:lnTo>
                <a:lnTo>
                  <a:pt x="182511" y="58446"/>
                </a:lnTo>
                <a:lnTo>
                  <a:pt x="182255" y="58408"/>
                </a:lnTo>
                <a:lnTo>
                  <a:pt x="182004" y="58364"/>
                </a:lnTo>
                <a:lnTo>
                  <a:pt x="181757" y="58316"/>
                </a:lnTo>
                <a:lnTo>
                  <a:pt x="181514" y="58262"/>
                </a:lnTo>
                <a:lnTo>
                  <a:pt x="181277" y="58204"/>
                </a:lnTo>
                <a:lnTo>
                  <a:pt x="181044" y="58140"/>
                </a:lnTo>
                <a:lnTo>
                  <a:pt x="180816" y="58071"/>
                </a:lnTo>
                <a:lnTo>
                  <a:pt x="180592" y="57997"/>
                </a:lnTo>
                <a:lnTo>
                  <a:pt x="180373" y="57918"/>
                </a:lnTo>
                <a:lnTo>
                  <a:pt x="180158" y="57834"/>
                </a:lnTo>
                <a:lnTo>
                  <a:pt x="179948" y="57745"/>
                </a:lnTo>
                <a:lnTo>
                  <a:pt x="179743" y="57651"/>
                </a:lnTo>
                <a:lnTo>
                  <a:pt x="179543" y="57551"/>
                </a:lnTo>
                <a:lnTo>
                  <a:pt x="179347" y="57447"/>
                </a:lnTo>
                <a:lnTo>
                  <a:pt x="179155" y="57337"/>
                </a:lnTo>
                <a:lnTo>
                  <a:pt x="178969" y="57222"/>
                </a:lnTo>
                <a:lnTo>
                  <a:pt x="178787" y="57103"/>
                </a:lnTo>
                <a:lnTo>
                  <a:pt x="178610" y="56979"/>
                </a:lnTo>
                <a:lnTo>
                  <a:pt x="178441" y="56851"/>
                </a:lnTo>
                <a:lnTo>
                  <a:pt x="178278" y="56721"/>
                </a:lnTo>
                <a:lnTo>
                  <a:pt x="178122" y="56587"/>
                </a:lnTo>
                <a:lnTo>
                  <a:pt x="177973" y="56451"/>
                </a:lnTo>
                <a:lnTo>
                  <a:pt x="177831" y="56311"/>
                </a:lnTo>
                <a:lnTo>
                  <a:pt x="177696" y="56167"/>
                </a:lnTo>
                <a:lnTo>
                  <a:pt x="177568" y="56021"/>
                </a:lnTo>
                <a:lnTo>
                  <a:pt x="177446" y="55871"/>
                </a:lnTo>
                <a:lnTo>
                  <a:pt x="177332" y="55719"/>
                </a:lnTo>
                <a:lnTo>
                  <a:pt x="177224" y="55563"/>
                </a:lnTo>
                <a:lnTo>
                  <a:pt x="177123" y="55404"/>
                </a:lnTo>
                <a:lnTo>
                  <a:pt x="177029" y="55242"/>
                </a:lnTo>
                <a:lnTo>
                  <a:pt x="176941" y="55076"/>
                </a:lnTo>
                <a:lnTo>
                  <a:pt x="176861" y="54907"/>
                </a:lnTo>
                <a:lnTo>
                  <a:pt x="176787" y="54736"/>
                </a:lnTo>
                <a:lnTo>
                  <a:pt x="176721" y="54561"/>
                </a:lnTo>
                <a:lnTo>
                  <a:pt x="176661" y="54382"/>
                </a:lnTo>
                <a:lnTo>
                  <a:pt x="176608" y="54201"/>
                </a:lnTo>
                <a:lnTo>
                  <a:pt x="176562" y="54016"/>
                </a:lnTo>
                <a:lnTo>
                  <a:pt x="176523" y="53829"/>
                </a:lnTo>
                <a:lnTo>
                  <a:pt x="176490" y="53638"/>
                </a:lnTo>
                <a:lnTo>
                  <a:pt x="176465" y="53444"/>
                </a:lnTo>
                <a:lnTo>
                  <a:pt x="176446" y="53246"/>
                </a:lnTo>
                <a:lnTo>
                  <a:pt x="164970" y="53246"/>
                </a:lnTo>
                <a:lnTo>
                  <a:pt x="164990" y="53611"/>
                </a:lnTo>
                <a:lnTo>
                  <a:pt x="165017" y="53972"/>
                </a:lnTo>
                <a:lnTo>
                  <a:pt x="165051" y="54330"/>
                </a:lnTo>
                <a:lnTo>
                  <a:pt x="165094" y="54683"/>
                </a:lnTo>
                <a:lnTo>
                  <a:pt x="165144" y="55032"/>
                </a:lnTo>
                <a:lnTo>
                  <a:pt x="165203" y="55377"/>
                </a:lnTo>
                <a:lnTo>
                  <a:pt x="165269" y="55719"/>
                </a:lnTo>
                <a:lnTo>
                  <a:pt x="165343" y="56056"/>
                </a:lnTo>
                <a:lnTo>
                  <a:pt x="165424" y="56389"/>
                </a:lnTo>
                <a:lnTo>
                  <a:pt x="165514" y="56719"/>
                </a:lnTo>
                <a:lnTo>
                  <a:pt x="165611" y="57044"/>
                </a:lnTo>
                <a:lnTo>
                  <a:pt x="165716" y="57365"/>
                </a:lnTo>
                <a:lnTo>
                  <a:pt x="165829" y="57683"/>
                </a:lnTo>
                <a:lnTo>
                  <a:pt x="165950" y="57996"/>
                </a:lnTo>
                <a:lnTo>
                  <a:pt x="166078" y="58306"/>
                </a:lnTo>
                <a:lnTo>
                  <a:pt x="166214" y="58611"/>
                </a:lnTo>
                <a:lnTo>
                  <a:pt x="166358" y="58912"/>
                </a:lnTo>
                <a:lnTo>
                  <a:pt x="166510" y="59210"/>
                </a:lnTo>
                <a:lnTo>
                  <a:pt x="166670" y="59503"/>
                </a:lnTo>
                <a:lnTo>
                  <a:pt x="166838" y="59793"/>
                </a:lnTo>
                <a:lnTo>
                  <a:pt x="167013" y="60079"/>
                </a:lnTo>
                <a:lnTo>
                  <a:pt x="167196" y="60360"/>
                </a:lnTo>
                <a:lnTo>
                  <a:pt x="167387" y="60638"/>
                </a:lnTo>
                <a:lnTo>
                  <a:pt x="167586" y="60911"/>
                </a:lnTo>
                <a:lnTo>
                  <a:pt x="167792" y="61180"/>
                </a:lnTo>
                <a:lnTo>
                  <a:pt x="168004" y="61445"/>
                </a:lnTo>
                <a:lnTo>
                  <a:pt x="168223" y="61704"/>
                </a:lnTo>
                <a:lnTo>
                  <a:pt x="168449" y="61958"/>
                </a:lnTo>
                <a:lnTo>
                  <a:pt x="168681" y="62207"/>
                </a:lnTo>
                <a:lnTo>
                  <a:pt x="168920" y="62452"/>
                </a:lnTo>
                <a:lnTo>
                  <a:pt x="169165" y="62691"/>
                </a:lnTo>
                <a:lnTo>
                  <a:pt x="169417" y="62926"/>
                </a:lnTo>
                <a:lnTo>
                  <a:pt x="169675" y="63155"/>
                </a:lnTo>
                <a:lnTo>
                  <a:pt x="169940" y="63380"/>
                </a:lnTo>
                <a:lnTo>
                  <a:pt x="170211" y="63599"/>
                </a:lnTo>
                <a:lnTo>
                  <a:pt x="170489" y="63814"/>
                </a:lnTo>
                <a:lnTo>
                  <a:pt x="170774" y="64024"/>
                </a:lnTo>
                <a:lnTo>
                  <a:pt x="171065" y="64229"/>
                </a:lnTo>
                <a:lnTo>
                  <a:pt x="171362" y="64429"/>
                </a:lnTo>
                <a:lnTo>
                  <a:pt x="171666" y="64624"/>
                </a:lnTo>
                <a:lnTo>
                  <a:pt x="171977" y="64814"/>
                </a:lnTo>
                <a:lnTo>
                  <a:pt x="172294" y="64999"/>
                </a:lnTo>
                <a:lnTo>
                  <a:pt x="172617" y="65179"/>
                </a:lnTo>
                <a:lnTo>
                  <a:pt x="172948" y="65355"/>
                </a:lnTo>
                <a:lnTo>
                  <a:pt x="173284" y="65525"/>
                </a:lnTo>
                <a:lnTo>
                  <a:pt x="173627" y="65690"/>
                </a:lnTo>
                <a:lnTo>
                  <a:pt x="173977" y="65851"/>
                </a:lnTo>
                <a:lnTo>
                  <a:pt x="174333" y="66006"/>
                </a:lnTo>
                <a:lnTo>
                  <a:pt x="174696" y="66156"/>
                </a:lnTo>
                <a:lnTo>
                  <a:pt x="175063" y="66299"/>
                </a:lnTo>
                <a:lnTo>
                  <a:pt x="175435" y="66437"/>
                </a:lnTo>
                <a:lnTo>
                  <a:pt x="175813" y="66567"/>
                </a:lnTo>
                <a:lnTo>
                  <a:pt x="176195" y="66692"/>
                </a:lnTo>
                <a:lnTo>
                  <a:pt x="176583" y="66810"/>
                </a:lnTo>
                <a:lnTo>
                  <a:pt x="176976" y="66921"/>
                </a:lnTo>
                <a:lnTo>
                  <a:pt x="177374" y="67026"/>
                </a:lnTo>
                <a:lnTo>
                  <a:pt x="177777" y="67125"/>
                </a:lnTo>
                <a:lnTo>
                  <a:pt x="178185" y="67218"/>
                </a:lnTo>
                <a:lnTo>
                  <a:pt x="178598" y="67304"/>
                </a:lnTo>
                <a:lnTo>
                  <a:pt x="179016" y="67384"/>
                </a:lnTo>
                <a:lnTo>
                  <a:pt x="179440" y="67457"/>
                </a:lnTo>
                <a:lnTo>
                  <a:pt x="179868" y="67524"/>
                </a:lnTo>
                <a:lnTo>
                  <a:pt x="180302" y="67584"/>
                </a:lnTo>
                <a:lnTo>
                  <a:pt x="180740" y="67639"/>
                </a:lnTo>
                <a:lnTo>
                  <a:pt x="181184" y="67686"/>
                </a:lnTo>
                <a:lnTo>
                  <a:pt x="181633" y="67728"/>
                </a:lnTo>
                <a:lnTo>
                  <a:pt x="182087" y="67763"/>
                </a:lnTo>
                <a:lnTo>
                  <a:pt x="182546" y="67792"/>
                </a:lnTo>
                <a:lnTo>
                  <a:pt x="183010" y="67814"/>
                </a:lnTo>
                <a:lnTo>
                  <a:pt x="183479" y="67830"/>
                </a:lnTo>
                <a:lnTo>
                  <a:pt x="183954" y="67839"/>
                </a:lnTo>
                <a:lnTo>
                  <a:pt x="184433" y="67843"/>
                </a:lnTo>
                <a:lnTo>
                  <a:pt x="188472" y="67843"/>
                </a:lnTo>
                <a:lnTo>
                  <a:pt x="189275" y="67836"/>
                </a:lnTo>
                <a:lnTo>
                  <a:pt x="190061" y="67814"/>
                </a:lnTo>
                <a:close/>
                <a:moveTo>
                  <a:pt x="245143" y="67814"/>
                </a:moveTo>
                <a:lnTo>
                  <a:pt x="245913" y="67779"/>
                </a:lnTo>
                <a:lnTo>
                  <a:pt x="246666" y="67729"/>
                </a:lnTo>
                <a:lnTo>
                  <a:pt x="247403" y="67665"/>
                </a:lnTo>
                <a:lnTo>
                  <a:pt x="248124" y="67587"/>
                </a:lnTo>
                <a:lnTo>
                  <a:pt x="248828" y="67495"/>
                </a:lnTo>
                <a:lnTo>
                  <a:pt x="249516" y="67389"/>
                </a:lnTo>
                <a:lnTo>
                  <a:pt x="250187" y="67268"/>
                </a:lnTo>
                <a:lnTo>
                  <a:pt x="250842" y="67133"/>
                </a:lnTo>
                <a:lnTo>
                  <a:pt x="251481" y="66985"/>
                </a:lnTo>
                <a:lnTo>
                  <a:pt x="252103" y="66821"/>
                </a:lnTo>
                <a:lnTo>
                  <a:pt x="252709" y="66644"/>
                </a:lnTo>
                <a:lnTo>
                  <a:pt x="253298" y="66453"/>
                </a:lnTo>
                <a:lnTo>
                  <a:pt x="253871" y="66247"/>
                </a:lnTo>
                <a:lnTo>
                  <a:pt x="254427" y="66027"/>
                </a:lnTo>
                <a:lnTo>
                  <a:pt x="254967" y="65793"/>
                </a:lnTo>
                <a:lnTo>
                  <a:pt x="255491" y="65545"/>
                </a:lnTo>
                <a:lnTo>
                  <a:pt x="255998" y="65283"/>
                </a:lnTo>
                <a:lnTo>
                  <a:pt x="256489" y="65006"/>
                </a:lnTo>
                <a:lnTo>
                  <a:pt x="256963" y="64715"/>
                </a:lnTo>
                <a:lnTo>
                  <a:pt x="257421" y="64410"/>
                </a:lnTo>
                <a:lnTo>
                  <a:pt x="257862" y="64091"/>
                </a:lnTo>
                <a:lnTo>
                  <a:pt x="258288" y="63758"/>
                </a:lnTo>
                <a:lnTo>
                  <a:pt x="258696" y="63412"/>
                </a:lnTo>
                <a:lnTo>
                  <a:pt x="259087" y="63054"/>
                </a:lnTo>
                <a:lnTo>
                  <a:pt x="259460" y="62685"/>
                </a:lnTo>
                <a:lnTo>
                  <a:pt x="259816" y="62305"/>
                </a:lnTo>
                <a:lnTo>
                  <a:pt x="260155" y="61914"/>
                </a:lnTo>
                <a:lnTo>
                  <a:pt x="260477" y="61511"/>
                </a:lnTo>
                <a:lnTo>
                  <a:pt x="260781" y="61097"/>
                </a:lnTo>
                <a:lnTo>
                  <a:pt x="261067" y="60672"/>
                </a:lnTo>
                <a:lnTo>
                  <a:pt x="261337" y="60235"/>
                </a:lnTo>
                <a:lnTo>
                  <a:pt x="261589" y="59787"/>
                </a:lnTo>
                <a:lnTo>
                  <a:pt x="261823" y="59328"/>
                </a:lnTo>
                <a:lnTo>
                  <a:pt x="262040" y="58857"/>
                </a:lnTo>
                <a:lnTo>
                  <a:pt x="262240" y="58375"/>
                </a:lnTo>
                <a:lnTo>
                  <a:pt x="262423" y="57882"/>
                </a:lnTo>
                <a:lnTo>
                  <a:pt x="262588" y="57377"/>
                </a:lnTo>
                <a:lnTo>
                  <a:pt x="262735" y="56862"/>
                </a:lnTo>
                <a:lnTo>
                  <a:pt x="262866" y="56334"/>
                </a:lnTo>
                <a:lnTo>
                  <a:pt x="262979" y="55796"/>
                </a:lnTo>
                <a:lnTo>
                  <a:pt x="263074" y="55246"/>
                </a:lnTo>
                <a:lnTo>
                  <a:pt x="263152" y="54685"/>
                </a:lnTo>
                <a:lnTo>
                  <a:pt x="263213" y="54112"/>
                </a:lnTo>
                <a:lnTo>
                  <a:pt x="263256" y="53529"/>
                </a:lnTo>
                <a:lnTo>
                  <a:pt x="263283" y="52934"/>
                </a:lnTo>
                <a:lnTo>
                  <a:pt x="263291" y="52327"/>
                </a:lnTo>
                <a:lnTo>
                  <a:pt x="263284" y="51759"/>
                </a:lnTo>
                <a:lnTo>
                  <a:pt x="263262" y="51203"/>
                </a:lnTo>
                <a:lnTo>
                  <a:pt x="263225" y="50658"/>
                </a:lnTo>
                <a:lnTo>
                  <a:pt x="263173" y="50125"/>
                </a:lnTo>
                <a:lnTo>
                  <a:pt x="263106" y="49604"/>
                </a:lnTo>
                <a:lnTo>
                  <a:pt x="263024" y="49094"/>
                </a:lnTo>
                <a:lnTo>
                  <a:pt x="262928" y="48596"/>
                </a:lnTo>
                <a:lnTo>
                  <a:pt x="262817" y="48110"/>
                </a:lnTo>
                <a:lnTo>
                  <a:pt x="262691" y="47635"/>
                </a:lnTo>
                <a:lnTo>
                  <a:pt x="262550" y="47171"/>
                </a:lnTo>
                <a:lnTo>
                  <a:pt x="262395" y="46720"/>
                </a:lnTo>
                <a:lnTo>
                  <a:pt x="262224" y="46280"/>
                </a:lnTo>
                <a:lnTo>
                  <a:pt x="262039" y="45852"/>
                </a:lnTo>
                <a:lnTo>
                  <a:pt x="261839" y="45435"/>
                </a:lnTo>
                <a:lnTo>
                  <a:pt x="261624" y="45030"/>
                </a:lnTo>
                <a:lnTo>
                  <a:pt x="261394" y="44636"/>
                </a:lnTo>
                <a:lnTo>
                  <a:pt x="261150" y="44255"/>
                </a:lnTo>
                <a:lnTo>
                  <a:pt x="260890" y="43885"/>
                </a:lnTo>
                <a:lnTo>
                  <a:pt x="260616" y="43526"/>
                </a:lnTo>
                <a:lnTo>
                  <a:pt x="260327" y="43179"/>
                </a:lnTo>
                <a:lnTo>
                  <a:pt x="260023" y="42844"/>
                </a:lnTo>
                <a:lnTo>
                  <a:pt x="259705" y="42520"/>
                </a:lnTo>
                <a:lnTo>
                  <a:pt x="259371" y="42208"/>
                </a:lnTo>
                <a:lnTo>
                  <a:pt x="259023" y="41908"/>
                </a:lnTo>
                <a:lnTo>
                  <a:pt x="258659" y="41617"/>
                </a:lnTo>
                <a:lnTo>
                  <a:pt x="258279" y="41335"/>
                </a:lnTo>
                <a:lnTo>
                  <a:pt x="257882" y="41060"/>
                </a:lnTo>
                <a:lnTo>
                  <a:pt x="257469" y="40792"/>
                </a:lnTo>
                <a:lnTo>
                  <a:pt x="257039" y="40533"/>
                </a:lnTo>
                <a:lnTo>
                  <a:pt x="256593" y="40281"/>
                </a:lnTo>
                <a:lnTo>
                  <a:pt x="256131" y="40038"/>
                </a:lnTo>
                <a:lnTo>
                  <a:pt x="255652" y="39802"/>
                </a:lnTo>
                <a:lnTo>
                  <a:pt x="255157" y="39574"/>
                </a:lnTo>
                <a:lnTo>
                  <a:pt x="254645" y="39353"/>
                </a:lnTo>
                <a:lnTo>
                  <a:pt x="254117" y="39141"/>
                </a:lnTo>
                <a:lnTo>
                  <a:pt x="253572" y="38936"/>
                </a:lnTo>
                <a:lnTo>
                  <a:pt x="253011" y="38739"/>
                </a:lnTo>
                <a:lnTo>
                  <a:pt x="252434" y="38550"/>
                </a:lnTo>
                <a:lnTo>
                  <a:pt x="251840" y="38368"/>
                </a:lnTo>
                <a:lnTo>
                  <a:pt x="251230" y="38195"/>
                </a:lnTo>
                <a:lnTo>
                  <a:pt x="250603" y="38029"/>
                </a:lnTo>
                <a:lnTo>
                  <a:pt x="249960" y="37871"/>
                </a:lnTo>
                <a:lnTo>
                  <a:pt x="249301" y="37721"/>
                </a:lnTo>
                <a:lnTo>
                  <a:pt x="248625" y="37579"/>
                </a:lnTo>
                <a:lnTo>
                  <a:pt x="247933" y="37444"/>
                </a:lnTo>
                <a:lnTo>
                  <a:pt x="247224" y="37318"/>
                </a:lnTo>
                <a:lnTo>
                  <a:pt x="246499" y="37199"/>
                </a:lnTo>
                <a:lnTo>
                  <a:pt x="245757" y="37088"/>
                </a:lnTo>
                <a:lnTo>
                  <a:pt x="239239" y="36170"/>
                </a:lnTo>
                <a:lnTo>
                  <a:pt x="238952" y="36123"/>
                </a:lnTo>
                <a:lnTo>
                  <a:pt x="238671" y="36074"/>
                </a:lnTo>
                <a:lnTo>
                  <a:pt x="238397" y="36022"/>
                </a:lnTo>
                <a:lnTo>
                  <a:pt x="238130" y="35968"/>
                </a:lnTo>
                <a:lnTo>
                  <a:pt x="237870" y="35911"/>
                </a:lnTo>
                <a:lnTo>
                  <a:pt x="237616" y="35852"/>
                </a:lnTo>
                <a:lnTo>
                  <a:pt x="237369" y="35791"/>
                </a:lnTo>
                <a:lnTo>
                  <a:pt x="237128" y="35727"/>
                </a:lnTo>
                <a:lnTo>
                  <a:pt x="236894" y="35661"/>
                </a:lnTo>
                <a:lnTo>
                  <a:pt x="236667" y="35592"/>
                </a:lnTo>
                <a:lnTo>
                  <a:pt x="236447" y="35521"/>
                </a:lnTo>
                <a:lnTo>
                  <a:pt x="236233" y="35447"/>
                </a:lnTo>
                <a:lnTo>
                  <a:pt x="236026" y="35372"/>
                </a:lnTo>
                <a:lnTo>
                  <a:pt x="235825" y="35294"/>
                </a:lnTo>
                <a:lnTo>
                  <a:pt x="235632" y="35213"/>
                </a:lnTo>
                <a:lnTo>
                  <a:pt x="235445" y="35130"/>
                </a:lnTo>
                <a:lnTo>
                  <a:pt x="235264" y="35045"/>
                </a:lnTo>
                <a:lnTo>
                  <a:pt x="235091" y="34957"/>
                </a:lnTo>
                <a:lnTo>
                  <a:pt x="234924" y="34867"/>
                </a:lnTo>
                <a:lnTo>
                  <a:pt x="234764" y="34774"/>
                </a:lnTo>
                <a:lnTo>
                  <a:pt x="234610" y="34679"/>
                </a:lnTo>
                <a:lnTo>
                  <a:pt x="234463" y="34582"/>
                </a:lnTo>
                <a:lnTo>
                  <a:pt x="234323" y="34482"/>
                </a:lnTo>
                <a:lnTo>
                  <a:pt x="234189" y="34380"/>
                </a:lnTo>
                <a:lnTo>
                  <a:pt x="234062" y="34274"/>
                </a:lnTo>
                <a:lnTo>
                  <a:pt x="233940" y="34164"/>
                </a:lnTo>
                <a:lnTo>
                  <a:pt x="233824" y="34049"/>
                </a:lnTo>
                <a:lnTo>
                  <a:pt x="233713" y="33930"/>
                </a:lnTo>
                <a:lnTo>
                  <a:pt x="233607" y="33806"/>
                </a:lnTo>
                <a:lnTo>
                  <a:pt x="233507" y="33677"/>
                </a:lnTo>
                <a:lnTo>
                  <a:pt x="233412" y="33544"/>
                </a:lnTo>
                <a:lnTo>
                  <a:pt x="233322" y="33406"/>
                </a:lnTo>
                <a:lnTo>
                  <a:pt x="233238" y="33263"/>
                </a:lnTo>
                <a:lnTo>
                  <a:pt x="233160" y="33116"/>
                </a:lnTo>
                <a:lnTo>
                  <a:pt x="233087" y="32964"/>
                </a:lnTo>
                <a:lnTo>
                  <a:pt x="233019" y="32808"/>
                </a:lnTo>
                <a:lnTo>
                  <a:pt x="232957" y="32647"/>
                </a:lnTo>
                <a:lnTo>
                  <a:pt x="232900" y="32481"/>
                </a:lnTo>
                <a:lnTo>
                  <a:pt x="232848" y="32311"/>
                </a:lnTo>
                <a:lnTo>
                  <a:pt x="232802" y="32136"/>
                </a:lnTo>
                <a:lnTo>
                  <a:pt x="232762" y="31956"/>
                </a:lnTo>
                <a:lnTo>
                  <a:pt x="232726" y="31772"/>
                </a:lnTo>
                <a:lnTo>
                  <a:pt x="232697" y="31583"/>
                </a:lnTo>
                <a:lnTo>
                  <a:pt x="232672" y="31390"/>
                </a:lnTo>
                <a:lnTo>
                  <a:pt x="232653" y="31192"/>
                </a:lnTo>
                <a:lnTo>
                  <a:pt x="232640" y="30989"/>
                </a:lnTo>
                <a:lnTo>
                  <a:pt x="232632" y="30782"/>
                </a:lnTo>
                <a:lnTo>
                  <a:pt x="232629" y="30570"/>
                </a:lnTo>
                <a:lnTo>
                  <a:pt x="232632" y="30343"/>
                </a:lnTo>
                <a:lnTo>
                  <a:pt x="232641" y="30120"/>
                </a:lnTo>
                <a:lnTo>
                  <a:pt x="232657" y="29902"/>
                </a:lnTo>
                <a:lnTo>
                  <a:pt x="232679" y="29689"/>
                </a:lnTo>
                <a:lnTo>
                  <a:pt x="232707" y="29480"/>
                </a:lnTo>
                <a:lnTo>
                  <a:pt x="232741" y="29276"/>
                </a:lnTo>
                <a:lnTo>
                  <a:pt x="232781" y="29077"/>
                </a:lnTo>
                <a:lnTo>
                  <a:pt x="232828" y="28882"/>
                </a:lnTo>
                <a:lnTo>
                  <a:pt x="232881" y="28692"/>
                </a:lnTo>
                <a:lnTo>
                  <a:pt x="232940" y="28506"/>
                </a:lnTo>
                <a:lnTo>
                  <a:pt x="233005" y="28325"/>
                </a:lnTo>
                <a:lnTo>
                  <a:pt x="233076" y="28149"/>
                </a:lnTo>
                <a:lnTo>
                  <a:pt x="233154" y="27977"/>
                </a:lnTo>
                <a:lnTo>
                  <a:pt x="233238" y="27810"/>
                </a:lnTo>
                <a:lnTo>
                  <a:pt x="233328" y="27648"/>
                </a:lnTo>
                <a:lnTo>
                  <a:pt x="233425" y="27490"/>
                </a:lnTo>
                <a:lnTo>
                  <a:pt x="233527" y="27337"/>
                </a:lnTo>
                <a:lnTo>
                  <a:pt x="233636" y="27188"/>
                </a:lnTo>
                <a:lnTo>
                  <a:pt x="233751" y="27044"/>
                </a:lnTo>
                <a:lnTo>
                  <a:pt x="233872" y="26905"/>
                </a:lnTo>
                <a:lnTo>
                  <a:pt x="234000" y="26770"/>
                </a:lnTo>
                <a:lnTo>
                  <a:pt x="234133" y="26640"/>
                </a:lnTo>
                <a:lnTo>
                  <a:pt x="234273" y="26515"/>
                </a:lnTo>
                <a:lnTo>
                  <a:pt x="234419" y="26394"/>
                </a:lnTo>
                <a:lnTo>
                  <a:pt x="234572" y="26278"/>
                </a:lnTo>
                <a:lnTo>
                  <a:pt x="234732" y="26167"/>
                </a:lnTo>
                <a:lnTo>
                  <a:pt x="234900" y="26060"/>
                </a:lnTo>
                <a:lnTo>
                  <a:pt x="235076" y="25959"/>
                </a:lnTo>
                <a:lnTo>
                  <a:pt x="235259" y="25863"/>
                </a:lnTo>
                <a:lnTo>
                  <a:pt x="235449" y="25771"/>
                </a:lnTo>
                <a:lnTo>
                  <a:pt x="235647" y="25685"/>
                </a:lnTo>
                <a:lnTo>
                  <a:pt x="235852" y="25603"/>
                </a:lnTo>
                <a:lnTo>
                  <a:pt x="236065" y="25527"/>
                </a:lnTo>
                <a:lnTo>
                  <a:pt x="236286" y="25455"/>
                </a:lnTo>
                <a:lnTo>
                  <a:pt x="236513" y="25388"/>
                </a:lnTo>
                <a:lnTo>
                  <a:pt x="236749" y="25327"/>
                </a:lnTo>
                <a:lnTo>
                  <a:pt x="236992" y="25270"/>
                </a:lnTo>
                <a:lnTo>
                  <a:pt x="237242" y="25218"/>
                </a:lnTo>
                <a:lnTo>
                  <a:pt x="237500" y="25171"/>
                </a:lnTo>
                <a:lnTo>
                  <a:pt x="237765" y="25129"/>
                </a:lnTo>
                <a:lnTo>
                  <a:pt x="238038" y="25092"/>
                </a:lnTo>
                <a:lnTo>
                  <a:pt x="238318" y="25060"/>
                </a:lnTo>
                <a:lnTo>
                  <a:pt x="238606" y="25033"/>
                </a:lnTo>
                <a:lnTo>
                  <a:pt x="238901" y="25010"/>
                </a:lnTo>
                <a:lnTo>
                  <a:pt x="239204" y="24993"/>
                </a:lnTo>
                <a:lnTo>
                  <a:pt x="239514" y="24981"/>
                </a:lnTo>
                <a:lnTo>
                  <a:pt x="239832" y="24973"/>
                </a:lnTo>
                <a:lnTo>
                  <a:pt x="240157" y="24971"/>
                </a:lnTo>
                <a:lnTo>
                  <a:pt x="243646" y="24971"/>
                </a:lnTo>
                <a:lnTo>
                  <a:pt x="243912" y="24973"/>
                </a:lnTo>
                <a:lnTo>
                  <a:pt x="244173" y="24980"/>
                </a:lnTo>
                <a:lnTo>
                  <a:pt x="244430" y="24991"/>
                </a:lnTo>
                <a:lnTo>
                  <a:pt x="244683" y="25007"/>
                </a:lnTo>
                <a:lnTo>
                  <a:pt x="244931" y="25027"/>
                </a:lnTo>
                <a:lnTo>
                  <a:pt x="245175" y="25051"/>
                </a:lnTo>
                <a:lnTo>
                  <a:pt x="245415" y="25080"/>
                </a:lnTo>
                <a:lnTo>
                  <a:pt x="245650" y="25114"/>
                </a:lnTo>
                <a:lnTo>
                  <a:pt x="245881" y="25152"/>
                </a:lnTo>
                <a:lnTo>
                  <a:pt x="246108" y="25194"/>
                </a:lnTo>
                <a:lnTo>
                  <a:pt x="246331" y="25241"/>
                </a:lnTo>
                <a:lnTo>
                  <a:pt x="246549" y="25292"/>
                </a:lnTo>
                <a:lnTo>
                  <a:pt x="246763" y="25348"/>
                </a:lnTo>
                <a:lnTo>
                  <a:pt x="246972" y="25408"/>
                </a:lnTo>
                <a:lnTo>
                  <a:pt x="247178" y="25473"/>
                </a:lnTo>
                <a:lnTo>
                  <a:pt x="247379" y="25542"/>
                </a:lnTo>
                <a:lnTo>
                  <a:pt x="247575" y="25616"/>
                </a:lnTo>
                <a:lnTo>
                  <a:pt x="247768" y="25694"/>
                </a:lnTo>
                <a:lnTo>
                  <a:pt x="247956" y="25777"/>
                </a:lnTo>
                <a:lnTo>
                  <a:pt x="248140" y="25864"/>
                </a:lnTo>
                <a:lnTo>
                  <a:pt x="248319" y="25955"/>
                </a:lnTo>
                <a:lnTo>
                  <a:pt x="248495" y="26051"/>
                </a:lnTo>
                <a:lnTo>
                  <a:pt x="248665" y="26152"/>
                </a:lnTo>
                <a:lnTo>
                  <a:pt x="248832" y="26257"/>
                </a:lnTo>
                <a:lnTo>
                  <a:pt x="248994" y="26365"/>
                </a:lnTo>
                <a:lnTo>
                  <a:pt x="249149" y="26476"/>
                </a:lnTo>
                <a:lnTo>
                  <a:pt x="249299" y="26589"/>
                </a:lnTo>
                <a:lnTo>
                  <a:pt x="249443" y="26705"/>
                </a:lnTo>
                <a:lnTo>
                  <a:pt x="249581" y="26824"/>
                </a:lnTo>
                <a:lnTo>
                  <a:pt x="249713" y="26945"/>
                </a:lnTo>
                <a:lnTo>
                  <a:pt x="249839" y="27069"/>
                </a:lnTo>
                <a:lnTo>
                  <a:pt x="249959" y="27195"/>
                </a:lnTo>
                <a:lnTo>
                  <a:pt x="250074" y="27323"/>
                </a:lnTo>
                <a:lnTo>
                  <a:pt x="250182" y="27455"/>
                </a:lnTo>
                <a:lnTo>
                  <a:pt x="250285" y="27588"/>
                </a:lnTo>
                <a:lnTo>
                  <a:pt x="250381" y="27725"/>
                </a:lnTo>
                <a:lnTo>
                  <a:pt x="250472" y="27864"/>
                </a:lnTo>
                <a:lnTo>
                  <a:pt x="250557" y="28005"/>
                </a:lnTo>
                <a:lnTo>
                  <a:pt x="250636" y="28149"/>
                </a:lnTo>
                <a:lnTo>
                  <a:pt x="250709" y="28296"/>
                </a:lnTo>
                <a:lnTo>
                  <a:pt x="250776" y="28445"/>
                </a:lnTo>
                <a:lnTo>
                  <a:pt x="250838" y="28596"/>
                </a:lnTo>
                <a:lnTo>
                  <a:pt x="250893" y="28751"/>
                </a:lnTo>
                <a:lnTo>
                  <a:pt x="250943" y="28907"/>
                </a:lnTo>
                <a:lnTo>
                  <a:pt x="250986" y="29067"/>
                </a:lnTo>
                <a:lnTo>
                  <a:pt x="251024" y="29229"/>
                </a:lnTo>
                <a:lnTo>
                  <a:pt x="251056" y="29393"/>
                </a:lnTo>
                <a:lnTo>
                  <a:pt x="251082" y="29560"/>
                </a:lnTo>
                <a:lnTo>
                  <a:pt x="262557" y="29560"/>
                </a:lnTo>
                <a:lnTo>
                  <a:pt x="262518" y="29036"/>
                </a:lnTo>
                <a:lnTo>
                  <a:pt x="262464" y="28522"/>
                </a:lnTo>
                <a:lnTo>
                  <a:pt x="262392" y="28016"/>
                </a:lnTo>
                <a:lnTo>
                  <a:pt x="262305" y="27520"/>
                </a:lnTo>
                <a:lnTo>
                  <a:pt x="262201" y="27032"/>
                </a:lnTo>
                <a:lnTo>
                  <a:pt x="262081" y="26553"/>
                </a:lnTo>
                <a:lnTo>
                  <a:pt x="261945" y="26083"/>
                </a:lnTo>
                <a:lnTo>
                  <a:pt x="261792" y="25623"/>
                </a:lnTo>
                <a:lnTo>
                  <a:pt x="261623" y="25171"/>
                </a:lnTo>
                <a:lnTo>
                  <a:pt x="261438" y="24727"/>
                </a:lnTo>
                <a:lnTo>
                  <a:pt x="261237" y="24293"/>
                </a:lnTo>
                <a:lnTo>
                  <a:pt x="261019" y="23868"/>
                </a:lnTo>
                <a:lnTo>
                  <a:pt x="260786" y="23452"/>
                </a:lnTo>
                <a:lnTo>
                  <a:pt x="260536" y="23044"/>
                </a:lnTo>
                <a:lnTo>
                  <a:pt x="260269" y="22646"/>
                </a:lnTo>
                <a:lnTo>
                  <a:pt x="259987" y="22256"/>
                </a:lnTo>
                <a:lnTo>
                  <a:pt x="259688" y="21876"/>
                </a:lnTo>
                <a:lnTo>
                  <a:pt x="259373" y="21504"/>
                </a:lnTo>
                <a:lnTo>
                  <a:pt x="259041" y="21141"/>
                </a:lnTo>
                <a:lnTo>
                  <a:pt x="258694" y="20788"/>
                </a:lnTo>
                <a:lnTo>
                  <a:pt x="258330" y="20443"/>
                </a:lnTo>
                <a:lnTo>
                  <a:pt x="257949" y="20107"/>
                </a:lnTo>
                <a:lnTo>
                  <a:pt x="257553" y="19780"/>
                </a:lnTo>
                <a:lnTo>
                  <a:pt x="257140" y="19461"/>
                </a:lnTo>
                <a:lnTo>
                  <a:pt x="256714" y="19154"/>
                </a:lnTo>
                <a:lnTo>
                  <a:pt x="256275" y="18860"/>
                </a:lnTo>
                <a:lnTo>
                  <a:pt x="255825" y="18579"/>
                </a:lnTo>
                <a:lnTo>
                  <a:pt x="255363" y="18311"/>
                </a:lnTo>
                <a:lnTo>
                  <a:pt x="254889" y="18056"/>
                </a:lnTo>
                <a:lnTo>
                  <a:pt x="254404" y="17815"/>
                </a:lnTo>
                <a:lnTo>
                  <a:pt x="253906" y="17586"/>
                </a:lnTo>
                <a:lnTo>
                  <a:pt x="253397" y="17370"/>
                </a:lnTo>
                <a:lnTo>
                  <a:pt x="252876" y="17168"/>
                </a:lnTo>
                <a:lnTo>
                  <a:pt x="252343" y="16978"/>
                </a:lnTo>
                <a:lnTo>
                  <a:pt x="251799" y="16802"/>
                </a:lnTo>
                <a:lnTo>
                  <a:pt x="251243" y="16638"/>
                </a:lnTo>
                <a:lnTo>
                  <a:pt x="250674" y="16488"/>
                </a:lnTo>
                <a:lnTo>
                  <a:pt x="250094" y="16351"/>
                </a:lnTo>
                <a:lnTo>
                  <a:pt x="249503" y="16227"/>
                </a:lnTo>
                <a:lnTo>
                  <a:pt x="248899" y="16116"/>
                </a:lnTo>
                <a:lnTo>
                  <a:pt x="248284" y="16018"/>
                </a:lnTo>
                <a:lnTo>
                  <a:pt x="247657" y="15933"/>
                </a:lnTo>
                <a:lnTo>
                  <a:pt x="247018" y="15861"/>
                </a:lnTo>
                <a:lnTo>
                  <a:pt x="246367" y="15802"/>
                </a:lnTo>
                <a:lnTo>
                  <a:pt x="245705" y="15756"/>
                </a:lnTo>
                <a:lnTo>
                  <a:pt x="245030" y="15724"/>
                </a:lnTo>
                <a:lnTo>
                  <a:pt x="244344" y="15704"/>
                </a:lnTo>
                <a:lnTo>
                  <a:pt x="243646" y="15697"/>
                </a:lnTo>
                <a:lnTo>
                  <a:pt x="240157" y="15697"/>
                </a:lnTo>
                <a:lnTo>
                  <a:pt x="239392" y="15704"/>
                </a:lnTo>
                <a:lnTo>
                  <a:pt x="238643" y="15725"/>
                </a:lnTo>
                <a:lnTo>
                  <a:pt x="237909" y="15758"/>
                </a:lnTo>
                <a:lnTo>
                  <a:pt x="237191" y="15806"/>
                </a:lnTo>
                <a:lnTo>
                  <a:pt x="236489" y="15867"/>
                </a:lnTo>
                <a:lnTo>
                  <a:pt x="235802" y="15941"/>
                </a:lnTo>
                <a:lnTo>
                  <a:pt x="235131" y="16029"/>
                </a:lnTo>
                <a:lnTo>
                  <a:pt x="234475" y="16131"/>
                </a:lnTo>
                <a:lnTo>
                  <a:pt x="233835" y="16246"/>
                </a:lnTo>
                <a:lnTo>
                  <a:pt x="233211" y="16375"/>
                </a:lnTo>
                <a:lnTo>
                  <a:pt x="232602" y="16517"/>
                </a:lnTo>
                <a:lnTo>
                  <a:pt x="232009" y="16673"/>
                </a:lnTo>
                <a:lnTo>
                  <a:pt x="231432" y="16843"/>
                </a:lnTo>
                <a:lnTo>
                  <a:pt x="230870" y="17025"/>
                </a:lnTo>
                <a:lnTo>
                  <a:pt x="230324" y="17222"/>
                </a:lnTo>
                <a:lnTo>
                  <a:pt x="229793" y="17432"/>
                </a:lnTo>
                <a:lnTo>
                  <a:pt x="229278" y="17656"/>
                </a:lnTo>
                <a:lnTo>
                  <a:pt x="228779" y="17893"/>
                </a:lnTo>
                <a:lnTo>
                  <a:pt x="228295" y="18143"/>
                </a:lnTo>
                <a:lnTo>
                  <a:pt x="227827" y="18408"/>
                </a:lnTo>
                <a:lnTo>
                  <a:pt x="227375" y="18685"/>
                </a:lnTo>
                <a:lnTo>
                  <a:pt x="226938" y="18977"/>
                </a:lnTo>
                <a:lnTo>
                  <a:pt x="226517" y="19282"/>
                </a:lnTo>
                <a:lnTo>
                  <a:pt x="226111" y="19600"/>
                </a:lnTo>
                <a:lnTo>
                  <a:pt x="225721" y="19931"/>
                </a:lnTo>
                <a:lnTo>
                  <a:pt x="225348" y="20272"/>
                </a:lnTo>
                <a:lnTo>
                  <a:pt x="224992" y="20625"/>
                </a:lnTo>
                <a:lnTo>
                  <a:pt x="224652" y="20989"/>
                </a:lnTo>
                <a:lnTo>
                  <a:pt x="224329" y="21363"/>
                </a:lnTo>
                <a:lnTo>
                  <a:pt x="224022" y="21749"/>
                </a:lnTo>
                <a:lnTo>
                  <a:pt x="223732" y="22145"/>
                </a:lnTo>
                <a:lnTo>
                  <a:pt x="223459" y="22553"/>
                </a:lnTo>
                <a:lnTo>
                  <a:pt x="223202" y="22971"/>
                </a:lnTo>
                <a:lnTo>
                  <a:pt x="222961" y="23401"/>
                </a:lnTo>
                <a:lnTo>
                  <a:pt x="222738" y="23842"/>
                </a:lnTo>
                <a:lnTo>
                  <a:pt x="222530" y="24293"/>
                </a:lnTo>
                <a:lnTo>
                  <a:pt x="222340" y="24756"/>
                </a:lnTo>
                <a:lnTo>
                  <a:pt x="222166" y="25229"/>
                </a:lnTo>
                <a:lnTo>
                  <a:pt x="222008" y="25714"/>
                </a:lnTo>
                <a:lnTo>
                  <a:pt x="221867" y="26209"/>
                </a:lnTo>
                <a:lnTo>
                  <a:pt x="221743" y="26716"/>
                </a:lnTo>
                <a:lnTo>
                  <a:pt x="221635" y="27234"/>
                </a:lnTo>
                <a:lnTo>
                  <a:pt x="221544" y="27762"/>
                </a:lnTo>
                <a:lnTo>
                  <a:pt x="221470" y="28302"/>
                </a:lnTo>
                <a:lnTo>
                  <a:pt x="221412" y="28852"/>
                </a:lnTo>
                <a:lnTo>
                  <a:pt x="221370" y="29414"/>
                </a:lnTo>
                <a:lnTo>
                  <a:pt x="221345" y="29986"/>
                </a:lnTo>
                <a:lnTo>
                  <a:pt x="221337" y="30570"/>
                </a:lnTo>
                <a:lnTo>
                  <a:pt x="221344" y="31130"/>
                </a:lnTo>
                <a:lnTo>
                  <a:pt x="221365" y="31679"/>
                </a:lnTo>
                <a:lnTo>
                  <a:pt x="221400" y="32215"/>
                </a:lnTo>
                <a:lnTo>
                  <a:pt x="221449" y="32740"/>
                </a:lnTo>
                <a:lnTo>
                  <a:pt x="221512" y="33253"/>
                </a:lnTo>
                <a:lnTo>
                  <a:pt x="221589" y="33755"/>
                </a:lnTo>
                <a:lnTo>
                  <a:pt x="221681" y="34244"/>
                </a:lnTo>
                <a:lnTo>
                  <a:pt x="221786" y="34722"/>
                </a:lnTo>
                <a:lnTo>
                  <a:pt x="221905" y="35188"/>
                </a:lnTo>
                <a:lnTo>
                  <a:pt x="222038" y="35642"/>
                </a:lnTo>
                <a:lnTo>
                  <a:pt x="222186" y="36084"/>
                </a:lnTo>
                <a:lnTo>
                  <a:pt x="222347" y="36515"/>
                </a:lnTo>
                <a:lnTo>
                  <a:pt x="222522" y="36933"/>
                </a:lnTo>
                <a:lnTo>
                  <a:pt x="222712" y="37340"/>
                </a:lnTo>
                <a:lnTo>
                  <a:pt x="222915" y="37735"/>
                </a:lnTo>
                <a:lnTo>
                  <a:pt x="223133" y="38119"/>
                </a:lnTo>
                <a:lnTo>
                  <a:pt x="223364" y="38490"/>
                </a:lnTo>
                <a:lnTo>
                  <a:pt x="223609" y="38850"/>
                </a:lnTo>
                <a:lnTo>
                  <a:pt x="223869" y="39198"/>
                </a:lnTo>
                <a:lnTo>
                  <a:pt x="224142" y="39534"/>
                </a:lnTo>
                <a:lnTo>
                  <a:pt x="224430" y="39858"/>
                </a:lnTo>
                <a:lnTo>
                  <a:pt x="224732" y="40171"/>
                </a:lnTo>
                <a:lnTo>
                  <a:pt x="225047" y="40472"/>
                </a:lnTo>
                <a:lnTo>
                  <a:pt x="225377" y="40761"/>
                </a:lnTo>
                <a:lnTo>
                  <a:pt x="225722" y="41040"/>
                </a:lnTo>
                <a:lnTo>
                  <a:pt x="226082" y="41312"/>
                </a:lnTo>
                <a:lnTo>
                  <a:pt x="226459" y="41576"/>
                </a:lnTo>
                <a:lnTo>
                  <a:pt x="226851" y="41832"/>
                </a:lnTo>
                <a:lnTo>
                  <a:pt x="227259" y="42081"/>
                </a:lnTo>
                <a:lnTo>
                  <a:pt x="227684" y="42322"/>
                </a:lnTo>
                <a:lnTo>
                  <a:pt x="228124" y="42555"/>
                </a:lnTo>
                <a:lnTo>
                  <a:pt x="228580" y="42781"/>
                </a:lnTo>
                <a:lnTo>
                  <a:pt x="229052" y="42999"/>
                </a:lnTo>
                <a:lnTo>
                  <a:pt x="229540" y="43209"/>
                </a:lnTo>
                <a:lnTo>
                  <a:pt x="230044" y="43412"/>
                </a:lnTo>
                <a:lnTo>
                  <a:pt x="230564" y="43607"/>
                </a:lnTo>
                <a:lnTo>
                  <a:pt x="231100" y="43794"/>
                </a:lnTo>
                <a:lnTo>
                  <a:pt x="231652" y="43974"/>
                </a:lnTo>
                <a:lnTo>
                  <a:pt x="232219" y="44146"/>
                </a:lnTo>
                <a:lnTo>
                  <a:pt x="232803" y="44311"/>
                </a:lnTo>
                <a:lnTo>
                  <a:pt x="233403" y="44468"/>
                </a:lnTo>
                <a:lnTo>
                  <a:pt x="234018" y="44617"/>
                </a:lnTo>
                <a:lnTo>
                  <a:pt x="234650" y="44758"/>
                </a:lnTo>
                <a:lnTo>
                  <a:pt x="235297" y="44892"/>
                </a:lnTo>
                <a:lnTo>
                  <a:pt x="235960" y="45018"/>
                </a:lnTo>
                <a:lnTo>
                  <a:pt x="236640" y="45137"/>
                </a:lnTo>
                <a:lnTo>
                  <a:pt x="237335" y="45248"/>
                </a:lnTo>
                <a:lnTo>
                  <a:pt x="238046" y="45351"/>
                </a:lnTo>
                <a:lnTo>
                  <a:pt x="244288" y="46269"/>
                </a:lnTo>
                <a:lnTo>
                  <a:pt x="244613" y="46309"/>
                </a:lnTo>
                <a:lnTo>
                  <a:pt x="244931" y="46353"/>
                </a:lnTo>
                <a:lnTo>
                  <a:pt x="245242" y="46400"/>
                </a:lnTo>
                <a:lnTo>
                  <a:pt x="245546" y="46451"/>
                </a:lnTo>
                <a:lnTo>
                  <a:pt x="245843" y="46506"/>
                </a:lnTo>
                <a:lnTo>
                  <a:pt x="246132" y="46564"/>
                </a:lnTo>
                <a:lnTo>
                  <a:pt x="246415" y="46627"/>
                </a:lnTo>
                <a:lnTo>
                  <a:pt x="246690" y="46692"/>
                </a:lnTo>
                <a:lnTo>
                  <a:pt x="246958" y="46762"/>
                </a:lnTo>
                <a:lnTo>
                  <a:pt x="247219" y="46835"/>
                </a:lnTo>
                <a:lnTo>
                  <a:pt x="247472" y="46912"/>
                </a:lnTo>
                <a:lnTo>
                  <a:pt x="247719" y="46992"/>
                </a:lnTo>
                <a:lnTo>
                  <a:pt x="247958" y="47076"/>
                </a:lnTo>
                <a:lnTo>
                  <a:pt x="248190" y="47164"/>
                </a:lnTo>
                <a:lnTo>
                  <a:pt x="248415" y="47255"/>
                </a:lnTo>
                <a:lnTo>
                  <a:pt x="248633" y="47350"/>
                </a:lnTo>
                <a:lnTo>
                  <a:pt x="248843" y="47449"/>
                </a:lnTo>
                <a:lnTo>
                  <a:pt x="249047" y="47551"/>
                </a:lnTo>
                <a:lnTo>
                  <a:pt x="249243" y="47657"/>
                </a:lnTo>
                <a:lnTo>
                  <a:pt x="249432" y="47767"/>
                </a:lnTo>
                <a:lnTo>
                  <a:pt x="249614" y="47880"/>
                </a:lnTo>
                <a:lnTo>
                  <a:pt x="249789" y="47997"/>
                </a:lnTo>
                <a:lnTo>
                  <a:pt x="249956" y="48118"/>
                </a:lnTo>
                <a:lnTo>
                  <a:pt x="250117" y="48242"/>
                </a:lnTo>
                <a:lnTo>
                  <a:pt x="250270" y="48371"/>
                </a:lnTo>
                <a:lnTo>
                  <a:pt x="250417" y="48503"/>
                </a:lnTo>
                <a:lnTo>
                  <a:pt x="250558" y="48639"/>
                </a:lnTo>
                <a:lnTo>
                  <a:pt x="250692" y="48779"/>
                </a:lnTo>
                <a:lnTo>
                  <a:pt x="250819" y="48923"/>
                </a:lnTo>
                <a:lnTo>
                  <a:pt x="250940" y="49071"/>
                </a:lnTo>
                <a:lnTo>
                  <a:pt x="251055" y="49224"/>
                </a:lnTo>
                <a:lnTo>
                  <a:pt x="251163" y="49380"/>
                </a:lnTo>
                <a:lnTo>
                  <a:pt x="251264" y="49540"/>
                </a:lnTo>
                <a:lnTo>
                  <a:pt x="251359" y="49704"/>
                </a:lnTo>
                <a:lnTo>
                  <a:pt x="251447" y="49872"/>
                </a:lnTo>
                <a:lnTo>
                  <a:pt x="251529" y="50044"/>
                </a:lnTo>
                <a:lnTo>
                  <a:pt x="251604" y="50220"/>
                </a:lnTo>
                <a:lnTo>
                  <a:pt x="251672" y="50400"/>
                </a:lnTo>
                <a:lnTo>
                  <a:pt x="251735" y="50584"/>
                </a:lnTo>
                <a:lnTo>
                  <a:pt x="251790" y="50772"/>
                </a:lnTo>
                <a:lnTo>
                  <a:pt x="251839" y="50964"/>
                </a:lnTo>
                <a:lnTo>
                  <a:pt x="251882" y="51160"/>
                </a:lnTo>
                <a:lnTo>
                  <a:pt x="251918" y="51360"/>
                </a:lnTo>
                <a:lnTo>
                  <a:pt x="251947" y="51564"/>
                </a:lnTo>
                <a:lnTo>
                  <a:pt x="251970" y="51772"/>
                </a:lnTo>
                <a:lnTo>
                  <a:pt x="251986" y="51984"/>
                </a:lnTo>
                <a:lnTo>
                  <a:pt x="251996" y="52200"/>
                </a:lnTo>
                <a:lnTo>
                  <a:pt x="251999" y="52420"/>
                </a:lnTo>
                <a:lnTo>
                  <a:pt x="251996" y="52655"/>
                </a:lnTo>
                <a:lnTo>
                  <a:pt x="251985" y="52886"/>
                </a:lnTo>
                <a:lnTo>
                  <a:pt x="251966" y="53112"/>
                </a:lnTo>
                <a:lnTo>
                  <a:pt x="251941" y="53335"/>
                </a:lnTo>
                <a:lnTo>
                  <a:pt x="251908" y="53553"/>
                </a:lnTo>
                <a:lnTo>
                  <a:pt x="251867" y="53768"/>
                </a:lnTo>
                <a:lnTo>
                  <a:pt x="251820" y="53978"/>
                </a:lnTo>
                <a:lnTo>
                  <a:pt x="251765" y="54184"/>
                </a:lnTo>
                <a:lnTo>
                  <a:pt x="251702" y="54386"/>
                </a:lnTo>
                <a:lnTo>
                  <a:pt x="251633" y="54584"/>
                </a:lnTo>
                <a:lnTo>
                  <a:pt x="251556" y="54777"/>
                </a:lnTo>
                <a:lnTo>
                  <a:pt x="251472" y="54967"/>
                </a:lnTo>
                <a:lnTo>
                  <a:pt x="251380" y="55152"/>
                </a:lnTo>
                <a:lnTo>
                  <a:pt x="251281" y="55333"/>
                </a:lnTo>
                <a:lnTo>
                  <a:pt x="251175" y="55510"/>
                </a:lnTo>
                <a:lnTo>
                  <a:pt x="251061" y="55683"/>
                </a:lnTo>
                <a:lnTo>
                  <a:pt x="250940" y="55852"/>
                </a:lnTo>
                <a:lnTo>
                  <a:pt x="250812" y="56017"/>
                </a:lnTo>
                <a:lnTo>
                  <a:pt x="250676" y="56177"/>
                </a:lnTo>
                <a:lnTo>
                  <a:pt x="250533" y="56334"/>
                </a:lnTo>
                <a:lnTo>
                  <a:pt x="250383" y="56486"/>
                </a:lnTo>
                <a:lnTo>
                  <a:pt x="250225" y="56634"/>
                </a:lnTo>
                <a:lnTo>
                  <a:pt x="250061" y="56778"/>
                </a:lnTo>
                <a:lnTo>
                  <a:pt x="249888" y="56918"/>
                </a:lnTo>
                <a:lnTo>
                  <a:pt x="249709" y="57053"/>
                </a:lnTo>
                <a:lnTo>
                  <a:pt x="249522" y="57182"/>
                </a:lnTo>
                <a:lnTo>
                  <a:pt x="249328" y="57305"/>
                </a:lnTo>
                <a:lnTo>
                  <a:pt x="249126" y="57423"/>
                </a:lnTo>
                <a:lnTo>
                  <a:pt x="248917" y="57535"/>
                </a:lnTo>
                <a:lnTo>
                  <a:pt x="248701" y="57641"/>
                </a:lnTo>
                <a:lnTo>
                  <a:pt x="248477" y="57741"/>
                </a:lnTo>
                <a:lnTo>
                  <a:pt x="248246" y="57836"/>
                </a:lnTo>
                <a:lnTo>
                  <a:pt x="248008" y="57925"/>
                </a:lnTo>
                <a:lnTo>
                  <a:pt x="247762" y="58008"/>
                </a:lnTo>
                <a:lnTo>
                  <a:pt x="247509" y="58086"/>
                </a:lnTo>
                <a:lnTo>
                  <a:pt x="247249" y="58157"/>
                </a:lnTo>
                <a:lnTo>
                  <a:pt x="246982" y="58223"/>
                </a:lnTo>
                <a:lnTo>
                  <a:pt x="246707" y="58284"/>
                </a:lnTo>
                <a:lnTo>
                  <a:pt x="246424" y="58338"/>
                </a:lnTo>
                <a:lnTo>
                  <a:pt x="246135" y="58387"/>
                </a:lnTo>
                <a:lnTo>
                  <a:pt x="245838" y="58430"/>
                </a:lnTo>
                <a:lnTo>
                  <a:pt x="245534" y="58467"/>
                </a:lnTo>
                <a:lnTo>
                  <a:pt x="245222" y="58499"/>
                </a:lnTo>
                <a:lnTo>
                  <a:pt x="244903" y="58525"/>
                </a:lnTo>
                <a:lnTo>
                  <a:pt x="244577" y="58545"/>
                </a:lnTo>
                <a:lnTo>
                  <a:pt x="244243" y="58559"/>
                </a:lnTo>
                <a:lnTo>
                  <a:pt x="243902" y="58568"/>
                </a:lnTo>
                <a:lnTo>
                  <a:pt x="243554" y="58571"/>
                </a:lnTo>
                <a:lnTo>
                  <a:pt x="239515" y="58571"/>
                </a:lnTo>
                <a:lnTo>
                  <a:pt x="239227" y="58568"/>
                </a:lnTo>
                <a:lnTo>
                  <a:pt x="238943" y="58560"/>
                </a:lnTo>
                <a:lnTo>
                  <a:pt x="238664" y="58548"/>
                </a:lnTo>
                <a:lnTo>
                  <a:pt x="238389" y="58530"/>
                </a:lnTo>
                <a:lnTo>
                  <a:pt x="238119" y="58507"/>
                </a:lnTo>
                <a:lnTo>
                  <a:pt x="237854" y="58479"/>
                </a:lnTo>
                <a:lnTo>
                  <a:pt x="237593" y="58446"/>
                </a:lnTo>
                <a:lnTo>
                  <a:pt x="237337" y="58408"/>
                </a:lnTo>
                <a:lnTo>
                  <a:pt x="237086" y="58364"/>
                </a:lnTo>
                <a:lnTo>
                  <a:pt x="236839" y="58316"/>
                </a:lnTo>
                <a:lnTo>
                  <a:pt x="236597" y="58262"/>
                </a:lnTo>
                <a:lnTo>
                  <a:pt x="236359" y="58204"/>
                </a:lnTo>
                <a:lnTo>
                  <a:pt x="236126" y="58140"/>
                </a:lnTo>
                <a:lnTo>
                  <a:pt x="235898" y="58071"/>
                </a:lnTo>
                <a:lnTo>
                  <a:pt x="235674" y="57997"/>
                </a:lnTo>
                <a:lnTo>
                  <a:pt x="235455" y="57918"/>
                </a:lnTo>
                <a:lnTo>
                  <a:pt x="235240" y="57834"/>
                </a:lnTo>
                <a:lnTo>
                  <a:pt x="235031" y="57745"/>
                </a:lnTo>
                <a:lnTo>
                  <a:pt x="234825" y="57651"/>
                </a:lnTo>
                <a:lnTo>
                  <a:pt x="234625" y="57551"/>
                </a:lnTo>
                <a:lnTo>
                  <a:pt x="234429" y="57447"/>
                </a:lnTo>
                <a:lnTo>
                  <a:pt x="234237" y="57337"/>
                </a:lnTo>
                <a:lnTo>
                  <a:pt x="234051" y="57222"/>
                </a:lnTo>
                <a:lnTo>
                  <a:pt x="233869" y="57103"/>
                </a:lnTo>
                <a:lnTo>
                  <a:pt x="233692" y="56979"/>
                </a:lnTo>
                <a:lnTo>
                  <a:pt x="233523" y="56851"/>
                </a:lnTo>
                <a:lnTo>
                  <a:pt x="233360" y="56721"/>
                </a:lnTo>
                <a:lnTo>
                  <a:pt x="233204" y="56587"/>
                </a:lnTo>
                <a:lnTo>
                  <a:pt x="233055" y="56451"/>
                </a:lnTo>
                <a:lnTo>
                  <a:pt x="232913" y="56311"/>
                </a:lnTo>
                <a:lnTo>
                  <a:pt x="232778" y="56167"/>
                </a:lnTo>
                <a:lnTo>
                  <a:pt x="232650" y="56021"/>
                </a:lnTo>
                <a:lnTo>
                  <a:pt x="232528" y="55871"/>
                </a:lnTo>
                <a:lnTo>
                  <a:pt x="232414" y="55719"/>
                </a:lnTo>
                <a:lnTo>
                  <a:pt x="232306" y="55563"/>
                </a:lnTo>
                <a:lnTo>
                  <a:pt x="232205" y="55404"/>
                </a:lnTo>
                <a:lnTo>
                  <a:pt x="232111" y="55242"/>
                </a:lnTo>
                <a:lnTo>
                  <a:pt x="232023" y="55076"/>
                </a:lnTo>
                <a:lnTo>
                  <a:pt x="231943" y="54907"/>
                </a:lnTo>
                <a:lnTo>
                  <a:pt x="231870" y="54736"/>
                </a:lnTo>
                <a:lnTo>
                  <a:pt x="231803" y="54561"/>
                </a:lnTo>
                <a:lnTo>
                  <a:pt x="231743" y="54382"/>
                </a:lnTo>
                <a:lnTo>
                  <a:pt x="231690" y="54201"/>
                </a:lnTo>
                <a:lnTo>
                  <a:pt x="231644" y="54016"/>
                </a:lnTo>
                <a:lnTo>
                  <a:pt x="231605" y="53829"/>
                </a:lnTo>
                <a:lnTo>
                  <a:pt x="231572" y="53638"/>
                </a:lnTo>
                <a:lnTo>
                  <a:pt x="231547" y="53444"/>
                </a:lnTo>
                <a:lnTo>
                  <a:pt x="231528" y="53246"/>
                </a:lnTo>
                <a:lnTo>
                  <a:pt x="220052" y="53246"/>
                </a:lnTo>
                <a:lnTo>
                  <a:pt x="220072" y="53611"/>
                </a:lnTo>
                <a:lnTo>
                  <a:pt x="220099" y="53972"/>
                </a:lnTo>
                <a:lnTo>
                  <a:pt x="220133" y="54330"/>
                </a:lnTo>
                <a:lnTo>
                  <a:pt x="220176" y="54683"/>
                </a:lnTo>
                <a:lnTo>
                  <a:pt x="220226" y="55032"/>
                </a:lnTo>
                <a:lnTo>
                  <a:pt x="220285" y="55377"/>
                </a:lnTo>
                <a:lnTo>
                  <a:pt x="220351" y="55719"/>
                </a:lnTo>
                <a:lnTo>
                  <a:pt x="220425" y="56056"/>
                </a:lnTo>
                <a:lnTo>
                  <a:pt x="220506" y="56389"/>
                </a:lnTo>
                <a:lnTo>
                  <a:pt x="220596" y="56719"/>
                </a:lnTo>
                <a:lnTo>
                  <a:pt x="220693" y="57044"/>
                </a:lnTo>
                <a:lnTo>
                  <a:pt x="220798" y="57365"/>
                </a:lnTo>
                <a:lnTo>
                  <a:pt x="220911" y="57683"/>
                </a:lnTo>
                <a:lnTo>
                  <a:pt x="221032" y="57996"/>
                </a:lnTo>
                <a:lnTo>
                  <a:pt x="221160" y="58306"/>
                </a:lnTo>
                <a:lnTo>
                  <a:pt x="221296" y="58611"/>
                </a:lnTo>
                <a:lnTo>
                  <a:pt x="221440" y="58912"/>
                </a:lnTo>
                <a:lnTo>
                  <a:pt x="221592" y="59210"/>
                </a:lnTo>
                <a:lnTo>
                  <a:pt x="221752" y="59503"/>
                </a:lnTo>
                <a:lnTo>
                  <a:pt x="221920" y="59793"/>
                </a:lnTo>
                <a:lnTo>
                  <a:pt x="222095" y="60079"/>
                </a:lnTo>
                <a:lnTo>
                  <a:pt x="222278" y="60360"/>
                </a:lnTo>
                <a:lnTo>
                  <a:pt x="222469" y="60638"/>
                </a:lnTo>
                <a:lnTo>
                  <a:pt x="222668" y="60911"/>
                </a:lnTo>
                <a:lnTo>
                  <a:pt x="222874" y="61180"/>
                </a:lnTo>
                <a:lnTo>
                  <a:pt x="223086" y="61445"/>
                </a:lnTo>
                <a:lnTo>
                  <a:pt x="223305" y="61704"/>
                </a:lnTo>
                <a:lnTo>
                  <a:pt x="223531" y="61958"/>
                </a:lnTo>
                <a:lnTo>
                  <a:pt x="223763" y="62207"/>
                </a:lnTo>
                <a:lnTo>
                  <a:pt x="224002" y="62452"/>
                </a:lnTo>
                <a:lnTo>
                  <a:pt x="224247" y="62691"/>
                </a:lnTo>
                <a:lnTo>
                  <a:pt x="224499" y="62926"/>
                </a:lnTo>
                <a:lnTo>
                  <a:pt x="224757" y="63155"/>
                </a:lnTo>
                <a:lnTo>
                  <a:pt x="225022" y="63380"/>
                </a:lnTo>
                <a:lnTo>
                  <a:pt x="225293" y="63599"/>
                </a:lnTo>
                <a:lnTo>
                  <a:pt x="225571" y="63814"/>
                </a:lnTo>
                <a:lnTo>
                  <a:pt x="225856" y="64024"/>
                </a:lnTo>
                <a:lnTo>
                  <a:pt x="226147" y="64229"/>
                </a:lnTo>
                <a:lnTo>
                  <a:pt x="226444" y="64429"/>
                </a:lnTo>
                <a:lnTo>
                  <a:pt x="226748" y="64624"/>
                </a:lnTo>
                <a:lnTo>
                  <a:pt x="227059" y="64814"/>
                </a:lnTo>
                <a:lnTo>
                  <a:pt x="227376" y="64999"/>
                </a:lnTo>
                <a:lnTo>
                  <a:pt x="227699" y="65179"/>
                </a:lnTo>
                <a:lnTo>
                  <a:pt x="228030" y="65355"/>
                </a:lnTo>
                <a:lnTo>
                  <a:pt x="228366" y="65525"/>
                </a:lnTo>
                <a:lnTo>
                  <a:pt x="228709" y="65690"/>
                </a:lnTo>
                <a:lnTo>
                  <a:pt x="229059" y="65851"/>
                </a:lnTo>
                <a:lnTo>
                  <a:pt x="229415" y="66006"/>
                </a:lnTo>
                <a:lnTo>
                  <a:pt x="229778" y="66156"/>
                </a:lnTo>
                <a:lnTo>
                  <a:pt x="230145" y="66299"/>
                </a:lnTo>
                <a:lnTo>
                  <a:pt x="230517" y="66437"/>
                </a:lnTo>
                <a:lnTo>
                  <a:pt x="230895" y="66567"/>
                </a:lnTo>
                <a:lnTo>
                  <a:pt x="231277" y="66692"/>
                </a:lnTo>
                <a:lnTo>
                  <a:pt x="231665" y="66810"/>
                </a:lnTo>
                <a:lnTo>
                  <a:pt x="232058" y="66921"/>
                </a:lnTo>
                <a:lnTo>
                  <a:pt x="232456" y="67026"/>
                </a:lnTo>
                <a:lnTo>
                  <a:pt x="232859" y="67125"/>
                </a:lnTo>
                <a:lnTo>
                  <a:pt x="233267" y="67218"/>
                </a:lnTo>
                <a:lnTo>
                  <a:pt x="233680" y="67304"/>
                </a:lnTo>
                <a:lnTo>
                  <a:pt x="234098" y="67384"/>
                </a:lnTo>
                <a:lnTo>
                  <a:pt x="234522" y="67457"/>
                </a:lnTo>
                <a:lnTo>
                  <a:pt x="234950" y="67524"/>
                </a:lnTo>
                <a:lnTo>
                  <a:pt x="235384" y="67584"/>
                </a:lnTo>
                <a:lnTo>
                  <a:pt x="235822" y="67639"/>
                </a:lnTo>
                <a:lnTo>
                  <a:pt x="236266" y="67686"/>
                </a:lnTo>
                <a:lnTo>
                  <a:pt x="236715" y="67728"/>
                </a:lnTo>
                <a:lnTo>
                  <a:pt x="237169" y="67763"/>
                </a:lnTo>
                <a:lnTo>
                  <a:pt x="237628" y="67792"/>
                </a:lnTo>
                <a:lnTo>
                  <a:pt x="238092" y="67814"/>
                </a:lnTo>
                <a:lnTo>
                  <a:pt x="238561" y="67830"/>
                </a:lnTo>
                <a:lnTo>
                  <a:pt x="239036" y="67839"/>
                </a:lnTo>
                <a:lnTo>
                  <a:pt x="239515" y="67843"/>
                </a:lnTo>
                <a:lnTo>
                  <a:pt x="243554" y="67843"/>
                </a:lnTo>
                <a:lnTo>
                  <a:pt x="244357" y="67836"/>
                </a:lnTo>
                <a:lnTo>
                  <a:pt x="245143" y="67814"/>
                </a:lnTo>
                <a:close/>
                <a:moveTo>
                  <a:pt x="22954" y="67900"/>
                </a:moveTo>
                <a:lnTo>
                  <a:pt x="23716" y="67857"/>
                </a:lnTo>
                <a:lnTo>
                  <a:pt x="24464" y="67797"/>
                </a:lnTo>
                <a:lnTo>
                  <a:pt x="25200" y="67721"/>
                </a:lnTo>
                <a:lnTo>
                  <a:pt x="25922" y="67627"/>
                </a:lnTo>
                <a:lnTo>
                  <a:pt x="26631" y="67516"/>
                </a:lnTo>
                <a:lnTo>
                  <a:pt x="27326" y="67388"/>
                </a:lnTo>
                <a:lnTo>
                  <a:pt x="28008" y="67243"/>
                </a:lnTo>
                <a:lnTo>
                  <a:pt x="28676" y="67081"/>
                </a:lnTo>
                <a:lnTo>
                  <a:pt x="29331" y="66902"/>
                </a:lnTo>
                <a:lnTo>
                  <a:pt x="29973" y="66706"/>
                </a:lnTo>
                <a:lnTo>
                  <a:pt x="30601" y="66493"/>
                </a:lnTo>
                <a:lnTo>
                  <a:pt x="31216" y="66262"/>
                </a:lnTo>
                <a:lnTo>
                  <a:pt x="31817" y="66015"/>
                </a:lnTo>
                <a:lnTo>
                  <a:pt x="32406" y="65751"/>
                </a:lnTo>
                <a:lnTo>
                  <a:pt x="32980" y="65470"/>
                </a:lnTo>
                <a:lnTo>
                  <a:pt x="33542" y="65171"/>
                </a:lnTo>
                <a:lnTo>
                  <a:pt x="34090" y="64856"/>
                </a:lnTo>
                <a:lnTo>
                  <a:pt x="34624" y="64523"/>
                </a:lnTo>
                <a:lnTo>
                  <a:pt x="35145" y="64174"/>
                </a:lnTo>
                <a:lnTo>
                  <a:pt x="35653" y="63807"/>
                </a:lnTo>
                <a:lnTo>
                  <a:pt x="36147" y="63423"/>
                </a:lnTo>
                <a:lnTo>
                  <a:pt x="36628" y="63022"/>
                </a:lnTo>
                <a:lnTo>
                  <a:pt x="37093" y="62607"/>
                </a:lnTo>
                <a:lnTo>
                  <a:pt x="37540" y="62179"/>
                </a:lnTo>
                <a:lnTo>
                  <a:pt x="37967" y="61739"/>
                </a:lnTo>
                <a:lnTo>
                  <a:pt x="38375" y="61287"/>
                </a:lnTo>
                <a:lnTo>
                  <a:pt x="38765" y="60823"/>
                </a:lnTo>
                <a:lnTo>
                  <a:pt x="39136" y="60346"/>
                </a:lnTo>
                <a:lnTo>
                  <a:pt x="39488" y="59857"/>
                </a:lnTo>
                <a:lnTo>
                  <a:pt x="39822" y="59356"/>
                </a:lnTo>
                <a:lnTo>
                  <a:pt x="40136" y="58842"/>
                </a:lnTo>
                <a:lnTo>
                  <a:pt x="40432" y="58316"/>
                </a:lnTo>
                <a:lnTo>
                  <a:pt x="40709" y="57778"/>
                </a:lnTo>
                <a:lnTo>
                  <a:pt x="40967" y="57228"/>
                </a:lnTo>
                <a:lnTo>
                  <a:pt x="41206" y="56665"/>
                </a:lnTo>
                <a:lnTo>
                  <a:pt x="41426" y="56090"/>
                </a:lnTo>
                <a:lnTo>
                  <a:pt x="41628" y="55503"/>
                </a:lnTo>
                <a:lnTo>
                  <a:pt x="41811" y="54903"/>
                </a:lnTo>
                <a:lnTo>
                  <a:pt x="41975" y="54292"/>
                </a:lnTo>
                <a:lnTo>
                  <a:pt x="42120" y="53668"/>
                </a:lnTo>
                <a:lnTo>
                  <a:pt x="42246" y="53031"/>
                </a:lnTo>
                <a:lnTo>
                  <a:pt x="42354" y="52383"/>
                </a:lnTo>
                <a:lnTo>
                  <a:pt x="42443" y="51722"/>
                </a:lnTo>
                <a:lnTo>
                  <a:pt x="42512" y="51049"/>
                </a:lnTo>
                <a:lnTo>
                  <a:pt x="42564" y="50363"/>
                </a:lnTo>
                <a:lnTo>
                  <a:pt x="42596" y="49666"/>
                </a:lnTo>
                <a:lnTo>
                  <a:pt x="31120" y="49666"/>
                </a:lnTo>
                <a:lnTo>
                  <a:pt x="31094" y="49992"/>
                </a:lnTo>
                <a:lnTo>
                  <a:pt x="31059" y="50311"/>
                </a:lnTo>
                <a:lnTo>
                  <a:pt x="31017" y="50625"/>
                </a:lnTo>
                <a:lnTo>
                  <a:pt x="30966" y="50932"/>
                </a:lnTo>
                <a:lnTo>
                  <a:pt x="30908" y="51233"/>
                </a:lnTo>
                <a:lnTo>
                  <a:pt x="30842" y="51528"/>
                </a:lnTo>
                <a:lnTo>
                  <a:pt x="30769" y="51816"/>
                </a:lnTo>
                <a:lnTo>
                  <a:pt x="30687" y="52098"/>
                </a:lnTo>
                <a:lnTo>
                  <a:pt x="30598" y="52375"/>
                </a:lnTo>
                <a:lnTo>
                  <a:pt x="30501" y="52644"/>
                </a:lnTo>
                <a:lnTo>
                  <a:pt x="30396" y="52908"/>
                </a:lnTo>
                <a:lnTo>
                  <a:pt x="30283" y="53166"/>
                </a:lnTo>
                <a:lnTo>
                  <a:pt x="30162" y="53417"/>
                </a:lnTo>
                <a:lnTo>
                  <a:pt x="30034" y="53662"/>
                </a:lnTo>
                <a:lnTo>
                  <a:pt x="29898" y="53901"/>
                </a:lnTo>
                <a:lnTo>
                  <a:pt x="29754" y="54133"/>
                </a:lnTo>
                <a:lnTo>
                  <a:pt x="29602" y="54360"/>
                </a:lnTo>
                <a:lnTo>
                  <a:pt x="29442" y="54580"/>
                </a:lnTo>
                <a:lnTo>
                  <a:pt x="29275" y="54794"/>
                </a:lnTo>
                <a:lnTo>
                  <a:pt x="29100" y="55002"/>
                </a:lnTo>
                <a:lnTo>
                  <a:pt x="28916" y="55203"/>
                </a:lnTo>
                <a:lnTo>
                  <a:pt x="28725" y="55398"/>
                </a:lnTo>
                <a:lnTo>
                  <a:pt x="28527" y="55588"/>
                </a:lnTo>
                <a:lnTo>
                  <a:pt x="28320" y="55770"/>
                </a:lnTo>
                <a:lnTo>
                  <a:pt x="28107" y="55946"/>
                </a:lnTo>
                <a:lnTo>
                  <a:pt x="27886" y="56115"/>
                </a:lnTo>
                <a:lnTo>
                  <a:pt x="27660" y="56276"/>
                </a:lnTo>
                <a:lnTo>
                  <a:pt x="27426" y="56430"/>
                </a:lnTo>
                <a:lnTo>
                  <a:pt x="27187" y="56576"/>
                </a:lnTo>
                <a:lnTo>
                  <a:pt x="26940" y="56714"/>
                </a:lnTo>
                <a:lnTo>
                  <a:pt x="26688" y="56845"/>
                </a:lnTo>
                <a:lnTo>
                  <a:pt x="26428" y="56969"/>
                </a:lnTo>
                <a:lnTo>
                  <a:pt x="26162" y="57085"/>
                </a:lnTo>
                <a:lnTo>
                  <a:pt x="25890" y="57194"/>
                </a:lnTo>
                <a:lnTo>
                  <a:pt x="25611" y="57295"/>
                </a:lnTo>
                <a:lnTo>
                  <a:pt x="25325" y="57388"/>
                </a:lnTo>
                <a:lnTo>
                  <a:pt x="25033" y="57475"/>
                </a:lnTo>
                <a:lnTo>
                  <a:pt x="24735" y="57553"/>
                </a:lnTo>
                <a:lnTo>
                  <a:pt x="24429" y="57624"/>
                </a:lnTo>
                <a:lnTo>
                  <a:pt x="24118" y="57688"/>
                </a:lnTo>
                <a:lnTo>
                  <a:pt x="23800" y="57744"/>
                </a:lnTo>
                <a:lnTo>
                  <a:pt x="23475" y="57793"/>
                </a:lnTo>
                <a:lnTo>
                  <a:pt x="23143" y="57834"/>
                </a:lnTo>
                <a:lnTo>
                  <a:pt x="22806" y="57868"/>
                </a:lnTo>
                <a:lnTo>
                  <a:pt x="22461" y="57894"/>
                </a:lnTo>
                <a:lnTo>
                  <a:pt x="22110" y="57913"/>
                </a:lnTo>
                <a:lnTo>
                  <a:pt x="21753" y="57924"/>
                </a:lnTo>
                <a:lnTo>
                  <a:pt x="21389" y="57928"/>
                </a:lnTo>
                <a:lnTo>
                  <a:pt x="21010" y="57923"/>
                </a:lnTo>
                <a:lnTo>
                  <a:pt x="20637" y="57910"/>
                </a:lnTo>
                <a:lnTo>
                  <a:pt x="20272" y="57888"/>
                </a:lnTo>
                <a:lnTo>
                  <a:pt x="19913" y="57856"/>
                </a:lnTo>
                <a:lnTo>
                  <a:pt x="19560" y="57816"/>
                </a:lnTo>
                <a:lnTo>
                  <a:pt x="19215" y="57767"/>
                </a:lnTo>
                <a:lnTo>
                  <a:pt x="18876" y="57709"/>
                </a:lnTo>
                <a:lnTo>
                  <a:pt x="18544" y="57642"/>
                </a:lnTo>
                <a:lnTo>
                  <a:pt x="18218" y="57566"/>
                </a:lnTo>
                <a:lnTo>
                  <a:pt x="17899" y="57481"/>
                </a:lnTo>
                <a:lnTo>
                  <a:pt x="17587" y="57388"/>
                </a:lnTo>
                <a:lnTo>
                  <a:pt x="17281" y="57285"/>
                </a:lnTo>
                <a:lnTo>
                  <a:pt x="16983" y="57173"/>
                </a:lnTo>
                <a:lnTo>
                  <a:pt x="16690" y="57053"/>
                </a:lnTo>
                <a:lnTo>
                  <a:pt x="16405" y="56924"/>
                </a:lnTo>
                <a:lnTo>
                  <a:pt x="16126" y="56785"/>
                </a:lnTo>
                <a:lnTo>
                  <a:pt x="15854" y="56638"/>
                </a:lnTo>
                <a:lnTo>
                  <a:pt x="15589" y="56482"/>
                </a:lnTo>
                <a:lnTo>
                  <a:pt x="15330" y="56317"/>
                </a:lnTo>
                <a:lnTo>
                  <a:pt x="15078" y="56143"/>
                </a:lnTo>
                <a:lnTo>
                  <a:pt x="14833" y="55960"/>
                </a:lnTo>
                <a:lnTo>
                  <a:pt x="14594" y="55768"/>
                </a:lnTo>
                <a:lnTo>
                  <a:pt x="14362" y="55567"/>
                </a:lnTo>
                <a:lnTo>
                  <a:pt x="14137" y="55357"/>
                </a:lnTo>
                <a:lnTo>
                  <a:pt x="13920" y="55139"/>
                </a:lnTo>
                <a:lnTo>
                  <a:pt x="13712" y="54914"/>
                </a:lnTo>
                <a:lnTo>
                  <a:pt x="13513" y="54682"/>
                </a:lnTo>
                <a:lnTo>
                  <a:pt x="13324" y="54442"/>
                </a:lnTo>
                <a:lnTo>
                  <a:pt x="13144" y="54195"/>
                </a:lnTo>
                <a:lnTo>
                  <a:pt x="12973" y="53940"/>
                </a:lnTo>
                <a:lnTo>
                  <a:pt x="12811" y="53678"/>
                </a:lnTo>
                <a:lnTo>
                  <a:pt x="12658" y="53409"/>
                </a:lnTo>
                <a:lnTo>
                  <a:pt x="12515" y="53132"/>
                </a:lnTo>
                <a:lnTo>
                  <a:pt x="12381" y="52849"/>
                </a:lnTo>
                <a:lnTo>
                  <a:pt x="12256" y="52557"/>
                </a:lnTo>
                <a:lnTo>
                  <a:pt x="12141" y="52259"/>
                </a:lnTo>
                <a:lnTo>
                  <a:pt x="12035" y="51953"/>
                </a:lnTo>
                <a:lnTo>
                  <a:pt x="11938" y="51640"/>
                </a:lnTo>
                <a:lnTo>
                  <a:pt x="11850" y="51319"/>
                </a:lnTo>
                <a:lnTo>
                  <a:pt x="11771" y="50992"/>
                </a:lnTo>
                <a:lnTo>
                  <a:pt x="11702" y="50657"/>
                </a:lnTo>
                <a:lnTo>
                  <a:pt x="11642" y="50314"/>
                </a:lnTo>
                <a:lnTo>
                  <a:pt x="11591" y="49964"/>
                </a:lnTo>
                <a:lnTo>
                  <a:pt x="11549" y="49607"/>
                </a:lnTo>
                <a:lnTo>
                  <a:pt x="11517" y="49243"/>
                </a:lnTo>
                <a:lnTo>
                  <a:pt x="11494" y="48871"/>
                </a:lnTo>
                <a:lnTo>
                  <a:pt x="11480" y="48492"/>
                </a:lnTo>
                <a:lnTo>
                  <a:pt x="11475" y="48105"/>
                </a:lnTo>
                <a:lnTo>
                  <a:pt x="11475" y="35344"/>
                </a:lnTo>
                <a:lnTo>
                  <a:pt x="11480" y="34957"/>
                </a:lnTo>
                <a:lnTo>
                  <a:pt x="11494" y="34579"/>
                </a:lnTo>
                <a:lnTo>
                  <a:pt x="11517" y="34207"/>
                </a:lnTo>
                <a:lnTo>
                  <a:pt x="11549" y="33843"/>
                </a:lnTo>
                <a:lnTo>
                  <a:pt x="11591" y="33487"/>
                </a:lnTo>
                <a:lnTo>
                  <a:pt x="11642" y="33138"/>
                </a:lnTo>
                <a:lnTo>
                  <a:pt x="11702" y="32796"/>
                </a:lnTo>
                <a:lnTo>
                  <a:pt x="11771" y="32463"/>
                </a:lnTo>
                <a:lnTo>
                  <a:pt x="11850" y="32136"/>
                </a:lnTo>
                <a:lnTo>
                  <a:pt x="11938" y="31817"/>
                </a:lnTo>
                <a:lnTo>
                  <a:pt x="12035" y="31506"/>
                </a:lnTo>
                <a:lnTo>
                  <a:pt x="12141" y="31202"/>
                </a:lnTo>
                <a:lnTo>
                  <a:pt x="12256" y="30905"/>
                </a:lnTo>
                <a:lnTo>
                  <a:pt x="12381" y="30616"/>
                </a:lnTo>
                <a:lnTo>
                  <a:pt x="12515" y="30335"/>
                </a:lnTo>
                <a:lnTo>
                  <a:pt x="12658" y="30061"/>
                </a:lnTo>
                <a:lnTo>
                  <a:pt x="12811" y="29794"/>
                </a:lnTo>
                <a:lnTo>
                  <a:pt x="12973" y="29535"/>
                </a:lnTo>
                <a:lnTo>
                  <a:pt x="13144" y="29283"/>
                </a:lnTo>
                <a:lnTo>
                  <a:pt x="13324" y="29039"/>
                </a:lnTo>
                <a:lnTo>
                  <a:pt x="13513" y="28803"/>
                </a:lnTo>
                <a:lnTo>
                  <a:pt x="13712" y="28574"/>
                </a:lnTo>
                <a:lnTo>
                  <a:pt x="13920" y="28352"/>
                </a:lnTo>
                <a:lnTo>
                  <a:pt x="14137" y="28138"/>
                </a:lnTo>
                <a:lnTo>
                  <a:pt x="14362" y="27932"/>
                </a:lnTo>
                <a:lnTo>
                  <a:pt x="14594" y="27735"/>
                </a:lnTo>
                <a:lnTo>
                  <a:pt x="14833" y="27546"/>
                </a:lnTo>
                <a:lnTo>
                  <a:pt x="15078" y="27366"/>
                </a:lnTo>
                <a:lnTo>
                  <a:pt x="15330" y="27195"/>
                </a:lnTo>
                <a:lnTo>
                  <a:pt x="15589" y="27033"/>
                </a:lnTo>
                <a:lnTo>
                  <a:pt x="15854" y="26880"/>
                </a:lnTo>
                <a:lnTo>
                  <a:pt x="16126" y="26735"/>
                </a:lnTo>
                <a:lnTo>
                  <a:pt x="16405" y="26599"/>
                </a:lnTo>
                <a:lnTo>
                  <a:pt x="16690" y="26472"/>
                </a:lnTo>
                <a:lnTo>
                  <a:pt x="16983" y="26353"/>
                </a:lnTo>
                <a:lnTo>
                  <a:pt x="17281" y="26244"/>
                </a:lnTo>
                <a:lnTo>
                  <a:pt x="17587" y="26143"/>
                </a:lnTo>
                <a:lnTo>
                  <a:pt x="17899" y="26051"/>
                </a:lnTo>
                <a:lnTo>
                  <a:pt x="18218" y="25968"/>
                </a:lnTo>
                <a:lnTo>
                  <a:pt x="18544" y="25893"/>
                </a:lnTo>
                <a:lnTo>
                  <a:pt x="18876" y="25827"/>
                </a:lnTo>
                <a:lnTo>
                  <a:pt x="19215" y="25770"/>
                </a:lnTo>
                <a:lnTo>
                  <a:pt x="19560" y="25722"/>
                </a:lnTo>
                <a:lnTo>
                  <a:pt x="19913" y="25683"/>
                </a:lnTo>
                <a:lnTo>
                  <a:pt x="20272" y="25652"/>
                </a:lnTo>
                <a:lnTo>
                  <a:pt x="20637" y="25630"/>
                </a:lnTo>
                <a:lnTo>
                  <a:pt x="21010" y="25617"/>
                </a:lnTo>
                <a:lnTo>
                  <a:pt x="21389" y="25612"/>
                </a:lnTo>
                <a:lnTo>
                  <a:pt x="21753" y="25616"/>
                </a:lnTo>
                <a:lnTo>
                  <a:pt x="22110" y="25627"/>
                </a:lnTo>
                <a:lnTo>
                  <a:pt x="22461" y="25646"/>
                </a:lnTo>
                <a:lnTo>
                  <a:pt x="22806" y="25672"/>
                </a:lnTo>
                <a:lnTo>
                  <a:pt x="23143" y="25706"/>
                </a:lnTo>
                <a:lnTo>
                  <a:pt x="23475" y="25747"/>
                </a:lnTo>
                <a:lnTo>
                  <a:pt x="23800" y="25796"/>
                </a:lnTo>
                <a:lnTo>
                  <a:pt x="24118" y="25852"/>
                </a:lnTo>
                <a:lnTo>
                  <a:pt x="24429" y="25916"/>
                </a:lnTo>
                <a:lnTo>
                  <a:pt x="24735" y="25987"/>
                </a:lnTo>
                <a:lnTo>
                  <a:pt x="25033" y="26066"/>
                </a:lnTo>
                <a:lnTo>
                  <a:pt x="25325" y="26152"/>
                </a:lnTo>
                <a:lnTo>
                  <a:pt x="25611" y="26245"/>
                </a:lnTo>
                <a:lnTo>
                  <a:pt x="25890" y="26346"/>
                </a:lnTo>
                <a:lnTo>
                  <a:pt x="26162" y="26455"/>
                </a:lnTo>
                <a:lnTo>
                  <a:pt x="26428" y="26571"/>
                </a:lnTo>
                <a:lnTo>
                  <a:pt x="26688" y="26695"/>
                </a:lnTo>
                <a:lnTo>
                  <a:pt x="26940" y="26826"/>
                </a:lnTo>
                <a:lnTo>
                  <a:pt x="27187" y="26964"/>
                </a:lnTo>
                <a:lnTo>
                  <a:pt x="27426" y="27110"/>
                </a:lnTo>
                <a:lnTo>
                  <a:pt x="27660" y="27264"/>
                </a:lnTo>
                <a:lnTo>
                  <a:pt x="27886" y="27425"/>
                </a:lnTo>
                <a:lnTo>
                  <a:pt x="28107" y="27594"/>
                </a:lnTo>
                <a:lnTo>
                  <a:pt x="28320" y="27770"/>
                </a:lnTo>
                <a:lnTo>
                  <a:pt x="28527" y="27953"/>
                </a:lnTo>
                <a:lnTo>
                  <a:pt x="28725" y="28142"/>
                </a:lnTo>
                <a:lnTo>
                  <a:pt x="28916" y="28337"/>
                </a:lnTo>
                <a:lnTo>
                  <a:pt x="29100" y="28539"/>
                </a:lnTo>
                <a:lnTo>
                  <a:pt x="29275" y="28746"/>
                </a:lnTo>
                <a:lnTo>
                  <a:pt x="29442" y="28960"/>
                </a:lnTo>
                <a:lnTo>
                  <a:pt x="29602" y="29180"/>
                </a:lnTo>
                <a:lnTo>
                  <a:pt x="29754" y="29407"/>
                </a:lnTo>
                <a:lnTo>
                  <a:pt x="29898" y="29640"/>
                </a:lnTo>
                <a:lnTo>
                  <a:pt x="30034" y="29878"/>
                </a:lnTo>
                <a:lnTo>
                  <a:pt x="30162" y="30123"/>
                </a:lnTo>
                <a:lnTo>
                  <a:pt x="30283" y="30375"/>
                </a:lnTo>
                <a:lnTo>
                  <a:pt x="30396" y="30632"/>
                </a:lnTo>
                <a:lnTo>
                  <a:pt x="30501" y="30896"/>
                </a:lnTo>
                <a:lnTo>
                  <a:pt x="30598" y="31166"/>
                </a:lnTo>
                <a:lnTo>
                  <a:pt x="30687" y="31442"/>
                </a:lnTo>
                <a:lnTo>
                  <a:pt x="30769" y="31725"/>
                </a:lnTo>
                <a:lnTo>
                  <a:pt x="30842" y="32013"/>
                </a:lnTo>
                <a:lnTo>
                  <a:pt x="30908" y="32308"/>
                </a:lnTo>
                <a:lnTo>
                  <a:pt x="30966" y="32609"/>
                </a:lnTo>
                <a:lnTo>
                  <a:pt x="31017" y="32917"/>
                </a:lnTo>
                <a:lnTo>
                  <a:pt x="31059" y="33230"/>
                </a:lnTo>
                <a:lnTo>
                  <a:pt x="31094" y="33550"/>
                </a:lnTo>
                <a:lnTo>
                  <a:pt x="31120" y="33876"/>
                </a:lnTo>
                <a:lnTo>
                  <a:pt x="42596" y="33876"/>
                </a:lnTo>
                <a:lnTo>
                  <a:pt x="42564" y="33178"/>
                </a:lnTo>
                <a:lnTo>
                  <a:pt x="42512" y="32493"/>
                </a:lnTo>
                <a:lnTo>
                  <a:pt x="42443" y="31819"/>
                </a:lnTo>
                <a:lnTo>
                  <a:pt x="42354" y="31158"/>
                </a:lnTo>
                <a:lnTo>
                  <a:pt x="42246" y="30510"/>
                </a:lnTo>
                <a:lnTo>
                  <a:pt x="42120" y="29873"/>
                </a:lnTo>
                <a:lnTo>
                  <a:pt x="41975" y="29249"/>
                </a:lnTo>
                <a:lnTo>
                  <a:pt x="41811" y="28637"/>
                </a:lnTo>
                <a:lnTo>
                  <a:pt x="41628" y="28038"/>
                </a:lnTo>
                <a:lnTo>
                  <a:pt x="41426" y="27451"/>
                </a:lnTo>
                <a:lnTo>
                  <a:pt x="41206" y="26876"/>
                </a:lnTo>
                <a:lnTo>
                  <a:pt x="40967" y="26313"/>
                </a:lnTo>
                <a:lnTo>
                  <a:pt x="40709" y="25762"/>
                </a:lnTo>
                <a:lnTo>
                  <a:pt x="40432" y="25224"/>
                </a:lnTo>
                <a:lnTo>
                  <a:pt x="40136" y="24698"/>
                </a:lnTo>
                <a:lnTo>
                  <a:pt x="39822" y="24185"/>
                </a:lnTo>
                <a:lnTo>
                  <a:pt x="39488" y="23683"/>
                </a:lnTo>
                <a:lnTo>
                  <a:pt x="39136" y="23194"/>
                </a:lnTo>
                <a:lnTo>
                  <a:pt x="38765" y="22717"/>
                </a:lnTo>
                <a:lnTo>
                  <a:pt x="38375" y="22253"/>
                </a:lnTo>
                <a:lnTo>
                  <a:pt x="37967" y="21801"/>
                </a:lnTo>
                <a:lnTo>
                  <a:pt x="37540" y="21361"/>
                </a:lnTo>
                <a:lnTo>
                  <a:pt x="37093" y="20933"/>
                </a:lnTo>
                <a:lnTo>
                  <a:pt x="36628" y="20518"/>
                </a:lnTo>
                <a:lnTo>
                  <a:pt x="36147" y="20117"/>
                </a:lnTo>
                <a:lnTo>
                  <a:pt x="35653" y="19733"/>
                </a:lnTo>
                <a:lnTo>
                  <a:pt x="35145" y="19367"/>
                </a:lnTo>
                <a:lnTo>
                  <a:pt x="34624" y="19017"/>
                </a:lnTo>
                <a:lnTo>
                  <a:pt x="34090" y="18684"/>
                </a:lnTo>
                <a:lnTo>
                  <a:pt x="33542" y="18369"/>
                </a:lnTo>
                <a:lnTo>
                  <a:pt x="32980" y="18071"/>
                </a:lnTo>
                <a:lnTo>
                  <a:pt x="32406" y="17789"/>
                </a:lnTo>
                <a:lnTo>
                  <a:pt x="31817" y="17525"/>
                </a:lnTo>
                <a:lnTo>
                  <a:pt x="31216" y="17278"/>
                </a:lnTo>
                <a:lnTo>
                  <a:pt x="30601" y="17047"/>
                </a:lnTo>
                <a:lnTo>
                  <a:pt x="29973" y="16834"/>
                </a:lnTo>
                <a:lnTo>
                  <a:pt x="29331" y="16638"/>
                </a:lnTo>
                <a:lnTo>
                  <a:pt x="28676" y="16459"/>
                </a:lnTo>
                <a:lnTo>
                  <a:pt x="28008" y="16297"/>
                </a:lnTo>
                <a:lnTo>
                  <a:pt x="27326" y="16152"/>
                </a:lnTo>
                <a:lnTo>
                  <a:pt x="26631" y="16024"/>
                </a:lnTo>
                <a:lnTo>
                  <a:pt x="25922" y="15913"/>
                </a:lnTo>
                <a:lnTo>
                  <a:pt x="25200" y="15820"/>
                </a:lnTo>
                <a:lnTo>
                  <a:pt x="24464" y="15743"/>
                </a:lnTo>
                <a:lnTo>
                  <a:pt x="23716" y="15683"/>
                </a:lnTo>
                <a:lnTo>
                  <a:pt x="22954" y="15641"/>
                </a:lnTo>
                <a:lnTo>
                  <a:pt x="22178" y="15615"/>
                </a:lnTo>
                <a:lnTo>
                  <a:pt x="21389" y="15606"/>
                </a:lnTo>
                <a:lnTo>
                  <a:pt x="20856" y="15611"/>
                </a:lnTo>
                <a:lnTo>
                  <a:pt x="20329" y="15623"/>
                </a:lnTo>
                <a:lnTo>
                  <a:pt x="19808" y="15644"/>
                </a:lnTo>
                <a:lnTo>
                  <a:pt x="19292" y="15674"/>
                </a:lnTo>
                <a:lnTo>
                  <a:pt x="18781" y="15712"/>
                </a:lnTo>
                <a:lnTo>
                  <a:pt x="18277" y="15758"/>
                </a:lnTo>
                <a:lnTo>
                  <a:pt x="17777" y="15813"/>
                </a:lnTo>
                <a:lnTo>
                  <a:pt x="17284" y="15877"/>
                </a:lnTo>
                <a:lnTo>
                  <a:pt x="16796" y="15949"/>
                </a:lnTo>
                <a:lnTo>
                  <a:pt x="16313" y="16029"/>
                </a:lnTo>
                <a:lnTo>
                  <a:pt x="15836" y="16118"/>
                </a:lnTo>
                <a:lnTo>
                  <a:pt x="15365" y="16215"/>
                </a:lnTo>
                <a:lnTo>
                  <a:pt x="14899" y="16320"/>
                </a:lnTo>
                <a:lnTo>
                  <a:pt x="14439" y="16434"/>
                </a:lnTo>
                <a:lnTo>
                  <a:pt x="13984" y="16557"/>
                </a:lnTo>
                <a:lnTo>
                  <a:pt x="13535" y="16688"/>
                </a:lnTo>
                <a:lnTo>
                  <a:pt x="13092" y="16827"/>
                </a:lnTo>
                <a:lnTo>
                  <a:pt x="12654" y="16975"/>
                </a:lnTo>
                <a:lnTo>
                  <a:pt x="12221" y="17131"/>
                </a:lnTo>
                <a:lnTo>
                  <a:pt x="11795" y="17296"/>
                </a:lnTo>
                <a:lnTo>
                  <a:pt x="11373" y="17469"/>
                </a:lnTo>
                <a:lnTo>
                  <a:pt x="10958" y="17651"/>
                </a:lnTo>
                <a:lnTo>
                  <a:pt x="10548" y="17841"/>
                </a:lnTo>
                <a:lnTo>
                  <a:pt x="10143" y="18040"/>
                </a:lnTo>
                <a:lnTo>
                  <a:pt x="9745" y="18246"/>
                </a:lnTo>
                <a:lnTo>
                  <a:pt x="9355" y="18459"/>
                </a:lnTo>
                <a:lnTo>
                  <a:pt x="8972" y="18678"/>
                </a:lnTo>
                <a:lnTo>
                  <a:pt x="8597" y="18905"/>
                </a:lnTo>
                <a:lnTo>
                  <a:pt x="8229" y="19139"/>
                </a:lnTo>
                <a:lnTo>
                  <a:pt x="7869" y="19379"/>
                </a:lnTo>
                <a:lnTo>
                  <a:pt x="7516" y="19626"/>
                </a:lnTo>
                <a:lnTo>
                  <a:pt x="7170" y="19880"/>
                </a:lnTo>
                <a:lnTo>
                  <a:pt x="6832" y="20141"/>
                </a:lnTo>
                <a:lnTo>
                  <a:pt x="6502" y="20409"/>
                </a:lnTo>
                <a:lnTo>
                  <a:pt x="6179" y="20684"/>
                </a:lnTo>
                <a:lnTo>
                  <a:pt x="5863" y="20965"/>
                </a:lnTo>
                <a:lnTo>
                  <a:pt x="5555" y="21254"/>
                </a:lnTo>
                <a:lnTo>
                  <a:pt x="5255" y="21549"/>
                </a:lnTo>
                <a:lnTo>
                  <a:pt x="4962" y="21851"/>
                </a:lnTo>
                <a:lnTo>
                  <a:pt x="4676" y="22160"/>
                </a:lnTo>
                <a:lnTo>
                  <a:pt x="4398" y="22476"/>
                </a:lnTo>
                <a:lnTo>
                  <a:pt x="4128" y="22798"/>
                </a:lnTo>
                <a:lnTo>
                  <a:pt x="3865" y="23128"/>
                </a:lnTo>
                <a:lnTo>
                  <a:pt x="3609" y="23464"/>
                </a:lnTo>
                <a:lnTo>
                  <a:pt x="3361" y="23808"/>
                </a:lnTo>
                <a:lnTo>
                  <a:pt x="3120" y="24158"/>
                </a:lnTo>
                <a:lnTo>
                  <a:pt x="2887" y="24515"/>
                </a:lnTo>
                <a:lnTo>
                  <a:pt x="2662" y="24878"/>
                </a:lnTo>
                <a:lnTo>
                  <a:pt x="2444" y="25249"/>
                </a:lnTo>
                <a:lnTo>
                  <a:pt x="2236" y="25625"/>
                </a:lnTo>
                <a:lnTo>
                  <a:pt x="2038" y="26007"/>
                </a:lnTo>
                <a:lnTo>
                  <a:pt x="1848" y="26396"/>
                </a:lnTo>
                <a:lnTo>
                  <a:pt x="1668" y="26790"/>
                </a:lnTo>
                <a:lnTo>
                  <a:pt x="1497" y="27191"/>
                </a:lnTo>
                <a:lnTo>
                  <a:pt x="1335" y="27597"/>
                </a:lnTo>
                <a:lnTo>
                  <a:pt x="1183" y="28010"/>
                </a:lnTo>
                <a:lnTo>
                  <a:pt x="1040" y="28429"/>
                </a:lnTo>
                <a:lnTo>
                  <a:pt x="906" y="28854"/>
                </a:lnTo>
                <a:lnTo>
                  <a:pt x="781" y="29284"/>
                </a:lnTo>
                <a:lnTo>
                  <a:pt x="665" y="29721"/>
                </a:lnTo>
                <a:lnTo>
                  <a:pt x="559" y="30164"/>
                </a:lnTo>
                <a:lnTo>
                  <a:pt x="462" y="30613"/>
                </a:lnTo>
                <a:lnTo>
                  <a:pt x="374" y="31068"/>
                </a:lnTo>
                <a:lnTo>
                  <a:pt x="296" y="31529"/>
                </a:lnTo>
                <a:lnTo>
                  <a:pt x="226" y="31997"/>
                </a:lnTo>
                <a:lnTo>
                  <a:pt x="166" y="32470"/>
                </a:lnTo>
                <a:lnTo>
                  <a:pt x="116" y="32949"/>
                </a:lnTo>
                <a:lnTo>
                  <a:pt x="74" y="33434"/>
                </a:lnTo>
                <a:lnTo>
                  <a:pt x="42" y="33926"/>
                </a:lnTo>
                <a:lnTo>
                  <a:pt x="18" y="34423"/>
                </a:lnTo>
                <a:lnTo>
                  <a:pt x="5" y="34927"/>
                </a:lnTo>
                <a:lnTo>
                  <a:pt x="0" y="35436"/>
                </a:lnTo>
                <a:lnTo>
                  <a:pt x="0" y="48105"/>
                </a:lnTo>
                <a:lnTo>
                  <a:pt x="5" y="48607"/>
                </a:lnTo>
                <a:lnTo>
                  <a:pt x="18" y="49104"/>
                </a:lnTo>
                <a:lnTo>
                  <a:pt x="42" y="49595"/>
                </a:lnTo>
                <a:lnTo>
                  <a:pt x="74" y="50080"/>
                </a:lnTo>
                <a:lnTo>
                  <a:pt x="116" y="50560"/>
                </a:lnTo>
                <a:lnTo>
                  <a:pt x="166" y="51034"/>
                </a:lnTo>
                <a:lnTo>
                  <a:pt x="226" y="51503"/>
                </a:lnTo>
                <a:lnTo>
                  <a:pt x="296" y="51966"/>
                </a:lnTo>
                <a:lnTo>
                  <a:pt x="374" y="52423"/>
                </a:lnTo>
                <a:lnTo>
                  <a:pt x="462" y="52875"/>
                </a:lnTo>
                <a:lnTo>
                  <a:pt x="559" y="53322"/>
                </a:lnTo>
                <a:lnTo>
                  <a:pt x="665" y="53762"/>
                </a:lnTo>
                <a:lnTo>
                  <a:pt x="781" y="54198"/>
                </a:lnTo>
                <a:lnTo>
                  <a:pt x="906" y="54627"/>
                </a:lnTo>
                <a:lnTo>
                  <a:pt x="1040" y="55051"/>
                </a:lnTo>
                <a:lnTo>
                  <a:pt x="1183" y="55470"/>
                </a:lnTo>
                <a:lnTo>
                  <a:pt x="1335" y="55883"/>
                </a:lnTo>
                <a:lnTo>
                  <a:pt x="1497" y="56290"/>
                </a:lnTo>
                <a:lnTo>
                  <a:pt x="1668" y="56692"/>
                </a:lnTo>
                <a:lnTo>
                  <a:pt x="1848" y="57088"/>
                </a:lnTo>
                <a:lnTo>
                  <a:pt x="2038" y="57479"/>
                </a:lnTo>
                <a:lnTo>
                  <a:pt x="2236" y="57864"/>
                </a:lnTo>
                <a:lnTo>
                  <a:pt x="2444" y="58243"/>
                </a:lnTo>
                <a:lnTo>
                  <a:pt x="2662" y="58617"/>
                </a:lnTo>
                <a:lnTo>
                  <a:pt x="2887" y="58984"/>
                </a:lnTo>
                <a:lnTo>
                  <a:pt x="3120" y="59345"/>
                </a:lnTo>
                <a:lnTo>
                  <a:pt x="3361" y="59698"/>
                </a:lnTo>
                <a:lnTo>
                  <a:pt x="3609" y="60045"/>
                </a:lnTo>
                <a:lnTo>
                  <a:pt x="3865" y="60384"/>
                </a:lnTo>
                <a:lnTo>
                  <a:pt x="4128" y="60717"/>
                </a:lnTo>
                <a:lnTo>
                  <a:pt x="4398" y="61042"/>
                </a:lnTo>
                <a:lnTo>
                  <a:pt x="4676" y="61360"/>
                </a:lnTo>
                <a:lnTo>
                  <a:pt x="4962" y="61672"/>
                </a:lnTo>
                <a:lnTo>
                  <a:pt x="5255" y="61976"/>
                </a:lnTo>
                <a:lnTo>
                  <a:pt x="5555" y="62274"/>
                </a:lnTo>
                <a:lnTo>
                  <a:pt x="5863" y="62564"/>
                </a:lnTo>
                <a:lnTo>
                  <a:pt x="6179" y="62847"/>
                </a:lnTo>
                <a:lnTo>
                  <a:pt x="6502" y="63124"/>
                </a:lnTo>
                <a:lnTo>
                  <a:pt x="6832" y="63393"/>
                </a:lnTo>
                <a:lnTo>
                  <a:pt x="7170" y="63655"/>
                </a:lnTo>
                <a:lnTo>
                  <a:pt x="7516" y="63911"/>
                </a:lnTo>
                <a:lnTo>
                  <a:pt x="7869" y="64159"/>
                </a:lnTo>
                <a:lnTo>
                  <a:pt x="8229" y="64400"/>
                </a:lnTo>
                <a:lnTo>
                  <a:pt x="8597" y="64635"/>
                </a:lnTo>
                <a:lnTo>
                  <a:pt x="8972" y="64862"/>
                </a:lnTo>
                <a:lnTo>
                  <a:pt x="9355" y="65082"/>
                </a:lnTo>
                <a:lnTo>
                  <a:pt x="9745" y="65296"/>
                </a:lnTo>
                <a:lnTo>
                  <a:pt x="10143" y="65502"/>
                </a:lnTo>
                <a:lnTo>
                  <a:pt x="10548" y="65700"/>
                </a:lnTo>
                <a:lnTo>
                  <a:pt x="10958" y="65890"/>
                </a:lnTo>
                <a:lnTo>
                  <a:pt x="11373" y="66072"/>
                </a:lnTo>
                <a:lnTo>
                  <a:pt x="11795" y="66245"/>
                </a:lnTo>
                <a:lnTo>
                  <a:pt x="12221" y="66410"/>
                </a:lnTo>
                <a:lnTo>
                  <a:pt x="12654" y="66566"/>
                </a:lnTo>
                <a:lnTo>
                  <a:pt x="13092" y="66714"/>
                </a:lnTo>
                <a:lnTo>
                  <a:pt x="13535" y="66853"/>
                </a:lnTo>
                <a:lnTo>
                  <a:pt x="13984" y="66984"/>
                </a:lnTo>
                <a:lnTo>
                  <a:pt x="14439" y="67106"/>
                </a:lnTo>
                <a:lnTo>
                  <a:pt x="14899" y="67220"/>
                </a:lnTo>
                <a:lnTo>
                  <a:pt x="15365" y="67326"/>
                </a:lnTo>
                <a:lnTo>
                  <a:pt x="15836" y="67423"/>
                </a:lnTo>
                <a:lnTo>
                  <a:pt x="16313" y="67511"/>
                </a:lnTo>
                <a:lnTo>
                  <a:pt x="16796" y="67592"/>
                </a:lnTo>
                <a:lnTo>
                  <a:pt x="17284" y="67663"/>
                </a:lnTo>
                <a:lnTo>
                  <a:pt x="17777" y="67727"/>
                </a:lnTo>
                <a:lnTo>
                  <a:pt x="18277" y="67782"/>
                </a:lnTo>
                <a:lnTo>
                  <a:pt x="18781" y="67828"/>
                </a:lnTo>
                <a:lnTo>
                  <a:pt x="19292" y="67866"/>
                </a:lnTo>
                <a:lnTo>
                  <a:pt x="19808" y="67896"/>
                </a:lnTo>
                <a:lnTo>
                  <a:pt x="20329" y="67917"/>
                </a:lnTo>
                <a:lnTo>
                  <a:pt x="20856" y="67929"/>
                </a:lnTo>
                <a:lnTo>
                  <a:pt x="21389" y="67934"/>
                </a:lnTo>
                <a:lnTo>
                  <a:pt x="22178" y="67925"/>
                </a:lnTo>
                <a:lnTo>
                  <a:pt x="22954" y="67900"/>
                </a:lnTo>
                <a:close/>
                <a:moveTo>
                  <a:pt x="151934" y="67016"/>
                </a:moveTo>
                <a:lnTo>
                  <a:pt x="151934" y="32773"/>
                </a:lnTo>
                <a:lnTo>
                  <a:pt x="151925" y="32121"/>
                </a:lnTo>
                <a:lnTo>
                  <a:pt x="151897" y="31480"/>
                </a:lnTo>
                <a:lnTo>
                  <a:pt x="151850" y="30851"/>
                </a:lnTo>
                <a:lnTo>
                  <a:pt x="151785" y="30232"/>
                </a:lnTo>
                <a:lnTo>
                  <a:pt x="151701" y="29625"/>
                </a:lnTo>
                <a:lnTo>
                  <a:pt x="151598" y="29030"/>
                </a:lnTo>
                <a:lnTo>
                  <a:pt x="151477" y="28445"/>
                </a:lnTo>
                <a:lnTo>
                  <a:pt x="151337" y="27872"/>
                </a:lnTo>
                <a:lnTo>
                  <a:pt x="151179" y="27311"/>
                </a:lnTo>
                <a:lnTo>
                  <a:pt x="151002" y="26760"/>
                </a:lnTo>
                <a:lnTo>
                  <a:pt x="150806" y="26221"/>
                </a:lnTo>
                <a:lnTo>
                  <a:pt x="150591" y="25693"/>
                </a:lnTo>
                <a:lnTo>
                  <a:pt x="150358" y="25177"/>
                </a:lnTo>
                <a:lnTo>
                  <a:pt x="150106" y="24672"/>
                </a:lnTo>
                <a:lnTo>
                  <a:pt x="149836" y="24178"/>
                </a:lnTo>
                <a:lnTo>
                  <a:pt x="149547" y="23695"/>
                </a:lnTo>
                <a:lnTo>
                  <a:pt x="149239" y="23224"/>
                </a:lnTo>
                <a:lnTo>
                  <a:pt x="148913" y="22764"/>
                </a:lnTo>
                <a:lnTo>
                  <a:pt x="148568" y="22316"/>
                </a:lnTo>
                <a:lnTo>
                  <a:pt x="148204" y="21879"/>
                </a:lnTo>
                <a:lnTo>
                  <a:pt x="147822" y="21453"/>
                </a:lnTo>
                <a:lnTo>
                  <a:pt x="147421" y="21038"/>
                </a:lnTo>
                <a:lnTo>
                  <a:pt x="147002" y="20635"/>
                </a:lnTo>
                <a:lnTo>
                  <a:pt x="146563" y="20243"/>
                </a:lnTo>
                <a:lnTo>
                  <a:pt x="146109" y="19865"/>
                </a:lnTo>
                <a:lnTo>
                  <a:pt x="145641" y="19503"/>
                </a:lnTo>
                <a:lnTo>
                  <a:pt x="145160" y="19156"/>
                </a:lnTo>
                <a:lnTo>
                  <a:pt x="144665" y="18826"/>
                </a:lnTo>
                <a:lnTo>
                  <a:pt x="144157" y="18512"/>
                </a:lnTo>
                <a:lnTo>
                  <a:pt x="143635" y="18215"/>
                </a:lnTo>
                <a:lnTo>
                  <a:pt x="143099" y="17933"/>
                </a:lnTo>
                <a:lnTo>
                  <a:pt x="142550" y="17667"/>
                </a:lnTo>
                <a:lnTo>
                  <a:pt x="141987" y="17418"/>
                </a:lnTo>
                <a:lnTo>
                  <a:pt x="141411" y="17184"/>
                </a:lnTo>
                <a:lnTo>
                  <a:pt x="140822" y="16967"/>
                </a:lnTo>
                <a:lnTo>
                  <a:pt x="140218" y="16766"/>
                </a:lnTo>
                <a:lnTo>
                  <a:pt x="139601" y="16580"/>
                </a:lnTo>
                <a:lnTo>
                  <a:pt x="138971" y="16411"/>
                </a:lnTo>
                <a:lnTo>
                  <a:pt x="138327" y="16258"/>
                </a:lnTo>
                <a:lnTo>
                  <a:pt x="137670" y="16122"/>
                </a:lnTo>
                <a:lnTo>
                  <a:pt x="136999" y="16001"/>
                </a:lnTo>
                <a:lnTo>
                  <a:pt x="136314" y="15896"/>
                </a:lnTo>
                <a:lnTo>
                  <a:pt x="135616" y="15808"/>
                </a:lnTo>
                <a:lnTo>
                  <a:pt x="134904" y="15735"/>
                </a:lnTo>
                <a:lnTo>
                  <a:pt x="134179" y="15679"/>
                </a:lnTo>
                <a:lnTo>
                  <a:pt x="133440" y="15639"/>
                </a:lnTo>
                <a:lnTo>
                  <a:pt x="132688" y="15614"/>
                </a:lnTo>
                <a:lnTo>
                  <a:pt x="131922" y="15606"/>
                </a:lnTo>
                <a:lnTo>
                  <a:pt x="131201" y="15614"/>
                </a:lnTo>
                <a:lnTo>
                  <a:pt x="130490" y="15636"/>
                </a:lnTo>
                <a:lnTo>
                  <a:pt x="129790" y="15672"/>
                </a:lnTo>
                <a:lnTo>
                  <a:pt x="129102" y="15724"/>
                </a:lnTo>
                <a:lnTo>
                  <a:pt x="128424" y="15790"/>
                </a:lnTo>
                <a:lnTo>
                  <a:pt x="127756" y="15870"/>
                </a:lnTo>
                <a:lnTo>
                  <a:pt x="127100" y="15966"/>
                </a:lnTo>
                <a:lnTo>
                  <a:pt x="126454" y="16076"/>
                </a:lnTo>
                <a:lnTo>
                  <a:pt x="125820" y="16200"/>
                </a:lnTo>
                <a:lnTo>
                  <a:pt x="125196" y="16340"/>
                </a:lnTo>
                <a:lnTo>
                  <a:pt x="124583" y="16494"/>
                </a:lnTo>
                <a:lnTo>
                  <a:pt x="123981" y="16662"/>
                </a:lnTo>
                <a:lnTo>
                  <a:pt x="123389" y="16846"/>
                </a:lnTo>
                <a:lnTo>
                  <a:pt x="122809" y="17044"/>
                </a:lnTo>
                <a:lnTo>
                  <a:pt x="122239" y="17256"/>
                </a:lnTo>
                <a:lnTo>
                  <a:pt x="121681" y="17484"/>
                </a:lnTo>
                <a:lnTo>
                  <a:pt x="121133" y="17725"/>
                </a:lnTo>
                <a:lnTo>
                  <a:pt x="120595" y="17982"/>
                </a:lnTo>
                <a:lnTo>
                  <a:pt x="120069" y="18253"/>
                </a:lnTo>
                <a:lnTo>
                  <a:pt x="119554" y="18539"/>
                </a:lnTo>
                <a:lnTo>
                  <a:pt x="119049" y="18840"/>
                </a:lnTo>
                <a:lnTo>
                  <a:pt x="118555" y="19155"/>
                </a:lnTo>
                <a:lnTo>
                  <a:pt x="118072" y="19485"/>
                </a:lnTo>
                <a:lnTo>
                  <a:pt x="117600" y="19830"/>
                </a:lnTo>
                <a:lnTo>
                  <a:pt x="117142" y="20187"/>
                </a:lnTo>
                <a:lnTo>
                  <a:pt x="116700" y="20554"/>
                </a:lnTo>
                <a:lnTo>
                  <a:pt x="116275" y="20931"/>
                </a:lnTo>
                <a:lnTo>
                  <a:pt x="115866" y="21319"/>
                </a:lnTo>
                <a:lnTo>
                  <a:pt x="115474" y="21717"/>
                </a:lnTo>
                <a:lnTo>
                  <a:pt x="115098" y="22125"/>
                </a:lnTo>
                <a:lnTo>
                  <a:pt x="114739" y="22543"/>
                </a:lnTo>
                <a:lnTo>
                  <a:pt x="114397" y="22971"/>
                </a:lnTo>
                <a:lnTo>
                  <a:pt x="114071" y="23410"/>
                </a:lnTo>
                <a:lnTo>
                  <a:pt x="113762" y="23858"/>
                </a:lnTo>
                <a:lnTo>
                  <a:pt x="113469" y="24317"/>
                </a:lnTo>
                <a:lnTo>
                  <a:pt x="113193" y="24787"/>
                </a:lnTo>
                <a:lnTo>
                  <a:pt x="112934" y="25266"/>
                </a:lnTo>
                <a:lnTo>
                  <a:pt x="112691" y="25756"/>
                </a:lnTo>
                <a:lnTo>
                  <a:pt x="112464" y="26255"/>
                </a:lnTo>
                <a:lnTo>
                  <a:pt x="112255" y="26765"/>
                </a:lnTo>
                <a:lnTo>
                  <a:pt x="112061" y="27286"/>
                </a:lnTo>
                <a:lnTo>
                  <a:pt x="111885" y="27816"/>
                </a:lnTo>
                <a:lnTo>
                  <a:pt x="111725" y="28357"/>
                </a:lnTo>
                <a:lnTo>
                  <a:pt x="111581" y="28907"/>
                </a:lnTo>
                <a:lnTo>
                  <a:pt x="111454" y="29469"/>
                </a:lnTo>
                <a:lnTo>
                  <a:pt x="111344" y="30040"/>
                </a:lnTo>
                <a:lnTo>
                  <a:pt x="111250" y="30621"/>
                </a:lnTo>
                <a:lnTo>
                  <a:pt x="111173" y="31213"/>
                </a:lnTo>
                <a:lnTo>
                  <a:pt x="122374" y="31213"/>
                </a:lnTo>
                <a:lnTo>
                  <a:pt x="122416" y="30978"/>
                </a:lnTo>
                <a:lnTo>
                  <a:pt x="122464" y="30747"/>
                </a:lnTo>
                <a:lnTo>
                  <a:pt x="122520" y="30520"/>
                </a:lnTo>
                <a:lnTo>
                  <a:pt x="122583" y="30297"/>
                </a:lnTo>
                <a:lnTo>
                  <a:pt x="122653" y="30079"/>
                </a:lnTo>
                <a:lnTo>
                  <a:pt x="122729" y="29864"/>
                </a:lnTo>
                <a:lnTo>
                  <a:pt x="122813" y="29654"/>
                </a:lnTo>
                <a:lnTo>
                  <a:pt x="122904" y="29448"/>
                </a:lnTo>
                <a:lnTo>
                  <a:pt x="123002" y="29246"/>
                </a:lnTo>
                <a:lnTo>
                  <a:pt x="123106" y="29048"/>
                </a:lnTo>
                <a:lnTo>
                  <a:pt x="123218" y="28855"/>
                </a:lnTo>
                <a:lnTo>
                  <a:pt x="123337" y="28665"/>
                </a:lnTo>
                <a:lnTo>
                  <a:pt x="123463" y="28480"/>
                </a:lnTo>
                <a:lnTo>
                  <a:pt x="123596" y="28299"/>
                </a:lnTo>
                <a:lnTo>
                  <a:pt x="123736" y="28122"/>
                </a:lnTo>
                <a:lnTo>
                  <a:pt x="123883" y="27949"/>
                </a:lnTo>
                <a:lnTo>
                  <a:pt x="124037" y="27780"/>
                </a:lnTo>
                <a:lnTo>
                  <a:pt x="124197" y="27615"/>
                </a:lnTo>
                <a:lnTo>
                  <a:pt x="124365" y="27455"/>
                </a:lnTo>
                <a:lnTo>
                  <a:pt x="124540" y="27299"/>
                </a:lnTo>
                <a:lnTo>
                  <a:pt x="124722" y="27146"/>
                </a:lnTo>
                <a:lnTo>
                  <a:pt x="124911" y="26998"/>
                </a:lnTo>
                <a:lnTo>
                  <a:pt x="125107" y="26855"/>
                </a:lnTo>
                <a:lnTo>
                  <a:pt x="125310" y="26715"/>
                </a:lnTo>
                <a:lnTo>
                  <a:pt x="125519" y="26580"/>
                </a:lnTo>
                <a:lnTo>
                  <a:pt x="125732" y="26451"/>
                </a:lnTo>
                <a:lnTo>
                  <a:pt x="125950" y="26327"/>
                </a:lnTo>
                <a:lnTo>
                  <a:pt x="126172" y="26210"/>
                </a:lnTo>
                <a:lnTo>
                  <a:pt x="126399" y="26098"/>
                </a:lnTo>
                <a:lnTo>
                  <a:pt x="126630" y="25992"/>
                </a:lnTo>
                <a:lnTo>
                  <a:pt x="126866" y="25891"/>
                </a:lnTo>
                <a:lnTo>
                  <a:pt x="127106" y="25797"/>
                </a:lnTo>
                <a:lnTo>
                  <a:pt x="127350" y="25708"/>
                </a:lnTo>
                <a:lnTo>
                  <a:pt x="127599" y="25624"/>
                </a:lnTo>
                <a:lnTo>
                  <a:pt x="127853" y="25547"/>
                </a:lnTo>
                <a:lnTo>
                  <a:pt x="128111" y="25475"/>
                </a:lnTo>
                <a:lnTo>
                  <a:pt x="128373" y="25409"/>
                </a:lnTo>
                <a:lnTo>
                  <a:pt x="128640" y="25349"/>
                </a:lnTo>
                <a:lnTo>
                  <a:pt x="128911" y="25294"/>
                </a:lnTo>
                <a:lnTo>
                  <a:pt x="129187" y="25246"/>
                </a:lnTo>
                <a:lnTo>
                  <a:pt x="129467" y="25203"/>
                </a:lnTo>
                <a:lnTo>
                  <a:pt x="129752" y="25165"/>
                </a:lnTo>
                <a:lnTo>
                  <a:pt x="130041" y="25134"/>
                </a:lnTo>
                <a:lnTo>
                  <a:pt x="130335" y="25108"/>
                </a:lnTo>
                <a:lnTo>
                  <a:pt x="130633" y="25088"/>
                </a:lnTo>
                <a:lnTo>
                  <a:pt x="130935" y="25073"/>
                </a:lnTo>
                <a:lnTo>
                  <a:pt x="131242" y="25065"/>
                </a:lnTo>
                <a:lnTo>
                  <a:pt x="131554" y="25062"/>
                </a:lnTo>
                <a:lnTo>
                  <a:pt x="131895" y="25065"/>
                </a:lnTo>
                <a:lnTo>
                  <a:pt x="132230" y="25076"/>
                </a:lnTo>
                <a:lnTo>
                  <a:pt x="132559" y="25094"/>
                </a:lnTo>
                <a:lnTo>
                  <a:pt x="132883" y="25119"/>
                </a:lnTo>
                <a:lnTo>
                  <a:pt x="133200" y="25152"/>
                </a:lnTo>
                <a:lnTo>
                  <a:pt x="133511" y="25191"/>
                </a:lnTo>
                <a:lnTo>
                  <a:pt x="133816" y="25238"/>
                </a:lnTo>
                <a:lnTo>
                  <a:pt x="134114" y="25291"/>
                </a:lnTo>
                <a:lnTo>
                  <a:pt x="134407" y="25352"/>
                </a:lnTo>
                <a:lnTo>
                  <a:pt x="134694" y="25421"/>
                </a:lnTo>
                <a:lnTo>
                  <a:pt x="134975" y="25496"/>
                </a:lnTo>
                <a:lnTo>
                  <a:pt x="135249" y="25578"/>
                </a:lnTo>
                <a:lnTo>
                  <a:pt x="135518" y="25668"/>
                </a:lnTo>
                <a:lnTo>
                  <a:pt x="135780" y="25765"/>
                </a:lnTo>
                <a:lnTo>
                  <a:pt x="136037" y="25869"/>
                </a:lnTo>
                <a:lnTo>
                  <a:pt x="136287" y="25980"/>
                </a:lnTo>
                <a:lnTo>
                  <a:pt x="136531" y="26099"/>
                </a:lnTo>
                <a:lnTo>
                  <a:pt x="136770" y="26224"/>
                </a:lnTo>
                <a:lnTo>
                  <a:pt x="137002" y="26357"/>
                </a:lnTo>
                <a:lnTo>
                  <a:pt x="137228" y="26497"/>
                </a:lnTo>
                <a:lnTo>
                  <a:pt x="137448" y="26644"/>
                </a:lnTo>
                <a:lnTo>
                  <a:pt x="137662" y="26798"/>
                </a:lnTo>
                <a:lnTo>
                  <a:pt x="137870" y="26959"/>
                </a:lnTo>
                <a:lnTo>
                  <a:pt x="138072" y="27128"/>
                </a:lnTo>
                <a:lnTo>
                  <a:pt x="138266" y="27303"/>
                </a:lnTo>
                <a:lnTo>
                  <a:pt x="138453" y="27483"/>
                </a:lnTo>
                <a:lnTo>
                  <a:pt x="138631" y="27669"/>
                </a:lnTo>
                <a:lnTo>
                  <a:pt x="138801" y="27861"/>
                </a:lnTo>
                <a:lnTo>
                  <a:pt x="138963" y="28058"/>
                </a:lnTo>
                <a:lnTo>
                  <a:pt x="139116" y="28261"/>
                </a:lnTo>
                <a:lnTo>
                  <a:pt x="139261" y="28469"/>
                </a:lnTo>
                <a:lnTo>
                  <a:pt x="139398" y="28683"/>
                </a:lnTo>
                <a:lnTo>
                  <a:pt x="139526" y="28903"/>
                </a:lnTo>
                <a:lnTo>
                  <a:pt x="139646" y="29128"/>
                </a:lnTo>
                <a:lnTo>
                  <a:pt x="139758" y="29359"/>
                </a:lnTo>
                <a:lnTo>
                  <a:pt x="139862" y="29595"/>
                </a:lnTo>
                <a:lnTo>
                  <a:pt x="139957" y="29837"/>
                </a:lnTo>
                <a:lnTo>
                  <a:pt x="140044" y="30084"/>
                </a:lnTo>
                <a:lnTo>
                  <a:pt x="140123" y="30337"/>
                </a:lnTo>
                <a:lnTo>
                  <a:pt x="140193" y="30596"/>
                </a:lnTo>
                <a:lnTo>
                  <a:pt x="140255" y="30860"/>
                </a:lnTo>
                <a:lnTo>
                  <a:pt x="140309" y="31130"/>
                </a:lnTo>
                <a:lnTo>
                  <a:pt x="140355" y="31405"/>
                </a:lnTo>
                <a:lnTo>
                  <a:pt x="140392" y="31686"/>
                </a:lnTo>
                <a:lnTo>
                  <a:pt x="140421" y="31973"/>
                </a:lnTo>
                <a:lnTo>
                  <a:pt x="140442" y="32265"/>
                </a:lnTo>
                <a:lnTo>
                  <a:pt x="140454" y="32563"/>
                </a:lnTo>
                <a:lnTo>
                  <a:pt x="140459" y="32866"/>
                </a:lnTo>
                <a:lnTo>
                  <a:pt x="140459" y="37180"/>
                </a:lnTo>
                <a:lnTo>
                  <a:pt x="127882" y="37180"/>
                </a:lnTo>
                <a:lnTo>
                  <a:pt x="127132" y="37187"/>
                </a:lnTo>
                <a:lnTo>
                  <a:pt x="126396" y="37208"/>
                </a:lnTo>
                <a:lnTo>
                  <a:pt x="125675" y="37243"/>
                </a:lnTo>
                <a:lnTo>
                  <a:pt x="124967" y="37293"/>
                </a:lnTo>
                <a:lnTo>
                  <a:pt x="124275" y="37356"/>
                </a:lnTo>
                <a:lnTo>
                  <a:pt x="123596" y="37433"/>
                </a:lnTo>
                <a:lnTo>
                  <a:pt x="122932" y="37524"/>
                </a:lnTo>
                <a:lnTo>
                  <a:pt x="122282" y="37629"/>
                </a:lnTo>
                <a:lnTo>
                  <a:pt x="121647" y="37748"/>
                </a:lnTo>
                <a:lnTo>
                  <a:pt x="121026" y="37882"/>
                </a:lnTo>
                <a:lnTo>
                  <a:pt x="120419" y="38029"/>
                </a:lnTo>
                <a:lnTo>
                  <a:pt x="119826" y="38190"/>
                </a:lnTo>
                <a:lnTo>
                  <a:pt x="119248" y="38366"/>
                </a:lnTo>
                <a:lnTo>
                  <a:pt x="118685" y="38555"/>
                </a:lnTo>
                <a:lnTo>
                  <a:pt x="118135" y="38758"/>
                </a:lnTo>
                <a:lnTo>
                  <a:pt x="117600" y="38976"/>
                </a:lnTo>
                <a:lnTo>
                  <a:pt x="117079" y="39207"/>
                </a:lnTo>
                <a:lnTo>
                  <a:pt x="116573" y="39453"/>
                </a:lnTo>
                <a:lnTo>
                  <a:pt x="116081" y="39712"/>
                </a:lnTo>
                <a:lnTo>
                  <a:pt x="115603" y="39986"/>
                </a:lnTo>
                <a:lnTo>
                  <a:pt x="115140" y="40273"/>
                </a:lnTo>
                <a:lnTo>
                  <a:pt x="114691" y="40575"/>
                </a:lnTo>
                <a:lnTo>
                  <a:pt x="114256" y="40891"/>
                </a:lnTo>
                <a:lnTo>
                  <a:pt x="113836" y="41220"/>
                </a:lnTo>
                <a:lnTo>
                  <a:pt x="113432" y="41563"/>
                </a:lnTo>
                <a:lnTo>
                  <a:pt x="113044" y="41917"/>
                </a:lnTo>
                <a:lnTo>
                  <a:pt x="112674" y="42283"/>
                </a:lnTo>
                <a:lnTo>
                  <a:pt x="112321" y="42661"/>
                </a:lnTo>
                <a:lnTo>
                  <a:pt x="111986" y="43050"/>
                </a:lnTo>
                <a:lnTo>
                  <a:pt x="111667" y="43452"/>
                </a:lnTo>
                <a:lnTo>
                  <a:pt x="111366" y="43865"/>
                </a:lnTo>
                <a:lnTo>
                  <a:pt x="111082" y="44290"/>
                </a:lnTo>
                <a:lnTo>
                  <a:pt x="110815" y="44727"/>
                </a:lnTo>
                <a:lnTo>
                  <a:pt x="110566" y="45175"/>
                </a:lnTo>
                <a:lnTo>
                  <a:pt x="110333" y="45636"/>
                </a:lnTo>
                <a:lnTo>
                  <a:pt x="110118" y="46108"/>
                </a:lnTo>
                <a:lnTo>
                  <a:pt x="109920" y="46592"/>
                </a:lnTo>
                <a:lnTo>
                  <a:pt x="109739" y="47088"/>
                </a:lnTo>
                <a:lnTo>
                  <a:pt x="109576" y="47595"/>
                </a:lnTo>
                <a:lnTo>
                  <a:pt x="109430" y="48115"/>
                </a:lnTo>
                <a:lnTo>
                  <a:pt x="109300" y="48646"/>
                </a:lnTo>
                <a:lnTo>
                  <a:pt x="109189" y="49189"/>
                </a:lnTo>
                <a:lnTo>
                  <a:pt x="109094" y="49744"/>
                </a:lnTo>
                <a:lnTo>
                  <a:pt x="109016" y="50310"/>
                </a:lnTo>
                <a:lnTo>
                  <a:pt x="108956" y="50888"/>
                </a:lnTo>
                <a:lnTo>
                  <a:pt x="108913" y="51479"/>
                </a:lnTo>
                <a:lnTo>
                  <a:pt x="108887" y="52081"/>
                </a:lnTo>
                <a:lnTo>
                  <a:pt x="108879" y="52694"/>
                </a:lnTo>
                <a:lnTo>
                  <a:pt x="108886" y="53271"/>
                </a:lnTo>
                <a:lnTo>
                  <a:pt x="108910" y="53837"/>
                </a:lnTo>
                <a:lnTo>
                  <a:pt x="108949" y="54394"/>
                </a:lnTo>
                <a:lnTo>
                  <a:pt x="109004" y="54941"/>
                </a:lnTo>
                <a:lnTo>
                  <a:pt x="109074" y="55478"/>
                </a:lnTo>
                <a:lnTo>
                  <a:pt x="109160" y="56005"/>
                </a:lnTo>
                <a:lnTo>
                  <a:pt x="109261" y="56522"/>
                </a:lnTo>
                <a:lnTo>
                  <a:pt x="109378" y="57030"/>
                </a:lnTo>
                <a:lnTo>
                  <a:pt x="109511" y="57527"/>
                </a:lnTo>
                <a:lnTo>
                  <a:pt x="109660" y="58015"/>
                </a:lnTo>
                <a:lnTo>
                  <a:pt x="109824" y="58492"/>
                </a:lnTo>
                <a:lnTo>
                  <a:pt x="110003" y="58960"/>
                </a:lnTo>
                <a:lnTo>
                  <a:pt x="110198" y="59418"/>
                </a:lnTo>
                <a:lnTo>
                  <a:pt x="110409" y="59866"/>
                </a:lnTo>
                <a:lnTo>
                  <a:pt x="110636" y="60304"/>
                </a:lnTo>
                <a:lnTo>
                  <a:pt x="110878" y="60732"/>
                </a:lnTo>
                <a:lnTo>
                  <a:pt x="111135" y="61151"/>
                </a:lnTo>
                <a:lnTo>
                  <a:pt x="111409" y="61559"/>
                </a:lnTo>
                <a:lnTo>
                  <a:pt x="111698" y="61958"/>
                </a:lnTo>
                <a:lnTo>
                  <a:pt x="112002" y="62347"/>
                </a:lnTo>
                <a:lnTo>
                  <a:pt x="112322" y="62725"/>
                </a:lnTo>
                <a:lnTo>
                  <a:pt x="112658" y="63094"/>
                </a:lnTo>
                <a:lnTo>
                  <a:pt x="113010" y="63453"/>
                </a:lnTo>
                <a:lnTo>
                  <a:pt x="113377" y="63803"/>
                </a:lnTo>
                <a:lnTo>
                  <a:pt x="113757" y="64140"/>
                </a:lnTo>
                <a:lnTo>
                  <a:pt x="114150" y="64462"/>
                </a:lnTo>
                <a:lnTo>
                  <a:pt x="114553" y="64771"/>
                </a:lnTo>
                <a:lnTo>
                  <a:pt x="114968" y="65065"/>
                </a:lnTo>
                <a:lnTo>
                  <a:pt x="115395" y="65345"/>
                </a:lnTo>
                <a:lnTo>
                  <a:pt x="115833" y="65610"/>
                </a:lnTo>
                <a:lnTo>
                  <a:pt x="116282" y="65861"/>
                </a:lnTo>
                <a:lnTo>
                  <a:pt x="116743" y="66098"/>
                </a:lnTo>
                <a:lnTo>
                  <a:pt x="117216" y="66320"/>
                </a:lnTo>
                <a:lnTo>
                  <a:pt x="117700" y="66528"/>
                </a:lnTo>
                <a:lnTo>
                  <a:pt x="118195" y="66722"/>
                </a:lnTo>
                <a:lnTo>
                  <a:pt x="118702" y="66901"/>
                </a:lnTo>
                <a:lnTo>
                  <a:pt x="119220" y="67066"/>
                </a:lnTo>
                <a:lnTo>
                  <a:pt x="119750" y="67216"/>
                </a:lnTo>
                <a:lnTo>
                  <a:pt x="120291" y="67353"/>
                </a:lnTo>
                <a:lnTo>
                  <a:pt x="120844" y="67475"/>
                </a:lnTo>
                <a:lnTo>
                  <a:pt x="121408" y="67582"/>
                </a:lnTo>
                <a:lnTo>
                  <a:pt x="121984" y="67675"/>
                </a:lnTo>
                <a:lnTo>
                  <a:pt x="122571" y="67754"/>
                </a:lnTo>
                <a:lnTo>
                  <a:pt x="123170" y="67819"/>
                </a:lnTo>
                <a:lnTo>
                  <a:pt x="123780" y="67869"/>
                </a:lnTo>
                <a:lnTo>
                  <a:pt x="124401" y="67905"/>
                </a:lnTo>
                <a:lnTo>
                  <a:pt x="125034" y="67926"/>
                </a:lnTo>
                <a:lnTo>
                  <a:pt x="125679" y="67934"/>
                </a:lnTo>
                <a:lnTo>
                  <a:pt x="126248" y="67928"/>
                </a:lnTo>
                <a:lnTo>
                  <a:pt x="126807" y="67911"/>
                </a:lnTo>
                <a:lnTo>
                  <a:pt x="127357" y="67882"/>
                </a:lnTo>
                <a:lnTo>
                  <a:pt x="127897" y="67842"/>
                </a:lnTo>
                <a:lnTo>
                  <a:pt x="128428" y="67790"/>
                </a:lnTo>
                <a:lnTo>
                  <a:pt x="128949" y="67727"/>
                </a:lnTo>
                <a:lnTo>
                  <a:pt x="129461" y="67653"/>
                </a:lnTo>
                <a:lnTo>
                  <a:pt x="129963" y="67567"/>
                </a:lnTo>
                <a:lnTo>
                  <a:pt x="130455" y="67469"/>
                </a:lnTo>
                <a:lnTo>
                  <a:pt x="130938" y="67360"/>
                </a:lnTo>
                <a:lnTo>
                  <a:pt x="131411" y="67239"/>
                </a:lnTo>
                <a:lnTo>
                  <a:pt x="131875" y="67108"/>
                </a:lnTo>
                <a:lnTo>
                  <a:pt x="132329" y="66964"/>
                </a:lnTo>
                <a:lnTo>
                  <a:pt x="132774" y="66809"/>
                </a:lnTo>
                <a:lnTo>
                  <a:pt x="133209" y="66643"/>
                </a:lnTo>
                <a:lnTo>
                  <a:pt x="133635" y="66465"/>
                </a:lnTo>
                <a:lnTo>
                  <a:pt x="134051" y="66276"/>
                </a:lnTo>
                <a:lnTo>
                  <a:pt x="134457" y="66075"/>
                </a:lnTo>
                <a:lnTo>
                  <a:pt x="134854" y="65863"/>
                </a:lnTo>
                <a:lnTo>
                  <a:pt x="135241" y="65639"/>
                </a:lnTo>
                <a:lnTo>
                  <a:pt x="135619" y="65404"/>
                </a:lnTo>
                <a:lnTo>
                  <a:pt x="135987" y="65157"/>
                </a:lnTo>
                <a:lnTo>
                  <a:pt x="136346" y="64899"/>
                </a:lnTo>
                <a:lnTo>
                  <a:pt x="136695" y="64629"/>
                </a:lnTo>
                <a:lnTo>
                  <a:pt x="137032" y="64350"/>
                </a:lnTo>
                <a:lnTo>
                  <a:pt x="137355" y="64062"/>
                </a:lnTo>
                <a:lnTo>
                  <a:pt x="137663" y="63767"/>
                </a:lnTo>
                <a:lnTo>
                  <a:pt x="137957" y="63464"/>
                </a:lnTo>
                <a:lnTo>
                  <a:pt x="138237" y="63153"/>
                </a:lnTo>
                <a:lnTo>
                  <a:pt x="138502" y="62833"/>
                </a:lnTo>
                <a:lnTo>
                  <a:pt x="138754" y="62506"/>
                </a:lnTo>
                <a:lnTo>
                  <a:pt x="138990" y="62171"/>
                </a:lnTo>
                <a:lnTo>
                  <a:pt x="139213" y="61828"/>
                </a:lnTo>
                <a:lnTo>
                  <a:pt x="139421" y="61477"/>
                </a:lnTo>
                <a:lnTo>
                  <a:pt x="139614" y="61118"/>
                </a:lnTo>
                <a:lnTo>
                  <a:pt x="139794" y="60751"/>
                </a:lnTo>
                <a:lnTo>
                  <a:pt x="139959" y="60376"/>
                </a:lnTo>
                <a:lnTo>
                  <a:pt x="140110" y="59993"/>
                </a:lnTo>
                <a:lnTo>
                  <a:pt x="140246" y="59602"/>
                </a:lnTo>
                <a:lnTo>
                  <a:pt x="140368" y="59203"/>
                </a:lnTo>
                <a:lnTo>
                  <a:pt x="140475" y="58796"/>
                </a:lnTo>
                <a:lnTo>
                  <a:pt x="140569" y="58381"/>
                </a:lnTo>
                <a:lnTo>
                  <a:pt x="140602" y="58204"/>
                </a:lnTo>
                <a:lnTo>
                  <a:pt x="140827" y="58204"/>
                </a:lnTo>
                <a:lnTo>
                  <a:pt x="140827" y="67016"/>
                </a:lnTo>
                <a:lnTo>
                  <a:pt x="151934" y="67016"/>
                </a:lnTo>
                <a:close/>
                <a:moveTo>
                  <a:pt x="128415" y="59272"/>
                </a:moveTo>
                <a:lnTo>
                  <a:pt x="128084" y="59247"/>
                </a:lnTo>
                <a:lnTo>
                  <a:pt x="127761" y="59215"/>
                </a:lnTo>
                <a:lnTo>
                  <a:pt x="127443" y="59176"/>
                </a:lnTo>
                <a:lnTo>
                  <a:pt x="127131" y="59129"/>
                </a:lnTo>
                <a:lnTo>
                  <a:pt x="126826" y="59075"/>
                </a:lnTo>
                <a:lnTo>
                  <a:pt x="126527" y="59014"/>
                </a:lnTo>
                <a:lnTo>
                  <a:pt x="126234" y="58946"/>
                </a:lnTo>
                <a:lnTo>
                  <a:pt x="125947" y="58871"/>
                </a:lnTo>
                <a:lnTo>
                  <a:pt x="125667" y="58788"/>
                </a:lnTo>
                <a:lnTo>
                  <a:pt x="125392" y="58699"/>
                </a:lnTo>
                <a:lnTo>
                  <a:pt x="125124" y="58602"/>
                </a:lnTo>
                <a:lnTo>
                  <a:pt x="124863" y="58498"/>
                </a:lnTo>
                <a:lnTo>
                  <a:pt x="124607" y="58387"/>
                </a:lnTo>
                <a:lnTo>
                  <a:pt x="124358" y="58269"/>
                </a:lnTo>
                <a:lnTo>
                  <a:pt x="124114" y="58143"/>
                </a:lnTo>
                <a:lnTo>
                  <a:pt x="123877" y="58011"/>
                </a:lnTo>
                <a:lnTo>
                  <a:pt x="123647" y="57871"/>
                </a:lnTo>
                <a:lnTo>
                  <a:pt x="123422" y="57724"/>
                </a:lnTo>
                <a:lnTo>
                  <a:pt x="123204" y="57570"/>
                </a:lnTo>
                <a:lnTo>
                  <a:pt x="122992" y="57408"/>
                </a:lnTo>
                <a:lnTo>
                  <a:pt x="122786" y="57240"/>
                </a:lnTo>
                <a:lnTo>
                  <a:pt x="122587" y="57065"/>
                </a:lnTo>
                <a:lnTo>
                  <a:pt x="122398" y="56885"/>
                </a:lnTo>
                <a:lnTo>
                  <a:pt x="122216" y="56700"/>
                </a:lnTo>
                <a:lnTo>
                  <a:pt x="122043" y="56509"/>
                </a:lnTo>
                <a:lnTo>
                  <a:pt x="121878" y="56313"/>
                </a:lnTo>
                <a:lnTo>
                  <a:pt x="121722" y="56112"/>
                </a:lnTo>
                <a:lnTo>
                  <a:pt x="121574" y="55906"/>
                </a:lnTo>
                <a:lnTo>
                  <a:pt x="121435" y="55694"/>
                </a:lnTo>
                <a:lnTo>
                  <a:pt x="121304" y="55477"/>
                </a:lnTo>
                <a:lnTo>
                  <a:pt x="121182" y="55255"/>
                </a:lnTo>
                <a:lnTo>
                  <a:pt x="121068" y="55028"/>
                </a:lnTo>
                <a:lnTo>
                  <a:pt x="120962" y="54795"/>
                </a:lnTo>
                <a:lnTo>
                  <a:pt x="120865" y="54557"/>
                </a:lnTo>
                <a:lnTo>
                  <a:pt x="120776" y="54314"/>
                </a:lnTo>
                <a:lnTo>
                  <a:pt x="120696" y="54066"/>
                </a:lnTo>
                <a:lnTo>
                  <a:pt x="120624" y="53812"/>
                </a:lnTo>
                <a:lnTo>
                  <a:pt x="120561" y="53553"/>
                </a:lnTo>
                <a:lnTo>
                  <a:pt x="120506" y="53289"/>
                </a:lnTo>
                <a:lnTo>
                  <a:pt x="120460" y="53019"/>
                </a:lnTo>
                <a:lnTo>
                  <a:pt x="120422" y="52745"/>
                </a:lnTo>
                <a:lnTo>
                  <a:pt x="120392" y="52465"/>
                </a:lnTo>
                <a:lnTo>
                  <a:pt x="120371" y="52179"/>
                </a:lnTo>
                <a:lnTo>
                  <a:pt x="120358" y="51889"/>
                </a:lnTo>
                <a:lnTo>
                  <a:pt x="120354" y="51593"/>
                </a:lnTo>
                <a:lnTo>
                  <a:pt x="120358" y="51320"/>
                </a:lnTo>
                <a:lnTo>
                  <a:pt x="120369" y="51051"/>
                </a:lnTo>
                <a:lnTo>
                  <a:pt x="120387" y="50787"/>
                </a:lnTo>
                <a:lnTo>
                  <a:pt x="120413" y="50527"/>
                </a:lnTo>
                <a:lnTo>
                  <a:pt x="120446" y="50272"/>
                </a:lnTo>
                <a:lnTo>
                  <a:pt x="120486" y="50021"/>
                </a:lnTo>
                <a:lnTo>
                  <a:pt x="120534" y="49775"/>
                </a:lnTo>
                <a:lnTo>
                  <a:pt x="120589" y="49533"/>
                </a:lnTo>
                <a:lnTo>
                  <a:pt x="120651" y="49295"/>
                </a:lnTo>
                <a:lnTo>
                  <a:pt x="120721" y="49062"/>
                </a:lnTo>
                <a:lnTo>
                  <a:pt x="120798" y="48834"/>
                </a:lnTo>
                <a:lnTo>
                  <a:pt x="120882" y="48610"/>
                </a:lnTo>
                <a:lnTo>
                  <a:pt x="120973" y="48390"/>
                </a:lnTo>
                <a:lnTo>
                  <a:pt x="121072" y="48175"/>
                </a:lnTo>
                <a:lnTo>
                  <a:pt x="121179" y="47964"/>
                </a:lnTo>
                <a:lnTo>
                  <a:pt x="121292" y="47758"/>
                </a:lnTo>
                <a:lnTo>
                  <a:pt x="121413" y="47556"/>
                </a:lnTo>
                <a:lnTo>
                  <a:pt x="121542" y="47359"/>
                </a:lnTo>
                <a:lnTo>
                  <a:pt x="121677" y="47166"/>
                </a:lnTo>
                <a:lnTo>
                  <a:pt x="121820" y="46978"/>
                </a:lnTo>
                <a:lnTo>
                  <a:pt x="121970" y="46794"/>
                </a:lnTo>
                <a:lnTo>
                  <a:pt x="122128" y="46614"/>
                </a:lnTo>
                <a:lnTo>
                  <a:pt x="122293" y="46439"/>
                </a:lnTo>
                <a:lnTo>
                  <a:pt x="122465" y="46269"/>
                </a:lnTo>
                <a:lnTo>
                  <a:pt x="122644" y="46104"/>
                </a:lnTo>
                <a:lnTo>
                  <a:pt x="122827" y="45946"/>
                </a:lnTo>
                <a:lnTo>
                  <a:pt x="123015" y="45795"/>
                </a:lnTo>
                <a:lnTo>
                  <a:pt x="123207" y="45652"/>
                </a:lnTo>
                <a:lnTo>
                  <a:pt x="123405" y="45515"/>
                </a:lnTo>
                <a:lnTo>
                  <a:pt x="123607" y="45385"/>
                </a:lnTo>
                <a:lnTo>
                  <a:pt x="123814" y="45262"/>
                </a:lnTo>
                <a:lnTo>
                  <a:pt x="124026" y="45147"/>
                </a:lnTo>
                <a:lnTo>
                  <a:pt x="124243" y="45038"/>
                </a:lnTo>
                <a:lnTo>
                  <a:pt x="124464" y="44936"/>
                </a:lnTo>
                <a:lnTo>
                  <a:pt x="124690" y="44841"/>
                </a:lnTo>
                <a:lnTo>
                  <a:pt x="124921" y="44754"/>
                </a:lnTo>
                <a:lnTo>
                  <a:pt x="125157" y="44673"/>
                </a:lnTo>
                <a:lnTo>
                  <a:pt x="125398" y="44599"/>
                </a:lnTo>
                <a:lnTo>
                  <a:pt x="125643" y="44533"/>
                </a:lnTo>
                <a:lnTo>
                  <a:pt x="125893" y="44473"/>
                </a:lnTo>
                <a:lnTo>
                  <a:pt x="126148" y="44421"/>
                </a:lnTo>
                <a:lnTo>
                  <a:pt x="126408" y="44375"/>
                </a:lnTo>
                <a:lnTo>
                  <a:pt x="126672" y="44336"/>
                </a:lnTo>
                <a:lnTo>
                  <a:pt x="126941" y="44305"/>
                </a:lnTo>
                <a:lnTo>
                  <a:pt x="127215" y="44280"/>
                </a:lnTo>
                <a:lnTo>
                  <a:pt x="127494" y="44263"/>
                </a:lnTo>
                <a:lnTo>
                  <a:pt x="127777" y="44252"/>
                </a:lnTo>
                <a:lnTo>
                  <a:pt x="128066" y="44249"/>
                </a:lnTo>
                <a:lnTo>
                  <a:pt x="140459" y="44249"/>
                </a:lnTo>
                <a:lnTo>
                  <a:pt x="140459" y="50400"/>
                </a:lnTo>
                <a:lnTo>
                  <a:pt x="140453" y="50726"/>
                </a:lnTo>
                <a:lnTo>
                  <a:pt x="140437" y="51047"/>
                </a:lnTo>
                <a:lnTo>
                  <a:pt x="140410" y="51364"/>
                </a:lnTo>
                <a:lnTo>
                  <a:pt x="140373" y="51675"/>
                </a:lnTo>
                <a:lnTo>
                  <a:pt x="140325" y="51981"/>
                </a:lnTo>
                <a:lnTo>
                  <a:pt x="140266" y="52282"/>
                </a:lnTo>
                <a:lnTo>
                  <a:pt x="140197" y="52578"/>
                </a:lnTo>
                <a:lnTo>
                  <a:pt x="140117" y="52868"/>
                </a:lnTo>
                <a:lnTo>
                  <a:pt x="140026" y="53154"/>
                </a:lnTo>
                <a:lnTo>
                  <a:pt x="139924" y="53434"/>
                </a:lnTo>
                <a:lnTo>
                  <a:pt x="139812" y="53710"/>
                </a:lnTo>
                <a:lnTo>
                  <a:pt x="139689" y="53980"/>
                </a:lnTo>
                <a:lnTo>
                  <a:pt x="139556" y="54245"/>
                </a:lnTo>
                <a:lnTo>
                  <a:pt x="139412" y="54506"/>
                </a:lnTo>
                <a:lnTo>
                  <a:pt x="139257" y="54761"/>
                </a:lnTo>
                <a:lnTo>
                  <a:pt x="139091" y="55011"/>
                </a:lnTo>
                <a:lnTo>
                  <a:pt x="138915" y="55255"/>
                </a:lnTo>
                <a:lnTo>
                  <a:pt x="138728" y="55495"/>
                </a:lnTo>
                <a:lnTo>
                  <a:pt x="138531" y="55730"/>
                </a:lnTo>
                <a:lnTo>
                  <a:pt x="138322" y="55959"/>
                </a:lnTo>
                <a:lnTo>
                  <a:pt x="138103" y="56184"/>
                </a:lnTo>
                <a:lnTo>
                  <a:pt x="137874" y="56403"/>
                </a:lnTo>
                <a:lnTo>
                  <a:pt x="137633" y="56617"/>
                </a:lnTo>
                <a:lnTo>
                  <a:pt x="137382" y="56827"/>
                </a:lnTo>
                <a:lnTo>
                  <a:pt x="137123" y="57029"/>
                </a:lnTo>
                <a:lnTo>
                  <a:pt x="136857" y="57222"/>
                </a:lnTo>
                <a:lnTo>
                  <a:pt x="136586" y="57407"/>
                </a:lnTo>
                <a:lnTo>
                  <a:pt x="136308" y="57584"/>
                </a:lnTo>
                <a:lnTo>
                  <a:pt x="136024" y="57752"/>
                </a:lnTo>
                <a:lnTo>
                  <a:pt x="135733" y="57911"/>
                </a:lnTo>
                <a:lnTo>
                  <a:pt x="135436" y="58061"/>
                </a:lnTo>
                <a:lnTo>
                  <a:pt x="135134" y="58203"/>
                </a:lnTo>
                <a:lnTo>
                  <a:pt x="134825" y="58337"/>
                </a:lnTo>
                <a:lnTo>
                  <a:pt x="134509" y="58461"/>
                </a:lnTo>
                <a:lnTo>
                  <a:pt x="134188" y="58578"/>
                </a:lnTo>
                <a:lnTo>
                  <a:pt x="133860" y="58685"/>
                </a:lnTo>
                <a:lnTo>
                  <a:pt x="133526" y="58784"/>
                </a:lnTo>
                <a:lnTo>
                  <a:pt x="133186" y="58874"/>
                </a:lnTo>
                <a:lnTo>
                  <a:pt x="132840" y="58956"/>
                </a:lnTo>
                <a:lnTo>
                  <a:pt x="132487" y="59029"/>
                </a:lnTo>
                <a:lnTo>
                  <a:pt x="132128" y="59094"/>
                </a:lnTo>
                <a:lnTo>
                  <a:pt x="131763" y="59150"/>
                </a:lnTo>
                <a:lnTo>
                  <a:pt x="131392" y="59197"/>
                </a:lnTo>
                <a:lnTo>
                  <a:pt x="131015" y="59236"/>
                </a:lnTo>
                <a:lnTo>
                  <a:pt x="130631" y="59266"/>
                </a:lnTo>
                <a:lnTo>
                  <a:pt x="130241" y="59287"/>
                </a:lnTo>
                <a:lnTo>
                  <a:pt x="129845" y="59300"/>
                </a:lnTo>
                <a:lnTo>
                  <a:pt x="129443" y="59305"/>
                </a:lnTo>
                <a:lnTo>
                  <a:pt x="129094" y="59301"/>
                </a:lnTo>
                <a:lnTo>
                  <a:pt x="128751" y="59290"/>
                </a:lnTo>
                <a:lnTo>
                  <a:pt x="128415" y="59272"/>
                </a:lnTo>
                <a:close/>
              </a:path>
            </a:pathLst>
          </a:custGeom>
          <a:solidFill xmlns:a="http://schemas.openxmlformats.org/drawingml/2006/main">
            <a:srgbClr val="D222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Text RegexValidator">
            <a:extLst xmlns:a="http://schemas.openxmlformats.org/drawingml/2006/main">
              <a:ext uri="{FF2B5EF4-FFF2-40B4-BE49-F238E27FC236}">
                <a16:creationId xmlns:a16="http://schemas.microsoft.com/office/drawing/2014/main" id="{6E9AD319-F414-4B6E-8368-D86678E6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913" y="1249066"/>
            <a:ext cx="760040" cy="88681"/>
          </a:xfrm>
          <a:custGeom xmlns:a="http://schemas.openxmlformats.org/drawingml/2006/main">
            <a:pathLst>
              <a:path w="760040" h="88681">
                <a:moveTo>
                  <a:pt x="44158" y="72157"/>
                </a:moveTo>
                <a:lnTo>
                  <a:pt x="30846" y="43882"/>
                </a:lnTo>
                <a:lnTo>
                  <a:pt x="31316" y="43701"/>
                </a:lnTo>
                <a:lnTo>
                  <a:pt x="31778" y="43510"/>
                </a:lnTo>
                <a:lnTo>
                  <a:pt x="32232" y="43308"/>
                </a:lnTo>
                <a:lnTo>
                  <a:pt x="32678" y="43096"/>
                </a:lnTo>
                <a:lnTo>
                  <a:pt x="33116" y="42875"/>
                </a:lnTo>
                <a:lnTo>
                  <a:pt x="33545" y="42643"/>
                </a:lnTo>
                <a:lnTo>
                  <a:pt x="33967" y="42400"/>
                </a:lnTo>
                <a:lnTo>
                  <a:pt x="34380" y="42148"/>
                </a:lnTo>
                <a:lnTo>
                  <a:pt x="34785" y="41885"/>
                </a:lnTo>
                <a:lnTo>
                  <a:pt x="35182" y="41613"/>
                </a:lnTo>
                <a:lnTo>
                  <a:pt x="35571" y="41330"/>
                </a:lnTo>
                <a:lnTo>
                  <a:pt x="35952" y="41036"/>
                </a:lnTo>
                <a:lnTo>
                  <a:pt x="36325" y="40733"/>
                </a:lnTo>
                <a:lnTo>
                  <a:pt x="36689" y="40419"/>
                </a:lnTo>
                <a:lnTo>
                  <a:pt x="37046" y="40096"/>
                </a:lnTo>
                <a:lnTo>
                  <a:pt x="37394" y="39762"/>
                </a:lnTo>
                <a:lnTo>
                  <a:pt x="37734" y="39417"/>
                </a:lnTo>
                <a:lnTo>
                  <a:pt x="38066" y="39063"/>
                </a:lnTo>
                <a:lnTo>
                  <a:pt x="38390" y="38698"/>
                </a:lnTo>
                <a:lnTo>
                  <a:pt x="38706" y="38323"/>
                </a:lnTo>
                <a:lnTo>
                  <a:pt x="39014" y="37938"/>
                </a:lnTo>
                <a:lnTo>
                  <a:pt x="39313" y="37543"/>
                </a:lnTo>
                <a:lnTo>
                  <a:pt x="39605" y="37138"/>
                </a:lnTo>
                <a:lnTo>
                  <a:pt x="39888" y="36722"/>
                </a:lnTo>
                <a:lnTo>
                  <a:pt x="40161" y="36299"/>
                </a:lnTo>
                <a:lnTo>
                  <a:pt x="40423" y="35870"/>
                </a:lnTo>
                <a:lnTo>
                  <a:pt x="40673" y="35435"/>
                </a:lnTo>
                <a:lnTo>
                  <a:pt x="40912" y="34996"/>
                </a:lnTo>
                <a:lnTo>
                  <a:pt x="41139" y="34550"/>
                </a:lnTo>
                <a:lnTo>
                  <a:pt x="41354" y="34100"/>
                </a:lnTo>
                <a:lnTo>
                  <a:pt x="41558" y="33644"/>
                </a:lnTo>
                <a:lnTo>
                  <a:pt x="41750" y="33182"/>
                </a:lnTo>
                <a:lnTo>
                  <a:pt x="41930" y="32715"/>
                </a:lnTo>
                <a:lnTo>
                  <a:pt x="42099" y="32243"/>
                </a:lnTo>
                <a:lnTo>
                  <a:pt x="42256" y="31765"/>
                </a:lnTo>
                <a:lnTo>
                  <a:pt x="42401" y="31282"/>
                </a:lnTo>
                <a:lnTo>
                  <a:pt x="42535" y="30794"/>
                </a:lnTo>
                <a:lnTo>
                  <a:pt x="42657" y="30300"/>
                </a:lnTo>
                <a:lnTo>
                  <a:pt x="42768" y="29800"/>
                </a:lnTo>
                <a:lnTo>
                  <a:pt x="42866" y="29295"/>
                </a:lnTo>
                <a:lnTo>
                  <a:pt x="42954" y="28785"/>
                </a:lnTo>
                <a:lnTo>
                  <a:pt x="43029" y="28270"/>
                </a:lnTo>
                <a:lnTo>
                  <a:pt x="43093" y="27749"/>
                </a:lnTo>
                <a:lnTo>
                  <a:pt x="43146" y="27222"/>
                </a:lnTo>
                <a:lnTo>
                  <a:pt x="43186" y="26690"/>
                </a:lnTo>
                <a:lnTo>
                  <a:pt x="43216" y="26153"/>
                </a:lnTo>
                <a:lnTo>
                  <a:pt x="43233" y="25610"/>
                </a:lnTo>
                <a:lnTo>
                  <a:pt x="43239" y="25062"/>
                </a:lnTo>
                <a:lnTo>
                  <a:pt x="43234" y="24560"/>
                </a:lnTo>
                <a:lnTo>
                  <a:pt x="43220" y="24063"/>
                </a:lnTo>
                <a:lnTo>
                  <a:pt x="43196" y="23572"/>
                </a:lnTo>
                <a:lnTo>
                  <a:pt x="43162" y="23087"/>
                </a:lnTo>
                <a:lnTo>
                  <a:pt x="43119" y="22607"/>
                </a:lnTo>
                <a:lnTo>
                  <a:pt x="43067" y="22133"/>
                </a:lnTo>
                <a:lnTo>
                  <a:pt x="43005" y="21664"/>
                </a:lnTo>
                <a:lnTo>
                  <a:pt x="42933" y="21201"/>
                </a:lnTo>
                <a:lnTo>
                  <a:pt x="42852" y="20744"/>
                </a:lnTo>
                <a:lnTo>
                  <a:pt x="42761" y="20292"/>
                </a:lnTo>
                <a:lnTo>
                  <a:pt x="42660" y="19846"/>
                </a:lnTo>
                <a:lnTo>
                  <a:pt x="42550" y="19405"/>
                </a:lnTo>
                <a:lnTo>
                  <a:pt x="42431" y="18970"/>
                </a:lnTo>
                <a:lnTo>
                  <a:pt x="42302" y="18540"/>
                </a:lnTo>
                <a:lnTo>
                  <a:pt x="42163" y="18116"/>
                </a:lnTo>
                <a:lnTo>
                  <a:pt x="42015" y="17698"/>
                </a:lnTo>
                <a:lnTo>
                  <a:pt x="41857" y="17285"/>
                </a:lnTo>
                <a:lnTo>
                  <a:pt x="41690" y="16878"/>
                </a:lnTo>
                <a:lnTo>
                  <a:pt x="41513" y="16476"/>
                </a:lnTo>
                <a:lnTo>
                  <a:pt x="41326" y="16080"/>
                </a:lnTo>
                <a:lnTo>
                  <a:pt x="41130" y="15690"/>
                </a:lnTo>
                <a:lnTo>
                  <a:pt x="40925" y="15305"/>
                </a:lnTo>
                <a:lnTo>
                  <a:pt x="40710" y="14925"/>
                </a:lnTo>
                <a:lnTo>
                  <a:pt x="40485" y="14552"/>
                </a:lnTo>
                <a:lnTo>
                  <a:pt x="40252" y="14184"/>
                </a:lnTo>
                <a:lnTo>
                  <a:pt x="40011" y="13823"/>
                </a:lnTo>
                <a:lnTo>
                  <a:pt x="39763" y="13469"/>
                </a:lnTo>
                <a:lnTo>
                  <a:pt x="39507" y="13122"/>
                </a:lnTo>
                <a:lnTo>
                  <a:pt x="39244" y="12782"/>
                </a:lnTo>
                <a:lnTo>
                  <a:pt x="38973" y="12448"/>
                </a:lnTo>
                <a:lnTo>
                  <a:pt x="38695" y="12122"/>
                </a:lnTo>
                <a:lnTo>
                  <a:pt x="38409" y="11802"/>
                </a:lnTo>
                <a:lnTo>
                  <a:pt x="38116" y="11489"/>
                </a:lnTo>
                <a:lnTo>
                  <a:pt x="37815" y="11184"/>
                </a:lnTo>
                <a:lnTo>
                  <a:pt x="37507" y="10884"/>
                </a:lnTo>
                <a:lnTo>
                  <a:pt x="37192" y="10592"/>
                </a:lnTo>
                <a:lnTo>
                  <a:pt x="36868" y="10307"/>
                </a:lnTo>
                <a:lnTo>
                  <a:pt x="36538" y="10028"/>
                </a:lnTo>
                <a:lnTo>
                  <a:pt x="36200" y="9757"/>
                </a:lnTo>
                <a:lnTo>
                  <a:pt x="35854" y="9492"/>
                </a:lnTo>
                <a:lnTo>
                  <a:pt x="35501" y="9234"/>
                </a:lnTo>
                <a:lnTo>
                  <a:pt x="35140" y="8983"/>
                </a:lnTo>
                <a:lnTo>
                  <a:pt x="34772" y="8739"/>
                </a:lnTo>
                <a:lnTo>
                  <a:pt x="34397" y="8501"/>
                </a:lnTo>
                <a:lnTo>
                  <a:pt x="34014" y="8271"/>
                </a:lnTo>
                <a:lnTo>
                  <a:pt x="33623" y="8047"/>
                </a:lnTo>
                <a:lnTo>
                  <a:pt x="33225" y="7830"/>
                </a:lnTo>
                <a:lnTo>
                  <a:pt x="32820" y="7620"/>
                </a:lnTo>
                <a:lnTo>
                  <a:pt x="32407" y="7418"/>
                </a:lnTo>
                <a:lnTo>
                  <a:pt x="31989" y="7224"/>
                </a:lnTo>
                <a:lnTo>
                  <a:pt x="31564" y="7039"/>
                </a:lnTo>
                <a:lnTo>
                  <a:pt x="31133" y="6863"/>
                </a:lnTo>
                <a:lnTo>
                  <a:pt x="30696" y="6695"/>
                </a:lnTo>
                <a:lnTo>
                  <a:pt x="30252" y="6536"/>
                </a:lnTo>
                <a:lnTo>
                  <a:pt x="29802" y="6385"/>
                </a:lnTo>
                <a:lnTo>
                  <a:pt x="29346" y="6243"/>
                </a:lnTo>
                <a:lnTo>
                  <a:pt x="28884" y="6110"/>
                </a:lnTo>
                <a:lnTo>
                  <a:pt x="28416" y="5985"/>
                </a:lnTo>
                <a:lnTo>
                  <a:pt x="27942" y="5868"/>
                </a:lnTo>
                <a:lnTo>
                  <a:pt x="27461" y="5761"/>
                </a:lnTo>
                <a:lnTo>
                  <a:pt x="26974" y="5662"/>
                </a:lnTo>
                <a:lnTo>
                  <a:pt x="26481" y="5571"/>
                </a:lnTo>
                <a:lnTo>
                  <a:pt x="25981" y="5490"/>
                </a:lnTo>
                <a:lnTo>
                  <a:pt x="25476" y="5416"/>
                </a:lnTo>
                <a:lnTo>
                  <a:pt x="24964" y="5352"/>
                </a:lnTo>
                <a:lnTo>
                  <a:pt x="24446" y="5296"/>
                </a:lnTo>
                <a:lnTo>
                  <a:pt x="23921" y="5249"/>
                </a:lnTo>
                <a:lnTo>
                  <a:pt x="23391" y="5210"/>
                </a:lnTo>
                <a:lnTo>
                  <a:pt x="22854" y="5180"/>
                </a:lnTo>
                <a:lnTo>
                  <a:pt x="22311" y="5158"/>
                </a:lnTo>
                <a:lnTo>
                  <a:pt x="21762" y="5145"/>
                </a:lnTo>
                <a:lnTo>
                  <a:pt x="21207" y="5141"/>
                </a:lnTo>
                <a:lnTo>
                  <a:pt x="0" y="5141"/>
                </a:lnTo>
                <a:lnTo>
                  <a:pt x="0" y="72157"/>
                </a:lnTo>
                <a:lnTo>
                  <a:pt x="11475" y="72157"/>
                </a:lnTo>
                <a:lnTo>
                  <a:pt x="11475" y="45535"/>
                </a:lnTo>
                <a:lnTo>
                  <a:pt x="19645" y="45535"/>
                </a:lnTo>
                <a:lnTo>
                  <a:pt x="31305" y="72157"/>
                </a:lnTo>
                <a:lnTo>
                  <a:pt x="44158" y="72157"/>
                </a:lnTo>
                <a:close/>
                <a:moveTo>
                  <a:pt x="22390" y="15282"/>
                </a:moveTo>
                <a:lnTo>
                  <a:pt x="22770" y="15315"/>
                </a:lnTo>
                <a:lnTo>
                  <a:pt x="23142" y="15357"/>
                </a:lnTo>
                <a:lnTo>
                  <a:pt x="23507" y="15409"/>
                </a:lnTo>
                <a:lnTo>
                  <a:pt x="23865" y="15470"/>
                </a:lnTo>
                <a:lnTo>
                  <a:pt x="24216" y="15540"/>
                </a:lnTo>
                <a:lnTo>
                  <a:pt x="24559" y="15620"/>
                </a:lnTo>
                <a:lnTo>
                  <a:pt x="24895" y="15710"/>
                </a:lnTo>
                <a:lnTo>
                  <a:pt x="25223" y="15808"/>
                </a:lnTo>
                <a:lnTo>
                  <a:pt x="25544" y="15916"/>
                </a:lnTo>
                <a:lnTo>
                  <a:pt x="25858" y="16034"/>
                </a:lnTo>
                <a:lnTo>
                  <a:pt x="26164" y="16161"/>
                </a:lnTo>
                <a:lnTo>
                  <a:pt x="26464" y="16297"/>
                </a:lnTo>
                <a:lnTo>
                  <a:pt x="26755" y="16443"/>
                </a:lnTo>
                <a:lnTo>
                  <a:pt x="27040" y="16598"/>
                </a:lnTo>
                <a:lnTo>
                  <a:pt x="27317" y="16763"/>
                </a:lnTo>
                <a:lnTo>
                  <a:pt x="27587" y="16936"/>
                </a:lnTo>
                <a:lnTo>
                  <a:pt x="27849" y="17120"/>
                </a:lnTo>
                <a:lnTo>
                  <a:pt x="28104" y="17313"/>
                </a:lnTo>
                <a:lnTo>
                  <a:pt x="28352" y="17515"/>
                </a:lnTo>
                <a:lnTo>
                  <a:pt x="28593" y="17726"/>
                </a:lnTo>
                <a:lnTo>
                  <a:pt x="28826" y="17947"/>
                </a:lnTo>
                <a:lnTo>
                  <a:pt x="29051" y="18176"/>
                </a:lnTo>
                <a:lnTo>
                  <a:pt x="29266" y="18413"/>
                </a:lnTo>
                <a:lnTo>
                  <a:pt x="29471" y="18656"/>
                </a:lnTo>
                <a:lnTo>
                  <a:pt x="29667" y="18907"/>
                </a:lnTo>
                <a:lnTo>
                  <a:pt x="29854" y="19165"/>
                </a:lnTo>
                <a:lnTo>
                  <a:pt x="30031" y="19430"/>
                </a:lnTo>
                <a:lnTo>
                  <a:pt x="30198" y="19702"/>
                </a:lnTo>
                <a:lnTo>
                  <a:pt x="30356" y="19982"/>
                </a:lnTo>
                <a:lnTo>
                  <a:pt x="30504" y="20269"/>
                </a:lnTo>
                <a:lnTo>
                  <a:pt x="30643" y="20562"/>
                </a:lnTo>
                <a:lnTo>
                  <a:pt x="30772" y="20863"/>
                </a:lnTo>
                <a:lnTo>
                  <a:pt x="30891" y="21171"/>
                </a:lnTo>
                <a:lnTo>
                  <a:pt x="31001" y="21487"/>
                </a:lnTo>
                <a:lnTo>
                  <a:pt x="31102" y="21809"/>
                </a:lnTo>
                <a:lnTo>
                  <a:pt x="31193" y="22139"/>
                </a:lnTo>
                <a:lnTo>
                  <a:pt x="31274" y="22476"/>
                </a:lnTo>
                <a:lnTo>
                  <a:pt x="31346" y="22820"/>
                </a:lnTo>
                <a:lnTo>
                  <a:pt x="31408" y="23171"/>
                </a:lnTo>
                <a:lnTo>
                  <a:pt x="31460" y="23529"/>
                </a:lnTo>
                <a:lnTo>
                  <a:pt x="31503" y="23895"/>
                </a:lnTo>
                <a:lnTo>
                  <a:pt x="31537" y="24268"/>
                </a:lnTo>
                <a:lnTo>
                  <a:pt x="31561" y="24648"/>
                </a:lnTo>
                <a:lnTo>
                  <a:pt x="31575" y="25035"/>
                </a:lnTo>
                <a:lnTo>
                  <a:pt x="31580" y="25429"/>
                </a:lnTo>
                <a:lnTo>
                  <a:pt x="31575" y="25816"/>
                </a:lnTo>
                <a:lnTo>
                  <a:pt x="31561" y="26195"/>
                </a:lnTo>
                <a:lnTo>
                  <a:pt x="31537" y="26568"/>
                </a:lnTo>
                <a:lnTo>
                  <a:pt x="31503" y="26934"/>
                </a:lnTo>
                <a:lnTo>
                  <a:pt x="31460" y="27292"/>
                </a:lnTo>
                <a:lnTo>
                  <a:pt x="31408" y="27644"/>
                </a:lnTo>
                <a:lnTo>
                  <a:pt x="31346" y="27989"/>
                </a:lnTo>
                <a:lnTo>
                  <a:pt x="31274" y="28326"/>
                </a:lnTo>
                <a:lnTo>
                  <a:pt x="31193" y="28657"/>
                </a:lnTo>
                <a:lnTo>
                  <a:pt x="31102" y="28981"/>
                </a:lnTo>
                <a:lnTo>
                  <a:pt x="31001" y="29297"/>
                </a:lnTo>
                <a:lnTo>
                  <a:pt x="30891" y="29607"/>
                </a:lnTo>
                <a:lnTo>
                  <a:pt x="30772" y="29909"/>
                </a:lnTo>
                <a:lnTo>
                  <a:pt x="30643" y="30205"/>
                </a:lnTo>
                <a:lnTo>
                  <a:pt x="30504" y="30493"/>
                </a:lnTo>
                <a:lnTo>
                  <a:pt x="30356" y="30775"/>
                </a:lnTo>
                <a:lnTo>
                  <a:pt x="30198" y="31050"/>
                </a:lnTo>
                <a:lnTo>
                  <a:pt x="30031" y="31317"/>
                </a:lnTo>
                <a:lnTo>
                  <a:pt x="29854" y="31578"/>
                </a:lnTo>
                <a:lnTo>
                  <a:pt x="29667" y="31831"/>
                </a:lnTo>
                <a:lnTo>
                  <a:pt x="29471" y="32077"/>
                </a:lnTo>
                <a:lnTo>
                  <a:pt x="29266" y="32317"/>
                </a:lnTo>
                <a:lnTo>
                  <a:pt x="29051" y="32549"/>
                </a:lnTo>
                <a:lnTo>
                  <a:pt x="28826" y="32775"/>
                </a:lnTo>
                <a:lnTo>
                  <a:pt x="28593" y="32992"/>
                </a:lnTo>
                <a:lnTo>
                  <a:pt x="28352" y="33200"/>
                </a:lnTo>
                <a:lnTo>
                  <a:pt x="28104" y="33399"/>
                </a:lnTo>
                <a:lnTo>
                  <a:pt x="27849" y="33588"/>
                </a:lnTo>
                <a:lnTo>
                  <a:pt x="27587" y="33768"/>
                </a:lnTo>
                <a:lnTo>
                  <a:pt x="27317" y="33939"/>
                </a:lnTo>
                <a:lnTo>
                  <a:pt x="27040" y="34101"/>
                </a:lnTo>
                <a:lnTo>
                  <a:pt x="26755" y="34253"/>
                </a:lnTo>
                <a:lnTo>
                  <a:pt x="26464" y="34397"/>
                </a:lnTo>
                <a:lnTo>
                  <a:pt x="26164" y="34531"/>
                </a:lnTo>
                <a:lnTo>
                  <a:pt x="25858" y="34655"/>
                </a:lnTo>
                <a:lnTo>
                  <a:pt x="25544" y="34771"/>
                </a:lnTo>
                <a:lnTo>
                  <a:pt x="25223" y="34877"/>
                </a:lnTo>
                <a:lnTo>
                  <a:pt x="24895" y="34974"/>
                </a:lnTo>
                <a:lnTo>
                  <a:pt x="24559" y="35062"/>
                </a:lnTo>
                <a:lnTo>
                  <a:pt x="24216" y="35141"/>
                </a:lnTo>
                <a:lnTo>
                  <a:pt x="23865" y="35210"/>
                </a:lnTo>
                <a:lnTo>
                  <a:pt x="23507" y="35270"/>
                </a:lnTo>
                <a:lnTo>
                  <a:pt x="23142" y="35321"/>
                </a:lnTo>
                <a:lnTo>
                  <a:pt x="22770" y="35362"/>
                </a:lnTo>
                <a:lnTo>
                  <a:pt x="22390" y="35395"/>
                </a:lnTo>
                <a:lnTo>
                  <a:pt x="22003" y="35418"/>
                </a:lnTo>
                <a:lnTo>
                  <a:pt x="21609" y="35432"/>
                </a:lnTo>
                <a:lnTo>
                  <a:pt x="21207" y="35436"/>
                </a:lnTo>
                <a:lnTo>
                  <a:pt x="11475" y="35436"/>
                </a:lnTo>
                <a:lnTo>
                  <a:pt x="11475" y="15239"/>
                </a:lnTo>
                <a:lnTo>
                  <a:pt x="21207" y="15239"/>
                </a:lnTo>
                <a:lnTo>
                  <a:pt x="21609" y="15244"/>
                </a:lnTo>
                <a:lnTo>
                  <a:pt x="22003" y="15258"/>
                </a:lnTo>
                <a:lnTo>
                  <a:pt x="22390" y="15282"/>
                </a:lnTo>
                <a:close/>
                <a:moveTo>
                  <a:pt x="298667" y="49023"/>
                </a:moveTo>
                <a:lnTo>
                  <a:pt x="298606" y="49300"/>
                </a:lnTo>
                <a:lnTo>
                  <a:pt x="298546" y="49579"/>
                </a:lnTo>
                <a:lnTo>
                  <a:pt x="298486" y="49859"/>
                </a:lnTo>
                <a:lnTo>
                  <a:pt x="298426" y="50140"/>
                </a:lnTo>
                <a:lnTo>
                  <a:pt x="298367" y="50423"/>
                </a:lnTo>
                <a:lnTo>
                  <a:pt x="298308" y="50706"/>
                </a:lnTo>
                <a:lnTo>
                  <a:pt x="298249" y="50991"/>
                </a:lnTo>
                <a:lnTo>
                  <a:pt x="298190" y="51278"/>
                </a:lnTo>
                <a:lnTo>
                  <a:pt x="298132" y="51565"/>
                </a:lnTo>
                <a:lnTo>
                  <a:pt x="298074" y="51854"/>
                </a:lnTo>
                <a:lnTo>
                  <a:pt x="298017" y="52144"/>
                </a:lnTo>
                <a:lnTo>
                  <a:pt x="297960" y="52435"/>
                </a:lnTo>
                <a:lnTo>
                  <a:pt x="297903" y="52728"/>
                </a:lnTo>
                <a:lnTo>
                  <a:pt x="297846" y="53022"/>
                </a:lnTo>
                <a:lnTo>
                  <a:pt x="297790" y="53317"/>
                </a:lnTo>
                <a:lnTo>
                  <a:pt x="297734" y="53614"/>
                </a:lnTo>
                <a:lnTo>
                  <a:pt x="297678" y="53911"/>
                </a:lnTo>
                <a:lnTo>
                  <a:pt x="297623" y="54210"/>
                </a:lnTo>
                <a:lnTo>
                  <a:pt x="297568" y="54511"/>
                </a:lnTo>
                <a:lnTo>
                  <a:pt x="297513" y="54812"/>
                </a:lnTo>
                <a:lnTo>
                  <a:pt x="297459" y="55115"/>
                </a:lnTo>
                <a:lnTo>
                  <a:pt x="297405" y="55419"/>
                </a:lnTo>
                <a:lnTo>
                  <a:pt x="297351" y="55724"/>
                </a:lnTo>
                <a:lnTo>
                  <a:pt x="297298" y="56028"/>
                </a:lnTo>
                <a:lnTo>
                  <a:pt x="297246" y="56327"/>
                </a:lnTo>
                <a:lnTo>
                  <a:pt x="297195" y="56621"/>
                </a:lnTo>
                <a:lnTo>
                  <a:pt x="297144" y="56910"/>
                </a:lnTo>
                <a:lnTo>
                  <a:pt x="297095" y="57194"/>
                </a:lnTo>
                <a:lnTo>
                  <a:pt x="297047" y="57474"/>
                </a:lnTo>
                <a:lnTo>
                  <a:pt x="296999" y="57749"/>
                </a:lnTo>
                <a:lnTo>
                  <a:pt x="296953" y="58019"/>
                </a:lnTo>
                <a:lnTo>
                  <a:pt x="296908" y="58284"/>
                </a:lnTo>
                <a:lnTo>
                  <a:pt x="296863" y="58545"/>
                </a:lnTo>
                <a:lnTo>
                  <a:pt x="296820" y="58801"/>
                </a:lnTo>
                <a:lnTo>
                  <a:pt x="296777" y="59052"/>
                </a:lnTo>
                <a:lnTo>
                  <a:pt x="296735" y="59298"/>
                </a:lnTo>
                <a:lnTo>
                  <a:pt x="296695" y="59540"/>
                </a:lnTo>
                <a:lnTo>
                  <a:pt x="296655" y="59776"/>
                </a:lnTo>
                <a:lnTo>
                  <a:pt x="296616" y="60008"/>
                </a:lnTo>
                <a:lnTo>
                  <a:pt x="296579" y="60235"/>
                </a:lnTo>
                <a:lnTo>
                  <a:pt x="296542" y="60458"/>
                </a:lnTo>
                <a:lnTo>
                  <a:pt x="296506" y="60675"/>
                </a:lnTo>
                <a:lnTo>
                  <a:pt x="296471" y="60888"/>
                </a:lnTo>
                <a:lnTo>
                  <a:pt x="296437" y="61096"/>
                </a:lnTo>
                <a:lnTo>
                  <a:pt x="296404" y="61299"/>
                </a:lnTo>
                <a:lnTo>
                  <a:pt x="296372" y="61498"/>
                </a:lnTo>
                <a:lnTo>
                  <a:pt x="296341" y="61692"/>
                </a:lnTo>
                <a:lnTo>
                  <a:pt x="296310" y="61498"/>
                </a:lnTo>
                <a:lnTo>
                  <a:pt x="296277" y="61299"/>
                </a:lnTo>
                <a:lnTo>
                  <a:pt x="296244" y="61096"/>
                </a:lnTo>
                <a:lnTo>
                  <a:pt x="296208" y="60888"/>
                </a:lnTo>
                <a:lnTo>
                  <a:pt x="296172" y="60675"/>
                </a:lnTo>
                <a:lnTo>
                  <a:pt x="296135" y="60458"/>
                </a:lnTo>
                <a:lnTo>
                  <a:pt x="296096" y="60235"/>
                </a:lnTo>
                <a:lnTo>
                  <a:pt x="296055" y="60008"/>
                </a:lnTo>
                <a:lnTo>
                  <a:pt x="296014" y="59776"/>
                </a:lnTo>
                <a:lnTo>
                  <a:pt x="295971" y="59540"/>
                </a:lnTo>
                <a:lnTo>
                  <a:pt x="295927" y="59298"/>
                </a:lnTo>
                <a:lnTo>
                  <a:pt x="295882" y="59052"/>
                </a:lnTo>
                <a:lnTo>
                  <a:pt x="295835" y="58801"/>
                </a:lnTo>
                <a:lnTo>
                  <a:pt x="295787" y="58545"/>
                </a:lnTo>
                <a:lnTo>
                  <a:pt x="295738" y="58284"/>
                </a:lnTo>
                <a:lnTo>
                  <a:pt x="295688" y="58019"/>
                </a:lnTo>
                <a:lnTo>
                  <a:pt x="295636" y="57749"/>
                </a:lnTo>
                <a:lnTo>
                  <a:pt x="295583" y="57474"/>
                </a:lnTo>
                <a:lnTo>
                  <a:pt x="295529" y="57194"/>
                </a:lnTo>
                <a:lnTo>
                  <a:pt x="295474" y="56910"/>
                </a:lnTo>
                <a:lnTo>
                  <a:pt x="295417" y="56621"/>
                </a:lnTo>
                <a:lnTo>
                  <a:pt x="295359" y="56327"/>
                </a:lnTo>
                <a:lnTo>
                  <a:pt x="295299" y="56028"/>
                </a:lnTo>
                <a:lnTo>
                  <a:pt x="295239" y="55724"/>
                </a:lnTo>
                <a:lnTo>
                  <a:pt x="295177" y="55419"/>
                </a:lnTo>
                <a:lnTo>
                  <a:pt x="295116" y="55115"/>
                </a:lnTo>
                <a:lnTo>
                  <a:pt x="295054" y="54813"/>
                </a:lnTo>
                <a:lnTo>
                  <a:pt x="294991" y="54513"/>
                </a:lnTo>
                <a:lnTo>
                  <a:pt x="294929" y="54214"/>
                </a:lnTo>
                <a:lnTo>
                  <a:pt x="294866" y="53917"/>
                </a:lnTo>
                <a:lnTo>
                  <a:pt x="294803" y="53621"/>
                </a:lnTo>
                <a:lnTo>
                  <a:pt x="294739" y="53327"/>
                </a:lnTo>
                <a:lnTo>
                  <a:pt x="294675" y="53035"/>
                </a:lnTo>
                <a:lnTo>
                  <a:pt x="294611" y="52744"/>
                </a:lnTo>
                <a:lnTo>
                  <a:pt x="294546" y="52455"/>
                </a:lnTo>
                <a:lnTo>
                  <a:pt x="294481" y="52167"/>
                </a:lnTo>
                <a:lnTo>
                  <a:pt x="294416" y="51881"/>
                </a:lnTo>
                <a:lnTo>
                  <a:pt x="294351" y="51597"/>
                </a:lnTo>
                <a:lnTo>
                  <a:pt x="294285" y="51314"/>
                </a:lnTo>
                <a:lnTo>
                  <a:pt x="294219" y="51032"/>
                </a:lnTo>
                <a:lnTo>
                  <a:pt x="294152" y="50753"/>
                </a:lnTo>
                <a:lnTo>
                  <a:pt x="294086" y="50475"/>
                </a:lnTo>
                <a:lnTo>
                  <a:pt x="294018" y="50198"/>
                </a:lnTo>
                <a:lnTo>
                  <a:pt x="293951" y="49923"/>
                </a:lnTo>
                <a:lnTo>
                  <a:pt x="293883" y="49650"/>
                </a:lnTo>
                <a:lnTo>
                  <a:pt x="293815" y="49378"/>
                </a:lnTo>
                <a:lnTo>
                  <a:pt x="293747" y="49108"/>
                </a:lnTo>
                <a:lnTo>
                  <a:pt x="293678" y="48839"/>
                </a:lnTo>
                <a:lnTo>
                  <a:pt x="283580" y="5141"/>
                </a:lnTo>
                <a:lnTo>
                  <a:pt x="271646" y="5141"/>
                </a:lnTo>
                <a:lnTo>
                  <a:pt x="288537" y="72157"/>
                </a:lnTo>
                <a:lnTo>
                  <a:pt x="303410" y="72157"/>
                </a:lnTo>
                <a:lnTo>
                  <a:pt x="320302" y="5141"/>
                </a:lnTo>
                <a:lnTo>
                  <a:pt x="308734" y="5141"/>
                </a:lnTo>
                <a:lnTo>
                  <a:pt x="298728" y="48747"/>
                </a:lnTo>
                <a:lnTo>
                  <a:pt x="298667" y="49023"/>
                </a:lnTo>
                <a:close/>
                <a:moveTo>
                  <a:pt x="238687" y="57993"/>
                </a:moveTo>
                <a:lnTo>
                  <a:pt x="238747" y="57892"/>
                </a:lnTo>
                <a:lnTo>
                  <a:pt x="238807" y="57789"/>
                </a:lnTo>
                <a:lnTo>
                  <a:pt x="238866" y="57686"/>
                </a:lnTo>
                <a:lnTo>
                  <a:pt x="238925" y="57583"/>
                </a:lnTo>
                <a:lnTo>
                  <a:pt x="238984" y="57479"/>
                </a:lnTo>
                <a:lnTo>
                  <a:pt x="239043" y="57374"/>
                </a:lnTo>
                <a:lnTo>
                  <a:pt x="239101" y="57268"/>
                </a:lnTo>
                <a:lnTo>
                  <a:pt x="239159" y="57162"/>
                </a:lnTo>
                <a:lnTo>
                  <a:pt x="239216" y="57055"/>
                </a:lnTo>
                <a:lnTo>
                  <a:pt x="239273" y="56948"/>
                </a:lnTo>
                <a:lnTo>
                  <a:pt x="239330" y="56840"/>
                </a:lnTo>
                <a:lnTo>
                  <a:pt x="239387" y="56731"/>
                </a:lnTo>
                <a:lnTo>
                  <a:pt x="239443" y="56622"/>
                </a:lnTo>
                <a:lnTo>
                  <a:pt x="239499" y="56512"/>
                </a:lnTo>
                <a:lnTo>
                  <a:pt x="239555" y="56401"/>
                </a:lnTo>
                <a:lnTo>
                  <a:pt x="239610" y="56290"/>
                </a:lnTo>
                <a:lnTo>
                  <a:pt x="239665" y="56178"/>
                </a:lnTo>
                <a:lnTo>
                  <a:pt x="239720" y="56066"/>
                </a:lnTo>
                <a:lnTo>
                  <a:pt x="239774" y="55952"/>
                </a:lnTo>
                <a:lnTo>
                  <a:pt x="239828" y="55839"/>
                </a:lnTo>
                <a:lnTo>
                  <a:pt x="239882" y="55724"/>
                </a:lnTo>
                <a:lnTo>
                  <a:pt x="239935" y="55610"/>
                </a:lnTo>
                <a:lnTo>
                  <a:pt x="239987" y="55499"/>
                </a:lnTo>
                <a:lnTo>
                  <a:pt x="240038" y="55389"/>
                </a:lnTo>
                <a:lnTo>
                  <a:pt x="240089" y="55281"/>
                </a:lnTo>
                <a:lnTo>
                  <a:pt x="240138" y="55174"/>
                </a:lnTo>
                <a:lnTo>
                  <a:pt x="240186" y="55070"/>
                </a:lnTo>
                <a:lnTo>
                  <a:pt x="240234" y="54968"/>
                </a:lnTo>
                <a:lnTo>
                  <a:pt x="240280" y="54867"/>
                </a:lnTo>
                <a:lnTo>
                  <a:pt x="240325" y="54769"/>
                </a:lnTo>
                <a:lnTo>
                  <a:pt x="240370" y="54672"/>
                </a:lnTo>
                <a:lnTo>
                  <a:pt x="240413" y="54578"/>
                </a:lnTo>
                <a:lnTo>
                  <a:pt x="240456" y="54485"/>
                </a:lnTo>
                <a:lnTo>
                  <a:pt x="240498" y="54394"/>
                </a:lnTo>
                <a:lnTo>
                  <a:pt x="240538" y="54305"/>
                </a:lnTo>
                <a:lnTo>
                  <a:pt x="240578" y="54218"/>
                </a:lnTo>
                <a:lnTo>
                  <a:pt x="240617" y="54133"/>
                </a:lnTo>
                <a:lnTo>
                  <a:pt x="240654" y="54050"/>
                </a:lnTo>
                <a:lnTo>
                  <a:pt x="240691" y="53968"/>
                </a:lnTo>
                <a:lnTo>
                  <a:pt x="240727" y="53889"/>
                </a:lnTo>
                <a:lnTo>
                  <a:pt x="240762" y="53812"/>
                </a:lnTo>
                <a:lnTo>
                  <a:pt x="240796" y="53736"/>
                </a:lnTo>
                <a:lnTo>
                  <a:pt x="240829" y="53662"/>
                </a:lnTo>
                <a:lnTo>
                  <a:pt x="240861" y="53591"/>
                </a:lnTo>
                <a:lnTo>
                  <a:pt x="240892" y="53521"/>
                </a:lnTo>
                <a:lnTo>
                  <a:pt x="240930" y="53591"/>
                </a:lnTo>
                <a:lnTo>
                  <a:pt x="240970" y="53662"/>
                </a:lnTo>
                <a:lnTo>
                  <a:pt x="241009" y="53736"/>
                </a:lnTo>
                <a:lnTo>
                  <a:pt x="241050" y="53812"/>
                </a:lnTo>
                <a:lnTo>
                  <a:pt x="241091" y="53889"/>
                </a:lnTo>
                <a:lnTo>
                  <a:pt x="241133" y="53968"/>
                </a:lnTo>
                <a:lnTo>
                  <a:pt x="241175" y="54050"/>
                </a:lnTo>
                <a:lnTo>
                  <a:pt x="241218" y="54133"/>
                </a:lnTo>
                <a:lnTo>
                  <a:pt x="241262" y="54218"/>
                </a:lnTo>
                <a:lnTo>
                  <a:pt x="241306" y="54305"/>
                </a:lnTo>
                <a:lnTo>
                  <a:pt x="241351" y="54394"/>
                </a:lnTo>
                <a:lnTo>
                  <a:pt x="241396" y="54485"/>
                </a:lnTo>
                <a:lnTo>
                  <a:pt x="241442" y="54578"/>
                </a:lnTo>
                <a:lnTo>
                  <a:pt x="241489" y="54672"/>
                </a:lnTo>
                <a:lnTo>
                  <a:pt x="241537" y="54769"/>
                </a:lnTo>
                <a:lnTo>
                  <a:pt x="241585" y="54867"/>
                </a:lnTo>
                <a:lnTo>
                  <a:pt x="241634" y="54968"/>
                </a:lnTo>
                <a:lnTo>
                  <a:pt x="241683" y="55070"/>
                </a:lnTo>
                <a:lnTo>
                  <a:pt x="241733" y="55174"/>
                </a:lnTo>
                <a:lnTo>
                  <a:pt x="241784" y="55281"/>
                </a:lnTo>
                <a:lnTo>
                  <a:pt x="241835" y="55389"/>
                </a:lnTo>
                <a:lnTo>
                  <a:pt x="241887" y="55499"/>
                </a:lnTo>
                <a:lnTo>
                  <a:pt x="241940" y="55610"/>
                </a:lnTo>
                <a:lnTo>
                  <a:pt x="241993" y="55724"/>
                </a:lnTo>
                <a:lnTo>
                  <a:pt x="242047" y="55839"/>
                </a:lnTo>
                <a:lnTo>
                  <a:pt x="242101" y="55952"/>
                </a:lnTo>
                <a:lnTo>
                  <a:pt x="242155" y="56066"/>
                </a:lnTo>
                <a:lnTo>
                  <a:pt x="242210" y="56178"/>
                </a:lnTo>
                <a:lnTo>
                  <a:pt x="242265" y="56290"/>
                </a:lnTo>
                <a:lnTo>
                  <a:pt x="242320" y="56401"/>
                </a:lnTo>
                <a:lnTo>
                  <a:pt x="242376" y="56512"/>
                </a:lnTo>
                <a:lnTo>
                  <a:pt x="242432" y="56622"/>
                </a:lnTo>
                <a:lnTo>
                  <a:pt x="242488" y="56731"/>
                </a:lnTo>
                <a:lnTo>
                  <a:pt x="242545" y="56840"/>
                </a:lnTo>
                <a:lnTo>
                  <a:pt x="242602" y="56948"/>
                </a:lnTo>
                <a:lnTo>
                  <a:pt x="242659" y="57055"/>
                </a:lnTo>
                <a:lnTo>
                  <a:pt x="242716" y="57162"/>
                </a:lnTo>
                <a:lnTo>
                  <a:pt x="242774" y="57268"/>
                </a:lnTo>
                <a:lnTo>
                  <a:pt x="242832" y="57374"/>
                </a:lnTo>
                <a:lnTo>
                  <a:pt x="242891" y="57479"/>
                </a:lnTo>
                <a:lnTo>
                  <a:pt x="242950" y="57583"/>
                </a:lnTo>
                <a:lnTo>
                  <a:pt x="243009" y="57686"/>
                </a:lnTo>
                <a:lnTo>
                  <a:pt x="243068" y="57789"/>
                </a:lnTo>
                <a:lnTo>
                  <a:pt x="243128" y="57892"/>
                </a:lnTo>
                <a:lnTo>
                  <a:pt x="243188" y="57993"/>
                </a:lnTo>
                <a:lnTo>
                  <a:pt x="243248" y="58095"/>
                </a:lnTo>
                <a:lnTo>
                  <a:pt x="243309" y="58195"/>
                </a:lnTo>
                <a:lnTo>
                  <a:pt x="243370" y="58295"/>
                </a:lnTo>
                <a:lnTo>
                  <a:pt x="252091" y="72157"/>
                </a:lnTo>
                <a:lnTo>
                  <a:pt x="265127" y="72157"/>
                </a:lnTo>
                <a:lnTo>
                  <a:pt x="247593" y="46085"/>
                </a:lnTo>
                <a:lnTo>
                  <a:pt x="264026" y="21665"/>
                </a:lnTo>
                <a:lnTo>
                  <a:pt x="251081" y="21665"/>
                </a:lnTo>
                <a:lnTo>
                  <a:pt x="243187" y="34059"/>
                </a:lnTo>
                <a:lnTo>
                  <a:pt x="243133" y="34152"/>
                </a:lnTo>
                <a:lnTo>
                  <a:pt x="243079" y="34245"/>
                </a:lnTo>
                <a:lnTo>
                  <a:pt x="243026" y="34339"/>
                </a:lnTo>
                <a:lnTo>
                  <a:pt x="242972" y="34434"/>
                </a:lnTo>
                <a:lnTo>
                  <a:pt x="242919" y="34530"/>
                </a:lnTo>
                <a:lnTo>
                  <a:pt x="242865" y="34627"/>
                </a:lnTo>
                <a:lnTo>
                  <a:pt x="242811" y="34725"/>
                </a:lnTo>
                <a:lnTo>
                  <a:pt x="242758" y="34824"/>
                </a:lnTo>
                <a:lnTo>
                  <a:pt x="242704" y="34924"/>
                </a:lnTo>
                <a:lnTo>
                  <a:pt x="242651" y="35025"/>
                </a:lnTo>
                <a:lnTo>
                  <a:pt x="242597" y="35127"/>
                </a:lnTo>
                <a:lnTo>
                  <a:pt x="242544" y="35229"/>
                </a:lnTo>
                <a:lnTo>
                  <a:pt x="242490" y="35333"/>
                </a:lnTo>
                <a:lnTo>
                  <a:pt x="242436" y="35438"/>
                </a:lnTo>
                <a:lnTo>
                  <a:pt x="242383" y="35543"/>
                </a:lnTo>
                <a:lnTo>
                  <a:pt x="242329" y="35650"/>
                </a:lnTo>
                <a:lnTo>
                  <a:pt x="242276" y="35758"/>
                </a:lnTo>
                <a:lnTo>
                  <a:pt x="242222" y="35866"/>
                </a:lnTo>
                <a:lnTo>
                  <a:pt x="242168" y="35976"/>
                </a:lnTo>
                <a:lnTo>
                  <a:pt x="242115" y="36086"/>
                </a:lnTo>
                <a:lnTo>
                  <a:pt x="242061" y="36197"/>
                </a:lnTo>
                <a:lnTo>
                  <a:pt x="242008" y="36310"/>
                </a:lnTo>
                <a:lnTo>
                  <a:pt x="241954" y="36423"/>
                </a:lnTo>
                <a:lnTo>
                  <a:pt x="241901" y="36537"/>
                </a:lnTo>
                <a:lnTo>
                  <a:pt x="241848" y="36651"/>
                </a:lnTo>
                <a:lnTo>
                  <a:pt x="241796" y="36763"/>
                </a:lnTo>
                <a:lnTo>
                  <a:pt x="241744" y="36873"/>
                </a:lnTo>
                <a:lnTo>
                  <a:pt x="241694" y="36981"/>
                </a:lnTo>
                <a:lnTo>
                  <a:pt x="241645" y="37087"/>
                </a:lnTo>
                <a:lnTo>
                  <a:pt x="241597" y="37191"/>
                </a:lnTo>
                <a:lnTo>
                  <a:pt x="241550" y="37294"/>
                </a:lnTo>
                <a:lnTo>
                  <a:pt x="241503" y="37394"/>
                </a:lnTo>
                <a:lnTo>
                  <a:pt x="241458" y="37493"/>
                </a:lnTo>
                <a:lnTo>
                  <a:pt x="241414" y="37589"/>
                </a:lnTo>
                <a:lnTo>
                  <a:pt x="241370" y="37684"/>
                </a:lnTo>
                <a:lnTo>
                  <a:pt x="241328" y="37777"/>
                </a:lnTo>
                <a:lnTo>
                  <a:pt x="241286" y="37868"/>
                </a:lnTo>
                <a:lnTo>
                  <a:pt x="241246" y="37956"/>
                </a:lnTo>
                <a:lnTo>
                  <a:pt x="241206" y="38044"/>
                </a:lnTo>
                <a:lnTo>
                  <a:pt x="241167" y="38129"/>
                </a:lnTo>
                <a:lnTo>
                  <a:pt x="241129" y="38212"/>
                </a:lnTo>
                <a:lnTo>
                  <a:pt x="241093" y="38293"/>
                </a:lnTo>
                <a:lnTo>
                  <a:pt x="241057" y="38373"/>
                </a:lnTo>
                <a:lnTo>
                  <a:pt x="241022" y="38450"/>
                </a:lnTo>
                <a:lnTo>
                  <a:pt x="240988" y="38526"/>
                </a:lnTo>
                <a:lnTo>
                  <a:pt x="240955" y="38599"/>
                </a:lnTo>
                <a:lnTo>
                  <a:pt x="240923" y="38671"/>
                </a:lnTo>
                <a:lnTo>
                  <a:pt x="240892" y="38741"/>
                </a:lnTo>
                <a:lnTo>
                  <a:pt x="240861" y="38671"/>
                </a:lnTo>
                <a:lnTo>
                  <a:pt x="240829" y="38599"/>
                </a:lnTo>
                <a:lnTo>
                  <a:pt x="240797" y="38526"/>
                </a:lnTo>
                <a:lnTo>
                  <a:pt x="240763" y="38450"/>
                </a:lnTo>
                <a:lnTo>
                  <a:pt x="240729" y="38373"/>
                </a:lnTo>
                <a:lnTo>
                  <a:pt x="240694" y="38293"/>
                </a:lnTo>
                <a:lnTo>
                  <a:pt x="240658" y="38212"/>
                </a:lnTo>
                <a:lnTo>
                  <a:pt x="240622" y="38129"/>
                </a:lnTo>
                <a:lnTo>
                  <a:pt x="240584" y="38044"/>
                </a:lnTo>
                <a:lnTo>
                  <a:pt x="240546" y="37956"/>
                </a:lnTo>
                <a:lnTo>
                  <a:pt x="240507" y="37868"/>
                </a:lnTo>
                <a:lnTo>
                  <a:pt x="240468" y="37777"/>
                </a:lnTo>
                <a:lnTo>
                  <a:pt x="240427" y="37684"/>
                </a:lnTo>
                <a:lnTo>
                  <a:pt x="240386" y="37589"/>
                </a:lnTo>
                <a:lnTo>
                  <a:pt x="240343" y="37493"/>
                </a:lnTo>
                <a:lnTo>
                  <a:pt x="240301" y="37394"/>
                </a:lnTo>
                <a:lnTo>
                  <a:pt x="240257" y="37294"/>
                </a:lnTo>
                <a:lnTo>
                  <a:pt x="240212" y="37191"/>
                </a:lnTo>
                <a:lnTo>
                  <a:pt x="240167" y="37087"/>
                </a:lnTo>
                <a:lnTo>
                  <a:pt x="240121" y="36981"/>
                </a:lnTo>
                <a:lnTo>
                  <a:pt x="240074" y="36873"/>
                </a:lnTo>
                <a:lnTo>
                  <a:pt x="240026" y="36763"/>
                </a:lnTo>
                <a:lnTo>
                  <a:pt x="239978" y="36651"/>
                </a:lnTo>
                <a:lnTo>
                  <a:pt x="239928" y="36537"/>
                </a:lnTo>
                <a:lnTo>
                  <a:pt x="239878" y="36423"/>
                </a:lnTo>
                <a:lnTo>
                  <a:pt x="239828" y="36310"/>
                </a:lnTo>
                <a:lnTo>
                  <a:pt x="239777" y="36197"/>
                </a:lnTo>
                <a:lnTo>
                  <a:pt x="239725" y="36086"/>
                </a:lnTo>
                <a:lnTo>
                  <a:pt x="239674" y="35976"/>
                </a:lnTo>
                <a:lnTo>
                  <a:pt x="239621" y="35866"/>
                </a:lnTo>
                <a:lnTo>
                  <a:pt x="239568" y="35758"/>
                </a:lnTo>
                <a:lnTo>
                  <a:pt x="239515" y="35650"/>
                </a:lnTo>
                <a:lnTo>
                  <a:pt x="239461" y="35543"/>
                </a:lnTo>
                <a:lnTo>
                  <a:pt x="239407" y="35438"/>
                </a:lnTo>
                <a:lnTo>
                  <a:pt x="239352" y="35333"/>
                </a:lnTo>
                <a:lnTo>
                  <a:pt x="239297" y="35229"/>
                </a:lnTo>
                <a:lnTo>
                  <a:pt x="239241" y="35127"/>
                </a:lnTo>
                <a:lnTo>
                  <a:pt x="239185" y="35025"/>
                </a:lnTo>
                <a:lnTo>
                  <a:pt x="239128" y="34924"/>
                </a:lnTo>
                <a:lnTo>
                  <a:pt x="239071" y="34824"/>
                </a:lnTo>
                <a:lnTo>
                  <a:pt x="239013" y="34725"/>
                </a:lnTo>
                <a:lnTo>
                  <a:pt x="238955" y="34627"/>
                </a:lnTo>
                <a:lnTo>
                  <a:pt x="238896" y="34530"/>
                </a:lnTo>
                <a:lnTo>
                  <a:pt x="238837" y="34434"/>
                </a:lnTo>
                <a:lnTo>
                  <a:pt x="238778" y="34339"/>
                </a:lnTo>
                <a:lnTo>
                  <a:pt x="238718" y="34245"/>
                </a:lnTo>
                <a:lnTo>
                  <a:pt x="238657" y="34152"/>
                </a:lnTo>
                <a:lnTo>
                  <a:pt x="238596" y="34059"/>
                </a:lnTo>
                <a:lnTo>
                  <a:pt x="230794" y="21665"/>
                </a:lnTo>
                <a:lnTo>
                  <a:pt x="217849" y="21665"/>
                </a:lnTo>
                <a:lnTo>
                  <a:pt x="234282" y="46085"/>
                </a:lnTo>
                <a:lnTo>
                  <a:pt x="216655" y="72157"/>
                </a:lnTo>
                <a:lnTo>
                  <a:pt x="229600" y="72157"/>
                </a:lnTo>
                <a:lnTo>
                  <a:pt x="238505" y="58295"/>
                </a:lnTo>
                <a:lnTo>
                  <a:pt x="238566" y="58195"/>
                </a:lnTo>
                <a:lnTo>
                  <a:pt x="238627" y="58095"/>
                </a:lnTo>
                <a:lnTo>
                  <a:pt x="238687" y="57993"/>
                </a:lnTo>
                <a:close/>
                <a:moveTo>
                  <a:pt x="78363" y="72966"/>
                </a:moveTo>
                <a:lnTo>
                  <a:pt x="78998" y="72905"/>
                </a:lnTo>
                <a:lnTo>
                  <a:pt x="79625" y="72831"/>
                </a:lnTo>
                <a:lnTo>
                  <a:pt x="80243" y="72743"/>
                </a:lnTo>
                <a:lnTo>
                  <a:pt x="80853" y="72641"/>
                </a:lnTo>
                <a:lnTo>
                  <a:pt x="81455" y="72526"/>
                </a:lnTo>
                <a:lnTo>
                  <a:pt x="82048" y="72397"/>
                </a:lnTo>
                <a:lnTo>
                  <a:pt x="82632" y="72255"/>
                </a:lnTo>
                <a:lnTo>
                  <a:pt x="83208" y="72099"/>
                </a:lnTo>
                <a:lnTo>
                  <a:pt x="83776" y="71930"/>
                </a:lnTo>
                <a:lnTo>
                  <a:pt x="84335" y="71747"/>
                </a:lnTo>
                <a:lnTo>
                  <a:pt x="84886" y="71551"/>
                </a:lnTo>
                <a:lnTo>
                  <a:pt x="85428" y="71341"/>
                </a:lnTo>
                <a:lnTo>
                  <a:pt x="85962" y="71117"/>
                </a:lnTo>
                <a:lnTo>
                  <a:pt x="86487" y="70880"/>
                </a:lnTo>
                <a:lnTo>
                  <a:pt x="87004" y="70630"/>
                </a:lnTo>
                <a:lnTo>
                  <a:pt x="87513" y="70365"/>
                </a:lnTo>
                <a:lnTo>
                  <a:pt x="88013" y="70088"/>
                </a:lnTo>
                <a:lnTo>
                  <a:pt x="88504" y="69797"/>
                </a:lnTo>
                <a:lnTo>
                  <a:pt x="88987" y="69492"/>
                </a:lnTo>
                <a:lnTo>
                  <a:pt x="89462" y="69173"/>
                </a:lnTo>
                <a:lnTo>
                  <a:pt x="89925" y="68844"/>
                </a:lnTo>
                <a:lnTo>
                  <a:pt x="90373" y="68505"/>
                </a:lnTo>
                <a:lnTo>
                  <a:pt x="90805" y="68157"/>
                </a:lnTo>
                <a:lnTo>
                  <a:pt x="91223" y="67800"/>
                </a:lnTo>
                <a:lnTo>
                  <a:pt x="91625" y="67434"/>
                </a:lnTo>
                <a:lnTo>
                  <a:pt x="92012" y="67059"/>
                </a:lnTo>
                <a:lnTo>
                  <a:pt x="92384" y="66675"/>
                </a:lnTo>
                <a:lnTo>
                  <a:pt x="92741" y="66282"/>
                </a:lnTo>
                <a:lnTo>
                  <a:pt x="93083" y="65879"/>
                </a:lnTo>
                <a:lnTo>
                  <a:pt x="93410" y="65468"/>
                </a:lnTo>
                <a:lnTo>
                  <a:pt x="93721" y="65048"/>
                </a:lnTo>
                <a:lnTo>
                  <a:pt x="94018" y="64618"/>
                </a:lnTo>
                <a:lnTo>
                  <a:pt x="94299" y="64179"/>
                </a:lnTo>
                <a:lnTo>
                  <a:pt x="94565" y="63732"/>
                </a:lnTo>
                <a:lnTo>
                  <a:pt x="94816" y="63275"/>
                </a:lnTo>
                <a:lnTo>
                  <a:pt x="95052" y="62809"/>
                </a:lnTo>
                <a:lnTo>
                  <a:pt x="95272" y="62334"/>
                </a:lnTo>
                <a:lnTo>
                  <a:pt x="95478" y="61850"/>
                </a:lnTo>
                <a:lnTo>
                  <a:pt x="95668" y="61356"/>
                </a:lnTo>
                <a:lnTo>
                  <a:pt x="95844" y="60854"/>
                </a:lnTo>
                <a:lnTo>
                  <a:pt x="96004" y="60343"/>
                </a:lnTo>
                <a:lnTo>
                  <a:pt x="96149" y="59822"/>
                </a:lnTo>
                <a:lnTo>
                  <a:pt x="96279" y="59293"/>
                </a:lnTo>
                <a:lnTo>
                  <a:pt x="96393" y="58754"/>
                </a:lnTo>
                <a:lnTo>
                  <a:pt x="85101" y="58754"/>
                </a:lnTo>
                <a:lnTo>
                  <a:pt x="85045" y="58966"/>
                </a:lnTo>
                <a:lnTo>
                  <a:pt x="84982" y="59174"/>
                </a:lnTo>
                <a:lnTo>
                  <a:pt x="84913" y="59377"/>
                </a:lnTo>
                <a:lnTo>
                  <a:pt x="84839" y="59577"/>
                </a:lnTo>
                <a:lnTo>
                  <a:pt x="84758" y="59771"/>
                </a:lnTo>
                <a:lnTo>
                  <a:pt x="84671" y="59962"/>
                </a:lnTo>
                <a:lnTo>
                  <a:pt x="84578" y="60148"/>
                </a:lnTo>
                <a:lnTo>
                  <a:pt x="84479" y="60330"/>
                </a:lnTo>
                <a:lnTo>
                  <a:pt x="84374" y="60508"/>
                </a:lnTo>
                <a:lnTo>
                  <a:pt x="84263" y="60681"/>
                </a:lnTo>
                <a:lnTo>
                  <a:pt x="84146" y="60850"/>
                </a:lnTo>
                <a:lnTo>
                  <a:pt x="84022" y="61015"/>
                </a:lnTo>
                <a:lnTo>
                  <a:pt x="83893" y="61175"/>
                </a:lnTo>
                <a:lnTo>
                  <a:pt x="83758" y="61331"/>
                </a:lnTo>
                <a:lnTo>
                  <a:pt x="83616" y="61483"/>
                </a:lnTo>
                <a:lnTo>
                  <a:pt x="83469" y="61630"/>
                </a:lnTo>
                <a:lnTo>
                  <a:pt x="83315" y="61774"/>
                </a:lnTo>
                <a:lnTo>
                  <a:pt x="83156" y="61913"/>
                </a:lnTo>
                <a:lnTo>
                  <a:pt x="82990" y="62047"/>
                </a:lnTo>
                <a:lnTo>
                  <a:pt x="82819" y="62177"/>
                </a:lnTo>
                <a:lnTo>
                  <a:pt x="82641" y="62303"/>
                </a:lnTo>
                <a:lnTo>
                  <a:pt x="82457" y="62425"/>
                </a:lnTo>
                <a:lnTo>
                  <a:pt x="82267" y="62542"/>
                </a:lnTo>
                <a:lnTo>
                  <a:pt x="82071" y="62655"/>
                </a:lnTo>
                <a:lnTo>
                  <a:pt x="81870" y="62764"/>
                </a:lnTo>
                <a:lnTo>
                  <a:pt x="81663" y="62868"/>
                </a:lnTo>
                <a:lnTo>
                  <a:pt x="81452" y="62967"/>
                </a:lnTo>
                <a:lnTo>
                  <a:pt x="81235" y="63062"/>
                </a:lnTo>
                <a:lnTo>
                  <a:pt x="81013" y="63152"/>
                </a:lnTo>
                <a:lnTo>
                  <a:pt x="80786" y="63238"/>
                </a:lnTo>
                <a:lnTo>
                  <a:pt x="80554" y="63318"/>
                </a:lnTo>
                <a:lnTo>
                  <a:pt x="80317" y="63395"/>
                </a:lnTo>
                <a:lnTo>
                  <a:pt x="80075" y="63466"/>
                </a:lnTo>
                <a:lnTo>
                  <a:pt x="79827" y="63533"/>
                </a:lnTo>
                <a:lnTo>
                  <a:pt x="79575" y="63596"/>
                </a:lnTo>
                <a:lnTo>
                  <a:pt x="79317" y="63654"/>
                </a:lnTo>
                <a:lnTo>
                  <a:pt x="79055" y="63707"/>
                </a:lnTo>
                <a:lnTo>
                  <a:pt x="78787" y="63755"/>
                </a:lnTo>
                <a:lnTo>
                  <a:pt x="78514" y="63799"/>
                </a:lnTo>
                <a:lnTo>
                  <a:pt x="78236" y="63838"/>
                </a:lnTo>
                <a:lnTo>
                  <a:pt x="77953" y="63873"/>
                </a:lnTo>
                <a:lnTo>
                  <a:pt x="77665" y="63903"/>
                </a:lnTo>
                <a:lnTo>
                  <a:pt x="77372" y="63928"/>
                </a:lnTo>
                <a:lnTo>
                  <a:pt x="77074" y="63949"/>
                </a:lnTo>
                <a:lnTo>
                  <a:pt x="76770" y="63965"/>
                </a:lnTo>
                <a:lnTo>
                  <a:pt x="76462" y="63977"/>
                </a:lnTo>
                <a:lnTo>
                  <a:pt x="76148" y="63984"/>
                </a:lnTo>
                <a:lnTo>
                  <a:pt x="75829" y="63986"/>
                </a:lnTo>
                <a:lnTo>
                  <a:pt x="75413" y="63981"/>
                </a:lnTo>
                <a:lnTo>
                  <a:pt x="75005" y="63967"/>
                </a:lnTo>
                <a:lnTo>
                  <a:pt x="74606" y="63944"/>
                </a:lnTo>
                <a:lnTo>
                  <a:pt x="74215" y="63911"/>
                </a:lnTo>
                <a:lnTo>
                  <a:pt x="73833" y="63869"/>
                </a:lnTo>
                <a:lnTo>
                  <a:pt x="73459" y="63817"/>
                </a:lnTo>
                <a:lnTo>
                  <a:pt x="73095" y="63756"/>
                </a:lnTo>
                <a:lnTo>
                  <a:pt x="72738" y="63685"/>
                </a:lnTo>
                <a:lnTo>
                  <a:pt x="72391" y="63605"/>
                </a:lnTo>
                <a:lnTo>
                  <a:pt x="72052" y="63516"/>
                </a:lnTo>
                <a:lnTo>
                  <a:pt x="71721" y="63417"/>
                </a:lnTo>
                <a:lnTo>
                  <a:pt x="71399" y="63309"/>
                </a:lnTo>
                <a:lnTo>
                  <a:pt x="71086" y="63192"/>
                </a:lnTo>
                <a:lnTo>
                  <a:pt x="70782" y="63065"/>
                </a:lnTo>
                <a:lnTo>
                  <a:pt x="70486" y="62928"/>
                </a:lnTo>
                <a:lnTo>
                  <a:pt x="70198" y="62783"/>
                </a:lnTo>
                <a:lnTo>
                  <a:pt x="69919" y="62628"/>
                </a:lnTo>
                <a:lnTo>
                  <a:pt x="69649" y="62463"/>
                </a:lnTo>
                <a:lnTo>
                  <a:pt x="69388" y="62289"/>
                </a:lnTo>
                <a:lnTo>
                  <a:pt x="69135" y="62106"/>
                </a:lnTo>
                <a:lnTo>
                  <a:pt x="68890" y="61913"/>
                </a:lnTo>
                <a:lnTo>
                  <a:pt x="68655" y="61711"/>
                </a:lnTo>
                <a:lnTo>
                  <a:pt x="68428" y="61499"/>
                </a:lnTo>
                <a:lnTo>
                  <a:pt x="68209" y="61278"/>
                </a:lnTo>
                <a:lnTo>
                  <a:pt x="67999" y="61048"/>
                </a:lnTo>
                <a:lnTo>
                  <a:pt x="67798" y="60809"/>
                </a:lnTo>
                <a:lnTo>
                  <a:pt x="67607" y="60561"/>
                </a:lnTo>
                <a:lnTo>
                  <a:pt x="67424" y="60303"/>
                </a:lnTo>
                <a:lnTo>
                  <a:pt x="67250" y="60037"/>
                </a:lnTo>
                <a:lnTo>
                  <a:pt x="67084" y="59761"/>
                </a:lnTo>
                <a:lnTo>
                  <a:pt x="66928" y="59476"/>
                </a:lnTo>
                <a:lnTo>
                  <a:pt x="66781" y="59183"/>
                </a:lnTo>
                <a:lnTo>
                  <a:pt x="66643" y="58880"/>
                </a:lnTo>
                <a:lnTo>
                  <a:pt x="66513" y="58568"/>
                </a:lnTo>
                <a:lnTo>
                  <a:pt x="66393" y="58247"/>
                </a:lnTo>
                <a:lnTo>
                  <a:pt x="66281" y="57916"/>
                </a:lnTo>
                <a:lnTo>
                  <a:pt x="66179" y="57577"/>
                </a:lnTo>
                <a:lnTo>
                  <a:pt x="66085" y="57229"/>
                </a:lnTo>
                <a:lnTo>
                  <a:pt x="66000" y="56872"/>
                </a:lnTo>
                <a:lnTo>
                  <a:pt x="65924" y="56505"/>
                </a:lnTo>
                <a:lnTo>
                  <a:pt x="65857" y="56130"/>
                </a:lnTo>
                <a:lnTo>
                  <a:pt x="65799" y="55745"/>
                </a:lnTo>
                <a:lnTo>
                  <a:pt x="65750" y="55351"/>
                </a:lnTo>
                <a:lnTo>
                  <a:pt x="65710" y="54948"/>
                </a:lnTo>
                <a:lnTo>
                  <a:pt x="65679" y="54536"/>
                </a:lnTo>
                <a:lnTo>
                  <a:pt x="65656" y="54115"/>
                </a:lnTo>
                <a:lnTo>
                  <a:pt x="65643" y="53685"/>
                </a:lnTo>
                <a:lnTo>
                  <a:pt x="65639" y="53246"/>
                </a:lnTo>
                <a:lnTo>
                  <a:pt x="65639" y="49666"/>
                </a:lnTo>
                <a:lnTo>
                  <a:pt x="96760" y="49666"/>
                </a:lnTo>
                <a:lnTo>
                  <a:pt x="96760" y="40577"/>
                </a:lnTo>
                <a:lnTo>
                  <a:pt x="96756" y="40083"/>
                </a:lnTo>
                <a:lnTo>
                  <a:pt x="96742" y="39593"/>
                </a:lnTo>
                <a:lnTo>
                  <a:pt x="96719" y="39109"/>
                </a:lnTo>
                <a:lnTo>
                  <a:pt x="96688" y="38630"/>
                </a:lnTo>
                <a:lnTo>
                  <a:pt x="96647" y="38157"/>
                </a:lnTo>
                <a:lnTo>
                  <a:pt x="96597" y="37688"/>
                </a:lnTo>
                <a:lnTo>
                  <a:pt x="96538" y="37225"/>
                </a:lnTo>
                <a:lnTo>
                  <a:pt x="96470" y="36767"/>
                </a:lnTo>
                <a:lnTo>
                  <a:pt x="96392" y="36315"/>
                </a:lnTo>
                <a:lnTo>
                  <a:pt x="96306" y="35868"/>
                </a:lnTo>
                <a:lnTo>
                  <a:pt x="96211" y="35425"/>
                </a:lnTo>
                <a:lnTo>
                  <a:pt x="96106" y="34989"/>
                </a:lnTo>
                <a:lnTo>
                  <a:pt x="95993" y="34557"/>
                </a:lnTo>
                <a:lnTo>
                  <a:pt x="95870" y="34131"/>
                </a:lnTo>
                <a:lnTo>
                  <a:pt x="95738" y="33710"/>
                </a:lnTo>
                <a:lnTo>
                  <a:pt x="95597" y="33294"/>
                </a:lnTo>
                <a:lnTo>
                  <a:pt x="95447" y="32884"/>
                </a:lnTo>
                <a:lnTo>
                  <a:pt x="95288" y="32479"/>
                </a:lnTo>
                <a:lnTo>
                  <a:pt x="95120" y="32079"/>
                </a:lnTo>
                <a:lnTo>
                  <a:pt x="94943" y="31684"/>
                </a:lnTo>
                <a:lnTo>
                  <a:pt x="94757" y="31295"/>
                </a:lnTo>
                <a:lnTo>
                  <a:pt x="94562" y="30911"/>
                </a:lnTo>
                <a:lnTo>
                  <a:pt x="94357" y="30532"/>
                </a:lnTo>
                <a:lnTo>
                  <a:pt x="94144" y="30158"/>
                </a:lnTo>
                <a:lnTo>
                  <a:pt x="93922" y="29790"/>
                </a:lnTo>
                <a:lnTo>
                  <a:pt x="93693" y="29430"/>
                </a:lnTo>
                <a:lnTo>
                  <a:pt x="93457" y="29076"/>
                </a:lnTo>
                <a:lnTo>
                  <a:pt x="93213" y="28729"/>
                </a:lnTo>
                <a:lnTo>
                  <a:pt x="92962" y="28388"/>
                </a:lnTo>
                <a:lnTo>
                  <a:pt x="92704" y="28055"/>
                </a:lnTo>
                <a:lnTo>
                  <a:pt x="92438" y="27728"/>
                </a:lnTo>
                <a:lnTo>
                  <a:pt x="92165" y="27409"/>
                </a:lnTo>
                <a:lnTo>
                  <a:pt x="91885" y="27096"/>
                </a:lnTo>
                <a:lnTo>
                  <a:pt x="91597" y="26790"/>
                </a:lnTo>
                <a:lnTo>
                  <a:pt x="91302" y="26491"/>
                </a:lnTo>
                <a:lnTo>
                  <a:pt x="91000" y="26199"/>
                </a:lnTo>
                <a:lnTo>
                  <a:pt x="90690" y="25913"/>
                </a:lnTo>
                <a:lnTo>
                  <a:pt x="90373" y="25635"/>
                </a:lnTo>
                <a:lnTo>
                  <a:pt x="90049" y="25363"/>
                </a:lnTo>
                <a:lnTo>
                  <a:pt x="89717" y="25098"/>
                </a:lnTo>
                <a:lnTo>
                  <a:pt x="89378" y="24840"/>
                </a:lnTo>
                <a:lnTo>
                  <a:pt x="89032" y="24589"/>
                </a:lnTo>
                <a:lnTo>
                  <a:pt x="88678" y="24345"/>
                </a:lnTo>
                <a:lnTo>
                  <a:pt x="88317" y="24108"/>
                </a:lnTo>
                <a:lnTo>
                  <a:pt x="87948" y="23877"/>
                </a:lnTo>
                <a:lnTo>
                  <a:pt x="87573" y="23654"/>
                </a:lnTo>
                <a:lnTo>
                  <a:pt x="87190" y="23437"/>
                </a:lnTo>
                <a:lnTo>
                  <a:pt x="86799" y="23227"/>
                </a:lnTo>
                <a:lnTo>
                  <a:pt x="86402" y="23025"/>
                </a:lnTo>
                <a:lnTo>
                  <a:pt x="86000" y="22831"/>
                </a:lnTo>
                <a:lnTo>
                  <a:pt x="85592" y="22646"/>
                </a:lnTo>
                <a:lnTo>
                  <a:pt x="85179" y="22469"/>
                </a:lnTo>
                <a:lnTo>
                  <a:pt x="84760" y="22301"/>
                </a:lnTo>
                <a:lnTo>
                  <a:pt x="84335" y="22142"/>
                </a:lnTo>
                <a:lnTo>
                  <a:pt x="83905" y="21991"/>
                </a:lnTo>
                <a:lnTo>
                  <a:pt x="83469" y="21849"/>
                </a:lnTo>
                <a:lnTo>
                  <a:pt x="83027" y="21716"/>
                </a:lnTo>
                <a:lnTo>
                  <a:pt x="82580" y="21591"/>
                </a:lnTo>
                <a:lnTo>
                  <a:pt x="82128" y="21475"/>
                </a:lnTo>
                <a:lnTo>
                  <a:pt x="81670" y="21367"/>
                </a:lnTo>
                <a:lnTo>
                  <a:pt x="81206" y="21268"/>
                </a:lnTo>
                <a:lnTo>
                  <a:pt x="80737" y="21178"/>
                </a:lnTo>
                <a:lnTo>
                  <a:pt x="80262" y="21096"/>
                </a:lnTo>
                <a:lnTo>
                  <a:pt x="79781" y="21023"/>
                </a:lnTo>
                <a:lnTo>
                  <a:pt x="79295" y="20958"/>
                </a:lnTo>
                <a:lnTo>
                  <a:pt x="78804" y="20902"/>
                </a:lnTo>
                <a:lnTo>
                  <a:pt x="78307" y="20855"/>
                </a:lnTo>
                <a:lnTo>
                  <a:pt x="77804" y="20816"/>
                </a:lnTo>
                <a:lnTo>
                  <a:pt x="77295" y="20786"/>
                </a:lnTo>
                <a:lnTo>
                  <a:pt x="76782" y="20765"/>
                </a:lnTo>
                <a:lnTo>
                  <a:pt x="76262" y="20752"/>
                </a:lnTo>
                <a:lnTo>
                  <a:pt x="75737" y="20747"/>
                </a:lnTo>
                <a:lnTo>
                  <a:pt x="75204" y="20752"/>
                </a:lnTo>
                <a:lnTo>
                  <a:pt x="74678" y="20765"/>
                </a:lnTo>
                <a:lnTo>
                  <a:pt x="74156" y="20786"/>
                </a:lnTo>
                <a:lnTo>
                  <a:pt x="73641" y="20816"/>
                </a:lnTo>
                <a:lnTo>
                  <a:pt x="73131" y="20855"/>
                </a:lnTo>
                <a:lnTo>
                  <a:pt x="72627" y="20902"/>
                </a:lnTo>
                <a:lnTo>
                  <a:pt x="72129" y="20958"/>
                </a:lnTo>
                <a:lnTo>
                  <a:pt x="71637" y="21023"/>
                </a:lnTo>
                <a:lnTo>
                  <a:pt x="71150" y="21096"/>
                </a:lnTo>
                <a:lnTo>
                  <a:pt x="70669" y="21178"/>
                </a:lnTo>
                <a:lnTo>
                  <a:pt x="70194" y="21268"/>
                </a:lnTo>
                <a:lnTo>
                  <a:pt x="69724" y="21367"/>
                </a:lnTo>
                <a:lnTo>
                  <a:pt x="69261" y="21475"/>
                </a:lnTo>
                <a:lnTo>
                  <a:pt x="68803" y="21591"/>
                </a:lnTo>
                <a:lnTo>
                  <a:pt x="68350" y="21716"/>
                </a:lnTo>
                <a:lnTo>
                  <a:pt x="67904" y="21849"/>
                </a:lnTo>
                <a:lnTo>
                  <a:pt x="67463" y="21991"/>
                </a:lnTo>
                <a:lnTo>
                  <a:pt x="67028" y="22142"/>
                </a:lnTo>
                <a:lnTo>
                  <a:pt x="66598" y="22301"/>
                </a:lnTo>
                <a:lnTo>
                  <a:pt x="66175" y="22469"/>
                </a:lnTo>
                <a:lnTo>
                  <a:pt x="65757" y="22646"/>
                </a:lnTo>
                <a:lnTo>
                  <a:pt x="65345" y="22831"/>
                </a:lnTo>
                <a:lnTo>
                  <a:pt x="64938" y="23025"/>
                </a:lnTo>
                <a:lnTo>
                  <a:pt x="64537" y="23227"/>
                </a:lnTo>
                <a:lnTo>
                  <a:pt x="64143" y="23437"/>
                </a:lnTo>
                <a:lnTo>
                  <a:pt x="63757" y="23654"/>
                </a:lnTo>
                <a:lnTo>
                  <a:pt x="63378" y="23877"/>
                </a:lnTo>
                <a:lnTo>
                  <a:pt x="63006" y="24108"/>
                </a:lnTo>
                <a:lnTo>
                  <a:pt x="62642" y="24345"/>
                </a:lnTo>
                <a:lnTo>
                  <a:pt x="62285" y="24589"/>
                </a:lnTo>
                <a:lnTo>
                  <a:pt x="61936" y="24840"/>
                </a:lnTo>
                <a:lnTo>
                  <a:pt x="61595" y="25098"/>
                </a:lnTo>
                <a:lnTo>
                  <a:pt x="61260" y="25363"/>
                </a:lnTo>
                <a:lnTo>
                  <a:pt x="60934" y="25635"/>
                </a:lnTo>
                <a:lnTo>
                  <a:pt x="60615" y="25913"/>
                </a:lnTo>
                <a:lnTo>
                  <a:pt x="60303" y="26199"/>
                </a:lnTo>
                <a:lnTo>
                  <a:pt x="59999" y="26491"/>
                </a:lnTo>
                <a:lnTo>
                  <a:pt x="59702" y="26790"/>
                </a:lnTo>
                <a:lnTo>
                  <a:pt x="59413" y="27096"/>
                </a:lnTo>
                <a:lnTo>
                  <a:pt x="59131" y="27409"/>
                </a:lnTo>
                <a:lnTo>
                  <a:pt x="58857" y="27728"/>
                </a:lnTo>
                <a:lnTo>
                  <a:pt x="58590" y="28055"/>
                </a:lnTo>
                <a:lnTo>
                  <a:pt x="58331" y="28388"/>
                </a:lnTo>
                <a:lnTo>
                  <a:pt x="58079" y="28729"/>
                </a:lnTo>
                <a:lnTo>
                  <a:pt x="57835" y="29076"/>
                </a:lnTo>
                <a:lnTo>
                  <a:pt x="57598" y="29430"/>
                </a:lnTo>
                <a:lnTo>
                  <a:pt x="57369" y="29790"/>
                </a:lnTo>
                <a:lnTo>
                  <a:pt x="57147" y="30158"/>
                </a:lnTo>
                <a:lnTo>
                  <a:pt x="56933" y="30532"/>
                </a:lnTo>
                <a:lnTo>
                  <a:pt x="56729" y="30911"/>
                </a:lnTo>
                <a:lnTo>
                  <a:pt x="56534" y="31295"/>
                </a:lnTo>
                <a:lnTo>
                  <a:pt x="56348" y="31684"/>
                </a:lnTo>
                <a:lnTo>
                  <a:pt x="56171" y="32079"/>
                </a:lnTo>
                <a:lnTo>
                  <a:pt x="56003" y="32479"/>
                </a:lnTo>
                <a:lnTo>
                  <a:pt x="55844" y="32884"/>
                </a:lnTo>
                <a:lnTo>
                  <a:pt x="55694" y="33294"/>
                </a:lnTo>
                <a:lnTo>
                  <a:pt x="55553" y="33710"/>
                </a:lnTo>
                <a:lnTo>
                  <a:pt x="55421" y="34131"/>
                </a:lnTo>
                <a:lnTo>
                  <a:pt x="55299" y="34557"/>
                </a:lnTo>
                <a:lnTo>
                  <a:pt x="55185" y="34989"/>
                </a:lnTo>
                <a:lnTo>
                  <a:pt x="55081" y="35425"/>
                </a:lnTo>
                <a:lnTo>
                  <a:pt x="54986" y="35868"/>
                </a:lnTo>
                <a:lnTo>
                  <a:pt x="54899" y="36315"/>
                </a:lnTo>
                <a:lnTo>
                  <a:pt x="54822" y="36767"/>
                </a:lnTo>
                <a:lnTo>
                  <a:pt x="54754" y="37225"/>
                </a:lnTo>
                <a:lnTo>
                  <a:pt x="54695" y="37688"/>
                </a:lnTo>
                <a:lnTo>
                  <a:pt x="54645" y="38157"/>
                </a:lnTo>
                <a:lnTo>
                  <a:pt x="54604" y="38630"/>
                </a:lnTo>
                <a:lnTo>
                  <a:pt x="54572" y="39109"/>
                </a:lnTo>
                <a:lnTo>
                  <a:pt x="54550" y="39593"/>
                </a:lnTo>
                <a:lnTo>
                  <a:pt x="54536" y="40083"/>
                </a:lnTo>
                <a:lnTo>
                  <a:pt x="54532" y="40577"/>
                </a:lnTo>
                <a:lnTo>
                  <a:pt x="54532" y="53246"/>
                </a:lnTo>
                <a:lnTo>
                  <a:pt x="54536" y="53741"/>
                </a:lnTo>
                <a:lnTo>
                  <a:pt x="54550" y="54230"/>
                </a:lnTo>
                <a:lnTo>
                  <a:pt x="54572" y="54714"/>
                </a:lnTo>
                <a:lnTo>
                  <a:pt x="54604" y="55193"/>
                </a:lnTo>
                <a:lnTo>
                  <a:pt x="54645" y="55666"/>
                </a:lnTo>
                <a:lnTo>
                  <a:pt x="54695" y="56135"/>
                </a:lnTo>
                <a:lnTo>
                  <a:pt x="54754" y="56598"/>
                </a:lnTo>
                <a:lnTo>
                  <a:pt x="54822" y="57055"/>
                </a:lnTo>
                <a:lnTo>
                  <a:pt x="54899" y="57508"/>
                </a:lnTo>
                <a:lnTo>
                  <a:pt x="54986" y="57955"/>
                </a:lnTo>
                <a:lnTo>
                  <a:pt x="55081" y="58397"/>
                </a:lnTo>
                <a:lnTo>
                  <a:pt x="55185" y="58834"/>
                </a:lnTo>
                <a:lnTo>
                  <a:pt x="55299" y="59266"/>
                </a:lnTo>
                <a:lnTo>
                  <a:pt x="55421" y="59692"/>
                </a:lnTo>
                <a:lnTo>
                  <a:pt x="55553" y="60113"/>
                </a:lnTo>
                <a:lnTo>
                  <a:pt x="55694" y="60529"/>
                </a:lnTo>
                <a:lnTo>
                  <a:pt x="55844" y="60939"/>
                </a:lnTo>
                <a:lnTo>
                  <a:pt x="56003" y="61344"/>
                </a:lnTo>
                <a:lnTo>
                  <a:pt x="56171" y="61744"/>
                </a:lnTo>
                <a:lnTo>
                  <a:pt x="56348" y="62139"/>
                </a:lnTo>
                <a:lnTo>
                  <a:pt x="56534" y="62528"/>
                </a:lnTo>
                <a:lnTo>
                  <a:pt x="56729" y="62913"/>
                </a:lnTo>
                <a:lnTo>
                  <a:pt x="56933" y="63292"/>
                </a:lnTo>
                <a:lnTo>
                  <a:pt x="57147" y="63665"/>
                </a:lnTo>
                <a:lnTo>
                  <a:pt x="57369" y="64033"/>
                </a:lnTo>
                <a:lnTo>
                  <a:pt x="57598" y="64394"/>
                </a:lnTo>
                <a:lnTo>
                  <a:pt x="57835" y="64748"/>
                </a:lnTo>
                <a:lnTo>
                  <a:pt x="58079" y="65095"/>
                </a:lnTo>
                <a:lnTo>
                  <a:pt x="58331" y="65435"/>
                </a:lnTo>
                <a:lnTo>
                  <a:pt x="58590" y="65768"/>
                </a:lnTo>
                <a:lnTo>
                  <a:pt x="58857" y="66094"/>
                </a:lnTo>
                <a:lnTo>
                  <a:pt x="59131" y="66414"/>
                </a:lnTo>
                <a:lnTo>
                  <a:pt x="59413" y="66727"/>
                </a:lnTo>
                <a:lnTo>
                  <a:pt x="59702" y="67033"/>
                </a:lnTo>
                <a:lnTo>
                  <a:pt x="59999" y="67332"/>
                </a:lnTo>
                <a:lnTo>
                  <a:pt x="60303" y="67624"/>
                </a:lnTo>
                <a:lnTo>
                  <a:pt x="60615" y="67909"/>
                </a:lnTo>
                <a:lnTo>
                  <a:pt x="60934" y="68188"/>
                </a:lnTo>
                <a:lnTo>
                  <a:pt x="61260" y="68460"/>
                </a:lnTo>
                <a:lnTo>
                  <a:pt x="61595" y="68725"/>
                </a:lnTo>
                <a:lnTo>
                  <a:pt x="61936" y="68982"/>
                </a:lnTo>
                <a:lnTo>
                  <a:pt x="62285" y="69234"/>
                </a:lnTo>
                <a:lnTo>
                  <a:pt x="62642" y="69478"/>
                </a:lnTo>
                <a:lnTo>
                  <a:pt x="63006" y="69715"/>
                </a:lnTo>
                <a:lnTo>
                  <a:pt x="63378" y="69946"/>
                </a:lnTo>
                <a:lnTo>
                  <a:pt x="63757" y="70170"/>
                </a:lnTo>
                <a:lnTo>
                  <a:pt x="64143" y="70387"/>
                </a:lnTo>
                <a:lnTo>
                  <a:pt x="64537" y="70597"/>
                </a:lnTo>
                <a:lnTo>
                  <a:pt x="64938" y="70799"/>
                </a:lnTo>
                <a:lnTo>
                  <a:pt x="65345" y="70992"/>
                </a:lnTo>
                <a:lnTo>
                  <a:pt x="65757" y="71177"/>
                </a:lnTo>
                <a:lnTo>
                  <a:pt x="66175" y="71354"/>
                </a:lnTo>
                <a:lnTo>
                  <a:pt x="66598" y="71522"/>
                </a:lnTo>
                <a:lnTo>
                  <a:pt x="67028" y="71681"/>
                </a:lnTo>
                <a:lnTo>
                  <a:pt x="67463" y="71831"/>
                </a:lnTo>
                <a:lnTo>
                  <a:pt x="67904" y="71973"/>
                </a:lnTo>
                <a:lnTo>
                  <a:pt x="68350" y="72107"/>
                </a:lnTo>
                <a:lnTo>
                  <a:pt x="68803" y="72231"/>
                </a:lnTo>
                <a:lnTo>
                  <a:pt x="69261" y="72348"/>
                </a:lnTo>
                <a:lnTo>
                  <a:pt x="69724" y="72455"/>
                </a:lnTo>
                <a:lnTo>
                  <a:pt x="70194" y="72554"/>
                </a:lnTo>
                <a:lnTo>
                  <a:pt x="70669" y="72644"/>
                </a:lnTo>
                <a:lnTo>
                  <a:pt x="71150" y="72726"/>
                </a:lnTo>
                <a:lnTo>
                  <a:pt x="71637" y="72799"/>
                </a:lnTo>
                <a:lnTo>
                  <a:pt x="72129" y="72864"/>
                </a:lnTo>
                <a:lnTo>
                  <a:pt x="72627" y="72920"/>
                </a:lnTo>
                <a:lnTo>
                  <a:pt x="73131" y="72967"/>
                </a:lnTo>
                <a:lnTo>
                  <a:pt x="73641" y="73006"/>
                </a:lnTo>
                <a:lnTo>
                  <a:pt x="74156" y="73036"/>
                </a:lnTo>
                <a:lnTo>
                  <a:pt x="74678" y="73057"/>
                </a:lnTo>
                <a:lnTo>
                  <a:pt x="75204" y="73070"/>
                </a:lnTo>
                <a:lnTo>
                  <a:pt x="75737" y="73075"/>
                </a:lnTo>
                <a:lnTo>
                  <a:pt x="76406" y="73068"/>
                </a:lnTo>
                <a:lnTo>
                  <a:pt x="77067" y="73048"/>
                </a:lnTo>
                <a:lnTo>
                  <a:pt x="77719" y="73014"/>
                </a:lnTo>
                <a:lnTo>
                  <a:pt x="78363" y="72966"/>
                </a:lnTo>
                <a:close/>
                <a:moveTo>
                  <a:pt x="65643" y="40145"/>
                </a:moveTo>
                <a:lnTo>
                  <a:pt x="65656" y="39722"/>
                </a:lnTo>
                <a:lnTo>
                  <a:pt x="65679" y="39306"/>
                </a:lnTo>
                <a:lnTo>
                  <a:pt x="65710" y="38899"/>
                </a:lnTo>
                <a:lnTo>
                  <a:pt x="65750" y="38500"/>
                </a:lnTo>
                <a:lnTo>
                  <a:pt x="65799" y="38110"/>
                </a:lnTo>
                <a:lnTo>
                  <a:pt x="65857" y="37728"/>
                </a:lnTo>
                <a:lnTo>
                  <a:pt x="65924" y="37354"/>
                </a:lnTo>
                <a:lnTo>
                  <a:pt x="66000" y="36988"/>
                </a:lnTo>
                <a:lnTo>
                  <a:pt x="66085" y="36631"/>
                </a:lnTo>
                <a:lnTo>
                  <a:pt x="66179" y="36282"/>
                </a:lnTo>
                <a:lnTo>
                  <a:pt x="66281" y="35941"/>
                </a:lnTo>
                <a:lnTo>
                  <a:pt x="66393" y="35608"/>
                </a:lnTo>
                <a:lnTo>
                  <a:pt x="66513" y="35284"/>
                </a:lnTo>
                <a:lnTo>
                  <a:pt x="66643" y="34968"/>
                </a:lnTo>
                <a:lnTo>
                  <a:pt x="66781" y="34661"/>
                </a:lnTo>
                <a:lnTo>
                  <a:pt x="66928" y="34362"/>
                </a:lnTo>
                <a:lnTo>
                  <a:pt x="67084" y="34071"/>
                </a:lnTo>
                <a:lnTo>
                  <a:pt x="67250" y="33788"/>
                </a:lnTo>
                <a:lnTo>
                  <a:pt x="67424" y="33513"/>
                </a:lnTo>
                <a:lnTo>
                  <a:pt x="67607" y="33247"/>
                </a:lnTo>
                <a:lnTo>
                  <a:pt x="67798" y="32990"/>
                </a:lnTo>
                <a:lnTo>
                  <a:pt x="67999" y="32740"/>
                </a:lnTo>
                <a:lnTo>
                  <a:pt x="68209" y="32499"/>
                </a:lnTo>
                <a:lnTo>
                  <a:pt x="68427" y="32267"/>
                </a:lnTo>
                <a:lnTo>
                  <a:pt x="68654" y="32044"/>
                </a:lnTo>
                <a:lnTo>
                  <a:pt x="68889" y="31832"/>
                </a:lnTo>
                <a:lnTo>
                  <a:pt x="69132" y="31629"/>
                </a:lnTo>
                <a:lnTo>
                  <a:pt x="69384" y="31436"/>
                </a:lnTo>
                <a:lnTo>
                  <a:pt x="69643" y="31253"/>
                </a:lnTo>
                <a:lnTo>
                  <a:pt x="69912" y="31081"/>
                </a:lnTo>
                <a:lnTo>
                  <a:pt x="70188" y="30917"/>
                </a:lnTo>
                <a:lnTo>
                  <a:pt x="70473" y="30764"/>
                </a:lnTo>
                <a:lnTo>
                  <a:pt x="70765" y="30621"/>
                </a:lnTo>
                <a:lnTo>
                  <a:pt x="71067" y="30487"/>
                </a:lnTo>
                <a:lnTo>
                  <a:pt x="71376" y="30364"/>
                </a:lnTo>
                <a:lnTo>
                  <a:pt x="71694" y="30250"/>
                </a:lnTo>
                <a:lnTo>
                  <a:pt x="72020" y="30147"/>
                </a:lnTo>
                <a:lnTo>
                  <a:pt x="72355" y="30053"/>
                </a:lnTo>
                <a:lnTo>
                  <a:pt x="72697" y="29969"/>
                </a:lnTo>
                <a:lnTo>
                  <a:pt x="73048" y="29894"/>
                </a:lnTo>
                <a:lnTo>
                  <a:pt x="73407" y="29830"/>
                </a:lnTo>
                <a:lnTo>
                  <a:pt x="73775" y="29776"/>
                </a:lnTo>
                <a:lnTo>
                  <a:pt x="74151" y="29731"/>
                </a:lnTo>
                <a:lnTo>
                  <a:pt x="74535" y="29697"/>
                </a:lnTo>
                <a:lnTo>
                  <a:pt x="74927" y="29672"/>
                </a:lnTo>
                <a:lnTo>
                  <a:pt x="75328" y="29657"/>
                </a:lnTo>
                <a:lnTo>
                  <a:pt x="75737" y="29652"/>
                </a:lnTo>
                <a:lnTo>
                  <a:pt x="76146" y="29657"/>
                </a:lnTo>
                <a:lnTo>
                  <a:pt x="76546" y="29672"/>
                </a:lnTo>
                <a:lnTo>
                  <a:pt x="76938" y="29696"/>
                </a:lnTo>
                <a:lnTo>
                  <a:pt x="77321" y="29730"/>
                </a:lnTo>
                <a:lnTo>
                  <a:pt x="77695" y="29774"/>
                </a:lnTo>
                <a:lnTo>
                  <a:pt x="78061" y="29827"/>
                </a:lnTo>
                <a:lnTo>
                  <a:pt x="78418" y="29891"/>
                </a:lnTo>
                <a:lnTo>
                  <a:pt x="78766" y="29963"/>
                </a:lnTo>
                <a:lnTo>
                  <a:pt x="79106" y="30046"/>
                </a:lnTo>
                <a:lnTo>
                  <a:pt x="79438" y="30138"/>
                </a:lnTo>
                <a:lnTo>
                  <a:pt x="79760" y="30241"/>
                </a:lnTo>
                <a:lnTo>
                  <a:pt x="80075" y="30352"/>
                </a:lnTo>
                <a:lnTo>
                  <a:pt x="80380" y="30474"/>
                </a:lnTo>
                <a:lnTo>
                  <a:pt x="80677" y="30605"/>
                </a:lnTo>
                <a:lnTo>
                  <a:pt x="80965" y="30746"/>
                </a:lnTo>
                <a:lnTo>
                  <a:pt x="81245" y="30897"/>
                </a:lnTo>
                <a:lnTo>
                  <a:pt x="81516" y="31057"/>
                </a:lnTo>
                <a:lnTo>
                  <a:pt x="81778" y="31227"/>
                </a:lnTo>
                <a:lnTo>
                  <a:pt x="82032" y="31407"/>
                </a:lnTo>
                <a:lnTo>
                  <a:pt x="82278" y="31597"/>
                </a:lnTo>
                <a:lnTo>
                  <a:pt x="82514" y="31796"/>
                </a:lnTo>
                <a:lnTo>
                  <a:pt x="82742" y="32005"/>
                </a:lnTo>
                <a:lnTo>
                  <a:pt x="82962" y="32224"/>
                </a:lnTo>
                <a:lnTo>
                  <a:pt x="83172" y="32453"/>
                </a:lnTo>
                <a:lnTo>
                  <a:pt x="83375" y="32690"/>
                </a:lnTo>
                <a:lnTo>
                  <a:pt x="83568" y="32936"/>
                </a:lnTo>
                <a:lnTo>
                  <a:pt x="83754" y="33191"/>
                </a:lnTo>
                <a:lnTo>
                  <a:pt x="83930" y="33454"/>
                </a:lnTo>
                <a:lnTo>
                  <a:pt x="84098" y="33725"/>
                </a:lnTo>
                <a:lnTo>
                  <a:pt x="84257" y="34005"/>
                </a:lnTo>
                <a:lnTo>
                  <a:pt x="84408" y="34293"/>
                </a:lnTo>
                <a:lnTo>
                  <a:pt x="84550" y="34590"/>
                </a:lnTo>
                <a:lnTo>
                  <a:pt x="84683" y="34895"/>
                </a:lnTo>
                <a:lnTo>
                  <a:pt x="84808" y="35208"/>
                </a:lnTo>
                <a:lnTo>
                  <a:pt x="84924" y="35530"/>
                </a:lnTo>
                <a:lnTo>
                  <a:pt x="85032" y="35861"/>
                </a:lnTo>
                <a:lnTo>
                  <a:pt x="85131" y="36200"/>
                </a:lnTo>
                <a:lnTo>
                  <a:pt x="85221" y="36547"/>
                </a:lnTo>
                <a:lnTo>
                  <a:pt x="85303" y="36903"/>
                </a:lnTo>
                <a:lnTo>
                  <a:pt x="85376" y="37267"/>
                </a:lnTo>
                <a:lnTo>
                  <a:pt x="85441" y="37640"/>
                </a:lnTo>
                <a:lnTo>
                  <a:pt x="85497" y="38021"/>
                </a:lnTo>
                <a:lnTo>
                  <a:pt x="85544" y="38410"/>
                </a:lnTo>
                <a:lnTo>
                  <a:pt x="85583" y="38808"/>
                </a:lnTo>
                <a:lnTo>
                  <a:pt x="85613" y="39215"/>
                </a:lnTo>
                <a:lnTo>
                  <a:pt x="85635" y="39630"/>
                </a:lnTo>
                <a:lnTo>
                  <a:pt x="85648" y="40053"/>
                </a:lnTo>
                <a:lnTo>
                  <a:pt x="85652" y="40485"/>
                </a:lnTo>
                <a:lnTo>
                  <a:pt x="85652" y="42329"/>
                </a:lnTo>
                <a:lnTo>
                  <a:pt x="65639" y="42505"/>
                </a:lnTo>
                <a:lnTo>
                  <a:pt x="65639" y="40577"/>
                </a:lnTo>
                <a:lnTo>
                  <a:pt x="65643" y="40145"/>
                </a:lnTo>
                <a:close/>
                <a:moveTo>
                  <a:pt x="189162" y="72905"/>
                </a:moveTo>
                <a:lnTo>
                  <a:pt x="189789" y="72831"/>
                </a:lnTo>
                <a:lnTo>
                  <a:pt x="190407" y="72743"/>
                </a:lnTo>
                <a:lnTo>
                  <a:pt x="191017" y="72641"/>
                </a:lnTo>
                <a:lnTo>
                  <a:pt x="191619" y="72526"/>
                </a:lnTo>
                <a:lnTo>
                  <a:pt x="192212" y="72397"/>
                </a:lnTo>
                <a:lnTo>
                  <a:pt x="192796" y="72255"/>
                </a:lnTo>
                <a:lnTo>
                  <a:pt x="193373" y="72099"/>
                </a:lnTo>
                <a:lnTo>
                  <a:pt x="193940" y="71930"/>
                </a:lnTo>
                <a:lnTo>
                  <a:pt x="194499" y="71747"/>
                </a:lnTo>
                <a:lnTo>
                  <a:pt x="195050" y="71551"/>
                </a:lnTo>
                <a:lnTo>
                  <a:pt x="195592" y="71341"/>
                </a:lnTo>
                <a:lnTo>
                  <a:pt x="196126" y="71117"/>
                </a:lnTo>
                <a:lnTo>
                  <a:pt x="196652" y="70880"/>
                </a:lnTo>
                <a:lnTo>
                  <a:pt x="197169" y="70630"/>
                </a:lnTo>
                <a:lnTo>
                  <a:pt x="197677" y="70365"/>
                </a:lnTo>
                <a:lnTo>
                  <a:pt x="198177" y="70088"/>
                </a:lnTo>
                <a:lnTo>
                  <a:pt x="198669" y="69797"/>
                </a:lnTo>
                <a:lnTo>
                  <a:pt x="199152" y="69492"/>
                </a:lnTo>
                <a:lnTo>
                  <a:pt x="199626" y="69173"/>
                </a:lnTo>
                <a:lnTo>
                  <a:pt x="200089" y="68844"/>
                </a:lnTo>
                <a:lnTo>
                  <a:pt x="200537" y="68505"/>
                </a:lnTo>
                <a:lnTo>
                  <a:pt x="200970" y="68157"/>
                </a:lnTo>
                <a:lnTo>
                  <a:pt x="201387" y="67800"/>
                </a:lnTo>
                <a:lnTo>
                  <a:pt x="201789" y="67434"/>
                </a:lnTo>
                <a:lnTo>
                  <a:pt x="202177" y="67059"/>
                </a:lnTo>
                <a:lnTo>
                  <a:pt x="202549" y="66675"/>
                </a:lnTo>
                <a:lnTo>
                  <a:pt x="202906" y="66282"/>
                </a:lnTo>
                <a:lnTo>
                  <a:pt x="203247" y="65879"/>
                </a:lnTo>
                <a:lnTo>
                  <a:pt x="203574" y="65468"/>
                </a:lnTo>
                <a:lnTo>
                  <a:pt x="203886" y="65048"/>
                </a:lnTo>
                <a:lnTo>
                  <a:pt x="204182" y="64618"/>
                </a:lnTo>
                <a:lnTo>
                  <a:pt x="204463" y="64179"/>
                </a:lnTo>
                <a:lnTo>
                  <a:pt x="204729" y="63732"/>
                </a:lnTo>
                <a:lnTo>
                  <a:pt x="204980" y="63275"/>
                </a:lnTo>
                <a:lnTo>
                  <a:pt x="205216" y="62809"/>
                </a:lnTo>
                <a:lnTo>
                  <a:pt x="205437" y="62334"/>
                </a:lnTo>
                <a:lnTo>
                  <a:pt x="205642" y="61850"/>
                </a:lnTo>
                <a:lnTo>
                  <a:pt x="205833" y="61356"/>
                </a:lnTo>
                <a:lnTo>
                  <a:pt x="206008" y="60854"/>
                </a:lnTo>
                <a:lnTo>
                  <a:pt x="206168" y="60343"/>
                </a:lnTo>
                <a:lnTo>
                  <a:pt x="206313" y="59822"/>
                </a:lnTo>
                <a:lnTo>
                  <a:pt x="206443" y="59293"/>
                </a:lnTo>
                <a:lnTo>
                  <a:pt x="206558" y="58754"/>
                </a:lnTo>
                <a:lnTo>
                  <a:pt x="195266" y="58754"/>
                </a:lnTo>
                <a:lnTo>
                  <a:pt x="195209" y="58966"/>
                </a:lnTo>
                <a:lnTo>
                  <a:pt x="195146" y="59174"/>
                </a:lnTo>
                <a:lnTo>
                  <a:pt x="195078" y="59377"/>
                </a:lnTo>
                <a:lnTo>
                  <a:pt x="195003" y="59577"/>
                </a:lnTo>
                <a:lnTo>
                  <a:pt x="194922" y="59771"/>
                </a:lnTo>
                <a:lnTo>
                  <a:pt x="194835" y="59962"/>
                </a:lnTo>
                <a:lnTo>
                  <a:pt x="194742" y="60148"/>
                </a:lnTo>
                <a:lnTo>
                  <a:pt x="194643" y="60330"/>
                </a:lnTo>
                <a:lnTo>
                  <a:pt x="194538" y="60508"/>
                </a:lnTo>
                <a:lnTo>
                  <a:pt x="194427" y="60681"/>
                </a:lnTo>
                <a:lnTo>
                  <a:pt x="194310" y="60850"/>
                </a:lnTo>
                <a:lnTo>
                  <a:pt x="194187" y="61015"/>
                </a:lnTo>
                <a:lnTo>
                  <a:pt x="194057" y="61175"/>
                </a:lnTo>
                <a:lnTo>
                  <a:pt x="193922" y="61331"/>
                </a:lnTo>
                <a:lnTo>
                  <a:pt x="193781" y="61483"/>
                </a:lnTo>
                <a:lnTo>
                  <a:pt x="193633" y="61630"/>
                </a:lnTo>
                <a:lnTo>
                  <a:pt x="193480" y="61774"/>
                </a:lnTo>
                <a:lnTo>
                  <a:pt x="193320" y="61913"/>
                </a:lnTo>
                <a:lnTo>
                  <a:pt x="193155" y="62047"/>
                </a:lnTo>
                <a:lnTo>
                  <a:pt x="192983" y="62177"/>
                </a:lnTo>
                <a:lnTo>
                  <a:pt x="192805" y="62303"/>
                </a:lnTo>
                <a:lnTo>
                  <a:pt x="192621" y="62425"/>
                </a:lnTo>
                <a:lnTo>
                  <a:pt x="192432" y="62542"/>
                </a:lnTo>
                <a:lnTo>
                  <a:pt x="192236" y="62655"/>
                </a:lnTo>
                <a:lnTo>
                  <a:pt x="192034" y="62764"/>
                </a:lnTo>
                <a:lnTo>
                  <a:pt x="191828" y="62868"/>
                </a:lnTo>
                <a:lnTo>
                  <a:pt x="191616" y="62967"/>
                </a:lnTo>
                <a:lnTo>
                  <a:pt x="191399" y="63062"/>
                </a:lnTo>
                <a:lnTo>
                  <a:pt x="191177" y="63152"/>
                </a:lnTo>
                <a:lnTo>
                  <a:pt x="190951" y="63238"/>
                </a:lnTo>
                <a:lnTo>
                  <a:pt x="190718" y="63318"/>
                </a:lnTo>
                <a:lnTo>
                  <a:pt x="190481" y="63395"/>
                </a:lnTo>
                <a:lnTo>
                  <a:pt x="190239" y="63466"/>
                </a:lnTo>
                <a:lnTo>
                  <a:pt x="189992" y="63533"/>
                </a:lnTo>
                <a:lnTo>
                  <a:pt x="189739" y="63596"/>
                </a:lnTo>
                <a:lnTo>
                  <a:pt x="189482" y="63654"/>
                </a:lnTo>
                <a:lnTo>
                  <a:pt x="189219" y="63707"/>
                </a:lnTo>
                <a:lnTo>
                  <a:pt x="188951" y="63755"/>
                </a:lnTo>
                <a:lnTo>
                  <a:pt x="188679" y="63799"/>
                </a:lnTo>
                <a:lnTo>
                  <a:pt x="188401" y="63838"/>
                </a:lnTo>
                <a:lnTo>
                  <a:pt x="188118" y="63873"/>
                </a:lnTo>
                <a:lnTo>
                  <a:pt x="187830" y="63903"/>
                </a:lnTo>
                <a:lnTo>
                  <a:pt x="187536" y="63928"/>
                </a:lnTo>
                <a:lnTo>
                  <a:pt x="187238" y="63949"/>
                </a:lnTo>
                <a:lnTo>
                  <a:pt x="186935" y="63965"/>
                </a:lnTo>
                <a:lnTo>
                  <a:pt x="186626" y="63977"/>
                </a:lnTo>
                <a:lnTo>
                  <a:pt x="186312" y="63984"/>
                </a:lnTo>
                <a:lnTo>
                  <a:pt x="185994" y="63986"/>
                </a:lnTo>
                <a:lnTo>
                  <a:pt x="185577" y="63981"/>
                </a:lnTo>
                <a:lnTo>
                  <a:pt x="185169" y="63967"/>
                </a:lnTo>
                <a:lnTo>
                  <a:pt x="184770" y="63944"/>
                </a:lnTo>
                <a:lnTo>
                  <a:pt x="184379" y="63911"/>
                </a:lnTo>
                <a:lnTo>
                  <a:pt x="183997" y="63869"/>
                </a:lnTo>
                <a:lnTo>
                  <a:pt x="183624" y="63817"/>
                </a:lnTo>
                <a:lnTo>
                  <a:pt x="183259" y="63756"/>
                </a:lnTo>
                <a:lnTo>
                  <a:pt x="182903" y="63685"/>
                </a:lnTo>
                <a:lnTo>
                  <a:pt x="182555" y="63605"/>
                </a:lnTo>
                <a:lnTo>
                  <a:pt x="182216" y="63516"/>
                </a:lnTo>
                <a:lnTo>
                  <a:pt x="181886" y="63417"/>
                </a:lnTo>
                <a:lnTo>
                  <a:pt x="181564" y="63309"/>
                </a:lnTo>
                <a:lnTo>
                  <a:pt x="181250" y="63192"/>
                </a:lnTo>
                <a:lnTo>
                  <a:pt x="180946" y="63065"/>
                </a:lnTo>
                <a:lnTo>
                  <a:pt x="180650" y="62928"/>
                </a:lnTo>
                <a:lnTo>
                  <a:pt x="180363" y="62783"/>
                </a:lnTo>
                <a:lnTo>
                  <a:pt x="180084" y="62628"/>
                </a:lnTo>
                <a:lnTo>
                  <a:pt x="179814" y="62463"/>
                </a:lnTo>
                <a:lnTo>
                  <a:pt x="179552" y="62289"/>
                </a:lnTo>
                <a:lnTo>
                  <a:pt x="179299" y="62106"/>
                </a:lnTo>
                <a:lnTo>
                  <a:pt x="179055" y="61913"/>
                </a:lnTo>
                <a:lnTo>
                  <a:pt x="178819" y="61711"/>
                </a:lnTo>
                <a:lnTo>
                  <a:pt x="178592" y="61499"/>
                </a:lnTo>
                <a:lnTo>
                  <a:pt x="178373" y="61278"/>
                </a:lnTo>
                <a:lnTo>
                  <a:pt x="178164" y="61048"/>
                </a:lnTo>
                <a:lnTo>
                  <a:pt x="177963" y="60809"/>
                </a:lnTo>
                <a:lnTo>
                  <a:pt x="177771" y="60561"/>
                </a:lnTo>
                <a:lnTo>
                  <a:pt x="177588" y="60303"/>
                </a:lnTo>
                <a:lnTo>
                  <a:pt x="177414" y="60037"/>
                </a:lnTo>
                <a:lnTo>
                  <a:pt x="177249" y="59761"/>
                </a:lnTo>
                <a:lnTo>
                  <a:pt x="177093" y="59476"/>
                </a:lnTo>
                <a:lnTo>
                  <a:pt x="176945" y="59183"/>
                </a:lnTo>
                <a:lnTo>
                  <a:pt x="176807" y="58880"/>
                </a:lnTo>
                <a:lnTo>
                  <a:pt x="176678" y="58568"/>
                </a:lnTo>
                <a:lnTo>
                  <a:pt x="176557" y="58247"/>
                </a:lnTo>
                <a:lnTo>
                  <a:pt x="176445" y="57916"/>
                </a:lnTo>
                <a:lnTo>
                  <a:pt x="176343" y="57577"/>
                </a:lnTo>
                <a:lnTo>
                  <a:pt x="176249" y="57229"/>
                </a:lnTo>
                <a:lnTo>
                  <a:pt x="176164" y="56872"/>
                </a:lnTo>
                <a:lnTo>
                  <a:pt x="176088" y="56505"/>
                </a:lnTo>
                <a:lnTo>
                  <a:pt x="176022" y="56130"/>
                </a:lnTo>
                <a:lnTo>
                  <a:pt x="175964" y="55745"/>
                </a:lnTo>
                <a:lnTo>
                  <a:pt x="175914" y="55351"/>
                </a:lnTo>
                <a:lnTo>
                  <a:pt x="175874" y="54948"/>
                </a:lnTo>
                <a:lnTo>
                  <a:pt x="175843" y="54536"/>
                </a:lnTo>
                <a:lnTo>
                  <a:pt x="175821" y="54115"/>
                </a:lnTo>
                <a:lnTo>
                  <a:pt x="175807" y="53685"/>
                </a:lnTo>
                <a:lnTo>
                  <a:pt x="175803" y="53246"/>
                </a:lnTo>
                <a:lnTo>
                  <a:pt x="175803" y="49666"/>
                </a:lnTo>
                <a:lnTo>
                  <a:pt x="206925" y="49666"/>
                </a:lnTo>
                <a:lnTo>
                  <a:pt x="206925" y="40577"/>
                </a:lnTo>
                <a:lnTo>
                  <a:pt x="206920" y="40083"/>
                </a:lnTo>
                <a:lnTo>
                  <a:pt x="206906" y="39593"/>
                </a:lnTo>
                <a:lnTo>
                  <a:pt x="206884" y="39109"/>
                </a:lnTo>
                <a:lnTo>
                  <a:pt x="206852" y="38630"/>
                </a:lnTo>
                <a:lnTo>
                  <a:pt x="206811" y="38157"/>
                </a:lnTo>
                <a:lnTo>
                  <a:pt x="206761" y="37688"/>
                </a:lnTo>
                <a:lnTo>
                  <a:pt x="206702" y="37225"/>
                </a:lnTo>
                <a:lnTo>
                  <a:pt x="206634" y="36767"/>
                </a:lnTo>
                <a:lnTo>
                  <a:pt x="206557" y="36315"/>
                </a:lnTo>
                <a:lnTo>
                  <a:pt x="206470" y="35868"/>
                </a:lnTo>
                <a:lnTo>
                  <a:pt x="206375" y="35425"/>
                </a:lnTo>
                <a:lnTo>
                  <a:pt x="206270" y="34989"/>
                </a:lnTo>
                <a:lnTo>
                  <a:pt x="206157" y="34557"/>
                </a:lnTo>
                <a:lnTo>
                  <a:pt x="206034" y="34131"/>
                </a:lnTo>
                <a:lnTo>
                  <a:pt x="205903" y="33710"/>
                </a:lnTo>
                <a:lnTo>
                  <a:pt x="205762" y="33294"/>
                </a:lnTo>
                <a:lnTo>
                  <a:pt x="205612" y="32884"/>
                </a:lnTo>
                <a:lnTo>
                  <a:pt x="205453" y="32479"/>
                </a:lnTo>
                <a:lnTo>
                  <a:pt x="205285" y="32079"/>
                </a:lnTo>
                <a:lnTo>
                  <a:pt x="205108" y="31684"/>
                </a:lnTo>
                <a:lnTo>
                  <a:pt x="204921" y="31295"/>
                </a:lnTo>
                <a:lnTo>
                  <a:pt x="204726" y="30911"/>
                </a:lnTo>
                <a:lnTo>
                  <a:pt x="204521" y="30532"/>
                </a:lnTo>
                <a:lnTo>
                  <a:pt x="204308" y="30158"/>
                </a:lnTo>
                <a:lnTo>
                  <a:pt x="204086" y="29790"/>
                </a:lnTo>
                <a:lnTo>
                  <a:pt x="203857" y="29430"/>
                </a:lnTo>
                <a:lnTo>
                  <a:pt x="203621" y="29076"/>
                </a:lnTo>
                <a:lnTo>
                  <a:pt x="203377" y="28729"/>
                </a:lnTo>
                <a:lnTo>
                  <a:pt x="203126" y="28388"/>
                </a:lnTo>
                <a:lnTo>
                  <a:pt x="202868" y="28055"/>
                </a:lnTo>
                <a:lnTo>
                  <a:pt x="202603" y="27728"/>
                </a:lnTo>
                <a:lnTo>
                  <a:pt x="202330" y="27409"/>
                </a:lnTo>
                <a:lnTo>
                  <a:pt x="202049" y="27096"/>
                </a:lnTo>
                <a:lnTo>
                  <a:pt x="201762" y="26790"/>
                </a:lnTo>
                <a:lnTo>
                  <a:pt x="201467" y="26491"/>
                </a:lnTo>
                <a:lnTo>
                  <a:pt x="201164" y="26199"/>
                </a:lnTo>
                <a:lnTo>
                  <a:pt x="200854" y="25913"/>
                </a:lnTo>
                <a:lnTo>
                  <a:pt x="200537" y="25635"/>
                </a:lnTo>
                <a:lnTo>
                  <a:pt x="200213" y="25363"/>
                </a:lnTo>
                <a:lnTo>
                  <a:pt x="199881" y="25098"/>
                </a:lnTo>
                <a:lnTo>
                  <a:pt x="199542" y="24840"/>
                </a:lnTo>
                <a:lnTo>
                  <a:pt x="199196" y="24589"/>
                </a:lnTo>
                <a:lnTo>
                  <a:pt x="198842" y="24345"/>
                </a:lnTo>
                <a:lnTo>
                  <a:pt x="198481" y="24108"/>
                </a:lnTo>
                <a:lnTo>
                  <a:pt x="198113" y="23877"/>
                </a:lnTo>
                <a:lnTo>
                  <a:pt x="197737" y="23654"/>
                </a:lnTo>
                <a:lnTo>
                  <a:pt x="197354" y="23437"/>
                </a:lnTo>
                <a:lnTo>
                  <a:pt x="196964" y="23227"/>
                </a:lnTo>
                <a:lnTo>
                  <a:pt x="196567" y="23025"/>
                </a:lnTo>
                <a:lnTo>
                  <a:pt x="196164" y="22831"/>
                </a:lnTo>
                <a:lnTo>
                  <a:pt x="195756" y="22646"/>
                </a:lnTo>
                <a:lnTo>
                  <a:pt x="195343" y="22469"/>
                </a:lnTo>
                <a:lnTo>
                  <a:pt x="194924" y="22301"/>
                </a:lnTo>
                <a:lnTo>
                  <a:pt x="194499" y="22142"/>
                </a:lnTo>
                <a:lnTo>
                  <a:pt x="194069" y="21991"/>
                </a:lnTo>
                <a:lnTo>
                  <a:pt x="193633" y="21849"/>
                </a:lnTo>
                <a:lnTo>
                  <a:pt x="193192" y="21716"/>
                </a:lnTo>
                <a:lnTo>
                  <a:pt x="192745" y="21591"/>
                </a:lnTo>
                <a:lnTo>
                  <a:pt x="192292" y="21475"/>
                </a:lnTo>
                <a:lnTo>
                  <a:pt x="191834" y="21367"/>
                </a:lnTo>
                <a:lnTo>
                  <a:pt x="191370" y="21268"/>
                </a:lnTo>
                <a:lnTo>
                  <a:pt x="190901" y="21178"/>
                </a:lnTo>
                <a:lnTo>
                  <a:pt x="190426" y="21096"/>
                </a:lnTo>
                <a:lnTo>
                  <a:pt x="189946" y="21023"/>
                </a:lnTo>
                <a:lnTo>
                  <a:pt x="189460" y="20958"/>
                </a:lnTo>
                <a:lnTo>
                  <a:pt x="188968" y="20902"/>
                </a:lnTo>
                <a:lnTo>
                  <a:pt x="188471" y="20855"/>
                </a:lnTo>
                <a:lnTo>
                  <a:pt x="187968" y="20816"/>
                </a:lnTo>
                <a:lnTo>
                  <a:pt x="187460" y="20786"/>
                </a:lnTo>
                <a:lnTo>
                  <a:pt x="186946" y="20765"/>
                </a:lnTo>
                <a:lnTo>
                  <a:pt x="186426" y="20752"/>
                </a:lnTo>
                <a:lnTo>
                  <a:pt x="185901" y="20747"/>
                </a:lnTo>
                <a:lnTo>
                  <a:pt x="185369" y="20752"/>
                </a:lnTo>
                <a:lnTo>
                  <a:pt x="184842" y="20765"/>
                </a:lnTo>
                <a:lnTo>
                  <a:pt x="184321" y="20786"/>
                </a:lnTo>
                <a:lnTo>
                  <a:pt x="183805" y="20816"/>
                </a:lnTo>
                <a:lnTo>
                  <a:pt x="183296" y="20855"/>
                </a:lnTo>
                <a:lnTo>
                  <a:pt x="182792" y="20902"/>
                </a:lnTo>
                <a:lnTo>
                  <a:pt x="182294" y="20958"/>
                </a:lnTo>
                <a:lnTo>
                  <a:pt x="181801" y="21023"/>
                </a:lnTo>
                <a:lnTo>
                  <a:pt x="181314" y="21096"/>
                </a:lnTo>
                <a:lnTo>
                  <a:pt x="180833" y="21178"/>
                </a:lnTo>
                <a:lnTo>
                  <a:pt x="180358" y="21268"/>
                </a:lnTo>
                <a:lnTo>
                  <a:pt x="179889" y="21367"/>
                </a:lnTo>
                <a:lnTo>
                  <a:pt x="179425" y="21475"/>
                </a:lnTo>
                <a:lnTo>
                  <a:pt x="178967" y="21591"/>
                </a:lnTo>
                <a:lnTo>
                  <a:pt x="178515" y="21716"/>
                </a:lnTo>
                <a:lnTo>
                  <a:pt x="178068" y="21849"/>
                </a:lnTo>
                <a:lnTo>
                  <a:pt x="177627" y="21991"/>
                </a:lnTo>
                <a:lnTo>
                  <a:pt x="177192" y="22142"/>
                </a:lnTo>
                <a:lnTo>
                  <a:pt x="176763" y="22301"/>
                </a:lnTo>
                <a:lnTo>
                  <a:pt x="176339" y="22469"/>
                </a:lnTo>
                <a:lnTo>
                  <a:pt x="175921" y="22646"/>
                </a:lnTo>
                <a:lnTo>
                  <a:pt x="175509" y="22831"/>
                </a:lnTo>
                <a:lnTo>
                  <a:pt x="175103" y="23025"/>
                </a:lnTo>
                <a:lnTo>
                  <a:pt x="174702" y="23227"/>
                </a:lnTo>
                <a:lnTo>
                  <a:pt x="174308" y="23437"/>
                </a:lnTo>
                <a:lnTo>
                  <a:pt x="173921" y="23654"/>
                </a:lnTo>
                <a:lnTo>
                  <a:pt x="173542" y="23877"/>
                </a:lnTo>
                <a:lnTo>
                  <a:pt x="173170" y="24108"/>
                </a:lnTo>
                <a:lnTo>
                  <a:pt x="172806" y="24345"/>
                </a:lnTo>
                <a:lnTo>
                  <a:pt x="172450" y="24589"/>
                </a:lnTo>
                <a:lnTo>
                  <a:pt x="172101" y="24840"/>
                </a:lnTo>
                <a:lnTo>
                  <a:pt x="171759" y="25098"/>
                </a:lnTo>
                <a:lnTo>
                  <a:pt x="171425" y="25363"/>
                </a:lnTo>
                <a:lnTo>
                  <a:pt x="171098" y="25635"/>
                </a:lnTo>
                <a:lnTo>
                  <a:pt x="170779" y="25913"/>
                </a:lnTo>
                <a:lnTo>
                  <a:pt x="170467" y="26199"/>
                </a:lnTo>
                <a:lnTo>
                  <a:pt x="170163" y="26491"/>
                </a:lnTo>
                <a:lnTo>
                  <a:pt x="169866" y="26790"/>
                </a:lnTo>
                <a:lnTo>
                  <a:pt x="169577" y="27096"/>
                </a:lnTo>
                <a:lnTo>
                  <a:pt x="169295" y="27409"/>
                </a:lnTo>
                <a:lnTo>
                  <a:pt x="169021" y="27728"/>
                </a:lnTo>
                <a:lnTo>
                  <a:pt x="168754" y="28055"/>
                </a:lnTo>
                <a:lnTo>
                  <a:pt x="168495" y="28388"/>
                </a:lnTo>
                <a:lnTo>
                  <a:pt x="168243" y="28729"/>
                </a:lnTo>
                <a:lnTo>
                  <a:pt x="167999" y="29076"/>
                </a:lnTo>
                <a:lnTo>
                  <a:pt x="167762" y="29430"/>
                </a:lnTo>
                <a:lnTo>
                  <a:pt x="167533" y="29790"/>
                </a:lnTo>
                <a:lnTo>
                  <a:pt x="167311" y="30158"/>
                </a:lnTo>
                <a:lnTo>
                  <a:pt x="167098" y="30532"/>
                </a:lnTo>
                <a:lnTo>
                  <a:pt x="166893" y="30911"/>
                </a:lnTo>
                <a:lnTo>
                  <a:pt x="166698" y="31295"/>
                </a:lnTo>
                <a:lnTo>
                  <a:pt x="166512" y="31684"/>
                </a:lnTo>
                <a:lnTo>
                  <a:pt x="166335" y="32079"/>
                </a:lnTo>
                <a:lnTo>
                  <a:pt x="166167" y="32479"/>
                </a:lnTo>
                <a:lnTo>
                  <a:pt x="166008" y="32884"/>
                </a:lnTo>
                <a:lnTo>
                  <a:pt x="165858" y="33294"/>
                </a:lnTo>
                <a:lnTo>
                  <a:pt x="165717" y="33710"/>
                </a:lnTo>
                <a:lnTo>
                  <a:pt x="165586" y="34131"/>
                </a:lnTo>
                <a:lnTo>
                  <a:pt x="165463" y="34557"/>
                </a:lnTo>
                <a:lnTo>
                  <a:pt x="165350" y="34989"/>
                </a:lnTo>
                <a:lnTo>
                  <a:pt x="165245" y="35425"/>
                </a:lnTo>
                <a:lnTo>
                  <a:pt x="165150" y="35868"/>
                </a:lnTo>
                <a:lnTo>
                  <a:pt x="165064" y="36315"/>
                </a:lnTo>
                <a:lnTo>
                  <a:pt x="164986" y="36767"/>
                </a:lnTo>
                <a:lnTo>
                  <a:pt x="164918" y="37225"/>
                </a:lnTo>
                <a:lnTo>
                  <a:pt x="164859" y="37688"/>
                </a:lnTo>
                <a:lnTo>
                  <a:pt x="164809" y="38157"/>
                </a:lnTo>
                <a:lnTo>
                  <a:pt x="164768" y="38630"/>
                </a:lnTo>
                <a:lnTo>
                  <a:pt x="164737" y="39109"/>
                </a:lnTo>
                <a:lnTo>
                  <a:pt x="164714" y="39593"/>
                </a:lnTo>
                <a:lnTo>
                  <a:pt x="164700" y="40083"/>
                </a:lnTo>
                <a:lnTo>
                  <a:pt x="164696" y="40577"/>
                </a:lnTo>
                <a:lnTo>
                  <a:pt x="164696" y="53246"/>
                </a:lnTo>
                <a:lnTo>
                  <a:pt x="164700" y="53741"/>
                </a:lnTo>
                <a:lnTo>
                  <a:pt x="164714" y="54230"/>
                </a:lnTo>
                <a:lnTo>
                  <a:pt x="164737" y="54714"/>
                </a:lnTo>
                <a:lnTo>
                  <a:pt x="164768" y="55193"/>
                </a:lnTo>
                <a:lnTo>
                  <a:pt x="164809" y="55666"/>
                </a:lnTo>
                <a:lnTo>
                  <a:pt x="164859" y="56135"/>
                </a:lnTo>
                <a:lnTo>
                  <a:pt x="164918" y="56598"/>
                </a:lnTo>
                <a:lnTo>
                  <a:pt x="164986" y="57055"/>
                </a:lnTo>
                <a:lnTo>
                  <a:pt x="165064" y="57508"/>
                </a:lnTo>
                <a:lnTo>
                  <a:pt x="165150" y="57955"/>
                </a:lnTo>
                <a:lnTo>
                  <a:pt x="165245" y="58397"/>
                </a:lnTo>
                <a:lnTo>
                  <a:pt x="165350" y="58834"/>
                </a:lnTo>
                <a:lnTo>
                  <a:pt x="165463" y="59266"/>
                </a:lnTo>
                <a:lnTo>
                  <a:pt x="165586" y="59692"/>
                </a:lnTo>
                <a:lnTo>
                  <a:pt x="165717" y="60113"/>
                </a:lnTo>
                <a:lnTo>
                  <a:pt x="165858" y="60529"/>
                </a:lnTo>
                <a:lnTo>
                  <a:pt x="166008" y="60939"/>
                </a:lnTo>
                <a:lnTo>
                  <a:pt x="166167" y="61344"/>
                </a:lnTo>
                <a:lnTo>
                  <a:pt x="166335" y="61744"/>
                </a:lnTo>
                <a:lnTo>
                  <a:pt x="166512" y="62139"/>
                </a:lnTo>
                <a:lnTo>
                  <a:pt x="166698" y="62528"/>
                </a:lnTo>
                <a:lnTo>
                  <a:pt x="166893" y="62913"/>
                </a:lnTo>
                <a:lnTo>
                  <a:pt x="167098" y="63292"/>
                </a:lnTo>
                <a:lnTo>
                  <a:pt x="167311" y="63665"/>
                </a:lnTo>
                <a:lnTo>
                  <a:pt x="167533" y="64033"/>
                </a:lnTo>
                <a:lnTo>
                  <a:pt x="167762" y="64394"/>
                </a:lnTo>
                <a:lnTo>
                  <a:pt x="167999" y="64748"/>
                </a:lnTo>
                <a:lnTo>
                  <a:pt x="168243" y="65095"/>
                </a:lnTo>
                <a:lnTo>
                  <a:pt x="168495" y="65435"/>
                </a:lnTo>
                <a:lnTo>
                  <a:pt x="168754" y="65768"/>
                </a:lnTo>
                <a:lnTo>
                  <a:pt x="169021" y="66094"/>
                </a:lnTo>
                <a:lnTo>
                  <a:pt x="169295" y="66414"/>
                </a:lnTo>
                <a:lnTo>
                  <a:pt x="169577" y="66727"/>
                </a:lnTo>
                <a:lnTo>
                  <a:pt x="169866" y="67033"/>
                </a:lnTo>
                <a:lnTo>
                  <a:pt x="170163" y="67332"/>
                </a:lnTo>
                <a:lnTo>
                  <a:pt x="170467" y="67624"/>
                </a:lnTo>
                <a:lnTo>
                  <a:pt x="170779" y="67909"/>
                </a:lnTo>
                <a:lnTo>
                  <a:pt x="171098" y="68188"/>
                </a:lnTo>
                <a:lnTo>
                  <a:pt x="171425" y="68460"/>
                </a:lnTo>
                <a:lnTo>
                  <a:pt x="171759" y="68725"/>
                </a:lnTo>
                <a:lnTo>
                  <a:pt x="172101" y="68982"/>
                </a:lnTo>
                <a:lnTo>
                  <a:pt x="172450" y="69234"/>
                </a:lnTo>
                <a:lnTo>
                  <a:pt x="172806" y="69478"/>
                </a:lnTo>
                <a:lnTo>
                  <a:pt x="173170" y="69715"/>
                </a:lnTo>
                <a:lnTo>
                  <a:pt x="173542" y="69946"/>
                </a:lnTo>
                <a:lnTo>
                  <a:pt x="173921" y="70170"/>
                </a:lnTo>
                <a:lnTo>
                  <a:pt x="174308" y="70387"/>
                </a:lnTo>
                <a:lnTo>
                  <a:pt x="174702" y="70597"/>
                </a:lnTo>
                <a:lnTo>
                  <a:pt x="175103" y="70799"/>
                </a:lnTo>
                <a:lnTo>
                  <a:pt x="175509" y="70992"/>
                </a:lnTo>
                <a:lnTo>
                  <a:pt x="175921" y="71177"/>
                </a:lnTo>
                <a:lnTo>
                  <a:pt x="176339" y="71354"/>
                </a:lnTo>
                <a:lnTo>
                  <a:pt x="176763" y="71522"/>
                </a:lnTo>
                <a:lnTo>
                  <a:pt x="177192" y="71681"/>
                </a:lnTo>
                <a:lnTo>
                  <a:pt x="177627" y="71831"/>
                </a:lnTo>
                <a:lnTo>
                  <a:pt x="178068" y="71973"/>
                </a:lnTo>
                <a:lnTo>
                  <a:pt x="178515" y="72107"/>
                </a:lnTo>
                <a:lnTo>
                  <a:pt x="178967" y="72231"/>
                </a:lnTo>
                <a:lnTo>
                  <a:pt x="179425" y="72348"/>
                </a:lnTo>
                <a:lnTo>
                  <a:pt x="179889" y="72455"/>
                </a:lnTo>
                <a:lnTo>
                  <a:pt x="180358" y="72554"/>
                </a:lnTo>
                <a:lnTo>
                  <a:pt x="180833" y="72644"/>
                </a:lnTo>
                <a:lnTo>
                  <a:pt x="181314" y="72726"/>
                </a:lnTo>
                <a:lnTo>
                  <a:pt x="181801" y="72799"/>
                </a:lnTo>
                <a:lnTo>
                  <a:pt x="182294" y="72864"/>
                </a:lnTo>
                <a:lnTo>
                  <a:pt x="182792" y="72920"/>
                </a:lnTo>
                <a:lnTo>
                  <a:pt x="183296" y="72967"/>
                </a:lnTo>
                <a:lnTo>
                  <a:pt x="183805" y="73006"/>
                </a:lnTo>
                <a:lnTo>
                  <a:pt x="184321" y="73036"/>
                </a:lnTo>
                <a:lnTo>
                  <a:pt x="184842" y="73057"/>
                </a:lnTo>
                <a:lnTo>
                  <a:pt x="185369" y="73070"/>
                </a:lnTo>
                <a:lnTo>
                  <a:pt x="185901" y="73075"/>
                </a:lnTo>
                <a:lnTo>
                  <a:pt x="186570" y="73068"/>
                </a:lnTo>
                <a:lnTo>
                  <a:pt x="187231" y="73048"/>
                </a:lnTo>
                <a:lnTo>
                  <a:pt x="187883" y="73014"/>
                </a:lnTo>
                <a:lnTo>
                  <a:pt x="188527" y="72966"/>
                </a:lnTo>
                <a:lnTo>
                  <a:pt x="189162" y="72905"/>
                </a:lnTo>
                <a:close/>
                <a:moveTo>
                  <a:pt x="175807" y="40145"/>
                </a:moveTo>
                <a:lnTo>
                  <a:pt x="175821" y="39722"/>
                </a:lnTo>
                <a:lnTo>
                  <a:pt x="175843" y="39306"/>
                </a:lnTo>
                <a:lnTo>
                  <a:pt x="175874" y="38899"/>
                </a:lnTo>
                <a:lnTo>
                  <a:pt x="175914" y="38500"/>
                </a:lnTo>
                <a:lnTo>
                  <a:pt x="175964" y="38110"/>
                </a:lnTo>
                <a:lnTo>
                  <a:pt x="176022" y="37728"/>
                </a:lnTo>
                <a:lnTo>
                  <a:pt x="176088" y="37354"/>
                </a:lnTo>
                <a:lnTo>
                  <a:pt x="176164" y="36988"/>
                </a:lnTo>
                <a:lnTo>
                  <a:pt x="176249" y="36631"/>
                </a:lnTo>
                <a:lnTo>
                  <a:pt x="176343" y="36282"/>
                </a:lnTo>
                <a:lnTo>
                  <a:pt x="176445" y="35941"/>
                </a:lnTo>
                <a:lnTo>
                  <a:pt x="176557" y="35608"/>
                </a:lnTo>
                <a:lnTo>
                  <a:pt x="176678" y="35284"/>
                </a:lnTo>
                <a:lnTo>
                  <a:pt x="176807" y="34968"/>
                </a:lnTo>
                <a:lnTo>
                  <a:pt x="176945" y="34661"/>
                </a:lnTo>
                <a:lnTo>
                  <a:pt x="177093" y="34362"/>
                </a:lnTo>
                <a:lnTo>
                  <a:pt x="177249" y="34071"/>
                </a:lnTo>
                <a:lnTo>
                  <a:pt x="177414" y="33788"/>
                </a:lnTo>
                <a:lnTo>
                  <a:pt x="177588" y="33513"/>
                </a:lnTo>
                <a:lnTo>
                  <a:pt x="177771" y="33247"/>
                </a:lnTo>
                <a:lnTo>
                  <a:pt x="177963" y="32990"/>
                </a:lnTo>
                <a:lnTo>
                  <a:pt x="178164" y="32740"/>
                </a:lnTo>
                <a:lnTo>
                  <a:pt x="178373" y="32499"/>
                </a:lnTo>
                <a:lnTo>
                  <a:pt x="178592" y="32267"/>
                </a:lnTo>
                <a:lnTo>
                  <a:pt x="178818" y="32044"/>
                </a:lnTo>
                <a:lnTo>
                  <a:pt x="179053" y="31832"/>
                </a:lnTo>
                <a:lnTo>
                  <a:pt x="179296" y="31629"/>
                </a:lnTo>
                <a:lnTo>
                  <a:pt x="179548" y="31436"/>
                </a:lnTo>
                <a:lnTo>
                  <a:pt x="179808" y="31253"/>
                </a:lnTo>
                <a:lnTo>
                  <a:pt x="180076" y="31081"/>
                </a:lnTo>
                <a:lnTo>
                  <a:pt x="180352" y="30917"/>
                </a:lnTo>
                <a:lnTo>
                  <a:pt x="180637" y="30764"/>
                </a:lnTo>
                <a:lnTo>
                  <a:pt x="180930" y="30621"/>
                </a:lnTo>
                <a:lnTo>
                  <a:pt x="181231" y="30487"/>
                </a:lnTo>
                <a:lnTo>
                  <a:pt x="181541" y="30364"/>
                </a:lnTo>
                <a:lnTo>
                  <a:pt x="181858" y="30250"/>
                </a:lnTo>
                <a:lnTo>
                  <a:pt x="182184" y="30147"/>
                </a:lnTo>
                <a:lnTo>
                  <a:pt x="182519" y="30053"/>
                </a:lnTo>
                <a:lnTo>
                  <a:pt x="182862" y="29969"/>
                </a:lnTo>
                <a:lnTo>
                  <a:pt x="183213" y="29894"/>
                </a:lnTo>
                <a:lnTo>
                  <a:pt x="183572" y="29830"/>
                </a:lnTo>
                <a:lnTo>
                  <a:pt x="183939" y="29776"/>
                </a:lnTo>
                <a:lnTo>
                  <a:pt x="184315" y="29731"/>
                </a:lnTo>
                <a:lnTo>
                  <a:pt x="184699" y="29697"/>
                </a:lnTo>
                <a:lnTo>
                  <a:pt x="185092" y="29672"/>
                </a:lnTo>
                <a:lnTo>
                  <a:pt x="185492" y="29657"/>
                </a:lnTo>
                <a:lnTo>
                  <a:pt x="185901" y="29652"/>
                </a:lnTo>
                <a:lnTo>
                  <a:pt x="186310" y="29657"/>
                </a:lnTo>
                <a:lnTo>
                  <a:pt x="186710" y="29672"/>
                </a:lnTo>
                <a:lnTo>
                  <a:pt x="187102" y="29696"/>
                </a:lnTo>
                <a:lnTo>
                  <a:pt x="187485" y="29730"/>
                </a:lnTo>
                <a:lnTo>
                  <a:pt x="187859" y="29774"/>
                </a:lnTo>
                <a:lnTo>
                  <a:pt x="188225" y="29827"/>
                </a:lnTo>
                <a:lnTo>
                  <a:pt x="188582" y="29891"/>
                </a:lnTo>
                <a:lnTo>
                  <a:pt x="188931" y="29963"/>
                </a:lnTo>
                <a:lnTo>
                  <a:pt x="189271" y="30046"/>
                </a:lnTo>
                <a:lnTo>
                  <a:pt x="189602" y="30138"/>
                </a:lnTo>
                <a:lnTo>
                  <a:pt x="189925" y="30241"/>
                </a:lnTo>
                <a:lnTo>
                  <a:pt x="190239" y="30352"/>
                </a:lnTo>
                <a:lnTo>
                  <a:pt x="190544" y="30474"/>
                </a:lnTo>
                <a:lnTo>
                  <a:pt x="190841" y="30605"/>
                </a:lnTo>
                <a:lnTo>
                  <a:pt x="191130" y="30746"/>
                </a:lnTo>
                <a:lnTo>
                  <a:pt x="191409" y="30897"/>
                </a:lnTo>
                <a:lnTo>
                  <a:pt x="191680" y="31057"/>
                </a:lnTo>
                <a:lnTo>
                  <a:pt x="191943" y="31227"/>
                </a:lnTo>
                <a:lnTo>
                  <a:pt x="192197" y="31407"/>
                </a:lnTo>
                <a:lnTo>
                  <a:pt x="192442" y="31597"/>
                </a:lnTo>
                <a:lnTo>
                  <a:pt x="192679" y="31796"/>
                </a:lnTo>
                <a:lnTo>
                  <a:pt x="192907" y="32005"/>
                </a:lnTo>
                <a:lnTo>
                  <a:pt x="193126" y="32224"/>
                </a:lnTo>
                <a:lnTo>
                  <a:pt x="193337" y="32453"/>
                </a:lnTo>
                <a:lnTo>
                  <a:pt x="193539" y="32690"/>
                </a:lnTo>
                <a:lnTo>
                  <a:pt x="193733" y="32936"/>
                </a:lnTo>
                <a:lnTo>
                  <a:pt x="193918" y="33191"/>
                </a:lnTo>
                <a:lnTo>
                  <a:pt x="194094" y="33454"/>
                </a:lnTo>
                <a:lnTo>
                  <a:pt x="194262" y="33725"/>
                </a:lnTo>
                <a:lnTo>
                  <a:pt x="194422" y="34005"/>
                </a:lnTo>
                <a:lnTo>
                  <a:pt x="194572" y="34293"/>
                </a:lnTo>
                <a:lnTo>
                  <a:pt x="194714" y="34590"/>
                </a:lnTo>
                <a:lnTo>
                  <a:pt x="194848" y="34895"/>
                </a:lnTo>
                <a:lnTo>
                  <a:pt x="194973" y="35208"/>
                </a:lnTo>
                <a:lnTo>
                  <a:pt x="195089" y="35530"/>
                </a:lnTo>
                <a:lnTo>
                  <a:pt x="195196" y="35861"/>
                </a:lnTo>
                <a:lnTo>
                  <a:pt x="195295" y="36200"/>
                </a:lnTo>
                <a:lnTo>
                  <a:pt x="195386" y="36547"/>
                </a:lnTo>
                <a:lnTo>
                  <a:pt x="195468" y="36903"/>
                </a:lnTo>
                <a:lnTo>
                  <a:pt x="195541" y="37267"/>
                </a:lnTo>
                <a:lnTo>
                  <a:pt x="195605" y="37640"/>
                </a:lnTo>
                <a:lnTo>
                  <a:pt x="195661" y="38021"/>
                </a:lnTo>
                <a:lnTo>
                  <a:pt x="195709" y="38410"/>
                </a:lnTo>
                <a:lnTo>
                  <a:pt x="195747" y="38808"/>
                </a:lnTo>
                <a:lnTo>
                  <a:pt x="195778" y="39215"/>
                </a:lnTo>
                <a:lnTo>
                  <a:pt x="195799" y="39630"/>
                </a:lnTo>
                <a:lnTo>
                  <a:pt x="195812" y="40053"/>
                </a:lnTo>
                <a:lnTo>
                  <a:pt x="195816" y="40485"/>
                </a:lnTo>
                <a:lnTo>
                  <a:pt x="195816" y="42329"/>
                </a:lnTo>
                <a:lnTo>
                  <a:pt x="175803" y="42505"/>
                </a:lnTo>
                <a:lnTo>
                  <a:pt x="175803" y="40577"/>
                </a:lnTo>
                <a:lnTo>
                  <a:pt x="175807" y="40145"/>
                </a:lnTo>
                <a:close/>
                <a:moveTo>
                  <a:pt x="371702" y="37262"/>
                </a:moveTo>
                <a:lnTo>
                  <a:pt x="371674" y="36621"/>
                </a:lnTo>
                <a:lnTo>
                  <a:pt x="371627" y="35992"/>
                </a:lnTo>
                <a:lnTo>
                  <a:pt x="371562" y="35373"/>
                </a:lnTo>
                <a:lnTo>
                  <a:pt x="371478" y="34766"/>
                </a:lnTo>
                <a:lnTo>
                  <a:pt x="371376" y="34171"/>
                </a:lnTo>
                <a:lnTo>
                  <a:pt x="371254" y="33586"/>
                </a:lnTo>
                <a:lnTo>
                  <a:pt x="371115" y="33013"/>
                </a:lnTo>
                <a:lnTo>
                  <a:pt x="370956" y="32451"/>
                </a:lnTo>
                <a:lnTo>
                  <a:pt x="370779" y="31901"/>
                </a:lnTo>
                <a:lnTo>
                  <a:pt x="370583" y="31362"/>
                </a:lnTo>
                <a:lnTo>
                  <a:pt x="370369" y="30834"/>
                </a:lnTo>
                <a:lnTo>
                  <a:pt x="370136" y="30318"/>
                </a:lnTo>
                <a:lnTo>
                  <a:pt x="369884" y="29813"/>
                </a:lnTo>
                <a:lnTo>
                  <a:pt x="369613" y="29319"/>
                </a:lnTo>
                <a:lnTo>
                  <a:pt x="369324" y="28836"/>
                </a:lnTo>
                <a:lnTo>
                  <a:pt x="369017" y="28365"/>
                </a:lnTo>
                <a:lnTo>
                  <a:pt x="368690" y="27905"/>
                </a:lnTo>
                <a:lnTo>
                  <a:pt x="368345" y="27457"/>
                </a:lnTo>
                <a:lnTo>
                  <a:pt x="367982" y="27020"/>
                </a:lnTo>
                <a:lnTo>
                  <a:pt x="367599" y="26594"/>
                </a:lnTo>
                <a:lnTo>
                  <a:pt x="367198" y="26179"/>
                </a:lnTo>
                <a:lnTo>
                  <a:pt x="366779" y="25776"/>
                </a:lnTo>
                <a:lnTo>
                  <a:pt x="366341" y="25384"/>
                </a:lnTo>
                <a:lnTo>
                  <a:pt x="365886" y="25006"/>
                </a:lnTo>
                <a:lnTo>
                  <a:pt x="365419" y="24643"/>
                </a:lnTo>
                <a:lnTo>
                  <a:pt x="364937" y="24297"/>
                </a:lnTo>
                <a:lnTo>
                  <a:pt x="364442" y="23967"/>
                </a:lnTo>
                <a:lnTo>
                  <a:pt x="363934" y="23653"/>
                </a:lnTo>
                <a:lnTo>
                  <a:pt x="363412" y="23356"/>
                </a:lnTo>
                <a:lnTo>
                  <a:pt x="362876" y="23074"/>
                </a:lnTo>
                <a:lnTo>
                  <a:pt x="362327" y="22808"/>
                </a:lnTo>
                <a:lnTo>
                  <a:pt x="361765" y="22559"/>
                </a:lnTo>
                <a:lnTo>
                  <a:pt x="361189" y="22325"/>
                </a:lnTo>
                <a:lnTo>
                  <a:pt x="360599" y="22108"/>
                </a:lnTo>
                <a:lnTo>
                  <a:pt x="359996" y="21907"/>
                </a:lnTo>
                <a:lnTo>
                  <a:pt x="359379" y="21721"/>
                </a:lnTo>
                <a:lnTo>
                  <a:pt x="358748" y="21552"/>
                </a:lnTo>
                <a:lnTo>
                  <a:pt x="358104" y="21399"/>
                </a:lnTo>
                <a:lnTo>
                  <a:pt x="357447" y="21263"/>
                </a:lnTo>
                <a:lnTo>
                  <a:pt x="356776" y="21142"/>
                </a:lnTo>
                <a:lnTo>
                  <a:pt x="356091" y="21037"/>
                </a:lnTo>
                <a:lnTo>
                  <a:pt x="355393" y="20949"/>
                </a:lnTo>
                <a:lnTo>
                  <a:pt x="354682" y="20876"/>
                </a:lnTo>
                <a:lnTo>
                  <a:pt x="353956" y="20820"/>
                </a:lnTo>
                <a:lnTo>
                  <a:pt x="353218" y="20780"/>
                </a:lnTo>
                <a:lnTo>
                  <a:pt x="352465" y="20755"/>
                </a:lnTo>
                <a:lnTo>
                  <a:pt x="351699" y="20747"/>
                </a:lnTo>
                <a:lnTo>
                  <a:pt x="350978" y="20755"/>
                </a:lnTo>
                <a:lnTo>
                  <a:pt x="350267" y="20777"/>
                </a:lnTo>
                <a:lnTo>
                  <a:pt x="349568" y="20813"/>
                </a:lnTo>
                <a:lnTo>
                  <a:pt x="348879" y="20865"/>
                </a:lnTo>
                <a:lnTo>
                  <a:pt x="348201" y="20931"/>
                </a:lnTo>
                <a:lnTo>
                  <a:pt x="347534" y="21011"/>
                </a:lnTo>
                <a:lnTo>
                  <a:pt x="346877" y="21107"/>
                </a:lnTo>
                <a:lnTo>
                  <a:pt x="346232" y="21217"/>
                </a:lnTo>
                <a:lnTo>
                  <a:pt x="345597" y="21341"/>
                </a:lnTo>
                <a:lnTo>
                  <a:pt x="344973" y="21481"/>
                </a:lnTo>
                <a:lnTo>
                  <a:pt x="344360" y="21635"/>
                </a:lnTo>
                <a:lnTo>
                  <a:pt x="343758" y="21803"/>
                </a:lnTo>
                <a:lnTo>
                  <a:pt x="343167" y="21987"/>
                </a:lnTo>
                <a:lnTo>
                  <a:pt x="342586" y="22185"/>
                </a:lnTo>
                <a:lnTo>
                  <a:pt x="342017" y="22397"/>
                </a:lnTo>
                <a:lnTo>
                  <a:pt x="341458" y="22624"/>
                </a:lnTo>
                <a:lnTo>
                  <a:pt x="340910" y="22866"/>
                </a:lnTo>
                <a:lnTo>
                  <a:pt x="340373" y="23123"/>
                </a:lnTo>
                <a:lnTo>
                  <a:pt x="339846" y="23394"/>
                </a:lnTo>
                <a:lnTo>
                  <a:pt x="339331" y="23680"/>
                </a:lnTo>
                <a:lnTo>
                  <a:pt x="338826" y="23981"/>
                </a:lnTo>
                <a:lnTo>
                  <a:pt x="338333" y="24296"/>
                </a:lnTo>
                <a:lnTo>
                  <a:pt x="337850" y="24626"/>
                </a:lnTo>
                <a:lnTo>
                  <a:pt x="337377" y="24971"/>
                </a:lnTo>
                <a:lnTo>
                  <a:pt x="336919" y="25328"/>
                </a:lnTo>
                <a:lnTo>
                  <a:pt x="336477" y="25695"/>
                </a:lnTo>
                <a:lnTo>
                  <a:pt x="336052" y="26072"/>
                </a:lnTo>
                <a:lnTo>
                  <a:pt x="335643" y="26460"/>
                </a:lnTo>
                <a:lnTo>
                  <a:pt x="335251" y="26858"/>
                </a:lnTo>
                <a:lnTo>
                  <a:pt x="334876" y="27266"/>
                </a:lnTo>
                <a:lnTo>
                  <a:pt x="334517" y="27684"/>
                </a:lnTo>
                <a:lnTo>
                  <a:pt x="334174" y="28112"/>
                </a:lnTo>
                <a:lnTo>
                  <a:pt x="333848" y="28551"/>
                </a:lnTo>
                <a:lnTo>
                  <a:pt x="333539" y="28999"/>
                </a:lnTo>
                <a:lnTo>
                  <a:pt x="333247" y="29458"/>
                </a:lnTo>
                <a:lnTo>
                  <a:pt x="332970" y="29928"/>
                </a:lnTo>
                <a:lnTo>
                  <a:pt x="332711" y="30407"/>
                </a:lnTo>
                <a:lnTo>
                  <a:pt x="332468" y="30897"/>
                </a:lnTo>
                <a:lnTo>
                  <a:pt x="332242" y="31396"/>
                </a:lnTo>
                <a:lnTo>
                  <a:pt x="332032" y="31906"/>
                </a:lnTo>
                <a:lnTo>
                  <a:pt x="331839" y="32427"/>
                </a:lnTo>
                <a:lnTo>
                  <a:pt x="331662" y="32957"/>
                </a:lnTo>
                <a:lnTo>
                  <a:pt x="331502" y="33498"/>
                </a:lnTo>
                <a:lnTo>
                  <a:pt x="331359" y="34048"/>
                </a:lnTo>
                <a:lnTo>
                  <a:pt x="331232" y="34610"/>
                </a:lnTo>
                <a:lnTo>
                  <a:pt x="331121" y="35181"/>
                </a:lnTo>
                <a:lnTo>
                  <a:pt x="331028" y="35762"/>
                </a:lnTo>
                <a:lnTo>
                  <a:pt x="330951" y="36354"/>
                </a:lnTo>
                <a:lnTo>
                  <a:pt x="342151" y="36354"/>
                </a:lnTo>
                <a:lnTo>
                  <a:pt x="342193" y="36119"/>
                </a:lnTo>
                <a:lnTo>
                  <a:pt x="342242" y="35888"/>
                </a:lnTo>
                <a:lnTo>
                  <a:pt x="342297" y="35661"/>
                </a:lnTo>
                <a:lnTo>
                  <a:pt x="342360" y="35438"/>
                </a:lnTo>
                <a:lnTo>
                  <a:pt x="342430" y="35220"/>
                </a:lnTo>
                <a:lnTo>
                  <a:pt x="342507" y="35005"/>
                </a:lnTo>
                <a:lnTo>
                  <a:pt x="342590" y="34795"/>
                </a:lnTo>
                <a:lnTo>
                  <a:pt x="342681" y="34589"/>
                </a:lnTo>
                <a:lnTo>
                  <a:pt x="342779" y="34387"/>
                </a:lnTo>
                <a:lnTo>
                  <a:pt x="342884" y="34189"/>
                </a:lnTo>
                <a:lnTo>
                  <a:pt x="342996" y="33996"/>
                </a:lnTo>
                <a:lnTo>
                  <a:pt x="343114" y="33806"/>
                </a:lnTo>
                <a:lnTo>
                  <a:pt x="343240" y="33621"/>
                </a:lnTo>
                <a:lnTo>
                  <a:pt x="343373" y="33440"/>
                </a:lnTo>
                <a:lnTo>
                  <a:pt x="343513" y="33263"/>
                </a:lnTo>
                <a:lnTo>
                  <a:pt x="343660" y="33090"/>
                </a:lnTo>
                <a:lnTo>
                  <a:pt x="343814" y="32921"/>
                </a:lnTo>
                <a:lnTo>
                  <a:pt x="343975" y="32756"/>
                </a:lnTo>
                <a:lnTo>
                  <a:pt x="344143" y="32596"/>
                </a:lnTo>
                <a:lnTo>
                  <a:pt x="344318" y="32440"/>
                </a:lnTo>
                <a:lnTo>
                  <a:pt x="344500" y="32287"/>
                </a:lnTo>
                <a:lnTo>
                  <a:pt x="344689" y="32139"/>
                </a:lnTo>
                <a:lnTo>
                  <a:pt x="344884" y="31996"/>
                </a:lnTo>
                <a:lnTo>
                  <a:pt x="345087" y="31856"/>
                </a:lnTo>
                <a:lnTo>
                  <a:pt x="345296" y="31721"/>
                </a:lnTo>
                <a:lnTo>
                  <a:pt x="345510" y="31592"/>
                </a:lnTo>
                <a:lnTo>
                  <a:pt x="345727" y="31468"/>
                </a:lnTo>
                <a:lnTo>
                  <a:pt x="345950" y="31351"/>
                </a:lnTo>
                <a:lnTo>
                  <a:pt x="346176" y="31239"/>
                </a:lnTo>
                <a:lnTo>
                  <a:pt x="346407" y="31133"/>
                </a:lnTo>
                <a:lnTo>
                  <a:pt x="346643" y="31032"/>
                </a:lnTo>
                <a:lnTo>
                  <a:pt x="346883" y="30938"/>
                </a:lnTo>
                <a:lnTo>
                  <a:pt x="347128" y="30849"/>
                </a:lnTo>
                <a:lnTo>
                  <a:pt x="347377" y="30765"/>
                </a:lnTo>
                <a:lnTo>
                  <a:pt x="347630" y="30688"/>
                </a:lnTo>
                <a:lnTo>
                  <a:pt x="347888" y="30616"/>
                </a:lnTo>
                <a:lnTo>
                  <a:pt x="348150" y="30550"/>
                </a:lnTo>
                <a:lnTo>
                  <a:pt x="348417" y="30490"/>
                </a:lnTo>
                <a:lnTo>
                  <a:pt x="348689" y="30435"/>
                </a:lnTo>
                <a:lnTo>
                  <a:pt x="348964" y="30387"/>
                </a:lnTo>
                <a:lnTo>
                  <a:pt x="349245" y="30343"/>
                </a:lnTo>
                <a:lnTo>
                  <a:pt x="349529" y="30306"/>
                </a:lnTo>
                <a:lnTo>
                  <a:pt x="349818" y="30275"/>
                </a:lnTo>
                <a:lnTo>
                  <a:pt x="350112" y="30249"/>
                </a:lnTo>
                <a:lnTo>
                  <a:pt x="350410" y="30229"/>
                </a:lnTo>
                <a:lnTo>
                  <a:pt x="350712" y="30214"/>
                </a:lnTo>
                <a:lnTo>
                  <a:pt x="351019" y="30206"/>
                </a:lnTo>
                <a:lnTo>
                  <a:pt x="351331" y="30203"/>
                </a:lnTo>
                <a:lnTo>
                  <a:pt x="351672" y="30206"/>
                </a:lnTo>
                <a:lnTo>
                  <a:pt x="352007" y="30217"/>
                </a:lnTo>
                <a:lnTo>
                  <a:pt x="352337" y="30235"/>
                </a:lnTo>
                <a:lnTo>
                  <a:pt x="352660" y="30260"/>
                </a:lnTo>
                <a:lnTo>
                  <a:pt x="352977" y="30293"/>
                </a:lnTo>
                <a:lnTo>
                  <a:pt x="353288" y="30332"/>
                </a:lnTo>
                <a:lnTo>
                  <a:pt x="353593" y="30379"/>
                </a:lnTo>
                <a:lnTo>
                  <a:pt x="353892" y="30432"/>
                </a:lnTo>
                <a:lnTo>
                  <a:pt x="354185" y="30493"/>
                </a:lnTo>
                <a:lnTo>
                  <a:pt x="354471" y="30562"/>
                </a:lnTo>
                <a:lnTo>
                  <a:pt x="354752" y="30637"/>
                </a:lnTo>
                <a:lnTo>
                  <a:pt x="355027" y="30719"/>
                </a:lnTo>
                <a:lnTo>
                  <a:pt x="355295" y="30809"/>
                </a:lnTo>
                <a:lnTo>
                  <a:pt x="355558" y="30906"/>
                </a:lnTo>
                <a:lnTo>
                  <a:pt x="355814" y="31010"/>
                </a:lnTo>
                <a:lnTo>
                  <a:pt x="356064" y="31121"/>
                </a:lnTo>
                <a:lnTo>
                  <a:pt x="356309" y="31240"/>
                </a:lnTo>
                <a:lnTo>
                  <a:pt x="356547" y="31365"/>
                </a:lnTo>
                <a:lnTo>
                  <a:pt x="356779" y="31498"/>
                </a:lnTo>
                <a:lnTo>
                  <a:pt x="357005" y="31638"/>
                </a:lnTo>
                <a:lnTo>
                  <a:pt x="357225" y="31785"/>
                </a:lnTo>
                <a:lnTo>
                  <a:pt x="357439" y="31939"/>
                </a:lnTo>
                <a:lnTo>
                  <a:pt x="357647" y="32100"/>
                </a:lnTo>
                <a:lnTo>
                  <a:pt x="357849" y="32269"/>
                </a:lnTo>
                <a:lnTo>
                  <a:pt x="358044" y="32444"/>
                </a:lnTo>
                <a:lnTo>
                  <a:pt x="358230" y="32624"/>
                </a:lnTo>
                <a:lnTo>
                  <a:pt x="358408" y="32810"/>
                </a:lnTo>
                <a:lnTo>
                  <a:pt x="358578" y="33002"/>
                </a:lnTo>
                <a:lnTo>
                  <a:pt x="358740" y="33199"/>
                </a:lnTo>
                <a:lnTo>
                  <a:pt x="358893" y="33402"/>
                </a:lnTo>
                <a:lnTo>
                  <a:pt x="359038" y="33610"/>
                </a:lnTo>
                <a:lnTo>
                  <a:pt x="359175" y="33824"/>
                </a:lnTo>
                <a:lnTo>
                  <a:pt x="359303" y="34044"/>
                </a:lnTo>
                <a:lnTo>
                  <a:pt x="359424" y="34269"/>
                </a:lnTo>
                <a:lnTo>
                  <a:pt x="359535" y="34500"/>
                </a:lnTo>
                <a:lnTo>
                  <a:pt x="359639" y="34736"/>
                </a:lnTo>
                <a:lnTo>
                  <a:pt x="359734" y="34978"/>
                </a:lnTo>
                <a:lnTo>
                  <a:pt x="359821" y="35225"/>
                </a:lnTo>
                <a:lnTo>
                  <a:pt x="359900" y="35478"/>
                </a:lnTo>
                <a:lnTo>
                  <a:pt x="359971" y="35737"/>
                </a:lnTo>
                <a:lnTo>
                  <a:pt x="360033" y="36001"/>
                </a:lnTo>
                <a:lnTo>
                  <a:pt x="360087" y="36271"/>
                </a:lnTo>
                <a:lnTo>
                  <a:pt x="360132" y="36546"/>
                </a:lnTo>
                <a:lnTo>
                  <a:pt x="360170" y="36827"/>
                </a:lnTo>
                <a:lnTo>
                  <a:pt x="360199" y="37114"/>
                </a:lnTo>
                <a:lnTo>
                  <a:pt x="360219" y="37406"/>
                </a:lnTo>
                <a:lnTo>
                  <a:pt x="360232" y="37703"/>
                </a:lnTo>
                <a:lnTo>
                  <a:pt x="360236" y="38007"/>
                </a:lnTo>
                <a:lnTo>
                  <a:pt x="360236" y="42321"/>
                </a:lnTo>
                <a:lnTo>
                  <a:pt x="347659" y="42321"/>
                </a:lnTo>
                <a:lnTo>
                  <a:pt x="346909" y="42328"/>
                </a:lnTo>
                <a:lnTo>
                  <a:pt x="346173" y="42349"/>
                </a:lnTo>
                <a:lnTo>
                  <a:pt x="345452" y="42384"/>
                </a:lnTo>
                <a:lnTo>
                  <a:pt x="344745" y="42433"/>
                </a:lnTo>
                <a:lnTo>
                  <a:pt x="344052" y="42497"/>
                </a:lnTo>
                <a:lnTo>
                  <a:pt x="343373" y="42574"/>
                </a:lnTo>
                <a:lnTo>
                  <a:pt x="342709" y="42665"/>
                </a:lnTo>
                <a:lnTo>
                  <a:pt x="342059" y="42770"/>
                </a:lnTo>
                <a:lnTo>
                  <a:pt x="341424" y="42889"/>
                </a:lnTo>
                <a:lnTo>
                  <a:pt x="340803" y="43023"/>
                </a:lnTo>
                <a:lnTo>
                  <a:pt x="340196" y="43170"/>
                </a:lnTo>
                <a:lnTo>
                  <a:pt x="339604" y="43331"/>
                </a:lnTo>
                <a:lnTo>
                  <a:pt x="339026" y="43507"/>
                </a:lnTo>
                <a:lnTo>
                  <a:pt x="338462" y="43696"/>
                </a:lnTo>
                <a:lnTo>
                  <a:pt x="337912" y="43899"/>
                </a:lnTo>
                <a:lnTo>
                  <a:pt x="337377" y="44117"/>
                </a:lnTo>
                <a:lnTo>
                  <a:pt x="336857" y="44348"/>
                </a:lnTo>
                <a:lnTo>
                  <a:pt x="336350" y="44594"/>
                </a:lnTo>
                <a:lnTo>
                  <a:pt x="335858" y="44853"/>
                </a:lnTo>
                <a:lnTo>
                  <a:pt x="335381" y="45127"/>
                </a:lnTo>
                <a:lnTo>
                  <a:pt x="334917" y="45414"/>
                </a:lnTo>
                <a:lnTo>
                  <a:pt x="334468" y="45716"/>
                </a:lnTo>
                <a:lnTo>
                  <a:pt x="334034" y="46032"/>
                </a:lnTo>
                <a:lnTo>
                  <a:pt x="333613" y="46361"/>
                </a:lnTo>
                <a:lnTo>
                  <a:pt x="333209" y="46704"/>
                </a:lnTo>
                <a:lnTo>
                  <a:pt x="332822" y="47058"/>
                </a:lnTo>
                <a:lnTo>
                  <a:pt x="332452" y="47424"/>
                </a:lnTo>
                <a:lnTo>
                  <a:pt x="332099" y="47802"/>
                </a:lnTo>
                <a:lnTo>
                  <a:pt x="331763" y="48191"/>
                </a:lnTo>
                <a:lnTo>
                  <a:pt x="331445" y="48593"/>
                </a:lnTo>
                <a:lnTo>
                  <a:pt x="331143" y="49006"/>
                </a:lnTo>
                <a:lnTo>
                  <a:pt x="330859" y="49431"/>
                </a:lnTo>
                <a:lnTo>
                  <a:pt x="330592" y="49868"/>
                </a:lnTo>
                <a:lnTo>
                  <a:pt x="330343" y="50316"/>
                </a:lnTo>
                <a:lnTo>
                  <a:pt x="330111" y="50777"/>
                </a:lnTo>
                <a:lnTo>
                  <a:pt x="329895" y="51249"/>
                </a:lnTo>
                <a:lnTo>
                  <a:pt x="329697" y="51733"/>
                </a:lnTo>
                <a:lnTo>
                  <a:pt x="329517" y="52229"/>
                </a:lnTo>
                <a:lnTo>
                  <a:pt x="329353" y="52736"/>
                </a:lnTo>
                <a:lnTo>
                  <a:pt x="329207" y="53256"/>
                </a:lnTo>
                <a:lnTo>
                  <a:pt x="329078" y="53787"/>
                </a:lnTo>
                <a:lnTo>
                  <a:pt x="328966" y="54330"/>
                </a:lnTo>
                <a:lnTo>
                  <a:pt x="328871" y="54885"/>
                </a:lnTo>
                <a:lnTo>
                  <a:pt x="328794" y="55451"/>
                </a:lnTo>
                <a:lnTo>
                  <a:pt x="328733" y="56029"/>
                </a:lnTo>
                <a:lnTo>
                  <a:pt x="328690" y="56620"/>
                </a:lnTo>
                <a:lnTo>
                  <a:pt x="328665" y="57222"/>
                </a:lnTo>
                <a:lnTo>
                  <a:pt x="328656" y="57835"/>
                </a:lnTo>
                <a:lnTo>
                  <a:pt x="328664" y="58412"/>
                </a:lnTo>
                <a:lnTo>
                  <a:pt x="328687" y="58978"/>
                </a:lnTo>
                <a:lnTo>
                  <a:pt x="328726" y="59535"/>
                </a:lnTo>
                <a:lnTo>
                  <a:pt x="328781" y="60082"/>
                </a:lnTo>
                <a:lnTo>
                  <a:pt x="328851" y="60619"/>
                </a:lnTo>
                <a:lnTo>
                  <a:pt x="328937" y="61146"/>
                </a:lnTo>
                <a:lnTo>
                  <a:pt x="329039" y="61663"/>
                </a:lnTo>
                <a:lnTo>
                  <a:pt x="329156" y="62171"/>
                </a:lnTo>
                <a:lnTo>
                  <a:pt x="329289" y="62668"/>
                </a:lnTo>
                <a:lnTo>
                  <a:pt x="329437" y="63156"/>
                </a:lnTo>
                <a:lnTo>
                  <a:pt x="329601" y="63633"/>
                </a:lnTo>
                <a:lnTo>
                  <a:pt x="329780" y="64101"/>
                </a:lnTo>
                <a:lnTo>
                  <a:pt x="329976" y="64559"/>
                </a:lnTo>
                <a:lnTo>
                  <a:pt x="330187" y="65007"/>
                </a:lnTo>
                <a:lnTo>
                  <a:pt x="330413" y="65445"/>
                </a:lnTo>
                <a:lnTo>
                  <a:pt x="330655" y="65873"/>
                </a:lnTo>
                <a:lnTo>
                  <a:pt x="330913" y="66292"/>
                </a:lnTo>
                <a:lnTo>
                  <a:pt x="331186" y="66700"/>
                </a:lnTo>
                <a:lnTo>
                  <a:pt x="331475" y="67099"/>
                </a:lnTo>
                <a:lnTo>
                  <a:pt x="331780" y="67488"/>
                </a:lnTo>
                <a:lnTo>
                  <a:pt x="332100" y="67866"/>
                </a:lnTo>
                <a:lnTo>
                  <a:pt x="332436" y="68235"/>
                </a:lnTo>
                <a:lnTo>
                  <a:pt x="332787" y="68594"/>
                </a:lnTo>
                <a:lnTo>
                  <a:pt x="333154" y="68944"/>
                </a:lnTo>
                <a:lnTo>
                  <a:pt x="333535" y="69281"/>
                </a:lnTo>
                <a:lnTo>
                  <a:pt x="333927" y="69603"/>
                </a:lnTo>
                <a:lnTo>
                  <a:pt x="334330" y="69912"/>
                </a:lnTo>
                <a:lnTo>
                  <a:pt x="334746" y="70206"/>
                </a:lnTo>
                <a:lnTo>
                  <a:pt x="335172" y="70486"/>
                </a:lnTo>
                <a:lnTo>
                  <a:pt x="335610" y="70751"/>
                </a:lnTo>
                <a:lnTo>
                  <a:pt x="336060" y="71002"/>
                </a:lnTo>
                <a:lnTo>
                  <a:pt x="336521" y="71239"/>
                </a:lnTo>
                <a:lnTo>
                  <a:pt x="336993" y="71461"/>
                </a:lnTo>
                <a:lnTo>
                  <a:pt x="337477" y="71669"/>
                </a:lnTo>
                <a:lnTo>
                  <a:pt x="337972" y="71863"/>
                </a:lnTo>
                <a:lnTo>
                  <a:pt x="338479" y="72042"/>
                </a:lnTo>
                <a:lnTo>
                  <a:pt x="338997" y="72207"/>
                </a:lnTo>
                <a:lnTo>
                  <a:pt x="339527" y="72357"/>
                </a:lnTo>
                <a:lnTo>
                  <a:pt x="340069" y="72494"/>
                </a:lnTo>
                <a:lnTo>
                  <a:pt x="340621" y="72616"/>
                </a:lnTo>
                <a:lnTo>
                  <a:pt x="341185" y="72723"/>
                </a:lnTo>
                <a:lnTo>
                  <a:pt x="341761" y="72816"/>
                </a:lnTo>
                <a:lnTo>
                  <a:pt x="342348" y="72895"/>
                </a:lnTo>
                <a:lnTo>
                  <a:pt x="342947" y="72960"/>
                </a:lnTo>
                <a:lnTo>
                  <a:pt x="343557" y="73010"/>
                </a:lnTo>
                <a:lnTo>
                  <a:pt x="344178" y="73046"/>
                </a:lnTo>
                <a:lnTo>
                  <a:pt x="344811" y="73067"/>
                </a:lnTo>
                <a:lnTo>
                  <a:pt x="345456" y="73075"/>
                </a:lnTo>
                <a:lnTo>
                  <a:pt x="346025" y="73069"/>
                </a:lnTo>
                <a:lnTo>
                  <a:pt x="346584" y="73052"/>
                </a:lnTo>
                <a:lnTo>
                  <a:pt x="347134" y="73023"/>
                </a:lnTo>
                <a:lnTo>
                  <a:pt x="347674" y="72983"/>
                </a:lnTo>
                <a:lnTo>
                  <a:pt x="348205" y="72931"/>
                </a:lnTo>
                <a:lnTo>
                  <a:pt x="348726" y="72868"/>
                </a:lnTo>
                <a:lnTo>
                  <a:pt x="349238" y="72794"/>
                </a:lnTo>
                <a:lnTo>
                  <a:pt x="349740" y="72707"/>
                </a:lnTo>
                <a:lnTo>
                  <a:pt x="350232" y="72610"/>
                </a:lnTo>
                <a:lnTo>
                  <a:pt x="350715" y="72501"/>
                </a:lnTo>
                <a:lnTo>
                  <a:pt x="351189" y="72380"/>
                </a:lnTo>
                <a:lnTo>
                  <a:pt x="351652" y="72249"/>
                </a:lnTo>
                <a:lnTo>
                  <a:pt x="352107" y="72105"/>
                </a:lnTo>
                <a:lnTo>
                  <a:pt x="352551" y="71950"/>
                </a:lnTo>
                <a:lnTo>
                  <a:pt x="352986" y="71784"/>
                </a:lnTo>
                <a:lnTo>
                  <a:pt x="353412" y="71606"/>
                </a:lnTo>
                <a:lnTo>
                  <a:pt x="353828" y="71417"/>
                </a:lnTo>
                <a:lnTo>
                  <a:pt x="354234" y="71216"/>
                </a:lnTo>
                <a:lnTo>
                  <a:pt x="354631" y="71004"/>
                </a:lnTo>
                <a:lnTo>
                  <a:pt x="355018" y="70780"/>
                </a:lnTo>
                <a:lnTo>
                  <a:pt x="355396" y="70545"/>
                </a:lnTo>
                <a:lnTo>
                  <a:pt x="355764" y="70298"/>
                </a:lnTo>
                <a:lnTo>
                  <a:pt x="356123" y="70040"/>
                </a:lnTo>
                <a:lnTo>
                  <a:pt x="356472" y="69770"/>
                </a:lnTo>
                <a:lnTo>
                  <a:pt x="356809" y="69491"/>
                </a:lnTo>
                <a:lnTo>
                  <a:pt x="357132" y="69203"/>
                </a:lnTo>
                <a:lnTo>
                  <a:pt x="357440" y="68908"/>
                </a:lnTo>
                <a:lnTo>
                  <a:pt x="357735" y="68605"/>
                </a:lnTo>
                <a:lnTo>
                  <a:pt x="358014" y="68294"/>
                </a:lnTo>
                <a:lnTo>
                  <a:pt x="358280" y="67974"/>
                </a:lnTo>
                <a:lnTo>
                  <a:pt x="358531" y="67647"/>
                </a:lnTo>
                <a:lnTo>
                  <a:pt x="358768" y="67312"/>
                </a:lnTo>
                <a:lnTo>
                  <a:pt x="358990" y="66969"/>
                </a:lnTo>
                <a:lnTo>
                  <a:pt x="359198" y="66618"/>
                </a:lnTo>
                <a:lnTo>
                  <a:pt x="359392" y="66259"/>
                </a:lnTo>
                <a:lnTo>
                  <a:pt x="359571" y="65892"/>
                </a:lnTo>
                <a:lnTo>
                  <a:pt x="359736" y="65517"/>
                </a:lnTo>
                <a:lnTo>
                  <a:pt x="359887" y="65134"/>
                </a:lnTo>
                <a:lnTo>
                  <a:pt x="360023" y="64743"/>
                </a:lnTo>
                <a:lnTo>
                  <a:pt x="360145" y="64344"/>
                </a:lnTo>
                <a:lnTo>
                  <a:pt x="360253" y="63937"/>
                </a:lnTo>
                <a:lnTo>
                  <a:pt x="360346" y="63522"/>
                </a:lnTo>
                <a:lnTo>
                  <a:pt x="360379" y="63345"/>
                </a:lnTo>
                <a:lnTo>
                  <a:pt x="360604" y="63345"/>
                </a:lnTo>
                <a:lnTo>
                  <a:pt x="360604" y="72157"/>
                </a:lnTo>
                <a:lnTo>
                  <a:pt x="371711" y="72157"/>
                </a:lnTo>
                <a:lnTo>
                  <a:pt x="371711" y="37914"/>
                </a:lnTo>
                <a:lnTo>
                  <a:pt x="371702" y="37262"/>
                </a:lnTo>
                <a:close/>
                <a:moveTo>
                  <a:pt x="347538" y="64356"/>
                </a:moveTo>
                <a:lnTo>
                  <a:pt x="347220" y="64317"/>
                </a:lnTo>
                <a:lnTo>
                  <a:pt x="346908" y="64270"/>
                </a:lnTo>
                <a:lnTo>
                  <a:pt x="346603" y="64216"/>
                </a:lnTo>
                <a:lnTo>
                  <a:pt x="346304" y="64155"/>
                </a:lnTo>
                <a:lnTo>
                  <a:pt x="346011" y="64087"/>
                </a:lnTo>
                <a:lnTo>
                  <a:pt x="345724" y="64012"/>
                </a:lnTo>
                <a:lnTo>
                  <a:pt x="345444" y="63929"/>
                </a:lnTo>
                <a:lnTo>
                  <a:pt x="345170" y="63840"/>
                </a:lnTo>
                <a:lnTo>
                  <a:pt x="344902" y="63743"/>
                </a:lnTo>
                <a:lnTo>
                  <a:pt x="344640" y="63639"/>
                </a:lnTo>
                <a:lnTo>
                  <a:pt x="344384" y="63528"/>
                </a:lnTo>
                <a:lnTo>
                  <a:pt x="344135" y="63410"/>
                </a:lnTo>
                <a:lnTo>
                  <a:pt x="343892" y="63284"/>
                </a:lnTo>
                <a:lnTo>
                  <a:pt x="343655" y="63152"/>
                </a:lnTo>
                <a:lnTo>
                  <a:pt x="343424" y="63012"/>
                </a:lnTo>
                <a:lnTo>
                  <a:pt x="343200" y="62865"/>
                </a:lnTo>
                <a:lnTo>
                  <a:pt x="342981" y="62711"/>
                </a:lnTo>
                <a:lnTo>
                  <a:pt x="342769" y="62549"/>
                </a:lnTo>
                <a:lnTo>
                  <a:pt x="342563" y="62381"/>
                </a:lnTo>
                <a:lnTo>
                  <a:pt x="342365" y="62206"/>
                </a:lnTo>
                <a:lnTo>
                  <a:pt x="342175" y="62026"/>
                </a:lnTo>
                <a:lnTo>
                  <a:pt x="341993" y="61841"/>
                </a:lnTo>
                <a:lnTo>
                  <a:pt x="341820" y="61650"/>
                </a:lnTo>
                <a:lnTo>
                  <a:pt x="341656" y="61454"/>
                </a:lnTo>
                <a:lnTo>
                  <a:pt x="341499" y="61253"/>
                </a:lnTo>
                <a:lnTo>
                  <a:pt x="341352" y="61047"/>
                </a:lnTo>
                <a:lnTo>
                  <a:pt x="341212" y="60835"/>
                </a:lnTo>
                <a:lnTo>
                  <a:pt x="341081" y="60618"/>
                </a:lnTo>
                <a:lnTo>
                  <a:pt x="340959" y="60396"/>
                </a:lnTo>
                <a:lnTo>
                  <a:pt x="340845" y="60169"/>
                </a:lnTo>
                <a:lnTo>
                  <a:pt x="340739" y="59936"/>
                </a:lnTo>
                <a:lnTo>
                  <a:pt x="340642" y="59698"/>
                </a:lnTo>
                <a:lnTo>
                  <a:pt x="340554" y="59455"/>
                </a:lnTo>
                <a:lnTo>
                  <a:pt x="340473" y="59207"/>
                </a:lnTo>
                <a:lnTo>
                  <a:pt x="340402" y="58953"/>
                </a:lnTo>
                <a:lnTo>
                  <a:pt x="340338" y="58694"/>
                </a:lnTo>
                <a:lnTo>
                  <a:pt x="340283" y="58430"/>
                </a:lnTo>
                <a:lnTo>
                  <a:pt x="340237" y="58160"/>
                </a:lnTo>
                <a:lnTo>
                  <a:pt x="340199" y="57886"/>
                </a:lnTo>
                <a:lnTo>
                  <a:pt x="340169" y="57606"/>
                </a:lnTo>
                <a:lnTo>
                  <a:pt x="340148" y="57320"/>
                </a:lnTo>
                <a:lnTo>
                  <a:pt x="340136" y="57030"/>
                </a:lnTo>
                <a:lnTo>
                  <a:pt x="340131" y="56734"/>
                </a:lnTo>
                <a:lnTo>
                  <a:pt x="340135" y="56461"/>
                </a:lnTo>
                <a:lnTo>
                  <a:pt x="340146" y="56192"/>
                </a:lnTo>
                <a:lnTo>
                  <a:pt x="340164" y="55928"/>
                </a:lnTo>
                <a:lnTo>
                  <a:pt x="340190" y="55668"/>
                </a:lnTo>
                <a:lnTo>
                  <a:pt x="340223" y="55413"/>
                </a:lnTo>
                <a:lnTo>
                  <a:pt x="340263" y="55162"/>
                </a:lnTo>
                <a:lnTo>
                  <a:pt x="340311" y="54916"/>
                </a:lnTo>
                <a:lnTo>
                  <a:pt x="340366" y="54674"/>
                </a:lnTo>
                <a:lnTo>
                  <a:pt x="340428" y="54436"/>
                </a:lnTo>
                <a:lnTo>
                  <a:pt x="340498" y="54203"/>
                </a:lnTo>
                <a:lnTo>
                  <a:pt x="340575" y="53975"/>
                </a:lnTo>
                <a:lnTo>
                  <a:pt x="340659" y="53751"/>
                </a:lnTo>
                <a:lnTo>
                  <a:pt x="340751" y="53531"/>
                </a:lnTo>
                <a:lnTo>
                  <a:pt x="340850" y="53316"/>
                </a:lnTo>
                <a:lnTo>
                  <a:pt x="340956" y="53105"/>
                </a:lnTo>
                <a:lnTo>
                  <a:pt x="341070" y="52899"/>
                </a:lnTo>
                <a:lnTo>
                  <a:pt x="341191" y="52697"/>
                </a:lnTo>
                <a:lnTo>
                  <a:pt x="341319" y="52500"/>
                </a:lnTo>
                <a:lnTo>
                  <a:pt x="341454" y="52307"/>
                </a:lnTo>
                <a:lnTo>
                  <a:pt x="341597" y="52119"/>
                </a:lnTo>
                <a:lnTo>
                  <a:pt x="341748" y="51935"/>
                </a:lnTo>
                <a:lnTo>
                  <a:pt x="341905" y="51755"/>
                </a:lnTo>
                <a:lnTo>
                  <a:pt x="342070" y="51580"/>
                </a:lnTo>
                <a:lnTo>
                  <a:pt x="342242" y="51410"/>
                </a:lnTo>
                <a:lnTo>
                  <a:pt x="342421" y="51245"/>
                </a:lnTo>
                <a:lnTo>
                  <a:pt x="342604" y="51087"/>
                </a:lnTo>
                <a:lnTo>
                  <a:pt x="342792" y="50936"/>
                </a:lnTo>
                <a:lnTo>
                  <a:pt x="342985" y="50793"/>
                </a:lnTo>
                <a:lnTo>
                  <a:pt x="343182" y="50656"/>
                </a:lnTo>
                <a:lnTo>
                  <a:pt x="343385" y="50526"/>
                </a:lnTo>
                <a:lnTo>
                  <a:pt x="343592" y="50403"/>
                </a:lnTo>
                <a:lnTo>
                  <a:pt x="343804" y="50288"/>
                </a:lnTo>
                <a:lnTo>
                  <a:pt x="344020" y="50179"/>
                </a:lnTo>
                <a:lnTo>
                  <a:pt x="344242" y="50077"/>
                </a:lnTo>
                <a:lnTo>
                  <a:pt x="344468" y="49982"/>
                </a:lnTo>
                <a:lnTo>
                  <a:pt x="344699" y="49895"/>
                </a:lnTo>
                <a:lnTo>
                  <a:pt x="344935" y="49814"/>
                </a:lnTo>
                <a:lnTo>
                  <a:pt x="345175" y="49740"/>
                </a:lnTo>
                <a:lnTo>
                  <a:pt x="345420" y="49674"/>
                </a:lnTo>
                <a:lnTo>
                  <a:pt x="345670" y="49614"/>
                </a:lnTo>
                <a:lnTo>
                  <a:pt x="345925" y="49562"/>
                </a:lnTo>
                <a:lnTo>
                  <a:pt x="346185" y="49516"/>
                </a:lnTo>
                <a:lnTo>
                  <a:pt x="346449" y="49477"/>
                </a:lnTo>
                <a:lnTo>
                  <a:pt x="346718" y="49446"/>
                </a:lnTo>
                <a:lnTo>
                  <a:pt x="346992" y="49421"/>
                </a:lnTo>
                <a:lnTo>
                  <a:pt x="347271" y="49404"/>
                </a:lnTo>
                <a:lnTo>
                  <a:pt x="347555" y="49393"/>
                </a:lnTo>
                <a:lnTo>
                  <a:pt x="347843" y="49390"/>
                </a:lnTo>
                <a:lnTo>
                  <a:pt x="360236" y="49390"/>
                </a:lnTo>
                <a:lnTo>
                  <a:pt x="360236" y="55541"/>
                </a:lnTo>
                <a:lnTo>
                  <a:pt x="360231" y="55867"/>
                </a:lnTo>
                <a:lnTo>
                  <a:pt x="360214" y="56188"/>
                </a:lnTo>
                <a:lnTo>
                  <a:pt x="360188" y="56505"/>
                </a:lnTo>
                <a:lnTo>
                  <a:pt x="360150" y="56816"/>
                </a:lnTo>
                <a:lnTo>
                  <a:pt x="360102" y="57122"/>
                </a:lnTo>
                <a:lnTo>
                  <a:pt x="360044" y="57423"/>
                </a:lnTo>
                <a:lnTo>
                  <a:pt x="359974" y="57719"/>
                </a:lnTo>
                <a:lnTo>
                  <a:pt x="359894" y="58009"/>
                </a:lnTo>
                <a:lnTo>
                  <a:pt x="359803" y="58295"/>
                </a:lnTo>
                <a:lnTo>
                  <a:pt x="359702" y="58575"/>
                </a:lnTo>
                <a:lnTo>
                  <a:pt x="359590" y="58851"/>
                </a:lnTo>
                <a:lnTo>
                  <a:pt x="359467" y="59121"/>
                </a:lnTo>
                <a:lnTo>
                  <a:pt x="359333" y="59386"/>
                </a:lnTo>
                <a:lnTo>
                  <a:pt x="359189" y="59647"/>
                </a:lnTo>
                <a:lnTo>
                  <a:pt x="359034" y="59902"/>
                </a:lnTo>
                <a:lnTo>
                  <a:pt x="358869" y="60152"/>
                </a:lnTo>
                <a:lnTo>
                  <a:pt x="358692" y="60396"/>
                </a:lnTo>
                <a:lnTo>
                  <a:pt x="358505" y="60636"/>
                </a:lnTo>
                <a:lnTo>
                  <a:pt x="358308" y="60871"/>
                </a:lnTo>
                <a:lnTo>
                  <a:pt x="358100" y="61100"/>
                </a:lnTo>
                <a:lnTo>
                  <a:pt x="357881" y="61325"/>
                </a:lnTo>
                <a:lnTo>
                  <a:pt x="357651" y="61544"/>
                </a:lnTo>
                <a:lnTo>
                  <a:pt x="357411" y="61758"/>
                </a:lnTo>
                <a:lnTo>
                  <a:pt x="357160" y="61968"/>
                </a:lnTo>
                <a:lnTo>
                  <a:pt x="356900" y="62170"/>
                </a:lnTo>
                <a:lnTo>
                  <a:pt x="356635" y="62363"/>
                </a:lnTo>
                <a:lnTo>
                  <a:pt x="356363" y="62548"/>
                </a:lnTo>
                <a:lnTo>
                  <a:pt x="356085" y="62725"/>
                </a:lnTo>
                <a:lnTo>
                  <a:pt x="355801" y="62893"/>
                </a:lnTo>
                <a:lnTo>
                  <a:pt x="355510" y="63052"/>
                </a:lnTo>
                <a:lnTo>
                  <a:pt x="355214" y="63202"/>
                </a:lnTo>
                <a:lnTo>
                  <a:pt x="354911" y="63344"/>
                </a:lnTo>
                <a:lnTo>
                  <a:pt x="354602" y="63478"/>
                </a:lnTo>
                <a:lnTo>
                  <a:pt x="354287" y="63602"/>
                </a:lnTo>
                <a:lnTo>
                  <a:pt x="353965" y="63719"/>
                </a:lnTo>
                <a:lnTo>
                  <a:pt x="353637" y="63826"/>
                </a:lnTo>
                <a:lnTo>
                  <a:pt x="353303" y="63925"/>
                </a:lnTo>
                <a:lnTo>
                  <a:pt x="352963" y="64015"/>
                </a:lnTo>
                <a:lnTo>
                  <a:pt x="352617" y="64097"/>
                </a:lnTo>
                <a:lnTo>
                  <a:pt x="352264" y="64170"/>
                </a:lnTo>
                <a:lnTo>
                  <a:pt x="351906" y="64235"/>
                </a:lnTo>
                <a:lnTo>
                  <a:pt x="351540" y="64291"/>
                </a:lnTo>
                <a:lnTo>
                  <a:pt x="351169" y="64338"/>
                </a:lnTo>
                <a:lnTo>
                  <a:pt x="350792" y="64377"/>
                </a:lnTo>
                <a:lnTo>
                  <a:pt x="350408" y="64407"/>
                </a:lnTo>
                <a:lnTo>
                  <a:pt x="350018" y="64428"/>
                </a:lnTo>
                <a:lnTo>
                  <a:pt x="349622" y="64441"/>
                </a:lnTo>
                <a:lnTo>
                  <a:pt x="349220" y="64446"/>
                </a:lnTo>
                <a:lnTo>
                  <a:pt x="348871" y="64442"/>
                </a:lnTo>
                <a:lnTo>
                  <a:pt x="348528" y="64431"/>
                </a:lnTo>
                <a:lnTo>
                  <a:pt x="348192" y="64413"/>
                </a:lnTo>
                <a:lnTo>
                  <a:pt x="347862" y="64388"/>
                </a:lnTo>
                <a:lnTo>
                  <a:pt x="347538" y="64356"/>
                </a:lnTo>
                <a:close/>
                <a:moveTo>
                  <a:pt x="139813" y="72169"/>
                </a:moveTo>
                <a:lnTo>
                  <a:pt x="139803" y="72452"/>
                </a:lnTo>
                <a:lnTo>
                  <a:pt x="139787" y="72728"/>
                </a:lnTo>
                <a:lnTo>
                  <a:pt x="139763" y="73000"/>
                </a:lnTo>
                <a:lnTo>
                  <a:pt x="139733" y="73265"/>
                </a:lnTo>
                <a:lnTo>
                  <a:pt x="139696" y="73525"/>
                </a:lnTo>
                <a:lnTo>
                  <a:pt x="139653" y="73780"/>
                </a:lnTo>
                <a:lnTo>
                  <a:pt x="139602" y="74029"/>
                </a:lnTo>
                <a:lnTo>
                  <a:pt x="139545" y="74272"/>
                </a:lnTo>
                <a:lnTo>
                  <a:pt x="139482" y="74510"/>
                </a:lnTo>
                <a:lnTo>
                  <a:pt x="139411" y="74742"/>
                </a:lnTo>
                <a:lnTo>
                  <a:pt x="139334" y="74969"/>
                </a:lnTo>
                <a:lnTo>
                  <a:pt x="139251" y="75190"/>
                </a:lnTo>
                <a:lnTo>
                  <a:pt x="139160" y="75405"/>
                </a:lnTo>
                <a:lnTo>
                  <a:pt x="139063" y="75615"/>
                </a:lnTo>
                <a:lnTo>
                  <a:pt x="138959" y="75819"/>
                </a:lnTo>
                <a:lnTo>
                  <a:pt x="138849" y="76018"/>
                </a:lnTo>
                <a:lnTo>
                  <a:pt x="138732" y="76211"/>
                </a:lnTo>
                <a:lnTo>
                  <a:pt x="138608" y="76398"/>
                </a:lnTo>
                <a:lnTo>
                  <a:pt x="138477" y="76580"/>
                </a:lnTo>
                <a:lnTo>
                  <a:pt x="138340" y="76756"/>
                </a:lnTo>
                <a:lnTo>
                  <a:pt x="138196" y="76927"/>
                </a:lnTo>
                <a:lnTo>
                  <a:pt x="138045" y="77092"/>
                </a:lnTo>
                <a:lnTo>
                  <a:pt x="137888" y="77252"/>
                </a:lnTo>
                <a:lnTo>
                  <a:pt x="137724" y="77405"/>
                </a:lnTo>
                <a:lnTo>
                  <a:pt x="137553" y="77553"/>
                </a:lnTo>
                <a:lnTo>
                  <a:pt x="137376" y="77693"/>
                </a:lnTo>
                <a:lnTo>
                  <a:pt x="137192" y="77827"/>
                </a:lnTo>
                <a:lnTo>
                  <a:pt x="137001" y="77955"/>
                </a:lnTo>
                <a:lnTo>
                  <a:pt x="136804" y="78076"/>
                </a:lnTo>
                <a:lnTo>
                  <a:pt x="136599" y="78190"/>
                </a:lnTo>
                <a:lnTo>
                  <a:pt x="136389" y="78298"/>
                </a:lnTo>
                <a:lnTo>
                  <a:pt x="136171" y="78399"/>
                </a:lnTo>
                <a:lnTo>
                  <a:pt x="135947" y="78494"/>
                </a:lnTo>
                <a:lnTo>
                  <a:pt x="135716" y="78582"/>
                </a:lnTo>
                <a:lnTo>
                  <a:pt x="135478" y="78664"/>
                </a:lnTo>
                <a:lnTo>
                  <a:pt x="135234" y="78739"/>
                </a:lnTo>
                <a:lnTo>
                  <a:pt x="134983" y="78808"/>
                </a:lnTo>
                <a:lnTo>
                  <a:pt x="134725" y="78870"/>
                </a:lnTo>
                <a:lnTo>
                  <a:pt x="134461" y="78925"/>
                </a:lnTo>
                <a:lnTo>
                  <a:pt x="134190" y="78974"/>
                </a:lnTo>
                <a:lnTo>
                  <a:pt x="133912" y="79017"/>
                </a:lnTo>
                <a:lnTo>
                  <a:pt x="133628" y="79053"/>
                </a:lnTo>
                <a:lnTo>
                  <a:pt x="133337" y="79082"/>
                </a:lnTo>
                <a:lnTo>
                  <a:pt x="133039" y="79105"/>
                </a:lnTo>
                <a:lnTo>
                  <a:pt x="132734" y="79121"/>
                </a:lnTo>
                <a:lnTo>
                  <a:pt x="132423" y="79131"/>
                </a:lnTo>
                <a:lnTo>
                  <a:pt x="132105" y="79135"/>
                </a:lnTo>
                <a:lnTo>
                  <a:pt x="117140" y="79135"/>
                </a:lnTo>
                <a:lnTo>
                  <a:pt x="117140" y="88681"/>
                </a:lnTo>
                <a:lnTo>
                  <a:pt x="132289" y="88681"/>
                </a:lnTo>
                <a:lnTo>
                  <a:pt x="133017" y="88673"/>
                </a:lnTo>
                <a:lnTo>
                  <a:pt x="133731" y="88650"/>
                </a:lnTo>
                <a:lnTo>
                  <a:pt x="134433" y="88611"/>
                </a:lnTo>
                <a:lnTo>
                  <a:pt x="135122" y="88557"/>
                </a:lnTo>
                <a:lnTo>
                  <a:pt x="135797" y="88488"/>
                </a:lnTo>
                <a:lnTo>
                  <a:pt x="136460" y="88403"/>
                </a:lnTo>
                <a:lnTo>
                  <a:pt x="137109" y="88302"/>
                </a:lnTo>
                <a:lnTo>
                  <a:pt x="137746" y="88186"/>
                </a:lnTo>
                <a:lnTo>
                  <a:pt x="138369" y="88055"/>
                </a:lnTo>
                <a:lnTo>
                  <a:pt x="138979" y="87908"/>
                </a:lnTo>
                <a:lnTo>
                  <a:pt x="139576" y="87746"/>
                </a:lnTo>
                <a:lnTo>
                  <a:pt x="140160" y="87568"/>
                </a:lnTo>
                <a:lnTo>
                  <a:pt x="140731" y="87374"/>
                </a:lnTo>
                <a:lnTo>
                  <a:pt x="141289" y="87166"/>
                </a:lnTo>
                <a:lnTo>
                  <a:pt x="141834" y="86942"/>
                </a:lnTo>
                <a:lnTo>
                  <a:pt x="142366" y="86702"/>
                </a:lnTo>
                <a:lnTo>
                  <a:pt x="142885" y="86447"/>
                </a:lnTo>
                <a:lnTo>
                  <a:pt x="143390" y="86176"/>
                </a:lnTo>
                <a:lnTo>
                  <a:pt x="143883" y="85890"/>
                </a:lnTo>
                <a:lnTo>
                  <a:pt x="144362" y="85589"/>
                </a:lnTo>
                <a:lnTo>
                  <a:pt x="144829" y="85272"/>
                </a:lnTo>
                <a:lnTo>
                  <a:pt x="145282" y="84939"/>
                </a:lnTo>
                <a:lnTo>
                  <a:pt x="145723" y="84591"/>
                </a:lnTo>
                <a:lnTo>
                  <a:pt x="146150" y="84228"/>
                </a:lnTo>
                <a:lnTo>
                  <a:pt x="146562" y="83851"/>
                </a:lnTo>
                <a:lnTo>
                  <a:pt x="146956" y="83464"/>
                </a:lnTo>
                <a:lnTo>
                  <a:pt x="147333" y="83065"/>
                </a:lnTo>
                <a:lnTo>
                  <a:pt x="147693" y="82656"/>
                </a:lnTo>
                <a:lnTo>
                  <a:pt x="148035" y="82236"/>
                </a:lnTo>
                <a:lnTo>
                  <a:pt x="148359" y="81804"/>
                </a:lnTo>
                <a:lnTo>
                  <a:pt x="148666" y="81362"/>
                </a:lnTo>
                <a:lnTo>
                  <a:pt x="148955" y="80908"/>
                </a:lnTo>
                <a:lnTo>
                  <a:pt x="149227" y="80444"/>
                </a:lnTo>
                <a:lnTo>
                  <a:pt x="149481" y="79968"/>
                </a:lnTo>
                <a:lnTo>
                  <a:pt x="149718" y="79482"/>
                </a:lnTo>
                <a:lnTo>
                  <a:pt x="149937" y="78984"/>
                </a:lnTo>
                <a:lnTo>
                  <a:pt x="150139" y="78476"/>
                </a:lnTo>
                <a:lnTo>
                  <a:pt x="150323" y="77956"/>
                </a:lnTo>
                <a:lnTo>
                  <a:pt x="150490" y="77426"/>
                </a:lnTo>
                <a:lnTo>
                  <a:pt x="150639" y="76885"/>
                </a:lnTo>
                <a:lnTo>
                  <a:pt x="150770" y="76332"/>
                </a:lnTo>
                <a:lnTo>
                  <a:pt x="150884" y="75769"/>
                </a:lnTo>
                <a:lnTo>
                  <a:pt x="150980" y="75194"/>
                </a:lnTo>
                <a:lnTo>
                  <a:pt x="151059" y="74609"/>
                </a:lnTo>
                <a:lnTo>
                  <a:pt x="151121" y="74012"/>
                </a:lnTo>
                <a:lnTo>
                  <a:pt x="151165" y="73405"/>
                </a:lnTo>
                <a:lnTo>
                  <a:pt x="151191" y="72787"/>
                </a:lnTo>
                <a:lnTo>
                  <a:pt x="151200" y="72157"/>
                </a:lnTo>
                <a:lnTo>
                  <a:pt x="151200" y="21665"/>
                </a:lnTo>
                <a:lnTo>
                  <a:pt x="139724" y="21665"/>
                </a:lnTo>
                <a:lnTo>
                  <a:pt x="140000" y="31304"/>
                </a:lnTo>
                <a:lnTo>
                  <a:pt x="139838" y="31304"/>
                </a:lnTo>
                <a:lnTo>
                  <a:pt x="139774" y="30877"/>
                </a:lnTo>
                <a:lnTo>
                  <a:pt x="139692" y="30426"/>
                </a:lnTo>
                <a:lnTo>
                  <a:pt x="139597" y="29984"/>
                </a:lnTo>
                <a:lnTo>
                  <a:pt x="139490" y="29551"/>
                </a:lnTo>
                <a:lnTo>
                  <a:pt x="139371" y="29128"/>
                </a:lnTo>
                <a:lnTo>
                  <a:pt x="139238" y="28714"/>
                </a:lnTo>
                <a:lnTo>
                  <a:pt x="139094" y="28310"/>
                </a:lnTo>
                <a:lnTo>
                  <a:pt x="138936" y="27915"/>
                </a:lnTo>
                <a:lnTo>
                  <a:pt x="138766" y="27529"/>
                </a:lnTo>
                <a:lnTo>
                  <a:pt x="138584" y="27153"/>
                </a:lnTo>
                <a:lnTo>
                  <a:pt x="138388" y="26786"/>
                </a:lnTo>
                <a:lnTo>
                  <a:pt x="138181" y="26429"/>
                </a:lnTo>
                <a:lnTo>
                  <a:pt x="137960" y="26081"/>
                </a:lnTo>
                <a:lnTo>
                  <a:pt x="137727" y="25742"/>
                </a:lnTo>
                <a:lnTo>
                  <a:pt x="137482" y="25413"/>
                </a:lnTo>
                <a:lnTo>
                  <a:pt x="137224" y="25093"/>
                </a:lnTo>
                <a:lnTo>
                  <a:pt x="136953" y="24783"/>
                </a:lnTo>
                <a:lnTo>
                  <a:pt x="136669" y="24482"/>
                </a:lnTo>
                <a:lnTo>
                  <a:pt x="136373" y="24191"/>
                </a:lnTo>
                <a:lnTo>
                  <a:pt x="136067" y="23910"/>
                </a:lnTo>
                <a:lnTo>
                  <a:pt x="135752" y="23641"/>
                </a:lnTo>
                <a:lnTo>
                  <a:pt x="135428" y="23384"/>
                </a:lnTo>
                <a:lnTo>
                  <a:pt x="135095" y="23138"/>
                </a:lnTo>
                <a:lnTo>
                  <a:pt x="134753" y="22905"/>
                </a:lnTo>
                <a:lnTo>
                  <a:pt x="134403" y="22684"/>
                </a:lnTo>
                <a:lnTo>
                  <a:pt x="134044" y="22475"/>
                </a:lnTo>
                <a:lnTo>
                  <a:pt x="133676" y="22278"/>
                </a:lnTo>
                <a:lnTo>
                  <a:pt x="133299" y="22092"/>
                </a:lnTo>
                <a:lnTo>
                  <a:pt x="132914" y="21919"/>
                </a:lnTo>
                <a:lnTo>
                  <a:pt x="132520" y="21758"/>
                </a:lnTo>
                <a:lnTo>
                  <a:pt x="132117" y="21608"/>
                </a:lnTo>
                <a:lnTo>
                  <a:pt x="131705" y="21471"/>
                </a:lnTo>
                <a:lnTo>
                  <a:pt x="131285" y="21345"/>
                </a:lnTo>
                <a:lnTo>
                  <a:pt x="130855" y="21232"/>
                </a:lnTo>
                <a:lnTo>
                  <a:pt x="130417" y="21130"/>
                </a:lnTo>
                <a:lnTo>
                  <a:pt x="129970" y="21040"/>
                </a:lnTo>
                <a:lnTo>
                  <a:pt x="129515" y="20963"/>
                </a:lnTo>
                <a:lnTo>
                  <a:pt x="129051" y="20897"/>
                </a:lnTo>
                <a:lnTo>
                  <a:pt x="128577" y="20843"/>
                </a:lnTo>
                <a:lnTo>
                  <a:pt x="128096" y="20801"/>
                </a:lnTo>
                <a:lnTo>
                  <a:pt x="127605" y="20771"/>
                </a:lnTo>
                <a:lnTo>
                  <a:pt x="127105" y="20753"/>
                </a:lnTo>
                <a:lnTo>
                  <a:pt x="126597" y="20747"/>
                </a:lnTo>
                <a:lnTo>
                  <a:pt x="125960" y="20756"/>
                </a:lnTo>
                <a:lnTo>
                  <a:pt x="125334" y="20784"/>
                </a:lnTo>
                <a:lnTo>
                  <a:pt x="124719" y="20829"/>
                </a:lnTo>
                <a:lnTo>
                  <a:pt x="124115" y="20893"/>
                </a:lnTo>
                <a:lnTo>
                  <a:pt x="123522" y="20975"/>
                </a:lnTo>
                <a:lnTo>
                  <a:pt x="122939" y="21074"/>
                </a:lnTo>
                <a:lnTo>
                  <a:pt x="122368" y="21193"/>
                </a:lnTo>
                <a:lnTo>
                  <a:pt x="121808" y="21329"/>
                </a:lnTo>
                <a:lnTo>
                  <a:pt x="121259" y="21483"/>
                </a:lnTo>
                <a:lnTo>
                  <a:pt x="120721" y="21656"/>
                </a:lnTo>
                <a:lnTo>
                  <a:pt x="120194" y="21847"/>
                </a:lnTo>
                <a:lnTo>
                  <a:pt x="119678" y="22056"/>
                </a:lnTo>
                <a:lnTo>
                  <a:pt x="119172" y="22283"/>
                </a:lnTo>
                <a:lnTo>
                  <a:pt x="118678" y="22528"/>
                </a:lnTo>
                <a:lnTo>
                  <a:pt x="118195" y="22792"/>
                </a:lnTo>
                <a:lnTo>
                  <a:pt x="117723" y="23073"/>
                </a:lnTo>
                <a:lnTo>
                  <a:pt x="117262" y="23373"/>
                </a:lnTo>
                <a:lnTo>
                  <a:pt x="116812" y="23691"/>
                </a:lnTo>
                <a:lnTo>
                  <a:pt x="116372" y="24027"/>
                </a:lnTo>
                <a:lnTo>
                  <a:pt x="115944" y="24382"/>
                </a:lnTo>
                <a:lnTo>
                  <a:pt x="115527" y="24754"/>
                </a:lnTo>
                <a:lnTo>
                  <a:pt x="115121" y="25145"/>
                </a:lnTo>
                <a:lnTo>
                  <a:pt x="114726" y="25554"/>
                </a:lnTo>
                <a:lnTo>
                  <a:pt x="114342" y="25981"/>
                </a:lnTo>
                <a:lnTo>
                  <a:pt x="113971" y="26423"/>
                </a:lnTo>
                <a:lnTo>
                  <a:pt x="113616" y="26878"/>
                </a:lnTo>
                <a:lnTo>
                  <a:pt x="113277" y="27345"/>
                </a:lnTo>
                <a:lnTo>
                  <a:pt x="112953" y="27824"/>
                </a:lnTo>
                <a:lnTo>
                  <a:pt x="112645" y="28316"/>
                </a:lnTo>
                <a:lnTo>
                  <a:pt x="112353" y="28821"/>
                </a:lnTo>
                <a:lnTo>
                  <a:pt x="112077" y="29337"/>
                </a:lnTo>
                <a:lnTo>
                  <a:pt x="111817" y="29867"/>
                </a:lnTo>
                <a:lnTo>
                  <a:pt x="111572" y="30408"/>
                </a:lnTo>
                <a:lnTo>
                  <a:pt x="111344" y="30962"/>
                </a:lnTo>
                <a:lnTo>
                  <a:pt x="111131" y="31529"/>
                </a:lnTo>
                <a:lnTo>
                  <a:pt x="110933" y="32108"/>
                </a:lnTo>
                <a:lnTo>
                  <a:pt x="110752" y="32699"/>
                </a:lnTo>
                <a:lnTo>
                  <a:pt x="110586" y="33303"/>
                </a:lnTo>
                <a:lnTo>
                  <a:pt x="110436" y="33919"/>
                </a:lnTo>
                <a:lnTo>
                  <a:pt x="110302" y="34548"/>
                </a:lnTo>
                <a:lnTo>
                  <a:pt x="110184" y="35189"/>
                </a:lnTo>
                <a:lnTo>
                  <a:pt x="110081" y="35843"/>
                </a:lnTo>
                <a:lnTo>
                  <a:pt x="109995" y="36509"/>
                </a:lnTo>
                <a:lnTo>
                  <a:pt x="109924" y="37187"/>
                </a:lnTo>
                <a:lnTo>
                  <a:pt x="109868" y="37878"/>
                </a:lnTo>
                <a:lnTo>
                  <a:pt x="109829" y="38581"/>
                </a:lnTo>
                <a:lnTo>
                  <a:pt x="109805" y="39297"/>
                </a:lnTo>
                <a:lnTo>
                  <a:pt x="109797" y="40025"/>
                </a:lnTo>
                <a:lnTo>
                  <a:pt x="109797" y="49849"/>
                </a:lnTo>
                <a:lnTo>
                  <a:pt x="109805" y="50585"/>
                </a:lnTo>
                <a:lnTo>
                  <a:pt x="109829" y="51308"/>
                </a:lnTo>
                <a:lnTo>
                  <a:pt x="109868" y="52018"/>
                </a:lnTo>
                <a:lnTo>
                  <a:pt x="109924" y="52716"/>
                </a:lnTo>
                <a:lnTo>
                  <a:pt x="109995" y="53400"/>
                </a:lnTo>
                <a:lnTo>
                  <a:pt x="110081" y="54072"/>
                </a:lnTo>
                <a:lnTo>
                  <a:pt x="110184" y="54731"/>
                </a:lnTo>
                <a:lnTo>
                  <a:pt x="110302" y="55378"/>
                </a:lnTo>
                <a:lnTo>
                  <a:pt x="110436" y="56012"/>
                </a:lnTo>
                <a:lnTo>
                  <a:pt x="110586" y="56633"/>
                </a:lnTo>
                <a:lnTo>
                  <a:pt x="110752" y="57241"/>
                </a:lnTo>
                <a:lnTo>
                  <a:pt x="110933" y="57836"/>
                </a:lnTo>
                <a:lnTo>
                  <a:pt x="111131" y="58419"/>
                </a:lnTo>
                <a:lnTo>
                  <a:pt x="111344" y="58989"/>
                </a:lnTo>
                <a:lnTo>
                  <a:pt x="111572" y="59546"/>
                </a:lnTo>
                <a:lnTo>
                  <a:pt x="111817" y="60091"/>
                </a:lnTo>
                <a:lnTo>
                  <a:pt x="112077" y="60622"/>
                </a:lnTo>
                <a:lnTo>
                  <a:pt x="112353" y="61141"/>
                </a:lnTo>
                <a:lnTo>
                  <a:pt x="112645" y="61648"/>
                </a:lnTo>
                <a:lnTo>
                  <a:pt x="112953" y="62141"/>
                </a:lnTo>
                <a:lnTo>
                  <a:pt x="113277" y="62622"/>
                </a:lnTo>
                <a:lnTo>
                  <a:pt x="113616" y="63090"/>
                </a:lnTo>
                <a:lnTo>
                  <a:pt x="113971" y="63545"/>
                </a:lnTo>
                <a:lnTo>
                  <a:pt x="114342" y="63988"/>
                </a:lnTo>
                <a:lnTo>
                  <a:pt x="114726" y="64415"/>
                </a:lnTo>
                <a:lnTo>
                  <a:pt x="115121" y="64823"/>
                </a:lnTo>
                <a:lnTo>
                  <a:pt x="115527" y="65214"/>
                </a:lnTo>
                <a:lnTo>
                  <a:pt x="115944" y="65586"/>
                </a:lnTo>
                <a:lnTo>
                  <a:pt x="116372" y="65941"/>
                </a:lnTo>
                <a:lnTo>
                  <a:pt x="116812" y="66277"/>
                </a:lnTo>
                <a:lnTo>
                  <a:pt x="117262" y="66595"/>
                </a:lnTo>
                <a:lnTo>
                  <a:pt x="117723" y="66894"/>
                </a:lnTo>
                <a:lnTo>
                  <a:pt x="118195" y="67176"/>
                </a:lnTo>
                <a:lnTo>
                  <a:pt x="118678" y="67439"/>
                </a:lnTo>
                <a:lnTo>
                  <a:pt x="119172" y="67685"/>
                </a:lnTo>
                <a:lnTo>
                  <a:pt x="119678" y="67912"/>
                </a:lnTo>
                <a:lnTo>
                  <a:pt x="120194" y="68121"/>
                </a:lnTo>
                <a:lnTo>
                  <a:pt x="120721" y="68311"/>
                </a:lnTo>
                <a:lnTo>
                  <a:pt x="121259" y="68484"/>
                </a:lnTo>
                <a:lnTo>
                  <a:pt x="121808" y="68638"/>
                </a:lnTo>
                <a:lnTo>
                  <a:pt x="122368" y="68775"/>
                </a:lnTo>
                <a:lnTo>
                  <a:pt x="122939" y="68893"/>
                </a:lnTo>
                <a:lnTo>
                  <a:pt x="123522" y="68993"/>
                </a:lnTo>
                <a:lnTo>
                  <a:pt x="124115" y="69074"/>
                </a:lnTo>
                <a:lnTo>
                  <a:pt x="124719" y="69138"/>
                </a:lnTo>
                <a:lnTo>
                  <a:pt x="125334" y="69183"/>
                </a:lnTo>
                <a:lnTo>
                  <a:pt x="125960" y="69211"/>
                </a:lnTo>
                <a:lnTo>
                  <a:pt x="126597" y="69220"/>
                </a:lnTo>
                <a:lnTo>
                  <a:pt x="127105" y="69214"/>
                </a:lnTo>
                <a:lnTo>
                  <a:pt x="127605" y="69196"/>
                </a:lnTo>
                <a:lnTo>
                  <a:pt x="128096" y="69166"/>
                </a:lnTo>
                <a:lnTo>
                  <a:pt x="128577" y="69124"/>
                </a:lnTo>
                <a:lnTo>
                  <a:pt x="129051" y="69070"/>
                </a:lnTo>
                <a:lnTo>
                  <a:pt x="129515" y="69005"/>
                </a:lnTo>
                <a:lnTo>
                  <a:pt x="129970" y="68927"/>
                </a:lnTo>
                <a:lnTo>
                  <a:pt x="130417" y="68837"/>
                </a:lnTo>
                <a:lnTo>
                  <a:pt x="130855" y="68736"/>
                </a:lnTo>
                <a:lnTo>
                  <a:pt x="131285" y="68622"/>
                </a:lnTo>
                <a:lnTo>
                  <a:pt x="131705" y="68497"/>
                </a:lnTo>
                <a:lnTo>
                  <a:pt x="132117" y="68359"/>
                </a:lnTo>
                <a:lnTo>
                  <a:pt x="132520" y="68210"/>
                </a:lnTo>
                <a:lnTo>
                  <a:pt x="132914" y="68048"/>
                </a:lnTo>
                <a:lnTo>
                  <a:pt x="133299" y="67875"/>
                </a:lnTo>
                <a:lnTo>
                  <a:pt x="133676" y="67690"/>
                </a:lnTo>
                <a:lnTo>
                  <a:pt x="134044" y="67493"/>
                </a:lnTo>
                <a:lnTo>
                  <a:pt x="134403" y="67284"/>
                </a:lnTo>
                <a:lnTo>
                  <a:pt x="134753" y="67063"/>
                </a:lnTo>
                <a:lnTo>
                  <a:pt x="135095" y="66829"/>
                </a:lnTo>
                <a:lnTo>
                  <a:pt x="135428" y="66584"/>
                </a:lnTo>
                <a:lnTo>
                  <a:pt x="135752" y="66328"/>
                </a:lnTo>
                <a:lnTo>
                  <a:pt x="136067" y="66059"/>
                </a:lnTo>
                <a:lnTo>
                  <a:pt x="136373" y="65778"/>
                </a:lnTo>
                <a:lnTo>
                  <a:pt x="136669" y="65486"/>
                </a:lnTo>
                <a:lnTo>
                  <a:pt x="136953" y="65185"/>
                </a:lnTo>
                <a:lnTo>
                  <a:pt x="137224" y="64875"/>
                </a:lnTo>
                <a:lnTo>
                  <a:pt x="137482" y="64555"/>
                </a:lnTo>
                <a:lnTo>
                  <a:pt x="137727" y="64226"/>
                </a:lnTo>
                <a:lnTo>
                  <a:pt x="137960" y="63887"/>
                </a:lnTo>
                <a:lnTo>
                  <a:pt x="138181" y="63539"/>
                </a:lnTo>
                <a:lnTo>
                  <a:pt x="138388" y="63182"/>
                </a:lnTo>
                <a:lnTo>
                  <a:pt x="138584" y="62815"/>
                </a:lnTo>
                <a:lnTo>
                  <a:pt x="138766" y="62438"/>
                </a:lnTo>
                <a:lnTo>
                  <a:pt x="138936" y="62053"/>
                </a:lnTo>
                <a:lnTo>
                  <a:pt x="139094" y="61658"/>
                </a:lnTo>
                <a:lnTo>
                  <a:pt x="139238" y="61253"/>
                </a:lnTo>
                <a:lnTo>
                  <a:pt x="139371" y="60839"/>
                </a:lnTo>
                <a:lnTo>
                  <a:pt x="139490" y="60416"/>
                </a:lnTo>
                <a:lnTo>
                  <a:pt x="139597" y="59983"/>
                </a:lnTo>
                <a:lnTo>
                  <a:pt x="139692" y="59541"/>
                </a:lnTo>
                <a:lnTo>
                  <a:pt x="139774" y="59090"/>
                </a:lnTo>
                <a:lnTo>
                  <a:pt x="139838" y="58662"/>
                </a:lnTo>
                <a:lnTo>
                  <a:pt x="140000" y="58662"/>
                </a:lnTo>
                <a:lnTo>
                  <a:pt x="139817" y="68117"/>
                </a:lnTo>
                <a:lnTo>
                  <a:pt x="139817" y="71881"/>
                </a:lnTo>
                <a:lnTo>
                  <a:pt x="139813" y="72169"/>
                </a:lnTo>
                <a:close/>
                <a:moveTo>
                  <a:pt x="129039" y="59233"/>
                </a:moveTo>
                <a:lnTo>
                  <a:pt x="128704" y="59193"/>
                </a:lnTo>
                <a:lnTo>
                  <a:pt x="128375" y="59144"/>
                </a:lnTo>
                <a:lnTo>
                  <a:pt x="128053" y="59086"/>
                </a:lnTo>
                <a:lnTo>
                  <a:pt x="127739" y="59019"/>
                </a:lnTo>
                <a:lnTo>
                  <a:pt x="127431" y="58943"/>
                </a:lnTo>
                <a:lnTo>
                  <a:pt x="127131" y="58858"/>
                </a:lnTo>
                <a:lnTo>
                  <a:pt x="126837" y="58765"/>
                </a:lnTo>
                <a:lnTo>
                  <a:pt x="126550" y="58662"/>
                </a:lnTo>
                <a:lnTo>
                  <a:pt x="126271" y="58550"/>
                </a:lnTo>
                <a:lnTo>
                  <a:pt x="125998" y="58430"/>
                </a:lnTo>
                <a:lnTo>
                  <a:pt x="125733" y="58301"/>
                </a:lnTo>
                <a:lnTo>
                  <a:pt x="125474" y="58162"/>
                </a:lnTo>
                <a:lnTo>
                  <a:pt x="125223" y="58015"/>
                </a:lnTo>
                <a:lnTo>
                  <a:pt x="124978" y="57859"/>
                </a:lnTo>
                <a:lnTo>
                  <a:pt x="124741" y="57694"/>
                </a:lnTo>
                <a:lnTo>
                  <a:pt x="124510" y="57520"/>
                </a:lnTo>
                <a:lnTo>
                  <a:pt x="124287" y="57337"/>
                </a:lnTo>
                <a:lnTo>
                  <a:pt x="124070" y="57145"/>
                </a:lnTo>
                <a:lnTo>
                  <a:pt x="123861" y="56944"/>
                </a:lnTo>
                <a:lnTo>
                  <a:pt x="123658" y="56734"/>
                </a:lnTo>
                <a:lnTo>
                  <a:pt x="123464" y="56516"/>
                </a:lnTo>
                <a:lnTo>
                  <a:pt x="123277" y="56290"/>
                </a:lnTo>
                <a:lnTo>
                  <a:pt x="123099" y="56057"/>
                </a:lnTo>
                <a:lnTo>
                  <a:pt x="122929" y="55816"/>
                </a:lnTo>
                <a:lnTo>
                  <a:pt x="122768" y="55568"/>
                </a:lnTo>
                <a:lnTo>
                  <a:pt x="122615" y="55311"/>
                </a:lnTo>
                <a:lnTo>
                  <a:pt x="122470" y="55047"/>
                </a:lnTo>
                <a:lnTo>
                  <a:pt x="122333" y="54776"/>
                </a:lnTo>
                <a:lnTo>
                  <a:pt x="122205" y="54496"/>
                </a:lnTo>
                <a:lnTo>
                  <a:pt x="122085" y="54210"/>
                </a:lnTo>
                <a:lnTo>
                  <a:pt x="121973" y="53915"/>
                </a:lnTo>
                <a:lnTo>
                  <a:pt x="121869" y="53613"/>
                </a:lnTo>
                <a:lnTo>
                  <a:pt x="121774" y="53303"/>
                </a:lnTo>
                <a:lnTo>
                  <a:pt x="121687" y="52986"/>
                </a:lnTo>
                <a:lnTo>
                  <a:pt x="121608" y="52660"/>
                </a:lnTo>
                <a:lnTo>
                  <a:pt x="121538" y="52328"/>
                </a:lnTo>
                <a:lnTo>
                  <a:pt x="121476" y="51987"/>
                </a:lnTo>
                <a:lnTo>
                  <a:pt x="121422" y="51639"/>
                </a:lnTo>
                <a:lnTo>
                  <a:pt x="121376" y="51283"/>
                </a:lnTo>
                <a:lnTo>
                  <a:pt x="121339" y="50920"/>
                </a:lnTo>
                <a:lnTo>
                  <a:pt x="121310" y="50549"/>
                </a:lnTo>
                <a:lnTo>
                  <a:pt x="121289" y="50170"/>
                </a:lnTo>
                <a:lnTo>
                  <a:pt x="121277" y="49784"/>
                </a:lnTo>
                <a:lnTo>
                  <a:pt x="121273" y="49390"/>
                </a:lnTo>
                <a:lnTo>
                  <a:pt x="121273" y="40577"/>
                </a:lnTo>
                <a:lnTo>
                  <a:pt x="121277" y="40183"/>
                </a:lnTo>
                <a:lnTo>
                  <a:pt x="121289" y="39797"/>
                </a:lnTo>
                <a:lnTo>
                  <a:pt x="121310" y="39418"/>
                </a:lnTo>
                <a:lnTo>
                  <a:pt x="121339" y="39047"/>
                </a:lnTo>
                <a:lnTo>
                  <a:pt x="121376" y="38684"/>
                </a:lnTo>
                <a:lnTo>
                  <a:pt x="121422" y="38328"/>
                </a:lnTo>
                <a:lnTo>
                  <a:pt x="121476" y="37980"/>
                </a:lnTo>
                <a:lnTo>
                  <a:pt x="121538" y="37639"/>
                </a:lnTo>
                <a:lnTo>
                  <a:pt x="121608" y="37307"/>
                </a:lnTo>
                <a:lnTo>
                  <a:pt x="121687" y="36982"/>
                </a:lnTo>
                <a:lnTo>
                  <a:pt x="121774" y="36664"/>
                </a:lnTo>
                <a:lnTo>
                  <a:pt x="121869" y="36354"/>
                </a:lnTo>
                <a:lnTo>
                  <a:pt x="121973" y="36052"/>
                </a:lnTo>
                <a:lnTo>
                  <a:pt x="122085" y="35757"/>
                </a:lnTo>
                <a:lnTo>
                  <a:pt x="122205" y="35471"/>
                </a:lnTo>
                <a:lnTo>
                  <a:pt x="122333" y="35191"/>
                </a:lnTo>
                <a:lnTo>
                  <a:pt x="122470" y="34920"/>
                </a:lnTo>
                <a:lnTo>
                  <a:pt x="122615" y="34656"/>
                </a:lnTo>
                <a:lnTo>
                  <a:pt x="122768" y="34399"/>
                </a:lnTo>
                <a:lnTo>
                  <a:pt x="122929" y="34151"/>
                </a:lnTo>
                <a:lnTo>
                  <a:pt x="123099" y="33910"/>
                </a:lnTo>
                <a:lnTo>
                  <a:pt x="123277" y="33677"/>
                </a:lnTo>
                <a:lnTo>
                  <a:pt x="123464" y="33451"/>
                </a:lnTo>
                <a:lnTo>
                  <a:pt x="123658" y="33233"/>
                </a:lnTo>
                <a:lnTo>
                  <a:pt x="123861" y="33023"/>
                </a:lnTo>
                <a:lnTo>
                  <a:pt x="124070" y="32822"/>
                </a:lnTo>
                <a:lnTo>
                  <a:pt x="124287" y="32630"/>
                </a:lnTo>
                <a:lnTo>
                  <a:pt x="124510" y="32447"/>
                </a:lnTo>
                <a:lnTo>
                  <a:pt x="124741" y="32273"/>
                </a:lnTo>
                <a:lnTo>
                  <a:pt x="124978" y="32108"/>
                </a:lnTo>
                <a:lnTo>
                  <a:pt x="125223" y="31952"/>
                </a:lnTo>
                <a:lnTo>
                  <a:pt x="125474" y="31805"/>
                </a:lnTo>
                <a:lnTo>
                  <a:pt x="125733" y="31666"/>
                </a:lnTo>
                <a:lnTo>
                  <a:pt x="125998" y="31537"/>
                </a:lnTo>
                <a:lnTo>
                  <a:pt x="126271" y="31417"/>
                </a:lnTo>
                <a:lnTo>
                  <a:pt x="126550" y="31305"/>
                </a:lnTo>
                <a:lnTo>
                  <a:pt x="126837" y="31202"/>
                </a:lnTo>
                <a:lnTo>
                  <a:pt x="127131" y="31109"/>
                </a:lnTo>
                <a:lnTo>
                  <a:pt x="127431" y="31024"/>
                </a:lnTo>
                <a:lnTo>
                  <a:pt x="127739" y="30948"/>
                </a:lnTo>
                <a:lnTo>
                  <a:pt x="128053" y="30881"/>
                </a:lnTo>
                <a:lnTo>
                  <a:pt x="128375" y="30823"/>
                </a:lnTo>
                <a:lnTo>
                  <a:pt x="128704" y="30774"/>
                </a:lnTo>
                <a:lnTo>
                  <a:pt x="129039" y="30734"/>
                </a:lnTo>
                <a:lnTo>
                  <a:pt x="129382" y="30702"/>
                </a:lnTo>
                <a:lnTo>
                  <a:pt x="129732" y="30680"/>
                </a:lnTo>
                <a:lnTo>
                  <a:pt x="130089" y="30667"/>
                </a:lnTo>
                <a:lnTo>
                  <a:pt x="130452" y="30662"/>
                </a:lnTo>
                <a:lnTo>
                  <a:pt x="130816" y="30667"/>
                </a:lnTo>
                <a:lnTo>
                  <a:pt x="131173" y="30680"/>
                </a:lnTo>
                <a:lnTo>
                  <a:pt x="131523" y="30703"/>
                </a:lnTo>
                <a:lnTo>
                  <a:pt x="131866" y="30735"/>
                </a:lnTo>
                <a:lnTo>
                  <a:pt x="132203" y="30776"/>
                </a:lnTo>
                <a:lnTo>
                  <a:pt x="132532" y="30826"/>
                </a:lnTo>
                <a:lnTo>
                  <a:pt x="132855" y="30885"/>
                </a:lnTo>
                <a:lnTo>
                  <a:pt x="133171" y="30953"/>
                </a:lnTo>
                <a:lnTo>
                  <a:pt x="133480" y="31030"/>
                </a:lnTo>
                <a:lnTo>
                  <a:pt x="133782" y="31117"/>
                </a:lnTo>
                <a:lnTo>
                  <a:pt x="134077" y="31212"/>
                </a:lnTo>
                <a:lnTo>
                  <a:pt x="134365" y="31317"/>
                </a:lnTo>
                <a:lnTo>
                  <a:pt x="134647" y="31430"/>
                </a:lnTo>
                <a:lnTo>
                  <a:pt x="134922" y="31553"/>
                </a:lnTo>
                <a:lnTo>
                  <a:pt x="135189" y="31684"/>
                </a:lnTo>
                <a:lnTo>
                  <a:pt x="135450" y="31825"/>
                </a:lnTo>
                <a:lnTo>
                  <a:pt x="135704" y="31975"/>
                </a:lnTo>
                <a:lnTo>
                  <a:pt x="135952" y="32134"/>
                </a:lnTo>
                <a:lnTo>
                  <a:pt x="136192" y="32302"/>
                </a:lnTo>
                <a:lnTo>
                  <a:pt x="136426" y="32479"/>
                </a:lnTo>
                <a:lnTo>
                  <a:pt x="136652" y="32666"/>
                </a:lnTo>
                <a:lnTo>
                  <a:pt x="136872" y="32861"/>
                </a:lnTo>
                <a:lnTo>
                  <a:pt x="137085" y="33066"/>
                </a:lnTo>
                <a:lnTo>
                  <a:pt x="137291" y="33279"/>
                </a:lnTo>
                <a:lnTo>
                  <a:pt x="137490" y="33501"/>
                </a:lnTo>
                <a:lnTo>
                  <a:pt x="137680" y="33729"/>
                </a:lnTo>
                <a:lnTo>
                  <a:pt x="137861" y="33965"/>
                </a:lnTo>
                <a:lnTo>
                  <a:pt x="138035" y="34208"/>
                </a:lnTo>
                <a:lnTo>
                  <a:pt x="138199" y="34458"/>
                </a:lnTo>
                <a:lnTo>
                  <a:pt x="138356" y="34716"/>
                </a:lnTo>
                <a:lnTo>
                  <a:pt x="138503" y="34981"/>
                </a:lnTo>
                <a:lnTo>
                  <a:pt x="138643" y="35252"/>
                </a:lnTo>
                <a:lnTo>
                  <a:pt x="138774" y="35531"/>
                </a:lnTo>
                <a:lnTo>
                  <a:pt x="138896" y="35817"/>
                </a:lnTo>
                <a:lnTo>
                  <a:pt x="139010" y="36111"/>
                </a:lnTo>
                <a:lnTo>
                  <a:pt x="139116" y="36411"/>
                </a:lnTo>
                <a:lnTo>
                  <a:pt x="139213" y="36719"/>
                </a:lnTo>
                <a:lnTo>
                  <a:pt x="139302" y="37034"/>
                </a:lnTo>
                <a:lnTo>
                  <a:pt x="139382" y="37356"/>
                </a:lnTo>
                <a:lnTo>
                  <a:pt x="139454" y="37685"/>
                </a:lnTo>
                <a:lnTo>
                  <a:pt x="139517" y="38021"/>
                </a:lnTo>
                <a:lnTo>
                  <a:pt x="139572" y="38365"/>
                </a:lnTo>
                <a:lnTo>
                  <a:pt x="139619" y="38716"/>
                </a:lnTo>
                <a:lnTo>
                  <a:pt x="139657" y="39074"/>
                </a:lnTo>
                <a:lnTo>
                  <a:pt x="139686" y="39439"/>
                </a:lnTo>
                <a:lnTo>
                  <a:pt x="139707" y="39811"/>
                </a:lnTo>
                <a:lnTo>
                  <a:pt x="139720" y="40191"/>
                </a:lnTo>
                <a:lnTo>
                  <a:pt x="139724" y="40577"/>
                </a:lnTo>
                <a:lnTo>
                  <a:pt x="139724" y="49390"/>
                </a:lnTo>
                <a:lnTo>
                  <a:pt x="139720" y="49776"/>
                </a:lnTo>
                <a:lnTo>
                  <a:pt x="139707" y="50156"/>
                </a:lnTo>
                <a:lnTo>
                  <a:pt x="139686" y="50528"/>
                </a:lnTo>
                <a:lnTo>
                  <a:pt x="139657" y="50893"/>
                </a:lnTo>
                <a:lnTo>
                  <a:pt x="139619" y="51251"/>
                </a:lnTo>
                <a:lnTo>
                  <a:pt x="139572" y="51601"/>
                </a:lnTo>
                <a:lnTo>
                  <a:pt x="139517" y="51945"/>
                </a:lnTo>
                <a:lnTo>
                  <a:pt x="139454" y="52281"/>
                </a:lnTo>
                <a:lnTo>
                  <a:pt x="139382" y="52611"/>
                </a:lnTo>
                <a:lnTo>
                  <a:pt x="139302" y="52933"/>
                </a:lnTo>
                <a:lnTo>
                  <a:pt x="139213" y="53247"/>
                </a:lnTo>
                <a:lnTo>
                  <a:pt x="139116" y="53555"/>
                </a:lnTo>
                <a:lnTo>
                  <a:pt x="139010" y="53856"/>
                </a:lnTo>
                <a:lnTo>
                  <a:pt x="138896" y="54149"/>
                </a:lnTo>
                <a:lnTo>
                  <a:pt x="138774" y="54435"/>
                </a:lnTo>
                <a:lnTo>
                  <a:pt x="138643" y="54714"/>
                </a:lnTo>
                <a:lnTo>
                  <a:pt x="138503" y="54986"/>
                </a:lnTo>
                <a:lnTo>
                  <a:pt x="138356" y="55251"/>
                </a:lnTo>
                <a:lnTo>
                  <a:pt x="138199" y="55508"/>
                </a:lnTo>
                <a:lnTo>
                  <a:pt x="138035" y="55758"/>
                </a:lnTo>
                <a:lnTo>
                  <a:pt x="137861" y="56002"/>
                </a:lnTo>
                <a:lnTo>
                  <a:pt x="137680" y="56238"/>
                </a:lnTo>
                <a:lnTo>
                  <a:pt x="137490" y="56466"/>
                </a:lnTo>
                <a:lnTo>
                  <a:pt x="137291" y="56688"/>
                </a:lnTo>
                <a:lnTo>
                  <a:pt x="137085" y="56901"/>
                </a:lnTo>
                <a:lnTo>
                  <a:pt x="136872" y="57106"/>
                </a:lnTo>
                <a:lnTo>
                  <a:pt x="136652" y="57301"/>
                </a:lnTo>
                <a:lnTo>
                  <a:pt x="136426" y="57488"/>
                </a:lnTo>
                <a:lnTo>
                  <a:pt x="136192" y="57665"/>
                </a:lnTo>
                <a:lnTo>
                  <a:pt x="135952" y="57833"/>
                </a:lnTo>
                <a:lnTo>
                  <a:pt x="135704" y="57992"/>
                </a:lnTo>
                <a:lnTo>
                  <a:pt x="135450" y="58142"/>
                </a:lnTo>
                <a:lnTo>
                  <a:pt x="135189" y="58283"/>
                </a:lnTo>
                <a:lnTo>
                  <a:pt x="134922" y="58414"/>
                </a:lnTo>
                <a:lnTo>
                  <a:pt x="134647" y="58537"/>
                </a:lnTo>
                <a:lnTo>
                  <a:pt x="134365" y="58651"/>
                </a:lnTo>
                <a:lnTo>
                  <a:pt x="134077" y="58755"/>
                </a:lnTo>
                <a:lnTo>
                  <a:pt x="133782" y="58850"/>
                </a:lnTo>
                <a:lnTo>
                  <a:pt x="133480" y="58937"/>
                </a:lnTo>
                <a:lnTo>
                  <a:pt x="133171" y="59014"/>
                </a:lnTo>
                <a:lnTo>
                  <a:pt x="132855" y="59082"/>
                </a:lnTo>
                <a:lnTo>
                  <a:pt x="132532" y="59141"/>
                </a:lnTo>
                <a:lnTo>
                  <a:pt x="132203" y="59191"/>
                </a:lnTo>
                <a:lnTo>
                  <a:pt x="131866" y="59232"/>
                </a:lnTo>
                <a:lnTo>
                  <a:pt x="131523" y="59264"/>
                </a:lnTo>
                <a:lnTo>
                  <a:pt x="131173" y="59287"/>
                </a:lnTo>
                <a:lnTo>
                  <a:pt x="130816" y="59300"/>
                </a:lnTo>
                <a:lnTo>
                  <a:pt x="130452" y="59305"/>
                </a:lnTo>
                <a:lnTo>
                  <a:pt x="130089" y="59300"/>
                </a:lnTo>
                <a:lnTo>
                  <a:pt x="129732" y="59287"/>
                </a:lnTo>
                <a:lnTo>
                  <a:pt x="129382" y="59265"/>
                </a:lnTo>
                <a:lnTo>
                  <a:pt x="129039" y="59233"/>
                </a:lnTo>
                <a:close/>
                <a:moveTo>
                  <a:pt x="463995" y="13170"/>
                </a:moveTo>
                <a:lnTo>
                  <a:pt x="464263" y="13142"/>
                </a:lnTo>
                <a:lnTo>
                  <a:pt x="464526" y="13108"/>
                </a:lnTo>
                <a:lnTo>
                  <a:pt x="464783" y="13067"/>
                </a:lnTo>
                <a:lnTo>
                  <a:pt x="465036" y="13021"/>
                </a:lnTo>
                <a:lnTo>
                  <a:pt x="465283" y="12968"/>
                </a:lnTo>
                <a:lnTo>
                  <a:pt x="465525" y="12909"/>
                </a:lnTo>
                <a:lnTo>
                  <a:pt x="465762" y="12843"/>
                </a:lnTo>
                <a:lnTo>
                  <a:pt x="465994" y="12772"/>
                </a:lnTo>
                <a:lnTo>
                  <a:pt x="466221" y="12694"/>
                </a:lnTo>
                <a:lnTo>
                  <a:pt x="466443" y="12610"/>
                </a:lnTo>
                <a:lnTo>
                  <a:pt x="466660" y="12520"/>
                </a:lnTo>
                <a:lnTo>
                  <a:pt x="466872" y="12424"/>
                </a:lnTo>
                <a:lnTo>
                  <a:pt x="467078" y="12321"/>
                </a:lnTo>
                <a:lnTo>
                  <a:pt x="467280" y="12212"/>
                </a:lnTo>
                <a:lnTo>
                  <a:pt x="467476" y="12097"/>
                </a:lnTo>
                <a:lnTo>
                  <a:pt x="467667" y="11976"/>
                </a:lnTo>
                <a:lnTo>
                  <a:pt x="467853" y="11849"/>
                </a:lnTo>
                <a:lnTo>
                  <a:pt x="468034" y="11715"/>
                </a:lnTo>
                <a:lnTo>
                  <a:pt x="468210" y="11575"/>
                </a:lnTo>
                <a:lnTo>
                  <a:pt x="468381" y="11429"/>
                </a:lnTo>
                <a:lnTo>
                  <a:pt x="468546" y="11278"/>
                </a:lnTo>
                <a:lnTo>
                  <a:pt x="468704" y="11122"/>
                </a:lnTo>
                <a:lnTo>
                  <a:pt x="468855" y="10962"/>
                </a:lnTo>
                <a:lnTo>
                  <a:pt x="468999" y="10798"/>
                </a:lnTo>
                <a:lnTo>
                  <a:pt x="469135" y="10629"/>
                </a:lnTo>
                <a:lnTo>
                  <a:pt x="469265" y="10457"/>
                </a:lnTo>
                <a:lnTo>
                  <a:pt x="469388" y="10279"/>
                </a:lnTo>
                <a:lnTo>
                  <a:pt x="469504" y="10098"/>
                </a:lnTo>
                <a:lnTo>
                  <a:pt x="469612" y="9912"/>
                </a:lnTo>
                <a:lnTo>
                  <a:pt x="469714" y="9722"/>
                </a:lnTo>
                <a:lnTo>
                  <a:pt x="469809" y="9528"/>
                </a:lnTo>
                <a:lnTo>
                  <a:pt x="469896" y="9329"/>
                </a:lnTo>
                <a:lnTo>
                  <a:pt x="469977" y="9126"/>
                </a:lnTo>
                <a:lnTo>
                  <a:pt x="470051" y="8919"/>
                </a:lnTo>
                <a:lnTo>
                  <a:pt x="470117" y="8707"/>
                </a:lnTo>
                <a:lnTo>
                  <a:pt x="470177" y="8491"/>
                </a:lnTo>
                <a:lnTo>
                  <a:pt x="470229" y="8271"/>
                </a:lnTo>
                <a:lnTo>
                  <a:pt x="470275" y="8047"/>
                </a:lnTo>
                <a:lnTo>
                  <a:pt x="470314" y="7818"/>
                </a:lnTo>
                <a:lnTo>
                  <a:pt x="470345" y="7585"/>
                </a:lnTo>
                <a:lnTo>
                  <a:pt x="470370" y="7347"/>
                </a:lnTo>
                <a:lnTo>
                  <a:pt x="470387" y="7105"/>
                </a:lnTo>
                <a:lnTo>
                  <a:pt x="470398" y="6859"/>
                </a:lnTo>
                <a:lnTo>
                  <a:pt x="470401" y="6609"/>
                </a:lnTo>
                <a:lnTo>
                  <a:pt x="470398" y="6359"/>
                </a:lnTo>
                <a:lnTo>
                  <a:pt x="470387" y="6113"/>
                </a:lnTo>
                <a:lnTo>
                  <a:pt x="470370" y="5871"/>
                </a:lnTo>
                <a:lnTo>
                  <a:pt x="470345" y="5634"/>
                </a:lnTo>
                <a:lnTo>
                  <a:pt x="470314" y="5401"/>
                </a:lnTo>
                <a:lnTo>
                  <a:pt x="470275" y="5172"/>
                </a:lnTo>
                <a:lnTo>
                  <a:pt x="470229" y="4948"/>
                </a:lnTo>
                <a:lnTo>
                  <a:pt x="470177" y="4728"/>
                </a:lnTo>
                <a:lnTo>
                  <a:pt x="470117" y="4512"/>
                </a:lnTo>
                <a:lnTo>
                  <a:pt x="470051" y="4300"/>
                </a:lnTo>
                <a:lnTo>
                  <a:pt x="469977" y="4093"/>
                </a:lnTo>
                <a:lnTo>
                  <a:pt x="469896" y="3890"/>
                </a:lnTo>
                <a:lnTo>
                  <a:pt x="469809" y="3691"/>
                </a:lnTo>
                <a:lnTo>
                  <a:pt x="469714" y="3497"/>
                </a:lnTo>
                <a:lnTo>
                  <a:pt x="469612" y="3307"/>
                </a:lnTo>
                <a:lnTo>
                  <a:pt x="469504" y="3121"/>
                </a:lnTo>
                <a:lnTo>
                  <a:pt x="469388" y="2940"/>
                </a:lnTo>
                <a:lnTo>
                  <a:pt x="469265" y="2763"/>
                </a:lnTo>
                <a:lnTo>
                  <a:pt x="469135" y="2590"/>
                </a:lnTo>
                <a:lnTo>
                  <a:pt x="468999" y="2421"/>
                </a:lnTo>
                <a:lnTo>
                  <a:pt x="468855" y="2257"/>
                </a:lnTo>
                <a:lnTo>
                  <a:pt x="468704" y="2097"/>
                </a:lnTo>
                <a:lnTo>
                  <a:pt x="468546" y="1942"/>
                </a:lnTo>
                <a:lnTo>
                  <a:pt x="468381" y="1790"/>
                </a:lnTo>
                <a:lnTo>
                  <a:pt x="468210" y="1644"/>
                </a:lnTo>
                <a:lnTo>
                  <a:pt x="468034" y="1504"/>
                </a:lnTo>
                <a:lnTo>
                  <a:pt x="467853" y="1371"/>
                </a:lnTo>
                <a:lnTo>
                  <a:pt x="467667" y="1243"/>
                </a:lnTo>
                <a:lnTo>
                  <a:pt x="467476" y="1122"/>
                </a:lnTo>
                <a:lnTo>
                  <a:pt x="467280" y="1007"/>
                </a:lnTo>
                <a:lnTo>
                  <a:pt x="467078" y="898"/>
                </a:lnTo>
                <a:lnTo>
                  <a:pt x="466872" y="796"/>
                </a:lnTo>
                <a:lnTo>
                  <a:pt x="466660" y="699"/>
                </a:lnTo>
                <a:lnTo>
                  <a:pt x="466443" y="609"/>
                </a:lnTo>
                <a:lnTo>
                  <a:pt x="466221" y="525"/>
                </a:lnTo>
                <a:lnTo>
                  <a:pt x="465994" y="448"/>
                </a:lnTo>
                <a:lnTo>
                  <a:pt x="465762" y="376"/>
                </a:lnTo>
                <a:lnTo>
                  <a:pt x="465525" y="311"/>
                </a:lnTo>
                <a:lnTo>
                  <a:pt x="465283" y="252"/>
                </a:lnTo>
                <a:lnTo>
                  <a:pt x="465036" y="199"/>
                </a:lnTo>
                <a:lnTo>
                  <a:pt x="464783" y="152"/>
                </a:lnTo>
                <a:lnTo>
                  <a:pt x="464526" y="112"/>
                </a:lnTo>
                <a:lnTo>
                  <a:pt x="464263" y="78"/>
                </a:lnTo>
                <a:lnTo>
                  <a:pt x="463995" y="50"/>
                </a:lnTo>
                <a:lnTo>
                  <a:pt x="463722" y="28"/>
                </a:lnTo>
                <a:lnTo>
                  <a:pt x="463444" y="12"/>
                </a:lnTo>
                <a:lnTo>
                  <a:pt x="463161" y="3"/>
                </a:lnTo>
                <a:lnTo>
                  <a:pt x="462873" y="0"/>
                </a:lnTo>
                <a:lnTo>
                  <a:pt x="462585" y="3"/>
                </a:lnTo>
                <a:lnTo>
                  <a:pt x="462302" y="12"/>
                </a:lnTo>
                <a:lnTo>
                  <a:pt x="462024" y="28"/>
                </a:lnTo>
                <a:lnTo>
                  <a:pt x="461751" y="50"/>
                </a:lnTo>
                <a:lnTo>
                  <a:pt x="461483" y="78"/>
                </a:lnTo>
                <a:lnTo>
                  <a:pt x="461220" y="112"/>
                </a:lnTo>
                <a:lnTo>
                  <a:pt x="460963" y="152"/>
                </a:lnTo>
                <a:lnTo>
                  <a:pt x="460710" y="199"/>
                </a:lnTo>
                <a:lnTo>
                  <a:pt x="460463" y="252"/>
                </a:lnTo>
                <a:lnTo>
                  <a:pt x="460221" y="311"/>
                </a:lnTo>
                <a:lnTo>
                  <a:pt x="459983" y="376"/>
                </a:lnTo>
                <a:lnTo>
                  <a:pt x="459751" y="448"/>
                </a:lnTo>
                <a:lnTo>
                  <a:pt x="459524" y="525"/>
                </a:lnTo>
                <a:lnTo>
                  <a:pt x="459302" y="609"/>
                </a:lnTo>
                <a:lnTo>
                  <a:pt x="459086" y="699"/>
                </a:lnTo>
                <a:lnTo>
                  <a:pt x="458874" y="796"/>
                </a:lnTo>
                <a:lnTo>
                  <a:pt x="458667" y="898"/>
                </a:lnTo>
                <a:lnTo>
                  <a:pt x="458466" y="1007"/>
                </a:lnTo>
                <a:lnTo>
                  <a:pt x="458269" y="1122"/>
                </a:lnTo>
                <a:lnTo>
                  <a:pt x="458078" y="1243"/>
                </a:lnTo>
                <a:lnTo>
                  <a:pt x="457892" y="1371"/>
                </a:lnTo>
                <a:lnTo>
                  <a:pt x="457711" y="1504"/>
                </a:lnTo>
                <a:lnTo>
                  <a:pt x="457535" y="1644"/>
                </a:lnTo>
                <a:lnTo>
                  <a:pt x="457364" y="1790"/>
                </a:lnTo>
                <a:lnTo>
                  <a:pt x="457199" y="1942"/>
                </a:lnTo>
                <a:lnTo>
                  <a:pt x="457042" y="2097"/>
                </a:lnTo>
                <a:lnTo>
                  <a:pt x="456891" y="2257"/>
                </a:lnTo>
                <a:lnTo>
                  <a:pt x="456747" y="2421"/>
                </a:lnTo>
                <a:lnTo>
                  <a:pt x="456611" y="2590"/>
                </a:lnTo>
                <a:lnTo>
                  <a:pt x="456481" y="2763"/>
                </a:lnTo>
                <a:lnTo>
                  <a:pt x="456358" y="2940"/>
                </a:lnTo>
                <a:lnTo>
                  <a:pt x="456243" y="3121"/>
                </a:lnTo>
                <a:lnTo>
                  <a:pt x="456134" y="3307"/>
                </a:lnTo>
                <a:lnTo>
                  <a:pt x="456032" y="3497"/>
                </a:lnTo>
                <a:lnTo>
                  <a:pt x="455938" y="3691"/>
                </a:lnTo>
                <a:lnTo>
                  <a:pt x="455850" y="3890"/>
                </a:lnTo>
                <a:lnTo>
                  <a:pt x="455769" y="4093"/>
                </a:lnTo>
                <a:lnTo>
                  <a:pt x="455696" y="4300"/>
                </a:lnTo>
                <a:lnTo>
                  <a:pt x="455629" y="4512"/>
                </a:lnTo>
                <a:lnTo>
                  <a:pt x="455570" y="4728"/>
                </a:lnTo>
                <a:lnTo>
                  <a:pt x="455517" y="4948"/>
                </a:lnTo>
                <a:lnTo>
                  <a:pt x="455472" y="5172"/>
                </a:lnTo>
                <a:lnTo>
                  <a:pt x="455433" y="5401"/>
                </a:lnTo>
                <a:lnTo>
                  <a:pt x="455401" y="5634"/>
                </a:lnTo>
                <a:lnTo>
                  <a:pt x="455377" y="5871"/>
                </a:lnTo>
                <a:lnTo>
                  <a:pt x="455359" y="6113"/>
                </a:lnTo>
                <a:lnTo>
                  <a:pt x="455349" y="6359"/>
                </a:lnTo>
                <a:lnTo>
                  <a:pt x="455345" y="6609"/>
                </a:lnTo>
                <a:lnTo>
                  <a:pt x="455349" y="6859"/>
                </a:lnTo>
                <a:lnTo>
                  <a:pt x="455359" y="7105"/>
                </a:lnTo>
                <a:lnTo>
                  <a:pt x="455377" y="7347"/>
                </a:lnTo>
                <a:lnTo>
                  <a:pt x="455401" y="7585"/>
                </a:lnTo>
                <a:lnTo>
                  <a:pt x="455433" y="7818"/>
                </a:lnTo>
                <a:lnTo>
                  <a:pt x="455472" y="8047"/>
                </a:lnTo>
                <a:lnTo>
                  <a:pt x="455517" y="8271"/>
                </a:lnTo>
                <a:lnTo>
                  <a:pt x="455570" y="8491"/>
                </a:lnTo>
                <a:lnTo>
                  <a:pt x="455629" y="8707"/>
                </a:lnTo>
                <a:lnTo>
                  <a:pt x="455696" y="8919"/>
                </a:lnTo>
                <a:lnTo>
                  <a:pt x="455769" y="9126"/>
                </a:lnTo>
                <a:lnTo>
                  <a:pt x="455850" y="9329"/>
                </a:lnTo>
                <a:lnTo>
                  <a:pt x="455938" y="9528"/>
                </a:lnTo>
                <a:lnTo>
                  <a:pt x="456032" y="9722"/>
                </a:lnTo>
                <a:lnTo>
                  <a:pt x="456134" y="9912"/>
                </a:lnTo>
                <a:lnTo>
                  <a:pt x="456243" y="10098"/>
                </a:lnTo>
                <a:lnTo>
                  <a:pt x="456358" y="10279"/>
                </a:lnTo>
                <a:lnTo>
                  <a:pt x="456481" y="10457"/>
                </a:lnTo>
                <a:lnTo>
                  <a:pt x="456611" y="10629"/>
                </a:lnTo>
                <a:lnTo>
                  <a:pt x="456747" y="10798"/>
                </a:lnTo>
                <a:lnTo>
                  <a:pt x="456891" y="10962"/>
                </a:lnTo>
                <a:lnTo>
                  <a:pt x="457042" y="11122"/>
                </a:lnTo>
                <a:lnTo>
                  <a:pt x="457199" y="11278"/>
                </a:lnTo>
                <a:lnTo>
                  <a:pt x="457364" y="11429"/>
                </a:lnTo>
                <a:lnTo>
                  <a:pt x="457535" y="11575"/>
                </a:lnTo>
                <a:lnTo>
                  <a:pt x="457711" y="11715"/>
                </a:lnTo>
                <a:lnTo>
                  <a:pt x="457892" y="11849"/>
                </a:lnTo>
                <a:lnTo>
                  <a:pt x="458078" y="11976"/>
                </a:lnTo>
                <a:lnTo>
                  <a:pt x="458269" y="12097"/>
                </a:lnTo>
                <a:lnTo>
                  <a:pt x="458466" y="12212"/>
                </a:lnTo>
                <a:lnTo>
                  <a:pt x="458667" y="12321"/>
                </a:lnTo>
                <a:lnTo>
                  <a:pt x="458874" y="12424"/>
                </a:lnTo>
                <a:lnTo>
                  <a:pt x="459086" y="12520"/>
                </a:lnTo>
                <a:lnTo>
                  <a:pt x="459302" y="12610"/>
                </a:lnTo>
                <a:lnTo>
                  <a:pt x="459524" y="12694"/>
                </a:lnTo>
                <a:lnTo>
                  <a:pt x="459751" y="12772"/>
                </a:lnTo>
                <a:lnTo>
                  <a:pt x="459983" y="12843"/>
                </a:lnTo>
                <a:lnTo>
                  <a:pt x="460221" y="12909"/>
                </a:lnTo>
                <a:lnTo>
                  <a:pt x="460463" y="12968"/>
                </a:lnTo>
                <a:lnTo>
                  <a:pt x="460710" y="13021"/>
                </a:lnTo>
                <a:lnTo>
                  <a:pt x="460963" y="13067"/>
                </a:lnTo>
                <a:lnTo>
                  <a:pt x="461220" y="13108"/>
                </a:lnTo>
                <a:lnTo>
                  <a:pt x="461483" y="13142"/>
                </a:lnTo>
                <a:lnTo>
                  <a:pt x="461751" y="13170"/>
                </a:lnTo>
                <a:lnTo>
                  <a:pt x="462024" y="13191"/>
                </a:lnTo>
                <a:lnTo>
                  <a:pt x="462302" y="13207"/>
                </a:lnTo>
                <a:lnTo>
                  <a:pt x="462585" y="13216"/>
                </a:lnTo>
                <a:lnTo>
                  <a:pt x="462873" y="13219"/>
                </a:lnTo>
                <a:lnTo>
                  <a:pt x="463161" y="13216"/>
                </a:lnTo>
                <a:lnTo>
                  <a:pt x="463444" y="13207"/>
                </a:lnTo>
                <a:lnTo>
                  <a:pt x="463722" y="13191"/>
                </a:lnTo>
                <a:lnTo>
                  <a:pt x="463995" y="13170"/>
                </a:lnTo>
                <a:close/>
                <a:moveTo>
                  <a:pt x="414449" y="61780"/>
                </a:moveTo>
                <a:lnTo>
                  <a:pt x="414225" y="61772"/>
                </a:lnTo>
                <a:lnTo>
                  <a:pt x="414006" y="61758"/>
                </a:lnTo>
                <a:lnTo>
                  <a:pt x="413790" y="61738"/>
                </a:lnTo>
                <a:lnTo>
                  <a:pt x="413579" y="61713"/>
                </a:lnTo>
                <a:lnTo>
                  <a:pt x="413371" y="61682"/>
                </a:lnTo>
                <a:lnTo>
                  <a:pt x="413167" y="61646"/>
                </a:lnTo>
                <a:lnTo>
                  <a:pt x="412968" y="61604"/>
                </a:lnTo>
                <a:lnTo>
                  <a:pt x="412772" y="61557"/>
                </a:lnTo>
                <a:lnTo>
                  <a:pt x="412580" y="61504"/>
                </a:lnTo>
                <a:lnTo>
                  <a:pt x="412393" y="61445"/>
                </a:lnTo>
                <a:lnTo>
                  <a:pt x="412209" y="61381"/>
                </a:lnTo>
                <a:lnTo>
                  <a:pt x="412029" y="61312"/>
                </a:lnTo>
                <a:lnTo>
                  <a:pt x="411854" y="61236"/>
                </a:lnTo>
                <a:lnTo>
                  <a:pt x="411682" y="61156"/>
                </a:lnTo>
                <a:lnTo>
                  <a:pt x="411514" y="61069"/>
                </a:lnTo>
                <a:lnTo>
                  <a:pt x="411350" y="60977"/>
                </a:lnTo>
                <a:lnTo>
                  <a:pt x="411191" y="60880"/>
                </a:lnTo>
                <a:lnTo>
                  <a:pt x="411035" y="60777"/>
                </a:lnTo>
                <a:lnTo>
                  <a:pt x="410883" y="60668"/>
                </a:lnTo>
                <a:lnTo>
                  <a:pt x="410735" y="60554"/>
                </a:lnTo>
                <a:lnTo>
                  <a:pt x="410591" y="60434"/>
                </a:lnTo>
                <a:lnTo>
                  <a:pt x="410451" y="60308"/>
                </a:lnTo>
                <a:lnTo>
                  <a:pt x="410316" y="60177"/>
                </a:lnTo>
                <a:lnTo>
                  <a:pt x="410184" y="60042"/>
                </a:lnTo>
                <a:lnTo>
                  <a:pt x="410059" y="59902"/>
                </a:lnTo>
                <a:lnTo>
                  <a:pt x="409939" y="59758"/>
                </a:lnTo>
                <a:lnTo>
                  <a:pt x="409825" y="59610"/>
                </a:lnTo>
                <a:lnTo>
                  <a:pt x="409716" y="59458"/>
                </a:lnTo>
                <a:lnTo>
                  <a:pt x="409613" y="59302"/>
                </a:lnTo>
                <a:lnTo>
                  <a:pt x="409515" y="59143"/>
                </a:lnTo>
                <a:lnTo>
                  <a:pt x="409423" y="58979"/>
                </a:lnTo>
                <a:lnTo>
                  <a:pt x="409336" y="58811"/>
                </a:lnTo>
                <a:lnTo>
                  <a:pt x="409256" y="58639"/>
                </a:lnTo>
                <a:lnTo>
                  <a:pt x="409180" y="58464"/>
                </a:lnTo>
                <a:lnTo>
                  <a:pt x="409111" y="58284"/>
                </a:lnTo>
                <a:lnTo>
                  <a:pt x="409046" y="58100"/>
                </a:lnTo>
                <a:lnTo>
                  <a:pt x="408988" y="57912"/>
                </a:lnTo>
                <a:lnTo>
                  <a:pt x="408935" y="57721"/>
                </a:lnTo>
                <a:lnTo>
                  <a:pt x="408887" y="57525"/>
                </a:lnTo>
                <a:lnTo>
                  <a:pt x="408846" y="57326"/>
                </a:lnTo>
                <a:lnTo>
                  <a:pt x="408809" y="57122"/>
                </a:lnTo>
                <a:lnTo>
                  <a:pt x="408779" y="56914"/>
                </a:lnTo>
                <a:lnTo>
                  <a:pt x="408753" y="56703"/>
                </a:lnTo>
                <a:lnTo>
                  <a:pt x="408734" y="56487"/>
                </a:lnTo>
                <a:lnTo>
                  <a:pt x="408720" y="56268"/>
                </a:lnTo>
                <a:lnTo>
                  <a:pt x="408712" y="56044"/>
                </a:lnTo>
                <a:lnTo>
                  <a:pt x="408709" y="55817"/>
                </a:lnTo>
                <a:lnTo>
                  <a:pt x="408709" y="5141"/>
                </a:lnTo>
                <a:lnTo>
                  <a:pt x="381075" y="5141"/>
                </a:lnTo>
                <a:lnTo>
                  <a:pt x="381075" y="15514"/>
                </a:lnTo>
                <a:lnTo>
                  <a:pt x="397233" y="15514"/>
                </a:lnTo>
                <a:lnTo>
                  <a:pt x="397233" y="55817"/>
                </a:lnTo>
                <a:lnTo>
                  <a:pt x="397237" y="56220"/>
                </a:lnTo>
                <a:lnTo>
                  <a:pt x="397248" y="56620"/>
                </a:lnTo>
                <a:lnTo>
                  <a:pt x="397266" y="57015"/>
                </a:lnTo>
                <a:lnTo>
                  <a:pt x="397292" y="57406"/>
                </a:lnTo>
                <a:lnTo>
                  <a:pt x="397325" y="57794"/>
                </a:lnTo>
                <a:lnTo>
                  <a:pt x="397365" y="58177"/>
                </a:lnTo>
                <a:lnTo>
                  <a:pt x="397413" y="58557"/>
                </a:lnTo>
                <a:lnTo>
                  <a:pt x="397468" y="58933"/>
                </a:lnTo>
                <a:lnTo>
                  <a:pt x="397530" y="59304"/>
                </a:lnTo>
                <a:lnTo>
                  <a:pt x="397600" y="59672"/>
                </a:lnTo>
                <a:lnTo>
                  <a:pt x="397677" y="60035"/>
                </a:lnTo>
                <a:lnTo>
                  <a:pt x="397761" y="60395"/>
                </a:lnTo>
                <a:lnTo>
                  <a:pt x="397853" y="60750"/>
                </a:lnTo>
                <a:lnTo>
                  <a:pt x="397952" y="61102"/>
                </a:lnTo>
                <a:lnTo>
                  <a:pt x="398058" y="61450"/>
                </a:lnTo>
                <a:lnTo>
                  <a:pt x="398172" y="61793"/>
                </a:lnTo>
                <a:lnTo>
                  <a:pt x="398293" y="62133"/>
                </a:lnTo>
                <a:lnTo>
                  <a:pt x="398421" y="62469"/>
                </a:lnTo>
                <a:lnTo>
                  <a:pt x="398556" y="62801"/>
                </a:lnTo>
                <a:lnTo>
                  <a:pt x="398699" y="63128"/>
                </a:lnTo>
                <a:lnTo>
                  <a:pt x="398850" y="63452"/>
                </a:lnTo>
                <a:lnTo>
                  <a:pt x="399007" y="63772"/>
                </a:lnTo>
                <a:lnTo>
                  <a:pt x="399172" y="64088"/>
                </a:lnTo>
                <a:lnTo>
                  <a:pt x="399344" y="64399"/>
                </a:lnTo>
                <a:lnTo>
                  <a:pt x="399523" y="64706"/>
                </a:lnTo>
                <a:lnTo>
                  <a:pt x="399707" y="65007"/>
                </a:lnTo>
                <a:lnTo>
                  <a:pt x="399897" y="65302"/>
                </a:lnTo>
                <a:lnTo>
                  <a:pt x="400093" y="65592"/>
                </a:lnTo>
                <a:lnTo>
                  <a:pt x="400294" y="65875"/>
                </a:lnTo>
                <a:lnTo>
                  <a:pt x="400500" y="66152"/>
                </a:lnTo>
                <a:lnTo>
                  <a:pt x="400713" y="66424"/>
                </a:lnTo>
                <a:lnTo>
                  <a:pt x="400930" y="66689"/>
                </a:lnTo>
                <a:lnTo>
                  <a:pt x="401154" y="66949"/>
                </a:lnTo>
                <a:lnTo>
                  <a:pt x="401383" y="67203"/>
                </a:lnTo>
                <a:lnTo>
                  <a:pt x="401617" y="67451"/>
                </a:lnTo>
                <a:lnTo>
                  <a:pt x="401857" y="67693"/>
                </a:lnTo>
                <a:lnTo>
                  <a:pt x="402103" y="67929"/>
                </a:lnTo>
                <a:lnTo>
                  <a:pt x="402354" y="68159"/>
                </a:lnTo>
                <a:lnTo>
                  <a:pt x="402611" y="68383"/>
                </a:lnTo>
                <a:lnTo>
                  <a:pt x="402873" y="68602"/>
                </a:lnTo>
                <a:lnTo>
                  <a:pt x="403141" y="68814"/>
                </a:lnTo>
                <a:lnTo>
                  <a:pt x="403415" y="69021"/>
                </a:lnTo>
                <a:lnTo>
                  <a:pt x="403694" y="69222"/>
                </a:lnTo>
                <a:lnTo>
                  <a:pt x="403979" y="69417"/>
                </a:lnTo>
                <a:lnTo>
                  <a:pt x="404269" y="69606"/>
                </a:lnTo>
                <a:lnTo>
                  <a:pt x="404565" y="69789"/>
                </a:lnTo>
                <a:lnTo>
                  <a:pt x="404866" y="69966"/>
                </a:lnTo>
                <a:lnTo>
                  <a:pt x="405173" y="70137"/>
                </a:lnTo>
                <a:lnTo>
                  <a:pt x="405485" y="70302"/>
                </a:lnTo>
                <a:lnTo>
                  <a:pt x="405802" y="70460"/>
                </a:lnTo>
                <a:lnTo>
                  <a:pt x="406122" y="70611"/>
                </a:lnTo>
                <a:lnTo>
                  <a:pt x="406447" y="70754"/>
                </a:lnTo>
                <a:lnTo>
                  <a:pt x="406777" y="70891"/>
                </a:lnTo>
                <a:lnTo>
                  <a:pt x="407110" y="71021"/>
                </a:lnTo>
                <a:lnTo>
                  <a:pt x="407448" y="71144"/>
                </a:lnTo>
                <a:lnTo>
                  <a:pt x="407790" y="71259"/>
                </a:lnTo>
                <a:lnTo>
                  <a:pt x="408137" y="71368"/>
                </a:lnTo>
                <a:lnTo>
                  <a:pt x="408487" y="71470"/>
                </a:lnTo>
                <a:lnTo>
                  <a:pt x="408843" y="71564"/>
                </a:lnTo>
                <a:lnTo>
                  <a:pt x="409202" y="71652"/>
                </a:lnTo>
                <a:lnTo>
                  <a:pt x="409566" y="71733"/>
                </a:lnTo>
                <a:lnTo>
                  <a:pt x="409934" y="71806"/>
                </a:lnTo>
                <a:lnTo>
                  <a:pt x="410306" y="71873"/>
                </a:lnTo>
                <a:lnTo>
                  <a:pt x="410682" y="71933"/>
                </a:lnTo>
                <a:lnTo>
                  <a:pt x="411063" y="71985"/>
                </a:lnTo>
                <a:lnTo>
                  <a:pt x="411448" y="72031"/>
                </a:lnTo>
                <a:lnTo>
                  <a:pt x="411838" y="72069"/>
                </a:lnTo>
                <a:lnTo>
                  <a:pt x="412232" y="72101"/>
                </a:lnTo>
                <a:lnTo>
                  <a:pt x="412630" y="72126"/>
                </a:lnTo>
                <a:lnTo>
                  <a:pt x="413032" y="72143"/>
                </a:lnTo>
                <a:lnTo>
                  <a:pt x="413439" y="72154"/>
                </a:lnTo>
                <a:lnTo>
                  <a:pt x="413850" y="72157"/>
                </a:lnTo>
                <a:lnTo>
                  <a:pt x="429916" y="72157"/>
                </a:lnTo>
                <a:lnTo>
                  <a:pt x="429916" y="61783"/>
                </a:lnTo>
                <a:lnTo>
                  <a:pt x="414676" y="61783"/>
                </a:lnTo>
                <a:lnTo>
                  <a:pt x="414449" y="61780"/>
                </a:lnTo>
                <a:close/>
                <a:moveTo>
                  <a:pt x="524937" y="29295"/>
                </a:moveTo>
                <a:lnTo>
                  <a:pt x="524803" y="28878"/>
                </a:lnTo>
                <a:lnTo>
                  <a:pt x="524656" y="28470"/>
                </a:lnTo>
                <a:lnTo>
                  <a:pt x="524497" y="28071"/>
                </a:lnTo>
                <a:lnTo>
                  <a:pt x="524325" y="27681"/>
                </a:lnTo>
                <a:lnTo>
                  <a:pt x="524140" y="27300"/>
                </a:lnTo>
                <a:lnTo>
                  <a:pt x="523942" y="26929"/>
                </a:lnTo>
                <a:lnTo>
                  <a:pt x="523732" y="26566"/>
                </a:lnTo>
                <a:lnTo>
                  <a:pt x="523509" y="26212"/>
                </a:lnTo>
                <a:lnTo>
                  <a:pt x="523273" y="25868"/>
                </a:lnTo>
                <a:lnTo>
                  <a:pt x="523024" y="25532"/>
                </a:lnTo>
                <a:lnTo>
                  <a:pt x="522763" y="25206"/>
                </a:lnTo>
                <a:lnTo>
                  <a:pt x="522488" y="24889"/>
                </a:lnTo>
                <a:lnTo>
                  <a:pt x="522201" y="24581"/>
                </a:lnTo>
                <a:lnTo>
                  <a:pt x="521902" y="24282"/>
                </a:lnTo>
                <a:lnTo>
                  <a:pt x="521591" y="23993"/>
                </a:lnTo>
                <a:lnTo>
                  <a:pt x="521272" y="23717"/>
                </a:lnTo>
                <a:lnTo>
                  <a:pt x="520944" y="23453"/>
                </a:lnTo>
                <a:lnTo>
                  <a:pt x="520606" y="23202"/>
                </a:lnTo>
                <a:lnTo>
                  <a:pt x="520260" y="22962"/>
                </a:lnTo>
                <a:lnTo>
                  <a:pt x="519905" y="22735"/>
                </a:lnTo>
                <a:lnTo>
                  <a:pt x="519541" y="22521"/>
                </a:lnTo>
                <a:lnTo>
                  <a:pt x="519168" y="22318"/>
                </a:lnTo>
                <a:lnTo>
                  <a:pt x="518787" y="22128"/>
                </a:lnTo>
                <a:lnTo>
                  <a:pt x="518396" y="21950"/>
                </a:lnTo>
                <a:lnTo>
                  <a:pt x="517996" y="21784"/>
                </a:lnTo>
                <a:lnTo>
                  <a:pt x="517588" y="21631"/>
                </a:lnTo>
                <a:lnTo>
                  <a:pt x="517170" y="21490"/>
                </a:lnTo>
                <a:lnTo>
                  <a:pt x="516744" y="21361"/>
                </a:lnTo>
                <a:lnTo>
                  <a:pt x="516308" y="21244"/>
                </a:lnTo>
                <a:lnTo>
                  <a:pt x="515864" y="21140"/>
                </a:lnTo>
                <a:lnTo>
                  <a:pt x="515411" y="21048"/>
                </a:lnTo>
                <a:lnTo>
                  <a:pt x="514949" y="20968"/>
                </a:lnTo>
                <a:lnTo>
                  <a:pt x="514477" y="20901"/>
                </a:lnTo>
                <a:lnTo>
                  <a:pt x="513997" y="20846"/>
                </a:lnTo>
                <a:lnTo>
                  <a:pt x="513509" y="20803"/>
                </a:lnTo>
                <a:lnTo>
                  <a:pt x="513011" y="20772"/>
                </a:lnTo>
                <a:lnTo>
                  <a:pt x="512504" y="20754"/>
                </a:lnTo>
                <a:lnTo>
                  <a:pt x="511988" y="20747"/>
                </a:lnTo>
                <a:lnTo>
                  <a:pt x="511358" y="20756"/>
                </a:lnTo>
                <a:lnTo>
                  <a:pt x="510739" y="20784"/>
                </a:lnTo>
                <a:lnTo>
                  <a:pt x="510130" y="20829"/>
                </a:lnTo>
                <a:lnTo>
                  <a:pt x="509532" y="20893"/>
                </a:lnTo>
                <a:lnTo>
                  <a:pt x="508945" y="20975"/>
                </a:lnTo>
                <a:lnTo>
                  <a:pt x="508367" y="21074"/>
                </a:lnTo>
                <a:lnTo>
                  <a:pt x="507801" y="21193"/>
                </a:lnTo>
                <a:lnTo>
                  <a:pt x="507245" y="21329"/>
                </a:lnTo>
                <a:lnTo>
                  <a:pt x="506699" y="21483"/>
                </a:lnTo>
                <a:lnTo>
                  <a:pt x="506164" y="21656"/>
                </a:lnTo>
                <a:lnTo>
                  <a:pt x="505639" y="21847"/>
                </a:lnTo>
                <a:lnTo>
                  <a:pt x="505125" y="22056"/>
                </a:lnTo>
                <a:lnTo>
                  <a:pt x="504622" y="22283"/>
                </a:lnTo>
                <a:lnTo>
                  <a:pt x="504129" y="22528"/>
                </a:lnTo>
                <a:lnTo>
                  <a:pt x="503646" y="22792"/>
                </a:lnTo>
                <a:lnTo>
                  <a:pt x="503174" y="23073"/>
                </a:lnTo>
                <a:lnTo>
                  <a:pt x="502713" y="23373"/>
                </a:lnTo>
                <a:lnTo>
                  <a:pt x="502262" y="23691"/>
                </a:lnTo>
                <a:lnTo>
                  <a:pt x="501822" y="24027"/>
                </a:lnTo>
                <a:lnTo>
                  <a:pt x="501392" y="24382"/>
                </a:lnTo>
                <a:lnTo>
                  <a:pt x="500972" y="24754"/>
                </a:lnTo>
                <a:lnTo>
                  <a:pt x="500563" y="25145"/>
                </a:lnTo>
                <a:lnTo>
                  <a:pt x="500165" y="25554"/>
                </a:lnTo>
                <a:lnTo>
                  <a:pt x="499777" y="25981"/>
                </a:lnTo>
                <a:lnTo>
                  <a:pt x="499403" y="26423"/>
                </a:lnTo>
                <a:lnTo>
                  <a:pt x="499044" y="26878"/>
                </a:lnTo>
                <a:lnTo>
                  <a:pt x="498702" y="27346"/>
                </a:lnTo>
                <a:lnTo>
                  <a:pt x="498375" y="27827"/>
                </a:lnTo>
                <a:lnTo>
                  <a:pt x="498064" y="28320"/>
                </a:lnTo>
                <a:lnTo>
                  <a:pt x="497770" y="28826"/>
                </a:lnTo>
                <a:lnTo>
                  <a:pt x="497491" y="29345"/>
                </a:lnTo>
                <a:lnTo>
                  <a:pt x="497228" y="29877"/>
                </a:lnTo>
                <a:lnTo>
                  <a:pt x="496981" y="30421"/>
                </a:lnTo>
                <a:lnTo>
                  <a:pt x="496750" y="30979"/>
                </a:lnTo>
                <a:lnTo>
                  <a:pt x="496535" y="31548"/>
                </a:lnTo>
                <a:lnTo>
                  <a:pt x="496336" y="32131"/>
                </a:lnTo>
                <a:lnTo>
                  <a:pt x="496152" y="32726"/>
                </a:lnTo>
                <a:lnTo>
                  <a:pt x="495985" y="33335"/>
                </a:lnTo>
                <a:lnTo>
                  <a:pt x="495834" y="33956"/>
                </a:lnTo>
                <a:lnTo>
                  <a:pt x="495698" y="34589"/>
                </a:lnTo>
                <a:lnTo>
                  <a:pt x="495579" y="35236"/>
                </a:lnTo>
                <a:lnTo>
                  <a:pt x="495475" y="35895"/>
                </a:lnTo>
                <a:lnTo>
                  <a:pt x="495387" y="36567"/>
                </a:lnTo>
                <a:lnTo>
                  <a:pt x="495316" y="37252"/>
                </a:lnTo>
                <a:lnTo>
                  <a:pt x="495260" y="37949"/>
                </a:lnTo>
                <a:lnTo>
                  <a:pt x="495220" y="38659"/>
                </a:lnTo>
                <a:lnTo>
                  <a:pt x="495196" y="39382"/>
                </a:lnTo>
                <a:lnTo>
                  <a:pt x="495188" y="40118"/>
                </a:lnTo>
                <a:lnTo>
                  <a:pt x="495188" y="53797"/>
                </a:lnTo>
                <a:lnTo>
                  <a:pt x="495196" y="54525"/>
                </a:lnTo>
                <a:lnTo>
                  <a:pt x="495220" y="55241"/>
                </a:lnTo>
                <a:lnTo>
                  <a:pt x="495261" y="55944"/>
                </a:lnTo>
                <a:lnTo>
                  <a:pt x="495317" y="56635"/>
                </a:lnTo>
                <a:lnTo>
                  <a:pt x="495389" y="57313"/>
                </a:lnTo>
                <a:lnTo>
                  <a:pt x="495478" y="57979"/>
                </a:lnTo>
                <a:lnTo>
                  <a:pt x="495583" y="58633"/>
                </a:lnTo>
                <a:lnTo>
                  <a:pt x="495703" y="59274"/>
                </a:lnTo>
                <a:lnTo>
                  <a:pt x="495840" y="59903"/>
                </a:lnTo>
                <a:lnTo>
                  <a:pt x="495993" y="60519"/>
                </a:lnTo>
                <a:lnTo>
                  <a:pt x="496162" y="61123"/>
                </a:lnTo>
                <a:lnTo>
                  <a:pt x="496347" y="61714"/>
                </a:lnTo>
                <a:lnTo>
                  <a:pt x="496548" y="62293"/>
                </a:lnTo>
                <a:lnTo>
                  <a:pt x="496766" y="62860"/>
                </a:lnTo>
                <a:lnTo>
                  <a:pt x="496999" y="63414"/>
                </a:lnTo>
                <a:lnTo>
                  <a:pt x="497248" y="63956"/>
                </a:lnTo>
                <a:lnTo>
                  <a:pt x="497514" y="64485"/>
                </a:lnTo>
                <a:lnTo>
                  <a:pt x="497796" y="65002"/>
                </a:lnTo>
                <a:lnTo>
                  <a:pt x="498093" y="65507"/>
                </a:lnTo>
                <a:lnTo>
                  <a:pt x="498407" y="65999"/>
                </a:lnTo>
                <a:lnTo>
                  <a:pt x="498737" y="66478"/>
                </a:lnTo>
                <a:lnTo>
                  <a:pt x="499083" y="66946"/>
                </a:lnTo>
                <a:lnTo>
                  <a:pt x="499445" y="67400"/>
                </a:lnTo>
                <a:lnTo>
                  <a:pt x="499824" y="67843"/>
                </a:lnTo>
                <a:lnTo>
                  <a:pt x="500215" y="68270"/>
                </a:lnTo>
                <a:lnTo>
                  <a:pt x="500616" y="68678"/>
                </a:lnTo>
                <a:lnTo>
                  <a:pt x="501028" y="69069"/>
                </a:lnTo>
                <a:lnTo>
                  <a:pt x="501449" y="69441"/>
                </a:lnTo>
                <a:lnTo>
                  <a:pt x="501881" y="69796"/>
                </a:lnTo>
                <a:lnTo>
                  <a:pt x="502323" y="70132"/>
                </a:lnTo>
                <a:lnTo>
                  <a:pt x="502774" y="70450"/>
                </a:lnTo>
                <a:lnTo>
                  <a:pt x="503236" y="70749"/>
                </a:lnTo>
                <a:lnTo>
                  <a:pt x="503708" y="71031"/>
                </a:lnTo>
                <a:lnTo>
                  <a:pt x="504189" y="71294"/>
                </a:lnTo>
                <a:lnTo>
                  <a:pt x="504681" y="71540"/>
                </a:lnTo>
                <a:lnTo>
                  <a:pt x="505183" y="71767"/>
                </a:lnTo>
                <a:lnTo>
                  <a:pt x="505695" y="71976"/>
                </a:lnTo>
                <a:lnTo>
                  <a:pt x="506217" y="72166"/>
                </a:lnTo>
                <a:lnTo>
                  <a:pt x="506749" y="72339"/>
                </a:lnTo>
                <a:lnTo>
                  <a:pt x="507291" y="72493"/>
                </a:lnTo>
                <a:lnTo>
                  <a:pt x="507843" y="72630"/>
                </a:lnTo>
                <a:lnTo>
                  <a:pt x="508405" y="72748"/>
                </a:lnTo>
                <a:lnTo>
                  <a:pt x="508977" y="72848"/>
                </a:lnTo>
                <a:lnTo>
                  <a:pt x="509559" y="72929"/>
                </a:lnTo>
                <a:lnTo>
                  <a:pt x="510151" y="72993"/>
                </a:lnTo>
                <a:lnTo>
                  <a:pt x="510754" y="73038"/>
                </a:lnTo>
                <a:lnTo>
                  <a:pt x="511366" y="73066"/>
                </a:lnTo>
                <a:lnTo>
                  <a:pt x="511988" y="73075"/>
                </a:lnTo>
                <a:lnTo>
                  <a:pt x="512504" y="73069"/>
                </a:lnTo>
                <a:lnTo>
                  <a:pt x="513011" y="73050"/>
                </a:lnTo>
                <a:lnTo>
                  <a:pt x="513509" y="73019"/>
                </a:lnTo>
                <a:lnTo>
                  <a:pt x="513997" y="72976"/>
                </a:lnTo>
                <a:lnTo>
                  <a:pt x="514477" y="72921"/>
                </a:lnTo>
                <a:lnTo>
                  <a:pt x="514949" y="72854"/>
                </a:lnTo>
                <a:lnTo>
                  <a:pt x="515411" y="72774"/>
                </a:lnTo>
                <a:lnTo>
                  <a:pt x="515864" y="72682"/>
                </a:lnTo>
                <a:lnTo>
                  <a:pt x="516308" y="72578"/>
                </a:lnTo>
                <a:lnTo>
                  <a:pt x="516744" y="72461"/>
                </a:lnTo>
                <a:lnTo>
                  <a:pt x="517170" y="72332"/>
                </a:lnTo>
                <a:lnTo>
                  <a:pt x="517588" y="72191"/>
                </a:lnTo>
                <a:lnTo>
                  <a:pt x="517996" y="72038"/>
                </a:lnTo>
                <a:lnTo>
                  <a:pt x="518396" y="71872"/>
                </a:lnTo>
                <a:lnTo>
                  <a:pt x="518787" y="71694"/>
                </a:lnTo>
                <a:lnTo>
                  <a:pt x="519168" y="71504"/>
                </a:lnTo>
                <a:lnTo>
                  <a:pt x="519541" y="71301"/>
                </a:lnTo>
                <a:lnTo>
                  <a:pt x="519905" y="71087"/>
                </a:lnTo>
                <a:lnTo>
                  <a:pt x="520260" y="70860"/>
                </a:lnTo>
                <a:lnTo>
                  <a:pt x="520606" y="70620"/>
                </a:lnTo>
                <a:lnTo>
                  <a:pt x="520944" y="70369"/>
                </a:lnTo>
                <a:lnTo>
                  <a:pt x="521272" y="70105"/>
                </a:lnTo>
                <a:lnTo>
                  <a:pt x="521591" y="69829"/>
                </a:lnTo>
                <a:lnTo>
                  <a:pt x="521902" y="69540"/>
                </a:lnTo>
                <a:lnTo>
                  <a:pt x="522201" y="69241"/>
                </a:lnTo>
                <a:lnTo>
                  <a:pt x="522488" y="68933"/>
                </a:lnTo>
                <a:lnTo>
                  <a:pt x="522763" y="68616"/>
                </a:lnTo>
                <a:lnTo>
                  <a:pt x="523024" y="68290"/>
                </a:lnTo>
                <a:lnTo>
                  <a:pt x="523273" y="67954"/>
                </a:lnTo>
                <a:lnTo>
                  <a:pt x="523509" y="67610"/>
                </a:lnTo>
                <a:lnTo>
                  <a:pt x="523732" y="67256"/>
                </a:lnTo>
                <a:lnTo>
                  <a:pt x="523942" y="66893"/>
                </a:lnTo>
                <a:lnTo>
                  <a:pt x="524140" y="66522"/>
                </a:lnTo>
                <a:lnTo>
                  <a:pt x="524325" y="66141"/>
                </a:lnTo>
                <a:lnTo>
                  <a:pt x="524497" y="65751"/>
                </a:lnTo>
                <a:lnTo>
                  <a:pt x="524656" y="65352"/>
                </a:lnTo>
                <a:lnTo>
                  <a:pt x="524803" y="64944"/>
                </a:lnTo>
                <a:lnTo>
                  <a:pt x="524937" y="64527"/>
                </a:lnTo>
                <a:lnTo>
                  <a:pt x="525058" y="64100"/>
                </a:lnTo>
                <a:lnTo>
                  <a:pt x="525167" y="63665"/>
                </a:lnTo>
                <a:lnTo>
                  <a:pt x="525262" y="63221"/>
                </a:lnTo>
                <a:lnTo>
                  <a:pt x="525345" y="62767"/>
                </a:lnTo>
                <a:lnTo>
                  <a:pt x="525383" y="62518"/>
                </a:lnTo>
                <a:lnTo>
                  <a:pt x="525575" y="62518"/>
                </a:lnTo>
                <a:lnTo>
                  <a:pt x="525575" y="72157"/>
                </a:lnTo>
                <a:lnTo>
                  <a:pt x="536774" y="72157"/>
                </a:lnTo>
                <a:lnTo>
                  <a:pt x="536774" y="5141"/>
                </a:lnTo>
                <a:lnTo>
                  <a:pt x="525299" y="5141"/>
                </a:lnTo>
                <a:lnTo>
                  <a:pt x="525299" y="19278"/>
                </a:lnTo>
                <a:lnTo>
                  <a:pt x="525666" y="31304"/>
                </a:lnTo>
                <a:lnTo>
                  <a:pt x="525383" y="31304"/>
                </a:lnTo>
                <a:lnTo>
                  <a:pt x="525345" y="31055"/>
                </a:lnTo>
                <a:lnTo>
                  <a:pt x="525262" y="30601"/>
                </a:lnTo>
                <a:lnTo>
                  <a:pt x="525167" y="30157"/>
                </a:lnTo>
                <a:lnTo>
                  <a:pt x="525058" y="29722"/>
                </a:lnTo>
                <a:lnTo>
                  <a:pt x="524937" y="29295"/>
                </a:lnTo>
                <a:close/>
                <a:moveTo>
                  <a:pt x="514274" y="63048"/>
                </a:moveTo>
                <a:lnTo>
                  <a:pt x="513944" y="62999"/>
                </a:lnTo>
                <a:lnTo>
                  <a:pt x="513620" y="62941"/>
                </a:lnTo>
                <a:lnTo>
                  <a:pt x="513303" y="62874"/>
                </a:lnTo>
                <a:lnTo>
                  <a:pt x="512993" y="62798"/>
                </a:lnTo>
                <a:lnTo>
                  <a:pt x="512689" y="62713"/>
                </a:lnTo>
                <a:lnTo>
                  <a:pt x="512392" y="62620"/>
                </a:lnTo>
                <a:lnTo>
                  <a:pt x="512102" y="62517"/>
                </a:lnTo>
                <a:lnTo>
                  <a:pt x="511819" y="62406"/>
                </a:lnTo>
                <a:lnTo>
                  <a:pt x="511542" y="62285"/>
                </a:lnTo>
                <a:lnTo>
                  <a:pt x="511272" y="62156"/>
                </a:lnTo>
                <a:lnTo>
                  <a:pt x="511008" y="62017"/>
                </a:lnTo>
                <a:lnTo>
                  <a:pt x="510751" y="61870"/>
                </a:lnTo>
                <a:lnTo>
                  <a:pt x="510501" y="61714"/>
                </a:lnTo>
                <a:lnTo>
                  <a:pt x="510258" y="61549"/>
                </a:lnTo>
                <a:lnTo>
                  <a:pt x="510021" y="61375"/>
                </a:lnTo>
                <a:lnTo>
                  <a:pt x="509791" y="61192"/>
                </a:lnTo>
                <a:lnTo>
                  <a:pt x="509568" y="61000"/>
                </a:lnTo>
                <a:lnTo>
                  <a:pt x="509352" y="60799"/>
                </a:lnTo>
                <a:lnTo>
                  <a:pt x="509142" y="60589"/>
                </a:lnTo>
                <a:lnTo>
                  <a:pt x="508940" y="60371"/>
                </a:lnTo>
                <a:lnTo>
                  <a:pt x="508746" y="60146"/>
                </a:lnTo>
                <a:lnTo>
                  <a:pt x="508561" y="59912"/>
                </a:lnTo>
                <a:lnTo>
                  <a:pt x="508385" y="59671"/>
                </a:lnTo>
                <a:lnTo>
                  <a:pt x="508217" y="59423"/>
                </a:lnTo>
                <a:lnTo>
                  <a:pt x="508058" y="59166"/>
                </a:lnTo>
                <a:lnTo>
                  <a:pt x="507907" y="58902"/>
                </a:lnTo>
                <a:lnTo>
                  <a:pt x="507765" y="58631"/>
                </a:lnTo>
                <a:lnTo>
                  <a:pt x="507632" y="58352"/>
                </a:lnTo>
                <a:lnTo>
                  <a:pt x="507507" y="58065"/>
                </a:lnTo>
                <a:lnTo>
                  <a:pt x="507391" y="57770"/>
                </a:lnTo>
                <a:lnTo>
                  <a:pt x="507283" y="57468"/>
                </a:lnTo>
                <a:lnTo>
                  <a:pt x="507184" y="57158"/>
                </a:lnTo>
                <a:lnTo>
                  <a:pt x="507094" y="56841"/>
                </a:lnTo>
                <a:lnTo>
                  <a:pt x="507012" y="56516"/>
                </a:lnTo>
                <a:lnTo>
                  <a:pt x="506939" y="56183"/>
                </a:lnTo>
                <a:lnTo>
                  <a:pt x="506875" y="55843"/>
                </a:lnTo>
                <a:lnTo>
                  <a:pt x="506819" y="55495"/>
                </a:lnTo>
                <a:lnTo>
                  <a:pt x="506771" y="55139"/>
                </a:lnTo>
                <a:lnTo>
                  <a:pt x="506733" y="54776"/>
                </a:lnTo>
                <a:lnTo>
                  <a:pt x="506702" y="54405"/>
                </a:lnTo>
                <a:lnTo>
                  <a:pt x="506681" y="54026"/>
                </a:lnTo>
                <a:lnTo>
                  <a:pt x="506668" y="53640"/>
                </a:lnTo>
                <a:lnTo>
                  <a:pt x="506664" y="53246"/>
                </a:lnTo>
                <a:lnTo>
                  <a:pt x="506664" y="40577"/>
                </a:lnTo>
                <a:lnTo>
                  <a:pt x="506668" y="40183"/>
                </a:lnTo>
                <a:lnTo>
                  <a:pt x="506681" y="39797"/>
                </a:lnTo>
                <a:lnTo>
                  <a:pt x="506702" y="39418"/>
                </a:lnTo>
                <a:lnTo>
                  <a:pt x="506733" y="39047"/>
                </a:lnTo>
                <a:lnTo>
                  <a:pt x="506771" y="38684"/>
                </a:lnTo>
                <a:lnTo>
                  <a:pt x="506819" y="38328"/>
                </a:lnTo>
                <a:lnTo>
                  <a:pt x="506875" y="37980"/>
                </a:lnTo>
                <a:lnTo>
                  <a:pt x="506939" y="37639"/>
                </a:lnTo>
                <a:lnTo>
                  <a:pt x="507012" y="37307"/>
                </a:lnTo>
                <a:lnTo>
                  <a:pt x="507094" y="36982"/>
                </a:lnTo>
                <a:lnTo>
                  <a:pt x="507184" y="36664"/>
                </a:lnTo>
                <a:lnTo>
                  <a:pt x="507283" y="36354"/>
                </a:lnTo>
                <a:lnTo>
                  <a:pt x="507391" y="36052"/>
                </a:lnTo>
                <a:lnTo>
                  <a:pt x="507507" y="35757"/>
                </a:lnTo>
                <a:lnTo>
                  <a:pt x="507632" y="35471"/>
                </a:lnTo>
                <a:lnTo>
                  <a:pt x="507765" y="35191"/>
                </a:lnTo>
                <a:lnTo>
                  <a:pt x="507907" y="34920"/>
                </a:lnTo>
                <a:lnTo>
                  <a:pt x="508058" y="34656"/>
                </a:lnTo>
                <a:lnTo>
                  <a:pt x="508217" y="34399"/>
                </a:lnTo>
                <a:lnTo>
                  <a:pt x="508385" y="34151"/>
                </a:lnTo>
                <a:lnTo>
                  <a:pt x="508561" y="33910"/>
                </a:lnTo>
                <a:lnTo>
                  <a:pt x="508746" y="33677"/>
                </a:lnTo>
                <a:lnTo>
                  <a:pt x="508940" y="33451"/>
                </a:lnTo>
                <a:lnTo>
                  <a:pt x="509142" y="33233"/>
                </a:lnTo>
                <a:lnTo>
                  <a:pt x="509352" y="33023"/>
                </a:lnTo>
                <a:lnTo>
                  <a:pt x="509568" y="32822"/>
                </a:lnTo>
                <a:lnTo>
                  <a:pt x="509791" y="32630"/>
                </a:lnTo>
                <a:lnTo>
                  <a:pt x="510021" y="32447"/>
                </a:lnTo>
                <a:lnTo>
                  <a:pt x="510258" y="32273"/>
                </a:lnTo>
                <a:lnTo>
                  <a:pt x="510501" y="32108"/>
                </a:lnTo>
                <a:lnTo>
                  <a:pt x="510751" y="31952"/>
                </a:lnTo>
                <a:lnTo>
                  <a:pt x="511008" y="31805"/>
                </a:lnTo>
                <a:lnTo>
                  <a:pt x="511272" y="31666"/>
                </a:lnTo>
                <a:lnTo>
                  <a:pt x="511542" y="31537"/>
                </a:lnTo>
                <a:lnTo>
                  <a:pt x="511819" y="31417"/>
                </a:lnTo>
                <a:lnTo>
                  <a:pt x="512102" y="31305"/>
                </a:lnTo>
                <a:lnTo>
                  <a:pt x="512392" y="31202"/>
                </a:lnTo>
                <a:lnTo>
                  <a:pt x="512689" y="31109"/>
                </a:lnTo>
                <a:lnTo>
                  <a:pt x="512993" y="31024"/>
                </a:lnTo>
                <a:lnTo>
                  <a:pt x="513303" y="30948"/>
                </a:lnTo>
                <a:lnTo>
                  <a:pt x="513620" y="30881"/>
                </a:lnTo>
                <a:lnTo>
                  <a:pt x="513944" y="30823"/>
                </a:lnTo>
                <a:lnTo>
                  <a:pt x="514274" y="30774"/>
                </a:lnTo>
                <a:lnTo>
                  <a:pt x="514611" y="30734"/>
                </a:lnTo>
                <a:lnTo>
                  <a:pt x="514955" y="30702"/>
                </a:lnTo>
                <a:lnTo>
                  <a:pt x="515306" y="30680"/>
                </a:lnTo>
                <a:lnTo>
                  <a:pt x="515663" y="30667"/>
                </a:lnTo>
                <a:lnTo>
                  <a:pt x="516027" y="30662"/>
                </a:lnTo>
                <a:lnTo>
                  <a:pt x="516391" y="30667"/>
                </a:lnTo>
                <a:lnTo>
                  <a:pt x="516748" y="30680"/>
                </a:lnTo>
                <a:lnTo>
                  <a:pt x="517098" y="30703"/>
                </a:lnTo>
                <a:lnTo>
                  <a:pt x="517441" y="30735"/>
                </a:lnTo>
                <a:lnTo>
                  <a:pt x="517777" y="30776"/>
                </a:lnTo>
                <a:lnTo>
                  <a:pt x="518107" y="30826"/>
                </a:lnTo>
                <a:lnTo>
                  <a:pt x="518429" y="30885"/>
                </a:lnTo>
                <a:lnTo>
                  <a:pt x="518745" y="30953"/>
                </a:lnTo>
                <a:lnTo>
                  <a:pt x="519054" y="31030"/>
                </a:lnTo>
                <a:lnTo>
                  <a:pt x="519356" y="31117"/>
                </a:lnTo>
                <a:lnTo>
                  <a:pt x="519652" y="31212"/>
                </a:lnTo>
                <a:lnTo>
                  <a:pt x="519940" y="31317"/>
                </a:lnTo>
                <a:lnTo>
                  <a:pt x="520221" y="31430"/>
                </a:lnTo>
                <a:lnTo>
                  <a:pt x="520496" y="31553"/>
                </a:lnTo>
                <a:lnTo>
                  <a:pt x="520764" y="31684"/>
                </a:lnTo>
                <a:lnTo>
                  <a:pt x="521025" y="31825"/>
                </a:lnTo>
                <a:lnTo>
                  <a:pt x="521279" y="31975"/>
                </a:lnTo>
                <a:lnTo>
                  <a:pt x="521526" y="32134"/>
                </a:lnTo>
                <a:lnTo>
                  <a:pt x="521767" y="32302"/>
                </a:lnTo>
                <a:lnTo>
                  <a:pt x="522000" y="32479"/>
                </a:lnTo>
                <a:lnTo>
                  <a:pt x="522227" y="32666"/>
                </a:lnTo>
                <a:lnTo>
                  <a:pt x="522446" y="32861"/>
                </a:lnTo>
                <a:lnTo>
                  <a:pt x="522659" y="33066"/>
                </a:lnTo>
                <a:lnTo>
                  <a:pt x="522866" y="33279"/>
                </a:lnTo>
                <a:lnTo>
                  <a:pt x="523064" y="33501"/>
                </a:lnTo>
                <a:lnTo>
                  <a:pt x="523254" y="33729"/>
                </a:lnTo>
                <a:lnTo>
                  <a:pt x="523436" y="33965"/>
                </a:lnTo>
                <a:lnTo>
                  <a:pt x="523609" y="34208"/>
                </a:lnTo>
                <a:lnTo>
                  <a:pt x="523774" y="34458"/>
                </a:lnTo>
                <a:lnTo>
                  <a:pt x="523930" y="34716"/>
                </a:lnTo>
                <a:lnTo>
                  <a:pt x="524078" y="34981"/>
                </a:lnTo>
                <a:lnTo>
                  <a:pt x="524217" y="35252"/>
                </a:lnTo>
                <a:lnTo>
                  <a:pt x="524348" y="35531"/>
                </a:lnTo>
                <a:lnTo>
                  <a:pt x="524471" y="35817"/>
                </a:lnTo>
                <a:lnTo>
                  <a:pt x="524585" y="36111"/>
                </a:lnTo>
                <a:lnTo>
                  <a:pt x="524690" y="36411"/>
                </a:lnTo>
                <a:lnTo>
                  <a:pt x="524788" y="36719"/>
                </a:lnTo>
                <a:lnTo>
                  <a:pt x="524876" y="37034"/>
                </a:lnTo>
                <a:lnTo>
                  <a:pt x="524957" y="37356"/>
                </a:lnTo>
                <a:lnTo>
                  <a:pt x="525028" y="37685"/>
                </a:lnTo>
                <a:lnTo>
                  <a:pt x="525092" y="38021"/>
                </a:lnTo>
                <a:lnTo>
                  <a:pt x="525147" y="38365"/>
                </a:lnTo>
                <a:lnTo>
                  <a:pt x="525193" y="38716"/>
                </a:lnTo>
                <a:lnTo>
                  <a:pt x="525231" y="39074"/>
                </a:lnTo>
                <a:lnTo>
                  <a:pt x="525261" y="39439"/>
                </a:lnTo>
                <a:lnTo>
                  <a:pt x="525282" y="39811"/>
                </a:lnTo>
                <a:lnTo>
                  <a:pt x="525294" y="40191"/>
                </a:lnTo>
                <a:lnTo>
                  <a:pt x="525299" y="40577"/>
                </a:lnTo>
                <a:lnTo>
                  <a:pt x="525299" y="53246"/>
                </a:lnTo>
                <a:lnTo>
                  <a:pt x="525294" y="53633"/>
                </a:lnTo>
                <a:lnTo>
                  <a:pt x="525282" y="54012"/>
                </a:lnTo>
                <a:lnTo>
                  <a:pt x="525261" y="54384"/>
                </a:lnTo>
                <a:lnTo>
                  <a:pt x="525231" y="54749"/>
                </a:lnTo>
                <a:lnTo>
                  <a:pt x="525193" y="55107"/>
                </a:lnTo>
                <a:lnTo>
                  <a:pt x="525147" y="55458"/>
                </a:lnTo>
                <a:lnTo>
                  <a:pt x="525092" y="55801"/>
                </a:lnTo>
                <a:lnTo>
                  <a:pt x="525028" y="56138"/>
                </a:lnTo>
                <a:lnTo>
                  <a:pt x="524957" y="56467"/>
                </a:lnTo>
                <a:lnTo>
                  <a:pt x="524876" y="56789"/>
                </a:lnTo>
                <a:lnTo>
                  <a:pt x="524788" y="57104"/>
                </a:lnTo>
                <a:lnTo>
                  <a:pt x="524690" y="57411"/>
                </a:lnTo>
                <a:lnTo>
                  <a:pt x="524585" y="57712"/>
                </a:lnTo>
                <a:lnTo>
                  <a:pt x="524471" y="58005"/>
                </a:lnTo>
                <a:lnTo>
                  <a:pt x="524348" y="58292"/>
                </a:lnTo>
                <a:lnTo>
                  <a:pt x="524217" y="58571"/>
                </a:lnTo>
                <a:lnTo>
                  <a:pt x="524078" y="58842"/>
                </a:lnTo>
                <a:lnTo>
                  <a:pt x="523930" y="59107"/>
                </a:lnTo>
                <a:lnTo>
                  <a:pt x="523774" y="59364"/>
                </a:lnTo>
                <a:lnTo>
                  <a:pt x="523609" y="59615"/>
                </a:lnTo>
                <a:lnTo>
                  <a:pt x="523436" y="59858"/>
                </a:lnTo>
                <a:lnTo>
                  <a:pt x="523254" y="60094"/>
                </a:lnTo>
                <a:lnTo>
                  <a:pt x="523064" y="60323"/>
                </a:lnTo>
                <a:lnTo>
                  <a:pt x="522866" y="60544"/>
                </a:lnTo>
                <a:lnTo>
                  <a:pt x="522659" y="60758"/>
                </a:lnTo>
                <a:lnTo>
                  <a:pt x="522446" y="60962"/>
                </a:lnTo>
                <a:lnTo>
                  <a:pt x="522227" y="61157"/>
                </a:lnTo>
                <a:lnTo>
                  <a:pt x="522000" y="61344"/>
                </a:lnTo>
                <a:lnTo>
                  <a:pt x="521767" y="61521"/>
                </a:lnTo>
                <a:lnTo>
                  <a:pt x="521526" y="61689"/>
                </a:lnTo>
                <a:lnTo>
                  <a:pt x="521279" y="61848"/>
                </a:lnTo>
                <a:lnTo>
                  <a:pt x="521025" y="61997"/>
                </a:lnTo>
                <a:lnTo>
                  <a:pt x="520764" y="62138"/>
                </a:lnTo>
                <a:lnTo>
                  <a:pt x="520496" y="62270"/>
                </a:lnTo>
                <a:lnTo>
                  <a:pt x="520221" y="62392"/>
                </a:lnTo>
                <a:lnTo>
                  <a:pt x="519940" y="62506"/>
                </a:lnTo>
                <a:lnTo>
                  <a:pt x="519652" y="62610"/>
                </a:lnTo>
                <a:lnTo>
                  <a:pt x="519356" y="62706"/>
                </a:lnTo>
                <a:lnTo>
                  <a:pt x="519054" y="62792"/>
                </a:lnTo>
                <a:lnTo>
                  <a:pt x="518745" y="62869"/>
                </a:lnTo>
                <a:lnTo>
                  <a:pt x="518429" y="62937"/>
                </a:lnTo>
                <a:lnTo>
                  <a:pt x="518107" y="62996"/>
                </a:lnTo>
                <a:lnTo>
                  <a:pt x="517777" y="63046"/>
                </a:lnTo>
                <a:lnTo>
                  <a:pt x="517441" y="63087"/>
                </a:lnTo>
                <a:lnTo>
                  <a:pt x="517098" y="63119"/>
                </a:lnTo>
                <a:lnTo>
                  <a:pt x="516748" y="63142"/>
                </a:lnTo>
                <a:lnTo>
                  <a:pt x="516391" y="63155"/>
                </a:lnTo>
                <a:lnTo>
                  <a:pt x="516027" y="63160"/>
                </a:lnTo>
                <a:lnTo>
                  <a:pt x="515663" y="63155"/>
                </a:lnTo>
                <a:lnTo>
                  <a:pt x="515306" y="63142"/>
                </a:lnTo>
                <a:lnTo>
                  <a:pt x="514955" y="63120"/>
                </a:lnTo>
                <a:lnTo>
                  <a:pt x="514611" y="63088"/>
                </a:lnTo>
                <a:lnTo>
                  <a:pt x="514274" y="63048"/>
                </a:lnTo>
                <a:close/>
                <a:moveTo>
                  <a:pt x="632053" y="61750"/>
                </a:moveTo>
                <a:lnTo>
                  <a:pt x="631704" y="61708"/>
                </a:lnTo>
                <a:lnTo>
                  <a:pt x="631370" y="61650"/>
                </a:lnTo>
                <a:lnTo>
                  <a:pt x="631053" y="61576"/>
                </a:lnTo>
                <a:lnTo>
                  <a:pt x="630752" y="61484"/>
                </a:lnTo>
                <a:lnTo>
                  <a:pt x="630468" y="61377"/>
                </a:lnTo>
                <a:lnTo>
                  <a:pt x="630200" y="61252"/>
                </a:lnTo>
                <a:lnTo>
                  <a:pt x="629948" y="61112"/>
                </a:lnTo>
                <a:lnTo>
                  <a:pt x="629712" y="60954"/>
                </a:lnTo>
                <a:lnTo>
                  <a:pt x="629492" y="60780"/>
                </a:lnTo>
                <a:lnTo>
                  <a:pt x="629289" y="60590"/>
                </a:lnTo>
                <a:lnTo>
                  <a:pt x="629102" y="60382"/>
                </a:lnTo>
                <a:lnTo>
                  <a:pt x="628931" y="60159"/>
                </a:lnTo>
                <a:lnTo>
                  <a:pt x="628777" y="59918"/>
                </a:lnTo>
                <a:lnTo>
                  <a:pt x="628639" y="59662"/>
                </a:lnTo>
                <a:lnTo>
                  <a:pt x="628517" y="59388"/>
                </a:lnTo>
                <a:lnTo>
                  <a:pt x="628411" y="59098"/>
                </a:lnTo>
                <a:lnTo>
                  <a:pt x="628322" y="58792"/>
                </a:lnTo>
                <a:lnTo>
                  <a:pt x="628248" y="58468"/>
                </a:lnTo>
                <a:lnTo>
                  <a:pt x="628191" y="58129"/>
                </a:lnTo>
                <a:lnTo>
                  <a:pt x="628151" y="57772"/>
                </a:lnTo>
                <a:lnTo>
                  <a:pt x="628126" y="57400"/>
                </a:lnTo>
                <a:lnTo>
                  <a:pt x="628118" y="57010"/>
                </a:lnTo>
                <a:lnTo>
                  <a:pt x="628118" y="32039"/>
                </a:lnTo>
                <a:lnTo>
                  <a:pt x="647490" y="32039"/>
                </a:lnTo>
                <a:lnTo>
                  <a:pt x="647490" y="21665"/>
                </a:lnTo>
                <a:lnTo>
                  <a:pt x="628118" y="21665"/>
                </a:lnTo>
                <a:lnTo>
                  <a:pt x="628118" y="7435"/>
                </a:lnTo>
                <a:lnTo>
                  <a:pt x="616552" y="7435"/>
                </a:lnTo>
                <a:lnTo>
                  <a:pt x="616552" y="21665"/>
                </a:lnTo>
                <a:lnTo>
                  <a:pt x="602873" y="21665"/>
                </a:lnTo>
                <a:lnTo>
                  <a:pt x="602873" y="32039"/>
                </a:lnTo>
                <a:lnTo>
                  <a:pt x="616552" y="32039"/>
                </a:lnTo>
                <a:lnTo>
                  <a:pt x="616552" y="57010"/>
                </a:lnTo>
                <a:lnTo>
                  <a:pt x="616559" y="57594"/>
                </a:lnTo>
                <a:lnTo>
                  <a:pt x="616580" y="58167"/>
                </a:lnTo>
                <a:lnTo>
                  <a:pt x="616616" y="58730"/>
                </a:lnTo>
                <a:lnTo>
                  <a:pt x="616665" y="59282"/>
                </a:lnTo>
                <a:lnTo>
                  <a:pt x="616729" y="59824"/>
                </a:lnTo>
                <a:lnTo>
                  <a:pt x="616807" y="60355"/>
                </a:lnTo>
                <a:lnTo>
                  <a:pt x="616899" y="60876"/>
                </a:lnTo>
                <a:lnTo>
                  <a:pt x="617006" y="61386"/>
                </a:lnTo>
                <a:lnTo>
                  <a:pt x="617126" y="61886"/>
                </a:lnTo>
                <a:lnTo>
                  <a:pt x="617261" y="62375"/>
                </a:lnTo>
                <a:lnTo>
                  <a:pt x="617410" y="62853"/>
                </a:lnTo>
                <a:lnTo>
                  <a:pt x="617573" y="63322"/>
                </a:lnTo>
                <a:lnTo>
                  <a:pt x="617750" y="63779"/>
                </a:lnTo>
                <a:lnTo>
                  <a:pt x="617942" y="64226"/>
                </a:lnTo>
                <a:lnTo>
                  <a:pt x="618147" y="64663"/>
                </a:lnTo>
                <a:lnTo>
                  <a:pt x="618367" y="65089"/>
                </a:lnTo>
                <a:lnTo>
                  <a:pt x="618601" y="65504"/>
                </a:lnTo>
                <a:lnTo>
                  <a:pt x="618850" y="65909"/>
                </a:lnTo>
                <a:lnTo>
                  <a:pt x="619112" y="66304"/>
                </a:lnTo>
                <a:lnTo>
                  <a:pt x="619388" y="66688"/>
                </a:lnTo>
                <a:lnTo>
                  <a:pt x="619679" y="67061"/>
                </a:lnTo>
                <a:lnTo>
                  <a:pt x="619984" y="67424"/>
                </a:lnTo>
                <a:lnTo>
                  <a:pt x="620303" y="67777"/>
                </a:lnTo>
                <a:lnTo>
                  <a:pt x="620637" y="68119"/>
                </a:lnTo>
                <a:lnTo>
                  <a:pt x="620983" y="68448"/>
                </a:lnTo>
                <a:lnTo>
                  <a:pt x="621340" y="68764"/>
                </a:lnTo>
                <a:lnTo>
                  <a:pt x="621708" y="69065"/>
                </a:lnTo>
                <a:lnTo>
                  <a:pt x="622087" y="69353"/>
                </a:lnTo>
                <a:lnTo>
                  <a:pt x="622477" y="69626"/>
                </a:lnTo>
                <a:lnTo>
                  <a:pt x="622878" y="69885"/>
                </a:lnTo>
                <a:lnTo>
                  <a:pt x="623289" y="70131"/>
                </a:lnTo>
                <a:lnTo>
                  <a:pt x="623712" y="70362"/>
                </a:lnTo>
                <a:lnTo>
                  <a:pt x="624146" y="70580"/>
                </a:lnTo>
                <a:lnTo>
                  <a:pt x="624591" y="70783"/>
                </a:lnTo>
                <a:lnTo>
                  <a:pt x="625047" y="70972"/>
                </a:lnTo>
                <a:lnTo>
                  <a:pt x="625514" y="71147"/>
                </a:lnTo>
                <a:lnTo>
                  <a:pt x="625992" y="71309"/>
                </a:lnTo>
                <a:lnTo>
                  <a:pt x="626481" y="71456"/>
                </a:lnTo>
                <a:lnTo>
                  <a:pt x="626981" y="71589"/>
                </a:lnTo>
                <a:lnTo>
                  <a:pt x="627492" y="71708"/>
                </a:lnTo>
                <a:lnTo>
                  <a:pt x="628014" y="71814"/>
                </a:lnTo>
                <a:lnTo>
                  <a:pt x="628547" y="71905"/>
                </a:lnTo>
                <a:lnTo>
                  <a:pt x="629090" y="71982"/>
                </a:lnTo>
                <a:lnTo>
                  <a:pt x="629645" y="72045"/>
                </a:lnTo>
                <a:lnTo>
                  <a:pt x="630211" y="72094"/>
                </a:lnTo>
                <a:lnTo>
                  <a:pt x="630788" y="72129"/>
                </a:lnTo>
                <a:lnTo>
                  <a:pt x="631376" y="72150"/>
                </a:lnTo>
                <a:lnTo>
                  <a:pt x="631975" y="72157"/>
                </a:lnTo>
                <a:lnTo>
                  <a:pt x="646571" y="72157"/>
                </a:lnTo>
                <a:lnTo>
                  <a:pt x="646571" y="61783"/>
                </a:lnTo>
                <a:lnTo>
                  <a:pt x="632801" y="61783"/>
                </a:lnTo>
                <a:lnTo>
                  <a:pt x="632419" y="61774"/>
                </a:lnTo>
                <a:lnTo>
                  <a:pt x="632053" y="61750"/>
                </a:lnTo>
                <a:close/>
                <a:moveTo>
                  <a:pt x="717719" y="72157"/>
                </a:moveTo>
                <a:lnTo>
                  <a:pt x="729194" y="72157"/>
                </a:lnTo>
                <a:lnTo>
                  <a:pt x="729194" y="40577"/>
                </a:lnTo>
                <a:lnTo>
                  <a:pt x="729198" y="40176"/>
                </a:lnTo>
                <a:lnTo>
                  <a:pt x="729211" y="39782"/>
                </a:lnTo>
                <a:lnTo>
                  <a:pt x="729232" y="39395"/>
                </a:lnTo>
                <a:lnTo>
                  <a:pt x="729262" y="39016"/>
                </a:lnTo>
                <a:lnTo>
                  <a:pt x="729300" y="38645"/>
                </a:lnTo>
                <a:lnTo>
                  <a:pt x="729346" y="38282"/>
                </a:lnTo>
                <a:lnTo>
                  <a:pt x="729401" y="37926"/>
                </a:lnTo>
                <a:lnTo>
                  <a:pt x="729465" y="37578"/>
                </a:lnTo>
                <a:lnTo>
                  <a:pt x="729536" y="37238"/>
                </a:lnTo>
                <a:lnTo>
                  <a:pt x="729617" y="36905"/>
                </a:lnTo>
                <a:lnTo>
                  <a:pt x="729705" y="36580"/>
                </a:lnTo>
                <a:lnTo>
                  <a:pt x="729803" y="36262"/>
                </a:lnTo>
                <a:lnTo>
                  <a:pt x="729908" y="35952"/>
                </a:lnTo>
                <a:lnTo>
                  <a:pt x="730022" y="35650"/>
                </a:lnTo>
                <a:lnTo>
                  <a:pt x="730145" y="35356"/>
                </a:lnTo>
                <a:lnTo>
                  <a:pt x="730276" y="35069"/>
                </a:lnTo>
                <a:lnTo>
                  <a:pt x="730415" y="34789"/>
                </a:lnTo>
                <a:lnTo>
                  <a:pt x="730563" y="34518"/>
                </a:lnTo>
                <a:lnTo>
                  <a:pt x="730719" y="34254"/>
                </a:lnTo>
                <a:lnTo>
                  <a:pt x="730884" y="33998"/>
                </a:lnTo>
                <a:lnTo>
                  <a:pt x="731057" y="33749"/>
                </a:lnTo>
                <a:lnTo>
                  <a:pt x="731239" y="33508"/>
                </a:lnTo>
                <a:lnTo>
                  <a:pt x="731429" y="33275"/>
                </a:lnTo>
                <a:lnTo>
                  <a:pt x="731627" y="33049"/>
                </a:lnTo>
                <a:lnTo>
                  <a:pt x="731834" y="32832"/>
                </a:lnTo>
                <a:lnTo>
                  <a:pt x="732047" y="32624"/>
                </a:lnTo>
                <a:lnTo>
                  <a:pt x="732268" y="32425"/>
                </a:lnTo>
                <a:lnTo>
                  <a:pt x="732496" y="32236"/>
                </a:lnTo>
                <a:lnTo>
                  <a:pt x="732731" y="32055"/>
                </a:lnTo>
                <a:lnTo>
                  <a:pt x="732973" y="31884"/>
                </a:lnTo>
                <a:lnTo>
                  <a:pt x="733222" y="31722"/>
                </a:lnTo>
                <a:lnTo>
                  <a:pt x="733479" y="31570"/>
                </a:lnTo>
                <a:lnTo>
                  <a:pt x="733743" y="31427"/>
                </a:lnTo>
                <a:lnTo>
                  <a:pt x="734014" y="31293"/>
                </a:lnTo>
                <a:lnTo>
                  <a:pt x="734292" y="31168"/>
                </a:lnTo>
                <a:lnTo>
                  <a:pt x="734577" y="31052"/>
                </a:lnTo>
                <a:lnTo>
                  <a:pt x="734869" y="30946"/>
                </a:lnTo>
                <a:lnTo>
                  <a:pt x="735169" y="30849"/>
                </a:lnTo>
                <a:lnTo>
                  <a:pt x="735475" y="30761"/>
                </a:lnTo>
                <a:lnTo>
                  <a:pt x="735789" y="30682"/>
                </a:lnTo>
                <a:lnTo>
                  <a:pt x="736110" y="30613"/>
                </a:lnTo>
                <a:lnTo>
                  <a:pt x="736439" y="30553"/>
                </a:lnTo>
                <a:lnTo>
                  <a:pt x="736774" y="30502"/>
                </a:lnTo>
                <a:lnTo>
                  <a:pt x="737117" y="30460"/>
                </a:lnTo>
                <a:lnTo>
                  <a:pt x="737466" y="30428"/>
                </a:lnTo>
                <a:lnTo>
                  <a:pt x="737823" y="30405"/>
                </a:lnTo>
                <a:lnTo>
                  <a:pt x="738187" y="30391"/>
                </a:lnTo>
                <a:lnTo>
                  <a:pt x="738559" y="30386"/>
                </a:lnTo>
                <a:lnTo>
                  <a:pt x="738923" y="30391"/>
                </a:lnTo>
                <a:lnTo>
                  <a:pt x="739280" y="30405"/>
                </a:lnTo>
                <a:lnTo>
                  <a:pt x="739631" y="30428"/>
                </a:lnTo>
                <a:lnTo>
                  <a:pt x="739975" y="30460"/>
                </a:lnTo>
                <a:lnTo>
                  <a:pt x="740313" y="30502"/>
                </a:lnTo>
                <a:lnTo>
                  <a:pt x="740644" y="30553"/>
                </a:lnTo>
                <a:lnTo>
                  <a:pt x="740969" y="30613"/>
                </a:lnTo>
                <a:lnTo>
                  <a:pt x="741287" y="30682"/>
                </a:lnTo>
                <a:lnTo>
                  <a:pt x="741599" y="30761"/>
                </a:lnTo>
                <a:lnTo>
                  <a:pt x="741904" y="30849"/>
                </a:lnTo>
                <a:lnTo>
                  <a:pt x="742203" y="30946"/>
                </a:lnTo>
                <a:lnTo>
                  <a:pt x="742495" y="31052"/>
                </a:lnTo>
                <a:lnTo>
                  <a:pt x="742780" y="31168"/>
                </a:lnTo>
                <a:lnTo>
                  <a:pt x="743059" y="31293"/>
                </a:lnTo>
                <a:lnTo>
                  <a:pt x="743332" y="31427"/>
                </a:lnTo>
                <a:lnTo>
                  <a:pt x="743598" y="31570"/>
                </a:lnTo>
                <a:lnTo>
                  <a:pt x="743857" y="31722"/>
                </a:lnTo>
                <a:lnTo>
                  <a:pt x="744110" y="31884"/>
                </a:lnTo>
                <a:lnTo>
                  <a:pt x="744356" y="32055"/>
                </a:lnTo>
                <a:lnTo>
                  <a:pt x="744596" y="32236"/>
                </a:lnTo>
                <a:lnTo>
                  <a:pt x="744829" y="32425"/>
                </a:lnTo>
                <a:lnTo>
                  <a:pt x="745056" y="32624"/>
                </a:lnTo>
                <a:lnTo>
                  <a:pt x="745276" y="32832"/>
                </a:lnTo>
                <a:lnTo>
                  <a:pt x="745490" y="33049"/>
                </a:lnTo>
                <a:lnTo>
                  <a:pt x="745696" y="33275"/>
                </a:lnTo>
                <a:lnTo>
                  <a:pt x="745893" y="33508"/>
                </a:lnTo>
                <a:lnTo>
                  <a:pt x="746081" y="33749"/>
                </a:lnTo>
                <a:lnTo>
                  <a:pt x="746261" y="33998"/>
                </a:lnTo>
                <a:lnTo>
                  <a:pt x="746432" y="34254"/>
                </a:lnTo>
                <a:lnTo>
                  <a:pt x="746594" y="34518"/>
                </a:lnTo>
                <a:lnTo>
                  <a:pt x="746748" y="34789"/>
                </a:lnTo>
                <a:lnTo>
                  <a:pt x="746892" y="35069"/>
                </a:lnTo>
                <a:lnTo>
                  <a:pt x="747028" y="35356"/>
                </a:lnTo>
                <a:lnTo>
                  <a:pt x="747155" y="35650"/>
                </a:lnTo>
                <a:lnTo>
                  <a:pt x="747273" y="35952"/>
                </a:lnTo>
                <a:lnTo>
                  <a:pt x="747383" y="36262"/>
                </a:lnTo>
                <a:lnTo>
                  <a:pt x="747484" y="36580"/>
                </a:lnTo>
                <a:lnTo>
                  <a:pt x="747576" y="36905"/>
                </a:lnTo>
                <a:lnTo>
                  <a:pt x="747659" y="37238"/>
                </a:lnTo>
                <a:lnTo>
                  <a:pt x="747734" y="37578"/>
                </a:lnTo>
                <a:lnTo>
                  <a:pt x="747799" y="37926"/>
                </a:lnTo>
                <a:lnTo>
                  <a:pt x="747856" y="38282"/>
                </a:lnTo>
                <a:lnTo>
                  <a:pt x="747905" y="38645"/>
                </a:lnTo>
                <a:lnTo>
                  <a:pt x="747944" y="39016"/>
                </a:lnTo>
                <a:lnTo>
                  <a:pt x="747975" y="39395"/>
                </a:lnTo>
                <a:lnTo>
                  <a:pt x="747997" y="39782"/>
                </a:lnTo>
                <a:lnTo>
                  <a:pt x="748010" y="40176"/>
                </a:lnTo>
                <a:lnTo>
                  <a:pt x="748014" y="40577"/>
                </a:lnTo>
                <a:lnTo>
                  <a:pt x="748014" y="43422"/>
                </a:lnTo>
                <a:lnTo>
                  <a:pt x="760040" y="43422"/>
                </a:lnTo>
                <a:lnTo>
                  <a:pt x="760040" y="39751"/>
                </a:lnTo>
                <a:lnTo>
                  <a:pt x="760032" y="39015"/>
                </a:lnTo>
                <a:lnTo>
                  <a:pt x="760008" y="38293"/>
                </a:lnTo>
                <a:lnTo>
                  <a:pt x="759967" y="37585"/>
                </a:lnTo>
                <a:lnTo>
                  <a:pt x="759910" y="36890"/>
                </a:lnTo>
                <a:lnTo>
                  <a:pt x="759837" y="36208"/>
                </a:lnTo>
                <a:lnTo>
                  <a:pt x="759747" y="35539"/>
                </a:lnTo>
                <a:lnTo>
                  <a:pt x="759642" y="34884"/>
                </a:lnTo>
                <a:lnTo>
                  <a:pt x="759520" y="34243"/>
                </a:lnTo>
                <a:lnTo>
                  <a:pt x="759382" y="33614"/>
                </a:lnTo>
                <a:lnTo>
                  <a:pt x="759227" y="33000"/>
                </a:lnTo>
                <a:lnTo>
                  <a:pt x="759057" y="32398"/>
                </a:lnTo>
                <a:lnTo>
                  <a:pt x="758870" y="31810"/>
                </a:lnTo>
                <a:lnTo>
                  <a:pt x="758666" y="31235"/>
                </a:lnTo>
                <a:lnTo>
                  <a:pt x="758447" y="30674"/>
                </a:lnTo>
                <a:lnTo>
                  <a:pt x="758211" y="30126"/>
                </a:lnTo>
                <a:lnTo>
                  <a:pt x="757959" y="29591"/>
                </a:lnTo>
                <a:lnTo>
                  <a:pt x="757691" y="29070"/>
                </a:lnTo>
                <a:lnTo>
                  <a:pt x="757407" y="28563"/>
                </a:lnTo>
                <a:lnTo>
                  <a:pt x="757106" y="28068"/>
                </a:lnTo>
                <a:lnTo>
                  <a:pt x="756789" y="27587"/>
                </a:lnTo>
                <a:lnTo>
                  <a:pt x="756456" y="27120"/>
                </a:lnTo>
                <a:lnTo>
                  <a:pt x="756106" y="26666"/>
                </a:lnTo>
                <a:lnTo>
                  <a:pt x="755741" y="26225"/>
                </a:lnTo>
                <a:lnTo>
                  <a:pt x="755359" y="25797"/>
                </a:lnTo>
                <a:lnTo>
                  <a:pt x="754962" y="25385"/>
                </a:lnTo>
                <a:lnTo>
                  <a:pt x="754554" y="24991"/>
                </a:lnTo>
                <a:lnTo>
                  <a:pt x="754134" y="24614"/>
                </a:lnTo>
                <a:lnTo>
                  <a:pt x="753701" y="24254"/>
                </a:lnTo>
                <a:lnTo>
                  <a:pt x="753256" y="23912"/>
                </a:lnTo>
                <a:lnTo>
                  <a:pt x="752800" y="23588"/>
                </a:lnTo>
                <a:lnTo>
                  <a:pt x="752331" y="23281"/>
                </a:lnTo>
                <a:lnTo>
                  <a:pt x="751850" y="22992"/>
                </a:lnTo>
                <a:lnTo>
                  <a:pt x="751357" y="22720"/>
                </a:lnTo>
                <a:lnTo>
                  <a:pt x="750851" y="22466"/>
                </a:lnTo>
                <a:lnTo>
                  <a:pt x="750334" y="22229"/>
                </a:lnTo>
                <a:lnTo>
                  <a:pt x="749805" y="22010"/>
                </a:lnTo>
                <a:lnTo>
                  <a:pt x="749263" y="21808"/>
                </a:lnTo>
                <a:lnTo>
                  <a:pt x="748709" y="21624"/>
                </a:lnTo>
                <a:lnTo>
                  <a:pt x="748144" y="21458"/>
                </a:lnTo>
                <a:lnTo>
                  <a:pt x="747566" y="21308"/>
                </a:lnTo>
                <a:lnTo>
                  <a:pt x="746976" y="21177"/>
                </a:lnTo>
                <a:lnTo>
                  <a:pt x="746373" y="21063"/>
                </a:lnTo>
                <a:lnTo>
                  <a:pt x="745759" y="20967"/>
                </a:lnTo>
                <a:lnTo>
                  <a:pt x="745133" y="20888"/>
                </a:lnTo>
                <a:lnTo>
                  <a:pt x="744494" y="20826"/>
                </a:lnTo>
                <a:lnTo>
                  <a:pt x="743844" y="20782"/>
                </a:lnTo>
                <a:lnTo>
                  <a:pt x="743181" y="20756"/>
                </a:lnTo>
                <a:lnTo>
                  <a:pt x="742506" y="20747"/>
                </a:lnTo>
                <a:lnTo>
                  <a:pt x="741915" y="20755"/>
                </a:lnTo>
                <a:lnTo>
                  <a:pt x="741337" y="20776"/>
                </a:lnTo>
                <a:lnTo>
                  <a:pt x="740770" y="20812"/>
                </a:lnTo>
                <a:lnTo>
                  <a:pt x="740216" y="20862"/>
                </a:lnTo>
                <a:lnTo>
                  <a:pt x="739674" y="20927"/>
                </a:lnTo>
                <a:lnTo>
                  <a:pt x="739144" y="21006"/>
                </a:lnTo>
                <a:lnTo>
                  <a:pt x="738626" y="21099"/>
                </a:lnTo>
                <a:lnTo>
                  <a:pt x="738120" y="21206"/>
                </a:lnTo>
                <a:lnTo>
                  <a:pt x="737626" y="21328"/>
                </a:lnTo>
                <a:lnTo>
                  <a:pt x="737144" y="21465"/>
                </a:lnTo>
                <a:lnTo>
                  <a:pt x="736675" y="21615"/>
                </a:lnTo>
                <a:lnTo>
                  <a:pt x="736217" y="21780"/>
                </a:lnTo>
                <a:lnTo>
                  <a:pt x="735772" y="21959"/>
                </a:lnTo>
                <a:lnTo>
                  <a:pt x="735339" y="22153"/>
                </a:lnTo>
                <a:lnTo>
                  <a:pt x="734917" y="22361"/>
                </a:lnTo>
                <a:lnTo>
                  <a:pt x="734508" y="22583"/>
                </a:lnTo>
                <a:lnTo>
                  <a:pt x="734111" y="22820"/>
                </a:lnTo>
                <a:lnTo>
                  <a:pt x="733727" y="23071"/>
                </a:lnTo>
                <a:lnTo>
                  <a:pt x="733354" y="23336"/>
                </a:lnTo>
                <a:lnTo>
                  <a:pt x="732993" y="23616"/>
                </a:lnTo>
                <a:lnTo>
                  <a:pt x="732645" y="23910"/>
                </a:lnTo>
                <a:lnTo>
                  <a:pt x="732309" y="24219"/>
                </a:lnTo>
                <a:lnTo>
                  <a:pt x="731984" y="24541"/>
                </a:lnTo>
                <a:lnTo>
                  <a:pt x="731672" y="24878"/>
                </a:lnTo>
                <a:lnTo>
                  <a:pt x="731373" y="25230"/>
                </a:lnTo>
                <a:lnTo>
                  <a:pt x="731086" y="25595"/>
                </a:lnTo>
                <a:lnTo>
                  <a:pt x="730812" y="25974"/>
                </a:lnTo>
                <a:lnTo>
                  <a:pt x="730550" y="26368"/>
                </a:lnTo>
                <a:lnTo>
                  <a:pt x="730302" y="26775"/>
                </a:lnTo>
                <a:lnTo>
                  <a:pt x="730066" y="27196"/>
                </a:lnTo>
                <a:lnTo>
                  <a:pt x="729843" y="27632"/>
                </a:lnTo>
                <a:lnTo>
                  <a:pt x="729632" y="28081"/>
                </a:lnTo>
                <a:lnTo>
                  <a:pt x="729435" y="28545"/>
                </a:lnTo>
                <a:lnTo>
                  <a:pt x="729250" y="29022"/>
                </a:lnTo>
                <a:lnTo>
                  <a:pt x="729078" y="29514"/>
                </a:lnTo>
                <a:lnTo>
                  <a:pt x="728919" y="30019"/>
                </a:lnTo>
                <a:lnTo>
                  <a:pt x="728772" y="30539"/>
                </a:lnTo>
                <a:lnTo>
                  <a:pt x="728638" y="31073"/>
                </a:lnTo>
                <a:lnTo>
                  <a:pt x="728587" y="31304"/>
                </a:lnTo>
                <a:lnTo>
                  <a:pt x="728553" y="31304"/>
                </a:lnTo>
                <a:lnTo>
                  <a:pt x="728553" y="21665"/>
                </a:lnTo>
                <a:lnTo>
                  <a:pt x="717719" y="21665"/>
                </a:lnTo>
                <a:lnTo>
                  <a:pt x="717719" y="72157"/>
                </a:lnTo>
                <a:close/>
                <a:moveTo>
                  <a:pt x="442951" y="21665"/>
                </a:moveTo>
                <a:lnTo>
                  <a:pt x="442951" y="32039"/>
                </a:lnTo>
                <a:lnTo>
                  <a:pt x="458283" y="32039"/>
                </a:lnTo>
                <a:lnTo>
                  <a:pt x="458283" y="61692"/>
                </a:lnTo>
                <a:lnTo>
                  <a:pt x="440657" y="61692"/>
                </a:lnTo>
                <a:lnTo>
                  <a:pt x="440657" y="72157"/>
                </a:lnTo>
                <a:lnTo>
                  <a:pt x="484905" y="72157"/>
                </a:lnTo>
                <a:lnTo>
                  <a:pt x="484905" y="61692"/>
                </a:lnTo>
                <a:lnTo>
                  <a:pt x="469299" y="61692"/>
                </a:lnTo>
                <a:lnTo>
                  <a:pt x="469299" y="21665"/>
                </a:lnTo>
                <a:lnTo>
                  <a:pt x="442951" y="21665"/>
                </a:lnTo>
                <a:close/>
                <a:moveTo>
                  <a:pt x="684185" y="72878"/>
                </a:moveTo>
                <a:lnTo>
                  <a:pt x="684693" y="72832"/>
                </a:lnTo>
                <a:lnTo>
                  <a:pt x="685195" y="72777"/>
                </a:lnTo>
                <a:lnTo>
                  <a:pt x="685690" y="72713"/>
                </a:lnTo>
                <a:lnTo>
                  <a:pt x="686179" y="72641"/>
                </a:lnTo>
                <a:lnTo>
                  <a:pt x="686662" y="72561"/>
                </a:lnTo>
                <a:lnTo>
                  <a:pt x="687138" y="72472"/>
                </a:lnTo>
                <a:lnTo>
                  <a:pt x="687608" y="72375"/>
                </a:lnTo>
                <a:lnTo>
                  <a:pt x="688071" y="72270"/>
                </a:lnTo>
                <a:lnTo>
                  <a:pt x="688528" y="72156"/>
                </a:lnTo>
                <a:lnTo>
                  <a:pt x="688979" y="72033"/>
                </a:lnTo>
                <a:lnTo>
                  <a:pt x="689423" y="71902"/>
                </a:lnTo>
                <a:lnTo>
                  <a:pt x="689861" y="71763"/>
                </a:lnTo>
                <a:lnTo>
                  <a:pt x="690293" y="71615"/>
                </a:lnTo>
                <a:lnTo>
                  <a:pt x="690718" y="71459"/>
                </a:lnTo>
                <a:lnTo>
                  <a:pt x="691137" y="71294"/>
                </a:lnTo>
                <a:lnTo>
                  <a:pt x="691549" y="71121"/>
                </a:lnTo>
                <a:lnTo>
                  <a:pt x="691956" y="70939"/>
                </a:lnTo>
                <a:lnTo>
                  <a:pt x="692355" y="70749"/>
                </a:lnTo>
                <a:lnTo>
                  <a:pt x="692749" y="70550"/>
                </a:lnTo>
                <a:lnTo>
                  <a:pt x="693135" y="70344"/>
                </a:lnTo>
                <a:lnTo>
                  <a:pt x="693515" y="70131"/>
                </a:lnTo>
                <a:lnTo>
                  <a:pt x="693887" y="69911"/>
                </a:lnTo>
                <a:lnTo>
                  <a:pt x="694252" y="69683"/>
                </a:lnTo>
                <a:lnTo>
                  <a:pt x="694610" y="69449"/>
                </a:lnTo>
                <a:lnTo>
                  <a:pt x="694961" y="69208"/>
                </a:lnTo>
                <a:lnTo>
                  <a:pt x="695304" y="68959"/>
                </a:lnTo>
                <a:lnTo>
                  <a:pt x="695641" y="68704"/>
                </a:lnTo>
                <a:lnTo>
                  <a:pt x="695970" y="68442"/>
                </a:lnTo>
                <a:lnTo>
                  <a:pt x="696292" y="68172"/>
                </a:lnTo>
                <a:lnTo>
                  <a:pt x="696607" y="67896"/>
                </a:lnTo>
                <a:lnTo>
                  <a:pt x="696915" y="67613"/>
                </a:lnTo>
                <a:lnTo>
                  <a:pt x="697215" y="67322"/>
                </a:lnTo>
                <a:lnTo>
                  <a:pt x="697508" y="67025"/>
                </a:lnTo>
                <a:lnTo>
                  <a:pt x="697795" y="66720"/>
                </a:lnTo>
                <a:lnTo>
                  <a:pt x="698073" y="66409"/>
                </a:lnTo>
                <a:lnTo>
                  <a:pt x="698345" y="66091"/>
                </a:lnTo>
                <a:lnTo>
                  <a:pt x="698610" y="65765"/>
                </a:lnTo>
                <a:lnTo>
                  <a:pt x="698867" y="65433"/>
                </a:lnTo>
                <a:lnTo>
                  <a:pt x="699118" y="65093"/>
                </a:lnTo>
                <a:lnTo>
                  <a:pt x="699361" y="64747"/>
                </a:lnTo>
                <a:lnTo>
                  <a:pt x="699597" y="64393"/>
                </a:lnTo>
                <a:lnTo>
                  <a:pt x="699825" y="64033"/>
                </a:lnTo>
                <a:lnTo>
                  <a:pt x="700047" y="63665"/>
                </a:lnTo>
                <a:lnTo>
                  <a:pt x="700260" y="63292"/>
                </a:lnTo>
                <a:lnTo>
                  <a:pt x="700465" y="62912"/>
                </a:lnTo>
                <a:lnTo>
                  <a:pt x="700660" y="62527"/>
                </a:lnTo>
                <a:lnTo>
                  <a:pt x="700846" y="62136"/>
                </a:lnTo>
                <a:lnTo>
                  <a:pt x="701023" y="61740"/>
                </a:lnTo>
                <a:lnTo>
                  <a:pt x="701192" y="61338"/>
                </a:lnTo>
                <a:lnTo>
                  <a:pt x="701351" y="60931"/>
                </a:lnTo>
                <a:lnTo>
                  <a:pt x="701500" y="60518"/>
                </a:lnTo>
                <a:lnTo>
                  <a:pt x="701641" y="60100"/>
                </a:lnTo>
                <a:lnTo>
                  <a:pt x="701773" y="59676"/>
                </a:lnTo>
                <a:lnTo>
                  <a:pt x="701896" y="59246"/>
                </a:lnTo>
                <a:lnTo>
                  <a:pt x="702009" y="58811"/>
                </a:lnTo>
                <a:lnTo>
                  <a:pt x="702114" y="58370"/>
                </a:lnTo>
                <a:lnTo>
                  <a:pt x="702209" y="57924"/>
                </a:lnTo>
                <a:lnTo>
                  <a:pt x="702296" y="57472"/>
                </a:lnTo>
                <a:lnTo>
                  <a:pt x="702373" y="57014"/>
                </a:lnTo>
                <a:lnTo>
                  <a:pt x="702441" y="56551"/>
                </a:lnTo>
                <a:lnTo>
                  <a:pt x="702500" y="56083"/>
                </a:lnTo>
                <a:lnTo>
                  <a:pt x="702550" y="55608"/>
                </a:lnTo>
                <a:lnTo>
                  <a:pt x="702591" y="55129"/>
                </a:lnTo>
                <a:lnTo>
                  <a:pt x="702623" y="54643"/>
                </a:lnTo>
                <a:lnTo>
                  <a:pt x="702645" y="54152"/>
                </a:lnTo>
                <a:lnTo>
                  <a:pt x="702659" y="53656"/>
                </a:lnTo>
                <a:lnTo>
                  <a:pt x="702663" y="53154"/>
                </a:lnTo>
                <a:lnTo>
                  <a:pt x="702663" y="40577"/>
                </a:lnTo>
                <a:lnTo>
                  <a:pt x="702659" y="40083"/>
                </a:lnTo>
                <a:lnTo>
                  <a:pt x="702645" y="39593"/>
                </a:lnTo>
                <a:lnTo>
                  <a:pt x="702623" y="39109"/>
                </a:lnTo>
                <a:lnTo>
                  <a:pt x="702591" y="38630"/>
                </a:lnTo>
                <a:lnTo>
                  <a:pt x="702550" y="38157"/>
                </a:lnTo>
                <a:lnTo>
                  <a:pt x="702500" y="37688"/>
                </a:lnTo>
                <a:lnTo>
                  <a:pt x="702441" y="37225"/>
                </a:lnTo>
                <a:lnTo>
                  <a:pt x="702373" y="36767"/>
                </a:lnTo>
                <a:lnTo>
                  <a:pt x="702296" y="36315"/>
                </a:lnTo>
                <a:lnTo>
                  <a:pt x="702209" y="35868"/>
                </a:lnTo>
                <a:lnTo>
                  <a:pt x="702114" y="35425"/>
                </a:lnTo>
                <a:lnTo>
                  <a:pt x="702009" y="34989"/>
                </a:lnTo>
                <a:lnTo>
                  <a:pt x="701896" y="34557"/>
                </a:lnTo>
                <a:lnTo>
                  <a:pt x="701773" y="34131"/>
                </a:lnTo>
                <a:lnTo>
                  <a:pt x="701641" y="33710"/>
                </a:lnTo>
                <a:lnTo>
                  <a:pt x="701500" y="33294"/>
                </a:lnTo>
                <a:lnTo>
                  <a:pt x="701351" y="32884"/>
                </a:lnTo>
                <a:lnTo>
                  <a:pt x="701192" y="32479"/>
                </a:lnTo>
                <a:lnTo>
                  <a:pt x="701023" y="32079"/>
                </a:lnTo>
                <a:lnTo>
                  <a:pt x="700846" y="31684"/>
                </a:lnTo>
                <a:lnTo>
                  <a:pt x="700660" y="31295"/>
                </a:lnTo>
                <a:lnTo>
                  <a:pt x="700465" y="30911"/>
                </a:lnTo>
                <a:lnTo>
                  <a:pt x="700260" y="30532"/>
                </a:lnTo>
                <a:lnTo>
                  <a:pt x="700047" y="30158"/>
                </a:lnTo>
                <a:lnTo>
                  <a:pt x="699825" y="29790"/>
                </a:lnTo>
                <a:lnTo>
                  <a:pt x="699597" y="29430"/>
                </a:lnTo>
                <a:lnTo>
                  <a:pt x="699361" y="29076"/>
                </a:lnTo>
                <a:lnTo>
                  <a:pt x="699118" y="28730"/>
                </a:lnTo>
                <a:lnTo>
                  <a:pt x="698867" y="28390"/>
                </a:lnTo>
                <a:lnTo>
                  <a:pt x="698610" y="28058"/>
                </a:lnTo>
                <a:lnTo>
                  <a:pt x="698345" y="27732"/>
                </a:lnTo>
                <a:lnTo>
                  <a:pt x="698073" y="27414"/>
                </a:lnTo>
                <a:lnTo>
                  <a:pt x="697795" y="27102"/>
                </a:lnTo>
                <a:lnTo>
                  <a:pt x="697508" y="26798"/>
                </a:lnTo>
                <a:lnTo>
                  <a:pt x="697215" y="26500"/>
                </a:lnTo>
                <a:lnTo>
                  <a:pt x="696915" y="26210"/>
                </a:lnTo>
                <a:lnTo>
                  <a:pt x="696607" y="25926"/>
                </a:lnTo>
                <a:lnTo>
                  <a:pt x="696292" y="25650"/>
                </a:lnTo>
                <a:lnTo>
                  <a:pt x="695970" y="25381"/>
                </a:lnTo>
                <a:lnTo>
                  <a:pt x="695641" y="25118"/>
                </a:lnTo>
                <a:lnTo>
                  <a:pt x="695304" y="24863"/>
                </a:lnTo>
                <a:lnTo>
                  <a:pt x="694961" y="24615"/>
                </a:lnTo>
                <a:lnTo>
                  <a:pt x="694610" y="24373"/>
                </a:lnTo>
                <a:lnTo>
                  <a:pt x="694252" y="24139"/>
                </a:lnTo>
                <a:lnTo>
                  <a:pt x="693887" y="23912"/>
                </a:lnTo>
                <a:lnTo>
                  <a:pt x="693515" y="23691"/>
                </a:lnTo>
                <a:lnTo>
                  <a:pt x="693135" y="23478"/>
                </a:lnTo>
                <a:lnTo>
                  <a:pt x="692749" y="23272"/>
                </a:lnTo>
                <a:lnTo>
                  <a:pt x="692355" y="23073"/>
                </a:lnTo>
                <a:lnTo>
                  <a:pt x="691956" y="22883"/>
                </a:lnTo>
                <a:lnTo>
                  <a:pt x="691549" y="22701"/>
                </a:lnTo>
                <a:lnTo>
                  <a:pt x="691137" y="22528"/>
                </a:lnTo>
                <a:lnTo>
                  <a:pt x="690718" y="22363"/>
                </a:lnTo>
                <a:lnTo>
                  <a:pt x="690293" y="22207"/>
                </a:lnTo>
                <a:lnTo>
                  <a:pt x="689861" y="22059"/>
                </a:lnTo>
                <a:lnTo>
                  <a:pt x="689423" y="21920"/>
                </a:lnTo>
                <a:lnTo>
                  <a:pt x="688979" y="21789"/>
                </a:lnTo>
                <a:lnTo>
                  <a:pt x="688528" y="21666"/>
                </a:lnTo>
                <a:lnTo>
                  <a:pt x="688071" y="21552"/>
                </a:lnTo>
                <a:lnTo>
                  <a:pt x="687608" y="21447"/>
                </a:lnTo>
                <a:lnTo>
                  <a:pt x="687138" y="21350"/>
                </a:lnTo>
                <a:lnTo>
                  <a:pt x="686662" y="21261"/>
                </a:lnTo>
                <a:lnTo>
                  <a:pt x="686179" y="21181"/>
                </a:lnTo>
                <a:lnTo>
                  <a:pt x="685690" y="21109"/>
                </a:lnTo>
                <a:lnTo>
                  <a:pt x="685195" y="21045"/>
                </a:lnTo>
                <a:lnTo>
                  <a:pt x="684693" y="20991"/>
                </a:lnTo>
                <a:lnTo>
                  <a:pt x="684185" y="20944"/>
                </a:lnTo>
                <a:lnTo>
                  <a:pt x="683671" y="20906"/>
                </a:lnTo>
                <a:lnTo>
                  <a:pt x="683150" y="20876"/>
                </a:lnTo>
                <a:lnTo>
                  <a:pt x="682623" y="20855"/>
                </a:lnTo>
                <a:lnTo>
                  <a:pt x="682089" y="20843"/>
                </a:lnTo>
                <a:lnTo>
                  <a:pt x="681549" y="20838"/>
                </a:lnTo>
                <a:lnTo>
                  <a:pt x="681016" y="20843"/>
                </a:lnTo>
                <a:lnTo>
                  <a:pt x="680490" y="20855"/>
                </a:lnTo>
                <a:lnTo>
                  <a:pt x="679969" y="20876"/>
                </a:lnTo>
                <a:lnTo>
                  <a:pt x="679454" y="20906"/>
                </a:lnTo>
                <a:lnTo>
                  <a:pt x="678945" y="20944"/>
                </a:lnTo>
                <a:lnTo>
                  <a:pt x="678442" y="20991"/>
                </a:lnTo>
                <a:lnTo>
                  <a:pt x="677945" y="21045"/>
                </a:lnTo>
                <a:lnTo>
                  <a:pt x="677453" y="21109"/>
                </a:lnTo>
                <a:lnTo>
                  <a:pt x="676968" y="21181"/>
                </a:lnTo>
                <a:lnTo>
                  <a:pt x="676488" y="21261"/>
                </a:lnTo>
                <a:lnTo>
                  <a:pt x="676015" y="21350"/>
                </a:lnTo>
                <a:lnTo>
                  <a:pt x="675547" y="21447"/>
                </a:lnTo>
                <a:lnTo>
                  <a:pt x="675085" y="21552"/>
                </a:lnTo>
                <a:lnTo>
                  <a:pt x="674629" y="21666"/>
                </a:lnTo>
                <a:lnTo>
                  <a:pt x="674179" y="21789"/>
                </a:lnTo>
                <a:lnTo>
                  <a:pt x="673735" y="21920"/>
                </a:lnTo>
                <a:lnTo>
                  <a:pt x="673297" y="22059"/>
                </a:lnTo>
                <a:lnTo>
                  <a:pt x="672864" y="22207"/>
                </a:lnTo>
                <a:lnTo>
                  <a:pt x="672438" y="22363"/>
                </a:lnTo>
                <a:lnTo>
                  <a:pt x="672018" y="22528"/>
                </a:lnTo>
                <a:lnTo>
                  <a:pt x="671603" y="22701"/>
                </a:lnTo>
                <a:lnTo>
                  <a:pt x="671194" y="22883"/>
                </a:lnTo>
                <a:lnTo>
                  <a:pt x="670791" y="23073"/>
                </a:lnTo>
                <a:lnTo>
                  <a:pt x="670394" y="23272"/>
                </a:lnTo>
                <a:lnTo>
                  <a:pt x="670004" y="23478"/>
                </a:lnTo>
                <a:lnTo>
                  <a:pt x="669621" y="23691"/>
                </a:lnTo>
                <a:lnTo>
                  <a:pt x="669245" y="23912"/>
                </a:lnTo>
                <a:lnTo>
                  <a:pt x="668877" y="24139"/>
                </a:lnTo>
                <a:lnTo>
                  <a:pt x="668516" y="24373"/>
                </a:lnTo>
                <a:lnTo>
                  <a:pt x="668162" y="24615"/>
                </a:lnTo>
                <a:lnTo>
                  <a:pt x="667816" y="24863"/>
                </a:lnTo>
                <a:lnTo>
                  <a:pt x="667477" y="25118"/>
                </a:lnTo>
                <a:lnTo>
                  <a:pt x="667145" y="25381"/>
                </a:lnTo>
                <a:lnTo>
                  <a:pt x="666821" y="25650"/>
                </a:lnTo>
                <a:lnTo>
                  <a:pt x="666504" y="25926"/>
                </a:lnTo>
                <a:lnTo>
                  <a:pt x="666194" y="26210"/>
                </a:lnTo>
                <a:lnTo>
                  <a:pt x="665892" y="26500"/>
                </a:lnTo>
                <a:lnTo>
                  <a:pt x="665597" y="26798"/>
                </a:lnTo>
                <a:lnTo>
                  <a:pt x="665309" y="27102"/>
                </a:lnTo>
                <a:lnTo>
                  <a:pt x="665029" y="27414"/>
                </a:lnTo>
                <a:lnTo>
                  <a:pt x="664756" y="27732"/>
                </a:lnTo>
                <a:lnTo>
                  <a:pt x="664490" y="28058"/>
                </a:lnTo>
                <a:lnTo>
                  <a:pt x="664232" y="28390"/>
                </a:lnTo>
                <a:lnTo>
                  <a:pt x="663981" y="28730"/>
                </a:lnTo>
                <a:lnTo>
                  <a:pt x="663737" y="29076"/>
                </a:lnTo>
                <a:lnTo>
                  <a:pt x="663501" y="29430"/>
                </a:lnTo>
                <a:lnTo>
                  <a:pt x="663272" y="29790"/>
                </a:lnTo>
                <a:lnTo>
                  <a:pt x="663050" y="30158"/>
                </a:lnTo>
                <a:lnTo>
                  <a:pt x="662837" y="30532"/>
                </a:lnTo>
                <a:lnTo>
                  <a:pt x="662632" y="30911"/>
                </a:lnTo>
                <a:lnTo>
                  <a:pt x="662437" y="31296"/>
                </a:lnTo>
                <a:lnTo>
                  <a:pt x="662251" y="31687"/>
                </a:lnTo>
                <a:lnTo>
                  <a:pt x="662074" y="32083"/>
                </a:lnTo>
                <a:lnTo>
                  <a:pt x="661906" y="32484"/>
                </a:lnTo>
                <a:lnTo>
                  <a:pt x="661747" y="32892"/>
                </a:lnTo>
                <a:lnTo>
                  <a:pt x="661597" y="33304"/>
                </a:lnTo>
                <a:lnTo>
                  <a:pt x="661456" y="33723"/>
                </a:lnTo>
                <a:lnTo>
                  <a:pt x="661325" y="34147"/>
                </a:lnTo>
                <a:lnTo>
                  <a:pt x="661202" y="34576"/>
                </a:lnTo>
                <a:lnTo>
                  <a:pt x="661088" y="35011"/>
                </a:lnTo>
                <a:lnTo>
                  <a:pt x="660984" y="35452"/>
                </a:lnTo>
                <a:lnTo>
                  <a:pt x="660889" y="35899"/>
                </a:lnTo>
                <a:lnTo>
                  <a:pt x="660802" y="36350"/>
                </a:lnTo>
                <a:lnTo>
                  <a:pt x="660725" y="36808"/>
                </a:lnTo>
                <a:lnTo>
                  <a:pt x="660657" y="37271"/>
                </a:lnTo>
                <a:lnTo>
                  <a:pt x="660598" y="37739"/>
                </a:lnTo>
                <a:lnTo>
                  <a:pt x="660548" y="38214"/>
                </a:lnTo>
                <a:lnTo>
                  <a:pt x="660507" y="38693"/>
                </a:lnTo>
                <a:lnTo>
                  <a:pt x="660476" y="39179"/>
                </a:lnTo>
                <a:lnTo>
                  <a:pt x="660453" y="39670"/>
                </a:lnTo>
                <a:lnTo>
                  <a:pt x="660439" y="40166"/>
                </a:lnTo>
                <a:lnTo>
                  <a:pt x="660435" y="40668"/>
                </a:lnTo>
                <a:lnTo>
                  <a:pt x="660435" y="53154"/>
                </a:lnTo>
                <a:lnTo>
                  <a:pt x="660439" y="53656"/>
                </a:lnTo>
                <a:lnTo>
                  <a:pt x="660453" y="54152"/>
                </a:lnTo>
                <a:lnTo>
                  <a:pt x="660476" y="54643"/>
                </a:lnTo>
                <a:lnTo>
                  <a:pt x="660507" y="55129"/>
                </a:lnTo>
                <a:lnTo>
                  <a:pt x="660548" y="55608"/>
                </a:lnTo>
                <a:lnTo>
                  <a:pt x="660598" y="56083"/>
                </a:lnTo>
                <a:lnTo>
                  <a:pt x="660657" y="56551"/>
                </a:lnTo>
                <a:lnTo>
                  <a:pt x="660725" y="57014"/>
                </a:lnTo>
                <a:lnTo>
                  <a:pt x="660802" y="57472"/>
                </a:lnTo>
                <a:lnTo>
                  <a:pt x="660889" y="57924"/>
                </a:lnTo>
                <a:lnTo>
                  <a:pt x="660984" y="58370"/>
                </a:lnTo>
                <a:lnTo>
                  <a:pt x="661088" y="58811"/>
                </a:lnTo>
                <a:lnTo>
                  <a:pt x="661202" y="59246"/>
                </a:lnTo>
                <a:lnTo>
                  <a:pt x="661325" y="59676"/>
                </a:lnTo>
                <a:lnTo>
                  <a:pt x="661456" y="60100"/>
                </a:lnTo>
                <a:lnTo>
                  <a:pt x="661597" y="60518"/>
                </a:lnTo>
                <a:lnTo>
                  <a:pt x="661747" y="60931"/>
                </a:lnTo>
                <a:lnTo>
                  <a:pt x="661906" y="61338"/>
                </a:lnTo>
                <a:lnTo>
                  <a:pt x="662074" y="61740"/>
                </a:lnTo>
                <a:lnTo>
                  <a:pt x="662251" y="62136"/>
                </a:lnTo>
                <a:lnTo>
                  <a:pt x="662437" y="62527"/>
                </a:lnTo>
                <a:lnTo>
                  <a:pt x="662632" y="62912"/>
                </a:lnTo>
                <a:lnTo>
                  <a:pt x="662837" y="63292"/>
                </a:lnTo>
                <a:lnTo>
                  <a:pt x="663050" y="63665"/>
                </a:lnTo>
                <a:lnTo>
                  <a:pt x="663272" y="64033"/>
                </a:lnTo>
                <a:lnTo>
                  <a:pt x="663501" y="64393"/>
                </a:lnTo>
                <a:lnTo>
                  <a:pt x="663737" y="64747"/>
                </a:lnTo>
                <a:lnTo>
                  <a:pt x="663981" y="65093"/>
                </a:lnTo>
                <a:lnTo>
                  <a:pt x="664232" y="65433"/>
                </a:lnTo>
                <a:lnTo>
                  <a:pt x="664490" y="65765"/>
                </a:lnTo>
                <a:lnTo>
                  <a:pt x="664756" y="66091"/>
                </a:lnTo>
                <a:lnTo>
                  <a:pt x="665029" y="66409"/>
                </a:lnTo>
                <a:lnTo>
                  <a:pt x="665309" y="66720"/>
                </a:lnTo>
                <a:lnTo>
                  <a:pt x="665597" y="67025"/>
                </a:lnTo>
                <a:lnTo>
                  <a:pt x="665892" y="67322"/>
                </a:lnTo>
                <a:lnTo>
                  <a:pt x="666194" y="67613"/>
                </a:lnTo>
                <a:lnTo>
                  <a:pt x="666504" y="67896"/>
                </a:lnTo>
                <a:lnTo>
                  <a:pt x="666821" y="68172"/>
                </a:lnTo>
                <a:lnTo>
                  <a:pt x="667145" y="68442"/>
                </a:lnTo>
                <a:lnTo>
                  <a:pt x="667477" y="68704"/>
                </a:lnTo>
                <a:lnTo>
                  <a:pt x="667816" y="68959"/>
                </a:lnTo>
                <a:lnTo>
                  <a:pt x="668162" y="69208"/>
                </a:lnTo>
                <a:lnTo>
                  <a:pt x="668516" y="69449"/>
                </a:lnTo>
                <a:lnTo>
                  <a:pt x="668877" y="69683"/>
                </a:lnTo>
                <a:lnTo>
                  <a:pt x="669245" y="69911"/>
                </a:lnTo>
                <a:lnTo>
                  <a:pt x="669621" y="70131"/>
                </a:lnTo>
                <a:lnTo>
                  <a:pt x="670004" y="70344"/>
                </a:lnTo>
                <a:lnTo>
                  <a:pt x="670394" y="70550"/>
                </a:lnTo>
                <a:lnTo>
                  <a:pt x="670791" y="70749"/>
                </a:lnTo>
                <a:lnTo>
                  <a:pt x="671194" y="70939"/>
                </a:lnTo>
                <a:lnTo>
                  <a:pt x="671603" y="71121"/>
                </a:lnTo>
                <a:lnTo>
                  <a:pt x="672018" y="71294"/>
                </a:lnTo>
                <a:lnTo>
                  <a:pt x="672438" y="71459"/>
                </a:lnTo>
                <a:lnTo>
                  <a:pt x="672864" y="71615"/>
                </a:lnTo>
                <a:lnTo>
                  <a:pt x="673297" y="71763"/>
                </a:lnTo>
                <a:lnTo>
                  <a:pt x="673735" y="71902"/>
                </a:lnTo>
                <a:lnTo>
                  <a:pt x="674179" y="72033"/>
                </a:lnTo>
                <a:lnTo>
                  <a:pt x="674629" y="72156"/>
                </a:lnTo>
                <a:lnTo>
                  <a:pt x="675085" y="72270"/>
                </a:lnTo>
                <a:lnTo>
                  <a:pt x="675547" y="72375"/>
                </a:lnTo>
                <a:lnTo>
                  <a:pt x="676015" y="72472"/>
                </a:lnTo>
                <a:lnTo>
                  <a:pt x="676488" y="72561"/>
                </a:lnTo>
                <a:lnTo>
                  <a:pt x="676968" y="72641"/>
                </a:lnTo>
                <a:lnTo>
                  <a:pt x="677453" y="72713"/>
                </a:lnTo>
                <a:lnTo>
                  <a:pt x="677945" y="72777"/>
                </a:lnTo>
                <a:lnTo>
                  <a:pt x="678442" y="72832"/>
                </a:lnTo>
                <a:lnTo>
                  <a:pt x="678945" y="72878"/>
                </a:lnTo>
                <a:lnTo>
                  <a:pt x="679454" y="72916"/>
                </a:lnTo>
                <a:lnTo>
                  <a:pt x="679969" y="72946"/>
                </a:lnTo>
                <a:lnTo>
                  <a:pt x="680490" y="72967"/>
                </a:lnTo>
                <a:lnTo>
                  <a:pt x="681016" y="72979"/>
                </a:lnTo>
                <a:lnTo>
                  <a:pt x="681549" y="72984"/>
                </a:lnTo>
                <a:lnTo>
                  <a:pt x="682089" y="72979"/>
                </a:lnTo>
                <a:lnTo>
                  <a:pt x="682623" y="72967"/>
                </a:lnTo>
                <a:lnTo>
                  <a:pt x="683150" y="72946"/>
                </a:lnTo>
                <a:lnTo>
                  <a:pt x="683671" y="72916"/>
                </a:lnTo>
                <a:lnTo>
                  <a:pt x="684185" y="72878"/>
                </a:lnTo>
                <a:close/>
                <a:moveTo>
                  <a:pt x="679759" y="62867"/>
                </a:moveTo>
                <a:lnTo>
                  <a:pt x="679421" y="62818"/>
                </a:lnTo>
                <a:lnTo>
                  <a:pt x="679089" y="62761"/>
                </a:lnTo>
                <a:lnTo>
                  <a:pt x="678765" y="62696"/>
                </a:lnTo>
                <a:lnTo>
                  <a:pt x="678447" y="62621"/>
                </a:lnTo>
                <a:lnTo>
                  <a:pt x="678135" y="62538"/>
                </a:lnTo>
                <a:lnTo>
                  <a:pt x="677831" y="62446"/>
                </a:lnTo>
                <a:lnTo>
                  <a:pt x="677533" y="62345"/>
                </a:lnTo>
                <a:lnTo>
                  <a:pt x="677242" y="62236"/>
                </a:lnTo>
                <a:lnTo>
                  <a:pt x="676957" y="62117"/>
                </a:lnTo>
                <a:lnTo>
                  <a:pt x="676680" y="61990"/>
                </a:lnTo>
                <a:lnTo>
                  <a:pt x="676408" y="61854"/>
                </a:lnTo>
                <a:lnTo>
                  <a:pt x="676144" y="61710"/>
                </a:lnTo>
                <a:lnTo>
                  <a:pt x="675886" y="61556"/>
                </a:lnTo>
                <a:lnTo>
                  <a:pt x="675635" y="61394"/>
                </a:lnTo>
                <a:lnTo>
                  <a:pt x="675391" y="61223"/>
                </a:lnTo>
                <a:lnTo>
                  <a:pt x="675153" y="61044"/>
                </a:lnTo>
                <a:lnTo>
                  <a:pt x="674922" y="60855"/>
                </a:lnTo>
                <a:lnTo>
                  <a:pt x="674698" y="60658"/>
                </a:lnTo>
                <a:lnTo>
                  <a:pt x="674481" y="60452"/>
                </a:lnTo>
                <a:lnTo>
                  <a:pt x="674271" y="60238"/>
                </a:lnTo>
                <a:lnTo>
                  <a:pt x="674070" y="60016"/>
                </a:lnTo>
                <a:lnTo>
                  <a:pt x="673878" y="59786"/>
                </a:lnTo>
                <a:lnTo>
                  <a:pt x="673695" y="59548"/>
                </a:lnTo>
                <a:lnTo>
                  <a:pt x="673521" y="59303"/>
                </a:lnTo>
                <a:lnTo>
                  <a:pt x="673356" y="59049"/>
                </a:lnTo>
                <a:lnTo>
                  <a:pt x="673200" y="58788"/>
                </a:lnTo>
                <a:lnTo>
                  <a:pt x="673053" y="58519"/>
                </a:lnTo>
                <a:lnTo>
                  <a:pt x="672914" y="58242"/>
                </a:lnTo>
                <a:lnTo>
                  <a:pt x="672785" y="57958"/>
                </a:lnTo>
                <a:lnTo>
                  <a:pt x="672664" y="57665"/>
                </a:lnTo>
                <a:lnTo>
                  <a:pt x="672553" y="57365"/>
                </a:lnTo>
                <a:lnTo>
                  <a:pt x="672450" y="57057"/>
                </a:lnTo>
                <a:lnTo>
                  <a:pt x="672356" y="56741"/>
                </a:lnTo>
                <a:lnTo>
                  <a:pt x="672272" y="56418"/>
                </a:lnTo>
                <a:lnTo>
                  <a:pt x="672196" y="56086"/>
                </a:lnTo>
                <a:lnTo>
                  <a:pt x="672129" y="55747"/>
                </a:lnTo>
                <a:lnTo>
                  <a:pt x="672071" y="55400"/>
                </a:lnTo>
                <a:lnTo>
                  <a:pt x="672022" y="55045"/>
                </a:lnTo>
                <a:lnTo>
                  <a:pt x="671982" y="54683"/>
                </a:lnTo>
                <a:lnTo>
                  <a:pt x="671950" y="54312"/>
                </a:lnTo>
                <a:lnTo>
                  <a:pt x="671928" y="53934"/>
                </a:lnTo>
                <a:lnTo>
                  <a:pt x="671915" y="53548"/>
                </a:lnTo>
                <a:lnTo>
                  <a:pt x="671910" y="53154"/>
                </a:lnTo>
                <a:lnTo>
                  <a:pt x="671910" y="40668"/>
                </a:lnTo>
                <a:lnTo>
                  <a:pt x="671915" y="40267"/>
                </a:lnTo>
                <a:lnTo>
                  <a:pt x="671928" y="39874"/>
                </a:lnTo>
                <a:lnTo>
                  <a:pt x="671950" y="39489"/>
                </a:lnTo>
                <a:lnTo>
                  <a:pt x="671982" y="39113"/>
                </a:lnTo>
                <a:lnTo>
                  <a:pt x="672022" y="38745"/>
                </a:lnTo>
                <a:lnTo>
                  <a:pt x="672071" y="38385"/>
                </a:lnTo>
                <a:lnTo>
                  <a:pt x="672129" y="38033"/>
                </a:lnTo>
                <a:lnTo>
                  <a:pt x="672196" y="37690"/>
                </a:lnTo>
                <a:lnTo>
                  <a:pt x="672272" y="37355"/>
                </a:lnTo>
                <a:lnTo>
                  <a:pt x="672356" y="37029"/>
                </a:lnTo>
                <a:lnTo>
                  <a:pt x="672450" y="36710"/>
                </a:lnTo>
                <a:lnTo>
                  <a:pt x="672553" y="36400"/>
                </a:lnTo>
                <a:lnTo>
                  <a:pt x="672664" y="36098"/>
                </a:lnTo>
                <a:lnTo>
                  <a:pt x="672785" y="35805"/>
                </a:lnTo>
                <a:lnTo>
                  <a:pt x="672914" y="35519"/>
                </a:lnTo>
                <a:lnTo>
                  <a:pt x="673053" y="35243"/>
                </a:lnTo>
                <a:lnTo>
                  <a:pt x="673200" y="34974"/>
                </a:lnTo>
                <a:lnTo>
                  <a:pt x="673356" y="34713"/>
                </a:lnTo>
                <a:lnTo>
                  <a:pt x="673521" y="34461"/>
                </a:lnTo>
                <a:lnTo>
                  <a:pt x="673695" y="34218"/>
                </a:lnTo>
                <a:lnTo>
                  <a:pt x="673878" y="33982"/>
                </a:lnTo>
                <a:lnTo>
                  <a:pt x="674070" y="33755"/>
                </a:lnTo>
                <a:lnTo>
                  <a:pt x="674271" y="33536"/>
                </a:lnTo>
                <a:lnTo>
                  <a:pt x="674481" y="33325"/>
                </a:lnTo>
                <a:lnTo>
                  <a:pt x="674698" y="33123"/>
                </a:lnTo>
                <a:lnTo>
                  <a:pt x="674922" y="32929"/>
                </a:lnTo>
                <a:lnTo>
                  <a:pt x="675153" y="32744"/>
                </a:lnTo>
                <a:lnTo>
                  <a:pt x="675391" y="32568"/>
                </a:lnTo>
                <a:lnTo>
                  <a:pt x="675635" y="32400"/>
                </a:lnTo>
                <a:lnTo>
                  <a:pt x="675886" y="32241"/>
                </a:lnTo>
                <a:lnTo>
                  <a:pt x="676144" y="32090"/>
                </a:lnTo>
                <a:lnTo>
                  <a:pt x="676408" y="31948"/>
                </a:lnTo>
                <a:lnTo>
                  <a:pt x="676680" y="31814"/>
                </a:lnTo>
                <a:lnTo>
                  <a:pt x="676957" y="31690"/>
                </a:lnTo>
                <a:lnTo>
                  <a:pt x="677242" y="31573"/>
                </a:lnTo>
                <a:lnTo>
                  <a:pt x="677533" y="31466"/>
                </a:lnTo>
                <a:lnTo>
                  <a:pt x="677831" y="31367"/>
                </a:lnTo>
                <a:lnTo>
                  <a:pt x="678135" y="31276"/>
                </a:lnTo>
                <a:lnTo>
                  <a:pt x="678447" y="31195"/>
                </a:lnTo>
                <a:lnTo>
                  <a:pt x="678765" y="31121"/>
                </a:lnTo>
                <a:lnTo>
                  <a:pt x="679089" y="31057"/>
                </a:lnTo>
                <a:lnTo>
                  <a:pt x="679421" y="31001"/>
                </a:lnTo>
                <a:lnTo>
                  <a:pt x="679759" y="30953"/>
                </a:lnTo>
                <a:lnTo>
                  <a:pt x="680103" y="30915"/>
                </a:lnTo>
                <a:lnTo>
                  <a:pt x="680455" y="30885"/>
                </a:lnTo>
                <a:lnTo>
                  <a:pt x="680813" y="30863"/>
                </a:lnTo>
                <a:lnTo>
                  <a:pt x="681178" y="30850"/>
                </a:lnTo>
                <a:lnTo>
                  <a:pt x="681549" y="30846"/>
                </a:lnTo>
                <a:lnTo>
                  <a:pt x="681928" y="30850"/>
                </a:lnTo>
                <a:lnTo>
                  <a:pt x="682300" y="30863"/>
                </a:lnTo>
                <a:lnTo>
                  <a:pt x="682664" y="30885"/>
                </a:lnTo>
                <a:lnTo>
                  <a:pt x="683022" y="30915"/>
                </a:lnTo>
                <a:lnTo>
                  <a:pt x="683372" y="30953"/>
                </a:lnTo>
                <a:lnTo>
                  <a:pt x="683715" y="31001"/>
                </a:lnTo>
                <a:lnTo>
                  <a:pt x="684051" y="31057"/>
                </a:lnTo>
                <a:lnTo>
                  <a:pt x="684380" y="31121"/>
                </a:lnTo>
                <a:lnTo>
                  <a:pt x="684701" y="31195"/>
                </a:lnTo>
                <a:lnTo>
                  <a:pt x="685016" y="31276"/>
                </a:lnTo>
                <a:lnTo>
                  <a:pt x="685323" y="31367"/>
                </a:lnTo>
                <a:lnTo>
                  <a:pt x="685623" y="31466"/>
                </a:lnTo>
                <a:lnTo>
                  <a:pt x="685916" y="31573"/>
                </a:lnTo>
                <a:lnTo>
                  <a:pt x="686202" y="31690"/>
                </a:lnTo>
                <a:lnTo>
                  <a:pt x="686480" y="31814"/>
                </a:lnTo>
                <a:lnTo>
                  <a:pt x="686751" y="31948"/>
                </a:lnTo>
                <a:lnTo>
                  <a:pt x="687016" y="32090"/>
                </a:lnTo>
                <a:lnTo>
                  <a:pt x="687273" y="32241"/>
                </a:lnTo>
                <a:lnTo>
                  <a:pt x="687522" y="32400"/>
                </a:lnTo>
                <a:lnTo>
                  <a:pt x="687765" y="32568"/>
                </a:lnTo>
                <a:lnTo>
                  <a:pt x="688000" y="32744"/>
                </a:lnTo>
                <a:lnTo>
                  <a:pt x="688229" y="32929"/>
                </a:lnTo>
                <a:lnTo>
                  <a:pt x="688450" y="33123"/>
                </a:lnTo>
                <a:lnTo>
                  <a:pt x="688664" y="33325"/>
                </a:lnTo>
                <a:lnTo>
                  <a:pt x="688870" y="33536"/>
                </a:lnTo>
                <a:lnTo>
                  <a:pt x="689067" y="33755"/>
                </a:lnTo>
                <a:lnTo>
                  <a:pt x="689255" y="33982"/>
                </a:lnTo>
                <a:lnTo>
                  <a:pt x="689435" y="34218"/>
                </a:lnTo>
                <a:lnTo>
                  <a:pt x="689606" y="34461"/>
                </a:lnTo>
                <a:lnTo>
                  <a:pt x="689768" y="34713"/>
                </a:lnTo>
                <a:lnTo>
                  <a:pt x="689922" y="34974"/>
                </a:lnTo>
                <a:lnTo>
                  <a:pt x="690066" y="35243"/>
                </a:lnTo>
                <a:lnTo>
                  <a:pt x="690202" y="35519"/>
                </a:lnTo>
                <a:lnTo>
                  <a:pt x="690329" y="35805"/>
                </a:lnTo>
                <a:lnTo>
                  <a:pt x="690447" y="36098"/>
                </a:lnTo>
                <a:lnTo>
                  <a:pt x="690557" y="36400"/>
                </a:lnTo>
                <a:lnTo>
                  <a:pt x="690658" y="36710"/>
                </a:lnTo>
                <a:lnTo>
                  <a:pt x="690750" y="37029"/>
                </a:lnTo>
                <a:lnTo>
                  <a:pt x="690833" y="37355"/>
                </a:lnTo>
                <a:lnTo>
                  <a:pt x="690908" y="37690"/>
                </a:lnTo>
                <a:lnTo>
                  <a:pt x="690973" y="38033"/>
                </a:lnTo>
                <a:lnTo>
                  <a:pt x="691030" y="38385"/>
                </a:lnTo>
                <a:lnTo>
                  <a:pt x="691078" y="38745"/>
                </a:lnTo>
                <a:lnTo>
                  <a:pt x="691118" y="39113"/>
                </a:lnTo>
                <a:lnTo>
                  <a:pt x="691149" y="39489"/>
                </a:lnTo>
                <a:lnTo>
                  <a:pt x="691171" y="39874"/>
                </a:lnTo>
                <a:lnTo>
                  <a:pt x="691184" y="40267"/>
                </a:lnTo>
                <a:lnTo>
                  <a:pt x="691188" y="40668"/>
                </a:lnTo>
                <a:lnTo>
                  <a:pt x="691188" y="53154"/>
                </a:lnTo>
                <a:lnTo>
                  <a:pt x="691184" y="53548"/>
                </a:lnTo>
                <a:lnTo>
                  <a:pt x="691171" y="53934"/>
                </a:lnTo>
                <a:lnTo>
                  <a:pt x="691149" y="54312"/>
                </a:lnTo>
                <a:lnTo>
                  <a:pt x="691118" y="54683"/>
                </a:lnTo>
                <a:lnTo>
                  <a:pt x="691078" y="55045"/>
                </a:lnTo>
                <a:lnTo>
                  <a:pt x="691030" y="55400"/>
                </a:lnTo>
                <a:lnTo>
                  <a:pt x="690973" y="55747"/>
                </a:lnTo>
                <a:lnTo>
                  <a:pt x="690908" y="56086"/>
                </a:lnTo>
                <a:lnTo>
                  <a:pt x="690833" y="56418"/>
                </a:lnTo>
                <a:lnTo>
                  <a:pt x="690750" y="56741"/>
                </a:lnTo>
                <a:lnTo>
                  <a:pt x="690658" y="57057"/>
                </a:lnTo>
                <a:lnTo>
                  <a:pt x="690557" y="57365"/>
                </a:lnTo>
                <a:lnTo>
                  <a:pt x="690447" y="57665"/>
                </a:lnTo>
                <a:lnTo>
                  <a:pt x="690329" y="57958"/>
                </a:lnTo>
                <a:lnTo>
                  <a:pt x="690202" y="58242"/>
                </a:lnTo>
                <a:lnTo>
                  <a:pt x="690066" y="58519"/>
                </a:lnTo>
                <a:lnTo>
                  <a:pt x="689922" y="58788"/>
                </a:lnTo>
                <a:lnTo>
                  <a:pt x="689768" y="59049"/>
                </a:lnTo>
                <a:lnTo>
                  <a:pt x="689606" y="59303"/>
                </a:lnTo>
                <a:lnTo>
                  <a:pt x="689435" y="59548"/>
                </a:lnTo>
                <a:lnTo>
                  <a:pt x="689255" y="59786"/>
                </a:lnTo>
                <a:lnTo>
                  <a:pt x="689067" y="60016"/>
                </a:lnTo>
                <a:lnTo>
                  <a:pt x="688870" y="60238"/>
                </a:lnTo>
                <a:lnTo>
                  <a:pt x="688664" y="60452"/>
                </a:lnTo>
                <a:lnTo>
                  <a:pt x="688450" y="60658"/>
                </a:lnTo>
                <a:lnTo>
                  <a:pt x="688229" y="60855"/>
                </a:lnTo>
                <a:lnTo>
                  <a:pt x="688000" y="61044"/>
                </a:lnTo>
                <a:lnTo>
                  <a:pt x="687765" y="61223"/>
                </a:lnTo>
                <a:lnTo>
                  <a:pt x="687522" y="61394"/>
                </a:lnTo>
                <a:lnTo>
                  <a:pt x="687273" y="61556"/>
                </a:lnTo>
                <a:lnTo>
                  <a:pt x="687016" y="61710"/>
                </a:lnTo>
                <a:lnTo>
                  <a:pt x="686751" y="61854"/>
                </a:lnTo>
                <a:lnTo>
                  <a:pt x="686480" y="61990"/>
                </a:lnTo>
                <a:lnTo>
                  <a:pt x="686202" y="62117"/>
                </a:lnTo>
                <a:lnTo>
                  <a:pt x="685916" y="62236"/>
                </a:lnTo>
                <a:lnTo>
                  <a:pt x="685623" y="62345"/>
                </a:lnTo>
                <a:lnTo>
                  <a:pt x="685323" y="62446"/>
                </a:lnTo>
                <a:lnTo>
                  <a:pt x="685016" y="62538"/>
                </a:lnTo>
                <a:lnTo>
                  <a:pt x="684701" y="62621"/>
                </a:lnTo>
                <a:lnTo>
                  <a:pt x="684380" y="62696"/>
                </a:lnTo>
                <a:lnTo>
                  <a:pt x="684051" y="62761"/>
                </a:lnTo>
                <a:lnTo>
                  <a:pt x="683715" y="62818"/>
                </a:lnTo>
                <a:lnTo>
                  <a:pt x="683372" y="62867"/>
                </a:lnTo>
                <a:lnTo>
                  <a:pt x="683022" y="62906"/>
                </a:lnTo>
                <a:lnTo>
                  <a:pt x="682664" y="62937"/>
                </a:lnTo>
                <a:lnTo>
                  <a:pt x="682300" y="62959"/>
                </a:lnTo>
                <a:lnTo>
                  <a:pt x="681928" y="62972"/>
                </a:lnTo>
                <a:lnTo>
                  <a:pt x="681549" y="62976"/>
                </a:lnTo>
                <a:lnTo>
                  <a:pt x="681178" y="62972"/>
                </a:lnTo>
                <a:lnTo>
                  <a:pt x="680813" y="62959"/>
                </a:lnTo>
                <a:lnTo>
                  <a:pt x="680455" y="62937"/>
                </a:lnTo>
                <a:lnTo>
                  <a:pt x="680103" y="62906"/>
                </a:lnTo>
                <a:lnTo>
                  <a:pt x="679759" y="62867"/>
                </a:lnTo>
                <a:close/>
                <a:moveTo>
                  <a:pt x="592040" y="37914"/>
                </a:moveTo>
                <a:lnTo>
                  <a:pt x="592030" y="37262"/>
                </a:lnTo>
                <a:lnTo>
                  <a:pt x="592002" y="36621"/>
                </a:lnTo>
                <a:lnTo>
                  <a:pt x="591956" y="35992"/>
                </a:lnTo>
                <a:lnTo>
                  <a:pt x="591890" y="35373"/>
                </a:lnTo>
                <a:lnTo>
                  <a:pt x="591807" y="34766"/>
                </a:lnTo>
                <a:lnTo>
                  <a:pt x="591704" y="34171"/>
                </a:lnTo>
                <a:lnTo>
                  <a:pt x="591583" y="33586"/>
                </a:lnTo>
                <a:lnTo>
                  <a:pt x="591443" y="33013"/>
                </a:lnTo>
                <a:lnTo>
                  <a:pt x="591284" y="32451"/>
                </a:lnTo>
                <a:lnTo>
                  <a:pt x="591107" y="31901"/>
                </a:lnTo>
                <a:lnTo>
                  <a:pt x="590911" y="31362"/>
                </a:lnTo>
                <a:lnTo>
                  <a:pt x="590697" y="30834"/>
                </a:lnTo>
                <a:lnTo>
                  <a:pt x="590464" y="30318"/>
                </a:lnTo>
                <a:lnTo>
                  <a:pt x="590212" y="29813"/>
                </a:lnTo>
                <a:lnTo>
                  <a:pt x="589942" y="29319"/>
                </a:lnTo>
                <a:lnTo>
                  <a:pt x="589653" y="28836"/>
                </a:lnTo>
                <a:lnTo>
                  <a:pt x="589345" y="28365"/>
                </a:lnTo>
                <a:lnTo>
                  <a:pt x="589019" y="27905"/>
                </a:lnTo>
                <a:lnTo>
                  <a:pt x="588674" y="27457"/>
                </a:lnTo>
                <a:lnTo>
                  <a:pt x="588310" y="27020"/>
                </a:lnTo>
                <a:lnTo>
                  <a:pt x="587928" y="26594"/>
                </a:lnTo>
                <a:lnTo>
                  <a:pt x="587527" y="26179"/>
                </a:lnTo>
                <a:lnTo>
                  <a:pt x="587107" y="25776"/>
                </a:lnTo>
                <a:lnTo>
                  <a:pt x="586669" y="25384"/>
                </a:lnTo>
                <a:lnTo>
                  <a:pt x="586215" y="25006"/>
                </a:lnTo>
                <a:lnTo>
                  <a:pt x="585747" y="24643"/>
                </a:lnTo>
                <a:lnTo>
                  <a:pt x="585266" y="24297"/>
                </a:lnTo>
                <a:lnTo>
                  <a:pt x="584771" y="23967"/>
                </a:lnTo>
                <a:lnTo>
                  <a:pt x="584262" y="23653"/>
                </a:lnTo>
                <a:lnTo>
                  <a:pt x="583740" y="23356"/>
                </a:lnTo>
                <a:lnTo>
                  <a:pt x="583205" y="23074"/>
                </a:lnTo>
                <a:lnTo>
                  <a:pt x="582656" y="22808"/>
                </a:lnTo>
                <a:lnTo>
                  <a:pt x="582093" y="22559"/>
                </a:lnTo>
                <a:lnTo>
                  <a:pt x="581517" y="22325"/>
                </a:lnTo>
                <a:lnTo>
                  <a:pt x="580927" y="22108"/>
                </a:lnTo>
                <a:lnTo>
                  <a:pt x="580324" y="21907"/>
                </a:lnTo>
                <a:lnTo>
                  <a:pt x="579707" y="21721"/>
                </a:lnTo>
                <a:lnTo>
                  <a:pt x="579077" y="21552"/>
                </a:lnTo>
                <a:lnTo>
                  <a:pt x="578433" y="21399"/>
                </a:lnTo>
                <a:lnTo>
                  <a:pt x="577775" y="21263"/>
                </a:lnTo>
                <a:lnTo>
                  <a:pt x="577104" y="21142"/>
                </a:lnTo>
                <a:lnTo>
                  <a:pt x="576420" y="21037"/>
                </a:lnTo>
                <a:lnTo>
                  <a:pt x="575722" y="20949"/>
                </a:lnTo>
                <a:lnTo>
                  <a:pt x="575010" y="20876"/>
                </a:lnTo>
                <a:lnTo>
                  <a:pt x="574285" y="20820"/>
                </a:lnTo>
                <a:lnTo>
                  <a:pt x="573546" y="20780"/>
                </a:lnTo>
                <a:lnTo>
                  <a:pt x="572794" y="20755"/>
                </a:lnTo>
                <a:lnTo>
                  <a:pt x="572028" y="20747"/>
                </a:lnTo>
                <a:lnTo>
                  <a:pt x="571306" y="20755"/>
                </a:lnTo>
                <a:lnTo>
                  <a:pt x="570596" y="20777"/>
                </a:lnTo>
                <a:lnTo>
                  <a:pt x="569896" y="20813"/>
                </a:lnTo>
                <a:lnTo>
                  <a:pt x="569207" y="20865"/>
                </a:lnTo>
                <a:lnTo>
                  <a:pt x="568529" y="20931"/>
                </a:lnTo>
                <a:lnTo>
                  <a:pt x="567862" y="21011"/>
                </a:lnTo>
                <a:lnTo>
                  <a:pt x="567206" y="21107"/>
                </a:lnTo>
                <a:lnTo>
                  <a:pt x="566560" y="21217"/>
                </a:lnTo>
                <a:lnTo>
                  <a:pt x="565926" y="21341"/>
                </a:lnTo>
                <a:lnTo>
                  <a:pt x="565302" y="21481"/>
                </a:lnTo>
                <a:lnTo>
                  <a:pt x="564689" y="21635"/>
                </a:lnTo>
                <a:lnTo>
                  <a:pt x="564087" y="21803"/>
                </a:lnTo>
                <a:lnTo>
                  <a:pt x="563495" y="21987"/>
                </a:lnTo>
                <a:lnTo>
                  <a:pt x="562915" y="22185"/>
                </a:lnTo>
                <a:lnTo>
                  <a:pt x="562345" y="22397"/>
                </a:lnTo>
                <a:lnTo>
                  <a:pt x="561786" y="22624"/>
                </a:lnTo>
                <a:lnTo>
                  <a:pt x="561238" y="22866"/>
                </a:lnTo>
                <a:lnTo>
                  <a:pt x="560701" y="23123"/>
                </a:lnTo>
                <a:lnTo>
                  <a:pt x="560175" y="23394"/>
                </a:lnTo>
                <a:lnTo>
                  <a:pt x="559659" y="23680"/>
                </a:lnTo>
                <a:lnTo>
                  <a:pt x="559155" y="23981"/>
                </a:lnTo>
                <a:lnTo>
                  <a:pt x="558661" y="24296"/>
                </a:lnTo>
                <a:lnTo>
                  <a:pt x="558178" y="24626"/>
                </a:lnTo>
                <a:lnTo>
                  <a:pt x="557706" y="24971"/>
                </a:lnTo>
                <a:lnTo>
                  <a:pt x="557247" y="25328"/>
                </a:lnTo>
                <a:lnTo>
                  <a:pt x="556806" y="25695"/>
                </a:lnTo>
                <a:lnTo>
                  <a:pt x="556380" y="26072"/>
                </a:lnTo>
                <a:lnTo>
                  <a:pt x="555972" y="26460"/>
                </a:lnTo>
                <a:lnTo>
                  <a:pt x="555580" y="26858"/>
                </a:lnTo>
                <a:lnTo>
                  <a:pt x="555204" y="27266"/>
                </a:lnTo>
                <a:lnTo>
                  <a:pt x="554845" y="27684"/>
                </a:lnTo>
                <a:lnTo>
                  <a:pt x="554503" y="28112"/>
                </a:lnTo>
                <a:lnTo>
                  <a:pt x="554177" y="28551"/>
                </a:lnTo>
                <a:lnTo>
                  <a:pt x="553868" y="28999"/>
                </a:lnTo>
                <a:lnTo>
                  <a:pt x="553575" y="29458"/>
                </a:lnTo>
                <a:lnTo>
                  <a:pt x="553299" y="29928"/>
                </a:lnTo>
                <a:lnTo>
                  <a:pt x="553039" y="30407"/>
                </a:lnTo>
                <a:lnTo>
                  <a:pt x="552796" y="30897"/>
                </a:lnTo>
                <a:lnTo>
                  <a:pt x="552570" y="31396"/>
                </a:lnTo>
                <a:lnTo>
                  <a:pt x="552360" y="31906"/>
                </a:lnTo>
                <a:lnTo>
                  <a:pt x="552167" y="32427"/>
                </a:lnTo>
                <a:lnTo>
                  <a:pt x="551991" y="32957"/>
                </a:lnTo>
                <a:lnTo>
                  <a:pt x="551830" y="33498"/>
                </a:lnTo>
                <a:lnTo>
                  <a:pt x="551687" y="34048"/>
                </a:lnTo>
                <a:lnTo>
                  <a:pt x="551560" y="34610"/>
                </a:lnTo>
                <a:lnTo>
                  <a:pt x="551450" y="35181"/>
                </a:lnTo>
                <a:lnTo>
                  <a:pt x="551356" y="35762"/>
                </a:lnTo>
                <a:lnTo>
                  <a:pt x="551279" y="36354"/>
                </a:lnTo>
                <a:lnTo>
                  <a:pt x="562480" y="36354"/>
                </a:lnTo>
                <a:lnTo>
                  <a:pt x="562521" y="36119"/>
                </a:lnTo>
                <a:lnTo>
                  <a:pt x="562570" y="35888"/>
                </a:lnTo>
                <a:lnTo>
                  <a:pt x="562626" y="35661"/>
                </a:lnTo>
                <a:lnTo>
                  <a:pt x="562689" y="35438"/>
                </a:lnTo>
                <a:lnTo>
                  <a:pt x="562758" y="35220"/>
                </a:lnTo>
                <a:lnTo>
                  <a:pt x="562835" y="35005"/>
                </a:lnTo>
                <a:lnTo>
                  <a:pt x="562919" y="34795"/>
                </a:lnTo>
                <a:lnTo>
                  <a:pt x="563010" y="34589"/>
                </a:lnTo>
                <a:lnTo>
                  <a:pt x="563107" y="34387"/>
                </a:lnTo>
                <a:lnTo>
                  <a:pt x="563212" y="34189"/>
                </a:lnTo>
                <a:lnTo>
                  <a:pt x="563324" y="33996"/>
                </a:lnTo>
                <a:lnTo>
                  <a:pt x="563443" y="33806"/>
                </a:lnTo>
                <a:lnTo>
                  <a:pt x="563569" y="33621"/>
                </a:lnTo>
                <a:lnTo>
                  <a:pt x="563702" y="33440"/>
                </a:lnTo>
                <a:lnTo>
                  <a:pt x="563841" y="33263"/>
                </a:lnTo>
                <a:lnTo>
                  <a:pt x="563988" y="33090"/>
                </a:lnTo>
                <a:lnTo>
                  <a:pt x="564142" y="32921"/>
                </a:lnTo>
                <a:lnTo>
                  <a:pt x="564303" y="32756"/>
                </a:lnTo>
                <a:lnTo>
                  <a:pt x="564471" y="32596"/>
                </a:lnTo>
                <a:lnTo>
                  <a:pt x="564646" y="32440"/>
                </a:lnTo>
                <a:lnTo>
                  <a:pt x="564828" y="32287"/>
                </a:lnTo>
                <a:lnTo>
                  <a:pt x="565017" y="32139"/>
                </a:lnTo>
                <a:lnTo>
                  <a:pt x="565213" y="31996"/>
                </a:lnTo>
                <a:lnTo>
                  <a:pt x="565416" y="31856"/>
                </a:lnTo>
                <a:lnTo>
                  <a:pt x="565625" y="31721"/>
                </a:lnTo>
                <a:lnTo>
                  <a:pt x="565838" y="31592"/>
                </a:lnTo>
                <a:lnTo>
                  <a:pt x="566056" y="31468"/>
                </a:lnTo>
                <a:lnTo>
                  <a:pt x="566278" y="31351"/>
                </a:lnTo>
                <a:lnTo>
                  <a:pt x="566505" y="31239"/>
                </a:lnTo>
                <a:lnTo>
                  <a:pt x="566736" y="31133"/>
                </a:lnTo>
                <a:lnTo>
                  <a:pt x="566971" y="31032"/>
                </a:lnTo>
                <a:lnTo>
                  <a:pt x="567212" y="30938"/>
                </a:lnTo>
                <a:lnTo>
                  <a:pt x="567456" y="30849"/>
                </a:lnTo>
                <a:lnTo>
                  <a:pt x="567705" y="30765"/>
                </a:lnTo>
                <a:lnTo>
                  <a:pt x="567959" y="30688"/>
                </a:lnTo>
                <a:lnTo>
                  <a:pt x="568216" y="30616"/>
                </a:lnTo>
                <a:lnTo>
                  <a:pt x="568479" y="30550"/>
                </a:lnTo>
                <a:lnTo>
                  <a:pt x="568746" y="30490"/>
                </a:lnTo>
                <a:lnTo>
                  <a:pt x="569017" y="30435"/>
                </a:lnTo>
                <a:lnTo>
                  <a:pt x="569293" y="30387"/>
                </a:lnTo>
                <a:lnTo>
                  <a:pt x="569573" y="30343"/>
                </a:lnTo>
                <a:lnTo>
                  <a:pt x="569858" y="30306"/>
                </a:lnTo>
                <a:lnTo>
                  <a:pt x="570147" y="30275"/>
                </a:lnTo>
                <a:lnTo>
                  <a:pt x="570440" y="30249"/>
                </a:lnTo>
                <a:lnTo>
                  <a:pt x="570738" y="30229"/>
                </a:lnTo>
                <a:lnTo>
                  <a:pt x="571041" y="30214"/>
                </a:lnTo>
                <a:lnTo>
                  <a:pt x="571348" y="30206"/>
                </a:lnTo>
                <a:lnTo>
                  <a:pt x="571659" y="30203"/>
                </a:lnTo>
                <a:lnTo>
                  <a:pt x="572001" y="30206"/>
                </a:lnTo>
                <a:lnTo>
                  <a:pt x="572336" y="30217"/>
                </a:lnTo>
                <a:lnTo>
                  <a:pt x="572665" y="30235"/>
                </a:lnTo>
                <a:lnTo>
                  <a:pt x="572988" y="30260"/>
                </a:lnTo>
                <a:lnTo>
                  <a:pt x="573305" y="30293"/>
                </a:lnTo>
                <a:lnTo>
                  <a:pt x="573616" y="30332"/>
                </a:lnTo>
                <a:lnTo>
                  <a:pt x="573921" y="30379"/>
                </a:lnTo>
                <a:lnTo>
                  <a:pt x="574220" y="30432"/>
                </a:lnTo>
                <a:lnTo>
                  <a:pt x="574513" y="30493"/>
                </a:lnTo>
                <a:lnTo>
                  <a:pt x="574800" y="30562"/>
                </a:lnTo>
                <a:lnTo>
                  <a:pt x="575080" y="30637"/>
                </a:lnTo>
                <a:lnTo>
                  <a:pt x="575355" y="30719"/>
                </a:lnTo>
                <a:lnTo>
                  <a:pt x="575624" y="30809"/>
                </a:lnTo>
                <a:lnTo>
                  <a:pt x="575886" y="30906"/>
                </a:lnTo>
                <a:lnTo>
                  <a:pt x="576142" y="31010"/>
                </a:lnTo>
                <a:lnTo>
                  <a:pt x="576393" y="31121"/>
                </a:lnTo>
                <a:lnTo>
                  <a:pt x="576637" y="31240"/>
                </a:lnTo>
                <a:lnTo>
                  <a:pt x="576875" y="31365"/>
                </a:lnTo>
                <a:lnTo>
                  <a:pt x="577107" y="31498"/>
                </a:lnTo>
                <a:lnTo>
                  <a:pt x="577334" y="31638"/>
                </a:lnTo>
                <a:lnTo>
                  <a:pt x="577554" y="31785"/>
                </a:lnTo>
                <a:lnTo>
                  <a:pt x="577768" y="31939"/>
                </a:lnTo>
                <a:lnTo>
                  <a:pt x="577975" y="32100"/>
                </a:lnTo>
                <a:lnTo>
                  <a:pt x="578177" y="32269"/>
                </a:lnTo>
                <a:lnTo>
                  <a:pt x="578372" y="32444"/>
                </a:lnTo>
                <a:lnTo>
                  <a:pt x="578559" y="32624"/>
                </a:lnTo>
                <a:lnTo>
                  <a:pt x="578737" y="32810"/>
                </a:lnTo>
                <a:lnTo>
                  <a:pt x="578907" y="33002"/>
                </a:lnTo>
                <a:lnTo>
                  <a:pt x="579068" y="33199"/>
                </a:lnTo>
                <a:lnTo>
                  <a:pt x="579222" y="33402"/>
                </a:lnTo>
                <a:lnTo>
                  <a:pt x="579367" y="33610"/>
                </a:lnTo>
                <a:lnTo>
                  <a:pt x="579503" y="33824"/>
                </a:lnTo>
                <a:lnTo>
                  <a:pt x="579632" y="34044"/>
                </a:lnTo>
                <a:lnTo>
                  <a:pt x="579752" y="34269"/>
                </a:lnTo>
                <a:lnTo>
                  <a:pt x="579864" y="34500"/>
                </a:lnTo>
                <a:lnTo>
                  <a:pt x="579967" y="34736"/>
                </a:lnTo>
                <a:lnTo>
                  <a:pt x="580063" y="34978"/>
                </a:lnTo>
                <a:lnTo>
                  <a:pt x="580150" y="35225"/>
                </a:lnTo>
                <a:lnTo>
                  <a:pt x="580229" y="35478"/>
                </a:lnTo>
                <a:lnTo>
                  <a:pt x="580299" y="35737"/>
                </a:lnTo>
                <a:lnTo>
                  <a:pt x="580361" y="36001"/>
                </a:lnTo>
                <a:lnTo>
                  <a:pt x="580415" y="36271"/>
                </a:lnTo>
                <a:lnTo>
                  <a:pt x="580461" y="36546"/>
                </a:lnTo>
                <a:lnTo>
                  <a:pt x="580498" y="36827"/>
                </a:lnTo>
                <a:lnTo>
                  <a:pt x="580527" y="37114"/>
                </a:lnTo>
                <a:lnTo>
                  <a:pt x="580548" y="37406"/>
                </a:lnTo>
                <a:lnTo>
                  <a:pt x="580560" y="37703"/>
                </a:lnTo>
                <a:lnTo>
                  <a:pt x="580564" y="38007"/>
                </a:lnTo>
                <a:lnTo>
                  <a:pt x="580564" y="42321"/>
                </a:lnTo>
                <a:lnTo>
                  <a:pt x="567988" y="42321"/>
                </a:lnTo>
                <a:lnTo>
                  <a:pt x="567238" y="42328"/>
                </a:lnTo>
                <a:lnTo>
                  <a:pt x="566502" y="42349"/>
                </a:lnTo>
                <a:lnTo>
                  <a:pt x="565780" y="42384"/>
                </a:lnTo>
                <a:lnTo>
                  <a:pt x="565073" y="42433"/>
                </a:lnTo>
                <a:lnTo>
                  <a:pt x="564380" y="42497"/>
                </a:lnTo>
                <a:lnTo>
                  <a:pt x="563702" y="42574"/>
                </a:lnTo>
                <a:lnTo>
                  <a:pt x="563038" y="42665"/>
                </a:lnTo>
                <a:lnTo>
                  <a:pt x="562388" y="42770"/>
                </a:lnTo>
                <a:lnTo>
                  <a:pt x="561752" y="42889"/>
                </a:lnTo>
                <a:lnTo>
                  <a:pt x="561131" y="43023"/>
                </a:lnTo>
                <a:lnTo>
                  <a:pt x="560524" y="43170"/>
                </a:lnTo>
                <a:lnTo>
                  <a:pt x="559932" y="43331"/>
                </a:lnTo>
                <a:lnTo>
                  <a:pt x="559354" y="43507"/>
                </a:lnTo>
                <a:lnTo>
                  <a:pt x="558790" y="43696"/>
                </a:lnTo>
                <a:lnTo>
                  <a:pt x="558241" y="43899"/>
                </a:lnTo>
                <a:lnTo>
                  <a:pt x="557706" y="44117"/>
                </a:lnTo>
                <a:lnTo>
                  <a:pt x="557185" y="44348"/>
                </a:lnTo>
                <a:lnTo>
                  <a:pt x="556679" y="44594"/>
                </a:lnTo>
                <a:lnTo>
                  <a:pt x="556187" y="44853"/>
                </a:lnTo>
                <a:lnTo>
                  <a:pt x="555709" y="45127"/>
                </a:lnTo>
                <a:lnTo>
                  <a:pt x="555246" y="45414"/>
                </a:lnTo>
                <a:lnTo>
                  <a:pt x="554797" y="45716"/>
                </a:lnTo>
                <a:lnTo>
                  <a:pt x="554362" y="46032"/>
                </a:lnTo>
                <a:lnTo>
                  <a:pt x="553942" y="46361"/>
                </a:lnTo>
                <a:lnTo>
                  <a:pt x="553537" y="46704"/>
                </a:lnTo>
                <a:lnTo>
                  <a:pt x="553150" y="47058"/>
                </a:lnTo>
                <a:lnTo>
                  <a:pt x="552780" y="47424"/>
                </a:lnTo>
                <a:lnTo>
                  <a:pt x="552427" y="47802"/>
                </a:lnTo>
                <a:lnTo>
                  <a:pt x="552091" y="48191"/>
                </a:lnTo>
                <a:lnTo>
                  <a:pt x="551773" y="48593"/>
                </a:lnTo>
                <a:lnTo>
                  <a:pt x="551472" y="49006"/>
                </a:lnTo>
                <a:lnTo>
                  <a:pt x="551188" y="49431"/>
                </a:lnTo>
                <a:lnTo>
                  <a:pt x="550921" y="49868"/>
                </a:lnTo>
                <a:lnTo>
                  <a:pt x="550671" y="50316"/>
                </a:lnTo>
                <a:lnTo>
                  <a:pt x="550439" y="50777"/>
                </a:lnTo>
                <a:lnTo>
                  <a:pt x="550224" y="51249"/>
                </a:lnTo>
                <a:lnTo>
                  <a:pt x="550026" y="51733"/>
                </a:lnTo>
                <a:lnTo>
                  <a:pt x="549845" y="52229"/>
                </a:lnTo>
                <a:lnTo>
                  <a:pt x="549682" y="52736"/>
                </a:lnTo>
                <a:lnTo>
                  <a:pt x="549535" y="53256"/>
                </a:lnTo>
                <a:lnTo>
                  <a:pt x="549406" y="53787"/>
                </a:lnTo>
                <a:lnTo>
                  <a:pt x="549294" y="54330"/>
                </a:lnTo>
                <a:lnTo>
                  <a:pt x="549200" y="54885"/>
                </a:lnTo>
                <a:lnTo>
                  <a:pt x="549122" y="55451"/>
                </a:lnTo>
                <a:lnTo>
                  <a:pt x="549062" y="56029"/>
                </a:lnTo>
                <a:lnTo>
                  <a:pt x="549019" y="56620"/>
                </a:lnTo>
                <a:lnTo>
                  <a:pt x="548993" y="57222"/>
                </a:lnTo>
                <a:lnTo>
                  <a:pt x="548984" y="57835"/>
                </a:lnTo>
                <a:lnTo>
                  <a:pt x="548992" y="58412"/>
                </a:lnTo>
                <a:lnTo>
                  <a:pt x="549016" y="58978"/>
                </a:lnTo>
                <a:lnTo>
                  <a:pt x="549055" y="59535"/>
                </a:lnTo>
                <a:lnTo>
                  <a:pt x="549109" y="60082"/>
                </a:lnTo>
                <a:lnTo>
                  <a:pt x="549180" y="60619"/>
                </a:lnTo>
                <a:lnTo>
                  <a:pt x="549266" y="61146"/>
                </a:lnTo>
                <a:lnTo>
                  <a:pt x="549367" y="61663"/>
                </a:lnTo>
                <a:lnTo>
                  <a:pt x="549484" y="62171"/>
                </a:lnTo>
                <a:lnTo>
                  <a:pt x="549617" y="62668"/>
                </a:lnTo>
                <a:lnTo>
                  <a:pt x="549765" y="63156"/>
                </a:lnTo>
                <a:lnTo>
                  <a:pt x="549929" y="63633"/>
                </a:lnTo>
                <a:lnTo>
                  <a:pt x="550109" y="64101"/>
                </a:lnTo>
                <a:lnTo>
                  <a:pt x="550304" y="64559"/>
                </a:lnTo>
                <a:lnTo>
                  <a:pt x="550515" y="65007"/>
                </a:lnTo>
                <a:lnTo>
                  <a:pt x="550741" y="65445"/>
                </a:lnTo>
                <a:lnTo>
                  <a:pt x="550983" y="65873"/>
                </a:lnTo>
                <a:lnTo>
                  <a:pt x="551241" y="66292"/>
                </a:lnTo>
                <a:lnTo>
                  <a:pt x="551515" y="66700"/>
                </a:lnTo>
                <a:lnTo>
                  <a:pt x="551803" y="67099"/>
                </a:lnTo>
                <a:lnTo>
                  <a:pt x="552108" y="67488"/>
                </a:lnTo>
                <a:lnTo>
                  <a:pt x="552428" y="67866"/>
                </a:lnTo>
                <a:lnTo>
                  <a:pt x="552764" y="68235"/>
                </a:lnTo>
                <a:lnTo>
                  <a:pt x="553115" y="68594"/>
                </a:lnTo>
                <a:lnTo>
                  <a:pt x="553482" y="68944"/>
                </a:lnTo>
                <a:lnTo>
                  <a:pt x="553863" y="69281"/>
                </a:lnTo>
                <a:lnTo>
                  <a:pt x="554255" y="69603"/>
                </a:lnTo>
                <a:lnTo>
                  <a:pt x="554659" y="69912"/>
                </a:lnTo>
                <a:lnTo>
                  <a:pt x="555074" y="70206"/>
                </a:lnTo>
                <a:lnTo>
                  <a:pt x="555500" y="70486"/>
                </a:lnTo>
                <a:lnTo>
                  <a:pt x="555939" y="70751"/>
                </a:lnTo>
                <a:lnTo>
                  <a:pt x="556388" y="71002"/>
                </a:lnTo>
                <a:lnTo>
                  <a:pt x="556849" y="71239"/>
                </a:lnTo>
                <a:lnTo>
                  <a:pt x="557321" y="71461"/>
                </a:lnTo>
                <a:lnTo>
                  <a:pt x="557805" y="71669"/>
                </a:lnTo>
                <a:lnTo>
                  <a:pt x="558301" y="71863"/>
                </a:lnTo>
                <a:lnTo>
                  <a:pt x="558808" y="72042"/>
                </a:lnTo>
                <a:lnTo>
                  <a:pt x="559326" y="72207"/>
                </a:lnTo>
                <a:lnTo>
                  <a:pt x="559856" y="72357"/>
                </a:lnTo>
                <a:lnTo>
                  <a:pt x="560397" y="72494"/>
                </a:lnTo>
                <a:lnTo>
                  <a:pt x="560950" y="72616"/>
                </a:lnTo>
                <a:lnTo>
                  <a:pt x="561514" y="72723"/>
                </a:lnTo>
                <a:lnTo>
                  <a:pt x="562089" y="72816"/>
                </a:lnTo>
                <a:lnTo>
                  <a:pt x="562677" y="72895"/>
                </a:lnTo>
                <a:lnTo>
                  <a:pt x="563275" y="72960"/>
                </a:lnTo>
                <a:lnTo>
                  <a:pt x="563885" y="73010"/>
                </a:lnTo>
                <a:lnTo>
                  <a:pt x="564507" y="73046"/>
                </a:lnTo>
                <a:lnTo>
                  <a:pt x="565140" y="73067"/>
                </a:lnTo>
                <a:lnTo>
                  <a:pt x="565784" y="73075"/>
                </a:lnTo>
                <a:lnTo>
                  <a:pt x="566353" y="73069"/>
                </a:lnTo>
                <a:lnTo>
                  <a:pt x="566913" y="73052"/>
                </a:lnTo>
                <a:lnTo>
                  <a:pt x="567463" y="73023"/>
                </a:lnTo>
                <a:lnTo>
                  <a:pt x="568003" y="72983"/>
                </a:lnTo>
                <a:lnTo>
                  <a:pt x="568534" y="72931"/>
                </a:lnTo>
                <a:lnTo>
                  <a:pt x="569055" y="72868"/>
                </a:lnTo>
                <a:lnTo>
                  <a:pt x="569566" y="72794"/>
                </a:lnTo>
                <a:lnTo>
                  <a:pt x="570068" y="72707"/>
                </a:lnTo>
                <a:lnTo>
                  <a:pt x="570561" y="72610"/>
                </a:lnTo>
                <a:lnTo>
                  <a:pt x="571044" y="72501"/>
                </a:lnTo>
                <a:lnTo>
                  <a:pt x="571517" y="72380"/>
                </a:lnTo>
                <a:lnTo>
                  <a:pt x="571981" y="72249"/>
                </a:lnTo>
                <a:lnTo>
                  <a:pt x="572435" y="72105"/>
                </a:lnTo>
                <a:lnTo>
                  <a:pt x="572880" y="71950"/>
                </a:lnTo>
                <a:lnTo>
                  <a:pt x="573315" y="71784"/>
                </a:lnTo>
                <a:lnTo>
                  <a:pt x="573740" y="71606"/>
                </a:lnTo>
                <a:lnTo>
                  <a:pt x="574156" y="71417"/>
                </a:lnTo>
                <a:lnTo>
                  <a:pt x="574563" y="71216"/>
                </a:lnTo>
                <a:lnTo>
                  <a:pt x="574959" y="71004"/>
                </a:lnTo>
                <a:lnTo>
                  <a:pt x="575347" y="70780"/>
                </a:lnTo>
                <a:lnTo>
                  <a:pt x="575724" y="70545"/>
                </a:lnTo>
                <a:lnTo>
                  <a:pt x="576093" y="70298"/>
                </a:lnTo>
                <a:lnTo>
                  <a:pt x="576451" y="70040"/>
                </a:lnTo>
                <a:lnTo>
                  <a:pt x="576800" y="69770"/>
                </a:lnTo>
                <a:lnTo>
                  <a:pt x="577137" y="69491"/>
                </a:lnTo>
                <a:lnTo>
                  <a:pt x="577460" y="69203"/>
                </a:lnTo>
                <a:lnTo>
                  <a:pt x="577769" y="68908"/>
                </a:lnTo>
                <a:lnTo>
                  <a:pt x="578063" y="68605"/>
                </a:lnTo>
                <a:lnTo>
                  <a:pt x="578343" y="68294"/>
                </a:lnTo>
                <a:lnTo>
                  <a:pt x="578608" y="67974"/>
                </a:lnTo>
                <a:lnTo>
                  <a:pt x="578859" y="67647"/>
                </a:lnTo>
                <a:lnTo>
                  <a:pt x="579096" y="67312"/>
                </a:lnTo>
                <a:lnTo>
                  <a:pt x="579318" y="66969"/>
                </a:lnTo>
                <a:lnTo>
                  <a:pt x="579526" y="66618"/>
                </a:lnTo>
                <a:lnTo>
                  <a:pt x="579720" y="66259"/>
                </a:lnTo>
                <a:lnTo>
                  <a:pt x="579900" y="65892"/>
                </a:lnTo>
                <a:lnTo>
                  <a:pt x="580065" y="65517"/>
                </a:lnTo>
                <a:lnTo>
                  <a:pt x="580215" y="65134"/>
                </a:lnTo>
                <a:lnTo>
                  <a:pt x="580352" y="64743"/>
                </a:lnTo>
                <a:lnTo>
                  <a:pt x="580473" y="64344"/>
                </a:lnTo>
                <a:lnTo>
                  <a:pt x="580581" y="63937"/>
                </a:lnTo>
                <a:lnTo>
                  <a:pt x="580674" y="63522"/>
                </a:lnTo>
                <a:lnTo>
                  <a:pt x="580707" y="63345"/>
                </a:lnTo>
                <a:lnTo>
                  <a:pt x="580933" y="63345"/>
                </a:lnTo>
                <a:lnTo>
                  <a:pt x="580933" y="72157"/>
                </a:lnTo>
                <a:lnTo>
                  <a:pt x="592040" y="72157"/>
                </a:lnTo>
                <a:lnTo>
                  <a:pt x="592040" y="37914"/>
                </a:lnTo>
                <a:close/>
                <a:moveTo>
                  <a:pt x="568190" y="64388"/>
                </a:moveTo>
                <a:lnTo>
                  <a:pt x="567866" y="64356"/>
                </a:lnTo>
                <a:lnTo>
                  <a:pt x="567548" y="64317"/>
                </a:lnTo>
                <a:lnTo>
                  <a:pt x="567237" y="64270"/>
                </a:lnTo>
                <a:lnTo>
                  <a:pt x="566932" y="64216"/>
                </a:lnTo>
                <a:lnTo>
                  <a:pt x="566632" y="64155"/>
                </a:lnTo>
                <a:lnTo>
                  <a:pt x="566340" y="64087"/>
                </a:lnTo>
                <a:lnTo>
                  <a:pt x="566053" y="64012"/>
                </a:lnTo>
                <a:lnTo>
                  <a:pt x="565772" y="63929"/>
                </a:lnTo>
                <a:lnTo>
                  <a:pt x="565498" y="63840"/>
                </a:lnTo>
                <a:lnTo>
                  <a:pt x="565230" y="63743"/>
                </a:lnTo>
                <a:lnTo>
                  <a:pt x="564968" y="63639"/>
                </a:lnTo>
                <a:lnTo>
                  <a:pt x="564713" y="63528"/>
                </a:lnTo>
                <a:lnTo>
                  <a:pt x="564463" y="63410"/>
                </a:lnTo>
                <a:lnTo>
                  <a:pt x="564220" y="63284"/>
                </a:lnTo>
                <a:lnTo>
                  <a:pt x="563983" y="63152"/>
                </a:lnTo>
                <a:lnTo>
                  <a:pt x="563752" y="63012"/>
                </a:lnTo>
                <a:lnTo>
                  <a:pt x="563528" y="62865"/>
                </a:lnTo>
                <a:lnTo>
                  <a:pt x="563310" y="62711"/>
                </a:lnTo>
                <a:lnTo>
                  <a:pt x="563097" y="62549"/>
                </a:lnTo>
                <a:lnTo>
                  <a:pt x="562892" y="62381"/>
                </a:lnTo>
                <a:lnTo>
                  <a:pt x="562693" y="62206"/>
                </a:lnTo>
                <a:lnTo>
                  <a:pt x="562503" y="62026"/>
                </a:lnTo>
                <a:lnTo>
                  <a:pt x="562322" y="61841"/>
                </a:lnTo>
                <a:lnTo>
                  <a:pt x="562149" y="61650"/>
                </a:lnTo>
                <a:lnTo>
                  <a:pt x="561984" y="61454"/>
                </a:lnTo>
                <a:lnTo>
                  <a:pt x="561828" y="61253"/>
                </a:lnTo>
                <a:lnTo>
                  <a:pt x="561680" y="61047"/>
                </a:lnTo>
                <a:lnTo>
                  <a:pt x="561541" y="60835"/>
                </a:lnTo>
                <a:lnTo>
                  <a:pt x="561410" y="60618"/>
                </a:lnTo>
                <a:lnTo>
                  <a:pt x="561287" y="60396"/>
                </a:lnTo>
                <a:lnTo>
                  <a:pt x="561173" y="60169"/>
                </a:lnTo>
                <a:lnTo>
                  <a:pt x="561068" y="59936"/>
                </a:lnTo>
                <a:lnTo>
                  <a:pt x="560971" y="59698"/>
                </a:lnTo>
                <a:lnTo>
                  <a:pt x="560882" y="59455"/>
                </a:lnTo>
                <a:lnTo>
                  <a:pt x="560802" y="59207"/>
                </a:lnTo>
                <a:lnTo>
                  <a:pt x="560730" y="58953"/>
                </a:lnTo>
                <a:lnTo>
                  <a:pt x="560667" y="58694"/>
                </a:lnTo>
                <a:lnTo>
                  <a:pt x="560612" y="58430"/>
                </a:lnTo>
                <a:lnTo>
                  <a:pt x="560565" y="58160"/>
                </a:lnTo>
                <a:lnTo>
                  <a:pt x="560527" y="57886"/>
                </a:lnTo>
                <a:lnTo>
                  <a:pt x="560498" y="57606"/>
                </a:lnTo>
                <a:lnTo>
                  <a:pt x="560477" y="57320"/>
                </a:lnTo>
                <a:lnTo>
                  <a:pt x="560464" y="57030"/>
                </a:lnTo>
                <a:lnTo>
                  <a:pt x="560460" y="56734"/>
                </a:lnTo>
                <a:lnTo>
                  <a:pt x="560463" y="56461"/>
                </a:lnTo>
                <a:lnTo>
                  <a:pt x="560474" y="56192"/>
                </a:lnTo>
                <a:lnTo>
                  <a:pt x="560493" y="55928"/>
                </a:lnTo>
                <a:lnTo>
                  <a:pt x="560518" y="55668"/>
                </a:lnTo>
                <a:lnTo>
                  <a:pt x="560551" y="55413"/>
                </a:lnTo>
                <a:lnTo>
                  <a:pt x="560592" y="55162"/>
                </a:lnTo>
                <a:lnTo>
                  <a:pt x="560639" y="54916"/>
                </a:lnTo>
                <a:lnTo>
                  <a:pt x="560694" y="54674"/>
                </a:lnTo>
                <a:lnTo>
                  <a:pt x="560757" y="54436"/>
                </a:lnTo>
                <a:lnTo>
                  <a:pt x="560826" y="54203"/>
                </a:lnTo>
                <a:lnTo>
                  <a:pt x="560903" y="53975"/>
                </a:lnTo>
                <a:lnTo>
                  <a:pt x="560988" y="53751"/>
                </a:lnTo>
                <a:lnTo>
                  <a:pt x="561079" y="53531"/>
                </a:lnTo>
                <a:lnTo>
                  <a:pt x="561178" y="53316"/>
                </a:lnTo>
                <a:lnTo>
                  <a:pt x="561284" y="53105"/>
                </a:lnTo>
                <a:lnTo>
                  <a:pt x="561398" y="52899"/>
                </a:lnTo>
                <a:lnTo>
                  <a:pt x="561519" y="52697"/>
                </a:lnTo>
                <a:lnTo>
                  <a:pt x="561647" y="52500"/>
                </a:lnTo>
                <a:lnTo>
                  <a:pt x="561783" y="52307"/>
                </a:lnTo>
                <a:lnTo>
                  <a:pt x="561926" y="52119"/>
                </a:lnTo>
                <a:lnTo>
                  <a:pt x="562076" y="51935"/>
                </a:lnTo>
                <a:lnTo>
                  <a:pt x="562234" y="51755"/>
                </a:lnTo>
                <a:lnTo>
                  <a:pt x="562399" y="51580"/>
                </a:lnTo>
                <a:lnTo>
                  <a:pt x="562571" y="51410"/>
                </a:lnTo>
                <a:lnTo>
                  <a:pt x="562749" y="51245"/>
                </a:lnTo>
                <a:lnTo>
                  <a:pt x="562932" y="51087"/>
                </a:lnTo>
                <a:lnTo>
                  <a:pt x="563120" y="50936"/>
                </a:lnTo>
                <a:lnTo>
                  <a:pt x="563313" y="50793"/>
                </a:lnTo>
                <a:lnTo>
                  <a:pt x="563511" y="50656"/>
                </a:lnTo>
                <a:lnTo>
                  <a:pt x="563713" y="50526"/>
                </a:lnTo>
                <a:lnTo>
                  <a:pt x="563920" y="50403"/>
                </a:lnTo>
                <a:lnTo>
                  <a:pt x="564132" y="50288"/>
                </a:lnTo>
                <a:lnTo>
                  <a:pt x="564349" y="50179"/>
                </a:lnTo>
                <a:lnTo>
                  <a:pt x="564570" y="50077"/>
                </a:lnTo>
                <a:lnTo>
                  <a:pt x="564796" y="49982"/>
                </a:lnTo>
                <a:lnTo>
                  <a:pt x="565027" y="49895"/>
                </a:lnTo>
                <a:lnTo>
                  <a:pt x="565263" y="49814"/>
                </a:lnTo>
                <a:lnTo>
                  <a:pt x="565503" y="49740"/>
                </a:lnTo>
                <a:lnTo>
                  <a:pt x="565749" y="49674"/>
                </a:lnTo>
                <a:lnTo>
                  <a:pt x="565999" y="49614"/>
                </a:lnTo>
                <a:lnTo>
                  <a:pt x="566254" y="49562"/>
                </a:lnTo>
                <a:lnTo>
                  <a:pt x="566513" y="49516"/>
                </a:lnTo>
                <a:lnTo>
                  <a:pt x="566778" y="49477"/>
                </a:lnTo>
                <a:lnTo>
                  <a:pt x="567047" y="49446"/>
                </a:lnTo>
                <a:lnTo>
                  <a:pt x="567321" y="49421"/>
                </a:lnTo>
                <a:lnTo>
                  <a:pt x="567599" y="49404"/>
                </a:lnTo>
                <a:lnTo>
                  <a:pt x="567883" y="49393"/>
                </a:lnTo>
                <a:lnTo>
                  <a:pt x="568171" y="49390"/>
                </a:lnTo>
                <a:lnTo>
                  <a:pt x="580564" y="49390"/>
                </a:lnTo>
                <a:lnTo>
                  <a:pt x="580564" y="55541"/>
                </a:lnTo>
                <a:lnTo>
                  <a:pt x="580559" y="55867"/>
                </a:lnTo>
                <a:lnTo>
                  <a:pt x="580543" y="56188"/>
                </a:lnTo>
                <a:lnTo>
                  <a:pt x="580516" y="56505"/>
                </a:lnTo>
                <a:lnTo>
                  <a:pt x="580479" y="56816"/>
                </a:lnTo>
                <a:lnTo>
                  <a:pt x="580431" y="57122"/>
                </a:lnTo>
                <a:lnTo>
                  <a:pt x="580372" y="57423"/>
                </a:lnTo>
                <a:lnTo>
                  <a:pt x="580303" y="57719"/>
                </a:lnTo>
                <a:lnTo>
                  <a:pt x="580222" y="58009"/>
                </a:lnTo>
                <a:lnTo>
                  <a:pt x="580132" y="58295"/>
                </a:lnTo>
                <a:lnTo>
                  <a:pt x="580030" y="58575"/>
                </a:lnTo>
                <a:lnTo>
                  <a:pt x="579918" y="58851"/>
                </a:lnTo>
                <a:lnTo>
                  <a:pt x="579795" y="59121"/>
                </a:lnTo>
                <a:lnTo>
                  <a:pt x="579662" y="59386"/>
                </a:lnTo>
                <a:lnTo>
                  <a:pt x="579517" y="59647"/>
                </a:lnTo>
                <a:lnTo>
                  <a:pt x="579363" y="59902"/>
                </a:lnTo>
                <a:lnTo>
                  <a:pt x="579197" y="60152"/>
                </a:lnTo>
                <a:lnTo>
                  <a:pt x="579021" y="60396"/>
                </a:lnTo>
                <a:lnTo>
                  <a:pt x="578834" y="60636"/>
                </a:lnTo>
                <a:lnTo>
                  <a:pt x="578636" y="60871"/>
                </a:lnTo>
                <a:lnTo>
                  <a:pt x="578428" y="61100"/>
                </a:lnTo>
                <a:lnTo>
                  <a:pt x="578209" y="61325"/>
                </a:lnTo>
                <a:lnTo>
                  <a:pt x="577979" y="61544"/>
                </a:lnTo>
                <a:lnTo>
                  <a:pt x="577739" y="61758"/>
                </a:lnTo>
                <a:lnTo>
                  <a:pt x="577488" y="61968"/>
                </a:lnTo>
                <a:lnTo>
                  <a:pt x="577229" y="62170"/>
                </a:lnTo>
                <a:lnTo>
                  <a:pt x="576963" y="62363"/>
                </a:lnTo>
                <a:lnTo>
                  <a:pt x="576691" y="62548"/>
                </a:lnTo>
                <a:lnTo>
                  <a:pt x="576413" y="62725"/>
                </a:lnTo>
                <a:lnTo>
                  <a:pt x="576129" y="62893"/>
                </a:lnTo>
                <a:lnTo>
                  <a:pt x="575839" y="63052"/>
                </a:lnTo>
                <a:lnTo>
                  <a:pt x="575542" y="63202"/>
                </a:lnTo>
                <a:lnTo>
                  <a:pt x="575239" y="63344"/>
                </a:lnTo>
                <a:lnTo>
                  <a:pt x="574930" y="63478"/>
                </a:lnTo>
                <a:lnTo>
                  <a:pt x="574615" y="63602"/>
                </a:lnTo>
                <a:lnTo>
                  <a:pt x="574293" y="63719"/>
                </a:lnTo>
                <a:lnTo>
                  <a:pt x="573966" y="63826"/>
                </a:lnTo>
                <a:lnTo>
                  <a:pt x="573632" y="63925"/>
                </a:lnTo>
                <a:lnTo>
                  <a:pt x="573292" y="64015"/>
                </a:lnTo>
                <a:lnTo>
                  <a:pt x="572945" y="64097"/>
                </a:lnTo>
                <a:lnTo>
                  <a:pt x="572593" y="64170"/>
                </a:lnTo>
                <a:lnTo>
                  <a:pt x="572234" y="64235"/>
                </a:lnTo>
                <a:lnTo>
                  <a:pt x="571869" y="64291"/>
                </a:lnTo>
                <a:lnTo>
                  <a:pt x="571498" y="64338"/>
                </a:lnTo>
                <a:lnTo>
                  <a:pt x="571120" y="64377"/>
                </a:lnTo>
                <a:lnTo>
                  <a:pt x="570737" y="64407"/>
                </a:lnTo>
                <a:lnTo>
                  <a:pt x="570347" y="64428"/>
                </a:lnTo>
                <a:lnTo>
                  <a:pt x="569951" y="64441"/>
                </a:lnTo>
                <a:lnTo>
                  <a:pt x="569548" y="64446"/>
                </a:lnTo>
                <a:lnTo>
                  <a:pt x="569199" y="64442"/>
                </a:lnTo>
                <a:lnTo>
                  <a:pt x="568857" y="64431"/>
                </a:lnTo>
                <a:lnTo>
                  <a:pt x="568520" y="64413"/>
                </a:lnTo>
                <a:lnTo>
                  <a:pt x="568190" y="64388"/>
                </a:lnTo>
                <a:close/>
              </a:path>
            </a:pathLst>
          </a:custGeom>
          <a:solidFill xmlns:a="http://schemas.openxmlformats.org/drawingml/2006/main">
            <a:srgbClr val="9538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Text def">
            <a:extLst xmlns:a="http://schemas.openxmlformats.org/drawingml/2006/main">
              <a:ext uri="{FF2B5EF4-FFF2-40B4-BE49-F238E27FC236}">
                <a16:creationId xmlns:a16="http://schemas.microsoft.com/office/drawing/2014/main" id="{7DD4E885-89B1-41BE-AF4B-DF04CA63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9305" y="1357486"/>
            <a:ext cx="153403" cy="67934"/>
          </a:xfrm>
          <a:custGeom xmlns:a="http://schemas.openxmlformats.org/drawingml/2006/main">
            <a:pathLst>
              <a:path w="153403" h="67934">
                <a:moveTo>
                  <a:pt x="153403" y="32497"/>
                </a:moveTo>
                <a:lnTo>
                  <a:pt x="153403" y="22124"/>
                </a:lnTo>
                <a:lnTo>
                  <a:pt x="134033" y="22124"/>
                </a:lnTo>
                <a:lnTo>
                  <a:pt x="134033" y="14687"/>
                </a:lnTo>
                <a:lnTo>
                  <a:pt x="134035" y="14513"/>
                </a:lnTo>
                <a:lnTo>
                  <a:pt x="134042" y="14342"/>
                </a:lnTo>
                <a:lnTo>
                  <a:pt x="134054" y="14173"/>
                </a:lnTo>
                <a:lnTo>
                  <a:pt x="134070" y="14008"/>
                </a:lnTo>
                <a:lnTo>
                  <a:pt x="134090" y="13846"/>
                </a:lnTo>
                <a:lnTo>
                  <a:pt x="134116" y="13687"/>
                </a:lnTo>
                <a:lnTo>
                  <a:pt x="134146" y="13530"/>
                </a:lnTo>
                <a:lnTo>
                  <a:pt x="134181" y="13377"/>
                </a:lnTo>
                <a:lnTo>
                  <a:pt x="134220" y="13227"/>
                </a:lnTo>
                <a:lnTo>
                  <a:pt x="134264" y="13080"/>
                </a:lnTo>
                <a:lnTo>
                  <a:pt x="134312" y="12936"/>
                </a:lnTo>
                <a:lnTo>
                  <a:pt x="134365" y="12795"/>
                </a:lnTo>
                <a:lnTo>
                  <a:pt x="134423" y="12657"/>
                </a:lnTo>
                <a:lnTo>
                  <a:pt x="134486" y="12522"/>
                </a:lnTo>
                <a:lnTo>
                  <a:pt x="134553" y="12390"/>
                </a:lnTo>
                <a:lnTo>
                  <a:pt x="134624" y="12261"/>
                </a:lnTo>
                <a:lnTo>
                  <a:pt x="134700" y="12135"/>
                </a:lnTo>
                <a:lnTo>
                  <a:pt x="134781" y="12012"/>
                </a:lnTo>
                <a:lnTo>
                  <a:pt x="134867" y="11892"/>
                </a:lnTo>
                <a:lnTo>
                  <a:pt x="134957" y="11775"/>
                </a:lnTo>
                <a:lnTo>
                  <a:pt x="135052" y="11661"/>
                </a:lnTo>
                <a:lnTo>
                  <a:pt x="135151" y="11551"/>
                </a:lnTo>
                <a:lnTo>
                  <a:pt x="135255" y="11443"/>
                </a:lnTo>
                <a:lnTo>
                  <a:pt x="135364" y="11338"/>
                </a:lnTo>
                <a:lnTo>
                  <a:pt x="135476" y="11237"/>
                </a:lnTo>
                <a:lnTo>
                  <a:pt x="135591" y="11140"/>
                </a:lnTo>
                <a:lnTo>
                  <a:pt x="135710" y="11048"/>
                </a:lnTo>
                <a:lnTo>
                  <a:pt x="135831" y="10959"/>
                </a:lnTo>
                <a:lnTo>
                  <a:pt x="135956" y="10875"/>
                </a:lnTo>
                <a:lnTo>
                  <a:pt x="136083" y="10796"/>
                </a:lnTo>
                <a:lnTo>
                  <a:pt x="136214" y="10720"/>
                </a:lnTo>
                <a:lnTo>
                  <a:pt x="136348" y="10649"/>
                </a:lnTo>
                <a:lnTo>
                  <a:pt x="136484" y="10583"/>
                </a:lnTo>
                <a:lnTo>
                  <a:pt x="136624" y="10520"/>
                </a:lnTo>
                <a:lnTo>
                  <a:pt x="136767" y="10462"/>
                </a:lnTo>
                <a:lnTo>
                  <a:pt x="136912" y="10408"/>
                </a:lnTo>
                <a:lnTo>
                  <a:pt x="137061" y="10359"/>
                </a:lnTo>
                <a:lnTo>
                  <a:pt x="137213" y="10314"/>
                </a:lnTo>
                <a:lnTo>
                  <a:pt x="137368" y="10273"/>
                </a:lnTo>
                <a:lnTo>
                  <a:pt x="137526" y="10236"/>
                </a:lnTo>
                <a:lnTo>
                  <a:pt x="137687" y="10204"/>
                </a:lnTo>
                <a:lnTo>
                  <a:pt x="137851" y="10176"/>
                </a:lnTo>
                <a:lnTo>
                  <a:pt x="138018" y="10152"/>
                </a:lnTo>
                <a:lnTo>
                  <a:pt x="138188" y="10133"/>
                </a:lnTo>
                <a:lnTo>
                  <a:pt x="138361" y="10118"/>
                </a:lnTo>
                <a:lnTo>
                  <a:pt x="138537" y="10107"/>
                </a:lnTo>
                <a:lnTo>
                  <a:pt x="138716" y="10101"/>
                </a:lnTo>
                <a:lnTo>
                  <a:pt x="138898" y="10098"/>
                </a:lnTo>
                <a:lnTo>
                  <a:pt x="153403" y="10098"/>
                </a:lnTo>
                <a:lnTo>
                  <a:pt x="153403" y="0"/>
                </a:lnTo>
                <a:lnTo>
                  <a:pt x="138623" y="0"/>
                </a:lnTo>
                <a:lnTo>
                  <a:pt x="138024" y="7"/>
                </a:lnTo>
                <a:lnTo>
                  <a:pt x="137434" y="27"/>
                </a:lnTo>
                <a:lnTo>
                  <a:pt x="136854" y="62"/>
                </a:lnTo>
                <a:lnTo>
                  <a:pt x="136284" y="110"/>
                </a:lnTo>
                <a:lnTo>
                  <a:pt x="135724" y="171"/>
                </a:lnTo>
                <a:lnTo>
                  <a:pt x="135174" y="247"/>
                </a:lnTo>
                <a:lnTo>
                  <a:pt x="134634" y="336"/>
                </a:lnTo>
                <a:lnTo>
                  <a:pt x="134104" y="439"/>
                </a:lnTo>
                <a:lnTo>
                  <a:pt x="133583" y="555"/>
                </a:lnTo>
                <a:lnTo>
                  <a:pt x="133073" y="685"/>
                </a:lnTo>
                <a:lnTo>
                  <a:pt x="132572" y="829"/>
                </a:lnTo>
                <a:lnTo>
                  <a:pt x="132081" y="987"/>
                </a:lnTo>
                <a:lnTo>
                  <a:pt x="131601" y="1158"/>
                </a:lnTo>
                <a:lnTo>
                  <a:pt x="131129" y="1343"/>
                </a:lnTo>
                <a:lnTo>
                  <a:pt x="130668" y="1542"/>
                </a:lnTo>
                <a:lnTo>
                  <a:pt x="130217" y="1754"/>
                </a:lnTo>
                <a:lnTo>
                  <a:pt x="129776" y="1981"/>
                </a:lnTo>
                <a:lnTo>
                  <a:pt x="129344" y="2220"/>
                </a:lnTo>
                <a:lnTo>
                  <a:pt x="128923" y="2474"/>
                </a:lnTo>
                <a:lnTo>
                  <a:pt x="128511" y="2741"/>
                </a:lnTo>
                <a:lnTo>
                  <a:pt x="128109" y="3022"/>
                </a:lnTo>
                <a:lnTo>
                  <a:pt x="127717" y="3317"/>
                </a:lnTo>
                <a:lnTo>
                  <a:pt x="127335" y="3625"/>
                </a:lnTo>
                <a:lnTo>
                  <a:pt x="126963" y="3947"/>
                </a:lnTo>
                <a:lnTo>
                  <a:pt x="126603" y="4281"/>
                </a:lnTo>
                <a:lnTo>
                  <a:pt x="126259" y="4624"/>
                </a:lnTo>
                <a:lnTo>
                  <a:pt x="125930" y="4976"/>
                </a:lnTo>
                <a:lnTo>
                  <a:pt x="125617" y="5337"/>
                </a:lnTo>
                <a:lnTo>
                  <a:pt x="125318" y="5708"/>
                </a:lnTo>
                <a:lnTo>
                  <a:pt x="125035" y="6088"/>
                </a:lnTo>
                <a:lnTo>
                  <a:pt x="124768" y="6477"/>
                </a:lnTo>
                <a:lnTo>
                  <a:pt x="124515" y="6875"/>
                </a:lnTo>
                <a:lnTo>
                  <a:pt x="124278" y="7282"/>
                </a:lnTo>
                <a:lnTo>
                  <a:pt x="124056" y="7699"/>
                </a:lnTo>
                <a:lnTo>
                  <a:pt x="123850" y="8125"/>
                </a:lnTo>
                <a:lnTo>
                  <a:pt x="123659" y="8560"/>
                </a:lnTo>
                <a:lnTo>
                  <a:pt x="123483" y="9005"/>
                </a:lnTo>
                <a:lnTo>
                  <a:pt x="123322" y="9459"/>
                </a:lnTo>
                <a:lnTo>
                  <a:pt x="123177" y="9921"/>
                </a:lnTo>
                <a:lnTo>
                  <a:pt x="123047" y="10394"/>
                </a:lnTo>
                <a:lnTo>
                  <a:pt x="122932" y="10875"/>
                </a:lnTo>
                <a:lnTo>
                  <a:pt x="122833" y="11366"/>
                </a:lnTo>
                <a:lnTo>
                  <a:pt x="122749" y="11866"/>
                </a:lnTo>
                <a:lnTo>
                  <a:pt x="122680" y="12375"/>
                </a:lnTo>
                <a:lnTo>
                  <a:pt x="122626" y="12893"/>
                </a:lnTo>
                <a:lnTo>
                  <a:pt x="122588" y="13421"/>
                </a:lnTo>
                <a:lnTo>
                  <a:pt x="122565" y="13958"/>
                </a:lnTo>
                <a:lnTo>
                  <a:pt x="122557" y="14504"/>
                </a:lnTo>
                <a:lnTo>
                  <a:pt x="122557" y="22124"/>
                </a:lnTo>
                <a:lnTo>
                  <a:pt x="108695" y="22124"/>
                </a:lnTo>
                <a:lnTo>
                  <a:pt x="108695" y="32497"/>
                </a:lnTo>
                <a:lnTo>
                  <a:pt x="122557" y="32497"/>
                </a:lnTo>
                <a:lnTo>
                  <a:pt x="122557" y="67016"/>
                </a:lnTo>
                <a:lnTo>
                  <a:pt x="134033" y="67016"/>
                </a:lnTo>
                <a:lnTo>
                  <a:pt x="134033" y="32497"/>
                </a:lnTo>
                <a:lnTo>
                  <a:pt x="153403" y="32497"/>
                </a:lnTo>
                <a:close/>
                <a:moveTo>
                  <a:pt x="29978" y="25016"/>
                </a:moveTo>
                <a:lnTo>
                  <a:pt x="29870" y="24581"/>
                </a:lnTo>
                <a:lnTo>
                  <a:pt x="29749" y="24154"/>
                </a:lnTo>
                <a:lnTo>
                  <a:pt x="29615" y="23737"/>
                </a:lnTo>
                <a:lnTo>
                  <a:pt x="29468" y="23329"/>
                </a:lnTo>
                <a:lnTo>
                  <a:pt x="29309" y="22930"/>
                </a:lnTo>
                <a:lnTo>
                  <a:pt x="29137" y="22540"/>
                </a:lnTo>
                <a:lnTo>
                  <a:pt x="28952" y="22159"/>
                </a:lnTo>
                <a:lnTo>
                  <a:pt x="28754" y="21788"/>
                </a:lnTo>
                <a:lnTo>
                  <a:pt x="28544" y="21425"/>
                </a:lnTo>
                <a:lnTo>
                  <a:pt x="28320" y="21071"/>
                </a:lnTo>
                <a:lnTo>
                  <a:pt x="28084" y="20727"/>
                </a:lnTo>
                <a:lnTo>
                  <a:pt x="27836" y="20391"/>
                </a:lnTo>
                <a:lnTo>
                  <a:pt x="27574" y="20065"/>
                </a:lnTo>
                <a:lnTo>
                  <a:pt x="27300" y="19748"/>
                </a:lnTo>
                <a:lnTo>
                  <a:pt x="27013" y="19440"/>
                </a:lnTo>
                <a:lnTo>
                  <a:pt x="26713" y="19141"/>
                </a:lnTo>
                <a:lnTo>
                  <a:pt x="26403" y="18852"/>
                </a:lnTo>
                <a:lnTo>
                  <a:pt x="26084" y="18576"/>
                </a:lnTo>
                <a:lnTo>
                  <a:pt x="25755" y="18312"/>
                </a:lnTo>
                <a:lnTo>
                  <a:pt x="25418" y="18061"/>
                </a:lnTo>
                <a:lnTo>
                  <a:pt x="25072" y="17821"/>
                </a:lnTo>
                <a:lnTo>
                  <a:pt x="24717" y="17594"/>
                </a:lnTo>
                <a:lnTo>
                  <a:pt x="24353" y="17380"/>
                </a:lnTo>
                <a:lnTo>
                  <a:pt x="23980" y="17177"/>
                </a:lnTo>
                <a:lnTo>
                  <a:pt x="23598" y="16987"/>
                </a:lnTo>
                <a:lnTo>
                  <a:pt x="23208" y="16809"/>
                </a:lnTo>
                <a:lnTo>
                  <a:pt x="22808" y="16643"/>
                </a:lnTo>
                <a:lnTo>
                  <a:pt x="22399" y="16490"/>
                </a:lnTo>
                <a:lnTo>
                  <a:pt x="21982" y="16349"/>
                </a:lnTo>
                <a:lnTo>
                  <a:pt x="21555" y="16220"/>
                </a:lnTo>
                <a:lnTo>
                  <a:pt x="21120" y="16103"/>
                </a:lnTo>
                <a:lnTo>
                  <a:pt x="20676" y="15999"/>
                </a:lnTo>
                <a:lnTo>
                  <a:pt x="20222" y="15907"/>
                </a:lnTo>
                <a:lnTo>
                  <a:pt x="19760" y="15827"/>
                </a:lnTo>
                <a:lnTo>
                  <a:pt x="19289" y="15760"/>
                </a:lnTo>
                <a:lnTo>
                  <a:pt x="18809" y="15705"/>
                </a:lnTo>
                <a:lnTo>
                  <a:pt x="18320" y="15662"/>
                </a:lnTo>
                <a:lnTo>
                  <a:pt x="17822" y="15631"/>
                </a:lnTo>
                <a:lnTo>
                  <a:pt x="17316" y="15613"/>
                </a:lnTo>
                <a:lnTo>
                  <a:pt x="16800" y="15606"/>
                </a:lnTo>
                <a:lnTo>
                  <a:pt x="16170" y="15616"/>
                </a:lnTo>
                <a:lnTo>
                  <a:pt x="15551" y="15643"/>
                </a:lnTo>
                <a:lnTo>
                  <a:pt x="14942" y="15688"/>
                </a:lnTo>
                <a:lnTo>
                  <a:pt x="14344" y="15752"/>
                </a:lnTo>
                <a:lnTo>
                  <a:pt x="13756" y="15834"/>
                </a:lnTo>
                <a:lnTo>
                  <a:pt x="13179" y="15934"/>
                </a:lnTo>
                <a:lnTo>
                  <a:pt x="12612" y="16052"/>
                </a:lnTo>
                <a:lnTo>
                  <a:pt x="12056" y="16188"/>
                </a:lnTo>
                <a:lnTo>
                  <a:pt x="11511" y="16342"/>
                </a:lnTo>
                <a:lnTo>
                  <a:pt x="10976" y="16515"/>
                </a:lnTo>
                <a:lnTo>
                  <a:pt x="10451" y="16706"/>
                </a:lnTo>
                <a:lnTo>
                  <a:pt x="9937" y="16915"/>
                </a:lnTo>
                <a:lnTo>
                  <a:pt x="9433" y="17142"/>
                </a:lnTo>
                <a:lnTo>
                  <a:pt x="8940" y="17387"/>
                </a:lnTo>
                <a:lnTo>
                  <a:pt x="8458" y="17651"/>
                </a:lnTo>
                <a:lnTo>
                  <a:pt x="7986" y="17932"/>
                </a:lnTo>
                <a:lnTo>
                  <a:pt x="7525" y="18232"/>
                </a:lnTo>
                <a:lnTo>
                  <a:pt x="7074" y="18550"/>
                </a:lnTo>
                <a:lnTo>
                  <a:pt x="6633" y="18886"/>
                </a:lnTo>
                <a:lnTo>
                  <a:pt x="6203" y="19241"/>
                </a:lnTo>
                <a:lnTo>
                  <a:pt x="5784" y="19613"/>
                </a:lnTo>
                <a:lnTo>
                  <a:pt x="5375" y="20004"/>
                </a:lnTo>
                <a:lnTo>
                  <a:pt x="4977" y="20413"/>
                </a:lnTo>
                <a:lnTo>
                  <a:pt x="4589" y="20840"/>
                </a:lnTo>
                <a:lnTo>
                  <a:pt x="4215" y="21282"/>
                </a:lnTo>
                <a:lnTo>
                  <a:pt x="3856" y="21737"/>
                </a:lnTo>
                <a:lnTo>
                  <a:pt x="3513" y="22205"/>
                </a:lnTo>
                <a:lnTo>
                  <a:pt x="3187" y="22686"/>
                </a:lnTo>
                <a:lnTo>
                  <a:pt x="2876" y="23179"/>
                </a:lnTo>
                <a:lnTo>
                  <a:pt x="2581" y="23685"/>
                </a:lnTo>
                <a:lnTo>
                  <a:pt x="2302" y="24204"/>
                </a:lnTo>
                <a:lnTo>
                  <a:pt x="2040" y="24736"/>
                </a:lnTo>
                <a:lnTo>
                  <a:pt x="1793" y="25280"/>
                </a:lnTo>
                <a:lnTo>
                  <a:pt x="1562" y="25838"/>
                </a:lnTo>
                <a:lnTo>
                  <a:pt x="1346" y="26407"/>
                </a:lnTo>
                <a:lnTo>
                  <a:pt x="1147" y="26990"/>
                </a:lnTo>
                <a:lnTo>
                  <a:pt x="964" y="27586"/>
                </a:lnTo>
                <a:lnTo>
                  <a:pt x="797" y="28194"/>
                </a:lnTo>
                <a:lnTo>
                  <a:pt x="645" y="28815"/>
                </a:lnTo>
                <a:lnTo>
                  <a:pt x="510" y="29448"/>
                </a:lnTo>
                <a:lnTo>
                  <a:pt x="390" y="30095"/>
                </a:lnTo>
                <a:lnTo>
                  <a:pt x="287" y="30754"/>
                </a:lnTo>
                <a:lnTo>
                  <a:pt x="199" y="31426"/>
                </a:lnTo>
                <a:lnTo>
                  <a:pt x="127" y="32111"/>
                </a:lnTo>
                <a:lnTo>
                  <a:pt x="72" y="32808"/>
                </a:lnTo>
                <a:lnTo>
                  <a:pt x="32" y="33518"/>
                </a:lnTo>
                <a:lnTo>
                  <a:pt x="8" y="34241"/>
                </a:lnTo>
                <a:lnTo>
                  <a:pt x="0" y="34977"/>
                </a:lnTo>
                <a:lnTo>
                  <a:pt x="0" y="48656"/>
                </a:lnTo>
                <a:lnTo>
                  <a:pt x="8" y="49384"/>
                </a:lnTo>
                <a:lnTo>
                  <a:pt x="32" y="50100"/>
                </a:lnTo>
                <a:lnTo>
                  <a:pt x="72" y="50803"/>
                </a:lnTo>
                <a:lnTo>
                  <a:pt x="129" y="51494"/>
                </a:lnTo>
                <a:lnTo>
                  <a:pt x="201" y="52172"/>
                </a:lnTo>
                <a:lnTo>
                  <a:pt x="290" y="52838"/>
                </a:lnTo>
                <a:lnTo>
                  <a:pt x="394" y="53492"/>
                </a:lnTo>
                <a:lnTo>
                  <a:pt x="515" y="54133"/>
                </a:lnTo>
                <a:lnTo>
                  <a:pt x="652" y="54762"/>
                </a:lnTo>
                <a:lnTo>
                  <a:pt x="805" y="55378"/>
                </a:lnTo>
                <a:lnTo>
                  <a:pt x="974" y="55982"/>
                </a:lnTo>
                <a:lnTo>
                  <a:pt x="1159" y="56573"/>
                </a:lnTo>
                <a:lnTo>
                  <a:pt x="1360" y="57152"/>
                </a:lnTo>
                <a:lnTo>
                  <a:pt x="1577" y="57719"/>
                </a:lnTo>
                <a:lnTo>
                  <a:pt x="1811" y="58273"/>
                </a:lnTo>
                <a:lnTo>
                  <a:pt x="2060" y="58815"/>
                </a:lnTo>
                <a:lnTo>
                  <a:pt x="2326" y="59344"/>
                </a:lnTo>
                <a:lnTo>
                  <a:pt x="2607" y="59861"/>
                </a:lnTo>
                <a:lnTo>
                  <a:pt x="2905" y="60366"/>
                </a:lnTo>
                <a:lnTo>
                  <a:pt x="3219" y="60858"/>
                </a:lnTo>
                <a:lnTo>
                  <a:pt x="3549" y="61337"/>
                </a:lnTo>
                <a:lnTo>
                  <a:pt x="3895" y="61805"/>
                </a:lnTo>
                <a:lnTo>
                  <a:pt x="4257" y="62259"/>
                </a:lnTo>
                <a:lnTo>
                  <a:pt x="4635" y="62702"/>
                </a:lnTo>
                <a:lnTo>
                  <a:pt x="5027" y="63129"/>
                </a:lnTo>
                <a:lnTo>
                  <a:pt x="5428" y="63537"/>
                </a:lnTo>
                <a:lnTo>
                  <a:pt x="5840" y="63928"/>
                </a:lnTo>
                <a:lnTo>
                  <a:pt x="6261" y="64300"/>
                </a:lnTo>
                <a:lnTo>
                  <a:pt x="6693" y="64655"/>
                </a:lnTo>
                <a:lnTo>
                  <a:pt x="7134" y="64991"/>
                </a:lnTo>
                <a:lnTo>
                  <a:pt x="7586" y="65309"/>
                </a:lnTo>
                <a:lnTo>
                  <a:pt x="8048" y="65608"/>
                </a:lnTo>
                <a:lnTo>
                  <a:pt x="8519" y="65890"/>
                </a:lnTo>
                <a:lnTo>
                  <a:pt x="9001" y="66153"/>
                </a:lnTo>
                <a:lnTo>
                  <a:pt x="9493" y="66399"/>
                </a:lnTo>
                <a:lnTo>
                  <a:pt x="9995" y="66626"/>
                </a:lnTo>
                <a:lnTo>
                  <a:pt x="10507" y="66835"/>
                </a:lnTo>
                <a:lnTo>
                  <a:pt x="11029" y="67025"/>
                </a:lnTo>
                <a:lnTo>
                  <a:pt x="11561" y="67198"/>
                </a:lnTo>
                <a:lnTo>
                  <a:pt x="12103" y="67352"/>
                </a:lnTo>
                <a:lnTo>
                  <a:pt x="12655" y="67489"/>
                </a:lnTo>
                <a:lnTo>
                  <a:pt x="13217" y="67607"/>
                </a:lnTo>
                <a:lnTo>
                  <a:pt x="13789" y="67707"/>
                </a:lnTo>
                <a:lnTo>
                  <a:pt x="14371" y="67788"/>
                </a:lnTo>
                <a:lnTo>
                  <a:pt x="14963" y="67852"/>
                </a:lnTo>
                <a:lnTo>
                  <a:pt x="15565" y="67897"/>
                </a:lnTo>
                <a:lnTo>
                  <a:pt x="16178" y="67925"/>
                </a:lnTo>
                <a:lnTo>
                  <a:pt x="16800" y="67934"/>
                </a:lnTo>
                <a:lnTo>
                  <a:pt x="17316" y="67928"/>
                </a:lnTo>
                <a:lnTo>
                  <a:pt x="17822" y="67909"/>
                </a:lnTo>
                <a:lnTo>
                  <a:pt x="18320" y="67878"/>
                </a:lnTo>
                <a:lnTo>
                  <a:pt x="18809" y="67835"/>
                </a:lnTo>
                <a:lnTo>
                  <a:pt x="19289" y="67780"/>
                </a:lnTo>
                <a:lnTo>
                  <a:pt x="19760" y="67713"/>
                </a:lnTo>
                <a:lnTo>
                  <a:pt x="20222" y="67633"/>
                </a:lnTo>
                <a:lnTo>
                  <a:pt x="20676" y="67541"/>
                </a:lnTo>
                <a:lnTo>
                  <a:pt x="21120" y="67437"/>
                </a:lnTo>
                <a:lnTo>
                  <a:pt x="21555" y="67320"/>
                </a:lnTo>
                <a:lnTo>
                  <a:pt x="21982" y="67191"/>
                </a:lnTo>
                <a:lnTo>
                  <a:pt x="22399" y="67050"/>
                </a:lnTo>
                <a:lnTo>
                  <a:pt x="22808" y="66897"/>
                </a:lnTo>
                <a:lnTo>
                  <a:pt x="23208" y="66731"/>
                </a:lnTo>
                <a:lnTo>
                  <a:pt x="23598" y="66553"/>
                </a:lnTo>
                <a:lnTo>
                  <a:pt x="23980" y="66363"/>
                </a:lnTo>
                <a:lnTo>
                  <a:pt x="24353" y="66160"/>
                </a:lnTo>
                <a:lnTo>
                  <a:pt x="24717" y="65946"/>
                </a:lnTo>
                <a:lnTo>
                  <a:pt x="25072" y="65719"/>
                </a:lnTo>
                <a:lnTo>
                  <a:pt x="25418" y="65479"/>
                </a:lnTo>
                <a:lnTo>
                  <a:pt x="25755" y="65228"/>
                </a:lnTo>
                <a:lnTo>
                  <a:pt x="26084" y="64964"/>
                </a:lnTo>
                <a:lnTo>
                  <a:pt x="26403" y="64688"/>
                </a:lnTo>
                <a:lnTo>
                  <a:pt x="26713" y="64399"/>
                </a:lnTo>
                <a:lnTo>
                  <a:pt x="27013" y="64100"/>
                </a:lnTo>
                <a:lnTo>
                  <a:pt x="27300" y="63792"/>
                </a:lnTo>
                <a:lnTo>
                  <a:pt x="27574" y="63475"/>
                </a:lnTo>
                <a:lnTo>
                  <a:pt x="27836" y="63149"/>
                </a:lnTo>
                <a:lnTo>
                  <a:pt x="28084" y="62813"/>
                </a:lnTo>
                <a:lnTo>
                  <a:pt x="28320" y="62469"/>
                </a:lnTo>
                <a:lnTo>
                  <a:pt x="28544" y="62115"/>
                </a:lnTo>
                <a:lnTo>
                  <a:pt x="28754" y="61753"/>
                </a:lnTo>
                <a:lnTo>
                  <a:pt x="28952" y="61381"/>
                </a:lnTo>
                <a:lnTo>
                  <a:pt x="29137" y="61000"/>
                </a:lnTo>
                <a:lnTo>
                  <a:pt x="29309" y="60610"/>
                </a:lnTo>
                <a:lnTo>
                  <a:pt x="29468" y="60211"/>
                </a:lnTo>
                <a:lnTo>
                  <a:pt x="29615" y="59803"/>
                </a:lnTo>
                <a:lnTo>
                  <a:pt x="29749" y="59386"/>
                </a:lnTo>
                <a:lnTo>
                  <a:pt x="29870" y="58959"/>
                </a:lnTo>
                <a:lnTo>
                  <a:pt x="29978" y="58524"/>
                </a:lnTo>
                <a:lnTo>
                  <a:pt x="30074" y="58080"/>
                </a:lnTo>
                <a:lnTo>
                  <a:pt x="30157" y="57626"/>
                </a:lnTo>
                <a:lnTo>
                  <a:pt x="30195" y="57377"/>
                </a:lnTo>
                <a:lnTo>
                  <a:pt x="30386" y="57377"/>
                </a:lnTo>
                <a:lnTo>
                  <a:pt x="30386" y="67016"/>
                </a:lnTo>
                <a:lnTo>
                  <a:pt x="41586" y="67016"/>
                </a:lnTo>
                <a:lnTo>
                  <a:pt x="41586" y="0"/>
                </a:lnTo>
                <a:lnTo>
                  <a:pt x="30110" y="0"/>
                </a:lnTo>
                <a:lnTo>
                  <a:pt x="30110" y="14137"/>
                </a:lnTo>
                <a:lnTo>
                  <a:pt x="30477" y="26163"/>
                </a:lnTo>
                <a:lnTo>
                  <a:pt x="30195" y="26163"/>
                </a:lnTo>
                <a:lnTo>
                  <a:pt x="30157" y="25914"/>
                </a:lnTo>
                <a:lnTo>
                  <a:pt x="30074" y="25460"/>
                </a:lnTo>
                <a:lnTo>
                  <a:pt x="29978" y="25016"/>
                </a:lnTo>
                <a:close/>
                <a:moveTo>
                  <a:pt x="19767" y="57979"/>
                </a:moveTo>
                <a:lnTo>
                  <a:pt x="19423" y="57947"/>
                </a:lnTo>
                <a:lnTo>
                  <a:pt x="19086" y="57907"/>
                </a:lnTo>
                <a:lnTo>
                  <a:pt x="18756" y="57858"/>
                </a:lnTo>
                <a:lnTo>
                  <a:pt x="18432" y="57800"/>
                </a:lnTo>
                <a:lnTo>
                  <a:pt x="18115" y="57733"/>
                </a:lnTo>
                <a:lnTo>
                  <a:pt x="17804" y="57657"/>
                </a:lnTo>
                <a:lnTo>
                  <a:pt x="17501" y="57572"/>
                </a:lnTo>
                <a:lnTo>
                  <a:pt x="17204" y="57479"/>
                </a:lnTo>
                <a:lnTo>
                  <a:pt x="16914" y="57376"/>
                </a:lnTo>
                <a:lnTo>
                  <a:pt x="16630" y="57265"/>
                </a:lnTo>
                <a:lnTo>
                  <a:pt x="16353" y="57144"/>
                </a:lnTo>
                <a:lnTo>
                  <a:pt x="16083" y="57015"/>
                </a:lnTo>
                <a:lnTo>
                  <a:pt x="15820" y="56876"/>
                </a:lnTo>
                <a:lnTo>
                  <a:pt x="15563" y="56729"/>
                </a:lnTo>
                <a:lnTo>
                  <a:pt x="15313" y="56573"/>
                </a:lnTo>
                <a:lnTo>
                  <a:pt x="15070" y="56408"/>
                </a:lnTo>
                <a:lnTo>
                  <a:pt x="14833" y="56234"/>
                </a:lnTo>
                <a:lnTo>
                  <a:pt x="14603" y="56051"/>
                </a:lnTo>
                <a:lnTo>
                  <a:pt x="14380" y="55859"/>
                </a:lnTo>
                <a:lnTo>
                  <a:pt x="14163" y="55658"/>
                </a:lnTo>
                <a:lnTo>
                  <a:pt x="13953" y="55448"/>
                </a:lnTo>
                <a:lnTo>
                  <a:pt x="13751" y="55230"/>
                </a:lnTo>
                <a:lnTo>
                  <a:pt x="13558" y="55005"/>
                </a:lnTo>
                <a:lnTo>
                  <a:pt x="13373" y="54771"/>
                </a:lnTo>
                <a:lnTo>
                  <a:pt x="13196" y="54530"/>
                </a:lnTo>
                <a:lnTo>
                  <a:pt x="13029" y="54282"/>
                </a:lnTo>
                <a:lnTo>
                  <a:pt x="12869" y="54025"/>
                </a:lnTo>
                <a:lnTo>
                  <a:pt x="12719" y="53761"/>
                </a:lnTo>
                <a:lnTo>
                  <a:pt x="12577" y="53490"/>
                </a:lnTo>
                <a:lnTo>
                  <a:pt x="12443" y="53211"/>
                </a:lnTo>
                <a:lnTo>
                  <a:pt x="12319" y="52924"/>
                </a:lnTo>
                <a:lnTo>
                  <a:pt x="12202" y="52629"/>
                </a:lnTo>
                <a:lnTo>
                  <a:pt x="12095" y="52327"/>
                </a:lnTo>
                <a:lnTo>
                  <a:pt x="11996" y="52017"/>
                </a:lnTo>
                <a:lnTo>
                  <a:pt x="11906" y="51700"/>
                </a:lnTo>
                <a:lnTo>
                  <a:pt x="11824" y="51375"/>
                </a:lnTo>
                <a:lnTo>
                  <a:pt x="11751" y="51042"/>
                </a:lnTo>
                <a:lnTo>
                  <a:pt x="11686" y="50702"/>
                </a:lnTo>
                <a:lnTo>
                  <a:pt x="11630" y="50354"/>
                </a:lnTo>
                <a:lnTo>
                  <a:pt x="11583" y="49998"/>
                </a:lnTo>
                <a:lnTo>
                  <a:pt x="11544" y="49635"/>
                </a:lnTo>
                <a:lnTo>
                  <a:pt x="11514" y="49264"/>
                </a:lnTo>
                <a:lnTo>
                  <a:pt x="11493" y="48885"/>
                </a:lnTo>
                <a:lnTo>
                  <a:pt x="11480" y="48499"/>
                </a:lnTo>
                <a:lnTo>
                  <a:pt x="11475" y="48105"/>
                </a:lnTo>
                <a:lnTo>
                  <a:pt x="11475" y="35436"/>
                </a:lnTo>
                <a:lnTo>
                  <a:pt x="11480" y="35042"/>
                </a:lnTo>
                <a:lnTo>
                  <a:pt x="11493" y="34656"/>
                </a:lnTo>
                <a:lnTo>
                  <a:pt x="11514" y="34277"/>
                </a:lnTo>
                <a:lnTo>
                  <a:pt x="11544" y="33906"/>
                </a:lnTo>
                <a:lnTo>
                  <a:pt x="11583" y="33543"/>
                </a:lnTo>
                <a:lnTo>
                  <a:pt x="11630" y="33187"/>
                </a:lnTo>
                <a:lnTo>
                  <a:pt x="11686" y="32839"/>
                </a:lnTo>
                <a:lnTo>
                  <a:pt x="11751" y="32498"/>
                </a:lnTo>
                <a:lnTo>
                  <a:pt x="11824" y="32166"/>
                </a:lnTo>
                <a:lnTo>
                  <a:pt x="11906" y="31841"/>
                </a:lnTo>
                <a:lnTo>
                  <a:pt x="11996" y="31523"/>
                </a:lnTo>
                <a:lnTo>
                  <a:pt x="12095" y="31213"/>
                </a:lnTo>
                <a:lnTo>
                  <a:pt x="12202" y="30911"/>
                </a:lnTo>
                <a:lnTo>
                  <a:pt x="12319" y="30616"/>
                </a:lnTo>
                <a:lnTo>
                  <a:pt x="12443" y="30330"/>
                </a:lnTo>
                <a:lnTo>
                  <a:pt x="12577" y="30050"/>
                </a:lnTo>
                <a:lnTo>
                  <a:pt x="12719" y="29779"/>
                </a:lnTo>
                <a:lnTo>
                  <a:pt x="12869" y="29515"/>
                </a:lnTo>
                <a:lnTo>
                  <a:pt x="13029" y="29259"/>
                </a:lnTo>
                <a:lnTo>
                  <a:pt x="13196" y="29010"/>
                </a:lnTo>
                <a:lnTo>
                  <a:pt x="13373" y="28769"/>
                </a:lnTo>
                <a:lnTo>
                  <a:pt x="13558" y="28536"/>
                </a:lnTo>
                <a:lnTo>
                  <a:pt x="13751" y="28310"/>
                </a:lnTo>
                <a:lnTo>
                  <a:pt x="13953" y="28092"/>
                </a:lnTo>
                <a:lnTo>
                  <a:pt x="14163" y="27882"/>
                </a:lnTo>
                <a:lnTo>
                  <a:pt x="14380" y="27681"/>
                </a:lnTo>
                <a:lnTo>
                  <a:pt x="14603" y="27489"/>
                </a:lnTo>
                <a:lnTo>
                  <a:pt x="14833" y="27306"/>
                </a:lnTo>
                <a:lnTo>
                  <a:pt x="15070" y="27132"/>
                </a:lnTo>
                <a:lnTo>
                  <a:pt x="15313" y="26967"/>
                </a:lnTo>
                <a:lnTo>
                  <a:pt x="15563" y="26811"/>
                </a:lnTo>
                <a:lnTo>
                  <a:pt x="15820" y="26664"/>
                </a:lnTo>
                <a:lnTo>
                  <a:pt x="16083" y="26525"/>
                </a:lnTo>
                <a:lnTo>
                  <a:pt x="16353" y="26396"/>
                </a:lnTo>
                <a:lnTo>
                  <a:pt x="16630" y="26276"/>
                </a:lnTo>
                <a:lnTo>
                  <a:pt x="16914" y="26164"/>
                </a:lnTo>
                <a:lnTo>
                  <a:pt x="17204" y="26061"/>
                </a:lnTo>
                <a:lnTo>
                  <a:pt x="17501" y="25968"/>
                </a:lnTo>
                <a:lnTo>
                  <a:pt x="17804" y="25883"/>
                </a:lnTo>
                <a:lnTo>
                  <a:pt x="18115" y="25807"/>
                </a:lnTo>
                <a:lnTo>
                  <a:pt x="18432" y="25740"/>
                </a:lnTo>
                <a:lnTo>
                  <a:pt x="18756" y="25682"/>
                </a:lnTo>
                <a:lnTo>
                  <a:pt x="19086" y="25633"/>
                </a:lnTo>
                <a:lnTo>
                  <a:pt x="19423" y="25593"/>
                </a:lnTo>
                <a:lnTo>
                  <a:pt x="19767" y="25562"/>
                </a:lnTo>
                <a:lnTo>
                  <a:pt x="20117" y="25539"/>
                </a:lnTo>
                <a:lnTo>
                  <a:pt x="20475" y="25526"/>
                </a:lnTo>
                <a:lnTo>
                  <a:pt x="20838" y="25521"/>
                </a:lnTo>
                <a:lnTo>
                  <a:pt x="21202" y="25526"/>
                </a:lnTo>
                <a:lnTo>
                  <a:pt x="21559" y="25540"/>
                </a:lnTo>
                <a:lnTo>
                  <a:pt x="21909" y="25562"/>
                </a:lnTo>
                <a:lnTo>
                  <a:pt x="22253" y="25594"/>
                </a:lnTo>
                <a:lnTo>
                  <a:pt x="22589" y="25635"/>
                </a:lnTo>
                <a:lnTo>
                  <a:pt x="22918" y="25685"/>
                </a:lnTo>
                <a:lnTo>
                  <a:pt x="23241" y="25744"/>
                </a:lnTo>
                <a:lnTo>
                  <a:pt x="23557" y="25812"/>
                </a:lnTo>
                <a:lnTo>
                  <a:pt x="23866" y="25889"/>
                </a:lnTo>
                <a:lnTo>
                  <a:pt x="24168" y="25976"/>
                </a:lnTo>
                <a:lnTo>
                  <a:pt x="24463" y="26071"/>
                </a:lnTo>
                <a:lnTo>
                  <a:pt x="24752" y="26176"/>
                </a:lnTo>
                <a:lnTo>
                  <a:pt x="25033" y="26289"/>
                </a:lnTo>
                <a:lnTo>
                  <a:pt x="25308" y="26412"/>
                </a:lnTo>
                <a:lnTo>
                  <a:pt x="25576" y="26544"/>
                </a:lnTo>
                <a:lnTo>
                  <a:pt x="25837" y="26684"/>
                </a:lnTo>
                <a:lnTo>
                  <a:pt x="26091" y="26834"/>
                </a:lnTo>
                <a:lnTo>
                  <a:pt x="26338" y="26993"/>
                </a:lnTo>
                <a:lnTo>
                  <a:pt x="26578" y="27161"/>
                </a:lnTo>
                <a:lnTo>
                  <a:pt x="26812" y="27339"/>
                </a:lnTo>
                <a:lnTo>
                  <a:pt x="27038" y="27525"/>
                </a:lnTo>
                <a:lnTo>
                  <a:pt x="27258" y="27720"/>
                </a:lnTo>
                <a:lnTo>
                  <a:pt x="27471" y="27925"/>
                </a:lnTo>
                <a:lnTo>
                  <a:pt x="27677" y="28138"/>
                </a:lnTo>
                <a:lnTo>
                  <a:pt x="27876" y="28360"/>
                </a:lnTo>
                <a:lnTo>
                  <a:pt x="28066" y="28588"/>
                </a:lnTo>
                <a:lnTo>
                  <a:pt x="28247" y="28824"/>
                </a:lnTo>
                <a:lnTo>
                  <a:pt x="28421" y="29067"/>
                </a:lnTo>
                <a:lnTo>
                  <a:pt x="28585" y="29318"/>
                </a:lnTo>
                <a:lnTo>
                  <a:pt x="28742" y="29575"/>
                </a:lnTo>
                <a:lnTo>
                  <a:pt x="28890" y="29840"/>
                </a:lnTo>
                <a:lnTo>
                  <a:pt x="29029" y="30111"/>
                </a:lnTo>
                <a:lnTo>
                  <a:pt x="29160" y="30390"/>
                </a:lnTo>
                <a:lnTo>
                  <a:pt x="29282" y="30676"/>
                </a:lnTo>
                <a:lnTo>
                  <a:pt x="29396" y="30970"/>
                </a:lnTo>
                <a:lnTo>
                  <a:pt x="29502" y="31270"/>
                </a:lnTo>
                <a:lnTo>
                  <a:pt x="29599" y="31578"/>
                </a:lnTo>
                <a:lnTo>
                  <a:pt x="29688" y="31893"/>
                </a:lnTo>
                <a:lnTo>
                  <a:pt x="29768" y="32215"/>
                </a:lnTo>
                <a:lnTo>
                  <a:pt x="29840" y="32544"/>
                </a:lnTo>
                <a:lnTo>
                  <a:pt x="29903" y="32880"/>
                </a:lnTo>
                <a:lnTo>
                  <a:pt x="29958" y="33224"/>
                </a:lnTo>
                <a:lnTo>
                  <a:pt x="30005" y="33575"/>
                </a:lnTo>
                <a:lnTo>
                  <a:pt x="30043" y="33933"/>
                </a:lnTo>
                <a:lnTo>
                  <a:pt x="30072" y="34298"/>
                </a:lnTo>
                <a:lnTo>
                  <a:pt x="30094" y="34670"/>
                </a:lnTo>
                <a:lnTo>
                  <a:pt x="30106" y="35050"/>
                </a:lnTo>
                <a:lnTo>
                  <a:pt x="30110" y="35436"/>
                </a:lnTo>
                <a:lnTo>
                  <a:pt x="30110" y="48105"/>
                </a:lnTo>
                <a:lnTo>
                  <a:pt x="30106" y="48492"/>
                </a:lnTo>
                <a:lnTo>
                  <a:pt x="30094" y="48871"/>
                </a:lnTo>
                <a:lnTo>
                  <a:pt x="30072" y="49243"/>
                </a:lnTo>
                <a:lnTo>
                  <a:pt x="30043" y="49608"/>
                </a:lnTo>
                <a:lnTo>
                  <a:pt x="30005" y="49966"/>
                </a:lnTo>
                <a:lnTo>
                  <a:pt x="29958" y="50317"/>
                </a:lnTo>
                <a:lnTo>
                  <a:pt x="29903" y="50660"/>
                </a:lnTo>
                <a:lnTo>
                  <a:pt x="29840" y="50997"/>
                </a:lnTo>
                <a:lnTo>
                  <a:pt x="29768" y="51326"/>
                </a:lnTo>
                <a:lnTo>
                  <a:pt x="29688" y="51648"/>
                </a:lnTo>
                <a:lnTo>
                  <a:pt x="29599" y="51963"/>
                </a:lnTo>
                <a:lnTo>
                  <a:pt x="29502" y="52271"/>
                </a:lnTo>
                <a:lnTo>
                  <a:pt x="29396" y="52571"/>
                </a:lnTo>
                <a:lnTo>
                  <a:pt x="29282" y="52864"/>
                </a:lnTo>
                <a:lnTo>
                  <a:pt x="29160" y="53151"/>
                </a:lnTo>
                <a:lnTo>
                  <a:pt x="29029" y="53430"/>
                </a:lnTo>
                <a:lnTo>
                  <a:pt x="28890" y="53701"/>
                </a:lnTo>
                <a:lnTo>
                  <a:pt x="28742" y="53966"/>
                </a:lnTo>
                <a:lnTo>
                  <a:pt x="28585" y="54224"/>
                </a:lnTo>
                <a:lnTo>
                  <a:pt x="28421" y="54474"/>
                </a:lnTo>
                <a:lnTo>
                  <a:pt x="28247" y="54717"/>
                </a:lnTo>
                <a:lnTo>
                  <a:pt x="28066" y="54953"/>
                </a:lnTo>
                <a:lnTo>
                  <a:pt x="27876" y="55182"/>
                </a:lnTo>
                <a:lnTo>
                  <a:pt x="27677" y="55403"/>
                </a:lnTo>
                <a:lnTo>
                  <a:pt x="27471" y="55617"/>
                </a:lnTo>
                <a:lnTo>
                  <a:pt x="27258" y="55821"/>
                </a:lnTo>
                <a:lnTo>
                  <a:pt x="27038" y="56016"/>
                </a:lnTo>
                <a:lnTo>
                  <a:pt x="26812" y="56203"/>
                </a:lnTo>
                <a:lnTo>
                  <a:pt x="26578" y="56380"/>
                </a:lnTo>
                <a:lnTo>
                  <a:pt x="26338" y="56548"/>
                </a:lnTo>
                <a:lnTo>
                  <a:pt x="26091" y="56707"/>
                </a:lnTo>
                <a:lnTo>
                  <a:pt x="25837" y="56856"/>
                </a:lnTo>
                <a:lnTo>
                  <a:pt x="25576" y="56997"/>
                </a:lnTo>
                <a:lnTo>
                  <a:pt x="25308" y="57129"/>
                </a:lnTo>
                <a:lnTo>
                  <a:pt x="25033" y="57251"/>
                </a:lnTo>
                <a:lnTo>
                  <a:pt x="24752" y="57365"/>
                </a:lnTo>
                <a:lnTo>
                  <a:pt x="24463" y="57469"/>
                </a:lnTo>
                <a:lnTo>
                  <a:pt x="24168" y="57565"/>
                </a:lnTo>
                <a:lnTo>
                  <a:pt x="23866" y="57651"/>
                </a:lnTo>
                <a:lnTo>
                  <a:pt x="23557" y="57728"/>
                </a:lnTo>
                <a:lnTo>
                  <a:pt x="23241" y="57796"/>
                </a:lnTo>
                <a:lnTo>
                  <a:pt x="22918" y="57855"/>
                </a:lnTo>
                <a:lnTo>
                  <a:pt x="22589" y="57905"/>
                </a:lnTo>
                <a:lnTo>
                  <a:pt x="22253" y="57946"/>
                </a:lnTo>
                <a:lnTo>
                  <a:pt x="21909" y="57978"/>
                </a:lnTo>
                <a:lnTo>
                  <a:pt x="21559" y="58001"/>
                </a:lnTo>
                <a:lnTo>
                  <a:pt x="21202" y="58014"/>
                </a:lnTo>
                <a:lnTo>
                  <a:pt x="20838" y="58019"/>
                </a:lnTo>
                <a:lnTo>
                  <a:pt x="20475" y="58014"/>
                </a:lnTo>
                <a:lnTo>
                  <a:pt x="20117" y="58001"/>
                </a:lnTo>
                <a:lnTo>
                  <a:pt x="19767" y="57979"/>
                </a:lnTo>
                <a:close/>
                <a:moveTo>
                  <a:pt x="78269" y="67873"/>
                </a:moveTo>
                <a:lnTo>
                  <a:pt x="78913" y="67825"/>
                </a:lnTo>
                <a:lnTo>
                  <a:pt x="79548" y="67764"/>
                </a:lnTo>
                <a:lnTo>
                  <a:pt x="80175" y="67690"/>
                </a:lnTo>
                <a:lnTo>
                  <a:pt x="80794" y="67602"/>
                </a:lnTo>
                <a:lnTo>
                  <a:pt x="81404" y="67500"/>
                </a:lnTo>
                <a:lnTo>
                  <a:pt x="82005" y="67385"/>
                </a:lnTo>
                <a:lnTo>
                  <a:pt x="82598" y="67256"/>
                </a:lnTo>
                <a:lnTo>
                  <a:pt x="83183" y="67114"/>
                </a:lnTo>
                <a:lnTo>
                  <a:pt x="83759" y="66958"/>
                </a:lnTo>
                <a:lnTo>
                  <a:pt x="84326" y="66789"/>
                </a:lnTo>
                <a:lnTo>
                  <a:pt x="84886" y="66606"/>
                </a:lnTo>
                <a:lnTo>
                  <a:pt x="85436" y="66410"/>
                </a:lnTo>
                <a:lnTo>
                  <a:pt x="85979" y="66200"/>
                </a:lnTo>
                <a:lnTo>
                  <a:pt x="86512" y="65976"/>
                </a:lnTo>
                <a:lnTo>
                  <a:pt x="87038" y="65739"/>
                </a:lnTo>
                <a:lnTo>
                  <a:pt x="87555" y="65489"/>
                </a:lnTo>
                <a:lnTo>
                  <a:pt x="88063" y="65224"/>
                </a:lnTo>
                <a:lnTo>
                  <a:pt x="88563" y="64947"/>
                </a:lnTo>
                <a:lnTo>
                  <a:pt x="89055" y="64656"/>
                </a:lnTo>
                <a:lnTo>
                  <a:pt x="89538" y="64351"/>
                </a:lnTo>
                <a:lnTo>
                  <a:pt x="90013" y="64032"/>
                </a:lnTo>
                <a:lnTo>
                  <a:pt x="90475" y="63703"/>
                </a:lnTo>
                <a:lnTo>
                  <a:pt x="90923" y="63364"/>
                </a:lnTo>
                <a:lnTo>
                  <a:pt x="91356" y="63016"/>
                </a:lnTo>
                <a:lnTo>
                  <a:pt x="91773" y="62659"/>
                </a:lnTo>
                <a:lnTo>
                  <a:pt x="92176" y="62293"/>
                </a:lnTo>
                <a:lnTo>
                  <a:pt x="92563" y="61918"/>
                </a:lnTo>
                <a:lnTo>
                  <a:pt x="92935" y="61534"/>
                </a:lnTo>
                <a:lnTo>
                  <a:pt x="93292" y="61141"/>
                </a:lnTo>
                <a:lnTo>
                  <a:pt x="93634" y="60738"/>
                </a:lnTo>
                <a:lnTo>
                  <a:pt x="93960" y="60327"/>
                </a:lnTo>
                <a:lnTo>
                  <a:pt x="94272" y="59907"/>
                </a:lnTo>
                <a:lnTo>
                  <a:pt x="94568" y="59477"/>
                </a:lnTo>
                <a:lnTo>
                  <a:pt x="94849" y="59038"/>
                </a:lnTo>
                <a:lnTo>
                  <a:pt x="95115" y="58591"/>
                </a:lnTo>
                <a:lnTo>
                  <a:pt x="95366" y="58134"/>
                </a:lnTo>
                <a:lnTo>
                  <a:pt x="95602" y="57668"/>
                </a:lnTo>
                <a:lnTo>
                  <a:pt x="95823" y="57193"/>
                </a:lnTo>
                <a:lnTo>
                  <a:pt x="96028" y="56709"/>
                </a:lnTo>
                <a:lnTo>
                  <a:pt x="96219" y="56215"/>
                </a:lnTo>
                <a:lnTo>
                  <a:pt x="96394" y="55713"/>
                </a:lnTo>
                <a:lnTo>
                  <a:pt x="96554" y="55202"/>
                </a:lnTo>
                <a:lnTo>
                  <a:pt x="96699" y="54681"/>
                </a:lnTo>
                <a:lnTo>
                  <a:pt x="96829" y="54152"/>
                </a:lnTo>
                <a:lnTo>
                  <a:pt x="96944" y="53613"/>
                </a:lnTo>
                <a:lnTo>
                  <a:pt x="85652" y="53613"/>
                </a:lnTo>
                <a:lnTo>
                  <a:pt x="85595" y="53825"/>
                </a:lnTo>
                <a:lnTo>
                  <a:pt x="85533" y="54033"/>
                </a:lnTo>
                <a:lnTo>
                  <a:pt x="85464" y="54236"/>
                </a:lnTo>
                <a:lnTo>
                  <a:pt x="85389" y="54436"/>
                </a:lnTo>
                <a:lnTo>
                  <a:pt x="85308" y="54630"/>
                </a:lnTo>
                <a:lnTo>
                  <a:pt x="85221" y="54821"/>
                </a:lnTo>
                <a:lnTo>
                  <a:pt x="85128" y="55007"/>
                </a:lnTo>
                <a:lnTo>
                  <a:pt x="85029" y="55189"/>
                </a:lnTo>
                <a:lnTo>
                  <a:pt x="84924" y="55367"/>
                </a:lnTo>
                <a:lnTo>
                  <a:pt x="84813" y="55540"/>
                </a:lnTo>
                <a:lnTo>
                  <a:pt x="84696" y="55709"/>
                </a:lnTo>
                <a:lnTo>
                  <a:pt x="84573" y="55874"/>
                </a:lnTo>
                <a:lnTo>
                  <a:pt x="84444" y="56034"/>
                </a:lnTo>
                <a:lnTo>
                  <a:pt x="84308" y="56190"/>
                </a:lnTo>
                <a:lnTo>
                  <a:pt x="84167" y="56342"/>
                </a:lnTo>
                <a:lnTo>
                  <a:pt x="84019" y="56490"/>
                </a:lnTo>
                <a:lnTo>
                  <a:pt x="83866" y="56633"/>
                </a:lnTo>
                <a:lnTo>
                  <a:pt x="83706" y="56772"/>
                </a:lnTo>
                <a:lnTo>
                  <a:pt x="83541" y="56906"/>
                </a:lnTo>
                <a:lnTo>
                  <a:pt x="83369" y="57036"/>
                </a:lnTo>
                <a:lnTo>
                  <a:pt x="83191" y="57162"/>
                </a:lnTo>
                <a:lnTo>
                  <a:pt x="83008" y="57284"/>
                </a:lnTo>
                <a:lnTo>
                  <a:pt x="82818" y="57401"/>
                </a:lnTo>
                <a:lnTo>
                  <a:pt x="82622" y="57514"/>
                </a:lnTo>
                <a:lnTo>
                  <a:pt x="82420" y="57623"/>
                </a:lnTo>
                <a:lnTo>
                  <a:pt x="82214" y="57727"/>
                </a:lnTo>
                <a:lnTo>
                  <a:pt x="82002" y="57826"/>
                </a:lnTo>
                <a:lnTo>
                  <a:pt x="81786" y="57921"/>
                </a:lnTo>
                <a:lnTo>
                  <a:pt x="81564" y="58011"/>
                </a:lnTo>
                <a:lnTo>
                  <a:pt x="81337" y="58097"/>
                </a:lnTo>
                <a:lnTo>
                  <a:pt x="81105" y="58178"/>
                </a:lnTo>
                <a:lnTo>
                  <a:pt x="80868" y="58254"/>
                </a:lnTo>
                <a:lnTo>
                  <a:pt x="80625" y="58325"/>
                </a:lnTo>
                <a:lnTo>
                  <a:pt x="80378" y="58392"/>
                </a:lnTo>
                <a:lnTo>
                  <a:pt x="80125" y="58455"/>
                </a:lnTo>
                <a:lnTo>
                  <a:pt x="79868" y="58513"/>
                </a:lnTo>
                <a:lnTo>
                  <a:pt x="79605" y="58566"/>
                </a:lnTo>
                <a:lnTo>
                  <a:pt x="79338" y="58614"/>
                </a:lnTo>
                <a:lnTo>
                  <a:pt x="79065" y="58658"/>
                </a:lnTo>
                <a:lnTo>
                  <a:pt x="78787" y="58697"/>
                </a:lnTo>
                <a:lnTo>
                  <a:pt x="78504" y="58732"/>
                </a:lnTo>
                <a:lnTo>
                  <a:pt x="78216" y="58762"/>
                </a:lnTo>
                <a:lnTo>
                  <a:pt x="77922" y="58787"/>
                </a:lnTo>
                <a:lnTo>
                  <a:pt x="77624" y="58808"/>
                </a:lnTo>
                <a:lnTo>
                  <a:pt x="77321" y="58824"/>
                </a:lnTo>
                <a:lnTo>
                  <a:pt x="77012" y="58836"/>
                </a:lnTo>
                <a:lnTo>
                  <a:pt x="76699" y="58843"/>
                </a:lnTo>
                <a:lnTo>
                  <a:pt x="76380" y="58845"/>
                </a:lnTo>
                <a:lnTo>
                  <a:pt x="75963" y="58841"/>
                </a:lnTo>
                <a:lnTo>
                  <a:pt x="75556" y="58826"/>
                </a:lnTo>
                <a:lnTo>
                  <a:pt x="75156" y="58803"/>
                </a:lnTo>
                <a:lnTo>
                  <a:pt x="74766" y="58770"/>
                </a:lnTo>
                <a:lnTo>
                  <a:pt x="74383" y="58728"/>
                </a:lnTo>
                <a:lnTo>
                  <a:pt x="74010" y="58676"/>
                </a:lnTo>
                <a:lnTo>
                  <a:pt x="73645" y="58615"/>
                </a:lnTo>
                <a:lnTo>
                  <a:pt x="73289" y="58544"/>
                </a:lnTo>
                <a:lnTo>
                  <a:pt x="72941" y="58464"/>
                </a:lnTo>
                <a:lnTo>
                  <a:pt x="72602" y="58375"/>
                </a:lnTo>
                <a:lnTo>
                  <a:pt x="72272" y="58276"/>
                </a:lnTo>
                <a:lnTo>
                  <a:pt x="71950" y="58168"/>
                </a:lnTo>
                <a:lnTo>
                  <a:pt x="71637" y="58051"/>
                </a:lnTo>
                <a:lnTo>
                  <a:pt x="71332" y="57924"/>
                </a:lnTo>
                <a:lnTo>
                  <a:pt x="71036" y="57787"/>
                </a:lnTo>
                <a:lnTo>
                  <a:pt x="70749" y="57642"/>
                </a:lnTo>
                <a:lnTo>
                  <a:pt x="70470" y="57487"/>
                </a:lnTo>
                <a:lnTo>
                  <a:pt x="70200" y="57322"/>
                </a:lnTo>
                <a:lnTo>
                  <a:pt x="69938" y="57148"/>
                </a:lnTo>
                <a:lnTo>
                  <a:pt x="69685" y="56965"/>
                </a:lnTo>
                <a:lnTo>
                  <a:pt x="69441" y="56772"/>
                </a:lnTo>
                <a:lnTo>
                  <a:pt x="69205" y="56570"/>
                </a:lnTo>
                <a:lnTo>
                  <a:pt x="68978" y="56358"/>
                </a:lnTo>
                <a:lnTo>
                  <a:pt x="68760" y="56137"/>
                </a:lnTo>
                <a:lnTo>
                  <a:pt x="68550" y="55907"/>
                </a:lnTo>
                <a:lnTo>
                  <a:pt x="68349" y="55668"/>
                </a:lnTo>
                <a:lnTo>
                  <a:pt x="68157" y="55420"/>
                </a:lnTo>
                <a:lnTo>
                  <a:pt x="67974" y="55162"/>
                </a:lnTo>
                <a:lnTo>
                  <a:pt x="67800" y="54896"/>
                </a:lnTo>
                <a:lnTo>
                  <a:pt x="67635" y="54620"/>
                </a:lnTo>
                <a:lnTo>
                  <a:pt x="67479" y="54335"/>
                </a:lnTo>
                <a:lnTo>
                  <a:pt x="67331" y="54042"/>
                </a:lnTo>
                <a:lnTo>
                  <a:pt x="67193" y="53739"/>
                </a:lnTo>
                <a:lnTo>
                  <a:pt x="67064" y="53427"/>
                </a:lnTo>
                <a:lnTo>
                  <a:pt x="66943" y="53106"/>
                </a:lnTo>
                <a:lnTo>
                  <a:pt x="66832" y="52776"/>
                </a:lnTo>
                <a:lnTo>
                  <a:pt x="66729" y="52436"/>
                </a:lnTo>
                <a:lnTo>
                  <a:pt x="66635" y="52088"/>
                </a:lnTo>
                <a:lnTo>
                  <a:pt x="66551" y="51731"/>
                </a:lnTo>
                <a:lnTo>
                  <a:pt x="66475" y="51364"/>
                </a:lnTo>
                <a:lnTo>
                  <a:pt x="66408" y="50989"/>
                </a:lnTo>
                <a:lnTo>
                  <a:pt x="66350" y="50604"/>
                </a:lnTo>
                <a:lnTo>
                  <a:pt x="66301" y="50210"/>
                </a:lnTo>
                <a:lnTo>
                  <a:pt x="66260" y="49807"/>
                </a:lnTo>
                <a:lnTo>
                  <a:pt x="66229" y="49395"/>
                </a:lnTo>
                <a:lnTo>
                  <a:pt x="66207" y="48974"/>
                </a:lnTo>
                <a:lnTo>
                  <a:pt x="66194" y="48544"/>
                </a:lnTo>
                <a:lnTo>
                  <a:pt x="66189" y="48105"/>
                </a:lnTo>
                <a:lnTo>
                  <a:pt x="66189" y="44525"/>
                </a:lnTo>
                <a:lnTo>
                  <a:pt x="97311" y="44525"/>
                </a:lnTo>
                <a:lnTo>
                  <a:pt x="97311" y="35436"/>
                </a:lnTo>
                <a:lnTo>
                  <a:pt x="97306" y="34942"/>
                </a:lnTo>
                <a:lnTo>
                  <a:pt x="97293" y="34452"/>
                </a:lnTo>
                <a:lnTo>
                  <a:pt x="97270" y="33968"/>
                </a:lnTo>
                <a:lnTo>
                  <a:pt x="97238" y="33489"/>
                </a:lnTo>
                <a:lnTo>
                  <a:pt x="97197" y="33016"/>
                </a:lnTo>
                <a:lnTo>
                  <a:pt x="97147" y="32547"/>
                </a:lnTo>
                <a:lnTo>
                  <a:pt x="97088" y="32084"/>
                </a:lnTo>
                <a:lnTo>
                  <a:pt x="97020" y="31626"/>
                </a:lnTo>
                <a:lnTo>
                  <a:pt x="96943" y="31174"/>
                </a:lnTo>
                <a:lnTo>
                  <a:pt x="96857" y="30727"/>
                </a:lnTo>
                <a:lnTo>
                  <a:pt x="96761" y="30285"/>
                </a:lnTo>
                <a:lnTo>
                  <a:pt x="96657" y="29848"/>
                </a:lnTo>
                <a:lnTo>
                  <a:pt x="96543" y="29416"/>
                </a:lnTo>
                <a:lnTo>
                  <a:pt x="96420" y="28990"/>
                </a:lnTo>
                <a:lnTo>
                  <a:pt x="96289" y="28569"/>
                </a:lnTo>
                <a:lnTo>
                  <a:pt x="96148" y="28153"/>
                </a:lnTo>
                <a:lnTo>
                  <a:pt x="95998" y="27743"/>
                </a:lnTo>
                <a:lnTo>
                  <a:pt x="95839" y="27338"/>
                </a:lnTo>
                <a:lnTo>
                  <a:pt x="95671" y="26938"/>
                </a:lnTo>
                <a:lnTo>
                  <a:pt x="95494" y="26543"/>
                </a:lnTo>
                <a:lnTo>
                  <a:pt x="95307" y="26154"/>
                </a:lnTo>
                <a:lnTo>
                  <a:pt x="95112" y="25770"/>
                </a:lnTo>
                <a:lnTo>
                  <a:pt x="94908" y="25391"/>
                </a:lnTo>
                <a:lnTo>
                  <a:pt x="94694" y="25017"/>
                </a:lnTo>
                <a:lnTo>
                  <a:pt x="94473" y="24649"/>
                </a:lnTo>
                <a:lnTo>
                  <a:pt x="94244" y="24289"/>
                </a:lnTo>
                <a:lnTo>
                  <a:pt x="94007" y="23935"/>
                </a:lnTo>
                <a:lnTo>
                  <a:pt x="93764" y="23588"/>
                </a:lnTo>
                <a:lnTo>
                  <a:pt x="93513" y="23247"/>
                </a:lnTo>
                <a:lnTo>
                  <a:pt x="93254" y="22914"/>
                </a:lnTo>
                <a:lnTo>
                  <a:pt x="92989" y="22587"/>
                </a:lnTo>
                <a:lnTo>
                  <a:pt x="92716" y="22268"/>
                </a:lnTo>
                <a:lnTo>
                  <a:pt x="92435" y="21955"/>
                </a:lnTo>
                <a:lnTo>
                  <a:pt x="92148" y="21649"/>
                </a:lnTo>
                <a:lnTo>
                  <a:pt x="91853" y="21350"/>
                </a:lnTo>
                <a:lnTo>
                  <a:pt x="91550" y="21058"/>
                </a:lnTo>
                <a:lnTo>
                  <a:pt x="91241" y="20772"/>
                </a:lnTo>
                <a:lnTo>
                  <a:pt x="90924" y="20494"/>
                </a:lnTo>
                <a:lnTo>
                  <a:pt x="90599" y="20222"/>
                </a:lnTo>
                <a:lnTo>
                  <a:pt x="90268" y="19957"/>
                </a:lnTo>
                <a:lnTo>
                  <a:pt x="89929" y="19699"/>
                </a:lnTo>
                <a:lnTo>
                  <a:pt x="89582" y="19448"/>
                </a:lnTo>
                <a:lnTo>
                  <a:pt x="89228" y="19204"/>
                </a:lnTo>
                <a:lnTo>
                  <a:pt x="88867" y="18967"/>
                </a:lnTo>
                <a:lnTo>
                  <a:pt x="88499" y="18736"/>
                </a:lnTo>
                <a:lnTo>
                  <a:pt x="88123" y="18513"/>
                </a:lnTo>
                <a:lnTo>
                  <a:pt x="87740" y="18296"/>
                </a:lnTo>
                <a:lnTo>
                  <a:pt x="87350" y="18086"/>
                </a:lnTo>
                <a:lnTo>
                  <a:pt x="86953" y="17884"/>
                </a:lnTo>
                <a:lnTo>
                  <a:pt x="86551" y="17690"/>
                </a:lnTo>
                <a:lnTo>
                  <a:pt x="86143" y="17505"/>
                </a:lnTo>
                <a:lnTo>
                  <a:pt x="85729" y="17328"/>
                </a:lnTo>
                <a:lnTo>
                  <a:pt x="85310" y="17160"/>
                </a:lnTo>
                <a:lnTo>
                  <a:pt x="84885" y="17001"/>
                </a:lnTo>
                <a:lnTo>
                  <a:pt x="84455" y="16850"/>
                </a:lnTo>
                <a:lnTo>
                  <a:pt x="84019" y="16708"/>
                </a:lnTo>
                <a:lnTo>
                  <a:pt x="83578" y="16575"/>
                </a:lnTo>
                <a:lnTo>
                  <a:pt x="83131" y="16450"/>
                </a:lnTo>
                <a:lnTo>
                  <a:pt x="82678" y="16334"/>
                </a:lnTo>
                <a:lnTo>
                  <a:pt x="82220" y="16226"/>
                </a:lnTo>
                <a:lnTo>
                  <a:pt x="81757" y="16127"/>
                </a:lnTo>
                <a:lnTo>
                  <a:pt x="81287" y="16037"/>
                </a:lnTo>
                <a:lnTo>
                  <a:pt x="80812" y="15955"/>
                </a:lnTo>
                <a:lnTo>
                  <a:pt x="80332" y="15882"/>
                </a:lnTo>
                <a:lnTo>
                  <a:pt x="79846" y="15817"/>
                </a:lnTo>
                <a:lnTo>
                  <a:pt x="79354" y="15761"/>
                </a:lnTo>
                <a:lnTo>
                  <a:pt x="78857" y="15714"/>
                </a:lnTo>
                <a:lnTo>
                  <a:pt x="78354" y="15675"/>
                </a:lnTo>
                <a:lnTo>
                  <a:pt x="77846" y="15645"/>
                </a:lnTo>
                <a:lnTo>
                  <a:pt x="77332" y="15624"/>
                </a:lnTo>
                <a:lnTo>
                  <a:pt x="76813" y="15611"/>
                </a:lnTo>
                <a:lnTo>
                  <a:pt x="76287" y="15606"/>
                </a:lnTo>
                <a:lnTo>
                  <a:pt x="75755" y="15611"/>
                </a:lnTo>
                <a:lnTo>
                  <a:pt x="75228" y="15624"/>
                </a:lnTo>
                <a:lnTo>
                  <a:pt x="74707" y="15645"/>
                </a:lnTo>
                <a:lnTo>
                  <a:pt x="74192" y="15675"/>
                </a:lnTo>
                <a:lnTo>
                  <a:pt x="73682" y="15714"/>
                </a:lnTo>
                <a:lnTo>
                  <a:pt x="73178" y="15761"/>
                </a:lnTo>
                <a:lnTo>
                  <a:pt x="72680" y="15817"/>
                </a:lnTo>
                <a:lnTo>
                  <a:pt x="72187" y="15882"/>
                </a:lnTo>
                <a:lnTo>
                  <a:pt x="71701" y="15955"/>
                </a:lnTo>
                <a:lnTo>
                  <a:pt x="71220" y="16037"/>
                </a:lnTo>
                <a:lnTo>
                  <a:pt x="70744" y="16127"/>
                </a:lnTo>
                <a:lnTo>
                  <a:pt x="70275" y="16226"/>
                </a:lnTo>
                <a:lnTo>
                  <a:pt x="69811" y="16334"/>
                </a:lnTo>
                <a:lnTo>
                  <a:pt x="69353" y="16450"/>
                </a:lnTo>
                <a:lnTo>
                  <a:pt x="68901" y="16575"/>
                </a:lnTo>
                <a:lnTo>
                  <a:pt x="68454" y="16708"/>
                </a:lnTo>
                <a:lnTo>
                  <a:pt x="68013" y="16850"/>
                </a:lnTo>
                <a:lnTo>
                  <a:pt x="67578" y="17001"/>
                </a:lnTo>
                <a:lnTo>
                  <a:pt x="67149" y="17160"/>
                </a:lnTo>
                <a:lnTo>
                  <a:pt x="66725" y="17328"/>
                </a:lnTo>
                <a:lnTo>
                  <a:pt x="66307" y="17505"/>
                </a:lnTo>
                <a:lnTo>
                  <a:pt x="65895" y="17690"/>
                </a:lnTo>
                <a:lnTo>
                  <a:pt x="65489" y="17884"/>
                </a:lnTo>
                <a:lnTo>
                  <a:pt x="65088" y="18086"/>
                </a:lnTo>
                <a:lnTo>
                  <a:pt x="64694" y="18296"/>
                </a:lnTo>
                <a:lnTo>
                  <a:pt x="64307" y="18513"/>
                </a:lnTo>
                <a:lnTo>
                  <a:pt x="63928" y="18736"/>
                </a:lnTo>
                <a:lnTo>
                  <a:pt x="63557" y="18967"/>
                </a:lnTo>
                <a:lnTo>
                  <a:pt x="63192" y="19204"/>
                </a:lnTo>
                <a:lnTo>
                  <a:pt x="62836" y="19448"/>
                </a:lnTo>
                <a:lnTo>
                  <a:pt x="62487" y="19699"/>
                </a:lnTo>
                <a:lnTo>
                  <a:pt x="62145" y="19957"/>
                </a:lnTo>
                <a:lnTo>
                  <a:pt x="61811" y="20222"/>
                </a:lnTo>
                <a:lnTo>
                  <a:pt x="61484" y="20494"/>
                </a:lnTo>
                <a:lnTo>
                  <a:pt x="61165" y="20772"/>
                </a:lnTo>
                <a:lnTo>
                  <a:pt x="60853" y="21058"/>
                </a:lnTo>
                <a:lnTo>
                  <a:pt x="60549" y="21350"/>
                </a:lnTo>
                <a:lnTo>
                  <a:pt x="60252" y="21649"/>
                </a:lnTo>
                <a:lnTo>
                  <a:pt x="59963" y="21955"/>
                </a:lnTo>
                <a:lnTo>
                  <a:pt x="59682" y="22268"/>
                </a:lnTo>
                <a:lnTo>
                  <a:pt x="59407" y="22587"/>
                </a:lnTo>
                <a:lnTo>
                  <a:pt x="59141" y="22914"/>
                </a:lnTo>
                <a:lnTo>
                  <a:pt x="58881" y="23247"/>
                </a:lnTo>
                <a:lnTo>
                  <a:pt x="58630" y="23588"/>
                </a:lnTo>
                <a:lnTo>
                  <a:pt x="58385" y="23935"/>
                </a:lnTo>
                <a:lnTo>
                  <a:pt x="58148" y="24289"/>
                </a:lnTo>
                <a:lnTo>
                  <a:pt x="57919" y="24649"/>
                </a:lnTo>
                <a:lnTo>
                  <a:pt x="57697" y="25017"/>
                </a:lnTo>
                <a:lnTo>
                  <a:pt x="57484" y="25391"/>
                </a:lnTo>
                <a:lnTo>
                  <a:pt x="57280" y="25770"/>
                </a:lnTo>
                <a:lnTo>
                  <a:pt x="57084" y="26154"/>
                </a:lnTo>
                <a:lnTo>
                  <a:pt x="56898" y="26543"/>
                </a:lnTo>
                <a:lnTo>
                  <a:pt x="56721" y="26938"/>
                </a:lnTo>
                <a:lnTo>
                  <a:pt x="56553" y="27338"/>
                </a:lnTo>
                <a:lnTo>
                  <a:pt x="56394" y="27743"/>
                </a:lnTo>
                <a:lnTo>
                  <a:pt x="56244" y="28153"/>
                </a:lnTo>
                <a:lnTo>
                  <a:pt x="56104" y="28569"/>
                </a:lnTo>
                <a:lnTo>
                  <a:pt x="55972" y="28990"/>
                </a:lnTo>
                <a:lnTo>
                  <a:pt x="55849" y="29416"/>
                </a:lnTo>
                <a:lnTo>
                  <a:pt x="55736" y="29848"/>
                </a:lnTo>
                <a:lnTo>
                  <a:pt x="55631" y="30285"/>
                </a:lnTo>
                <a:lnTo>
                  <a:pt x="55536" y="30727"/>
                </a:lnTo>
                <a:lnTo>
                  <a:pt x="55450" y="31174"/>
                </a:lnTo>
                <a:lnTo>
                  <a:pt x="55373" y="31626"/>
                </a:lnTo>
                <a:lnTo>
                  <a:pt x="55305" y="32084"/>
                </a:lnTo>
                <a:lnTo>
                  <a:pt x="55245" y="32547"/>
                </a:lnTo>
                <a:lnTo>
                  <a:pt x="55196" y="33016"/>
                </a:lnTo>
                <a:lnTo>
                  <a:pt x="55155" y="33489"/>
                </a:lnTo>
                <a:lnTo>
                  <a:pt x="55123" y="33968"/>
                </a:lnTo>
                <a:lnTo>
                  <a:pt x="55100" y="34452"/>
                </a:lnTo>
                <a:lnTo>
                  <a:pt x="55087" y="34942"/>
                </a:lnTo>
                <a:lnTo>
                  <a:pt x="55082" y="35436"/>
                </a:lnTo>
                <a:lnTo>
                  <a:pt x="55082" y="48105"/>
                </a:lnTo>
                <a:lnTo>
                  <a:pt x="55087" y="48600"/>
                </a:lnTo>
                <a:lnTo>
                  <a:pt x="55100" y="49089"/>
                </a:lnTo>
                <a:lnTo>
                  <a:pt x="55123" y="49573"/>
                </a:lnTo>
                <a:lnTo>
                  <a:pt x="55155" y="50052"/>
                </a:lnTo>
                <a:lnTo>
                  <a:pt x="55196" y="50525"/>
                </a:lnTo>
                <a:lnTo>
                  <a:pt x="55245" y="50994"/>
                </a:lnTo>
                <a:lnTo>
                  <a:pt x="55305" y="51457"/>
                </a:lnTo>
                <a:lnTo>
                  <a:pt x="55373" y="51914"/>
                </a:lnTo>
                <a:lnTo>
                  <a:pt x="55450" y="52367"/>
                </a:lnTo>
                <a:lnTo>
                  <a:pt x="55536" y="52814"/>
                </a:lnTo>
                <a:lnTo>
                  <a:pt x="55631" y="53256"/>
                </a:lnTo>
                <a:lnTo>
                  <a:pt x="55736" y="53693"/>
                </a:lnTo>
                <a:lnTo>
                  <a:pt x="55849" y="54125"/>
                </a:lnTo>
                <a:lnTo>
                  <a:pt x="55972" y="54551"/>
                </a:lnTo>
                <a:lnTo>
                  <a:pt x="56104" y="54972"/>
                </a:lnTo>
                <a:lnTo>
                  <a:pt x="56244" y="55388"/>
                </a:lnTo>
                <a:lnTo>
                  <a:pt x="56394" y="55798"/>
                </a:lnTo>
                <a:lnTo>
                  <a:pt x="56553" y="56203"/>
                </a:lnTo>
                <a:lnTo>
                  <a:pt x="56721" y="56603"/>
                </a:lnTo>
                <a:lnTo>
                  <a:pt x="56898" y="56998"/>
                </a:lnTo>
                <a:lnTo>
                  <a:pt x="57084" y="57387"/>
                </a:lnTo>
                <a:lnTo>
                  <a:pt x="57280" y="57772"/>
                </a:lnTo>
                <a:lnTo>
                  <a:pt x="57484" y="58151"/>
                </a:lnTo>
                <a:lnTo>
                  <a:pt x="57697" y="58524"/>
                </a:lnTo>
                <a:lnTo>
                  <a:pt x="57919" y="58892"/>
                </a:lnTo>
                <a:lnTo>
                  <a:pt x="58148" y="59253"/>
                </a:lnTo>
                <a:lnTo>
                  <a:pt x="58385" y="59607"/>
                </a:lnTo>
                <a:lnTo>
                  <a:pt x="58630" y="59954"/>
                </a:lnTo>
                <a:lnTo>
                  <a:pt x="58881" y="60294"/>
                </a:lnTo>
                <a:lnTo>
                  <a:pt x="59141" y="60627"/>
                </a:lnTo>
                <a:lnTo>
                  <a:pt x="59407" y="60954"/>
                </a:lnTo>
                <a:lnTo>
                  <a:pt x="59682" y="61273"/>
                </a:lnTo>
                <a:lnTo>
                  <a:pt x="59963" y="61586"/>
                </a:lnTo>
                <a:lnTo>
                  <a:pt x="60252" y="61892"/>
                </a:lnTo>
                <a:lnTo>
                  <a:pt x="60549" y="62191"/>
                </a:lnTo>
                <a:lnTo>
                  <a:pt x="60853" y="62483"/>
                </a:lnTo>
                <a:lnTo>
                  <a:pt x="61165" y="62768"/>
                </a:lnTo>
                <a:lnTo>
                  <a:pt x="61484" y="63047"/>
                </a:lnTo>
                <a:lnTo>
                  <a:pt x="61811" y="63319"/>
                </a:lnTo>
                <a:lnTo>
                  <a:pt x="62145" y="63584"/>
                </a:lnTo>
                <a:lnTo>
                  <a:pt x="62487" y="63842"/>
                </a:lnTo>
                <a:lnTo>
                  <a:pt x="62836" y="64093"/>
                </a:lnTo>
                <a:lnTo>
                  <a:pt x="63192" y="64337"/>
                </a:lnTo>
                <a:lnTo>
                  <a:pt x="63557" y="64574"/>
                </a:lnTo>
                <a:lnTo>
                  <a:pt x="63928" y="64805"/>
                </a:lnTo>
                <a:lnTo>
                  <a:pt x="64307" y="65029"/>
                </a:lnTo>
                <a:lnTo>
                  <a:pt x="64694" y="65246"/>
                </a:lnTo>
                <a:lnTo>
                  <a:pt x="65088" y="65456"/>
                </a:lnTo>
                <a:lnTo>
                  <a:pt x="65489" y="65658"/>
                </a:lnTo>
                <a:lnTo>
                  <a:pt x="65895" y="65851"/>
                </a:lnTo>
                <a:lnTo>
                  <a:pt x="66307" y="66036"/>
                </a:lnTo>
                <a:lnTo>
                  <a:pt x="66725" y="66213"/>
                </a:lnTo>
                <a:lnTo>
                  <a:pt x="67149" y="66381"/>
                </a:lnTo>
                <a:lnTo>
                  <a:pt x="67578" y="66540"/>
                </a:lnTo>
                <a:lnTo>
                  <a:pt x="68013" y="66690"/>
                </a:lnTo>
                <a:lnTo>
                  <a:pt x="68454" y="66832"/>
                </a:lnTo>
                <a:lnTo>
                  <a:pt x="68901" y="66966"/>
                </a:lnTo>
                <a:lnTo>
                  <a:pt x="69353" y="67090"/>
                </a:lnTo>
                <a:lnTo>
                  <a:pt x="69811" y="67207"/>
                </a:lnTo>
                <a:lnTo>
                  <a:pt x="70275" y="67314"/>
                </a:lnTo>
                <a:lnTo>
                  <a:pt x="70744" y="67413"/>
                </a:lnTo>
                <a:lnTo>
                  <a:pt x="71220" y="67503"/>
                </a:lnTo>
                <a:lnTo>
                  <a:pt x="71701" y="67585"/>
                </a:lnTo>
                <a:lnTo>
                  <a:pt x="72187" y="67658"/>
                </a:lnTo>
                <a:lnTo>
                  <a:pt x="72680" y="67723"/>
                </a:lnTo>
                <a:lnTo>
                  <a:pt x="73178" y="67779"/>
                </a:lnTo>
                <a:lnTo>
                  <a:pt x="73682" y="67826"/>
                </a:lnTo>
                <a:lnTo>
                  <a:pt x="74192" y="67865"/>
                </a:lnTo>
                <a:lnTo>
                  <a:pt x="74707" y="67895"/>
                </a:lnTo>
                <a:lnTo>
                  <a:pt x="75228" y="67916"/>
                </a:lnTo>
                <a:lnTo>
                  <a:pt x="75755" y="67929"/>
                </a:lnTo>
                <a:lnTo>
                  <a:pt x="76287" y="67934"/>
                </a:lnTo>
                <a:lnTo>
                  <a:pt x="76957" y="67927"/>
                </a:lnTo>
                <a:lnTo>
                  <a:pt x="77617" y="67907"/>
                </a:lnTo>
                <a:lnTo>
                  <a:pt x="78269" y="67873"/>
                </a:lnTo>
                <a:close/>
                <a:moveTo>
                  <a:pt x="66194" y="35004"/>
                </a:moveTo>
                <a:lnTo>
                  <a:pt x="66207" y="34581"/>
                </a:lnTo>
                <a:lnTo>
                  <a:pt x="66229" y="34165"/>
                </a:lnTo>
                <a:lnTo>
                  <a:pt x="66260" y="33758"/>
                </a:lnTo>
                <a:lnTo>
                  <a:pt x="66301" y="33359"/>
                </a:lnTo>
                <a:lnTo>
                  <a:pt x="66350" y="32969"/>
                </a:lnTo>
                <a:lnTo>
                  <a:pt x="66408" y="32587"/>
                </a:lnTo>
                <a:lnTo>
                  <a:pt x="66475" y="32213"/>
                </a:lnTo>
                <a:lnTo>
                  <a:pt x="66551" y="31847"/>
                </a:lnTo>
                <a:lnTo>
                  <a:pt x="66635" y="31490"/>
                </a:lnTo>
                <a:lnTo>
                  <a:pt x="66729" y="31141"/>
                </a:lnTo>
                <a:lnTo>
                  <a:pt x="66832" y="30800"/>
                </a:lnTo>
                <a:lnTo>
                  <a:pt x="66943" y="30467"/>
                </a:lnTo>
                <a:lnTo>
                  <a:pt x="67064" y="30143"/>
                </a:lnTo>
                <a:lnTo>
                  <a:pt x="67193" y="29827"/>
                </a:lnTo>
                <a:lnTo>
                  <a:pt x="67331" y="29520"/>
                </a:lnTo>
                <a:lnTo>
                  <a:pt x="67479" y="29221"/>
                </a:lnTo>
                <a:lnTo>
                  <a:pt x="67635" y="28930"/>
                </a:lnTo>
                <a:lnTo>
                  <a:pt x="67800" y="28647"/>
                </a:lnTo>
                <a:lnTo>
                  <a:pt x="67974" y="28373"/>
                </a:lnTo>
                <a:lnTo>
                  <a:pt x="68157" y="28106"/>
                </a:lnTo>
                <a:lnTo>
                  <a:pt x="68349" y="27849"/>
                </a:lnTo>
                <a:lnTo>
                  <a:pt x="68550" y="27599"/>
                </a:lnTo>
                <a:lnTo>
                  <a:pt x="68760" y="27358"/>
                </a:lnTo>
                <a:lnTo>
                  <a:pt x="68978" y="27126"/>
                </a:lnTo>
                <a:lnTo>
                  <a:pt x="69205" y="26903"/>
                </a:lnTo>
                <a:lnTo>
                  <a:pt x="69439" y="26691"/>
                </a:lnTo>
                <a:lnTo>
                  <a:pt x="69683" y="26488"/>
                </a:lnTo>
                <a:lnTo>
                  <a:pt x="69934" y="26295"/>
                </a:lnTo>
                <a:lnTo>
                  <a:pt x="70194" y="26112"/>
                </a:lnTo>
                <a:lnTo>
                  <a:pt x="70462" y="25940"/>
                </a:lnTo>
                <a:lnTo>
                  <a:pt x="70738" y="25776"/>
                </a:lnTo>
                <a:lnTo>
                  <a:pt x="71023" y="25623"/>
                </a:lnTo>
                <a:lnTo>
                  <a:pt x="71316" y="25480"/>
                </a:lnTo>
                <a:lnTo>
                  <a:pt x="71617" y="25347"/>
                </a:lnTo>
                <a:lnTo>
                  <a:pt x="71927" y="25223"/>
                </a:lnTo>
                <a:lnTo>
                  <a:pt x="72245" y="25109"/>
                </a:lnTo>
                <a:lnTo>
                  <a:pt x="72571" y="25006"/>
                </a:lnTo>
                <a:lnTo>
                  <a:pt x="72905" y="24912"/>
                </a:lnTo>
                <a:lnTo>
                  <a:pt x="73248" y="24828"/>
                </a:lnTo>
                <a:lnTo>
                  <a:pt x="73599" y="24754"/>
                </a:lnTo>
                <a:lnTo>
                  <a:pt x="73958" y="24689"/>
                </a:lnTo>
                <a:lnTo>
                  <a:pt x="74325" y="24635"/>
                </a:lnTo>
                <a:lnTo>
                  <a:pt x="74701" y="24590"/>
                </a:lnTo>
                <a:lnTo>
                  <a:pt x="75085" y="24556"/>
                </a:lnTo>
                <a:lnTo>
                  <a:pt x="75478" y="24531"/>
                </a:lnTo>
                <a:lnTo>
                  <a:pt x="75879" y="24516"/>
                </a:lnTo>
                <a:lnTo>
                  <a:pt x="76287" y="24511"/>
                </a:lnTo>
                <a:lnTo>
                  <a:pt x="76696" y="24516"/>
                </a:lnTo>
                <a:lnTo>
                  <a:pt x="77097" y="24531"/>
                </a:lnTo>
                <a:lnTo>
                  <a:pt x="77488" y="24555"/>
                </a:lnTo>
                <a:lnTo>
                  <a:pt x="77871" y="24589"/>
                </a:lnTo>
                <a:lnTo>
                  <a:pt x="78245" y="24633"/>
                </a:lnTo>
                <a:lnTo>
                  <a:pt x="78611" y="24686"/>
                </a:lnTo>
                <a:lnTo>
                  <a:pt x="78968" y="24750"/>
                </a:lnTo>
                <a:lnTo>
                  <a:pt x="79317" y="24823"/>
                </a:lnTo>
                <a:lnTo>
                  <a:pt x="79657" y="24905"/>
                </a:lnTo>
                <a:lnTo>
                  <a:pt x="79988" y="24998"/>
                </a:lnTo>
                <a:lnTo>
                  <a:pt x="80311" y="25100"/>
                </a:lnTo>
                <a:lnTo>
                  <a:pt x="80625" y="25211"/>
                </a:lnTo>
                <a:lnTo>
                  <a:pt x="80931" y="25333"/>
                </a:lnTo>
                <a:lnTo>
                  <a:pt x="81228" y="25464"/>
                </a:lnTo>
                <a:lnTo>
                  <a:pt x="81516" y="25605"/>
                </a:lnTo>
                <a:lnTo>
                  <a:pt x="81795" y="25756"/>
                </a:lnTo>
                <a:lnTo>
                  <a:pt x="82067" y="25916"/>
                </a:lnTo>
                <a:lnTo>
                  <a:pt x="82329" y="26086"/>
                </a:lnTo>
                <a:lnTo>
                  <a:pt x="82583" y="26266"/>
                </a:lnTo>
                <a:lnTo>
                  <a:pt x="82828" y="26456"/>
                </a:lnTo>
                <a:lnTo>
                  <a:pt x="83065" y="26655"/>
                </a:lnTo>
                <a:lnTo>
                  <a:pt x="83293" y="26864"/>
                </a:lnTo>
                <a:lnTo>
                  <a:pt x="83512" y="27083"/>
                </a:lnTo>
                <a:lnTo>
                  <a:pt x="83723" y="27312"/>
                </a:lnTo>
                <a:lnTo>
                  <a:pt x="83925" y="27549"/>
                </a:lnTo>
                <a:lnTo>
                  <a:pt x="84119" y="27795"/>
                </a:lnTo>
                <a:lnTo>
                  <a:pt x="84304" y="28050"/>
                </a:lnTo>
                <a:lnTo>
                  <a:pt x="84481" y="28313"/>
                </a:lnTo>
                <a:lnTo>
                  <a:pt x="84648" y="28584"/>
                </a:lnTo>
                <a:lnTo>
                  <a:pt x="84808" y="28864"/>
                </a:lnTo>
                <a:lnTo>
                  <a:pt x="84958" y="29152"/>
                </a:lnTo>
                <a:lnTo>
                  <a:pt x="85100" y="29449"/>
                </a:lnTo>
                <a:lnTo>
                  <a:pt x="85234" y="29754"/>
                </a:lnTo>
                <a:lnTo>
                  <a:pt x="85359" y="30067"/>
                </a:lnTo>
                <a:lnTo>
                  <a:pt x="85475" y="30389"/>
                </a:lnTo>
                <a:lnTo>
                  <a:pt x="85583" y="30720"/>
                </a:lnTo>
                <a:lnTo>
                  <a:pt x="85682" y="31059"/>
                </a:lnTo>
                <a:lnTo>
                  <a:pt x="85772" y="31406"/>
                </a:lnTo>
                <a:lnTo>
                  <a:pt x="85854" y="31762"/>
                </a:lnTo>
                <a:lnTo>
                  <a:pt x="85927" y="32126"/>
                </a:lnTo>
                <a:lnTo>
                  <a:pt x="85991" y="32499"/>
                </a:lnTo>
                <a:lnTo>
                  <a:pt x="86047" y="32880"/>
                </a:lnTo>
                <a:lnTo>
                  <a:pt x="86095" y="33269"/>
                </a:lnTo>
                <a:lnTo>
                  <a:pt x="86134" y="33667"/>
                </a:lnTo>
                <a:lnTo>
                  <a:pt x="86164" y="34074"/>
                </a:lnTo>
                <a:lnTo>
                  <a:pt x="86185" y="34489"/>
                </a:lnTo>
                <a:lnTo>
                  <a:pt x="86198" y="34912"/>
                </a:lnTo>
                <a:lnTo>
                  <a:pt x="86202" y="35344"/>
                </a:lnTo>
                <a:lnTo>
                  <a:pt x="86202" y="37188"/>
                </a:lnTo>
                <a:lnTo>
                  <a:pt x="66189" y="37364"/>
                </a:lnTo>
                <a:lnTo>
                  <a:pt x="66189" y="35436"/>
                </a:lnTo>
                <a:lnTo>
                  <a:pt x="66194" y="35004"/>
                </a:lnTo>
                <a:close/>
              </a:path>
            </a:pathLst>
          </a:custGeom>
          <a:solidFill xmlns:a="http://schemas.openxmlformats.org/drawingml/2006/main">
            <a:srgbClr val="D222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Text _call_">
            <a:extLst xmlns:a="http://schemas.openxmlformats.org/drawingml/2006/main">
              <a:ext uri="{FF2B5EF4-FFF2-40B4-BE49-F238E27FC236}">
                <a16:creationId xmlns:a16="http://schemas.microsoft.com/office/drawing/2014/main" id="{121A9CF5-709A-4FD9-BD06-E40E13EC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8502" y="1357486"/>
            <a:ext cx="429639" cy="79685"/>
          </a:xfrm>
          <a:custGeom xmlns:a="http://schemas.openxmlformats.org/drawingml/2006/main">
            <a:pathLst>
              <a:path w="429639" h="79685">
                <a:moveTo>
                  <a:pt x="266138" y="56642"/>
                </a:moveTo>
                <a:lnTo>
                  <a:pt x="250899" y="56642"/>
                </a:lnTo>
                <a:lnTo>
                  <a:pt x="250671" y="56639"/>
                </a:lnTo>
                <a:lnTo>
                  <a:pt x="250448" y="56631"/>
                </a:lnTo>
                <a:lnTo>
                  <a:pt x="250228" y="56617"/>
                </a:lnTo>
                <a:lnTo>
                  <a:pt x="250013" y="56597"/>
                </a:lnTo>
                <a:lnTo>
                  <a:pt x="249801" y="56572"/>
                </a:lnTo>
                <a:lnTo>
                  <a:pt x="249594" y="56541"/>
                </a:lnTo>
                <a:lnTo>
                  <a:pt x="249390" y="56505"/>
                </a:lnTo>
                <a:lnTo>
                  <a:pt x="249190" y="56463"/>
                </a:lnTo>
                <a:lnTo>
                  <a:pt x="248995" y="56416"/>
                </a:lnTo>
                <a:lnTo>
                  <a:pt x="248803" y="56363"/>
                </a:lnTo>
                <a:lnTo>
                  <a:pt x="248615" y="56305"/>
                </a:lnTo>
                <a:lnTo>
                  <a:pt x="248432" y="56240"/>
                </a:lnTo>
                <a:lnTo>
                  <a:pt x="248252" y="56171"/>
                </a:lnTo>
                <a:lnTo>
                  <a:pt x="248076" y="56095"/>
                </a:lnTo>
                <a:lnTo>
                  <a:pt x="247905" y="56015"/>
                </a:lnTo>
                <a:lnTo>
                  <a:pt x="247737" y="55928"/>
                </a:lnTo>
                <a:lnTo>
                  <a:pt x="247573" y="55836"/>
                </a:lnTo>
                <a:lnTo>
                  <a:pt x="247413" y="55739"/>
                </a:lnTo>
                <a:lnTo>
                  <a:pt x="247257" y="55636"/>
                </a:lnTo>
                <a:lnTo>
                  <a:pt x="247106" y="55527"/>
                </a:lnTo>
                <a:lnTo>
                  <a:pt x="246958" y="55413"/>
                </a:lnTo>
                <a:lnTo>
                  <a:pt x="246814" y="55293"/>
                </a:lnTo>
                <a:lnTo>
                  <a:pt x="246674" y="55167"/>
                </a:lnTo>
                <a:lnTo>
                  <a:pt x="246538" y="55036"/>
                </a:lnTo>
                <a:lnTo>
                  <a:pt x="246407" y="54901"/>
                </a:lnTo>
                <a:lnTo>
                  <a:pt x="246282" y="54761"/>
                </a:lnTo>
                <a:lnTo>
                  <a:pt x="246162" y="54617"/>
                </a:lnTo>
                <a:lnTo>
                  <a:pt x="246047" y="54469"/>
                </a:lnTo>
                <a:lnTo>
                  <a:pt x="245938" y="54317"/>
                </a:lnTo>
                <a:lnTo>
                  <a:pt x="245835" y="54161"/>
                </a:lnTo>
                <a:lnTo>
                  <a:pt x="245738" y="54002"/>
                </a:lnTo>
                <a:lnTo>
                  <a:pt x="245646" y="53838"/>
                </a:lnTo>
                <a:lnTo>
                  <a:pt x="245559" y="53670"/>
                </a:lnTo>
                <a:lnTo>
                  <a:pt x="245478" y="53498"/>
                </a:lnTo>
                <a:lnTo>
                  <a:pt x="245403" y="53323"/>
                </a:lnTo>
                <a:lnTo>
                  <a:pt x="245333" y="53143"/>
                </a:lnTo>
                <a:lnTo>
                  <a:pt x="245269" y="52959"/>
                </a:lnTo>
                <a:lnTo>
                  <a:pt x="245210" y="52772"/>
                </a:lnTo>
                <a:lnTo>
                  <a:pt x="245157" y="52580"/>
                </a:lnTo>
                <a:lnTo>
                  <a:pt x="245110" y="52384"/>
                </a:lnTo>
                <a:lnTo>
                  <a:pt x="245068" y="52185"/>
                </a:lnTo>
                <a:lnTo>
                  <a:pt x="245032" y="51981"/>
                </a:lnTo>
                <a:lnTo>
                  <a:pt x="245001" y="51773"/>
                </a:lnTo>
                <a:lnTo>
                  <a:pt x="244976" y="51562"/>
                </a:lnTo>
                <a:lnTo>
                  <a:pt x="244957" y="51346"/>
                </a:lnTo>
                <a:lnTo>
                  <a:pt x="244943" y="51127"/>
                </a:lnTo>
                <a:lnTo>
                  <a:pt x="244934" y="50903"/>
                </a:lnTo>
                <a:lnTo>
                  <a:pt x="244931" y="50676"/>
                </a:lnTo>
                <a:lnTo>
                  <a:pt x="244931" y="0"/>
                </a:lnTo>
                <a:lnTo>
                  <a:pt x="217298" y="0"/>
                </a:lnTo>
                <a:lnTo>
                  <a:pt x="217298" y="10373"/>
                </a:lnTo>
                <a:lnTo>
                  <a:pt x="233456" y="10373"/>
                </a:lnTo>
                <a:lnTo>
                  <a:pt x="233456" y="50676"/>
                </a:lnTo>
                <a:lnTo>
                  <a:pt x="233460" y="51079"/>
                </a:lnTo>
                <a:lnTo>
                  <a:pt x="233471" y="51479"/>
                </a:lnTo>
                <a:lnTo>
                  <a:pt x="233489" y="51874"/>
                </a:lnTo>
                <a:lnTo>
                  <a:pt x="233515" y="52265"/>
                </a:lnTo>
                <a:lnTo>
                  <a:pt x="233548" y="52653"/>
                </a:lnTo>
                <a:lnTo>
                  <a:pt x="233588" y="53036"/>
                </a:lnTo>
                <a:lnTo>
                  <a:pt x="233636" y="53416"/>
                </a:lnTo>
                <a:lnTo>
                  <a:pt x="233691" y="53792"/>
                </a:lnTo>
                <a:lnTo>
                  <a:pt x="233753" y="54163"/>
                </a:lnTo>
                <a:lnTo>
                  <a:pt x="233822" y="54531"/>
                </a:lnTo>
                <a:lnTo>
                  <a:pt x="233899" y="54894"/>
                </a:lnTo>
                <a:lnTo>
                  <a:pt x="233984" y="55254"/>
                </a:lnTo>
                <a:lnTo>
                  <a:pt x="234075" y="55610"/>
                </a:lnTo>
                <a:lnTo>
                  <a:pt x="234174" y="55961"/>
                </a:lnTo>
                <a:lnTo>
                  <a:pt x="234281" y="56309"/>
                </a:lnTo>
                <a:lnTo>
                  <a:pt x="234394" y="56652"/>
                </a:lnTo>
                <a:lnTo>
                  <a:pt x="234515" y="56992"/>
                </a:lnTo>
                <a:lnTo>
                  <a:pt x="234643" y="57328"/>
                </a:lnTo>
                <a:lnTo>
                  <a:pt x="234779" y="57660"/>
                </a:lnTo>
                <a:lnTo>
                  <a:pt x="234922" y="57987"/>
                </a:lnTo>
                <a:lnTo>
                  <a:pt x="235072" y="58311"/>
                </a:lnTo>
                <a:lnTo>
                  <a:pt x="235230" y="58631"/>
                </a:lnTo>
                <a:lnTo>
                  <a:pt x="235395" y="58947"/>
                </a:lnTo>
                <a:lnTo>
                  <a:pt x="235567" y="59258"/>
                </a:lnTo>
                <a:lnTo>
                  <a:pt x="235746" y="59565"/>
                </a:lnTo>
                <a:lnTo>
                  <a:pt x="235930" y="59866"/>
                </a:lnTo>
                <a:lnTo>
                  <a:pt x="236120" y="60161"/>
                </a:lnTo>
                <a:lnTo>
                  <a:pt x="236315" y="60451"/>
                </a:lnTo>
                <a:lnTo>
                  <a:pt x="236516" y="60734"/>
                </a:lnTo>
                <a:lnTo>
                  <a:pt x="236723" y="61011"/>
                </a:lnTo>
                <a:lnTo>
                  <a:pt x="236935" y="61283"/>
                </a:lnTo>
                <a:lnTo>
                  <a:pt x="237153" y="61548"/>
                </a:lnTo>
                <a:lnTo>
                  <a:pt x="237376" y="61808"/>
                </a:lnTo>
                <a:lnTo>
                  <a:pt x="237605" y="62062"/>
                </a:lnTo>
                <a:lnTo>
                  <a:pt x="237840" y="62310"/>
                </a:lnTo>
                <a:lnTo>
                  <a:pt x="238080" y="62552"/>
                </a:lnTo>
                <a:lnTo>
                  <a:pt x="238325" y="62788"/>
                </a:lnTo>
                <a:lnTo>
                  <a:pt x="238577" y="63018"/>
                </a:lnTo>
                <a:lnTo>
                  <a:pt x="238833" y="63242"/>
                </a:lnTo>
                <a:lnTo>
                  <a:pt x="239096" y="63461"/>
                </a:lnTo>
                <a:lnTo>
                  <a:pt x="239364" y="63673"/>
                </a:lnTo>
                <a:lnTo>
                  <a:pt x="239637" y="63880"/>
                </a:lnTo>
                <a:lnTo>
                  <a:pt x="239916" y="64081"/>
                </a:lnTo>
                <a:lnTo>
                  <a:pt x="240201" y="64276"/>
                </a:lnTo>
                <a:lnTo>
                  <a:pt x="240491" y="64465"/>
                </a:lnTo>
                <a:lnTo>
                  <a:pt x="240787" y="64648"/>
                </a:lnTo>
                <a:lnTo>
                  <a:pt x="241089" y="64825"/>
                </a:lnTo>
                <a:lnTo>
                  <a:pt x="241396" y="64996"/>
                </a:lnTo>
                <a:lnTo>
                  <a:pt x="241708" y="65161"/>
                </a:lnTo>
                <a:lnTo>
                  <a:pt x="242024" y="65319"/>
                </a:lnTo>
                <a:lnTo>
                  <a:pt x="242345" y="65470"/>
                </a:lnTo>
                <a:lnTo>
                  <a:pt x="242670" y="65613"/>
                </a:lnTo>
                <a:lnTo>
                  <a:pt x="242999" y="65750"/>
                </a:lnTo>
                <a:lnTo>
                  <a:pt x="243333" y="65880"/>
                </a:lnTo>
                <a:lnTo>
                  <a:pt x="243671" y="66003"/>
                </a:lnTo>
                <a:lnTo>
                  <a:pt x="244013" y="66118"/>
                </a:lnTo>
                <a:lnTo>
                  <a:pt x="244359" y="66227"/>
                </a:lnTo>
                <a:lnTo>
                  <a:pt x="244710" y="66329"/>
                </a:lnTo>
                <a:lnTo>
                  <a:pt x="245065" y="66423"/>
                </a:lnTo>
                <a:lnTo>
                  <a:pt x="245425" y="66511"/>
                </a:lnTo>
                <a:lnTo>
                  <a:pt x="245788" y="66592"/>
                </a:lnTo>
                <a:lnTo>
                  <a:pt x="246156" y="66665"/>
                </a:lnTo>
                <a:lnTo>
                  <a:pt x="246528" y="66732"/>
                </a:lnTo>
                <a:lnTo>
                  <a:pt x="246905" y="66792"/>
                </a:lnTo>
                <a:lnTo>
                  <a:pt x="247286" y="66844"/>
                </a:lnTo>
                <a:lnTo>
                  <a:pt x="247671" y="66890"/>
                </a:lnTo>
                <a:lnTo>
                  <a:pt x="248061" y="66928"/>
                </a:lnTo>
                <a:lnTo>
                  <a:pt x="248454" y="66960"/>
                </a:lnTo>
                <a:lnTo>
                  <a:pt x="248852" y="66985"/>
                </a:lnTo>
                <a:lnTo>
                  <a:pt x="249255" y="67002"/>
                </a:lnTo>
                <a:lnTo>
                  <a:pt x="249661" y="67013"/>
                </a:lnTo>
                <a:lnTo>
                  <a:pt x="250072" y="67016"/>
                </a:lnTo>
                <a:lnTo>
                  <a:pt x="266138" y="67016"/>
                </a:lnTo>
                <a:lnTo>
                  <a:pt x="266138" y="56642"/>
                </a:lnTo>
                <a:close/>
                <a:moveTo>
                  <a:pt x="305981" y="56642"/>
                </a:moveTo>
                <a:lnTo>
                  <a:pt x="305754" y="56639"/>
                </a:lnTo>
                <a:lnTo>
                  <a:pt x="305530" y="56631"/>
                </a:lnTo>
                <a:lnTo>
                  <a:pt x="305311" y="56617"/>
                </a:lnTo>
                <a:lnTo>
                  <a:pt x="305095" y="56597"/>
                </a:lnTo>
                <a:lnTo>
                  <a:pt x="304883" y="56572"/>
                </a:lnTo>
                <a:lnTo>
                  <a:pt x="304676" y="56541"/>
                </a:lnTo>
                <a:lnTo>
                  <a:pt x="304472" y="56505"/>
                </a:lnTo>
                <a:lnTo>
                  <a:pt x="304273" y="56463"/>
                </a:lnTo>
                <a:lnTo>
                  <a:pt x="304077" y="56416"/>
                </a:lnTo>
                <a:lnTo>
                  <a:pt x="303885" y="56363"/>
                </a:lnTo>
                <a:lnTo>
                  <a:pt x="303698" y="56305"/>
                </a:lnTo>
                <a:lnTo>
                  <a:pt x="303514" y="56240"/>
                </a:lnTo>
                <a:lnTo>
                  <a:pt x="303334" y="56171"/>
                </a:lnTo>
                <a:lnTo>
                  <a:pt x="303159" y="56095"/>
                </a:lnTo>
                <a:lnTo>
                  <a:pt x="302987" y="56015"/>
                </a:lnTo>
                <a:lnTo>
                  <a:pt x="302819" y="55928"/>
                </a:lnTo>
                <a:lnTo>
                  <a:pt x="302655" y="55836"/>
                </a:lnTo>
                <a:lnTo>
                  <a:pt x="302496" y="55739"/>
                </a:lnTo>
                <a:lnTo>
                  <a:pt x="302340" y="55636"/>
                </a:lnTo>
                <a:lnTo>
                  <a:pt x="302188" y="55527"/>
                </a:lnTo>
                <a:lnTo>
                  <a:pt x="302040" y="55413"/>
                </a:lnTo>
                <a:lnTo>
                  <a:pt x="301896" y="55293"/>
                </a:lnTo>
                <a:lnTo>
                  <a:pt x="301756" y="55167"/>
                </a:lnTo>
                <a:lnTo>
                  <a:pt x="301620" y="55036"/>
                </a:lnTo>
                <a:lnTo>
                  <a:pt x="301489" y="54901"/>
                </a:lnTo>
                <a:lnTo>
                  <a:pt x="301364" y="54761"/>
                </a:lnTo>
                <a:lnTo>
                  <a:pt x="301244" y="54617"/>
                </a:lnTo>
                <a:lnTo>
                  <a:pt x="301130" y="54469"/>
                </a:lnTo>
                <a:lnTo>
                  <a:pt x="301021" y="54317"/>
                </a:lnTo>
                <a:lnTo>
                  <a:pt x="300918" y="54161"/>
                </a:lnTo>
                <a:lnTo>
                  <a:pt x="300820" y="54002"/>
                </a:lnTo>
                <a:lnTo>
                  <a:pt x="300728" y="53838"/>
                </a:lnTo>
                <a:lnTo>
                  <a:pt x="300641" y="53670"/>
                </a:lnTo>
                <a:lnTo>
                  <a:pt x="300560" y="53498"/>
                </a:lnTo>
                <a:lnTo>
                  <a:pt x="300485" y="53323"/>
                </a:lnTo>
                <a:lnTo>
                  <a:pt x="300415" y="53143"/>
                </a:lnTo>
                <a:lnTo>
                  <a:pt x="300351" y="52959"/>
                </a:lnTo>
                <a:lnTo>
                  <a:pt x="300293" y="52772"/>
                </a:lnTo>
                <a:lnTo>
                  <a:pt x="300240" y="52580"/>
                </a:lnTo>
                <a:lnTo>
                  <a:pt x="300192" y="52384"/>
                </a:lnTo>
                <a:lnTo>
                  <a:pt x="300150" y="52185"/>
                </a:lnTo>
                <a:lnTo>
                  <a:pt x="300114" y="51981"/>
                </a:lnTo>
                <a:lnTo>
                  <a:pt x="300083" y="51773"/>
                </a:lnTo>
                <a:lnTo>
                  <a:pt x="300058" y="51562"/>
                </a:lnTo>
                <a:lnTo>
                  <a:pt x="300039" y="51346"/>
                </a:lnTo>
                <a:lnTo>
                  <a:pt x="300025" y="51127"/>
                </a:lnTo>
                <a:lnTo>
                  <a:pt x="300017" y="50903"/>
                </a:lnTo>
                <a:lnTo>
                  <a:pt x="300014" y="50676"/>
                </a:lnTo>
                <a:lnTo>
                  <a:pt x="300014" y="0"/>
                </a:lnTo>
                <a:lnTo>
                  <a:pt x="272380" y="0"/>
                </a:lnTo>
                <a:lnTo>
                  <a:pt x="272380" y="10373"/>
                </a:lnTo>
                <a:lnTo>
                  <a:pt x="288538" y="10373"/>
                </a:lnTo>
                <a:lnTo>
                  <a:pt x="288538" y="50676"/>
                </a:lnTo>
                <a:lnTo>
                  <a:pt x="288542" y="51079"/>
                </a:lnTo>
                <a:lnTo>
                  <a:pt x="288553" y="51479"/>
                </a:lnTo>
                <a:lnTo>
                  <a:pt x="288571" y="51874"/>
                </a:lnTo>
                <a:lnTo>
                  <a:pt x="288597" y="52265"/>
                </a:lnTo>
                <a:lnTo>
                  <a:pt x="288630" y="52653"/>
                </a:lnTo>
                <a:lnTo>
                  <a:pt x="288670" y="53036"/>
                </a:lnTo>
                <a:lnTo>
                  <a:pt x="288718" y="53416"/>
                </a:lnTo>
                <a:lnTo>
                  <a:pt x="288773" y="53792"/>
                </a:lnTo>
                <a:lnTo>
                  <a:pt x="288835" y="54163"/>
                </a:lnTo>
                <a:lnTo>
                  <a:pt x="288905" y="54531"/>
                </a:lnTo>
                <a:lnTo>
                  <a:pt x="288982" y="54894"/>
                </a:lnTo>
                <a:lnTo>
                  <a:pt x="289066" y="55254"/>
                </a:lnTo>
                <a:lnTo>
                  <a:pt x="289158" y="55610"/>
                </a:lnTo>
                <a:lnTo>
                  <a:pt x="289257" y="55961"/>
                </a:lnTo>
                <a:lnTo>
                  <a:pt x="289363" y="56309"/>
                </a:lnTo>
                <a:lnTo>
                  <a:pt x="289477" y="56652"/>
                </a:lnTo>
                <a:lnTo>
                  <a:pt x="289597" y="56992"/>
                </a:lnTo>
                <a:lnTo>
                  <a:pt x="289726" y="57328"/>
                </a:lnTo>
                <a:lnTo>
                  <a:pt x="289861" y="57660"/>
                </a:lnTo>
                <a:lnTo>
                  <a:pt x="290004" y="57987"/>
                </a:lnTo>
                <a:lnTo>
                  <a:pt x="290155" y="58311"/>
                </a:lnTo>
                <a:lnTo>
                  <a:pt x="290312" y="58631"/>
                </a:lnTo>
                <a:lnTo>
                  <a:pt x="290477" y="58947"/>
                </a:lnTo>
                <a:lnTo>
                  <a:pt x="290649" y="59258"/>
                </a:lnTo>
                <a:lnTo>
                  <a:pt x="290828" y="59565"/>
                </a:lnTo>
                <a:lnTo>
                  <a:pt x="291012" y="59866"/>
                </a:lnTo>
                <a:lnTo>
                  <a:pt x="291202" y="60161"/>
                </a:lnTo>
                <a:lnTo>
                  <a:pt x="291398" y="60451"/>
                </a:lnTo>
                <a:lnTo>
                  <a:pt x="291599" y="60734"/>
                </a:lnTo>
                <a:lnTo>
                  <a:pt x="291805" y="61011"/>
                </a:lnTo>
                <a:lnTo>
                  <a:pt x="292017" y="61283"/>
                </a:lnTo>
                <a:lnTo>
                  <a:pt x="292235" y="61548"/>
                </a:lnTo>
                <a:lnTo>
                  <a:pt x="292459" y="61808"/>
                </a:lnTo>
                <a:lnTo>
                  <a:pt x="292687" y="62062"/>
                </a:lnTo>
                <a:lnTo>
                  <a:pt x="292922" y="62310"/>
                </a:lnTo>
                <a:lnTo>
                  <a:pt x="293162" y="62552"/>
                </a:lnTo>
                <a:lnTo>
                  <a:pt x="293408" y="62788"/>
                </a:lnTo>
                <a:lnTo>
                  <a:pt x="293659" y="63018"/>
                </a:lnTo>
                <a:lnTo>
                  <a:pt x="293916" y="63242"/>
                </a:lnTo>
                <a:lnTo>
                  <a:pt x="294178" y="63461"/>
                </a:lnTo>
                <a:lnTo>
                  <a:pt x="294446" y="63673"/>
                </a:lnTo>
                <a:lnTo>
                  <a:pt x="294720" y="63880"/>
                </a:lnTo>
                <a:lnTo>
                  <a:pt x="294999" y="64081"/>
                </a:lnTo>
                <a:lnTo>
                  <a:pt x="295283" y="64276"/>
                </a:lnTo>
                <a:lnTo>
                  <a:pt x="295574" y="64465"/>
                </a:lnTo>
                <a:lnTo>
                  <a:pt x="295870" y="64648"/>
                </a:lnTo>
                <a:lnTo>
                  <a:pt x="296171" y="64825"/>
                </a:lnTo>
                <a:lnTo>
                  <a:pt x="296478" y="64996"/>
                </a:lnTo>
                <a:lnTo>
                  <a:pt x="296790" y="65161"/>
                </a:lnTo>
                <a:lnTo>
                  <a:pt x="297107" y="65319"/>
                </a:lnTo>
                <a:lnTo>
                  <a:pt x="297427" y="65470"/>
                </a:lnTo>
                <a:lnTo>
                  <a:pt x="297752" y="65613"/>
                </a:lnTo>
                <a:lnTo>
                  <a:pt x="298081" y="65750"/>
                </a:lnTo>
                <a:lnTo>
                  <a:pt x="298415" y="65880"/>
                </a:lnTo>
                <a:lnTo>
                  <a:pt x="298753" y="66003"/>
                </a:lnTo>
                <a:lnTo>
                  <a:pt x="299095" y="66118"/>
                </a:lnTo>
                <a:lnTo>
                  <a:pt x="299442" y="66227"/>
                </a:lnTo>
                <a:lnTo>
                  <a:pt x="299792" y="66329"/>
                </a:lnTo>
                <a:lnTo>
                  <a:pt x="300147" y="66423"/>
                </a:lnTo>
                <a:lnTo>
                  <a:pt x="300507" y="66511"/>
                </a:lnTo>
                <a:lnTo>
                  <a:pt x="300871" y="66592"/>
                </a:lnTo>
                <a:lnTo>
                  <a:pt x="301238" y="66665"/>
                </a:lnTo>
                <a:lnTo>
                  <a:pt x="301611" y="66732"/>
                </a:lnTo>
                <a:lnTo>
                  <a:pt x="301987" y="66792"/>
                </a:lnTo>
                <a:lnTo>
                  <a:pt x="302368" y="66844"/>
                </a:lnTo>
                <a:lnTo>
                  <a:pt x="302753" y="66890"/>
                </a:lnTo>
                <a:lnTo>
                  <a:pt x="303143" y="66928"/>
                </a:lnTo>
                <a:lnTo>
                  <a:pt x="303537" y="66960"/>
                </a:lnTo>
                <a:lnTo>
                  <a:pt x="303935" y="66985"/>
                </a:lnTo>
                <a:lnTo>
                  <a:pt x="304337" y="67002"/>
                </a:lnTo>
                <a:lnTo>
                  <a:pt x="304744" y="67013"/>
                </a:lnTo>
                <a:lnTo>
                  <a:pt x="305155" y="67016"/>
                </a:lnTo>
                <a:lnTo>
                  <a:pt x="321221" y="67016"/>
                </a:lnTo>
                <a:lnTo>
                  <a:pt x="321221" y="56642"/>
                </a:lnTo>
                <a:lnTo>
                  <a:pt x="305981" y="56642"/>
                </a:lnTo>
                <a:close/>
                <a:moveTo>
                  <a:pt x="134798" y="67857"/>
                </a:moveTo>
                <a:lnTo>
                  <a:pt x="135547" y="67797"/>
                </a:lnTo>
                <a:lnTo>
                  <a:pt x="136283" y="67721"/>
                </a:lnTo>
                <a:lnTo>
                  <a:pt x="137005" y="67627"/>
                </a:lnTo>
                <a:lnTo>
                  <a:pt x="137713" y="67516"/>
                </a:lnTo>
                <a:lnTo>
                  <a:pt x="138409" y="67388"/>
                </a:lnTo>
                <a:lnTo>
                  <a:pt x="139090" y="67243"/>
                </a:lnTo>
                <a:lnTo>
                  <a:pt x="139759" y="67081"/>
                </a:lnTo>
                <a:lnTo>
                  <a:pt x="140414" y="66902"/>
                </a:lnTo>
                <a:lnTo>
                  <a:pt x="141056" y="66706"/>
                </a:lnTo>
                <a:lnTo>
                  <a:pt x="141684" y="66493"/>
                </a:lnTo>
                <a:lnTo>
                  <a:pt x="142299" y="66262"/>
                </a:lnTo>
                <a:lnTo>
                  <a:pt x="142900" y="66015"/>
                </a:lnTo>
                <a:lnTo>
                  <a:pt x="143488" y="65751"/>
                </a:lnTo>
                <a:lnTo>
                  <a:pt x="144063" y="65470"/>
                </a:lnTo>
                <a:lnTo>
                  <a:pt x="144624" y="65171"/>
                </a:lnTo>
                <a:lnTo>
                  <a:pt x="145172" y="64856"/>
                </a:lnTo>
                <a:lnTo>
                  <a:pt x="145707" y="64523"/>
                </a:lnTo>
                <a:lnTo>
                  <a:pt x="146228" y="64174"/>
                </a:lnTo>
                <a:lnTo>
                  <a:pt x="146736" y="63807"/>
                </a:lnTo>
                <a:lnTo>
                  <a:pt x="147230" y="63423"/>
                </a:lnTo>
                <a:lnTo>
                  <a:pt x="147711" y="63022"/>
                </a:lnTo>
                <a:lnTo>
                  <a:pt x="148176" y="62607"/>
                </a:lnTo>
                <a:lnTo>
                  <a:pt x="148622" y="62179"/>
                </a:lnTo>
                <a:lnTo>
                  <a:pt x="149050" y="61739"/>
                </a:lnTo>
                <a:lnTo>
                  <a:pt x="149458" y="61287"/>
                </a:lnTo>
                <a:lnTo>
                  <a:pt x="149848" y="60823"/>
                </a:lnTo>
                <a:lnTo>
                  <a:pt x="150219" y="60346"/>
                </a:lnTo>
                <a:lnTo>
                  <a:pt x="150571" y="59857"/>
                </a:lnTo>
                <a:lnTo>
                  <a:pt x="150904" y="59356"/>
                </a:lnTo>
                <a:lnTo>
                  <a:pt x="151219" y="58842"/>
                </a:lnTo>
                <a:lnTo>
                  <a:pt x="151515" y="58316"/>
                </a:lnTo>
                <a:lnTo>
                  <a:pt x="151791" y="57778"/>
                </a:lnTo>
                <a:lnTo>
                  <a:pt x="152049" y="57228"/>
                </a:lnTo>
                <a:lnTo>
                  <a:pt x="152289" y="56665"/>
                </a:lnTo>
                <a:lnTo>
                  <a:pt x="152509" y="56090"/>
                </a:lnTo>
                <a:lnTo>
                  <a:pt x="152711" y="55503"/>
                </a:lnTo>
                <a:lnTo>
                  <a:pt x="152894" y="54903"/>
                </a:lnTo>
                <a:lnTo>
                  <a:pt x="153058" y="54292"/>
                </a:lnTo>
                <a:lnTo>
                  <a:pt x="153203" y="53668"/>
                </a:lnTo>
                <a:lnTo>
                  <a:pt x="153329" y="53031"/>
                </a:lnTo>
                <a:lnTo>
                  <a:pt x="153437" y="52383"/>
                </a:lnTo>
                <a:lnTo>
                  <a:pt x="153525" y="51722"/>
                </a:lnTo>
                <a:lnTo>
                  <a:pt x="153595" y="51049"/>
                </a:lnTo>
                <a:lnTo>
                  <a:pt x="153646" y="50363"/>
                </a:lnTo>
                <a:lnTo>
                  <a:pt x="153679" y="49666"/>
                </a:lnTo>
                <a:lnTo>
                  <a:pt x="142203" y="49666"/>
                </a:lnTo>
                <a:lnTo>
                  <a:pt x="142176" y="49992"/>
                </a:lnTo>
                <a:lnTo>
                  <a:pt x="142142" y="50311"/>
                </a:lnTo>
                <a:lnTo>
                  <a:pt x="142099" y="50625"/>
                </a:lnTo>
                <a:lnTo>
                  <a:pt x="142049" y="50932"/>
                </a:lnTo>
                <a:lnTo>
                  <a:pt x="141991" y="51233"/>
                </a:lnTo>
                <a:lnTo>
                  <a:pt x="141925" y="51528"/>
                </a:lnTo>
                <a:lnTo>
                  <a:pt x="141852" y="51816"/>
                </a:lnTo>
                <a:lnTo>
                  <a:pt x="141770" y="52098"/>
                </a:lnTo>
                <a:lnTo>
                  <a:pt x="141681" y="52375"/>
                </a:lnTo>
                <a:lnTo>
                  <a:pt x="141584" y="52644"/>
                </a:lnTo>
                <a:lnTo>
                  <a:pt x="141479" y="52908"/>
                </a:lnTo>
                <a:lnTo>
                  <a:pt x="141366" y="53166"/>
                </a:lnTo>
                <a:lnTo>
                  <a:pt x="141245" y="53417"/>
                </a:lnTo>
                <a:lnTo>
                  <a:pt x="141117" y="53662"/>
                </a:lnTo>
                <a:lnTo>
                  <a:pt x="140981" y="53901"/>
                </a:lnTo>
                <a:lnTo>
                  <a:pt x="140837" y="54133"/>
                </a:lnTo>
                <a:lnTo>
                  <a:pt x="140685" y="54360"/>
                </a:lnTo>
                <a:lnTo>
                  <a:pt x="140525" y="54580"/>
                </a:lnTo>
                <a:lnTo>
                  <a:pt x="140358" y="54794"/>
                </a:lnTo>
                <a:lnTo>
                  <a:pt x="140182" y="55002"/>
                </a:lnTo>
                <a:lnTo>
                  <a:pt x="139999" y="55203"/>
                </a:lnTo>
                <a:lnTo>
                  <a:pt x="139808" y="55398"/>
                </a:lnTo>
                <a:lnTo>
                  <a:pt x="139610" y="55588"/>
                </a:lnTo>
                <a:lnTo>
                  <a:pt x="139403" y="55770"/>
                </a:lnTo>
                <a:lnTo>
                  <a:pt x="139189" y="55946"/>
                </a:lnTo>
                <a:lnTo>
                  <a:pt x="138969" y="56115"/>
                </a:lnTo>
                <a:lnTo>
                  <a:pt x="138742" y="56276"/>
                </a:lnTo>
                <a:lnTo>
                  <a:pt x="138509" y="56430"/>
                </a:lnTo>
                <a:lnTo>
                  <a:pt x="138269" y="56576"/>
                </a:lnTo>
                <a:lnTo>
                  <a:pt x="138023" y="56714"/>
                </a:lnTo>
                <a:lnTo>
                  <a:pt x="137770" y="56845"/>
                </a:lnTo>
                <a:lnTo>
                  <a:pt x="137511" y="56969"/>
                </a:lnTo>
                <a:lnTo>
                  <a:pt x="137245" y="57085"/>
                </a:lnTo>
                <a:lnTo>
                  <a:pt x="136973" y="57194"/>
                </a:lnTo>
                <a:lnTo>
                  <a:pt x="136694" y="57295"/>
                </a:lnTo>
                <a:lnTo>
                  <a:pt x="136408" y="57388"/>
                </a:lnTo>
                <a:lnTo>
                  <a:pt x="136116" y="57475"/>
                </a:lnTo>
                <a:lnTo>
                  <a:pt x="135817" y="57553"/>
                </a:lnTo>
                <a:lnTo>
                  <a:pt x="135512" y="57624"/>
                </a:lnTo>
                <a:lnTo>
                  <a:pt x="135201" y="57688"/>
                </a:lnTo>
                <a:lnTo>
                  <a:pt x="134882" y="57744"/>
                </a:lnTo>
                <a:lnTo>
                  <a:pt x="134558" y="57793"/>
                </a:lnTo>
                <a:lnTo>
                  <a:pt x="134226" y="57834"/>
                </a:lnTo>
                <a:lnTo>
                  <a:pt x="133888" y="57868"/>
                </a:lnTo>
                <a:lnTo>
                  <a:pt x="133544" y="57894"/>
                </a:lnTo>
                <a:lnTo>
                  <a:pt x="133193" y="57913"/>
                </a:lnTo>
                <a:lnTo>
                  <a:pt x="132836" y="57924"/>
                </a:lnTo>
                <a:lnTo>
                  <a:pt x="132472" y="57928"/>
                </a:lnTo>
                <a:lnTo>
                  <a:pt x="132093" y="57923"/>
                </a:lnTo>
                <a:lnTo>
                  <a:pt x="131720" y="57910"/>
                </a:lnTo>
                <a:lnTo>
                  <a:pt x="131355" y="57888"/>
                </a:lnTo>
                <a:lnTo>
                  <a:pt x="130996" y="57856"/>
                </a:lnTo>
                <a:lnTo>
                  <a:pt x="130643" y="57816"/>
                </a:lnTo>
                <a:lnTo>
                  <a:pt x="130298" y="57767"/>
                </a:lnTo>
                <a:lnTo>
                  <a:pt x="129959" y="57709"/>
                </a:lnTo>
                <a:lnTo>
                  <a:pt x="129626" y="57642"/>
                </a:lnTo>
                <a:lnTo>
                  <a:pt x="129301" y="57566"/>
                </a:lnTo>
                <a:lnTo>
                  <a:pt x="128982" y="57481"/>
                </a:lnTo>
                <a:lnTo>
                  <a:pt x="128670" y="57388"/>
                </a:lnTo>
                <a:lnTo>
                  <a:pt x="128364" y="57285"/>
                </a:lnTo>
                <a:lnTo>
                  <a:pt x="128065" y="57173"/>
                </a:lnTo>
                <a:lnTo>
                  <a:pt x="127773" y="57053"/>
                </a:lnTo>
                <a:lnTo>
                  <a:pt x="127488" y="56924"/>
                </a:lnTo>
                <a:lnTo>
                  <a:pt x="127209" y="56785"/>
                </a:lnTo>
                <a:lnTo>
                  <a:pt x="126937" y="56638"/>
                </a:lnTo>
                <a:lnTo>
                  <a:pt x="126672" y="56482"/>
                </a:lnTo>
                <a:lnTo>
                  <a:pt x="126413" y="56317"/>
                </a:lnTo>
                <a:lnTo>
                  <a:pt x="126161" y="56143"/>
                </a:lnTo>
                <a:lnTo>
                  <a:pt x="125916" y="55960"/>
                </a:lnTo>
                <a:lnTo>
                  <a:pt x="125677" y="55768"/>
                </a:lnTo>
                <a:lnTo>
                  <a:pt x="125445" y="55567"/>
                </a:lnTo>
                <a:lnTo>
                  <a:pt x="125220" y="55357"/>
                </a:lnTo>
                <a:lnTo>
                  <a:pt x="125003" y="55139"/>
                </a:lnTo>
                <a:lnTo>
                  <a:pt x="124795" y="54914"/>
                </a:lnTo>
                <a:lnTo>
                  <a:pt x="124596" y="54682"/>
                </a:lnTo>
                <a:lnTo>
                  <a:pt x="124407" y="54442"/>
                </a:lnTo>
                <a:lnTo>
                  <a:pt x="124226" y="54195"/>
                </a:lnTo>
                <a:lnTo>
                  <a:pt x="124055" y="53940"/>
                </a:lnTo>
                <a:lnTo>
                  <a:pt x="123894" y="53678"/>
                </a:lnTo>
                <a:lnTo>
                  <a:pt x="123741" y="53409"/>
                </a:lnTo>
                <a:lnTo>
                  <a:pt x="123598" y="53132"/>
                </a:lnTo>
                <a:lnTo>
                  <a:pt x="123464" y="52849"/>
                </a:lnTo>
                <a:lnTo>
                  <a:pt x="123339" y="52557"/>
                </a:lnTo>
                <a:lnTo>
                  <a:pt x="123224" y="52259"/>
                </a:lnTo>
                <a:lnTo>
                  <a:pt x="123117" y="51953"/>
                </a:lnTo>
                <a:lnTo>
                  <a:pt x="123020" y="51640"/>
                </a:lnTo>
                <a:lnTo>
                  <a:pt x="122932" y="51319"/>
                </a:lnTo>
                <a:lnTo>
                  <a:pt x="122854" y="50992"/>
                </a:lnTo>
                <a:lnTo>
                  <a:pt x="122785" y="50657"/>
                </a:lnTo>
                <a:lnTo>
                  <a:pt x="122725" y="50314"/>
                </a:lnTo>
                <a:lnTo>
                  <a:pt x="122674" y="49964"/>
                </a:lnTo>
                <a:lnTo>
                  <a:pt x="122632" y="49607"/>
                </a:lnTo>
                <a:lnTo>
                  <a:pt x="122600" y="49243"/>
                </a:lnTo>
                <a:lnTo>
                  <a:pt x="122577" y="48871"/>
                </a:lnTo>
                <a:lnTo>
                  <a:pt x="122563" y="48492"/>
                </a:lnTo>
                <a:lnTo>
                  <a:pt x="122558" y="48105"/>
                </a:lnTo>
                <a:lnTo>
                  <a:pt x="122558" y="35344"/>
                </a:lnTo>
                <a:lnTo>
                  <a:pt x="122563" y="34957"/>
                </a:lnTo>
                <a:lnTo>
                  <a:pt x="122577" y="34579"/>
                </a:lnTo>
                <a:lnTo>
                  <a:pt x="122600" y="34207"/>
                </a:lnTo>
                <a:lnTo>
                  <a:pt x="122632" y="33843"/>
                </a:lnTo>
                <a:lnTo>
                  <a:pt x="122674" y="33487"/>
                </a:lnTo>
                <a:lnTo>
                  <a:pt x="122725" y="33138"/>
                </a:lnTo>
                <a:lnTo>
                  <a:pt x="122785" y="32796"/>
                </a:lnTo>
                <a:lnTo>
                  <a:pt x="122854" y="32463"/>
                </a:lnTo>
                <a:lnTo>
                  <a:pt x="122932" y="32136"/>
                </a:lnTo>
                <a:lnTo>
                  <a:pt x="123020" y="31817"/>
                </a:lnTo>
                <a:lnTo>
                  <a:pt x="123117" y="31506"/>
                </a:lnTo>
                <a:lnTo>
                  <a:pt x="123224" y="31202"/>
                </a:lnTo>
                <a:lnTo>
                  <a:pt x="123339" y="30905"/>
                </a:lnTo>
                <a:lnTo>
                  <a:pt x="123464" y="30616"/>
                </a:lnTo>
                <a:lnTo>
                  <a:pt x="123598" y="30335"/>
                </a:lnTo>
                <a:lnTo>
                  <a:pt x="123741" y="30061"/>
                </a:lnTo>
                <a:lnTo>
                  <a:pt x="123894" y="29794"/>
                </a:lnTo>
                <a:lnTo>
                  <a:pt x="124055" y="29535"/>
                </a:lnTo>
                <a:lnTo>
                  <a:pt x="124226" y="29283"/>
                </a:lnTo>
                <a:lnTo>
                  <a:pt x="124407" y="29039"/>
                </a:lnTo>
                <a:lnTo>
                  <a:pt x="124596" y="28803"/>
                </a:lnTo>
                <a:lnTo>
                  <a:pt x="124795" y="28574"/>
                </a:lnTo>
                <a:lnTo>
                  <a:pt x="125003" y="28352"/>
                </a:lnTo>
                <a:lnTo>
                  <a:pt x="125220" y="28138"/>
                </a:lnTo>
                <a:lnTo>
                  <a:pt x="125445" y="27932"/>
                </a:lnTo>
                <a:lnTo>
                  <a:pt x="125677" y="27735"/>
                </a:lnTo>
                <a:lnTo>
                  <a:pt x="125916" y="27546"/>
                </a:lnTo>
                <a:lnTo>
                  <a:pt x="126161" y="27366"/>
                </a:lnTo>
                <a:lnTo>
                  <a:pt x="126413" y="27195"/>
                </a:lnTo>
                <a:lnTo>
                  <a:pt x="126672" y="27033"/>
                </a:lnTo>
                <a:lnTo>
                  <a:pt x="126937" y="26880"/>
                </a:lnTo>
                <a:lnTo>
                  <a:pt x="127209" y="26735"/>
                </a:lnTo>
                <a:lnTo>
                  <a:pt x="127488" y="26599"/>
                </a:lnTo>
                <a:lnTo>
                  <a:pt x="127773" y="26472"/>
                </a:lnTo>
                <a:lnTo>
                  <a:pt x="128065" y="26353"/>
                </a:lnTo>
                <a:lnTo>
                  <a:pt x="128364" y="26244"/>
                </a:lnTo>
                <a:lnTo>
                  <a:pt x="128670" y="26143"/>
                </a:lnTo>
                <a:lnTo>
                  <a:pt x="128982" y="26051"/>
                </a:lnTo>
                <a:lnTo>
                  <a:pt x="129301" y="25968"/>
                </a:lnTo>
                <a:lnTo>
                  <a:pt x="129626" y="25893"/>
                </a:lnTo>
                <a:lnTo>
                  <a:pt x="129959" y="25827"/>
                </a:lnTo>
                <a:lnTo>
                  <a:pt x="130298" y="25770"/>
                </a:lnTo>
                <a:lnTo>
                  <a:pt x="130643" y="25722"/>
                </a:lnTo>
                <a:lnTo>
                  <a:pt x="130996" y="25683"/>
                </a:lnTo>
                <a:lnTo>
                  <a:pt x="131355" y="25652"/>
                </a:lnTo>
                <a:lnTo>
                  <a:pt x="131720" y="25630"/>
                </a:lnTo>
                <a:lnTo>
                  <a:pt x="132093" y="25617"/>
                </a:lnTo>
                <a:lnTo>
                  <a:pt x="132472" y="25612"/>
                </a:lnTo>
                <a:lnTo>
                  <a:pt x="132836" y="25616"/>
                </a:lnTo>
                <a:lnTo>
                  <a:pt x="133193" y="25627"/>
                </a:lnTo>
                <a:lnTo>
                  <a:pt x="133544" y="25646"/>
                </a:lnTo>
                <a:lnTo>
                  <a:pt x="133888" y="25672"/>
                </a:lnTo>
                <a:lnTo>
                  <a:pt x="134226" y="25706"/>
                </a:lnTo>
                <a:lnTo>
                  <a:pt x="134558" y="25747"/>
                </a:lnTo>
                <a:lnTo>
                  <a:pt x="134882" y="25796"/>
                </a:lnTo>
                <a:lnTo>
                  <a:pt x="135201" y="25852"/>
                </a:lnTo>
                <a:lnTo>
                  <a:pt x="135512" y="25916"/>
                </a:lnTo>
                <a:lnTo>
                  <a:pt x="135817" y="25987"/>
                </a:lnTo>
                <a:lnTo>
                  <a:pt x="136116" y="26066"/>
                </a:lnTo>
                <a:lnTo>
                  <a:pt x="136408" y="26152"/>
                </a:lnTo>
                <a:lnTo>
                  <a:pt x="136694" y="26245"/>
                </a:lnTo>
                <a:lnTo>
                  <a:pt x="136973" y="26346"/>
                </a:lnTo>
                <a:lnTo>
                  <a:pt x="137245" y="26455"/>
                </a:lnTo>
                <a:lnTo>
                  <a:pt x="137511" y="26571"/>
                </a:lnTo>
                <a:lnTo>
                  <a:pt x="137770" y="26695"/>
                </a:lnTo>
                <a:lnTo>
                  <a:pt x="138023" y="26826"/>
                </a:lnTo>
                <a:lnTo>
                  <a:pt x="138269" y="26964"/>
                </a:lnTo>
                <a:lnTo>
                  <a:pt x="138509" y="27110"/>
                </a:lnTo>
                <a:lnTo>
                  <a:pt x="138742" y="27264"/>
                </a:lnTo>
                <a:lnTo>
                  <a:pt x="138969" y="27425"/>
                </a:lnTo>
                <a:lnTo>
                  <a:pt x="139189" y="27594"/>
                </a:lnTo>
                <a:lnTo>
                  <a:pt x="139403" y="27770"/>
                </a:lnTo>
                <a:lnTo>
                  <a:pt x="139610" y="27953"/>
                </a:lnTo>
                <a:lnTo>
                  <a:pt x="139808" y="28142"/>
                </a:lnTo>
                <a:lnTo>
                  <a:pt x="139999" y="28337"/>
                </a:lnTo>
                <a:lnTo>
                  <a:pt x="140182" y="28539"/>
                </a:lnTo>
                <a:lnTo>
                  <a:pt x="140358" y="28746"/>
                </a:lnTo>
                <a:lnTo>
                  <a:pt x="140525" y="28960"/>
                </a:lnTo>
                <a:lnTo>
                  <a:pt x="140685" y="29180"/>
                </a:lnTo>
                <a:lnTo>
                  <a:pt x="140837" y="29407"/>
                </a:lnTo>
                <a:lnTo>
                  <a:pt x="140981" y="29640"/>
                </a:lnTo>
                <a:lnTo>
                  <a:pt x="141117" y="29878"/>
                </a:lnTo>
                <a:lnTo>
                  <a:pt x="141245" y="30123"/>
                </a:lnTo>
                <a:lnTo>
                  <a:pt x="141366" y="30375"/>
                </a:lnTo>
                <a:lnTo>
                  <a:pt x="141479" y="30632"/>
                </a:lnTo>
                <a:lnTo>
                  <a:pt x="141584" y="30896"/>
                </a:lnTo>
                <a:lnTo>
                  <a:pt x="141681" y="31166"/>
                </a:lnTo>
                <a:lnTo>
                  <a:pt x="141770" y="31442"/>
                </a:lnTo>
                <a:lnTo>
                  <a:pt x="141852" y="31725"/>
                </a:lnTo>
                <a:lnTo>
                  <a:pt x="141925" y="32013"/>
                </a:lnTo>
                <a:lnTo>
                  <a:pt x="141991" y="32308"/>
                </a:lnTo>
                <a:lnTo>
                  <a:pt x="142049" y="32609"/>
                </a:lnTo>
                <a:lnTo>
                  <a:pt x="142099" y="32917"/>
                </a:lnTo>
                <a:lnTo>
                  <a:pt x="142142" y="33230"/>
                </a:lnTo>
                <a:lnTo>
                  <a:pt x="142176" y="33550"/>
                </a:lnTo>
                <a:lnTo>
                  <a:pt x="142203" y="33876"/>
                </a:lnTo>
                <a:lnTo>
                  <a:pt x="153679" y="33876"/>
                </a:lnTo>
                <a:lnTo>
                  <a:pt x="153646" y="33178"/>
                </a:lnTo>
                <a:lnTo>
                  <a:pt x="153595" y="32493"/>
                </a:lnTo>
                <a:lnTo>
                  <a:pt x="153525" y="31819"/>
                </a:lnTo>
                <a:lnTo>
                  <a:pt x="153437" y="31158"/>
                </a:lnTo>
                <a:lnTo>
                  <a:pt x="153329" y="30510"/>
                </a:lnTo>
                <a:lnTo>
                  <a:pt x="153203" y="29873"/>
                </a:lnTo>
                <a:lnTo>
                  <a:pt x="153058" y="29249"/>
                </a:lnTo>
                <a:lnTo>
                  <a:pt x="152894" y="28637"/>
                </a:lnTo>
                <a:lnTo>
                  <a:pt x="152711" y="28038"/>
                </a:lnTo>
                <a:lnTo>
                  <a:pt x="152509" y="27451"/>
                </a:lnTo>
                <a:lnTo>
                  <a:pt x="152289" y="26876"/>
                </a:lnTo>
                <a:lnTo>
                  <a:pt x="152049" y="26313"/>
                </a:lnTo>
                <a:lnTo>
                  <a:pt x="151791" y="25762"/>
                </a:lnTo>
                <a:lnTo>
                  <a:pt x="151515" y="25224"/>
                </a:lnTo>
                <a:lnTo>
                  <a:pt x="151219" y="24698"/>
                </a:lnTo>
                <a:lnTo>
                  <a:pt x="150904" y="24185"/>
                </a:lnTo>
                <a:lnTo>
                  <a:pt x="150571" y="23683"/>
                </a:lnTo>
                <a:lnTo>
                  <a:pt x="150219" y="23194"/>
                </a:lnTo>
                <a:lnTo>
                  <a:pt x="149848" y="22717"/>
                </a:lnTo>
                <a:lnTo>
                  <a:pt x="149458" y="22253"/>
                </a:lnTo>
                <a:lnTo>
                  <a:pt x="149050" y="21801"/>
                </a:lnTo>
                <a:lnTo>
                  <a:pt x="148622" y="21361"/>
                </a:lnTo>
                <a:lnTo>
                  <a:pt x="148176" y="20933"/>
                </a:lnTo>
                <a:lnTo>
                  <a:pt x="147711" y="20518"/>
                </a:lnTo>
                <a:lnTo>
                  <a:pt x="147230" y="20117"/>
                </a:lnTo>
                <a:lnTo>
                  <a:pt x="146736" y="19733"/>
                </a:lnTo>
                <a:lnTo>
                  <a:pt x="146228" y="19367"/>
                </a:lnTo>
                <a:lnTo>
                  <a:pt x="145707" y="19017"/>
                </a:lnTo>
                <a:lnTo>
                  <a:pt x="145172" y="18684"/>
                </a:lnTo>
                <a:lnTo>
                  <a:pt x="144624" y="18369"/>
                </a:lnTo>
                <a:lnTo>
                  <a:pt x="144063" y="18071"/>
                </a:lnTo>
                <a:lnTo>
                  <a:pt x="143488" y="17789"/>
                </a:lnTo>
                <a:lnTo>
                  <a:pt x="142900" y="17525"/>
                </a:lnTo>
                <a:lnTo>
                  <a:pt x="142299" y="17278"/>
                </a:lnTo>
                <a:lnTo>
                  <a:pt x="141684" y="17047"/>
                </a:lnTo>
                <a:lnTo>
                  <a:pt x="141056" y="16834"/>
                </a:lnTo>
                <a:lnTo>
                  <a:pt x="140414" y="16638"/>
                </a:lnTo>
                <a:lnTo>
                  <a:pt x="139759" y="16459"/>
                </a:lnTo>
                <a:lnTo>
                  <a:pt x="139090" y="16297"/>
                </a:lnTo>
                <a:lnTo>
                  <a:pt x="138409" y="16152"/>
                </a:lnTo>
                <a:lnTo>
                  <a:pt x="137713" y="16024"/>
                </a:lnTo>
                <a:lnTo>
                  <a:pt x="137005" y="15913"/>
                </a:lnTo>
                <a:lnTo>
                  <a:pt x="136283" y="15820"/>
                </a:lnTo>
                <a:lnTo>
                  <a:pt x="135547" y="15743"/>
                </a:lnTo>
                <a:lnTo>
                  <a:pt x="134798" y="15683"/>
                </a:lnTo>
                <a:lnTo>
                  <a:pt x="134036" y="15641"/>
                </a:lnTo>
                <a:lnTo>
                  <a:pt x="133261" y="15615"/>
                </a:lnTo>
                <a:lnTo>
                  <a:pt x="132472" y="15606"/>
                </a:lnTo>
                <a:lnTo>
                  <a:pt x="131939" y="15611"/>
                </a:lnTo>
                <a:lnTo>
                  <a:pt x="131412" y="15623"/>
                </a:lnTo>
                <a:lnTo>
                  <a:pt x="130890" y="15644"/>
                </a:lnTo>
                <a:lnTo>
                  <a:pt x="130374" y="15674"/>
                </a:lnTo>
                <a:lnTo>
                  <a:pt x="129864" y="15712"/>
                </a:lnTo>
                <a:lnTo>
                  <a:pt x="129359" y="15758"/>
                </a:lnTo>
                <a:lnTo>
                  <a:pt x="128860" y="15813"/>
                </a:lnTo>
                <a:lnTo>
                  <a:pt x="128366" y="15877"/>
                </a:lnTo>
                <a:lnTo>
                  <a:pt x="127878" y="15949"/>
                </a:lnTo>
                <a:lnTo>
                  <a:pt x="127396" y="16029"/>
                </a:lnTo>
                <a:lnTo>
                  <a:pt x="126919" y="16118"/>
                </a:lnTo>
                <a:lnTo>
                  <a:pt x="126448" y="16215"/>
                </a:lnTo>
                <a:lnTo>
                  <a:pt x="125982" y="16320"/>
                </a:lnTo>
                <a:lnTo>
                  <a:pt x="125522" y="16434"/>
                </a:lnTo>
                <a:lnTo>
                  <a:pt x="125067" y="16557"/>
                </a:lnTo>
                <a:lnTo>
                  <a:pt x="124618" y="16688"/>
                </a:lnTo>
                <a:lnTo>
                  <a:pt x="124174" y="16827"/>
                </a:lnTo>
                <a:lnTo>
                  <a:pt x="123736" y="16975"/>
                </a:lnTo>
                <a:lnTo>
                  <a:pt x="123304" y="17131"/>
                </a:lnTo>
                <a:lnTo>
                  <a:pt x="122877" y="17296"/>
                </a:lnTo>
                <a:lnTo>
                  <a:pt x="122456" y="17469"/>
                </a:lnTo>
                <a:lnTo>
                  <a:pt x="122041" y="17651"/>
                </a:lnTo>
                <a:lnTo>
                  <a:pt x="121631" y="17841"/>
                </a:lnTo>
                <a:lnTo>
                  <a:pt x="121226" y="18040"/>
                </a:lnTo>
                <a:lnTo>
                  <a:pt x="120828" y="18246"/>
                </a:lnTo>
                <a:lnTo>
                  <a:pt x="120438" y="18459"/>
                </a:lnTo>
                <a:lnTo>
                  <a:pt x="120055" y="18678"/>
                </a:lnTo>
                <a:lnTo>
                  <a:pt x="119680" y="18905"/>
                </a:lnTo>
                <a:lnTo>
                  <a:pt x="119312" y="19139"/>
                </a:lnTo>
                <a:lnTo>
                  <a:pt x="118951" y="19379"/>
                </a:lnTo>
                <a:lnTo>
                  <a:pt x="118598" y="19626"/>
                </a:lnTo>
                <a:lnTo>
                  <a:pt x="118253" y="19880"/>
                </a:lnTo>
                <a:lnTo>
                  <a:pt x="117915" y="20141"/>
                </a:lnTo>
                <a:lnTo>
                  <a:pt x="117585" y="20409"/>
                </a:lnTo>
                <a:lnTo>
                  <a:pt x="117262" y="20684"/>
                </a:lnTo>
                <a:lnTo>
                  <a:pt x="116946" y="20965"/>
                </a:lnTo>
                <a:lnTo>
                  <a:pt x="116638" y="21254"/>
                </a:lnTo>
                <a:lnTo>
                  <a:pt x="116338" y="21549"/>
                </a:lnTo>
                <a:lnTo>
                  <a:pt x="116045" y="21851"/>
                </a:lnTo>
                <a:lnTo>
                  <a:pt x="115759" y="22160"/>
                </a:lnTo>
                <a:lnTo>
                  <a:pt x="115481" y="22476"/>
                </a:lnTo>
                <a:lnTo>
                  <a:pt x="115211" y="22798"/>
                </a:lnTo>
                <a:lnTo>
                  <a:pt x="114947" y="23128"/>
                </a:lnTo>
                <a:lnTo>
                  <a:pt x="114692" y="23464"/>
                </a:lnTo>
                <a:lnTo>
                  <a:pt x="114444" y="23808"/>
                </a:lnTo>
                <a:lnTo>
                  <a:pt x="114203" y="24158"/>
                </a:lnTo>
                <a:lnTo>
                  <a:pt x="113970" y="24515"/>
                </a:lnTo>
                <a:lnTo>
                  <a:pt x="113744" y="24878"/>
                </a:lnTo>
                <a:lnTo>
                  <a:pt x="113527" y="25249"/>
                </a:lnTo>
                <a:lnTo>
                  <a:pt x="113319" y="25625"/>
                </a:lnTo>
                <a:lnTo>
                  <a:pt x="113121" y="26007"/>
                </a:lnTo>
                <a:lnTo>
                  <a:pt x="112931" y="26396"/>
                </a:lnTo>
                <a:lnTo>
                  <a:pt x="112751" y="26790"/>
                </a:lnTo>
                <a:lnTo>
                  <a:pt x="112580" y="27191"/>
                </a:lnTo>
                <a:lnTo>
                  <a:pt x="112418" y="27597"/>
                </a:lnTo>
                <a:lnTo>
                  <a:pt x="112266" y="28010"/>
                </a:lnTo>
                <a:lnTo>
                  <a:pt x="112122" y="28429"/>
                </a:lnTo>
                <a:lnTo>
                  <a:pt x="111988" y="28854"/>
                </a:lnTo>
                <a:lnTo>
                  <a:pt x="111864" y="29284"/>
                </a:lnTo>
                <a:lnTo>
                  <a:pt x="111748" y="29721"/>
                </a:lnTo>
                <a:lnTo>
                  <a:pt x="111642" y="30164"/>
                </a:lnTo>
                <a:lnTo>
                  <a:pt x="111545" y="30613"/>
                </a:lnTo>
                <a:lnTo>
                  <a:pt x="111457" y="31068"/>
                </a:lnTo>
                <a:lnTo>
                  <a:pt x="111379" y="31529"/>
                </a:lnTo>
                <a:lnTo>
                  <a:pt x="111309" y="31997"/>
                </a:lnTo>
                <a:lnTo>
                  <a:pt x="111249" y="32470"/>
                </a:lnTo>
                <a:lnTo>
                  <a:pt x="111198" y="32949"/>
                </a:lnTo>
                <a:lnTo>
                  <a:pt x="111157" y="33434"/>
                </a:lnTo>
                <a:lnTo>
                  <a:pt x="111124" y="33926"/>
                </a:lnTo>
                <a:lnTo>
                  <a:pt x="111101" y="34423"/>
                </a:lnTo>
                <a:lnTo>
                  <a:pt x="111087" y="34927"/>
                </a:lnTo>
                <a:lnTo>
                  <a:pt x="111083" y="35436"/>
                </a:lnTo>
                <a:lnTo>
                  <a:pt x="111083" y="48105"/>
                </a:lnTo>
                <a:lnTo>
                  <a:pt x="111087" y="48607"/>
                </a:lnTo>
                <a:lnTo>
                  <a:pt x="111101" y="49104"/>
                </a:lnTo>
                <a:lnTo>
                  <a:pt x="111124" y="49595"/>
                </a:lnTo>
                <a:lnTo>
                  <a:pt x="111157" y="50080"/>
                </a:lnTo>
                <a:lnTo>
                  <a:pt x="111198" y="50560"/>
                </a:lnTo>
                <a:lnTo>
                  <a:pt x="111249" y="51034"/>
                </a:lnTo>
                <a:lnTo>
                  <a:pt x="111309" y="51503"/>
                </a:lnTo>
                <a:lnTo>
                  <a:pt x="111379" y="51966"/>
                </a:lnTo>
                <a:lnTo>
                  <a:pt x="111457" y="52423"/>
                </a:lnTo>
                <a:lnTo>
                  <a:pt x="111545" y="52875"/>
                </a:lnTo>
                <a:lnTo>
                  <a:pt x="111642" y="53322"/>
                </a:lnTo>
                <a:lnTo>
                  <a:pt x="111748" y="53762"/>
                </a:lnTo>
                <a:lnTo>
                  <a:pt x="111864" y="54198"/>
                </a:lnTo>
                <a:lnTo>
                  <a:pt x="111988" y="54627"/>
                </a:lnTo>
                <a:lnTo>
                  <a:pt x="112122" y="55051"/>
                </a:lnTo>
                <a:lnTo>
                  <a:pt x="112266" y="55470"/>
                </a:lnTo>
                <a:lnTo>
                  <a:pt x="112418" y="55883"/>
                </a:lnTo>
                <a:lnTo>
                  <a:pt x="112580" y="56290"/>
                </a:lnTo>
                <a:lnTo>
                  <a:pt x="112751" y="56692"/>
                </a:lnTo>
                <a:lnTo>
                  <a:pt x="112931" y="57088"/>
                </a:lnTo>
                <a:lnTo>
                  <a:pt x="113121" y="57479"/>
                </a:lnTo>
                <a:lnTo>
                  <a:pt x="113319" y="57864"/>
                </a:lnTo>
                <a:lnTo>
                  <a:pt x="113527" y="58243"/>
                </a:lnTo>
                <a:lnTo>
                  <a:pt x="113744" y="58617"/>
                </a:lnTo>
                <a:lnTo>
                  <a:pt x="113970" y="58984"/>
                </a:lnTo>
                <a:lnTo>
                  <a:pt x="114203" y="59345"/>
                </a:lnTo>
                <a:lnTo>
                  <a:pt x="114444" y="59698"/>
                </a:lnTo>
                <a:lnTo>
                  <a:pt x="114692" y="60045"/>
                </a:lnTo>
                <a:lnTo>
                  <a:pt x="114947" y="60384"/>
                </a:lnTo>
                <a:lnTo>
                  <a:pt x="115211" y="60717"/>
                </a:lnTo>
                <a:lnTo>
                  <a:pt x="115481" y="61042"/>
                </a:lnTo>
                <a:lnTo>
                  <a:pt x="115759" y="61360"/>
                </a:lnTo>
                <a:lnTo>
                  <a:pt x="116045" y="61672"/>
                </a:lnTo>
                <a:lnTo>
                  <a:pt x="116338" y="61976"/>
                </a:lnTo>
                <a:lnTo>
                  <a:pt x="116638" y="62274"/>
                </a:lnTo>
                <a:lnTo>
                  <a:pt x="116946" y="62564"/>
                </a:lnTo>
                <a:lnTo>
                  <a:pt x="117262" y="62847"/>
                </a:lnTo>
                <a:lnTo>
                  <a:pt x="117585" y="63124"/>
                </a:lnTo>
                <a:lnTo>
                  <a:pt x="117915" y="63393"/>
                </a:lnTo>
                <a:lnTo>
                  <a:pt x="118253" y="63655"/>
                </a:lnTo>
                <a:lnTo>
                  <a:pt x="118598" y="63911"/>
                </a:lnTo>
                <a:lnTo>
                  <a:pt x="118951" y="64159"/>
                </a:lnTo>
                <a:lnTo>
                  <a:pt x="119312" y="64400"/>
                </a:lnTo>
                <a:lnTo>
                  <a:pt x="119680" y="64635"/>
                </a:lnTo>
                <a:lnTo>
                  <a:pt x="120055" y="64862"/>
                </a:lnTo>
                <a:lnTo>
                  <a:pt x="120438" y="65082"/>
                </a:lnTo>
                <a:lnTo>
                  <a:pt x="120828" y="65296"/>
                </a:lnTo>
                <a:lnTo>
                  <a:pt x="121226" y="65502"/>
                </a:lnTo>
                <a:lnTo>
                  <a:pt x="121631" y="65700"/>
                </a:lnTo>
                <a:lnTo>
                  <a:pt x="122041" y="65890"/>
                </a:lnTo>
                <a:lnTo>
                  <a:pt x="122456" y="66072"/>
                </a:lnTo>
                <a:lnTo>
                  <a:pt x="122877" y="66245"/>
                </a:lnTo>
                <a:lnTo>
                  <a:pt x="123304" y="66410"/>
                </a:lnTo>
                <a:lnTo>
                  <a:pt x="123736" y="66566"/>
                </a:lnTo>
                <a:lnTo>
                  <a:pt x="124174" y="66714"/>
                </a:lnTo>
                <a:lnTo>
                  <a:pt x="124618" y="66853"/>
                </a:lnTo>
                <a:lnTo>
                  <a:pt x="125067" y="66984"/>
                </a:lnTo>
                <a:lnTo>
                  <a:pt x="125522" y="67106"/>
                </a:lnTo>
                <a:lnTo>
                  <a:pt x="125982" y="67220"/>
                </a:lnTo>
                <a:lnTo>
                  <a:pt x="126448" y="67326"/>
                </a:lnTo>
                <a:lnTo>
                  <a:pt x="126919" y="67423"/>
                </a:lnTo>
                <a:lnTo>
                  <a:pt x="127396" y="67511"/>
                </a:lnTo>
                <a:lnTo>
                  <a:pt x="127878" y="67592"/>
                </a:lnTo>
                <a:lnTo>
                  <a:pt x="128366" y="67663"/>
                </a:lnTo>
                <a:lnTo>
                  <a:pt x="128860" y="67727"/>
                </a:lnTo>
                <a:lnTo>
                  <a:pt x="129359" y="67782"/>
                </a:lnTo>
                <a:lnTo>
                  <a:pt x="129864" y="67828"/>
                </a:lnTo>
                <a:lnTo>
                  <a:pt x="130374" y="67866"/>
                </a:lnTo>
                <a:lnTo>
                  <a:pt x="130890" y="67896"/>
                </a:lnTo>
                <a:lnTo>
                  <a:pt x="131412" y="67917"/>
                </a:lnTo>
                <a:lnTo>
                  <a:pt x="131939" y="67929"/>
                </a:lnTo>
                <a:lnTo>
                  <a:pt x="132472" y="67934"/>
                </a:lnTo>
                <a:lnTo>
                  <a:pt x="133261" y="67925"/>
                </a:lnTo>
                <a:lnTo>
                  <a:pt x="134036" y="67900"/>
                </a:lnTo>
                <a:lnTo>
                  <a:pt x="134798" y="67857"/>
                </a:lnTo>
                <a:close/>
                <a:moveTo>
                  <a:pt x="207934" y="67016"/>
                </a:moveTo>
                <a:lnTo>
                  <a:pt x="207934" y="32773"/>
                </a:lnTo>
                <a:lnTo>
                  <a:pt x="207925" y="32121"/>
                </a:lnTo>
                <a:lnTo>
                  <a:pt x="207897" y="31480"/>
                </a:lnTo>
                <a:lnTo>
                  <a:pt x="207850" y="30851"/>
                </a:lnTo>
                <a:lnTo>
                  <a:pt x="207785" y="30232"/>
                </a:lnTo>
                <a:lnTo>
                  <a:pt x="207701" y="29625"/>
                </a:lnTo>
                <a:lnTo>
                  <a:pt x="207598" y="29030"/>
                </a:lnTo>
                <a:lnTo>
                  <a:pt x="207477" y="28445"/>
                </a:lnTo>
                <a:lnTo>
                  <a:pt x="207337" y="27872"/>
                </a:lnTo>
                <a:lnTo>
                  <a:pt x="207179" y="27311"/>
                </a:lnTo>
                <a:lnTo>
                  <a:pt x="207001" y="26760"/>
                </a:lnTo>
                <a:lnTo>
                  <a:pt x="206806" y="26221"/>
                </a:lnTo>
                <a:lnTo>
                  <a:pt x="206591" y="25693"/>
                </a:lnTo>
                <a:lnTo>
                  <a:pt x="206358" y="25177"/>
                </a:lnTo>
                <a:lnTo>
                  <a:pt x="206106" y="24672"/>
                </a:lnTo>
                <a:lnTo>
                  <a:pt x="205836" y="24178"/>
                </a:lnTo>
                <a:lnTo>
                  <a:pt x="205547" y="23695"/>
                </a:lnTo>
                <a:lnTo>
                  <a:pt x="205239" y="23224"/>
                </a:lnTo>
                <a:lnTo>
                  <a:pt x="204913" y="22764"/>
                </a:lnTo>
                <a:lnTo>
                  <a:pt x="204568" y="22316"/>
                </a:lnTo>
                <a:lnTo>
                  <a:pt x="204204" y="21879"/>
                </a:lnTo>
                <a:lnTo>
                  <a:pt x="203822" y="21453"/>
                </a:lnTo>
                <a:lnTo>
                  <a:pt x="203421" y="21038"/>
                </a:lnTo>
                <a:lnTo>
                  <a:pt x="203001" y="20635"/>
                </a:lnTo>
                <a:lnTo>
                  <a:pt x="202563" y="20243"/>
                </a:lnTo>
                <a:lnTo>
                  <a:pt x="202109" y="19865"/>
                </a:lnTo>
                <a:lnTo>
                  <a:pt x="201641" y="19503"/>
                </a:lnTo>
                <a:lnTo>
                  <a:pt x="201160" y="19156"/>
                </a:lnTo>
                <a:lnTo>
                  <a:pt x="200665" y="18826"/>
                </a:lnTo>
                <a:lnTo>
                  <a:pt x="200157" y="18512"/>
                </a:lnTo>
                <a:lnTo>
                  <a:pt x="199635" y="18215"/>
                </a:lnTo>
                <a:lnTo>
                  <a:pt x="199099" y="17933"/>
                </a:lnTo>
                <a:lnTo>
                  <a:pt x="198550" y="17667"/>
                </a:lnTo>
                <a:lnTo>
                  <a:pt x="197987" y="17418"/>
                </a:lnTo>
                <a:lnTo>
                  <a:pt x="197411" y="17184"/>
                </a:lnTo>
                <a:lnTo>
                  <a:pt x="196821" y="16967"/>
                </a:lnTo>
                <a:lnTo>
                  <a:pt x="196218" y="16766"/>
                </a:lnTo>
                <a:lnTo>
                  <a:pt x="195601" y="16580"/>
                </a:lnTo>
                <a:lnTo>
                  <a:pt x="194971" y="16411"/>
                </a:lnTo>
                <a:lnTo>
                  <a:pt x="194327" y="16258"/>
                </a:lnTo>
                <a:lnTo>
                  <a:pt x="193670" y="16122"/>
                </a:lnTo>
                <a:lnTo>
                  <a:pt x="192999" y="16001"/>
                </a:lnTo>
                <a:lnTo>
                  <a:pt x="192314" y="15896"/>
                </a:lnTo>
                <a:lnTo>
                  <a:pt x="191616" y="15808"/>
                </a:lnTo>
                <a:lnTo>
                  <a:pt x="190904" y="15735"/>
                </a:lnTo>
                <a:lnTo>
                  <a:pt x="190179" y="15679"/>
                </a:lnTo>
                <a:lnTo>
                  <a:pt x="189440" y="15639"/>
                </a:lnTo>
                <a:lnTo>
                  <a:pt x="188688" y="15614"/>
                </a:lnTo>
                <a:lnTo>
                  <a:pt x="187922" y="15606"/>
                </a:lnTo>
                <a:lnTo>
                  <a:pt x="187201" y="15614"/>
                </a:lnTo>
                <a:lnTo>
                  <a:pt x="186490" y="15636"/>
                </a:lnTo>
                <a:lnTo>
                  <a:pt x="185790" y="15672"/>
                </a:lnTo>
                <a:lnTo>
                  <a:pt x="185101" y="15724"/>
                </a:lnTo>
                <a:lnTo>
                  <a:pt x="184423" y="15790"/>
                </a:lnTo>
                <a:lnTo>
                  <a:pt x="183756" y="15870"/>
                </a:lnTo>
                <a:lnTo>
                  <a:pt x="183100" y="15966"/>
                </a:lnTo>
                <a:lnTo>
                  <a:pt x="182454" y="16076"/>
                </a:lnTo>
                <a:lnTo>
                  <a:pt x="181820" y="16200"/>
                </a:lnTo>
                <a:lnTo>
                  <a:pt x="181196" y="16340"/>
                </a:lnTo>
                <a:lnTo>
                  <a:pt x="180583" y="16494"/>
                </a:lnTo>
                <a:lnTo>
                  <a:pt x="179981" y="16662"/>
                </a:lnTo>
                <a:lnTo>
                  <a:pt x="179389" y="16846"/>
                </a:lnTo>
                <a:lnTo>
                  <a:pt x="178809" y="17044"/>
                </a:lnTo>
                <a:lnTo>
                  <a:pt x="178239" y="17256"/>
                </a:lnTo>
                <a:lnTo>
                  <a:pt x="177680" y="17484"/>
                </a:lnTo>
                <a:lnTo>
                  <a:pt x="177132" y="17725"/>
                </a:lnTo>
                <a:lnTo>
                  <a:pt x="176595" y="17982"/>
                </a:lnTo>
                <a:lnTo>
                  <a:pt x="176069" y="18253"/>
                </a:lnTo>
                <a:lnTo>
                  <a:pt x="175554" y="18539"/>
                </a:lnTo>
                <a:lnTo>
                  <a:pt x="175049" y="18840"/>
                </a:lnTo>
                <a:lnTo>
                  <a:pt x="174555" y="19155"/>
                </a:lnTo>
                <a:lnTo>
                  <a:pt x="174072" y="19485"/>
                </a:lnTo>
                <a:lnTo>
                  <a:pt x="173600" y="19830"/>
                </a:lnTo>
                <a:lnTo>
                  <a:pt x="173142" y="20187"/>
                </a:lnTo>
                <a:lnTo>
                  <a:pt x="172700" y="20554"/>
                </a:lnTo>
                <a:lnTo>
                  <a:pt x="172274" y="20931"/>
                </a:lnTo>
                <a:lnTo>
                  <a:pt x="171866" y="21319"/>
                </a:lnTo>
                <a:lnTo>
                  <a:pt x="171474" y="21717"/>
                </a:lnTo>
                <a:lnTo>
                  <a:pt x="171098" y="22125"/>
                </a:lnTo>
                <a:lnTo>
                  <a:pt x="170739" y="22543"/>
                </a:lnTo>
                <a:lnTo>
                  <a:pt x="170397" y="22971"/>
                </a:lnTo>
                <a:lnTo>
                  <a:pt x="170071" y="23410"/>
                </a:lnTo>
                <a:lnTo>
                  <a:pt x="169762" y="23858"/>
                </a:lnTo>
                <a:lnTo>
                  <a:pt x="169469" y="24317"/>
                </a:lnTo>
                <a:lnTo>
                  <a:pt x="169193" y="24787"/>
                </a:lnTo>
                <a:lnTo>
                  <a:pt x="168934" y="25266"/>
                </a:lnTo>
                <a:lnTo>
                  <a:pt x="168691" y="25756"/>
                </a:lnTo>
                <a:lnTo>
                  <a:pt x="168464" y="26255"/>
                </a:lnTo>
                <a:lnTo>
                  <a:pt x="168255" y="26765"/>
                </a:lnTo>
                <a:lnTo>
                  <a:pt x="168061" y="27286"/>
                </a:lnTo>
                <a:lnTo>
                  <a:pt x="167885" y="27816"/>
                </a:lnTo>
                <a:lnTo>
                  <a:pt x="167725" y="28357"/>
                </a:lnTo>
                <a:lnTo>
                  <a:pt x="167581" y="28907"/>
                </a:lnTo>
                <a:lnTo>
                  <a:pt x="167454" y="29469"/>
                </a:lnTo>
                <a:lnTo>
                  <a:pt x="167344" y="30040"/>
                </a:lnTo>
                <a:lnTo>
                  <a:pt x="167250" y="30621"/>
                </a:lnTo>
                <a:lnTo>
                  <a:pt x="167173" y="31213"/>
                </a:lnTo>
                <a:lnTo>
                  <a:pt x="178374" y="31213"/>
                </a:lnTo>
                <a:lnTo>
                  <a:pt x="178416" y="30978"/>
                </a:lnTo>
                <a:lnTo>
                  <a:pt x="178464" y="30747"/>
                </a:lnTo>
                <a:lnTo>
                  <a:pt x="178520" y="30520"/>
                </a:lnTo>
                <a:lnTo>
                  <a:pt x="178583" y="30297"/>
                </a:lnTo>
                <a:lnTo>
                  <a:pt x="178653" y="30079"/>
                </a:lnTo>
                <a:lnTo>
                  <a:pt x="178729" y="29864"/>
                </a:lnTo>
                <a:lnTo>
                  <a:pt x="178813" y="29654"/>
                </a:lnTo>
                <a:lnTo>
                  <a:pt x="178904" y="29448"/>
                </a:lnTo>
                <a:lnTo>
                  <a:pt x="179002" y="29246"/>
                </a:lnTo>
                <a:lnTo>
                  <a:pt x="179106" y="29048"/>
                </a:lnTo>
                <a:lnTo>
                  <a:pt x="179218" y="28855"/>
                </a:lnTo>
                <a:lnTo>
                  <a:pt x="179337" y="28665"/>
                </a:lnTo>
                <a:lnTo>
                  <a:pt x="179463" y="28480"/>
                </a:lnTo>
                <a:lnTo>
                  <a:pt x="179596" y="28299"/>
                </a:lnTo>
                <a:lnTo>
                  <a:pt x="179736" y="28122"/>
                </a:lnTo>
                <a:lnTo>
                  <a:pt x="179882" y="27949"/>
                </a:lnTo>
                <a:lnTo>
                  <a:pt x="180036" y="27780"/>
                </a:lnTo>
                <a:lnTo>
                  <a:pt x="180197" y="27615"/>
                </a:lnTo>
                <a:lnTo>
                  <a:pt x="180365" y="27455"/>
                </a:lnTo>
                <a:lnTo>
                  <a:pt x="180540" y="27299"/>
                </a:lnTo>
                <a:lnTo>
                  <a:pt x="180722" y="27146"/>
                </a:lnTo>
                <a:lnTo>
                  <a:pt x="180911" y="26998"/>
                </a:lnTo>
                <a:lnTo>
                  <a:pt x="181107" y="26855"/>
                </a:lnTo>
                <a:lnTo>
                  <a:pt x="181310" y="26715"/>
                </a:lnTo>
                <a:lnTo>
                  <a:pt x="181519" y="26580"/>
                </a:lnTo>
                <a:lnTo>
                  <a:pt x="181732" y="26451"/>
                </a:lnTo>
                <a:lnTo>
                  <a:pt x="181950" y="26327"/>
                </a:lnTo>
                <a:lnTo>
                  <a:pt x="182172" y="26210"/>
                </a:lnTo>
                <a:lnTo>
                  <a:pt x="182399" y="26098"/>
                </a:lnTo>
                <a:lnTo>
                  <a:pt x="182630" y="25992"/>
                </a:lnTo>
                <a:lnTo>
                  <a:pt x="182866" y="25891"/>
                </a:lnTo>
                <a:lnTo>
                  <a:pt x="183106" y="25797"/>
                </a:lnTo>
                <a:lnTo>
                  <a:pt x="183350" y="25708"/>
                </a:lnTo>
                <a:lnTo>
                  <a:pt x="183599" y="25624"/>
                </a:lnTo>
                <a:lnTo>
                  <a:pt x="183853" y="25547"/>
                </a:lnTo>
                <a:lnTo>
                  <a:pt x="184111" y="25475"/>
                </a:lnTo>
                <a:lnTo>
                  <a:pt x="184373" y="25409"/>
                </a:lnTo>
                <a:lnTo>
                  <a:pt x="184640" y="25349"/>
                </a:lnTo>
                <a:lnTo>
                  <a:pt x="184911" y="25294"/>
                </a:lnTo>
                <a:lnTo>
                  <a:pt x="185187" y="25246"/>
                </a:lnTo>
                <a:lnTo>
                  <a:pt x="185467" y="25203"/>
                </a:lnTo>
                <a:lnTo>
                  <a:pt x="185752" y="25165"/>
                </a:lnTo>
                <a:lnTo>
                  <a:pt x="186041" y="25134"/>
                </a:lnTo>
                <a:lnTo>
                  <a:pt x="186335" y="25108"/>
                </a:lnTo>
                <a:lnTo>
                  <a:pt x="186633" y="25088"/>
                </a:lnTo>
                <a:lnTo>
                  <a:pt x="186935" y="25073"/>
                </a:lnTo>
                <a:lnTo>
                  <a:pt x="187242" y="25065"/>
                </a:lnTo>
                <a:lnTo>
                  <a:pt x="187553" y="25062"/>
                </a:lnTo>
                <a:lnTo>
                  <a:pt x="187895" y="25065"/>
                </a:lnTo>
                <a:lnTo>
                  <a:pt x="188230" y="25076"/>
                </a:lnTo>
                <a:lnTo>
                  <a:pt x="188559" y="25094"/>
                </a:lnTo>
                <a:lnTo>
                  <a:pt x="188882" y="25119"/>
                </a:lnTo>
                <a:lnTo>
                  <a:pt x="189199" y="25152"/>
                </a:lnTo>
                <a:lnTo>
                  <a:pt x="189511" y="25191"/>
                </a:lnTo>
                <a:lnTo>
                  <a:pt x="189815" y="25238"/>
                </a:lnTo>
                <a:lnTo>
                  <a:pt x="190114" y="25291"/>
                </a:lnTo>
                <a:lnTo>
                  <a:pt x="190407" y="25352"/>
                </a:lnTo>
                <a:lnTo>
                  <a:pt x="190694" y="25421"/>
                </a:lnTo>
                <a:lnTo>
                  <a:pt x="190975" y="25496"/>
                </a:lnTo>
                <a:lnTo>
                  <a:pt x="191249" y="25578"/>
                </a:lnTo>
                <a:lnTo>
                  <a:pt x="191518" y="25668"/>
                </a:lnTo>
                <a:lnTo>
                  <a:pt x="191780" y="25765"/>
                </a:lnTo>
                <a:lnTo>
                  <a:pt x="192037" y="25869"/>
                </a:lnTo>
                <a:lnTo>
                  <a:pt x="192287" y="25980"/>
                </a:lnTo>
                <a:lnTo>
                  <a:pt x="192531" y="26099"/>
                </a:lnTo>
                <a:lnTo>
                  <a:pt x="192769" y="26224"/>
                </a:lnTo>
                <a:lnTo>
                  <a:pt x="193002" y="26357"/>
                </a:lnTo>
                <a:lnTo>
                  <a:pt x="193228" y="26497"/>
                </a:lnTo>
                <a:lnTo>
                  <a:pt x="193448" y="26644"/>
                </a:lnTo>
                <a:lnTo>
                  <a:pt x="193662" y="26798"/>
                </a:lnTo>
                <a:lnTo>
                  <a:pt x="193870" y="26959"/>
                </a:lnTo>
                <a:lnTo>
                  <a:pt x="194071" y="27128"/>
                </a:lnTo>
                <a:lnTo>
                  <a:pt x="194266" y="27303"/>
                </a:lnTo>
                <a:lnTo>
                  <a:pt x="194453" y="27483"/>
                </a:lnTo>
                <a:lnTo>
                  <a:pt x="194631" y="27669"/>
                </a:lnTo>
                <a:lnTo>
                  <a:pt x="194801" y="27861"/>
                </a:lnTo>
                <a:lnTo>
                  <a:pt x="194962" y="28058"/>
                </a:lnTo>
                <a:lnTo>
                  <a:pt x="195116" y="28261"/>
                </a:lnTo>
                <a:lnTo>
                  <a:pt x="195261" y="28469"/>
                </a:lnTo>
                <a:lnTo>
                  <a:pt x="195398" y="28683"/>
                </a:lnTo>
                <a:lnTo>
                  <a:pt x="195526" y="28903"/>
                </a:lnTo>
                <a:lnTo>
                  <a:pt x="195646" y="29128"/>
                </a:lnTo>
                <a:lnTo>
                  <a:pt x="195758" y="29359"/>
                </a:lnTo>
                <a:lnTo>
                  <a:pt x="195862" y="29595"/>
                </a:lnTo>
                <a:lnTo>
                  <a:pt x="195957" y="29837"/>
                </a:lnTo>
                <a:lnTo>
                  <a:pt x="196044" y="30084"/>
                </a:lnTo>
                <a:lnTo>
                  <a:pt x="196123" y="30337"/>
                </a:lnTo>
                <a:lnTo>
                  <a:pt x="196193" y="30596"/>
                </a:lnTo>
                <a:lnTo>
                  <a:pt x="196255" y="30860"/>
                </a:lnTo>
                <a:lnTo>
                  <a:pt x="196309" y="31130"/>
                </a:lnTo>
                <a:lnTo>
                  <a:pt x="196355" y="31405"/>
                </a:lnTo>
                <a:lnTo>
                  <a:pt x="196392" y="31686"/>
                </a:lnTo>
                <a:lnTo>
                  <a:pt x="196421" y="31973"/>
                </a:lnTo>
                <a:lnTo>
                  <a:pt x="196442" y="32265"/>
                </a:lnTo>
                <a:lnTo>
                  <a:pt x="196454" y="32563"/>
                </a:lnTo>
                <a:lnTo>
                  <a:pt x="196458" y="32866"/>
                </a:lnTo>
                <a:lnTo>
                  <a:pt x="196458" y="37180"/>
                </a:lnTo>
                <a:lnTo>
                  <a:pt x="183882" y="37180"/>
                </a:lnTo>
                <a:lnTo>
                  <a:pt x="183132" y="37187"/>
                </a:lnTo>
                <a:lnTo>
                  <a:pt x="182396" y="37208"/>
                </a:lnTo>
                <a:lnTo>
                  <a:pt x="181674" y="37243"/>
                </a:lnTo>
                <a:lnTo>
                  <a:pt x="180967" y="37293"/>
                </a:lnTo>
                <a:lnTo>
                  <a:pt x="180274" y="37356"/>
                </a:lnTo>
                <a:lnTo>
                  <a:pt x="179596" y="37433"/>
                </a:lnTo>
                <a:lnTo>
                  <a:pt x="178932" y="37524"/>
                </a:lnTo>
                <a:lnTo>
                  <a:pt x="178282" y="37629"/>
                </a:lnTo>
                <a:lnTo>
                  <a:pt x="177647" y="37748"/>
                </a:lnTo>
                <a:lnTo>
                  <a:pt x="177025" y="37882"/>
                </a:lnTo>
                <a:lnTo>
                  <a:pt x="176419" y="38029"/>
                </a:lnTo>
                <a:lnTo>
                  <a:pt x="175826" y="38190"/>
                </a:lnTo>
                <a:lnTo>
                  <a:pt x="175248" y="38366"/>
                </a:lnTo>
                <a:lnTo>
                  <a:pt x="174684" y="38555"/>
                </a:lnTo>
                <a:lnTo>
                  <a:pt x="174135" y="38758"/>
                </a:lnTo>
                <a:lnTo>
                  <a:pt x="173600" y="38976"/>
                </a:lnTo>
                <a:lnTo>
                  <a:pt x="173079" y="39207"/>
                </a:lnTo>
                <a:lnTo>
                  <a:pt x="172573" y="39453"/>
                </a:lnTo>
                <a:lnTo>
                  <a:pt x="172081" y="39712"/>
                </a:lnTo>
                <a:lnTo>
                  <a:pt x="171603" y="39986"/>
                </a:lnTo>
                <a:lnTo>
                  <a:pt x="171140" y="40273"/>
                </a:lnTo>
                <a:lnTo>
                  <a:pt x="170691" y="40575"/>
                </a:lnTo>
                <a:lnTo>
                  <a:pt x="170256" y="40891"/>
                </a:lnTo>
                <a:lnTo>
                  <a:pt x="169836" y="41220"/>
                </a:lnTo>
                <a:lnTo>
                  <a:pt x="169432" y="41563"/>
                </a:lnTo>
                <a:lnTo>
                  <a:pt x="169044" y="41917"/>
                </a:lnTo>
                <a:lnTo>
                  <a:pt x="168674" y="42283"/>
                </a:lnTo>
                <a:lnTo>
                  <a:pt x="168321" y="42661"/>
                </a:lnTo>
                <a:lnTo>
                  <a:pt x="167986" y="43050"/>
                </a:lnTo>
                <a:lnTo>
                  <a:pt x="167667" y="43452"/>
                </a:lnTo>
                <a:lnTo>
                  <a:pt x="167366" y="43865"/>
                </a:lnTo>
                <a:lnTo>
                  <a:pt x="167082" y="44290"/>
                </a:lnTo>
                <a:lnTo>
                  <a:pt x="166815" y="44727"/>
                </a:lnTo>
                <a:lnTo>
                  <a:pt x="166565" y="45175"/>
                </a:lnTo>
                <a:lnTo>
                  <a:pt x="166333" y="45636"/>
                </a:lnTo>
                <a:lnTo>
                  <a:pt x="166118" y="46108"/>
                </a:lnTo>
                <a:lnTo>
                  <a:pt x="165920" y="46592"/>
                </a:lnTo>
                <a:lnTo>
                  <a:pt x="165739" y="47088"/>
                </a:lnTo>
                <a:lnTo>
                  <a:pt x="165576" y="47595"/>
                </a:lnTo>
                <a:lnTo>
                  <a:pt x="165429" y="48115"/>
                </a:lnTo>
                <a:lnTo>
                  <a:pt x="165300" y="48646"/>
                </a:lnTo>
                <a:lnTo>
                  <a:pt x="165188" y="49189"/>
                </a:lnTo>
                <a:lnTo>
                  <a:pt x="165094" y="49744"/>
                </a:lnTo>
                <a:lnTo>
                  <a:pt x="165016" y="50310"/>
                </a:lnTo>
                <a:lnTo>
                  <a:pt x="164956" y="50888"/>
                </a:lnTo>
                <a:lnTo>
                  <a:pt x="164913" y="51479"/>
                </a:lnTo>
                <a:lnTo>
                  <a:pt x="164887" y="52081"/>
                </a:lnTo>
                <a:lnTo>
                  <a:pt x="164879" y="52694"/>
                </a:lnTo>
                <a:lnTo>
                  <a:pt x="164886" y="53271"/>
                </a:lnTo>
                <a:lnTo>
                  <a:pt x="164910" y="53837"/>
                </a:lnTo>
                <a:lnTo>
                  <a:pt x="164949" y="54394"/>
                </a:lnTo>
                <a:lnTo>
                  <a:pt x="165004" y="54941"/>
                </a:lnTo>
                <a:lnTo>
                  <a:pt x="165074" y="55478"/>
                </a:lnTo>
                <a:lnTo>
                  <a:pt x="165160" y="56005"/>
                </a:lnTo>
                <a:lnTo>
                  <a:pt x="165261" y="56522"/>
                </a:lnTo>
                <a:lnTo>
                  <a:pt x="165378" y="57030"/>
                </a:lnTo>
                <a:lnTo>
                  <a:pt x="165511" y="57527"/>
                </a:lnTo>
                <a:lnTo>
                  <a:pt x="165659" y="58015"/>
                </a:lnTo>
                <a:lnTo>
                  <a:pt x="165823" y="58492"/>
                </a:lnTo>
                <a:lnTo>
                  <a:pt x="166003" y="58960"/>
                </a:lnTo>
                <a:lnTo>
                  <a:pt x="166198" y="59418"/>
                </a:lnTo>
                <a:lnTo>
                  <a:pt x="166409" y="59866"/>
                </a:lnTo>
                <a:lnTo>
                  <a:pt x="166636" y="60304"/>
                </a:lnTo>
                <a:lnTo>
                  <a:pt x="166878" y="60732"/>
                </a:lnTo>
                <a:lnTo>
                  <a:pt x="167135" y="61151"/>
                </a:lnTo>
                <a:lnTo>
                  <a:pt x="167409" y="61559"/>
                </a:lnTo>
                <a:lnTo>
                  <a:pt x="167698" y="61958"/>
                </a:lnTo>
                <a:lnTo>
                  <a:pt x="168002" y="62347"/>
                </a:lnTo>
                <a:lnTo>
                  <a:pt x="168322" y="62725"/>
                </a:lnTo>
                <a:lnTo>
                  <a:pt x="168658" y="63094"/>
                </a:lnTo>
                <a:lnTo>
                  <a:pt x="169010" y="63453"/>
                </a:lnTo>
                <a:lnTo>
                  <a:pt x="169377" y="63803"/>
                </a:lnTo>
                <a:lnTo>
                  <a:pt x="169757" y="64140"/>
                </a:lnTo>
                <a:lnTo>
                  <a:pt x="170149" y="64462"/>
                </a:lnTo>
                <a:lnTo>
                  <a:pt x="170553" y="64771"/>
                </a:lnTo>
                <a:lnTo>
                  <a:pt x="170968" y="65065"/>
                </a:lnTo>
                <a:lnTo>
                  <a:pt x="171395" y="65345"/>
                </a:lnTo>
                <a:lnTo>
                  <a:pt x="171833" y="65610"/>
                </a:lnTo>
                <a:lnTo>
                  <a:pt x="172282" y="65861"/>
                </a:lnTo>
                <a:lnTo>
                  <a:pt x="172743" y="66098"/>
                </a:lnTo>
                <a:lnTo>
                  <a:pt x="173216" y="66320"/>
                </a:lnTo>
                <a:lnTo>
                  <a:pt x="173700" y="66528"/>
                </a:lnTo>
                <a:lnTo>
                  <a:pt x="174195" y="66722"/>
                </a:lnTo>
                <a:lnTo>
                  <a:pt x="174702" y="66901"/>
                </a:lnTo>
                <a:lnTo>
                  <a:pt x="175220" y="67066"/>
                </a:lnTo>
                <a:lnTo>
                  <a:pt x="175750" y="67216"/>
                </a:lnTo>
                <a:lnTo>
                  <a:pt x="176291" y="67353"/>
                </a:lnTo>
                <a:lnTo>
                  <a:pt x="176844" y="67475"/>
                </a:lnTo>
                <a:lnTo>
                  <a:pt x="177408" y="67582"/>
                </a:lnTo>
                <a:lnTo>
                  <a:pt x="177984" y="67675"/>
                </a:lnTo>
                <a:lnTo>
                  <a:pt x="178571" y="67754"/>
                </a:lnTo>
                <a:lnTo>
                  <a:pt x="179169" y="67819"/>
                </a:lnTo>
                <a:lnTo>
                  <a:pt x="179779" y="67869"/>
                </a:lnTo>
                <a:lnTo>
                  <a:pt x="180401" y="67905"/>
                </a:lnTo>
                <a:lnTo>
                  <a:pt x="181034" y="67926"/>
                </a:lnTo>
                <a:lnTo>
                  <a:pt x="181678" y="67934"/>
                </a:lnTo>
                <a:lnTo>
                  <a:pt x="182247" y="67928"/>
                </a:lnTo>
                <a:lnTo>
                  <a:pt x="182807" y="67911"/>
                </a:lnTo>
                <a:lnTo>
                  <a:pt x="183357" y="67882"/>
                </a:lnTo>
                <a:lnTo>
                  <a:pt x="183897" y="67842"/>
                </a:lnTo>
                <a:lnTo>
                  <a:pt x="184428" y="67790"/>
                </a:lnTo>
                <a:lnTo>
                  <a:pt x="184949" y="67727"/>
                </a:lnTo>
                <a:lnTo>
                  <a:pt x="185460" y="67653"/>
                </a:lnTo>
                <a:lnTo>
                  <a:pt x="185962" y="67567"/>
                </a:lnTo>
                <a:lnTo>
                  <a:pt x="186455" y="67469"/>
                </a:lnTo>
                <a:lnTo>
                  <a:pt x="186938" y="67360"/>
                </a:lnTo>
                <a:lnTo>
                  <a:pt x="187411" y="67239"/>
                </a:lnTo>
                <a:lnTo>
                  <a:pt x="187875" y="67108"/>
                </a:lnTo>
                <a:lnTo>
                  <a:pt x="188329" y="66964"/>
                </a:lnTo>
                <a:lnTo>
                  <a:pt x="188774" y="66809"/>
                </a:lnTo>
                <a:lnTo>
                  <a:pt x="189209" y="66643"/>
                </a:lnTo>
                <a:lnTo>
                  <a:pt x="189634" y="66465"/>
                </a:lnTo>
                <a:lnTo>
                  <a:pt x="190050" y="66276"/>
                </a:lnTo>
                <a:lnTo>
                  <a:pt x="190457" y="66075"/>
                </a:lnTo>
                <a:lnTo>
                  <a:pt x="190854" y="65863"/>
                </a:lnTo>
                <a:lnTo>
                  <a:pt x="191241" y="65639"/>
                </a:lnTo>
                <a:lnTo>
                  <a:pt x="191619" y="65404"/>
                </a:lnTo>
                <a:lnTo>
                  <a:pt x="191987" y="65157"/>
                </a:lnTo>
                <a:lnTo>
                  <a:pt x="192345" y="64899"/>
                </a:lnTo>
                <a:lnTo>
                  <a:pt x="192694" y="64629"/>
                </a:lnTo>
                <a:lnTo>
                  <a:pt x="193032" y="64350"/>
                </a:lnTo>
                <a:lnTo>
                  <a:pt x="193354" y="64062"/>
                </a:lnTo>
                <a:lnTo>
                  <a:pt x="193663" y="63767"/>
                </a:lnTo>
                <a:lnTo>
                  <a:pt x="193957" y="63464"/>
                </a:lnTo>
                <a:lnTo>
                  <a:pt x="194237" y="63153"/>
                </a:lnTo>
                <a:lnTo>
                  <a:pt x="194502" y="62833"/>
                </a:lnTo>
                <a:lnTo>
                  <a:pt x="194753" y="62506"/>
                </a:lnTo>
                <a:lnTo>
                  <a:pt x="194990" y="62171"/>
                </a:lnTo>
                <a:lnTo>
                  <a:pt x="195213" y="61828"/>
                </a:lnTo>
                <a:lnTo>
                  <a:pt x="195421" y="61477"/>
                </a:lnTo>
                <a:lnTo>
                  <a:pt x="195614" y="61118"/>
                </a:lnTo>
                <a:lnTo>
                  <a:pt x="195794" y="60751"/>
                </a:lnTo>
                <a:lnTo>
                  <a:pt x="195959" y="60376"/>
                </a:lnTo>
                <a:lnTo>
                  <a:pt x="196109" y="59993"/>
                </a:lnTo>
                <a:lnTo>
                  <a:pt x="196246" y="59602"/>
                </a:lnTo>
                <a:lnTo>
                  <a:pt x="196368" y="59203"/>
                </a:lnTo>
                <a:lnTo>
                  <a:pt x="196475" y="58796"/>
                </a:lnTo>
                <a:lnTo>
                  <a:pt x="196569" y="58381"/>
                </a:lnTo>
                <a:lnTo>
                  <a:pt x="196602" y="58204"/>
                </a:lnTo>
                <a:lnTo>
                  <a:pt x="196827" y="58204"/>
                </a:lnTo>
                <a:lnTo>
                  <a:pt x="196827" y="67016"/>
                </a:lnTo>
                <a:lnTo>
                  <a:pt x="207934" y="67016"/>
                </a:lnTo>
                <a:close/>
                <a:moveTo>
                  <a:pt x="184415" y="59272"/>
                </a:moveTo>
                <a:lnTo>
                  <a:pt x="184084" y="59247"/>
                </a:lnTo>
                <a:lnTo>
                  <a:pt x="183760" y="59215"/>
                </a:lnTo>
                <a:lnTo>
                  <a:pt x="183443" y="59176"/>
                </a:lnTo>
                <a:lnTo>
                  <a:pt x="183131" y="59129"/>
                </a:lnTo>
                <a:lnTo>
                  <a:pt x="182826" y="59075"/>
                </a:lnTo>
                <a:lnTo>
                  <a:pt x="182527" y="59014"/>
                </a:lnTo>
                <a:lnTo>
                  <a:pt x="182234" y="58946"/>
                </a:lnTo>
                <a:lnTo>
                  <a:pt x="181947" y="58871"/>
                </a:lnTo>
                <a:lnTo>
                  <a:pt x="181667" y="58788"/>
                </a:lnTo>
                <a:lnTo>
                  <a:pt x="181392" y="58699"/>
                </a:lnTo>
                <a:lnTo>
                  <a:pt x="181124" y="58602"/>
                </a:lnTo>
                <a:lnTo>
                  <a:pt x="180862" y="58498"/>
                </a:lnTo>
                <a:lnTo>
                  <a:pt x="180607" y="58387"/>
                </a:lnTo>
                <a:lnTo>
                  <a:pt x="180357" y="58269"/>
                </a:lnTo>
                <a:lnTo>
                  <a:pt x="180114" y="58143"/>
                </a:lnTo>
                <a:lnTo>
                  <a:pt x="179877" y="58011"/>
                </a:lnTo>
                <a:lnTo>
                  <a:pt x="179647" y="57871"/>
                </a:lnTo>
                <a:lnTo>
                  <a:pt x="179422" y="57724"/>
                </a:lnTo>
                <a:lnTo>
                  <a:pt x="179204" y="57570"/>
                </a:lnTo>
                <a:lnTo>
                  <a:pt x="178992" y="57408"/>
                </a:lnTo>
                <a:lnTo>
                  <a:pt x="178786" y="57240"/>
                </a:lnTo>
                <a:lnTo>
                  <a:pt x="178587" y="57065"/>
                </a:lnTo>
                <a:lnTo>
                  <a:pt x="178397" y="56885"/>
                </a:lnTo>
                <a:lnTo>
                  <a:pt x="178216" y="56700"/>
                </a:lnTo>
                <a:lnTo>
                  <a:pt x="178043" y="56509"/>
                </a:lnTo>
                <a:lnTo>
                  <a:pt x="177878" y="56313"/>
                </a:lnTo>
                <a:lnTo>
                  <a:pt x="177722" y="56112"/>
                </a:lnTo>
                <a:lnTo>
                  <a:pt x="177574" y="55906"/>
                </a:lnTo>
                <a:lnTo>
                  <a:pt x="177435" y="55694"/>
                </a:lnTo>
                <a:lnTo>
                  <a:pt x="177304" y="55477"/>
                </a:lnTo>
                <a:lnTo>
                  <a:pt x="177181" y="55255"/>
                </a:lnTo>
                <a:lnTo>
                  <a:pt x="177068" y="55028"/>
                </a:lnTo>
                <a:lnTo>
                  <a:pt x="176962" y="54795"/>
                </a:lnTo>
                <a:lnTo>
                  <a:pt x="176865" y="54557"/>
                </a:lnTo>
                <a:lnTo>
                  <a:pt x="176776" y="54314"/>
                </a:lnTo>
                <a:lnTo>
                  <a:pt x="176696" y="54066"/>
                </a:lnTo>
                <a:lnTo>
                  <a:pt x="176624" y="53812"/>
                </a:lnTo>
                <a:lnTo>
                  <a:pt x="176561" y="53553"/>
                </a:lnTo>
                <a:lnTo>
                  <a:pt x="176506" y="53289"/>
                </a:lnTo>
                <a:lnTo>
                  <a:pt x="176460" y="53019"/>
                </a:lnTo>
                <a:lnTo>
                  <a:pt x="176422" y="52745"/>
                </a:lnTo>
                <a:lnTo>
                  <a:pt x="176392" y="52465"/>
                </a:lnTo>
                <a:lnTo>
                  <a:pt x="176371" y="52179"/>
                </a:lnTo>
                <a:lnTo>
                  <a:pt x="176358" y="51889"/>
                </a:lnTo>
                <a:lnTo>
                  <a:pt x="176354" y="51593"/>
                </a:lnTo>
                <a:lnTo>
                  <a:pt x="176358" y="51320"/>
                </a:lnTo>
                <a:lnTo>
                  <a:pt x="176369" y="51051"/>
                </a:lnTo>
                <a:lnTo>
                  <a:pt x="176387" y="50787"/>
                </a:lnTo>
                <a:lnTo>
                  <a:pt x="176413" y="50527"/>
                </a:lnTo>
                <a:lnTo>
                  <a:pt x="176446" y="50272"/>
                </a:lnTo>
                <a:lnTo>
                  <a:pt x="176486" y="50021"/>
                </a:lnTo>
                <a:lnTo>
                  <a:pt x="176534" y="49775"/>
                </a:lnTo>
                <a:lnTo>
                  <a:pt x="176589" y="49533"/>
                </a:lnTo>
                <a:lnTo>
                  <a:pt x="176651" y="49295"/>
                </a:lnTo>
                <a:lnTo>
                  <a:pt x="176721" y="49062"/>
                </a:lnTo>
                <a:lnTo>
                  <a:pt x="176797" y="48834"/>
                </a:lnTo>
                <a:lnTo>
                  <a:pt x="176882" y="48610"/>
                </a:lnTo>
                <a:lnTo>
                  <a:pt x="176973" y="48390"/>
                </a:lnTo>
                <a:lnTo>
                  <a:pt x="177072" y="48175"/>
                </a:lnTo>
                <a:lnTo>
                  <a:pt x="177179" y="47964"/>
                </a:lnTo>
                <a:lnTo>
                  <a:pt x="177292" y="47758"/>
                </a:lnTo>
                <a:lnTo>
                  <a:pt x="177413" y="47556"/>
                </a:lnTo>
                <a:lnTo>
                  <a:pt x="177541" y="47359"/>
                </a:lnTo>
                <a:lnTo>
                  <a:pt x="177677" y="47166"/>
                </a:lnTo>
                <a:lnTo>
                  <a:pt x="177820" y="46978"/>
                </a:lnTo>
                <a:lnTo>
                  <a:pt x="177970" y="46794"/>
                </a:lnTo>
                <a:lnTo>
                  <a:pt x="178128" y="46614"/>
                </a:lnTo>
                <a:lnTo>
                  <a:pt x="178293" y="46439"/>
                </a:lnTo>
                <a:lnTo>
                  <a:pt x="178465" y="46269"/>
                </a:lnTo>
                <a:lnTo>
                  <a:pt x="178643" y="46104"/>
                </a:lnTo>
                <a:lnTo>
                  <a:pt x="178827" y="45946"/>
                </a:lnTo>
                <a:lnTo>
                  <a:pt x="179015" y="45795"/>
                </a:lnTo>
                <a:lnTo>
                  <a:pt x="179207" y="45652"/>
                </a:lnTo>
                <a:lnTo>
                  <a:pt x="179405" y="45515"/>
                </a:lnTo>
                <a:lnTo>
                  <a:pt x="179607" y="45385"/>
                </a:lnTo>
                <a:lnTo>
                  <a:pt x="179814" y="45262"/>
                </a:lnTo>
                <a:lnTo>
                  <a:pt x="180026" y="45147"/>
                </a:lnTo>
                <a:lnTo>
                  <a:pt x="180243" y="45038"/>
                </a:lnTo>
                <a:lnTo>
                  <a:pt x="180464" y="44936"/>
                </a:lnTo>
                <a:lnTo>
                  <a:pt x="180690" y="44841"/>
                </a:lnTo>
                <a:lnTo>
                  <a:pt x="180921" y="44754"/>
                </a:lnTo>
                <a:lnTo>
                  <a:pt x="181157" y="44673"/>
                </a:lnTo>
                <a:lnTo>
                  <a:pt x="181398" y="44599"/>
                </a:lnTo>
                <a:lnTo>
                  <a:pt x="181643" y="44533"/>
                </a:lnTo>
                <a:lnTo>
                  <a:pt x="181893" y="44473"/>
                </a:lnTo>
                <a:lnTo>
                  <a:pt x="182148" y="44421"/>
                </a:lnTo>
                <a:lnTo>
                  <a:pt x="182407" y="44375"/>
                </a:lnTo>
                <a:lnTo>
                  <a:pt x="182672" y="44336"/>
                </a:lnTo>
                <a:lnTo>
                  <a:pt x="182941" y="44305"/>
                </a:lnTo>
                <a:lnTo>
                  <a:pt x="183215" y="44280"/>
                </a:lnTo>
                <a:lnTo>
                  <a:pt x="183494" y="44263"/>
                </a:lnTo>
                <a:lnTo>
                  <a:pt x="183777" y="44252"/>
                </a:lnTo>
                <a:lnTo>
                  <a:pt x="184065" y="44249"/>
                </a:lnTo>
                <a:lnTo>
                  <a:pt x="196458" y="44249"/>
                </a:lnTo>
                <a:lnTo>
                  <a:pt x="196458" y="50400"/>
                </a:lnTo>
                <a:lnTo>
                  <a:pt x="196453" y="50726"/>
                </a:lnTo>
                <a:lnTo>
                  <a:pt x="196437" y="51047"/>
                </a:lnTo>
                <a:lnTo>
                  <a:pt x="196410" y="51364"/>
                </a:lnTo>
                <a:lnTo>
                  <a:pt x="196373" y="51675"/>
                </a:lnTo>
                <a:lnTo>
                  <a:pt x="196325" y="51981"/>
                </a:lnTo>
                <a:lnTo>
                  <a:pt x="196266" y="52282"/>
                </a:lnTo>
                <a:lnTo>
                  <a:pt x="196197" y="52578"/>
                </a:lnTo>
                <a:lnTo>
                  <a:pt x="196117" y="52868"/>
                </a:lnTo>
                <a:lnTo>
                  <a:pt x="196026" y="53154"/>
                </a:lnTo>
                <a:lnTo>
                  <a:pt x="195924" y="53434"/>
                </a:lnTo>
                <a:lnTo>
                  <a:pt x="195812" y="53710"/>
                </a:lnTo>
                <a:lnTo>
                  <a:pt x="195689" y="53980"/>
                </a:lnTo>
                <a:lnTo>
                  <a:pt x="195556" y="54245"/>
                </a:lnTo>
                <a:lnTo>
                  <a:pt x="195412" y="54506"/>
                </a:lnTo>
                <a:lnTo>
                  <a:pt x="195257" y="54761"/>
                </a:lnTo>
                <a:lnTo>
                  <a:pt x="195091" y="55011"/>
                </a:lnTo>
                <a:lnTo>
                  <a:pt x="194915" y="55255"/>
                </a:lnTo>
                <a:lnTo>
                  <a:pt x="194728" y="55495"/>
                </a:lnTo>
                <a:lnTo>
                  <a:pt x="194530" y="55730"/>
                </a:lnTo>
                <a:lnTo>
                  <a:pt x="194322" y="55959"/>
                </a:lnTo>
                <a:lnTo>
                  <a:pt x="194103" y="56184"/>
                </a:lnTo>
                <a:lnTo>
                  <a:pt x="193874" y="56403"/>
                </a:lnTo>
                <a:lnTo>
                  <a:pt x="193633" y="56617"/>
                </a:lnTo>
                <a:lnTo>
                  <a:pt x="193382" y="56827"/>
                </a:lnTo>
                <a:lnTo>
                  <a:pt x="193123" y="57029"/>
                </a:lnTo>
                <a:lnTo>
                  <a:pt x="192857" y="57222"/>
                </a:lnTo>
                <a:lnTo>
                  <a:pt x="192586" y="57407"/>
                </a:lnTo>
                <a:lnTo>
                  <a:pt x="192308" y="57584"/>
                </a:lnTo>
                <a:lnTo>
                  <a:pt x="192023" y="57752"/>
                </a:lnTo>
                <a:lnTo>
                  <a:pt x="191733" y="57911"/>
                </a:lnTo>
                <a:lnTo>
                  <a:pt x="191436" y="58061"/>
                </a:lnTo>
                <a:lnTo>
                  <a:pt x="191133" y="58203"/>
                </a:lnTo>
                <a:lnTo>
                  <a:pt x="190824" y="58337"/>
                </a:lnTo>
                <a:lnTo>
                  <a:pt x="190509" y="58461"/>
                </a:lnTo>
                <a:lnTo>
                  <a:pt x="190188" y="58578"/>
                </a:lnTo>
                <a:lnTo>
                  <a:pt x="189860" y="58685"/>
                </a:lnTo>
                <a:lnTo>
                  <a:pt x="189526" y="58784"/>
                </a:lnTo>
                <a:lnTo>
                  <a:pt x="189186" y="58874"/>
                </a:lnTo>
                <a:lnTo>
                  <a:pt x="188839" y="58956"/>
                </a:lnTo>
                <a:lnTo>
                  <a:pt x="188487" y="59029"/>
                </a:lnTo>
                <a:lnTo>
                  <a:pt x="188128" y="59094"/>
                </a:lnTo>
                <a:lnTo>
                  <a:pt x="187763" y="59150"/>
                </a:lnTo>
                <a:lnTo>
                  <a:pt x="187392" y="59197"/>
                </a:lnTo>
                <a:lnTo>
                  <a:pt x="187014" y="59236"/>
                </a:lnTo>
                <a:lnTo>
                  <a:pt x="186631" y="59266"/>
                </a:lnTo>
                <a:lnTo>
                  <a:pt x="186241" y="59287"/>
                </a:lnTo>
                <a:lnTo>
                  <a:pt x="185845" y="59300"/>
                </a:lnTo>
                <a:lnTo>
                  <a:pt x="185442" y="59305"/>
                </a:lnTo>
                <a:lnTo>
                  <a:pt x="185094" y="59301"/>
                </a:lnTo>
                <a:lnTo>
                  <a:pt x="184751" y="59290"/>
                </a:lnTo>
                <a:lnTo>
                  <a:pt x="184415" y="59272"/>
                </a:lnTo>
                <a:close/>
                <a:moveTo>
                  <a:pt x="0" y="69311"/>
                </a:moveTo>
                <a:lnTo>
                  <a:pt x="0" y="79685"/>
                </a:lnTo>
                <a:lnTo>
                  <a:pt x="99147" y="79685"/>
                </a:lnTo>
                <a:lnTo>
                  <a:pt x="99147" y="69311"/>
                </a:lnTo>
                <a:lnTo>
                  <a:pt x="0" y="69311"/>
                </a:lnTo>
                <a:close/>
                <a:moveTo>
                  <a:pt x="330493" y="69311"/>
                </a:moveTo>
                <a:lnTo>
                  <a:pt x="330493" y="79685"/>
                </a:lnTo>
                <a:lnTo>
                  <a:pt x="429639" y="79685"/>
                </a:lnTo>
                <a:lnTo>
                  <a:pt x="429639" y="69311"/>
                </a:lnTo>
                <a:lnTo>
                  <a:pt x="330493" y="693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Text def">
            <a:extLst xmlns:a="http://schemas.openxmlformats.org/drawingml/2006/main">
              <a:ext uri="{FF2B5EF4-FFF2-40B4-BE49-F238E27FC236}">
                <a16:creationId xmlns:a16="http://schemas.microsoft.com/office/drawing/2014/main" id="{6A74413C-71EC-4D39-B1D0-14AA258F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9305" y="1460764"/>
            <a:ext cx="153403" cy="67934"/>
          </a:xfrm>
          <a:custGeom xmlns:a="http://schemas.openxmlformats.org/drawingml/2006/main">
            <a:pathLst>
              <a:path w="153403" h="67934">
                <a:moveTo>
                  <a:pt x="153403" y="32497"/>
                </a:moveTo>
                <a:lnTo>
                  <a:pt x="153403" y="22124"/>
                </a:lnTo>
                <a:lnTo>
                  <a:pt x="134033" y="22124"/>
                </a:lnTo>
                <a:lnTo>
                  <a:pt x="134033" y="14687"/>
                </a:lnTo>
                <a:lnTo>
                  <a:pt x="134035" y="14513"/>
                </a:lnTo>
                <a:lnTo>
                  <a:pt x="134042" y="14342"/>
                </a:lnTo>
                <a:lnTo>
                  <a:pt x="134054" y="14173"/>
                </a:lnTo>
                <a:lnTo>
                  <a:pt x="134070" y="14008"/>
                </a:lnTo>
                <a:lnTo>
                  <a:pt x="134090" y="13846"/>
                </a:lnTo>
                <a:lnTo>
                  <a:pt x="134116" y="13687"/>
                </a:lnTo>
                <a:lnTo>
                  <a:pt x="134146" y="13530"/>
                </a:lnTo>
                <a:lnTo>
                  <a:pt x="134181" y="13377"/>
                </a:lnTo>
                <a:lnTo>
                  <a:pt x="134220" y="13227"/>
                </a:lnTo>
                <a:lnTo>
                  <a:pt x="134264" y="13080"/>
                </a:lnTo>
                <a:lnTo>
                  <a:pt x="134312" y="12936"/>
                </a:lnTo>
                <a:lnTo>
                  <a:pt x="134365" y="12795"/>
                </a:lnTo>
                <a:lnTo>
                  <a:pt x="134423" y="12657"/>
                </a:lnTo>
                <a:lnTo>
                  <a:pt x="134486" y="12522"/>
                </a:lnTo>
                <a:lnTo>
                  <a:pt x="134553" y="12390"/>
                </a:lnTo>
                <a:lnTo>
                  <a:pt x="134624" y="12261"/>
                </a:lnTo>
                <a:lnTo>
                  <a:pt x="134700" y="12135"/>
                </a:lnTo>
                <a:lnTo>
                  <a:pt x="134781" y="12012"/>
                </a:lnTo>
                <a:lnTo>
                  <a:pt x="134867" y="11892"/>
                </a:lnTo>
                <a:lnTo>
                  <a:pt x="134957" y="11775"/>
                </a:lnTo>
                <a:lnTo>
                  <a:pt x="135052" y="11661"/>
                </a:lnTo>
                <a:lnTo>
                  <a:pt x="135151" y="11551"/>
                </a:lnTo>
                <a:lnTo>
                  <a:pt x="135255" y="11443"/>
                </a:lnTo>
                <a:lnTo>
                  <a:pt x="135364" y="11338"/>
                </a:lnTo>
                <a:lnTo>
                  <a:pt x="135476" y="11237"/>
                </a:lnTo>
                <a:lnTo>
                  <a:pt x="135591" y="11140"/>
                </a:lnTo>
                <a:lnTo>
                  <a:pt x="135710" y="11048"/>
                </a:lnTo>
                <a:lnTo>
                  <a:pt x="135831" y="10959"/>
                </a:lnTo>
                <a:lnTo>
                  <a:pt x="135956" y="10875"/>
                </a:lnTo>
                <a:lnTo>
                  <a:pt x="136083" y="10796"/>
                </a:lnTo>
                <a:lnTo>
                  <a:pt x="136214" y="10720"/>
                </a:lnTo>
                <a:lnTo>
                  <a:pt x="136348" y="10649"/>
                </a:lnTo>
                <a:lnTo>
                  <a:pt x="136484" y="10583"/>
                </a:lnTo>
                <a:lnTo>
                  <a:pt x="136624" y="10520"/>
                </a:lnTo>
                <a:lnTo>
                  <a:pt x="136767" y="10462"/>
                </a:lnTo>
                <a:lnTo>
                  <a:pt x="136912" y="10408"/>
                </a:lnTo>
                <a:lnTo>
                  <a:pt x="137061" y="10359"/>
                </a:lnTo>
                <a:lnTo>
                  <a:pt x="137213" y="10314"/>
                </a:lnTo>
                <a:lnTo>
                  <a:pt x="137368" y="10273"/>
                </a:lnTo>
                <a:lnTo>
                  <a:pt x="137526" y="10236"/>
                </a:lnTo>
                <a:lnTo>
                  <a:pt x="137687" y="10204"/>
                </a:lnTo>
                <a:lnTo>
                  <a:pt x="137851" y="10176"/>
                </a:lnTo>
                <a:lnTo>
                  <a:pt x="138018" y="10152"/>
                </a:lnTo>
                <a:lnTo>
                  <a:pt x="138188" y="10133"/>
                </a:lnTo>
                <a:lnTo>
                  <a:pt x="138361" y="10118"/>
                </a:lnTo>
                <a:lnTo>
                  <a:pt x="138537" y="10107"/>
                </a:lnTo>
                <a:lnTo>
                  <a:pt x="138716" y="10101"/>
                </a:lnTo>
                <a:lnTo>
                  <a:pt x="138898" y="10098"/>
                </a:lnTo>
                <a:lnTo>
                  <a:pt x="153403" y="10098"/>
                </a:lnTo>
                <a:lnTo>
                  <a:pt x="153403" y="0"/>
                </a:lnTo>
                <a:lnTo>
                  <a:pt x="138623" y="0"/>
                </a:lnTo>
                <a:lnTo>
                  <a:pt x="138024" y="7"/>
                </a:lnTo>
                <a:lnTo>
                  <a:pt x="137434" y="27"/>
                </a:lnTo>
                <a:lnTo>
                  <a:pt x="136854" y="62"/>
                </a:lnTo>
                <a:lnTo>
                  <a:pt x="136284" y="110"/>
                </a:lnTo>
                <a:lnTo>
                  <a:pt x="135724" y="171"/>
                </a:lnTo>
                <a:lnTo>
                  <a:pt x="135174" y="247"/>
                </a:lnTo>
                <a:lnTo>
                  <a:pt x="134634" y="336"/>
                </a:lnTo>
                <a:lnTo>
                  <a:pt x="134104" y="439"/>
                </a:lnTo>
                <a:lnTo>
                  <a:pt x="133583" y="555"/>
                </a:lnTo>
                <a:lnTo>
                  <a:pt x="133073" y="685"/>
                </a:lnTo>
                <a:lnTo>
                  <a:pt x="132572" y="829"/>
                </a:lnTo>
                <a:lnTo>
                  <a:pt x="132081" y="987"/>
                </a:lnTo>
                <a:lnTo>
                  <a:pt x="131601" y="1158"/>
                </a:lnTo>
                <a:lnTo>
                  <a:pt x="131129" y="1343"/>
                </a:lnTo>
                <a:lnTo>
                  <a:pt x="130668" y="1542"/>
                </a:lnTo>
                <a:lnTo>
                  <a:pt x="130217" y="1754"/>
                </a:lnTo>
                <a:lnTo>
                  <a:pt x="129776" y="1981"/>
                </a:lnTo>
                <a:lnTo>
                  <a:pt x="129344" y="2220"/>
                </a:lnTo>
                <a:lnTo>
                  <a:pt x="128923" y="2474"/>
                </a:lnTo>
                <a:lnTo>
                  <a:pt x="128511" y="2741"/>
                </a:lnTo>
                <a:lnTo>
                  <a:pt x="128109" y="3022"/>
                </a:lnTo>
                <a:lnTo>
                  <a:pt x="127717" y="3317"/>
                </a:lnTo>
                <a:lnTo>
                  <a:pt x="127335" y="3625"/>
                </a:lnTo>
                <a:lnTo>
                  <a:pt x="126963" y="3947"/>
                </a:lnTo>
                <a:lnTo>
                  <a:pt x="126603" y="4281"/>
                </a:lnTo>
                <a:lnTo>
                  <a:pt x="126259" y="4624"/>
                </a:lnTo>
                <a:lnTo>
                  <a:pt x="125930" y="4976"/>
                </a:lnTo>
                <a:lnTo>
                  <a:pt x="125617" y="5337"/>
                </a:lnTo>
                <a:lnTo>
                  <a:pt x="125318" y="5708"/>
                </a:lnTo>
                <a:lnTo>
                  <a:pt x="125035" y="6088"/>
                </a:lnTo>
                <a:lnTo>
                  <a:pt x="124768" y="6477"/>
                </a:lnTo>
                <a:lnTo>
                  <a:pt x="124515" y="6875"/>
                </a:lnTo>
                <a:lnTo>
                  <a:pt x="124278" y="7282"/>
                </a:lnTo>
                <a:lnTo>
                  <a:pt x="124056" y="7699"/>
                </a:lnTo>
                <a:lnTo>
                  <a:pt x="123850" y="8125"/>
                </a:lnTo>
                <a:lnTo>
                  <a:pt x="123659" y="8560"/>
                </a:lnTo>
                <a:lnTo>
                  <a:pt x="123483" y="9005"/>
                </a:lnTo>
                <a:lnTo>
                  <a:pt x="123322" y="9459"/>
                </a:lnTo>
                <a:lnTo>
                  <a:pt x="123177" y="9921"/>
                </a:lnTo>
                <a:lnTo>
                  <a:pt x="123047" y="10394"/>
                </a:lnTo>
                <a:lnTo>
                  <a:pt x="122932" y="10875"/>
                </a:lnTo>
                <a:lnTo>
                  <a:pt x="122833" y="11366"/>
                </a:lnTo>
                <a:lnTo>
                  <a:pt x="122749" y="11866"/>
                </a:lnTo>
                <a:lnTo>
                  <a:pt x="122680" y="12375"/>
                </a:lnTo>
                <a:lnTo>
                  <a:pt x="122626" y="12893"/>
                </a:lnTo>
                <a:lnTo>
                  <a:pt x="122588" y="13421"/>
                </a:lnTo>
                <a:lnTo>
                  <a:pt x="122565" y="13958"/>
                </a:lnTo>
                <a:lnTo>
                  <a:pt x="122557" y="14504"/>
                </a:lnTo>
                <a:lnTo>
                  <a:pt x="122557" y="22124"/>
                </a:lnTo>
                <a:lnTo>
                  <a:pt x="108695" y="22124"/>
                </a:lnTo>
                <a:lnTo>
                  <a:pt x="108695" y="32497"/>
                </a:lnTo>
                <a:lnTo>
                  <a:pt x="122557" y="32497"/>
                </a:lnTo>
                <a:lnTo>
                  <a:pt x="122557" y="67016"/>
                </a:lnTo>
                <a:lnTo>
                  <a:pt x="134033" y="67016"/>
                </a:lnTo>
                <a:lnTo>
                  <a:pt x="134033" y="32497"/>
                </a:lnTo>
                <a:lnTo>
                  <a:pt x="153403" y="32497"/>
                </a:lnTo>
                <a:close/>
                <a:moveTo>
                  <a:pt x="29978" y="25016"/>
                </a:moveTo>
                <a:lnTo>
                  <a:pt x="29870" y="24581"/>
                </a:lnTo>
                <a:lnTo>
                  <a:pt x="29749" y="24154"/>
                </a:lnTo>
                <a:lnTo>
                  <a:pt x="29615" y="23737"/>
                </a:lnTo>
                <a:lnTo>
                  <a:pt x="29468" y="23329"/>
                </a:lnTo>
                <a:lnTo>
                  <a:pt x="29309" y="22930"/>
                </a:lnTo>
                <a:lnTo>
                  <a:pt x="29137" y="22540"/>
                </a:lnTo>
                <a:lnTo>
                  <a:pt x="28952" y="22159"/>
                </a:lnTo>
                <a:lnTo>
                  <a:pt x="28754" y="21788"/>
                </a:lnTo>
                <a:lnTo>
                  <a:pt x="28544" y="21425"/>
                </a:lnTo>
                <a:lnTo>
                  <a:pt x="28320" y="21071"/>
                </a:lnTo>
                <a:lnTo>
                  <a:pt x="28084" y="20727"/>
                </a:lnTo>
                <a:lnTo>
                  <a:pt x="27836" y="20391"/>
                </a:lnTo>
                <a:lnTo>
                  <a:pt x="27574" y="20065"/>
                </a:lnTo>
                <a:lnTo>
                  <a:pt x="27300" y="19748"/>
                </a:lnTo>
                <a:lnTo>
                  <a:pt x="27013" y="19440"/>
                </a:lnTo>
                <a:lnTo>
                  <a:pt x="26713" y="19141"/>
                </a:lnTo>
                <a:lnTo>
                  <a:pt x="26403" y="18852"/>
                </a:lnTo>
                <a:lnTo>
                  <a:pt x="26084" y="18576"/>
                </a:lnTo>
                <a:lnTo>
                  <a:pt x="25755" y="18312"/>
                </a:lnTo>
                <a:lnTo>
                  <a:pt x="25418" y="18061"/>
                </a:lnTo>
                <a:lnTo>
                  <a:pt x="25072" y="17821"/>
                </a:lnTo>
                <a:lnTo>
                  <a:pt x="24717" y="17594"/>
                </a:lnTo>
                <a:lnTo>
                  <a:pt x="24353" y="17380"/>
                </a:lnTo>
                <a:lnTo>
                  <a:pt x="23980" y="17177"/>
                </a:lnTo>
                <a:lnTo>
                  <a:pt x="23598" y="16987"/>
                </a:lnTo>
                <a:lnTo>
                  <a:pt x="23208" y="16809"/>
                </a:lnTo>
                <a:lnTo>
                  <a:pt x="22808" y="16643"/>
                </a:lnTo>
                <a:lnTo>
                  <a:pt x="22399" y="16490"/>
                </a:lnTo>
                <a:lnTo>
                  <a:pt x="21982" y="16349"/>
                </a:lnTo>
                <a:lnTo>
                  <a:pt x="21555" y="16220"/>
                </a:lnTo>
                <a:lnTo>
                  <a:pt x="21120" y="16103"/>
                </a:lnTo>
                <a:lnTo>
                  <a:pt x="20676" y="15999"/>
                </a:lnTo>
                <a:lnTo>
                  <a:pt x="20222" y="15907"/>
                </a:lnTo>
                <a:lnTo>
                  <a:pt x="19760" y="15827"/>
                </a:lnTo>
                <a:lnTo>
                  <a:pt x="19289" y="15760"/>
                </a:lnTo>
                <a:lnTo>
                  <a:pt x="18809" y="15705"/>
                </a:lnTo>
                <a:lnTo>
                  <a:pt x="18320" y="15662"/>
                </a:lnTo>
                <a:lnTo>
                  <a:pt x="17822" y="15631"/>
                </a:lnTo>
                <a:lnTo>
                  <a:pt x="17316" y="15613"/>
                </a:lnTo>
                <a:lnTo>
                  <a:pt x="16800" y="15606"/>
                </a:lnTo>
                <a:lnTo>
                  <a:pt x="16170" y="15616"/>
                </a:lnTo>
                <a:lnTo>
                  <a:pt x="15551" y="15643"/>
                </a:lnTo>
                <a:lnTo>
                  <a:pt x="14942" y="15688"/>
                </a:lnTo>
                <a:lnTo>
                  <a:pt x="14344" y="15752"/>
                </a:lnTo>
                <a:lnTo>
                  <a:pt x="13756" y="15834"/>
                </a:lnTo>
                <a:lnTo>
                  <a:pt x="13179" y="15934"/>
                </a:lnTo>
                <a:lnTo>
                  <a:pt x="12612" y="16052"/>
                </a:lnTo>
                <a:lnTo>
                  <a:pt x="12056" y="16188"/>
                </a:lnTo>
                <a:lnTo>
                  <a:pt x="11511" y="16342"/>
                </a:lnTo>
                <a:lnTo>
                  <a:pt x="10976" y="16515"/>
                </a:lnTo>
                <a:lnTo>
                  <a:pt x="10451" y="16706"/>
                </a:lnTo>
                <a:lnTo>
                  <a:pt x="9937" y="16915"/>
                </a:lnTo>
                <a:lnTo>
                  <a:pt x="9433" y="17142"/>
                </a:lnTo>
                <a:lnTo>
                  <a:pt x="8940" y="17387"/>
                </a:lnTo>
                <a:lnTo>
                  <a:pt x="8458" y="17651"/>
                </a:lnTo>
                <a:lnTo>
                  <a:pt x="7986" y="17932"/>
                </a:lnTo>
                <a:lnTo>
                  <a:pt x="7525" y="18232"/>
                </a:lnTo>
                <a:lnTo>
                  <a:pt x="7074" y="18550"/>
                </a:lnTo>
                <a:lnTo>
                  <a:pt x="6633" y="18886"/>
                </a:lnTo>
                <a:lnTo>
                  <a:pt x="6203" y="19241"/>
                </a:lnTo>
                <a:lnTo>
                  <a:pt x="5784" y="19613"/>
                </a:lnTo>
                <a:lnTo>
                  <a:pt x="5375" y="20004"/>
                </a:lnTo>
                <a:lnTo>
                  <a:pt x="4977" y="20413"/>
                </a:lnTo>
                <a:lnTo>
                  <a:pt x="4589" y="20840"/>
                </a:lnTo>
                <a:lnTo>
                  <a:pt x="4215" y="21282"/>
                </a:lnTo>
                <a:lnTo>
                  <a:pt x="3856" y="21737"/>
                </a:lnTo>
                <a:lnTo>
                  <a:pt x="3513" y="22205"/>
                </a:lnTo>
                <a:lnTo>
                  <a:pt x="3187" y="22686"/>
                </a:lnTo>
                <a:lnTo>
                  <a:pt x="2876" y="23179"/>
                </a:lnTo>
                <a:lnTo>
                  <a:pt x="2581" y="23685"/>
                </a:lnTo>
                <a:lnTo>
                  <a:pt x="2302" y="24204"/>
                </a:lnTo>
                <a:lnTo>
                  <a:pt x="2040" y="24736"/>
                </a:lnTo>
                <a:lnTo>
                  <a:pt x="1793" y="25280"/>
                </a:lnTo>
                <a:lnTo>
                  <a:pt x="1562" y="25838"/>
                </a:lnTo>
                <a:lnTo>
                  <a:pt x="1346" y="26407"/>
                </a:lnTo>
                <a:lnTo>
                  <a:pt x="1147" y="26990"/>
                </a:lnTo>
                <a:lnTo>
                  <a:pt x="964" y="27586"/>
                </a:lnTo>
                <a:lnTo>
                  <a:pt x="797" y="28194"/>
                </a:lnTo>
                <a:lnTo>
                  <a:pt x="645" y="28815"/>
                </a:lnTo>
                <a:lnTo>
                  <a:pt x="510" y="29448"/>
                </a:lnTo>
                <a:lnTo>
                  <a:pt x="390" y="30095"/>
                </a:lnTo>
                <a:lnTo>
                  <a:pt x="287" y="30754"/>
                </a:lnTo>
                <a:lnTo>
                  <a:pt x="199" y="31426"/>
                </a:lnTo>
                <a:lnTo>
                  <a:pt x="127" y="32111"/>
                </a:lnTo>
                <a:lnTo>
                  <a:pt x="72" y="32808"/>
                </a:lnTo>
                <a:lnTo>
                  <a:pt x="32" y="33518"/>
                </a:lnTo>
                <a:lnTo>
                  <a:pt x="8" y="34241"/>
                </a:lnTo>
                <a:lnTo>
                  <a:pt x="0" y="34977"/>
                </a:lnTo>
                <a:lnTo>
                  <a:pt x="0" y="48656"/>
                </a:lnTo>
                <a:lnTo>
                  <a:pt x="8" y="49384"/>
                </a:lnTo>
                <a:lnTo>
                  <a:pt x="32" y="50100"/>
                </a:lnTo>
                <a:lnTo>
                  <a:pt x="72" y="50803"/>
                </a:lnTo>
                <a:lnTo>
                  <a:pt x="129" y="51494"/>
                </a:lnTo>
                <a:lnTo>
                  <a:pt x="201" y="52172"/>
                </a:lnTo>
                <a:lnTo>
                  <a:pt x="290" y="52838"/>
                </a:lnTo>
                <a:lnTo>
                  <a:pt x="394" y="53492"/>
                </a:lnTo>
                <a:lnTo>
                  <a:pt x="515" y="54133"/>
                </a:lnTo>
                <a:lnTo>
                  <a:pt x="652" y="54762"/>
                </a:lnTo>
                <a:lnTo>
                  <a:pt x="805" y="55378"/>
                </a:lnTo>
                <a:lnTo>
                  <a:pt x="974" y="55982"/>
                </a:lnTo>
                <a:lnTo>
                  <a:pt x="1159" y="56573"/>
                </a:lnTo>
                <a:lnTo>
                  <a:pt x="1360" y="57152"/>
                </a:lnTo>
                <a:lnTo>
                  <a:pt x="1577" y="57719"/>
                </a:lnTo>
                <a:lnTo>
                  <a:pt x="1811" y="58273"/>
                </a:lnTo>
                <a:lnTo>
                  <a:pt x="2060" y="58815"/>
                </a:lnTo>
                <a:lnTo>
                  <a:pt x="2326" y="59344"/>
                </a:lnTo>
                <a:lnTo>
                  <a:pt x="2607" y="59861"/>
                </a:lnTo>
                <a:lnTo>
                  <a:pt x="2905" y="60366"/>
                </a:lnTo>
                <a:lnTo>
                  <a:pt x="3219" y="60858"/>
                </a:lnTo>
                <a:lnTo>
                  <a:pt x="3549" y="61337"/>
                </a:lnTo>
                <a:lnTo>
                  <a:pt x="3895" y="61805"/>
                </a:lnTo>
                <a:lnTo>
                  <a:pt x="4257" y="62259"/>
                </a:lnTo>
                <a:lnTo>
                  <a:pt x="4635" y="62702"/>
                </a:lnTo>
                <a:lnTo>
                  <a:pt x="5027" y="63129"/>
                </a:lnTo>
                <a:lnTo>
                  <a:pt x="5428" y="63537"/>
                </a:lnTo>
                <a:lnTo>
                  <a:pt x="5840" y="63928"/>
                </a:lnTo>
                <a:lnTo>
                  <a:pt x="6261" y="64300"/>
                </a:lnTo>
                <a:lnTo>
                  <a:pt x="6693" y="64655"/>
                </a:lnTo>
                <a:lnTo>
                  <a:pt x="7134" y="64991"/>
                </a:lnTo>
                <a:lnTo>
                  <a:pt x="7586" y="65309"/>
                </a:lnTo>
                <a:lnTo>
                  <a:pt x="8048" y="65608"/>
                </a:lnTo>
                <a:lnTo>
                  <a:pt x="8519" y="65890"/>
                </a:lnTo>
                <a:lnTo>
                  <a:pt x="9001" y="66153"/>
                </a:lnTo>
                <a:lnTo>
                  <a:pt x="9493" y="66399"/>
                </a:lnTo>
                <a:lnTo>
                  <a:pt x="9995" y="66626"/>
                </a:lnTo>
                <a:lnTo>
                  <a:pt x="10507" y="66835"/>
                </a:lnTo>
                <a:lnTo>
                  <a:pt x="11029" y="67025"/>
                </a:lnTo>
                <a:lnTo>
                  <a:pt x="11561" y="67198"/>
                </a:lnTo>
                <a:lnTo>
                  <a:pt x="12103" y="67352"/>
                </a:lnTo>
                <a:lnTo>
                  <a:pt x="12655" y="67489"/>
                </a:lnTo>
                <a:lnTo>
                  <a:pt x="13217" y="67607"/>
                </a:lnTo>
                <a:lnTo>
                  <a:pt x="13789" y="67707"/>
                </a:lnTo>
                <a:lnTo>
                  <a:pt x="14371" y="67788"/>
                </a:lnTo>
                <a:lnTo>
                  <a:pt x="14963" y="67852"/>
                </a:lnTo>
                <a:lnTo>
                  <a:pt x="15565" y="67897"/>
                </a:lnTo>
                <a:lnTo>
                  <a:pt x="16178" y="67925"/>
                </a:lnTo>
                <a:lnTo>
                  <a:pt x="16800" y="67934"/>
                </a:lnTo>
                <a:lnTo>
                  <a:pt x="17316" y="67928"/>
                </a:lnTo>
                <a:lnTo>
                  <a:pt x="17822" y="67909"/>
                </a:lnTo>
                <a:lnTo>
                  <a:pt x="18320" y="67878"/>
                </a:lnTo>
                <a:lnTo>
                  <a:pt x="18809" y="67835"/>
                </a:lnTo>
                <a:lnTo>
                  <a:pt x="19289" y="67780"/>
                </a:lnTo>
                <a:lnTo>
                  <a:pt x="19760" y="67713"/>
                </a:lnTo>
                <a:lnTo>
                  <a:pt x="20222" y="67633"/>
                </a:lnTo>
                <a:lnTo>
                  <a:pt x="20676" y="67541"/>
                </a:lnTo>
                <a:lnTo>
                  <a:pt x="21120" y="67437"/>
                </a:lnTo>
                <a:lnTo>
                  <a:pt x="21555" y="67320"/>
                </a:lnTo>
                <a:lnTo>
                  <a:pt x="21982" y="67191"/>
                </a:lnTo>
                <a:lnTo>
                  <a:pt x="22399" y="67050"/>
                </a:lnTo>
                <a:lnTo>
                  <a:pt x="22808" y="66897"/>
                </a:lnTo>
                <a:lnTo>
                  <a:pt x="23208" y="66731"/>
                </a:lnTo>
                <a:lnTo>
                  <a:pt x="23598" y="66553"/>
                </a:lnTo>
                <a:lnTo>
                  <a:pt x="23980" y="66363"/>
                </a:lnTo>
                <a:lnTo>
                  <a:pt x="24353" y="66160"/>
                </a:lnTo>
                <a:lnTo>
                  <a:pt x="24717" y="65946"/>
                </a:lnTo>
                <a:lnTo>
                  <a:pt x="25072" y="65719"/>
                </a:lnTo>
                <a:lnTo>
                  <a:pt x="25418" y="65479"/>
                </a:lnTo>
                <a:lnTo>
                  <a:pt x="25755" y="65228"/>
                </a:lnTo>
                <a:lnTo>
                  <a:pt x="26084" y="64964"/>
                </a:lnTo>
                <a:lnTo>
                  <a:pt x="26403" y="64688"/>
                </a:lnTo>
                <a:lnTo>
                  <a:pt x="26713" y="64399"/>
                </a:lnTo>
                <a:lnTo>
                  <a:pt x="27013" y="64100"/>
                </a:lnTo>
                <a:lnTo>
                  <a:pt x="27300" y="63792"/>
                </a:lnTo>
                <a:lnTo>
                  <a:pt x="27574" y="63475"/>
                </a:lnTo>
                <a:lnTo>
                  <a:pt x="27836" y="63149"/>
                </a:lnTo>
                <a:lnTo>
                  <a:pt x="28084" y="62813"/>
                </a:lnTo>
                <a:lnTo>
                  <a:pt x="28320" y="62469"/>
                </a:lnTo>
                <a:lnTo>
                  <a:pt x="28544" y="62115"/>
                </a:lnTo>
                <a:lnTo>
                  <a:pt x="28754" y="61753"/>
                </a:lnTo>
                <a:lnTo>
                  <a:pt x="28952" y="61381"/>
                </a:lnTo>
                <a:lnTo>
                  <a:pt x="29137" y="61000"/>
                </a:lnTo>
                <a:lnTo>
                  <a:pt x="29309" y="60610"/>
                </a:lnTo>
                <a:lnTo>
                  <a:pt x="29468" y="60211"/>
                </a:lnTo>
                <a:lnTo>
                  <a:pt x="29615" y="59803"/>
                </a:lnTo>
                <a:lnTo>
                  <a:pt x="29749" y="59386"/>
                </a:lnTo>
                <a:lnTo>
                  <a:pt x="29870" y="58959"/>
                </a:lnTo>
                <a:lnTo>
                  <a:pt x="29978" y="58524"/>
                </a:lnTo>
                <a:lnTo>
                  <a:pt x="30074" y="58080"/>
                </a:lnTo>
                <a:lnTo>
                  <a:pt x="30157" y="57626"/>
                </a:lnTo>
                <a:lnTo>
                  <a:pt x="30195" y="57377"/>
                </a:lnTo>
                <a:lnTo>
                  <a:pt x="30386" y="57377"/>
                </a:lnTo>
                <a:lnTo>
                  <a:pt x="30386" y="67016"/>
                </a:lnTo>
                <a:lnTo>
                  <a:pt x="41586" y="67016"/>
                </a:lnTo>
                <a:lnTo>
                  <a:pt x="41586" y="0"/>
                </a:lnTo>
                <a:lnTo>
                  <a:pt x="30110" y="0"/>
                </a:lnTo>
                <a:lnTo>
                  <a:pt x="30110" y="14137"/>
                </a:lnTo>
                <a:lnTo>
                  <a:pt x="30477" y="26163"/>
                </a:lnTo>
                <a:lnTo>
                  <a:pt x="30195" y="26163"/>
                </a:lnTo>
                <a:lnTo>
                  <a:pt x="30157" y="25914"/>
                </a:lnTo>
                <a:lnTo>
                  <a:pt x="30074" y="25460"/>
                </a:lnTo>
                <a:lnTo>
                  <a:pt x="29978" y="25016"/>
                </a:lnTo>
                <a:close/>
                <a:moveTo>
                  <a:pt x="19767" y="57979"/>
                </a:moveTo>
                <a:lnTo>
                  <a:pt x="19423" y="57947"/>
                </a:lnTo>
                <a:lnTo>
                  <a:pt x="19086" y="57907"/>
                </a:lnTo>
                <a:lnTo>
                  <a:pt x="18756" y="57858"/>
                </a:lnTo>
                <a:lnTo>
                  <a:pt x="18432" y="57800"/>
                </a:lnTo>
                <a:lnTo>
                  <a:pt x="18115" y="57733"/>
                </a:lnTo>
                <a:lnTo>
                  <a:pt x="17804" y="57657"/>
                </a:lnTo>
                <a:lnTo>
                  <a:pt x="17501" y="57572"/>
                </a:lnTo>
                <a:lnTo>
                  <a:pt x="17204" y="57479"/>
                </a:lnTo>
                <a:lnTo>
                  <a:pt x="16914" y="57376"/>
                </a:lnTo>
                <a:lnTo>
                  <a:pt x="16630" y="57265"/>
                </a:lnTo>
                <a:lnTo>
                  <a:pt x="16353" y="57144"/>
                </a:lnTo>
                <a:lnTo>
                  <a:pt x="16083" y="57015"/>
                </a:lnTo>
                <a:lnTo>
                  <a:pt x="15820" y="56876"/>
                </a:lnTo>
                <a:lnTo>
                  <a:pt x="15563" y="56729"/>
                </a:lnTo>
                <a:lnTo>
                  <a:pt x="15313" y="56573"/>
                </a:lnTo>
                <a:lnTo>
                  <a:pt x="15070" y="56408"/>
                </a:lnTo>
                <a:lnTo>
                  <a:pt x="14833" y="56234"/>
                </a:lnTo>
                <a:lnTo>
                  <a:pt x="14603" y="56051"/>
                </a:lnTo>
                <a:lnTo>
                  <a:pt x="14380" y="55859"/>
                </a:lnTo>
                <a:lnTo>
                  <a:pt x="14163" y="55658"/>
                </a:lnTo>
                <a:lnTo>
                  <a:pt x="13953" y="55448"/>
                </a:lnTo>
                <a:lnTo>
                  <a:pt x="13751" y="55230"/>
                </a:lnTo>
                <a:lnTo>
                  <a:pt x="13558" y="55005"/>
                </a:lnTo>
                <a:lnTo>
                  <a:pt x="13373" y="54771"/>
                </a:lnTo>
                <a:lnTo>
                  <a:pt x="13196" y="54530"/>
                </a:lnTo>
                <a:lnTo>
                  <a:pt x="13029" y="54282"/>
                </a:lnTo>
                <a:lnTo>
                  <a:pt x="12869" y="54025"/>
                </a:lnTo>
                <a:lnTo>
                  <a:pt x="12719" y="53761"/>
                </a:lnTo>
                <a:lnTo>
                  <a:pt x="12577" y="53490"/>
                </a:lnTo>
                <a:lnTo>
                  <a:pt x="12443" y="53211"/>
                </a:lnTo>
                <a:lnTo>
                  <a:pt x="12319" y="52924"/>
                </a:lnTo>
                <a:lnTo>
                  <a:pt x="12202" y="52629"/>
                </a:lnTo>
                <a:lnTo>
                  <a:pt x="12095" y="52327"/>
                </a:lnTo>
                <a:lnTo>
                  <a:pt x="11996" y="52017"/>
                </a:lnTo>
                <a:lnTo>
                  <a:pt x="11906" y="51700"/>
                </a:lnTo>
                <a:lnTo>
                  <a:pt x="11824" y="51375"/>
                </a:lnTo>
                <a:lnTo>
                  <a:pt x="11751" y="51042"/>
                </a:lnTo>
                <a:lnTo>
                  <a:pt x="11686" y="50702"/>
                </a:lnTo>
                <a:lnTo>
                  <a:pt x="11630" y="50354"/>
                </a:lnTo>
                <a:lnTo>
                  <a:pt x="11583" y="49998"/>
                </a:lnTo>
                <a:lnTo>
                  <a:pt x="11544" y="49635"/>
                </a:lnTo>
                <a:lnTo>
                  <a:pt x="11514" y="49264"/>
                </a:lnTo>
                <a:lnTo>
                  <a:pt x="11493" y="48885"/>
                </a:lnTo>
                <a:lnTo>
                  <a:pt x="11480" y="48499"/>
                </a:lnTo>
                <a:lnTo>
                  <a:pt x="11475" y="48105"/>
                </a:lnTo>
                <a:lnTo>
                  <a:pt x="11475" y="35436"/>
                </a:lnTo>
                <a:lnTo>
                  <a:pt x="11480" y="35042"/>
                </a:lnTo>
                <a:lnTo>
                  <a:pt x="11493" y="34656"/>
                </a:lnTo>
                <a:lnTo>
                  <a:pt x="11514" y="34277"/>
                </a:lnTo>
                <a:lnTo>
                  <a:pt x="11544" y="33906"/>
                </a:lnTo>
                <a:lnTo>
                  <a:pt x="11583" y="33543"/>
                </a:lnTo>
                <a:lnTo>
                  <a:pt x="11630" y="33187"/>
                </a:lnTo>
                <a:lnTo>
                  <a:pt x="11686" y="32839"/>
                </a:lnTo>
                <a:lnTo>
                  <a:pt x="11751" y="32498"/>
                </a:lnTo>
                <a:lnTo>
                  <a:pt x="11824" y="32166"/>
                </a:lnTo>
                <a:lnTo>
                  <a:pt x="11906" y="31841"/>
                </a:lnTo>
                <a:lnTo>
                  <a:pt x="11996" y="31523"/>
                </a:lnTo>
                <a:lnTo>
                  <a:pt x="12095" y="31213"/>
                </a:lnTo>
                <a:lnTo>
                  <a:pt x="12202" y="30911"/>
                </a:lnTo>
                <a:lnTo>
                  <a:pt x="12319" y="30616"/>
                </a:lnTo>
                <a:lnTo>
                  <a:pt x="12443" y="30330"/>
                </a:lnTo>
                <a:lnTo>
                  <a:pt x="12577" y="30050"/>
                </a:lnTo>
                <a:lnTo>
                  <a:pt x="12719" y="29779"/>
                </a:lnTo>
                <a:lnTo>
                  <a:pt x="12869" y="29515"/>
                </a:lnTo>
                <a:lnTo>
                  <a:pt x="13029" y="29259"/>
                </a:lnTo>
                <a:lnTo>
                  <a:pt x="13196" y="29010"/>
                </a:lnTo>
                <a:lnTo>
                  <a:pt x="13373" y="28769"/>
                </a:lnTo>
                <a:lnTo>
                  <a:pt x="13558" y="28536"/>
                </a:lnTo>
                <a:lnTo>
                  <a:pt x="13751" y="28310"/>
                </a:lnTo>
                <a:lnTo>
                  <a:pt x="13953" y="28092"/>
                </a:lnTo>
                <a:lnTo>
                  <a:pt x="14163" y="27882"/>
                </a:lnTo>
                <a:lnTo>
                  <a:pt x="14380" y="27681"/>
                </a:lnTo>
                <a:lnTo>
                  <a:pt x="14603" y="27489"/>
                </a:lnTo>
                <a:lnTo>
                  <a:pt x="14833" y="27306"/>
                </a:lnTo>
                <a:lnTo>
                  <a:pt x="15070" y="27132"/>
                </a:lnTo>
                <a:lnTo>
                  <a:pt x="15313" y="26967"/>
                </a:lnTo>
                <a:lnTo>
                  <a:pt x="15563" y="26811"/>
                </a:lnTo>
                <a:lnTo>
                  <a:pt x="15820" y="26664"/>
                </a:lnTo>
                <a:lnTo>
                  <a:pt x="16083" y="26525"/>
                </a:lnTo>
                <a:lnTo>
                  <a:pt x="16353" y="26396"/>
                </a:lnTo>
                <a:lnTo>
                  <a:pt x="16630" y="26276"/>
                </a:lnTo>
                <a:lnTo>
                  <a:pt x="16914" y="26164"/>
                </a:lnTo>
                <a:lnTo>
                  <a:pt x="17204" y="26061"/>
                </a:lnTo>
                <a:lnTo>
                  <a:pt x="17501" y="25968"/>
                </a:lnTo>
                <a:lnTo>
                  <a:pt x="17804" y="25883"/>
                </a:lnTo>
                <a:lnTo>
                  <a:pt x="18115" y="25807"/>
                </a:lnTo>
                <a:lnTo>
                  <a:pt x="18432" y="25740"/>
                </a:lnTo>
                <a:lnTo>
                  <a:pt x="18756" y="25682"/>
                </a:lnTo>
                <a:lnTo>
                  <a:pt x="19086" y="25633"/>
                </a:lnTo>
                <a:lnTo>
                  <a:pt x="19423" y="25593"/>
                </a:lnTo>
                <a:lnTo>
                  <a:pt x="19767" y="25562"/>
                </a:lnTo>
                <a:lnTo>
                  <a:pt x="20117" y="25539"/>
                </a:lnTo>
                <a:lnTo>
                  <a:pt x="20475" y="25526"/>
                </a:lnTo>
                <a:lnTo>
                  <a:pt x="20838" y="25521"/>
                </a:lnTo>
                <a:lnTo>
                  <a:pt x="21202" y="25526"/>
                </a:lnTo>
                <a:lnTo>
                  <a:pt x="21559" y="25540"/>
                </a:lnTo>
                <a:lnTo>
                  <a:pt x="21909" y="25562"/>
                </a:lnTo>
                <a:lnTo>
                  <a:pt x="22253" y="25594"/>
                </a:lnTo>
                <a:lnTo>
                  <a:pt x="22589" y="25635"/>
                </a:lnTo>
                <a:lnTo>
                  <a:pt x="22918" y="25685"/>
                </a:lnTo>
                <a:lnTo>
                  <a:pt x="23241" y="25744"/>
                </a:lnTo>
                <a:lnTo>
                  <a:pt x="23557" y="25812"/>
                </a:lnTo>
                <a:lnTo>
                  <a:pt x="23866" y="25889"/>
                </a:lnTo>
                <a:lnTo>
                  <a:pt x="24168" y="25976"/>
                </a:lnTo>
                <a:lnTo>
                  <a:pt x="24463" y="26071"/>
                </a:lnTo>
                <a:lnTo>
                  <a:pt x="24752" y="26176"/>
                </a:lnTo>
                <a:lnTo>
                  <a:pt x="25033" y="26289"/>
                </a:lnTo>
                <a:lnTo>
                  <a:pt x="25308" y="26412"/>
                </a:lnTo>
                <a:lnTo>
                  <a:pt x="25576" y="26544"/>
                </a:lnTo>
                <a:lnTo>
                  <a:pt x="25837" y="26684"/>
                </a:lnTo>
                <a:lnTo>
                  <a:pt x="26091" y="26834"/>
                </a:lnTo>
                <a:lnTo>
                  <a:pt x="26338" y="26993"/>
                </a:lnTo>
                <a:lnTo>
                  <a:pt x="26578" y="27161"/>
                </a:lnTo>
                <a:lnTo>
                  <a:pt x="26812" y="27339"/>
                </a:lnTo>
                <a:lnTo>
                  <a:pt x="27038" y="27525"/>
                </a:lnTo>
                <a:lnTo>
                  <a:pt x="27258" y="27720"/>
                </a:lnTo>
                <a:lnTo>
                  <a:pt x="27471" y="27925"/>
                </a:lnTo>
                <a:lnTo>
                  <a:pt x="27677" y="28138"/>
                </a:lnTo>
                <a:lnTo>
                  <a:pt x="27876" y="28360"/>
                </a:lnTo>
                <a:lnTo>
                  <a:pt x="28066" y="28588"/>
                </a:lnTo>
                <a:lnTo>
                  <a:pt x="28247" y="28824"/>
                </a:lnTo>
                <a:lnTo>
                  <a:pt x="28421" y="29067"/>
                </a:lnTo>
                <a:lnTo>
                  <a:pt x="28585" y="29318"/>
                </a:lnTo>
                <a:lnTo>
                  <a:pt x="28742" y="29575"/>
                </a:lnTo>
                <a:lnTo>
                  <a:pt x="28890" y="29840"/>
                </a:lnTo>
                <a:lnTo>
                  <a:pt x="29029" y="30111"/>
                </a:lnTo>
                <a:lnTo>
                  <a:pt x="29160" y="30390"/>
                </a:lnTo>
                <a:lnTo>
                  <a:pt x="29282" y="30676"/>
                </a:lnTo>
                <a:lnTo>
                  <a:pt x="29396" y="30970"/>
                </a:lnTo>
                <a:lnTo>
                  <a:pt x="29502" y="31270"/>
                </a:lnTo>
                <a:lnTo>
                  <a:pt x="29599" y="31578"/>
                </a:lnTo>
                <a:lnTo>
                  <a:pt x="29688" y="31893"/>
                </a:lnTo>
                <a:lnTo>
                  <a:pt x="29768" y="32215"/>
                </a:lnTo>
                <a:lnTo>
                  <a:pt x="29840" y="32544"/>
                </a:lnTo>
                <a:lnTo>
                  <a:pt x="29903" y="32880"/>
                </a:lnTo>
                <a:lnTo>
                  <a:pt x="29958" y="33224"/>
                </a:lnTo>
                <a:lnTo>
                  <a:pt x="30005" y="33575"/>
                </a:lnTo>
                <a:lnTo>
                  <a:pt x="30043" y="33933"/>
                </a:lnTo>
                <a:lnTo>
                  <a:pt x="30072" y="34298"/>
                </a:lnTo>
                <a:lnTo>
                  <a:pt x="30094" y="34670"/>
                </a:lnTo>
                <a:lnTo>
                  <a:pt x="30106" y="35050"/>
                </a:lnTo>
                <a:lnTo>
                  <a:pt x="30110" y="35436"/>
                </a:lnTo>
                <a:lnTo>
                  <a:pt x="30110" y="48105"/>
                </a:lnTo>
                <a:lnTo>
                  <a:pt x="30106" y="48492"/>
                </a:lnTo>
                <a:lnTo>
                  <a:pt x="30094" y="48871"/>
                </a:lnTo>
                <a:lnTo>
                  <a:pt x="30072" y="49243"/>
                </a:lnTo>
                <a:lnTo>
                  <a:pt x="30043" y="49608"/>
                </a:lnTo>
                <a:lnTo>
                  <a:pt x="30005" y="49966"/>
                </a:lnTo>
                <a:lnTo>
                  <a:pt x="29958" y="50317"/>
                </a:lnTo>
                <a:lnTo>
                  <a:pt x="29903" y="50660"/>
                </a:lnTo>
                <a:lnTo>
                  <a:pt x="29840" y="50997"/>
                </a:lnTo>
                <a:lnTo>
                  <a:pt x="29768" y="51326"/>
                </a:lnTo>
                <a:lnTo>
                  <a:pt x="29688" y="51648"/>
                </a:lnTo>
                <a:lnTo>
                  <a:pt x="29599" y="51963"/>
                </a:lnTo>
                <a:lnTo>
                  <a:pt x="29502" y="52271"/>
                </a:lnTo>
                <a:lnTo>
                  <a:pt x="29396" y="52571"/>
                </a:lnTo>
                <a:lnTo>
                  <a:pt x="29282" y="52864"/>
                </a:lnTo>
                <a:lnTo>
                  <a:pt x="29160" y="53151"/>
                </a:lnTo>
                <a:lnTo>
                  <a:pt x="29029" y="53430"/>
                </a:lnTo>
                <a:lnTo>
                  <a:pt x="28890" y="53701"/>
                </a:lnTo>
                <a:lnTo>
                  <a:pt x="28742" y="53966"/>
                </a:lnTo>
                <a:lnTo>
                  <a:pt x="28585" y="54224"/>
                </a:lnTo>
                <a:lnTo>
                  <a:pt x="28421" y="54474"/>
                </a:lnTo>
                <a:lnTo>
                  <a:pt x="28247" y="54717"/>
                </a:lnTo>
                <a:lnTo>
                  <a:pt x="28066" y="54953"/>
                </a:lnTo>
                <a:lnTo>
                  <a:pt x="27876" y="55182"/>
                </a:lnTo>
                <a:lnTo>
                  <a:pt x="27677" y="55403"/>
                </a:lnTo>
                <a:lnTo>
                  <a:pt x="27471" y="55617"/>
                </a:lnTo>
                <a:lnTo>
                  <a:pt x="27258" y="55821"/>
                </a:lnTo>
                <a:lnTo>
                  <a:pt x="27038" y="56016"/>
                </a:lnTo>
                <a:lnTo>
                  <a:pt x="26812" y="56203"/>
                </a:lnTo>
                <a:lnTo>
                  <a:pt x="26578" y="56380"/>
                </a:lnTo>
                <a:lnTo>
                  <a:pt x="26338" y="56548"/>
                </a:lnTo>
                <a:lnTo>
                  <a:pt x="26091" y="56707"/>
                </a:lnTo>
                <a:lnTo>
                  <a:pt x="25837" y="56856"/>
                </a:lnTo>
                <a:lnTo>
                  <a:pt x="25576" y="56997"/>
                </a:lnTo>
                <a:lnTo>
                  <a:pt x="25308" y="57129"/>
                </a:lnTo>
                <a:lnTo>
                  <a:pt x="25033" y="57251"/>
                </a:lnTo>
                <a:lnTo>
                  <a:pt x="24752" y="57365"/>
                </a:lnTo>
                <a:lnTo>
                  <a:pt x="24463" y="57469"/>
                </a:lnTo>
                <a:lnTo>
                  <a:pt x="24168" y="57565"/>
                </a:lnTo>
                <a:lnTo>
                  <a:pt x="23866" y="57651"/>
                </a:lnTo>
                <a:lnTo>
                  <a:pt x="23557" y="57728"/>
                </a:lnTo>
                <a:lnTo>
                  <a:pt x="23241" y="57796"/>
                </a:lnTo>
                <a:lnTo>
                  <a:pt x="22918" y="57855"/>
                </a:lnTo>
                <a:lnTo>
                  <a:pt x="22589" y="57905"/>
                </a:lnTo>
                <a:lnTo>
                  <a:pt x="22253" y="57946"/>
                </a:lnTo>
                <a:lnTo>
                  <a:pt x="21909" y="57978"/>
                </a:lnTo>
                <a:lnTo>
                  <a:pt x="21559" y="58001"/>
                </a:lnTo>
                <a:lnTo>
                  <a:pt x="21202" y="58014"/>
                </a:lnTo>
                <a:lnTo>
                  <a:pt x="20838" y="58019"/>
                </a:lnTo>
                <a:lnTo>
                  <a:pt x="20475" y="58014"/>
                </a:lnTo>
                <a:lnTo>
                  <a:pt x="20117" y="58001"/>
                </a:lnTo>
                <a:lnTo>
                  <a:pt x="19767" y="57979"/>
                </a:lnTo>
                <a:close/>
                <a:moveTo>
                  <a:pt x="78269" y="67873"/>
                </a:moveTo>
                <a:lnTo>
                  <a:pt x="78913" y="67825"/>
                </a:lnTo>
                <a:lnTo>
                  <a:pt x="79548" y="67764"/>
                </a:lnTo>
                <a:lnTo>
                  <a:pt x="80175" y="67690"/>
                </a:lnTo>
                <a:lnTo>
                  <a:pt x="80794" y="67602"/>
                </a:lnTo>
                <a:lnTo>
                  <a:pt x="81404" y="67500"/>
                </a:lnTo>
                <a:lnTo>
                  <a:pt x="82005" y="67385"/>
                </a:lnTo>
                <a:lnTo>
                  <a:pt x="82598" y="67256"/>
                </a:lnTo>
                <a:lnTo>
                  <a:pt x="83183" y="67114"/>
                </a:lnTo>
                <a:lnTo>
                  <a:pt x="83759" y="66958"/>
                </a:lnTo>
                <a:lnTo>
                  <a:pt x="84326" y="66789"/>
                </a:lnTo>
                <a:lnTo>
                  <a:pt x="84886" y="66606"/>
                </a:lnTo>
                <a:lnTo>
                  <a:pt x="85436" y="66410"/>
                </a:lnTo>
                <a:lnTo>
                  <a:pt x="85979" y="66200"/>
                </a:lnTo>
                <a:lnTo>
                  <a:pt x="86512" y="65976"/>
                </a:lnTo>
                <a:lnTo>
                  <a:pt x="87038" y="65739"/>
                </a:lnTo>
                <a:lnTo>
                  <a:pt x="87555" y="65489"/>
                </a:lnTo>
                <a:lnTo>
                  <a:pt x="88063" y="65224"/>
                </a:lnTo>
                <a:lnTo>
                  <a:pt x="88563" y="64947"/>
                </a:lnTo>
                <a:lnTo>
                  <a:pt x="89055" y="64656"/>
                </a:lnTo>
                <a:lnTo>
                  <a:pt x="89538" y="64351"/>
                </a:lnTo>
                <a:lnTo>
                  <a:pt x="90013" y="64032"/>
                </a:lnTo>
                <a:lnTo>
                  <a:pt x="90475" y="63703"/>
                </a:lnTo>
                <a:lnTo>
                  <a:pt x="90923" y="63364"/>
                </a:lnTo>
                <a:lnTo>
                  <a:pt x="91356" y="63016"/>
                </a:lnTo>
                <a:lnTo>
                  <a:pt x="91773" y="62659"/>
                </a:lnTo>
                <a:lnTo>
                  <a:pt x="92176" y="62293"/>
                </a:lnTo>
                <a:lnTo>
                  <a:pt x="92563" y="61918"/>
                </a:lnTo>
                <a:lnTo>
                  <a:pt x="92935" y="61534"/>
                </a:lnTo>
                <a:lnTo>
                  <a:pt x="93292" y="61141"/>
                </a:lnTo>
                <a:lnTo>
                  <a:pt x="93634" y="60738"/>
                </a:lnTo>
                <a:lnTo>
                  <a:pt x="93960" y="60327"/>
                </a:lnTo>
                <a:lnTo>
                  <a:pt x="94272" y="59907"/>
                </a:lnTo>
                <a:lnTo>
                  <a:pt x="94568" y="59477"/>
                </a:lnTo>
                <a:lnTo>
                  <a:pt x="94849" y="59038"/>
                </a:lnTo>
                <a:lnTo>
                  <a:pt x="95115" y="58591"/>
                </a:lnTo>
                <a:lnTo>
                  <a:pt x="95366" y="58134"/>
                </a:lnTo>
                <a:lnTo>
                  <a:pt x="95602" y="57668"/>
                </a:lnTo>
                <a:lnTo>
                  <a:pt x="95823" y="57193"/>
                </a:lnTo>
                <a:lnTo>
                  <a:pt x="96028" y="56709"/>
                </a:lnTo>
                <a:lnTo>
                  <a:pt x="96219" y="56215"/>
                </a:lnTo>
                <a:lnTo>
                  <a:pt x="96394" y="55713"/>
                </a:lnTo>
                <a:lnTo>
                  <a:pt x="96554" y="55202"/>
                </a:lnTo>
                <a:lnTo>
                  <a:pt x="96699" y="54681"/>
                </a:lnTo>
                <a:lnTo>
                  <a:pt x="96829" y="54152"/>
                </a:lnTo>
                <a:lnTo>
                  <a:pt x="96944" y="53613"/>
                </a:lnTo>
                <a:lnTo>
                  <a:pt x="85652" y="53613"/>
                </a:lnTo>
                <a:lnTo>
                  <a:pt x="85595" y="53825"/>
                </a:lnTo>
                <a:lnTo>
                  <a:pt x="85533" y="54033"/>
                </a:lnTo>
                <a:lnTo>
                  <a:pt x="85464" y="54236"/>
                </a:lnTo>
                <a:lnTo>
                  <a:pt x="85389" y="54436"/>
                </a:lnTo>
                <a:lnTo>
                  <a:pt x="85308" y="54630"/>
                </a:lnTo>
                <a:lnTo>
                  <a:pt x="85221" y="54821"/>
                </a:lnTo>
                <a:lnTo>
                  <a:pt x="85128" y="55007"/>
                </a:lnTo>
                <a:lnTo>
                  <a:pt x="85029" y="55189"/>
                </a:lnTo>
                <a:lnTo>
                  <a:pt x="84924" y="55367"/>
                </a:lnTo>
                <a:lnTo>
                  <a:pt x="84813" y="55540"/>
                </a:lnTo>
                <a:lnTo>
                  <a:pt x="84696" y="55709"/>
                </a:lnTo>
                <a:lnTo>
                  <a:pt x="84573" y="55874"/>
                </a:lnTo>
                <a:lnTo>
                  <a:pt x="84444" y="56034"/>
                </a:lnTo>
                <a:lnTo>
                  <a:pt x="84308" y="56190"/>
                </a:lnTo>
                <a:lnTo>
                  <a:pt x="84167" y="56342"/>
                </a:lnTo>
                <a:lnTo>
                  <a:pt x="84019" y="56490"/>
                </a:lnTo>
                <a:lnTo>
                  <a:pt x="83866" y="56633"/>
                </a:lnTo>
                <a:lnTo>
                  <a:pt x="83706" y="56772"/>
                </a:lnTo>
                <a:lnTo>
                  <a:pt x="83541" y="56906"/>
                </a:lnTo>
                <a:lnTo>
                  <a:pt x="83369" y="57036"/>
                </a:lnTo>
                <a:lnTo>
                  <a:pt x="83191" y="57162"/>
                </a:lnTo>
                <a:lnTo>
                  <a:pt x="83008" y="57284"/>
                </a:lnTo>
                <a:lnTo>
                  <a:pt x="82818" y="57401"/>
                </a:lnTo>
                <a:lnTo>
                  <a:pt x="82622" y="57514"/>
                </a:lnTo>
                <a:lnTo>
                  <a:pt x="82420" y="57623"/>
                </a:lnTo>
                <a:lnTo>
                  <a:pt x="82214" y="57727"/>
                </a:lnTo>
                <a:lnTo>
                  <a:pt x="82002" y="57826"/>
                </a:lnTo>
                <a:lnTo>
                  <a:pt x="81786" y="57921"/>
                </a:lnTo>
                <a:lnTo>
                  <a:pt x="81564" y="58011"/>
                </a:lnTo>
                <a:lnTo>
                  <a:pt x="81337" y="58097"/>
                </a:lnTo>
                <a:lnTo>
                  <a:pt x="81105" y="58178"/>
                </a:lnTo>
                <a:lnTo>
                  <a:pt x="80868" y="58254"/>
                </a:lnTo>
                <a:lnTo>
                  <a:pt x="80625" y="58325"/>
                </a:lnTo>
                <a:lnTo>
                  <a:pt x="80378" y="58392"/>
                </a:lnTo>
                <a:lnTo>
                  <a:pt x="80125" y="58455"/>
                </a:lnTo>
                <a:lnTo>
                  <a:pt x="79868" y="58513"/>
                </a:lnTo>
                <a:lnTo>
                  <a:pt x="79605" y="58566"/>
                </a:lnTo>
                <a:lnTo>
                  <a:pt x="79338" y="58614"/>
                </a:lnTo>
                <a:lnTo>
                  <a:pt x="79065" y="58658"/>
                </a:lnTo>
                <a:lnTo>
                  <a:pt x="78787" y="58697"/>
                </a:lnTo>
                <a:lnTo>
                  <a:pt x="78504" y="58732"/>
                </a:lnTo>
                <a:lnTo>
                  <a:pt x="78216" y="58762"/>
                </a:lnTo>
                <a:lnTo>
                  <a:pt x="77922" y="58787"/>
                </a:lnTo>
                <a:lnTo>
                  <a:pt x="77624" y="58808"/>
                </a:lnTo>
                <a:lnTo>
                  <a:pt x="77321" y="58824"/>
                </a:lnTo>
                <a:lnTo>
                  <a:pt x="77012" y="58836"/>
                </a:lnTo>
                <a:lnTo>
                  <a:pt x="76699" y="58843"/>
                </a:lnTo>
                <a:lnTo>
                  <a:pt x="76380" y="58845"/>
                </a:lnTo>
                <a:lnTo>
                  <a:pt x="75963" y="58841"/>
                </a:lnTo>
                <a:lnTo>
                  <a:pt x="75556" y="58826"/>
                </a:lnTo>
                <a:lnTo>
                  <a:pt x="75156" y="58803"/>
                </a:lnTo>
                <a:lnTo>
                  <a:pt x="74766" y="58770"/>
                </a:lnTo>
                <a:lnTo>
                  <a:pt x="74383" y="58728"/>
                </a:lnTo>
                <a:lnTo>
                  <a:pt x="74010" y="58676"/>
                </a:lnTo>
                <a:lnTo>
                  <a:pt x="73645" y="58615"/>
                </a:lnTo>
                <a:lnTo>
                  <a:pt x="73289" y="58544"/>
                </a:lnTo>
                <a:lnTo>
                  <a:pt x="72941" y="58464"/>
                </a:lnTo>
                <a:lnTo>
                  <a:pt x="72602" y="58375"/>
                </a:lnTo>
                <a:lnTo>
                  <a:pt x="72272" y="58276"/>
                </a:lnTo>
                <a:lnTo>
                  <a:pt x="71950" y="58168"/>
                </a:lnTo>
                <a:lnTo>
                  <a:pt x="71637" y="58051"/>
                </a:lnTo>
                <a:lnTo>
                  <a:pt x="71332" y="57924"/>
                </a:lnTo>
                <a:lnTo>
                  <a:pt x="71036" y="57787"/>
                </a:lnTo>
                <a:lnTo>
                  <a:pt x="70749" y="57642"/>
                </a:lnTo>
                <a:lnTo>
                  <a:pt x="70470" y="57487"/>
                </a:lnTo>
                <a:lnTo>
                  <a:pt x="70200" y="57322"/>
                </a:lnTo>
                <a:lnTo>
                  <a:pt x="69938" y="57148"/>
                </a:lnTo>
                <a:lnTo>
                  <a:pt x="69685" y="56965"/>
                </a:lnTo>
                <a:lnTo>
                  <a:pt x="69441" y="56772"/>
                </a:lnTo>
                <a:lnTo>
                  <a:pt x="69205" y="56570"/>
                </a:lnTo>
                <a:lnTo>
                  <a:pt x="68978" y="56358"/>
                </a:lnTo>
                <a:lnTo>
                  <a:pt x="68760" y="56137"/>
                </a:lnTo>
                <a:lnTo>
                  <a:pt x="68550" y="55907"/>
                </a:lnTo>
                <a:lnTo>
                  <a:pt x="68349" y="55668"/>
                </a:lnTo>
                <a:lnTo>
                  <a:pt x="68157" y="55420"/>
                </a:lnTo>
                <a:lnTo>
                  <a:pt x="67974" y="55162"/>
                </a:lnTo>
                <a:lnTo>
                  <a:pt x="67800" y="54896"/>
                </a:lnTo>
                <a:lnTo>
                  <a:pt x="67635" y="54620"/>
                </a:lnTo>
                <a:lnTo>
                  <a:pt x="67479" y="54335"/>
                </a:lnTo>
                <a:lnTo>
                  <a:pt x="67331" y="54042"/>
                </a:lnTo>
                <a:lnTo>
                  <a:pt x="67193" y="53739"/>
                </a:lnTo>
                <a:lnTo>
                  <a:pt x="67064" y="53427"/>
                </a:lnTo>
                <a:lnTo>
                  <a:pt x="66943" y="53106"/>
                </a:lnTo>
                <a:lnTo>
                  <a:pt x="66832" y="52776"/>
                </a:lnTo>
                <a:lnTo>
                  <a:pt x="66729" y="52436"/>
                </a:lnTo>
                <a:lnTo>
                  <a:pt x="66635" y="52088"/>
                </a:lnTo>
                <a:lnTo>
                  <a:pt x="66551" y="51731"/>
                </a:lnTo>
                <a:lnTo>
                  <a:pt x="66475" y="51364"/>
                </a:lnTo>
                <a:lnTo>
                  <a:pt x="66408" y="50989"/>
                </a:lnTo>
                <a:lnTo>
                  <a:pt x="66350" y="50604"/>
                </a:lnTo>
                <a:lnTo>
                  <a:pt x="66301" y="50210"/>
                </a:lnTo>
                <a:lnTo>
                  <a:pt x="66260" y="49807"/>
                </a:lnTo>
                <a:lnTo>
                  <a:pt x="66229" y="49395"/>
                </a:lnTo>
                <a:lnTo>
                  <a:pt x="66207" y="48974"/>
                </a:lnTo>
                <a:lnTo>
                  <a:pt x="66194" y="48544"/>
                </a:lnTo>
                <a:lnTo>
                  <a:pt x="66189" y="48105"/>
                </a:lnTo>
                <a:lnTo>
                  <a:pt x="66189" y="44525"/>
                </a:lnTo>
                <a:lnTo>
                  <a:pt x="97311" y="44525"/>
                </a:lnTo>
                <a:lnTo>
                  <a:pt x="97311" y="35436"/>
                </a:lnTo>
                <a:lnTo>
                  <a:pt x="97306" y="34942"/>
                </a:lnTo>
                <a:lnTo>
                  <a:pt x="97293" y="34452"/>
                </a:lnTo>
                <a:lnTo>
                  <a:pt x="97270" y="33968"/>
                </a:lnTo>
                <a:lnTo>
                  <a:pt x="97238" y="33489"/>
                </a:lnTo>
                <a:lnTo>
                  <a:pt x="97197" y="33016"/>
                </a:lnTo>
                <a:lnTo>
                  <a:pt x="97147" y="32547"/>
                </a:lnTo>
                <a:lnTo>
                  <a:pt x="97088" y="32084"/>
                </a:lnTo>
                <a:lnTo>
                  <a:pt x="97020" y="31626"/>
                </a:lnTo>
                <a:lnTo>
                  <a:pt x="96943" y="31174"/>
                </a:lnTo>
                <a:lnTo>
                  <a:pt x="96857" y="30727"/>
                </a:lnTo>
                <a:lnTo>
                  <a:pt x="96761" y="30285"/>
                </a:lnTo>
                <a:lnTo>
                  <a:pt x="96657" y="29848"/>
                </a:lnTo>
                <a:lnTo>
                  <a:pt x="96543" y="29416"/>
                </a:lnTo>
                <a:lnTo>
                  <a:pt x="96420" y="28990"/>
                </a:lnTo>
                <a:lnTo>
                  <a:pt x="96289" y="28569"/>
                </a:lnTo>
                <a:lnTo>
                  <a:pt x="96148" y="28153"/>
                </a:lnTo>
                <a:lnTo>
                  <a:pt x="95998" y="27743"/>
                </a:lnTo>
                <a:lnTo>
                  <a:pt x="95839" y="27338"/>
                </a:lnTo>
                <a:lnTo>
                  <a:pt x="95671" y="26938"/>
                </a:lnTo>
                <a:lnTo>
                  <a:pt x="95494" y="26543"/>
                </a:lnTo>
                <a:lnTo>
                  <a:pt x="95307" y="26154"/>
                </a:lnTo>
                <a:lnTo>
                  <a:pt x="95112" y="25770"/>
                </a:lnTo>
                <a:lnTo>
                  <a:pt x="94908" y="25391"/>
                </a:lnTo>
                <a:lnTo>
                  <a:pt x="94694" y="25017"/>
                </a:lnTo>
                <a:lnTo>
                  <a:pt x="94473" y="24649"/>
                </a:lnTo>
                <a:lnTo>
                  <a:pt x="94244" y="24289"/>
                </a:lnTo>
                <a:lnTo>
                  <a:pt x="94007" y="23935"/>
                </a:lnTo>
                <a:lnTo>
                  <a:pt x="93764" y="23588"/>
                </a:lnTo>
                <a:lnTo>
                  <a:pt x="93513" y="23247"/>
                </a:lnTo>
                <a:lnTo>
                  <a:pt x="93254" y="22914"/>
                </a:lnTo>
                <a:lnTo>
                  <a:pt x="92989" y="22587"/>
                </a:lnTo>
                <a:lnTo>
                  <a:pt x="92716" y="22268"/>
                </a:lnTo>
                <a:lnTo>
                  <a:pt x="92435" y="21955"/>
                </a:lnTo>
                <a:lnTo>
                  <a:pt x="92148" y="21649"/>
                </a:lnTo>
                <a:lnTo>
                  <a:pt x="91853" y="21350"/>
                </a:lnTo>
                <a:lnTo>
                  <a:pt x="91550" y="21058"/>
                </a:lnTo>
                <a:lnTo>
                  <a:pt x="91241" y="20772"/>
                </a:lnTo>
                <a:lnTo>
                  <a:pt x="90924" y="20494"/>
                </a:lnTo>
                <a:lnTo>
                  <a:pt x="90599" y="20222"/>
                </a:lnTo>
                <a:lnTo>
                  <a:pt x="90268" y="19957"/>
                </a:lnTo>
                <a:lnTo>
                  <a:pt x="89929" y="19699"/>
                </a:lnTo>
                <a:lnTo>
                  <a:pt x="89582" y="19448"/>
                </a:lnTo>
                <a:lnTo>
                  <a:pt x="89228" y="19204"/>
                </a:lnTo>
                <a:lnTo>
                  <a:pt x="88867" y="18967"/>
                </a:lnTo>
                <a:lnTo>
                  <a:pt x="88499" y="18736"/>
                </a:lnTo>
                <a:lnTo>
                  <a:pt x="88123" y="18513"/>
                </a:lnTo>
                <a:lnTo>
                  <a:pt x="87740" y="18296"/>
                </a:lnTo>
                <a:lnTo>
                  <a:pt x="87350" y="18086"/>
                </a:lnTo>
                <a:lnTo>
                  <a:pt x="86953" y="17884"/>
                </a:lnTo>
                <a:lnTo>
                  <a:pt x="86551" y="17690"/>
                </a:lnTo>
                <a:lnTo>
                  <a:pt x="86143" y="17505"/>
                </a:lnTo>
                <a:lnTo>
                  <a:pt x="85729" y="17328"/>
                </a:lnTo>
                <a:lnTo>
                  <a:pt x="85310" y="17160"/>
                </a:lnTo>
                <a:lnTo>
                  <a:pt x="84885" y="17001"/>
                </a:lnTo>
                <a:lnTo>
                  <a:pt x="84455" y="16850"/>
                </a:lnTo>
                <a:lnTo>
                  <a:pt x="84019" y="16708"/>
                </a:lnTo>
                <a:lnTo>
                  <a:pt x="83578" y="16575"/>
                </a:lnTo>
                <a:lnTo>
                  <a:pt x="83131" y="16450"/>
                </a:lnTo>
                <a:lnTo>
                  <a:pt x="82678" y="16334"/>
                </a:lnTo>
                <a:lnTo>
                  <a:pt x="82220" y="16226"/>
                </a:lnTo>
                <a:lnTo>
                  <a:pt x="81757" y="16127"/>
                </a:lnTo>
                <a:lnTo>
                  <a:pt x="81287" y="16037"/>
                </a:lnTo>
                <a:lnTo>
                  <a:pt x="80812" y="15955"/>
                </a:lnTo>
                <a:lnTo>
                  <a:pt x="80332" y="15882"/>
                </a:lnTo>
                <a:lnTo>
                  <a:pt x="79846" y="15817"/>
                </a:lnTo>
                <a:lnTo>
                  <a:pt x="79354" y="15761"/>
                </a:lnTo>
                <a:lnTo>
                  <a:pt x="78857" y="15714"/>
                </a:lnTo>
                <a:lnTo>
                  <a:pt x="78354" y="15675"/>
                </a:lnTo>
                <a:lnTo>
                  <a:pt x="77846" y="15645"/>
                </a:lnTo>
                <a:lnTo>
                  <a:pt x="77332" y="15624"/>
                </a:lnTo>
                <a:lnTo>
                  <a:pt x="76813" y="15611"/>
                </a:lnTo>
                <a:lnTo>
                  <a:pt x="76287" y="15606"/>
                </a:lnTo>
                <a:lnTo>
                  <a:pt x="75755" y="15611"/>
                </a:lnTo>
                <a:lnTo>
                  <a:pt x="75228" y="15624"/>
                </a:lnTo>
                <a:lnTo>
                  <a:pt x="74707" y="15645"/>
                </a:lnTo>
                <a:lnTo>
                  <a:pt x="74192" y="15675"/>
                </a:lnTo>
                <a:lnTo>
                  <a:pt x="73682" y="15714"/>
                </a:lnTo>
                <a:lnTo>
                  <a:pt x="73178" y="15761"/>
                </a:lnTo>
                <a:lnTo>
                  <a:pt x="72680" y="15817"/>
                </a:lnTo>
                <a:lnTo>
                  <a:pt x="72187" y="15882"/>
                </a:lnTo>
                <a:lnTo>
                  <a:pt x="71701" y="15955"/>
                </a:lnTo>
                <a:lnTo>
                  <a:pt x="71220" y="16037"/>
                </a:lnTo>
                <a:lnTo>
                  <a:pt x="70744" y="16127"/>
                </a:lnTo>
                <a:lnTo>
                  <a:pt x="70275" y="16226"/>
                </a:lnTo>
                <a:lnTo>
                  <a:pt x="69811" y="16334"/>
                </a:lnTo>
                <a:lnTo>
                  <a:pt x="69353" y="16450"/>
                </a:lnTo>
                <a:lnTo>
                  <a:pt x="68901" y="16575"/>
                </a:lnTo>
                <a:lnTo>
                  <a:pt x="68454" y="16708"/>
                </a:lnTo>
                <a:lnTo>
                  <a:pt x="68013" y="16850"/>
                </a:lnTo>
                <a:lnTo>
                  <a:pt x="67578" y="17001"/>
                </a:lnTo>
                <a:lnTo>
                  <a:pt x="67149" y="17160"/>
                </a:lnTo>
                <a:lnTo>
                  <a:pt x="66725" y="17328"/>
                </a:lnTo>
                <a:lnTo>
                  <a:pt x="66307" y="17505"/>
                </a:lnTo>
                <a:lnTo>
                  <a:pt x="65895" y="17690"/>
                </a:lnTo>
                <a:lnTo>
                  <a:pt x="65489" y="17884"/>
                </a:lnTo>
                <a:lnTo>
                  <a:pt x="65088" y="18086"/>
                </a:lnTo>
                <a:lnTo>
                  <a:pt x="64694" y="18296"/>
                </a:lnTo>
                <a:lnTo>
                  <a:pt x="64307" y="18513"/>
                </a:lnTo>
                <a:lnTo>
                  <a:pt x="63928" y="18736"/>
                </a:lnTo>
                <a:lnTo>
                  <a:pt x="63557" y="18967"/>
                </a:lnTo>
                <a:lnTo>
                  <a:pt x="63192" y="19204"/>
                </a:lnTo>
                <a:lnTo>
                  <a:pt x="62836" y="19448"/>
                </a:lnTo>
                <a:lnTo>
                  <a:pt x="62487" y="19699"/>
                </a:lnTo>
                <a:lnTo>
                  <a:pt x="62145" y="19957"/>
                </a:lnTo>
                <a:lnTo>
                  <a:pt x="61811" y="20222"/>
                </a:lnTo>
                <a:lnTo>
                  <a:pt x="61484" y="20494"/>
                </a:lnTo>
                <a:lnTo>
                  <a:pt x="61165" y="20772"/>
                </a:lnTo>
                <a:lnTo>
                  <a:pt x="60853" y="21058"/>
                </a:lnTo>
                <a:lnTo>
                  <a:pt x="60549" y="21350"/>
                </a:lnTo>
                <a:lnTo>
                  <a:pt x="60252" y="21649"/>
                </a:lnTo>
                <a:lnTo>
                  <a:pt x="59963" y="21955"/>
                </a:lnTo>
                <a:lnTo>
                  <a:pt x="59682" y="22268"/>
                </a:lnTo>
                <a:lnTo>
                  <a:pt x="59407" y="22587"/>
                </a:lnTo>
                <a:lnTo>
                  <a:pt x="59141" y="22914"/>
                </a:lnTo>
                <a:lnTo>
                  <a:pt x="58881" y="23247"/>
                </a:lnTo>
                <a:lnTo>
                  <a:pt x="58630" y="23588"/>
                </a:lnTo>
                <a:lnTo>
                  <a:pt x="58385" y="23935"/>
                </a:lnTo>
                <a:lnTo>
                  <a:pt x="58148" y="24289"/>
                </a:lnTo>
                <a:lnTo>
                  <a:pt x="57919" y="24649"/>
                </a:lnTo>
                <a:lnTo>
                  <a:pt x="57697" y="25017"/>
                </a:lnTo>
                <a:lnTo>
                  <a:pt x="57484" y="25391"/>
                </a:lnTo>
                <a:lnTo>
                  <a:pt x="57280" y="25770"/>
                </a:lnTo>
                <a:lnTo>
                  <a:pt x="57084" y="26154"/>
                </a:lnTo>
                <a:lnTo>
                  <a:pt x="56898" y="26543"/>
                </a:lnTo>
                <a:lnTo>
                  <a:pt x="56721" y="26938"/>
                </a:lnTo>
                <a:lnTo>
                  <a:pt x="56553" y="27338"/>
                </a:lnTo>
                <a:lnTo>
                  <a:pt x="56394" y="27743"/>
                </a:lnTo>
                <a:lnTo>
                  <a:pt x="56244" y="28153"/>
                </a:lnTo>
                <a:lnTo>
                  <a:pt x="56104" y="28569"/>
                </a:lnTo>
                <a:lnTo>
                  <a:pt x="55972" y="28990"/>
                </a:lnTo>
                <a:lnTo>
                  <a:pt x="55849" y="29416"/>
                </a:lnTo>
                <a:lnTo>
                  <a:pt x="55736" y="29848"/>
                </a:lnTo>
                <a:lnTo>
                  <a:pt x="55631" y="30285"/>
                </a:lnTo>
                <a:lnTo>
                  <a:pt x="55536" y="30727"/>
                </a:lnTo>
                <a:lnTo>
                  <a:pt x="55450" y="31174"/>
                </a:lnTo>
                <a:lnTo>
                  <a:pt x="55373" y="31626"/>
                </a:lnTo>
                <a:lnTo>
                  <a:pt x="55305" y="32084"/>
                </a:lnTo>
                <a:lnTo>
                  <a:pt x="55245" y="32547"/>
                </a:lnTo>
                <a:lnTo>
                  <a:pt x="55196" y="33016"/>
                </a:lnTo>
                <a:lnTo>
                  <a:pt x="55155" y="33489"/>
                </a:lnTo>
                <a:lnTo>
                  <a:pt x="55123" y="33968"/>
                </a:lnTo>
                <a:lnTo>
                  <a:pt x="55100" y="34452"/>
                </a:lnTo>
                <a:lnTo>
                  <a:pt x="55087" y="34942"/>
                </a:lnTo>
                <a:lnTo>
                  <a:pt x="55082" y="35436"/>
                </a:lnTo>
                <a:lnTo>
                  <a:pt x="55082" y="48105"/>
                </a:lnTo>
                <a:lnTo>
                  <a:pt x="55087" y="48600"/>
                </a:lnTo>
                <a:lnTo>
                  <a:pt x="55100" y="49089"/>
                </a:lnTo>
                <a:lnTo>
                  <a:pt x="55123" y="49573"/>
                </a:lnTo>
                <a:lnTo>
                  <a:pt x="55155" y="50052"/>
                </a:lnTo>
                <a:lnTo>
                  <a:pt x="55196" y="50525"/>
                </a:lnTo>
                <a:lnTo>
                  <a:pt x="55245" y="50994"/>
                </a:lnTo>
                <a:lnTo>
                  <a:pt x="55305" y="51457"/>
                </a:lnTo>
                <a:lnTo>
                  <a:pt x="55373" y="51914"/>
                </a:lnTo>
                <a:lnTo>
                  <a:pt x="55450" y="52367"/>
                </a:lnTo>
                <a:lnTo>
                  <a:pt x="55536" y="52814"/>
                </a:lnTo>
                <a:lnTo>
                  <a:pt x="55631" y="53256"/>
                </a:lnTo>
                <a:lnTo>
                  <a:pt x="55736" y="53693"/>
                </a:lnTo>
                <a:lnTo>
                  <a:pt x="55849" y="54125"/>
                </a:lnTo>
                <a:lnTo>
                  <a:pt x="55972" y="54551"/>
                </a:lnTo>
                <a:lnTo>
                  <a:pt x="56104" y="54972"/>
                </a:lnTo>
                <a:lnTo>
                  <a:pt x="56244" y="55388"/>
                </a:lnTo>
                <a:lnTo>
                  <a:pt x="56394" y="55798"/>
                </a:lnTo>
                <a:lnTo>
                  <a:pt x="56553" y="56203"/>
                </a:lnTo>
                <a:lnTo>
                  <a:pt x="56721" y="56603"/>
                </a:lnTo>
                <a:lnTo>
                  <a:pt x="56898" y="56998"/>
                </a:lnTo>
                <a:lnTo>
                  <a:pt x="57084" y="57387"/>
                </a:lnTo>
                <a:lnTo>
                  <a:pt x="57280" y="57772"/>
                </a:lnTo>
                <a:lnTo>
                  <a:pt x="57484" y="58151"/>
                </a:lnTo>
                <a:lnTo>
                  <a:pt x="57697" y="58524"/>
                </a:lnTo>
                <a:lnTo>
                  <a:pt x="57919" y="58892"/>
                </a:lnTo>
                <a:lnTo>
                  <a:pt x="58148" y="59253"/>
                </a:lnTo>
                <a:lnTo>
                  <a:pt x="58385" y="59607"/>
                </a:lnTo>
                <a:lnTo>
                  <a:pt x="58630" y="59954"/>
                </a:lnTo>
                <a:lnTo>
                  <a:pt x="58881" y="60294"/>
                </a:lnTo>
                <a:lnTo>
                  <a:pt x="59141" y="60627"/>
                </a:lnTo>
                <a:lnTo>
                  <a:pt x="59407" y="60954"/>
                </a:lnTo>
                <a:lnTo>
                  <a:pt x="59682" y="61273"/>
                </a:lnTo>
                <a:lnTo>
                  <a:pt x="59963" y="61586"/>
                </a:lnTo>
                <a:lnTo>
                  <a:pt x="60252" y="61892"/>
                </a:lnTo>
                <a:lnTo>
                  <a:pt x="60549" y="62191"/>
                </a:lnTo>
                <a:lnTo>
                  <a:pt x="60853" y="62483"/>
                </a:lnTo>
                <a:lnTo>
                  <a:pt x="61165" y="62768"/>
                </a:lnTo>
                <a:lnTo>
                  <a:pt x="61484" y="63047"/>
                </a:lnTo>
                <a:lnTo>
                  <a:pt x="61811" y="63319"/>
                </a:lnTo>
                <a:lnTo>
                  <a:pt x="62145" y="63584"/>
                </a:lnTo>
                <a:lnTo>
                  <a:pt x="62487" y="63842"/>
                </a:lnTo>
                <a:lnTo>
                  <a:pt x="62836" y="64093"/>
                </a:lnTo>
                <a:lnTo>
                  <a:pt x="63192" y="64337"/>
                </a:lnTo>
                <a:lnTo>
                  <a:pt x="63557" y="64574"/>
                </a:lnTo>
                <a:lnTo>
                  <a:pt x="63928" y="64805"/>
                </a:lnTo>
                <a:lnTo>
                  <a:pt x="64307" y="65029"/>
                </a:lnTo>
                <a:lnTo>
                  <a:pt x="64694" y="65246"/>
                </a:lnTo>
                <a:lnTo>
                  <a:pt x="65088" y="65456"/>
                </a:lnTo>
                <a:lnTo>
                  <a:pt x="65489" y="65658"/>
                </a:lnTo>
                <a:lnTo>
                  <a:pt x="65895" y="65851"/>
                </a:lnTo>
                <a:lnTo>
                  <a:pt x="66307" y="66036"/>
                </a:lnTo>
                <a:lnTo>
                  <a:pt x="66725" y="66213"/>
                </a:lnTo>
                <a:lnTo>
                  <a:pt x="67149" y="66381"/>
                </a:lnTo>
                <a:lnTo>
                  <a:pt x="67578" y="66540"/>
                </a:lnTo>
                <a:lnTo>
                  <a:pt x="68013" y="66690"/>
                </a:lnTo>
                <a:lnTo>
                  <a:pt x="68454" y="66832"/>
                </a:lnTo>
                <a:lnTo>
                  <a:pt x="68901" y="66966"/>
                </a:lnTo>
                <a:lnTo>
                  <a:pt x="69353" y="67090"/>
                </a:lnTo>
                <a:lnTo>
                  <a:pt x="69811" y="67207"/>
                </a:lnTo>
                <a:lnTo>
                  <a:pt x="70275" y="67314"/>
                </a:lnTo>
                <a:lnTo>
                  <a:pt x="70744" y="67413"/>
                </a:lnTo>
                <a:lnTo>
                  <a:pt x="71220" y="67503"/>
                </a:lnTo>
                <a:lnTo>
                  <a:pt x="71701" y="67585"/>
                </a:lnTo>
                <a:lnTo>
                  <a:pt x="72187" y="67658"/>
                </a:lnTo>
                <a:lnTo>
                  <a:pt x="72680" y="67723"/>
                </a:lnTo>
                <a:lnTo>
                  <a:pt x="73178" y="67779"/>
                </a:lnTo>
                <a:lnTo>
                  <a:pt x="73682" y="67826"/>
                </a:lnTo>
                <a:lnTo>
                  <a:pt x="74192" y="67865"/>
                </a:lnTo>
                <a:lnTo>
                  <a:pt x="74707" y="67895"/>
                </a:lnTo>
                <a:lnTo>
                  <a:pt x="75228" y="67916"/>
                </a:lnTo>
                <a:lnTo>
                  <a:pt x="75755" y="67929"/>
                </a:lnTo>
                <a:lnTo>
                  <a:pt x="76287" y="67934"/>
                </a:lnTo>
                <a:lnTo>
                  <a:pt x="76957" y="67927"/>
                </a:lnTo>
                <a:lnTo>
                  <a:pt x="77617" y="67907"/>
                </a:lnTo>
                <a:lnTo>
                  <a:pt x="78269" y="67873"/>
                </a:lnTo>
                <a:close/>
                <a:moveTo>
                  <a:pt x="66194" y="35004"/>
                </a:moveTo>
                <a:lnTo>
                  <a:pt x="66207" y="34581"/>
                </a:lnTo>
                <a:lnTo>
                  <a:pt x="66229" y="34165"/>
                </a:lnTo>
                <a:lnTo>
                  <a:pt x="66260" y="33758"/>
                </a:lnTo>
                <a:lnTo>
                  <a:pt x="66301" y="33359"/>
                </a:lnTo>
                <a:lnTo>
                  <a:pt x="66350" y="32969"/>
                </a:lnTo>
                <a:lnTo>
                  <a:pt x="66408" y="32587"/>
                </a:lnTo>
                <a:lnTo>
                  <a:pt x="66475" y="32213"/>
                </a:lnTo>
                <a:lnTo>
                  <a:pt x="66551" y="31847"/>
                </a:lnTo>
                <a:lnTo>
                  <a:pt x="66635" y="31490"/>
                </a:lnTo>
                <a:lnTo>
                  <a:pt x="66729" y="31141"/>
                </a:lnTo>
                <a:lnTo>
                  <a:pt x="66832" y="30800"/>
                </a:lnTo>
                <a:lnTo>
                  <a:pt x="66943" y="30467"/>
                </a:lnTo>
                <a:lnTo>
                  <a:pt x="67064" y="30143"/>
                </a:lnTo>
                <a:lnTo>
                  <a:pt x="67193" y="29827"/>
                </a:lnTo>
                <a:lnTo>
                  <a:pt x="67331" y="29520"/>
                </a:lnTo>
                <a:lnTo>
                  <a:pt x="67479" y="29221"/>
                </a:lnTo>
                <a:lnTo>
                  <a:pt x="67635" y="28930"/>
                </a:lnTo>
                <a:lnTo>
                  <a:pt x="67800" y="28647"/>
                </a:lnTo>
                <a:lnTo>
                  <a:pt x="67974" y="28373"/>
                </a:lnTo>
                <a:lnTo>
                  <a:pt x="68157" y="28106"/>
                </a:lnTo>
                <a:lnTo>
                  <a:pt x="68349" y="27849"/>
                </a:lnTo>
                <a:lnTo>
                  <a:pt x="68550" y="27599"/>
                </a:lnTo>
                <a:lnTo>
                  <a:pt x="68760" y="27358"/>
                </a:lnTo>
                <a:lnTo>
                  <a:pt x="68978" y="27126"/>
                </a:lnTo>
                <a:lnTo>
                  <a:pt x="69205" y="26903"/>
                </a:lnTo>
                <a:lnTo>
                  <a:pt x="69439" y="26691"/>
                </a:lnTo>
                <a:lnTo>
                  <a:pt x="69683" y="26488"/>
                </a:lnTo>
                <a:lnTo>
                  <a:pt x="69934" y="26295"/>
                </a:lnTo>
                <a:lnTo>
                  <a:pt x="70194" y="26112"/>
                </a:lnTo>
                <a:lnTo>
                  <a:pt x="70462" y="25940"/>
                </a:lnTo>
                <a:lnTo>
                  <a:pt x="70738" y="25776"/>
                </a:lnTo>
                <a:lnTo>
                  <a:pt x="71023" y="25623"/>
                </a:lnTo>
                <a:lnTo>
                  <a:pt x="71316" y="25480"/>
                </a:lnTo>
                <a:lnTo>
                  <a:pt x="71617" y="25347"/>
                </a:lnTo>
                <a:lnTo>
                  <a:pt x="71927" y="25223"/>
                </a:lnTo>
                <a:lnTo>
                  <a:pt x="72245" y="25109"/>
                </a:lnTo>
                <a:lnTo>
                  <a:pt x="72571" y="25006"/>
                </a:lnTo>
                <a:lnTo>
                  <a:pt x="72905" y="24912"/>
                </a:lnTo>
                <a:lnTo>
                  <a:pt x="73248" y="24828"/>
                </a:lnTo>
                <a:lnTo>
                  <a:pt x="73599" y="24754"/>
                </a:lnTo>
                <a:lnTo>
                  <a:pt x="73958" y="24689"/>
                </a:lnTo>
                <a:lnTo>
                  <a:pt x="74325" y="24635"/>
                </a:lnTo>
                <a:lnTo>
                  <a:pt x="74701" y="24590"/>
                </a:lnTo>
                <a:lnTo>
                  <a:pt x="75085" y="24556"/>
                </a:lnTo>
                <a:lnTo>
                  <a:pt x="75478" y="24531"/>
                </a:lnTo>
                <a:lnTo>
                  <a:pt x="75879" y="24516"/>
                </a:lnTo>
                <a:lnTo>
                  <a:pt x="76287" y="24511"/>
                </a:lnTo>
                <a:lnTo>
                  <a:pt x="76696" y="24516"/>
                </a:lnTo>
                <a:lnTo>
                  <a:pt x="77097" y="24531"/>
                </a:lnTo>
                <a:lnTo>
                  <a:pt x="77488" y="24555"/>
                </a:lnTo>
                <a:lnTo>
                  <a:pt x="77871" y="24589"/>
                </a:lnTo>
                <a:lnTo>
                  <a:pt x="78245" y="24633"/>
                </a:lnTo>
                <a:lnTo>
                  <a:pt x="78611" y="24686"/>
                </a:lnTo>
                <a:lnTo>
                  <a:pt x="78968" y="24750"/>
                </a:lnTo>
                <a:lnTo>
                  <a:pt x="79317" y="24823"/>
                </a:lnTo>
                <a:lnTo>
                  <a:pt x="79657" y="24905"/>
                </a:lnTo>
                <a:lnTo>
                  <a:pt x="79988" y="24998"/>
                </a:lnTo>
                <a:lnTo>
                  <a:pt x="80311" y="25100"/>
                </a:lnTo>
                <a:lnTo>
                  <a:pt x="80625" y="25211"/>
                </a:lnTo>
                <a:lnTo>
                  <a:pt x="80931" y="25333"/>
                </a:lnTo>
                <a:lnTo>
                  <a:pt x="81228" y="25464"/>
                </a:lnTo>
                <a:lnTo>
                  <a:pt x="81516" y="25605"/>
                </a:lnTo>
                <a:lnTo>
                  <a:pt x="81795" y="25756"/>
                </a:lnTo>
                <a:lnTo>
                  <a:pt x="82067" y="25916"/>
                </a:lnTo>
                <a:lnTo>
                  <a:pt x="82329" y="26086"/>
                </a:lnTo>
                <a:lnTo>
                  <a:pt x="82583" y="26266"/>
                </a:lnTo>
                <a:lnTo>
                  <a:pt x="82828" y="26456"/>
                </a:lnTo>
                <a:lnTo>
                  <a:pt x="83065" y="26655"/>
                </a:lnTo>
                <a:lnTo>
                  <a:pt x="83293" y="26864"/>
                </a:lnTo>
                <a:lnTo>
                  <a:pt x="83512" y="27083"/>
                </a:lnTo>
                <a:lnTo>
                  <a:pt x="83723" y="27312"/>
                </a:lnTo>
                <a:lnTo>
                  <a:pt x="83925" y="27549"/>
                </a:lnTo>
                <a:lnTo>
                  <a:pt x="84119" y="27795"/>
                </a:lnTo>
                <a:lnTo>
                  <a:pt x="84304" y="28050"/>
                </a:lnTo>
                <a:lnTo>
                  <a:pt x="84481" y="28313"/>
                </a:lnTo>
                <a:lnTo>
                  <a:pt x="84648" y="28584"/>
                </a:lnTo>
                <a:lnTo>
                  <a:pt x="84808" y="28864"/>
                </a:lnTo>
                <a:lnTo>
                  <a:pt x="84958" y="29152"/>
                </a:lnTo>
                <a:lnTo>
                  <a:pt x="85100" y="29449"/>
                </a:lnTo>
                <a:lnTo>
                  <a:pt x="85234" y="29754"/>
                </a:lnTo>
                <a:lnTo>
                  <a:pt x="85359" y="30067"/>
                </a:lnTo>
                <a:lnTo>
                  <a:pt x="85475" y="30389"/>
                </a:lnTo>
                <a:lnTo>
                  <a:pt x="85583" y="30720"/>
                </a:lnTo>
                <a:lnTo>
                  <a:pt x="85682" y="31059"/>
                </a:lnTo>
                <a:lnTo>
                  <a:pt x="85772" y="31406"/>
                </a:lnTo>
                <a:lnTo>
                  <a:pt x="85854" y="31762"/>
                </a:lnTo>
                <a:lnTo>
                  <a:pt x="85927" y="32126"/>
                </a:lnTo>
                <a:lnTo>
                  <a:pt x="85991" y="32499"/>
                </a:lnTo>
                <a:lnTo>
                  <a:pt x="86047" y="32880"/>
                </a:lnTo>
                <a:lnTo>
                  <a:pt x="86095" y="33269"/>
                </a:lnTo>
                <a:lnTo>
                  <a:pt x="86134" y="33667"/>
                </a:lnTo>
                <a:lnTo>
                  <a:pt x="86164" y="34074"/>
                </a:lnTo>
                <a:lnTo>
                  <a:pt x="86185" y="34489"/>
                </a:lnTo>
                <a:lnTo>
                  <a:pt x="86198" y="34912"/>
                </a:lnTo>
                <a:lnTo>
                  <a:pt x="86202" y="35344"/>
                </a:lnTo>
                <a:lnTo>
                  <a:pt x="86202" y="37188"/>
                </a:lnTo>
                <a:lnTo>
                  <a:pt x="66189" y="37364"/>
                </a:lnTo>
                <a:lnTo>
                  <a:pt x="66189" y="35436"/>
                </a:lnTo>
                <a:lnTo>
                  <a:pt x="66194" y="35004"/>
                </a:lnTo>
                <a:close/>
              </a:path>
            </a:pathLst>
          </a:custGeom>
          <a:solidFill xmlns:a="http://schemas.openxmlformats.org/drawingml/2006/main">
            <a:srgbClr val="D222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Text _eq_">
            <a:extLst xmlns:a="http://schemas.openxmlformats.org/drawingml/2006/main">
              <a:ext uri="{FF2B5EF4-FFF2-40B4-BE49-F238E27FC236}">
                <a16:creationId xmlns:a16="http://schemas.microsoft.com/office/drawing/2014/main" id="{6201D291-0120-4488-9665-01017430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8502" y="1476371"/>
            <a:ext cx="319475" cy="67934"/>
          </a:xfrm>
          <a:custGeom xmlns:a="http://schemas.openxmlformats.org/drawingml/2006/main">
            <a:pathLst>
              <a:path w="319475" h="67934">
                <a:moveTo>
                  <a:pt x="134270" y="52266"/>
                </a:moveTo>
                <a:lnTo>
                  <a:pt x="134914" y="52219"/>
                </a:lnTo>
                <a:lnTo>
                  <a:pt x="135549" y="52158"/>
                </a:lnTo>
                <a:lnTo>
                  <a:pt x="136176" y="52083"/>
                </a:lnTo>
                <a:lnTo>
                  <a:pt x="136794" y="51995"/>
                </a:lnTo>
                <a:lnTo>
                  <a:pt x="137404" y="51894"/>
                </a:lnTo>
                <a:lnTo>
                  <a:pt x="138006" y="51779"/>
                </a:lnTo>
                <a:lnTo>
                  <a:pt x="138599" y="51650"/>
                </a:lnTo>
                <a:lnTo>
                  <a:pt x="139183" y="51508"/>
                </a:lnTo>
                <a:lnTo>
                  <a:pt x="139759" y="51352"/>
                </a:lnTo>
                <a:lnTo>
                  <a:pt x="140327" y="51183"/>
                </a:lnTo>
                <a:lnTo>
                  <a:pt x="140886" y="51000"/>
                </a:lnTo>
                <a:lnTo>
                  <a:pt x="141437" y="50803"/>
                </a:lnTo>
                <a:lnTo>
                  <a:pt x="141979" y="50593"/>
                </a:lnTo>
                <a:lnTo>
                  <a:pt x="142513" y="50370"/>
                </a:lnTo>
                <a:lnTo>
                  <a:pt x="143039" y="50133"/>
                </a:lnTo>
                <a:lnTo>
                  <a:pt x="143556" y="49882"/>
                </a:lnTo>
                <a:lnTo>
                  <a:pt x="144064" y="49618"/>
                </a:lnTo>
                <a:lnTo>
                  <a:pt x="144564" y="49340"/>
                </a:lnTo>
                <a:lnTo>
                  <a:pt x="145056" y="49049"/>
                </a:lnTo>
                <a:lnTo>
                  <a:pt x="145539" y="48744"/>
                </a:lnTo>
                <a:lnTo>
                  <a:pt x="146013" y="48426"/>
                </a:lnTo>
                <a:lnTo>
                  <a:pt x="146476" y="48096"/>
                </a:lnTo>
                <a:lnTo>
                  <a:pt x="146924" y="47758"/>
                </a:lnTo>
                <a:lnTo>
                  <a:pt x="147357" y="47410"/>
                </a:lnTo>
                <a:lnTo>
                  <a:pt x="147774" y="47053"/>
                </a:lnTo>
                <a:lnTo>
                  <a:pt x="148176" y="46687"/>
                </a:lnTo>
                <a:lnTo>
                  <a:pt x="148564" y="46312"/>
                </a:lnTo>
                <a:lnTo>
                  <a:pt x="148936" y="45928"/>
                </a:lnTo>
                <a:lnTo>
                  <a:pt x="149293" y="45534"/>
                </a:lnTo>
                <a:lnTo>
                  <a:pt x="149634" y="45132"/>
                </a:lnTo>
                <a:lnTo>
                  <a:pt x="149961" y="44721"/>
                </a:lnTo>
                <a:lnTo>
                  <a:pt x="150272" y="44300"/>
                </a:lnTo>
                <a:lnTo>
                  <a:pt x="150569" y="43871"/>
                </a:lnTo>
                <a:lnTo>
                  <a:pt x="150850" y="43432"/>
                </a:lnTo>
                <a:lnTo>
                  <a:pt x="151116" y="42984"/>
                </a:lnTo>
                <a:lnTo>
                  <a:pt x="151367" y="42527"/>
                </a:lnTo>
                <a:lnTo>
                  <a:pt x="151603" y="42061"/>
                </a:lnTo>
                <a:lnTo>
                  <a:pt x="151824" y="41586"/>
                </a:lnTo>
                <a:lnTo>
                  <a:pt x="152029" y="41102"/>
                </a:lnTo>
                <a:lnTo>
                  <a:pt x="152220" y="40609"/>
                </a:lnTo>
                <a:lnTo>
                  <a:pt x="152395" y="40107"/>
                </a:lnTo>
                <a:lnTo>
                  <a:pt x="152555" y="39595"/>
                </a:lnTo>
                <a:lnTo>
                  <a:pt x="152700" y="39075"/>
                </a:lnTo>
                <a:lnTo>
                  <a:pt x="152830" y="38545"/>
                </a:lnTo>
                <a:lnTo>
                  <a:pt x="152945" y="38007"/>
                </a:lnTo>
                <a:lnTo>
                  <a:pt x="141653" y="38007"/>
                </a:lnTo>
                <a:lnTo>
                  <a:pt x="141596" y="38219"/>
                </a:lnTo>
                <a:lnTo>
                  <a:pt x="141533" y="38427"/>
                </a:lnTo>
                <a:lnTo>
                  <a:pt x="141465" y="38630"/>
                </a:lnTo>
                <a:lnTo>
                  <a:pt x="141390" y="38829"/>
                </a:lnTo>
                <a:lnTo>
                  <a:pt x="141309" y="39024"/>
                </a:lnTo>
                <a:lnTo>
                  <a:pt x="141222" y="39215"/>
                </a:lnTo>
                <a:lnTo>
                  <a:pt x="141129" y="39401"/>
                </a:lnTo>
                <a:lnTo>
                  <a:pt x="141030" y="39583"/>
                </a:lnTo>
                <a:lnTo>
                  <a:pt x="140925" y="39760"/>
                </a:lnTo>
                <a:lnTo>
                  <a:pt x="140814" y="39934"/>
                </a:lnTo>
                <a:lnTo>
                  <a:pt x="140697" y="40103"/>
                </a:lnTo>
                <a:lnTo>
                  <a:pt x="140574" y="40267"/>
                </a:lnTo>
                <a:lnTo>
                  <a:pt x="140444" y="40428"/>
                </a:lnTo>
                <a:lnTo>
                  <a:pt x="140309" y="40584"/>
                </a:lnTo>
                <a:lnTo>
                  <a:pt x="140168" y="40736"/>
                </a:lnTo>
                <a:lnTo>
                  <a:pt x="140020" y="40883"/>
                </a:lnTo>
                <a:lnTo>
                  <a:pt x="139867" y="41026"/>
                </a:lnTo>
                <a:lnTo>
                  <a:pt x="139707" y="41165"/>
                </a:lnTo>
                <a:lnTo>
                  <a:pt x="139542" y="41300"/>
                </a:lnTo>
                <a:lnTo>
                  <a:pt x="139370" y="41430"/>
                </a:lnTo>
                <a:lnTo>
                  <a:pt x="139192" y="41556"/>
                </a:lnTo>
                <a:lnTo>
                  <a:pt x="139008" y="41678"/>
                </a:lnTo>
                <a:lnTo>
                  <a:pt x="138819" y="41795"/>
                </a:lnTo>
                <a:lnTo>
                  <a:pt x="138623" y="41908"/>
                </a:lnTo>
                <a:lnTo>
                  <a:pt x="138421" y="42017"/>
                </a:lnTo>
                <a:lnTo>
                  <a:pt x="138215" y="42121"/>
                </a:lnTo>
                <a:lnTo>
                  <a:pt x="138003" y="42220"/>
                </a:lnTo>
                <a:lnTo>
                  <a:pt x="137786" y="42315"/>
                </a:lnTo>
                <a:lnTo>
                  <a:pt x="137564" y="42405"/>
                </a:lnTo>
                <a:lnTo>
                  <a:pt x="137337" y="42490"/>
                </a:lnTo>
                <a:lnTo>
                  <a:pt x="137105" y="42571"/>
                </a:lnTo>
                <a:lnTo>
                  <a:pt x="136868" y="42647"/>
                </a:lnTo>
                <a:lnTo>
                  <a:pt x="136626" y="42719"/>
                </a:lnTo>
                <a:lnTo>
                  <a:pt x="136379" y="42786"/>
                </a:lnTo>
                <a:lnTo>
                  <a:pt x="136126" y="42848"/>
                </a:lnTo>
                <a:lnTo>
                  <a:pt x="135869" y="42906"/>
                </a:lnTo>
                <a:lnTo>
                  <a:pt x="135606" y="42959"/>
                </a:lnTo>
                <a:lnTo>
                  <a:pt x="135338" y="43008"/>
                </a:lnTo>
                <a:lnTo>
                  <a:pt x="135066" y="43052"/>
                </a:lnTo>
                <a:lnTo>
                  <a:pt x="134788" y="43091"/>
                </a:lnTo>
                <a:lnTo>
                  <a:pt x="134505" y="43126"/>
                </a:lnTo>
                <a:lnTo>
                  <a:pt x="134216" y="43156"/>
                </a:lnTo>
                <a:lnTo>
                  <a:pt x="133923" y="43181"/>
                </a:lnTo>
                <a:lnTo>
                  <a:pt x="133625" y="43202"/>
                </a:lnTo>
                <a:lnTo>
                  <a:pt x="133322" y="43218"/>
                </a:lnTo>
                <a:lnTo>
                  <a:pt x="133013" y="43230"/>
                </a:lnTo>
                <a:lnTo>
                  <a:pt x="132699" y="43236"/>
                </a:lnTo>
                <a:lnTo>
                  <a:pt x="132381" y="43239"/>
                </a:lnTo>
                <a:lnTo>
                  <a:pt x="131964" y="43234"/>
                </a:lnTo>
                <a:lnTo>
                  <a:pt x="131556" y="43220"/>
                </a:lnTo>
                <a:lnTo>
                  <a:pt x="131157" y="43196"/>
                </a:lnTo>
                <a:lnTo>
                  <a:pt x="130766" y="43164"/>
                </a:lnTo>
                <a:lnTo>
                  <a:pt x="130384" y="43121"/>
                </a:lnTo>
                <a:lnTo>
                  <a:pt x="130011" y="43070"/>
                </a:lnTo>
                <a:lnTo>
                  <a:pt x="129646" y="43008"/>
                </a:lnTo>
                <a:lnTo>
                  <a:pt x="129290" y="42938"/>
                </a:lnTo>
                <a:lnTo>
                  <a:pt x="128942" y="42858"/>
                </a:lnTo>
                <a:lnTo>
                  <a:pt x="128603" y="42769"/>
                </a:lnTo>
                <a:lnTo>
                  <a:pt x="128272" y="42670"/>
                </a:lnTo>
                <a:lnTo>
                  <a:pt x="127951" y="42562"/>
                </a:lnTo>
                <a:lnTo>
                  <a:pt x="127637" y="42444"/>
                </a:lnTo>
                <a:lnTo>
                  <a:pt x="127333" y="42317"/>
                </a:lnTo>
                <a:lnTo>
                  <a:pt x="127037" y="42181"/>
                </a:lnTo>
                <a:lnTo>
                  <a:pt x="126749" y="42035"/>
                </a:lnTo>
                <a:lnTo>
                  <a:pt x="126471" y="41880"/>
                </a:lnTo>
                <a:lnTo>
                  <a:pt x="126200" y="41716"/>
                </a:lnTo>
                <a:lnTo>
                  <a:pt x="125939" y="41542"/>
                </a:lnTo>
                <a:lnTo>
                  <a:pt x="125686" y="41358"/>
                </a:lnTo>
                <a:lnTo>
                  <a:pt x="125442" y="41166"/>
                </a:lnTo>
                <a:lnTo>
                  <a:pt x="125206" y="40964"/>
                </a:lnTo>
                <a:lnTo>
                  <a:pt x="124979" y="40752"/>
                </a:lnTo>
                <a:lnTo>
                  <a:pt x="124760" y="40531"/>
                </a:lnTo>
                <a:lnTo>
                  <a:pt x="124551" y="40301"/>
                </a:lnTo>
                <a:lnTo>
                  <a:pt x="124350" y="40062"/>
                </a:lnTo>
                <a:lnTo>
                  <a:pt x="124158" y="39813"/>
                </a:lnTo>
                <a:lnTo>
                  <a:pt x="123975" y="39556"/>
                </a:lnTo>
                <a:lnTo>
                  <a:pt x="123801" y="39289"/>
                </a:lnTo>
                <a:lnTo>
                  <a:pt x="123636" y="39014"/>
                </a:lnTo>
                <a:lnTo>
                  <a:pt x="123480" y="38729"/>
                </a:lnTo>
                <a:lnTo>
                  <a:pt x="123332" y="38435"/>
                </a:lnTo>
                <a:lnTo>
                  <a:pt x="123194" y="38132"/>
                </a:lnTo>
                <a:lnTo>
                  <a:pt x="123064" y="37820"/>
                </a:lnTo>
                <a:lnTo>
                  <a:pt x="122944" y="37499"/>
                </a:lnTo>
                <a:lnTo>
                  <a:pt x="122832" y="37169"/>
                </a:lnTo>
                <a:lnTo>
                  <a:pt x="122730" y="36830"/>
                </a:lnTo>
                <a:lnTo>
                  <a:pt x="122636" y="36482"/>
                </a:lnTo>
                <a:lnTo>
                  <a:pt x="122551" y="36124"/>
                </a:lnTo>
                <a:lnTo>
                  <a:pt x="122475" y="35758"/>
                </a:lnTo>
                <a:lnTo>
                  <a:pt x="122408" y="35382"/>
                </a:lnTo>
                <a:lnTo>
                  <a:pt x="122350" y="34997"/>
                </a:lnTo>
                <a:lnTo>
                  <a:pt x="122301" y="34604"/>
                </a:lnTo>
                <a:lnTo>
                  <a:pt x="122261" y="34201"/>
                </a:lnTo>
                <a:lnTo>
                  <a:pt x="122230" y="33789"/>
                </a:lnTo>
                <a:lnTo>
                  <a:pt x="122208" y="33368"/>
                </a:lnTo>
                <a:lnTo>
                  <a:pt x="122194" y="32938"/>
                </a:lnTo>
                <a:lnTo>
                  <a:pt x="122190" y="32499"/>
                </a:lnTo>
                <a:lnTo>
                  <a:pt x="122190" y="28918"/>
                </a:lnTo>
                <a:lnTo>
                  <a:pt x="153312" y="28918"/>
                </a:lnTo>
                <a:lnTo>
                  <a:pt x="153312" y="19830"/>
                </a:lnTo>
                <a:lnTo>
                  <a:pt x="153307" y="19335"/>
                </a:lnTo>
                <a:lnTo>
                  <a:pt x="153293" y="18846"/>
                </a:lnTo>
                <a:lnTo>
                  <a:pt x="153271" y="18362"/>
                </a:lnTo>
                <a:lnTo>
                  <a:pt x="153239" y="17883"/>
                </a:lnTo>
                <a:lnTo>
                  <a:pt x="153198" y="17409"/>
                </a:lnTo>
                <a:lnTo>
                  <a:pt x="153148" y="16941"/>
                </a:lnTo>
                <a:lnTo>
                  <a:pt x="153089" y="16478"/>
                </a:lnTo>
                <a:lnTo>
                  <a:pt x="153021" y="16020"/>
                </a:lnTo>
                <a:lnTo>
                  <a:pt x="152944" y="15567"/>
                </a:lnTo>
                <a:lnTo>
                  <a:pt x="152857" y="15120"/>
                </a:lnTo>
                <a:lnTo>
                  <a:pt x="152762" y="14678"/>
                </a:lnTo>
                <a:lnTo>
                  <a:pt x="152657" y="14241"/>
                </a:lnTo>
                <a:lnTo>
                  <a:pt x="152544" y="13810"/>
                </a:lnTo>
                <a:lnTo>
                  <a:pt x="152421" y="13384"/>
                </a:lnTo>
                <a:lnTo>
                  <a:pt x="152289" y="12963"/>
                </a:lnTo>
                <a:lnTo>
                  <a:pt x="152149" y="12547"/>
                </a:lnTo>
                <a:lnTo>
                  <a:pt x="151999" y="12136"/>
                </a:lnTo>
                <a:lnTo>
                  <a:pt x="151840" y="11731"/>
                </a:lnTo>
                <a:lnTo>
                  <a:pt x="151672" y="11331"/>
                </a:lnTo>
                <a:lnTo>
                  <a:pt x="151494" y="10937"/>
                </a:lnTo>
                <a:lnTo>
                  <a:pt x="151308" y="10547"/>
                </a:lnTo>
                <a:lnTo>
                  <a:pt x="151113" y="10163"/>
                </a:lnTo>
                <a:lnTo>
                  <a:pt x="150908" y="9784"/>
                </a:lnTo>
                <a:lnTo>
                  <a:pt x="150695" y="9411"/>
                </a:lnTo>
                <a:lnTo>
                  <a:pt x="150473" y="9043"/>
                </a:lnTo>
                <a:lnTo>
                  <a:pt x="150244" y="8682"/>
                </a:lnTo>
                <a:lnTo>
                  <a:pt x="150008" y="8328"/>
                </a:lnTo>
                <a:lnTo>
                  <a:pt x="149764" y="7981"/>
                </a:lnTo>
                <a:lnTo>
                  <a:pt x="149513" y="7641"/>
                </a:lnTo>
                <a:lnTo>
                  <a:pt x="149255" y="7308"/>
                </a:lnTo>
                <a:lnTo>
                  <a:pt x="148989" y="6981"/>
                </a:lnTo>
                <a:lnTo>
                  <a:pt x="148716" y="6661"/>
                </a:lnTo>
                <a:lnTo>
                  <a:pt x="148436" y="6349"/>
                </a:lnTo>
                <a:lnTo>
                  <a:pt x="148148" y="6043"/>
                </a:lnTo>
                <a:lnTo>
                  <a:pt x="147853" y="5743"/>
                </a:lnTo>
                <a:lnTo>
                  <a:pt x="147551" y="5451"/>
                </a:lnTo>
                <a:lnTo>
                  <a:pt x="147241" y="5166"/>
                </a:lnTo>
                <a:lnTo>
                  <a:pt x="146924" y="4887"/>
                </a:lnTo>
                <a:lnTo>
                  <a:pt x="146600" y="4616"/>
                </a:lnTo>
                <a:lnTo>
                  <a:pt x="146268" y="4351"/>
                </a:lnTo>
                <a:lnTo>
                  <a:pt x="145929" y="4093"/>
                </a:lnTo>
                <a:lnTo>
                  <a:pt x="145583" y="3842"/>
                </a:lnTo>
                <a:lnTo>
                  <a:pt x="145229" y="3598"/>
                </a:lnTo>
                <a:lnTo>
                  <a:pt x="144868" y="3360"/>
                </a:lnTo>
                <a:lnTo>
                  <a:pt x="144500" y="3130"/>
                </a:lnTo>
                <a:lnTo>
                  <a:pt x="144124" y="2906"/>
                </a:lnTo>
                <a:lnTo>
                  <a:pt x="143741" y="2689"/>
                </a:lnTo>
                <a:lnTo>
                  <a:pt x="143350" y="2479"/>
                </a:lnTo>
                <a:lnTo>
                  <a:pt x="142954" y="2277"/>
                </a:lnTo>
                <a:lnTo>
                  <a:pt x="142551" y="2083"/>
                </a:lnTo>
                <a:lnTo>
                  <a:pt x="142143" y="1898"/>
                </a:lnTo>
                <a:lnTo>
                  <a:pt x="141730" y="1722"/>
                </a:lnTo>
                <a:lnTo>
                  <a:pt x="141311" y="1554"/>
                </a:lnTo>
                <a:lnTo>
                  <a:pt x="140886" y="1395"/>
                </a:lnTo>
                <a:lnTo>
                  <a:pt x="140456" y="1244"/>
                </a:lnTo>
                <a:lnTo>
                  <a:pt x="140020" y="1102"/>
                </a:lnTo>
                <a:lnTo>
                  <a:pt x="139579" y="969"/>
                </a:lnTo>
                <a:lnTo>
                  <a:pt x="139132" y="844"/>
                </a:lnTo>
                <a:lnTo>
                  <a:pt x="138679" y="727"/>
                </a:lnTo>
                <a:lnTo>
                  <a:pt x="138221" y="620"/>
                </a:lnTo>
                <a:lnTo>
                  <a:pt x="137757" y="521"/>
                </a:lnTo>
                <a:lnTo>
                  <a:pt x="137288" y="430"/>
                </a:lnTo>
                <a:lnTo>
                  <a:pt x="136813" y="349"/>
                </a:lnTo>
                <a:lnTo>
                  <a:pt x="136333" y="275"/>
                </a:lnTo>
                <a:lnTo>
                  <a:pt x="135847" y="211"/>
                </a:lnTo>
                <a:lnTo>
                  <a:pt x="135355" y="155"/>
                </a:lnTo>
                <a:lnTo>
                  <a:pt x="134858" y="108"/>
                </a:lnTo>
                <a:lnTo>
                  <a:pt x="134355" y="69"/>
                </a:lnTo>
                <a:lnTo>
                  <a:pt x="133847" y="39"/>
                </a:lnTo>
                <a:lnTo>
                  <a:pt x="133333" y="17"/>
                </a:lnTo>
                <a:lnTo>
                  <a:pt x="132813" y="4"/>
                </a:lnTo>
                <a:lnTo>
                  <a:pt x="132288" y="0"/>
                </a:lnTo>
                <a:lnTo>
                  <a:pt x="131756" y="4"/>
                </a:lnTo>
                <a:lnTo>
                  <a:pt x="131229" y="17"/>
                </a:lnTo>
                <a:lnTo>
                  <a:pt x="130708" y="39"/>
                </a:lnTo>
                <a:lnTo>
                  <a:pt x="130192" y="69"/>
                </a:lnTo>
                <a:lnTo>
                  <a:pt x="129683" y="108"/>
                </a:lnTo>
                <a:lnTo>
                  <a:pt x="129179" y="155"/>
                </a:lnTo>
                <a:lnTo>
                  <a:pt x="128681" y="211"/>
                </a:lnTo>
                <a:lnTo>
                  <a:pt x="128188" y="275"/>
                </a:lnTo>
                <a:lnTo>
                  <a:pt x="127701" y="349"/>
                </a:lnTo>
                <a:lnTo>
                  <a:pt x="127220" y="430"/>
                </a:lnTo>
                <a:lnTo>
                  <a:pt x="126745" y="521"/>
                </a:lnTo>
                <a:lnTo>
                  <a:pt x="126276" y="620"/>
                </a:lnTo>
                <a:lnTo>
                  <a:pt x="125812" y="727"/>
                </a:lnTo>
                <a:lnTo>
                  <a:pt x="125354" y="844"/>
                </a:lnTo>
                <a:lnTo>
                  <a:pt x="124901" y="969"/>
                </a:lnTo>
                <a:lnTo>
                  <a:pt x="124455" y="1102"/>
                </a:lnTo>
                <a:lnTo>
                  <a:pt x="124014" y="1244"/>
                </a:lnTo>
                <a:lnTo>
                  <a:pt x="123579" y="1395"/>
                </a:lnTo>
                <a:lnTo>
                  <a:pt x="123150" y="1554"/>
                </a:lnTo>
                <a:lnTo>
                  <a:pt x="122726" y="1722"/>
                </a:lnTo>
                <a:lnTo>
                  <a:pt x="122308" y="1898"/>
                </a:lnTo>
                <a:lnTo>
                  <a:pt x="121896" y="2083"/>
                </a:lnTo>
                <a:lnTo>
                  <a:pt x="121489" y="2277"/>
                </a:lnTo>
                <a:lnTo>
                  <a:pt x="121089" y="2479"/>
                </a:lnTo>
                <a:lnTo>
                  <a:pt x="120695" y="2689"/>
                </a:lnTo>
                <a:lnTo>
                  <a:pt x="120308" y="2906"/>
                </a:lnTo>
                <a:lnTo>
                  <a:pt x="119929" y="3130"/>
                </a:lnTo>
                <a:lnTo>
                  <a:pt x="119557" y="3360"/>
                </a:lnTo>
                <a:lnTo>
                  <a:pt x="119193" y="3598"/>
                </a:lnTo>
                <a:lnTo>
                  <a:pt x="118837" y="3842"/>
                </a:lnTo>
                <a:lnTo>
                  <a:pt x="118487" y="4093"/>
                </a:lnTo>
                <a:lnTo>
                  <a:pt x="118146" y="4351"/>
                </a:lnTo>
                <a:lnTo>
                  <a:pt x="117812" y="4616"/>
                </a:lnTo>
                <a:lnTo>
                  <a:pt x="117485" y="4887"/>
                </a:lnTo>
                <a:lnTo>
                  <a:pt x="117166" y="5166"/>
                </a:lnTo>
                <a:lnTo>
                  <a:pt x="116854" y="5451"/>
                </a:lnTo>
                <a:lnTo>
                  <a:pt x="116550" y="5743"/>
                </a:lnTo>
                <a:lnTo>
                  <a:pt x="116253" y="6043"/>
                </a:lnTo>
                <a:lnTo>
                  <a:pt x="115964" y="6349"/>
                </a:lnTo>
                <a:lnTo>
                  <a:pt x="115682" y="6661"/>
                </a:lnTo>
                <a:lnTo>
                  <a:pt x="115408" y="6981"/>
                </a:lnTo>
                <a:lnTo>
                  <a:pt x="115141" y="7308"/>
                </a:lnTo>
                <a:lnTo>
                  <a:pt x="114882" y="7641"/>
                </a:lnTo>
                <a:lnTo>
                  <a:pt x="114630" y="7981"/>
                </a:lnTo>
                <a:lnTo>
                  <a:pt x="114386" y="8328"/>
                </a:lnTo>
                <a:lnTo>
                  <a:pt x="114149" y="8682"/>
                </a:lnTo>
                <a:lnTo>
                  <a:pt x="113920" y="9043"/>
                </a:lnTo>
                <a:lnTo>
                  <a:pt x="113698" y="9411"/>
                </a:lnTo>
                <a:lnTo>
                  <a:pt x="113485" y="9784"/>
                </a:lnTo>
                <a:lnTo>
                  <a:pt x="113280" y="10163"/>
                </a:lnTo>
                <a:lnTo>
                  <a:pt x="113085" y="10547"/>
                </a:lnTo>
                <a:lnTo>
                  <a:pt x="112899" y="10937"/>
                </a:lnTo>
                <a:lnTo>
                  <a:pt x="112722" y="11331"/>
                </a:lnTo>
                <a:lnTo>
                  <a:pt x="112554" y="11731"/>
                </a:lnTo>
                <a:lnTo>
                  <a:pt x="112395" y="12136"/>
                </a:lnTo>
                <a:lnTo>
                  <a:pt x="112245" y="12547"/>
                </a:lnTo>
                <a:lnTo>
                  <a:pt x="112104" y="12963"/>
                </a:lnTo>
                <a:lnTo>
                  <a:pt x="111973" y="13384"/>
                </a:lnTo>
                <a:lnTo>
                  <a:pt x="111850" y="13810"/>
                </a:lnTo>
                <a:lnTo>
                  <a:pt x="111737" y="14241"/>
                </a:lnTo>
                <a:lnTo>
                  <a:pt x="111632" y="14678"/>
                </a:lnTo>
                <a:lnTo>
                  <a:pt x="111537" y="15120"/>
                </a:lnTo>
                <a:lnTo>
                  <a:pt x="111451" y="15567"/>
                </a:lnTo>
                <a:lnTo>
                  <a:pt x="111373" y="16020"/>
                </a:lnTo>
                <a:lnTo>
                  <a:pt x="111305" y="16478"/>
                </a:lnTo>
                <a:lnTo>
                  <a:pt x="111246" y="16941"/>
                </a:lnTo>
                <a:lnTo>
                  <a:pt x="111196" y="17409"/>
                </a:lnTo>
                <a:lnTo>
                  <a:pt x="111155" y="17883"/>
                </a:lnTo>
                <a:lnTo>
                  <a:pt x="111124" y="18362"/>
                </a:lnTo>
                <a:lnTo>
                  <a:pt x="111101" y="18846"/>
                </a:lnTo>
                <a:lnTo>
                  <a:pt x="111087" y="19335"/>
                </a:lnTo>
                <a:lnTo>
                  <a:pt x="111083" y="19830"/>
                </a:lnTo>
                <a:lnTo>
                  <a:pt x="111083" y="32499"/>
                </a:lnTo>
                <a:lnTo>
                  <a:pt x="111087" y="32993"/>
                </a:lnTo>
                <a:lnTo>
                  <a:pt x="111101" y="33483"/>
                </a:lnTo>
                <a:lnTo>
                  <a:pt x="111124" y="33967"/>
                </a:lnTo>
                <a:lnTo>
                  <a:pt x="111155" y="34445"/>
                </a:lnTo>
                <a:lnTo>
                  <a:pt x="111196" y="34919"/>
                </a:lnTo>
                <a:lnTo>
                  <a:pt x="111246" y="35387"/>
                </a:lnTo>
                <a:lnTo>
                  <a:pt x="111305" y="35850"/>
                </a:lnTo>
                <a:lnTo>
                  <a:pt x="111373" y="36308"/>
                </a:lnTo>
                <a:lnTo>
                  <a:pt x="111451" y="36761"/>
                </a:lnTo>
                <a:lnTo>
                  <a:pt x="111537" y="37208"/>
                </a:lnTo>
                <a:lnTo>
                  <a:pt x="111632" y="37650"/>
                </a:lnTo>
                <a:lnTo>
                  <a:pt x="111737" y="38087"/>
                </a:lnTo>
                <a:lnTo>
                  <a:pt x="111850" y="38518"/>
                </a:lnTo>
                <a:lnTo>
                  <a:pt x="111973" y="38944"/>
                </a:lnTo>
                <a:lnTo>
                  <a:pt x="112104" y="39365"/>
                </a:lnTo>
                <a:lnTo>
                  <a:pt x="112245" y="39781"/>
                </a:lnTo>
                <a:lnTo>
                  <a:pt x="112395" y="40192"/>
                </a:lnTo>
                <a:lnTo>
                  <a:pt x="112554" y="40597"/>
                </a:lnTo>
                <a:lnTo>
                  <a:pt x="112722" y="40997"/>
                </a:lnTo>
                <a:lnTo>
                  <a:pt x="112899" y="41392"/>
                </a:lnTo>
                <a:lnTo>
                  <a:pt x="113085" y="41781"/>
                </a:lnTo>
                <a:lnTo>
                  <a:pt x="113280" y="42165"/>
                </a:lnTo>
                <a:lnTo>
                  <a:pt x="113485" y="42544"/>
                </a:lnTo>
                <a:lnTo>
                  <a:pt x="113698" y="42918"/>
                </a:lnTo>
                <a:lnTo>
                  <a:pt x="113920" y="43286"/>
                </a:lnTo>
                <a:lnTo>
                  <a:pt x="114149" y="43646"/>
                </a:lnTo>
                <a:lnTo>
                  <a:pt x="114386" y="44000"/>
                </a:lnTo>
                <a:lnTo>
                  <a:pt x="114630" y="44347"/>
                </a:lnTo>
                <a:lnTo>
                  <a:pt x="114882" y="44687"/>
                </a:lnTo>
                <a:lnTo>
                  <a:pt x="115141" y="45021"/>
                </a:lnTo>
                <a:lnTo>
                  <a:pt x="115408" y="45347"/>
                </a:lnTo>
                <a:lnTo>
                  <a:pt x="115682" y="45667"/>
                </a:lnTo>
                <a:lnTo>
                  <a:pt x="115964" y="45979"/>
                </a:lnTo>
                <a:lnTo>
                  <a:pt x="116253" y="46285"/>
                </a:lnTo>
                <a:lnTo>
                  <a:pt x="116550" y="46584"/>
                </a:lnTo>
                <a:lnTo>
                  <a:pt x="116854" y="46877"/>
                </a:lnTo>
                <a:lnTo>
                  <a:pt x="117166" y="47162"/>
                </a:lnTo>
                <a:lnTo>
                  <a:pt x="117485" y="47441"/>
                </a:lnTo>
                <a:lnTo>
                  <a:pt x="117812" y="47712"/>
                </a:lnTo>
                <a:lnTo>
                  <a:pt x="118146" y="47977"/>
                </a:lnTo>
                <a:lnTo>
                  <a:pt x="118487" y="48235"/>
                </a:lnTo>
                <a:lnTo>
                  <a:pt x="118837" y="48486"/>
                </a:lnTo>
                <a:lnTo>
                  <a:pt x="119193" y="48731"/>
                </a:lnTo>
                <a:lnTo>
                  <a:pt x="119557" y="48968"/>
                </a:lnTo>
                <a:lnTo>
                  <a:pt x="119929" y="49199"/>
                </a:lnTo>
                <a:lnTo>
                  <a:pt x="120308" y="49422"/>
                </a:lnTo>
                <a:lnTo>
                  <a:pt x="120695" y="49639"/>
                </a:lnTo>
                <a:lnTo>
                  <a:pt x="121089" y="49849"/>
                </a:lnTo>
                <a:lnTo>
                  <a:pt x="121489" y="50051"/>
                </a:lnTo>
                <a:lnTo>
                  <a:pt x="121896" y="50245"/>
                </a:lnTo>
                <a:lnTo>
                  <a:pt x="122308" y="50430"/>
                </a:lnTo>
                <a:lnTo>
                  <a:pt x="122726" y="50606"/>
                </a:lnTo>
                <a:lnTo>
                  <a:pt x="123150" y="50774"/>
                </a:lnTo>
                <a:lnTo>
                  <a:pt x="123579" y="50933"/>
                </a:lnTo>
                <a:lnTo>
                  <a:pt x="124014" y="51084"/>
                </a:lnTo>
                <a:lnTo>
                  <a:pt x="124455" y="51226"/>
                </a:lnTo>
                <a:lnTo>
                  <a:pt x="124901" y="51359"/>
                </a:lnTo>
                <a:lnTo>
                  <a:pt x="125354" y="51484"/>
                </a:lnTo>
                <a:lnTo>
                  <a:pt x="125812" y="51600"/>
                </a:lnTo>
                <a:lnTo>
                  <a:pt x="126276" y="51708"/>
                </a:lnTo>
                <a:lnTo>
                  <a:pt x="126745" y="51807"/>
                </a:lnTo>
                <a:lnTo>
                  <a:pt x="127220" y="51897"/>
                </a:lnTo>
                <a:lnTo>
                  <a:pt x="127701" y="51979"/>
                </a:lnTo>
                <a:lnTo>
                  <a:pt x="128188" y="52052"/>
                </a:lnTo>
                <a:lnTo>
                  <a:pt x="128681" y="52116"/>
                </a:lnTo>
                <a:lnTo>
                  <a:pt x="129179" y="52172"/>
                </a:lnTo>
                <a:lnTo>
                  <a:pt x="129683" y="52220"/>
                </a:lnTo>
                <a:lnTo>
                  <a:pt x="130192" y="52258"/>
                </a:lnTo>
                <a:lnTo>
                  <a:pt x="130708" y="52289"/>
                </a:lnTo>
                <a:lnTo>
                  <a:pt x="131229" y="52310"/>
                </a:lnTo>
                <a:lnTo>
                  <a:pt x="131756" y="52323"/>
                </a:lnTo>
                <a:lnTo>
                  <a:pt x="132288" y="52327"/>
                </a:lnTo>
                <a:lnTo>
                  <a:pt x="132957" y="52320"/>
                </a:lnTo>
                <a:lnTo>
                  <a:pt x="133618" y="52300"/>
                </a:lnTo>
                <a:lnTo>
                  <a:pt x="134270" y="52266"/>
                </a:lnTo>
                <a:close/>
                <a:moveTo>
                  <a:pt x="122194" y="19398"/>
                </a:moveTo>
                <a:lnTo>
                  <a:pt x="122208" y="18974"/>
                </a:lnTo>
                <a:lnTo>
                  <a:pt x="122230" y="18559"/>
                </a:lnTo>
                <a:lnTo>
                  <a:pt x="122261" y="18152"/>
                </a:lnTo>
                <a:lnTo>
                  <a:pt x="122301" y="17753"/>
                </a:lnTo>
                <a:lnTo>
                  <a:pt x="122350" y="17362"/>
                </a:lnTo>
                <a:lnTo>
                  <a:pt x="122408" y="16980"/>
                </a:lnTo>
                <a:lnTo>
                  <a:pt x="122475" y="16606"/>
                </a:lnTo>
                <a:lnTo>
                  <a:pt x="122551" y="16241"/>
                </a:lnTo>
                <a:lnTo>
                  <a:pt x="122636" y="15883"/>
                </a:lnTo>
                <a:lnTo>
                  <a:pt x="122730" y="15534"/>
                </a:lnTo>
                <a:lnTo>
                  <a:pt x="122832" y="15194"/>
                </a:lnTo>
                <a:lnTo>
                  <a:pt x="122944" y="14861"/>
                </a:lnTo>
                <a:lnTo>
                  <a:pt x="123064" y="14537"/>
                </a:lnTo>
                <a:lnTo>
                  <a:pt x="123194" y="14221"/>
                </a:lnTo>
                <a:lnTo>
                  <a:pt x="123332" y="13913"/>
                </a:lnTo>
                <a:lnTo>
                  <a:pt x="123480" y="13614"/>
                </a:lnTo>
                <a:lnTo>
                  <a:pt x="123636" y="13323"/>
                </a:lnTo>
                <a:lnTo>
                  <a:pt x="123801" y="13040"/>
                </a:lnTo>
                <a:lnTo>
                  <a:pt x="123975" y="12766"/>
                </a:lnTo>
                <a:lnTo>
                  <a:pt x="124158" y="12500"/>
                </a:lnTo>
                <a:lnTo>
                  <a:pt x="124350" y="12242"/>
                </a:lnTo>
                <a:lnTo>
                  <a:pt x="124551" y="11993"/>
                </a:lnTo>
                <a:lnTo>
                  <a:pt x="124760" y="11751"/>
                </a:lnTo>
                <a:lnTo>
                  <a:pt x="124979" y="11519"/>
                </a:lnTo>
                <a:lnTo>
                  <a:pt x="125205" y="11297"/>
                </a:lnTo>
                <a:lnTo>
                  <a:pt x="125440" y="11084"/>
                </a:lnTo>
                <a:lnTo>
                  <a:pt x="125683" y="10882"/>
                </a:lnTo>
                <a:lnTo>
                  <a:pt x="125935" y="10689"/>
                </a:lnTo>
                <a:lnTo>
                  <a:pt x="126195" y="10506"/>
                </a:lnTo>
                <a:lnTo>
                  <a:pt x="126463" y="10333"/>
                </a:lnTo>
                <a:lnTo>
                  <a:pt x="126739" y="10170"/>
                </a:lnTo>
                <a:lnTo>
                  <a:pt x="127024" y="10017"/>
                </a:lnTo>
                <a:lnTo>
                  <a:pt x="127317" y="9874"/>
                </a:lnTo>
                <a:lnTo>
                  <a:pt x="127618" y="9740"/>
                </a:lnTo>
                <a:lnTo>
                  <a:pt x="127928" y="9617"/>
                </a:lnTo>
                <a:lnTo>
                  <a:pt x="128245" y="9503"/>
                </a:lnTo>
                <a:lnTo>
                  <a:pt x="128571" y="9399"/>
                </a:lnTo>
                <a:lnTo>
                  <a:pt x="128906" y="9305"/>
                </a:lnTo>
                <a:lnTo>
                  <a:pt x="129248" y="9221"/>
                </a:lnTo>
                <a:lnTo>
                  <a:pt x="129599" y="9147"/>
                </a:lnTo>
                <a:lnTo>
                  <a:pt x="129959" y="9083"/>
                </a:lnTo>
                <a:lnTo>
                  <a:pt x="130326" y="9028"/>
                </a:lnTo>
                <a:lnTo>
                  <a:pt x="130702" y="8984"/>
                </a:lnTo>
                <a:lnTo>
                  <a:pt x="131086" y="8949"/>
                </a:lnTo>
                <a:lnTo>
                  <a:pt x="131479" y="8925"/>
                </a:lnTo>
                <a:lnTo>
                  <a:pt x="131879" y="8910"/>
                </a:lnTo>
                <a:lnTo>
                  <a:pt x="132288" y="8905"/>
                </a:lnTo>
                <a:lnTo>
                  <a:pt x="132697" y="8910"/>
                </a:lnTo>
                <a:lnTo>
                  <a:pt x="133097" y="8924"/>
                </a:lnTo>
                <a:lnTo>
                  <a:pt x="133489" y="8949"/>
                </a:lnTo>
                <a:lnTo>
                  <a:pt x="133872" y="8983"/>
                </a:lnTo>
                <a:lnTo>
                  <a:pt x="134246" y="9026"/>
                </a:lnTo>
                <a:lnTo>
                  <a:pt x="134612" y="9080"/>
                </a:lnTo>
                <a:lnTo>
                  <a:pt x="134969" y="9143"/>
                </a:lnTo>
                <a:lnTo>
                  <a:pt x="135318" y="9216"/>
                </a:lnTo>
                <a:lnTo>
                  <a:pt x="135658" y="9299"/>
                </a:lnTo>
                <a:lnTo>
                  <a:pt x="135989" y="9391"/>
                </a:lnTo>
                <a:lnTo>
                  <a:pt x="136312" y="9493"/>
                </a:lnTo>
                <a:lnTo>
                  <a:pt x="136626" y="9605"/>
                </a:lnTo>
                <a:lnTo>
                  <a:pt x="136931" y="9727"/>
                </a:lnTo>
                <a:lnTo>
                  <a:pt x="137228" y="9858"/>
                </a:lnTo>
                <a:lnTo>
                  <a:pt x="137517" y="9999"/>
                </a:lnTo>
                <a:lnTo>
                  <a:pt x="137796" y="10149"/>
                </a:lnTo>
                <a:lnTo>
                  <a:pt x="138067" y="10310"/>
                </a:lnTo>
                <a:lnTo>
                  <a:pt x="138330" y="10480"/>
                </a:lnTo>
                <a:lnTo>
                  <a:pt x="138584" y="10660"/>
                </a:lnTo>
                <a:lnTo>
                  <a:pt x="138829" y="10850"/>
                </a:lnTo>
                <a:lnTo>
                  <a:pt x="139065" y="11049"/>
                </a:lnTo>
                <a:lnTo>
                  <a:pt x="139294" y="11258"/>
                </a:lnTo>
                <a:lnTo>
                  <a:pt x="139513" y="11477"/>
                </a:lnTo>
                <a:lnTo>
                  <a:pt x="139724" y="11705"/>
                </a:lnTo>
                <a:lnTo>
                  <a:pt x="139926" y="11943"/>
                </a:lnTo>
                <a:lnTo>
                  <a:pt x="140120" y="12189"/>
                </a:lnTo>
                <a:lnTo>
                  <a:pt x="140305" y="12443"/>
                </a:lnTo>
                <a:lnTo>
                  <a:pt x="140481" y="12706"/>
                </a:lnTo>
                <a:lnTo>
                  <a:pt x="140649" y="12977"/>
                </a:lnTo>
                <a:lnTo>
                  <a:pt x="140808" y="13257"/>
                </a:lnTo>
                <a:lnTo>
                  <a:pt x="140959" y="13546"/>
                </a:lnTo>
                <a:lnTo>
                  <a:pt x="141101" y="13842"/>
                </a:lnTo>
                <a:lnTo>
                  <a:pt x="141235" y="14147"/>
                </a:lnTo>
                <a:lnTo>
                  <a:pt x="141359" y="14461"/>
                </a:lnTo>
                <a:lnTo>
                  <a:pt x="141476" y="14783"/>
                </a:lnTo>
                <a:lnTo>
                  <a:pt x="141583" y="15113"/>
                </a:lnTo>
                <a:lnTo>
                  <a:pt x="141682" y="15452"/>
                </a:lnTo>
                <a:lnTo>
                  <a:pt x="141773" y="15800"/>
                </a:lnTo>
                <a:lnTo>
                  <a:pt x="141854" y="16155"/>
                </a:lnTo>
                <a:lnTo>
                  <a:pt x="141928" y="16520"/>
                </a:lnTo>
                <a:lnTo>
                  <a:pt x="141992" y="16892"/>
                </a:lnTo>
                <a:lnTo>
                  <a:pt x="142048" y="17273"/>
                </a:lnTo>
                <a:lnTo>
                  <a:pt x="142096" y="17663"/>
                </a:lnTo>
                <a:lnTo>
                  <a:pt x="142134" y="18061"/>
                </a:lnTo>
                <a:lnTo>
                  <a:pt x="142164" y="18467"/>
                </a:lnTo>
                <a:lnTo>
                  <a:pt x="142186" y="18882"/>
                </a:lnTo>
                <a:lnTo>
                  <a:pt x="142199" y="19306"/>
                </a:lnTo>
                <a:lnTo>
                  <a:pt x="142203" y="19737"/>
                </a:lnTo>
                <a:lnTo>
                  <a:pt x="142203" y="21581"/>
                </a:lnTo>
                <a:lnTo>
                  <a:pt x="122190" y="21757"/>
                </a:lnTo>
                <a:lnTo>
                  <a:pt x="122190" y="19830"/>
                </a:lnTo>
                <a:lnTo>
                  <a:pt x="122194" y="19398"/>
                </a:lnTo>
                <a:close/>
                <a:moveTo>
                  <a:pt x="196275" y="67934"/>
                </a:moveTo>
                <a:lnTo>
                  <a:pt x="207750" y="67934"/>
                </a:lnTo>
                <a:lnTo>
                  <a:pt x="207750" y="918"/>
                </a:lnTo>
                <a:lnTo>
                  <a:pt x="196551" y="918"/>
                </a:lnTo>
                <a:lnTo>
                  <a:pt x="196551" y="10557"/>
                </a:lnTo>
                <a:lnTo>
                  <a:pt x="196269" y="10557"/>
                </a:lnTo>
                <a:lnTo>
                  <a:pt x="196232" y="10308"/>
                </a:lnTo>
                <a:lnTo>
                  <a:pt x="196150" y="9854"/>
                </a:lnTo>
                <a:lnTo>
                  <a:pt x="196055" y="9410"/>
                </a:lnTo>
                <a:lnTo>
                  <a:pt x="195948" y="8974"/>
                </a:lnTo>
                <a:lnTo>
                  <a:pt x="195829" y="8548"/>
                </a:lnTo>
                <a:lnTo>
                  <a:pt x="195697" y="8131"/>
                </a:lnTo>
                <a:lnTo>
                  <a:pt x="195552" y="7723"/>
                </a:lnTo>
                <a:lnTo>
                  <a:pt x="195394" y="7324"/>
                </a:lnTo>
                <a:lnTo>
                  <a:pt x="195224" y="6934"/>
                </a:lnTo>
                <a:lnTo>
                  <a:pt x="195042" y="6553"/>
                </a:lnTo>
                <a:lnTo>
                  <a:pt x="194847" y="6181"/>
                </a:lnTo>
                <a:lnTo>
                  <a:pt x="194639" y="5818"/>
                </a:lnTo>
                <a:lnTo>
                  <a:pt x="194418" y="5465"/>
                </a:lnTo>
                <a:lnTo>
                  <a:pt x="194185" y="5120"/>
                </a:lnTo>
                <a:lnTo>
                  <a:pt x="193940" y="4785"/>
                </a:lnTo>
                <a:lnTo>
                  <a:pt x="193682" y="4459"/>
                </a:lnTo>
                <a:lnTo>
                  <a:pt x="193411" y="4141"/>
                </a:lnTo>
                <a:lnTo>
                  <a:pt x="193128" y="3833"/>
                </a:lnTo>
                <a:lnTo>
                  <a:pt x="192832" y="3534"/>
                </a:lnTo>
                <a:lnTo>
                  <a:pt x="192525" y="3246"/>
                </a:lnTo>
                <a:lnTo>
                  <a:pt x="192209" y="2970"/>
                </a:lnTo>
                <a:lnTo>
                  <a:pt x="191885" y="2706"/>
                </a:lnTo>
                <a:lnTo>
                  <a:pt x="191551" y="2454"/>
                </a:lnTo>
                <a:lnTo>
                  <a:pt x="191208" y="2215"/>
                </a:lnTo>
                <a:lnTo>
                  <a:pt x="190856" y="1988"/>
                </a:lnTo>
                <a:lnTo>
                  <a:pt x="190494" y="1773"/>
                </a:lnTo>
                <a:lnTo>
                  <a:pt x="190124" y="1571"/>
                </a:lnTo>
                <a:lnTo>
                  <a:pt x="189745" y="1381"/>
                </a:lnTo>
                <a:lnTo>
                  <a:pt x="189356" y="1203"/>
                </a:lnTo>
                <a:lnTo>
                  <a:pt x="188959" y="1037"/>
                </a:lnTo>
                <a:lnTo>
                  <a:pt x="188552" y="884"/>
                </a:lnTo>
                <a:lnTo>
                  <a:pt x="188137" y="742"/>
                </a:lnTo>
                <a:lnTo>
                  <a:pt x="187712" y="614"/>
                </a:lnTo>
                <a:lnTo>
                  <a:pt x="187278" y="497"/>
                </a:lnTo>
                <a:lnTo>
                  <a:pt x="186835" y="393"/>
                </a:lnTo>
                <a:lnTo>
                  <a:pt x="186383" y="301"/>
                </a:lnTo>
                <a:lnTo>
                  <a:pt x="185922" y="221"/>
                </a:lnTo>
                <a:lnTo>
                  <a:pt x="185452" y="153"/>
                </a:lnTo>
                <a:lnTo>
                  <a:pt x="184972" y="98"/>
                </a:lnTo>
                <a:lnTo>
                  <a:pt x="184484" y="55"/>
                </a:lnTo>
                <a:lnTo>
                  <a:pt x="183987" y="25"/>
                </a:lnTo>
                <a:lnTo>
                  <a:pt x="183480" y="6"/>
                </a:lnTo>
                <a:lnTo>
                  <a:pt x="182964" y="0"/>
                </a:lnTo>
                <a:lnTo>
                  <a:pt x="182342" y="9"/>
                </a:lnTo>
                <a:lnTo>
                  <a:pt x="181730" y="36"/>
                </a:lnTo>
                <a:lnTo>
                  <a:pt x="181129" y="82"/>
                </a:lnTo>
                <a:lnTo>
                  <a:pt x="180538" y="145"/>
                </a:lnTo>
                <a:lnTo>
                  <a:pt x="179957" y="227"/>
                </a:lnTo>
                <a:lnTo>
                  <a:pt x="179387" y="327"/>
                </a:lnTo>
                <a:lnTo>
                  <a:pt x="178827" y="445"/>
                </a:lnTo>
                <a:lnTo>
                  <a:pt x="178277" y="581"/>
                </a:lnTo>
                <a:lnTo>
                  <a:pt x="177738" y="736"/>
                </a:lnTo>
                <a:lnTo>
                  <a:pt x="177209" y="909"/>
                </a:lnTo>
                <a:lnTo>
                  <a:pt x="176691" y="1099"/>
                </a:lnTo>
                <a:lnTo>
                  <a:pt x="176182" y="1308"/>
                </a:lnTo>
                <a:lnTo>
                  <a:pt x="175685" y="1536"/>
                </a:lnTo>
                <a:lnTo>
                  <a:pt x="175197" y="1781"/>
                </a:lnTo>
                <a:lnTo>
                  <a:pt x="174720" y="2044"/>
                </a:lnTo>
                <a:lnTo>
                  <a:pt x="174253" y="2326"/>
                </a:lnTo>
                <a:lnTo>
                  <a:pt x="173797" y="2626"/>
                </a:lnTo>
                <a:lnTo>
                  <a:pt x="173351" y="2944"/>
                </a:lnTo>
                <a:lnTo>
                  <a:pt x="172915" y="3280"/>
                </a:lnTo>
                <a:lnTo>
                  <a:pt x="172490" y="3634"/>
                </a:lnTo>
                <a:lnTo>
                  <a:pt x="172075" y="4007"/>
                </a:lnTo>
                <a:lnTo>
                  <a:pt x="171670" y="4398"/>
                </a:lnTo>
                <a:lnTo>
                  <a:pt x="171276" y="4806"/>
                </a:lnTo>
                <a:lnTo>
                  <a:pt x="170892" y="5233"/>
                </a:lnTo>
                <a:lnTo>
                  <a:pt x="170521" y="5676"/>
                </a:lnTo>
                <a:lnTo>
                  <a:pt x="170166" y="6130"/>
                </a:lnTo>
                <a:lnTo>
                  <a:pt x="169827" y="6597"/>
                </a:lnTo>
                <a:lnTo>
                  <a:pt x="169504" y="7077"/>
                </a:lnTo>
                <a:lnTo>
                  <a:pt x="169196" y="7569"/>
                </a:lnTo>
                <a:lnTo>
                  <a:pt x="168904" y="8073"/>
                </a:lnTo>
                <a:lnTo>
                  <a:pt x="168628" y="8590"/>
                </a:lnTo>
                <a:lnTo>
                  <a:pt x="168368" y="9119"/>
                </a:lnTo>
                <a:lnTo>
                  <a:pt x="168123" y="9661"/>
                </a:lnTo>
                <a:lnTo>
                  <a:pt x="167894" y="10215"/>
                </a:lnTo>
                <a:lnTo>
                  <a:pt x="167681" y="10782"/>
                </a:lnTo>
                <a:lnTo>
                  <a:pt x="167484" y="11361"/>
                </a:lnTo>
                <a:lnTo>
                  <a:pt x="167303" y="11952"/>
                </a:lnTo>
                <a:lnTo>
                  <a:pt x="167137" y="12556"/>
                </a:lnTo>
                <a:lnTo>
                  <a:pt x="166987" y="13172"/>
                </a:lnTo>
                <a:lnTo>
                  <a:pt x="166853" y="13801"/>
                </a:lnTo>
                <a:lnTo>
                  <a:pt x="166735" y="14442"/>
                </a:lnTo>
                <a:lnTo>
                  <a:pt x="166632" y="15095"/>
                </a:lnTo>
                <a:lnTo>
                  <a:pt x="166545" y="15761"/>
                </a:lnTo>
                <a:lnTo>
                  <a:pt x="166474" y="16440"/>
                </a:lnTo>
                <a:lnTo>
                  <a:pt x="166419" y="17131"/>
                </a:lnTo>
                <a:lnTo>
                  <a:pt x="166380" y="17834"/>
                </a:lnTo>
                <a:lnTo>
                  <a:pt x="166356" y="18550"/>
                </a:lnTo>
                <a:lnTo>
                  <a:pt x="166348" y="19278"/>
                </a:lnTo>
                <a:lnTo>
                  <a:pt x="166348" y="32957"/>
                </a:lnTo>
                <a:lnTo>
                  <a:pt x="166356" y="33693"/>
                </a:lnTo>
                <a:lnTo>
                  <a:pt x="166379" y="34416"/>
                </a:lnTo>
                <a:lnTo>
                  <a:pt x="166418" y="35126"/>
                </a:lnTo>
                <a:lnTo>
                  <a:pt x="166473" y="35823"/>
                </a:lnTo>
                <a:lnTo>
                  <a:pt x="166543" y="36508"/>
                </a:lnTo>
                <a:lnTo>
                  <a:pt x="166629" y="37180"/>
                </a:lnTo>
                <a:lnTo>
                  <a:pt x="166731" y="37839"/>
                </a:lnTo>
                <a:lnTo>
                  <a:pt x="166848" y="38486"/>
                </a:lnTo>
                <a:lnTo>
                  <a:pt x="166981" y="39119"/>
                </a:lnTo>
                <a:lnTo>
                  <a:pt x="167129" y="39740"/>
                </a:lnTo>
                <a:lnTo>
                  <a:pt x="167293" y="40348"/>
                </a:lnTo>
                <a:lnTo>
                  <a:pt x="167473" y="40944"/>
                </a:lnTo>
                <a:lnTo>
                  <a:pt x="167668" y="41527"/>
                </a:lnTo>
                <a:lnTo>
                  <a:pt x="167879" y="42097"/>
                </a:lnTo>
                <a:lnTo>
                  <a:pt x="168105" y="42654"/>
                </a:lnTo>
                <a:lnTo>
                  <a:pt x="168347" y="43198"/>
                </a:lnTo>
                <a:lnTo>
                  <a:pt x="168605" y="43730"/>
                </a:lnTo>
                <a:lnTo>
                  <a:pt x="168878" y="44249"/>
                </a:lnTo>
                <a:lnTo>
                  <a:pt x="169167" y="44755"/>
                </a:lnTo>
                <a:lnTo>
                  <a:pt x="169472" y="45249"/>
                </a:lnTo>
                <a:lnTo>
                  <a:pt x="169792" y="45730"/>
                </a:lnTo>
                <a:lnTo>
                  <a:pt x="170128" y="46197"/>
                </a:lnTo>
                <a:lnTo>
                  <a:pt x="170479" y="46653"/>
                </a:lnTo>
                <a:lnTo>
                  <a:pt x="170846" y="47095"/>
                </a:lnTo>
                <a:lnTo>
                  <a:pt x="171226" y="47522"/>
                </a:lnTo>
                <a:lnTo>
                  <a:pt x="171617" y="47931"/>
                </a:lnTo>
                <a:lnTo>
                  <a:pt x="172019" y="48321"/>
                </a:lnTo>
                <a:lnTo>
                  <a:pt x="172432" y="48694"/>
                </a:lnTo>
                <a:lnTo>
                  <a:pt x="172856" y="49048"/>
                </a:lnTo>
                <a:lnTo>
                  <a:pt x="173290" y="49384"/>
                </a:lnTo>
                <a:lnTo>
                  <a:pt x="173735" y="49702"/>
                </a:lnTo>
                <a:lnTo>
                  <a:pt x="174192" y="50002"/>
                </a:lnTo>
                <a:lnTo>
                  <a:pt x="174659" y="50283"/>
                </a:lnTo>
                <a:lnTo>
                  <a:pt x="175136" y="50547"/>
                </a:lnTo>
                <a:lnTo>
                  <a:pt x="175625" y="50792"/>
                </a:lnTo>
                <a:lnTo>
                  <a:pt x="176125" y="51019"/>
                </a:lnTo>
                <a:lnTo>
                  <a:pt x="176635" y="51228"/>
                </a:lnTo>
                <a:lnTo>
                  <a:pt x="177156" y="51419"/>
                </a:lnTo>
                <a:lnTo>
                  <a:pt x="177688" y="51592"/>
                </a:lnTo>
                <a:lnTo>
                  <a:pt x="178231" y="51746"/>
                </a:lnTo>
                <a:lnTo>
                  <a:pt x="178785" y="51882"/>
                </a:lnTo>
                <a:lnTo>
                  <a:pt x="179349" y="52000"/>
                </a:lnTo>
                <a:lnTo>
                  <a:pt x="179925" y="52100"/>
                </a:lnTo>
                <a:lnTo>
                  <a:pt x="180511" y="52182"/>
                </a:lnTo>
                <a:lnTo>
                  <a:pt x="181108" y="52246"/>
                </a:lnTo>
                <a:lnTo>
                  <a:pt x="181716" y="52291"/>
                </a:lnTo>
                <a:lnTo>
                  <a:pt x="182335" y="52318"/>
                </a:lnTo>
                <a:lnTo>
                  <a:pt x="182964" y="52327"/>
                </a:lnTo>
                <a:lnTo>
                  <a:pt x="183480" y="52321"/>
                </a:lnTo>
                <a:lnTo>
                  <a:pt x="183987" y="52303"/>
                </a:lnTo>
                <a:lnTo>
                  <a:pt x="184484" y="52272"/>
                </a:lnTo>
                <a:lnTo>
                  <a:pt x="184972" y="52229"/>
                </a:lnTo>
                <a:lnTo>
                  <a:pt x="185452" y="52174"/>
                </a:lnTo>
                <a:lnTo>
                  <a:pt x="185922" y="52106"/>
                </a:lnTo>
                <a:lnTo>
                  <a:pt x="186383" y="52027"/>
                </a:lnTo>
                <a:lnTo>
                  <a:pt x="186835" y="51935"/>
                </a:lnTo>
                <a:lnTo>
                  <a:pt x="187278" y="51830"/>
                </a:lnTo>
                <a:lnTo>
                  <a:pt x="187712" y="51714"/>
                </a:lnTo>
                <a:lnTo>
                  <a:pt x="188137" y="51585"/>
                </a:lnTo>
                <a:lnTo>
                  <a:pt x="188552" y="51444"/>
                </a:lnTo>
                <a:lnTo>
                  <a:pt x="188959" y="51290"/>
                </a:lnTo>
                <a:lnTo>
                  <a:pt x="189356" y="51125"/>
                </a:lnTo>
                <a:lnTo>
                  <a:pt x="189745" y="50947"/>
                </a:lnTo>
                <a:lnTo>
                  <a:pt x="190124" y="50756"/>
                </a:lnTo>
                <a:lnTo>
                  <a:pt x="190494" y="50554"/>
                </a:lnTo>
                <a:lnTo>
                  <a:pt x="190856" y="50339"/>
                </a:lnTo>
                <a:lnTo>
                  <a:pt x="191208" y="50112"/>
                </a:lnTo>
                <a:lnTo>
                  <a:pt x="191551" y="49873"/>
                </a:lnTo>
                <a:lnTo>
                  <a:pt x="191885" y="49621"/>
                </a:lnTo>
                <a:lnTo>
                  <a:pt x="192209" y="49358"/>
                </a:lnTo>
                <a:lnTo>
                  <a:pt x="192525" y="49081"/>
                </a:lnTo>
                <a:lnTo>
                  <a:pt x="192832" y="48793"/>
                </a:lnTo>
                <a:lnTo>
                  <a:pt x="193128" y="48494"/>
                </a:lnTo>
                <a:lnTo>
                  <a:pt x="193411" y="48186"/>
                </a:lnTo>
                <a:lnTo>
                  <a:pt x="193682" y="47869"/>
                </a:lnTo>
                <a:lnTo>
                  <a:pt x="193940" y="47542"/>
                </a:lnTo>
                <a:lnTo>
                  <a:pt x="194185" y="47207"/>
                </a:lnTo>
                <a:lnTo>
                  <a:pt x="194418" y="46862"/>
                </a:lnTo>
                <a:lnTo>
                  <a:pt x="194639" y="46509"/>
                </a:lnTo>
                <a:lnTo>
                  <a:pt x="194847" y="46146"/>
                </a:lnTo>
                <a:lnTo>
                  <a:pt x="195042" y="45774"/>
                </a:lnTo>
                <a:lnTo>
                  <a:pt x="195224" y="45394"/>
                </a:lnTo>
                <a:lnTo>
                  <a:pt x="195394" y="45004"/>
                </a:lnTo>
                <a:lnTo>
                  <a:pt x="195552" y="44605"/>
                </a:lnTo>
                <a:lnTo>
                  <a:pt x="195697" y="44196"/>
                </a:lnTo>
                <a:lnTo>
                  <a:pt x="195829" y="43779"/>
                </a:lnTo>
                <a:lnTo>
                  <a:pt x="195948" y="43353"/>
                </a:lnTo>
                <a:lnTo>
                  <a:pt x="196055" y="42918"/>
                </a:lnTo>
                <a:lnTo>
                  <a:pt x="196150" y="42473"/>
                </a:lnTo>
                <a:lnTo>
                  <a:pt x="196232" y="42020"/>
                </a:lnTo>
                <a:lnTo>
                  <a:pt x="196269" y="41771"/>
                </a:lnTo>
                <a:lnTo>
                  <a:pt x="196642" y="41771"/>
                </a:lnTo>
                <a:lnTo>
                  <a:pt x="196275" y="53797"/>
                </a:lnTo>
                <a:lnTo>
                  <a:pt x="196275" y="67934"/>
                </a:lnTo>
                <a:close/>
                <a:moveTo>
                  <a:pt x="185933" y="42372"/>
                </a:moveTo>
                <a:lnTo>
                  <a:pt x="185590" y="42341"/>
                </a:lnTo>
                <a:lnTo>
                  <a:pt x="185254" y="42301"/>
                </a:lnTo>
                <a:lnTo>
                  <a:pt x="184926" y="42252"/>
                </a:lnTo>
                <a:lnTo>
                  <a:pt x="184604" y="42194"/>
                </a:lnTo>
                <a:lnTo>
                  <a:pt x="184289" y="42127"/>
                </a:lnTo>
                <a:lnTo>
                  <a:pt x="183982" y="42051"/>
                </a:lnTo>
                <a:lnTo>
                  <a:pt x="183681" y="41966"/>
                </a:lnTo>
                <a:lnTo>
                  <a:pt x="183388" y="41872"/>
                </a:lnTo>
                <a:lnTo>
                  <a:pt x="183101" y="41770"/>
                </a:lnTo>
                <a:lnTo>
                  <a:pt x="182821" y="41658"/>
                </a:lnTo>
                <a:lnTo>
                  <a:pt x="182549" y="41538"/>
                </a:lnTo>
                <a:lnTo>
                  <a:pt x="182283" y="41408"/>
                </a:lnTo>
                <a:lnTo>
                  <a:pt x="182025" y="41270"/>
                </a:lnTo>
                <a:lnTo>
                  <a:pt x="181773" y="41123"/>
                </a:lnTo>
                <a:lnTo>
                  <a:pt x="181529" y="40966"/>
                </a:lnTo>
                <a:lnTo>
                  <a:pt x="181291" y="40801"/>
                </a:lnTo>
                <a:lnTo>
                  <a:pt x="181061" y="40627"/>
                </a:lnTo>
                <a:lnTo>
                  <a:pt x="180837" y="40444"/>
                </a:lnTo>
                <a:lnTo>
                  <a:pt x="180621" y="40252"/>
                </a:lnTo>
                <a:lnTo>
                  <a:pt x="180411" y="40052"/>
                </a:lnTo>
                <a:lnTo>
                  <a:pt x="180209" y="39842"/>
                </a:lnTo>
                <a:lnTo>
                  <a:pt x="180014" y="39624"/>
                </a:lnTo>
                <a:lnTo>
                  <a:pt x="179828" y="39398"/>
                </a:lnTo>
                <a:lnTo>
                  <a:pt x="179650" y="39165"/>
                </a:lnTo>
                <a:lnTo>
                  <a:pt x="179480" y="38924"/>
                </a:lnTo>
                <a:lnTo>
                  <a:pt x="179319" y="38675"/>
                </a:lnTo>
                <a:lnTo>
                  <a:pt x="179165" y="38419"/>
                </a:lnTo>
                <a:lnTo>
                  <a:pt x="179020" y="38155"/>
                </a:lnTo>
                <a:lnTo>
                  <a:pt x="178884" y="37884"/>
                </a:lnTo>
                <a:lnTo>
                  <a:pt x="178755" y="37604"/>
                </a:lnTo>
                <a:lnTo>
                  <a:pt x="178635" y="37317"/>
                </a:lnTo>
                <a:lnTo>
                  <a:pt x="178523" y="37023"/>
                </a:lnTo>
                <a:lnTo>
                  <a:pt x="178420" y="36721"/>
                </a:lnTo>
                <a:lnTo>
                  <a:pt x="178325" y="36411"/>
                </a:lnTo>
                <a:lnTo>
                  <a:pt x="178238" y="36094"/>
                </a:lnTo>
                <a:lnTo>
                  <a:pt x="178159" y="35769"/>
                </a:lnTo>
                <a:lnTo>
                  <a:pt x="178089" y="35436"/>
                </a:lnTo>
                <a:lnTo>
                  <a:pt x="178026" y="35095"/>
                </a:lnTo>
                <a:lnTo>
                  <a:pt x="177973" y="34747"/>
                </a:lnTo>
                <a:lnTo>
                  <a:pt x="177927" y="34392"/>
                </a:lnTo>
                <a:lnTo>
                  <a:pt x="177890" y="34028"/>
                </a:lnTo>
                <a:lnTo>
                  <a:pt x="177861" y="33658"/>
                </a:lnTo>
                <a:lnTo>
                  <a:pt x="177840" y="33279"/>
                </a:lnTo>
                <a:lnTo>
                  <a:pt x="177828" y="32893"/>
                </a:lnTo>
                <a:lnTo>
                  <a:pt x="177823" y="32499"/>
                </a:lnTo>
                <a:lnTo>
                  <a:pt x="177823" y="19830"/>
                </a:lnTo>
                <a:lnTo>
                  <a:pt x="177828" y="19436"/>
                </a:lnTo>
                <a:lnTo>
                  <a:pt x="177840" y="19050"/>
                </a:lnTo>
                <a:lnTo>
                  <a:pt x="177861" y="18671"/>
                </a:lnTo>
                <a:lnTo>
                  <a:pt x="177890" y="18300"/>
                </a:lnTo>
                <a:lnTo>
                  <a:pt x="177927" y="17936"/>
                </a:lnTo>
                <a:lnTo>
                  <a:pt x="177973" y="17581"/>
                </a:lnTo>
                <a:lnTo>
                  <a:pt x="178026" y="17233"/>
                </a:lnTo>
                <a:lnTo>
                  <a:pt x="178089" y="16892"/>
                </a:lnTo>
                <a:lnTo>
                  <a:pt x="178159" y="16559"/>
                </a:lnTo>
                <a:lnTo>
                  <a:pt x="178238" y="16234"/>
                </a:lnTo>
                <a:lnTo>
                  <a:pt x="178325" y="15917"/>
                </a:lnTo>
                <a:lnTo>
                  <a:pt x="178420" y="15607"/>
                </a:lnTo>
                <a:lnTo>
                  <a:pt x="178523" y="15305"/>
                </a:lnTo>
                <a:lnTo>
                  <a:pt x="178635" y="15010"/>
                </a:lnTo>
                <a:lnTo>
                  <a:pt x="178755" y="14723"/>
                </a:lnTo>
                <a:lnTo>
                  <a:pt x="178884" y="14444"/>
                </a:lnTo>
                <a:lnTo>
                  <a:pt x="179020" y="14172"/>
                </a:lnTo>
                <a:lnTo>
                  <a:pt x="179165" y="13908"/>
                </a:lnTo>
                <a:lnTo>
                  <a:pt x="179319" y="13652"/>
                </a:lnTo>
                <a:lnTo>
                  <a:pt x="179480" y="13403"/>
                </a:lnTo>
                <a:lnTo>
                  <a:pt x="179650" y="13162"/>
                </a:lnTo>
                <a:lnTo>
                  <a:pt x="179828" y="12929"/>
                </a:lnTo>
                <a:lnTo>
                  <a:pt x="180014" y="12703"/>
                </a:lnTo>
                <a:lnTo>
                  <a:pt x="180209" y="12485"/>
                </a:lnTo>
                <a:lnTo>
                  <a:pt x="180411" y="12276"/>
                </a:lnTo>
                <a:lnTo>
                  <a:pt x="180621" y="12075"/>
                </a:lnTo>
                <a:lnTo>
                  <a:pt x="180837" y="11883"/>
                </a:lnTo>
                <a:lnTo>
                  <a:pt x="181061" y="11700"/>
                </a:lnTo>
                <a:lnTo>
                  <a:pt x="181291" y="11526"/>
                </a:lnTo>
                <a:lnTo>
                  <a:pt x="181529" y="11361"/>
                </a:lnTo>
                <a:lnTo>
                  <a:pt x="181773" y="11205"/>
                </a:lnTo>
                <a:lnTo>
                  <a:pt x="182025" y="11057"/>
                </a:lnTo>
                <a:lnTo>
                  <a:pt x="182283" y="10919"/>
                </a:lnTo>
                <a:lnTo>
                  <a:pt x="182549" y="10790"/>
                </a:lnTo>
                <a:lnTo>
                  <a:pt x="182821" y="10669"/>
                </a:lnTo>
                <a:lnTo>
                  <a:pt x="183101" y="10558"/>
                </a:lnTo>
                <a:lnTo>
                  <a:pt x="183388" y="10455"/>
                </a:lnTo>
                <a:lnTo>
                  <a:pt x="183681" y="10361"/>
                </a:lnTo>
                <a:lnTo>
                  <a:pt x="183982" y="10276"/>
                </a:lnTo>
                <a:lnTo>
                  <a:pt x="184289" y="10201"/>
                </a:lnTo>
                <a:lnTo>
                  <a:pt x="184604" y="10134"/>
                </a:lnTo>
                <a:lnTo>
                  <a:pt x="184926" y="10076"/>
                </a:lnTo>
                <a:lnTo>
                  <a:pt x="185254" y="10026"/>
                </a:lnTo>
                <a:lnTo>
                  <a:pt x="185590" y="9986"/>
                </a:lnTo>
                <a:lnTo>
                  <a:pt x="185933" y="9955"/>
                </a:lnTo>
                <a:lnTo>
                  <a:pt x="186283" y="9933"/>
                </a:lnTo>
                <a:lnTo>
                  <a:pt x="186639" y="9919"/>
                </a:lnTo>
                <a:lnTo>
                  <a:pt x="187003" y="9915"/>
                </a:lnTo>
                <a:lnTo>
                  <a:pt x="187367" y="9919"/>
                </a:lnTo>
                <a:lnTo>
                  <a:pt x="187724" y="9933"/>
                </a:lnTo>
                <a:lnTo>
                  <a:pt x="188074" y="9956"/>
                </a:lnTo>
                <a:lnTo>
                  <a:pt x="188417" y="9988"/>
                </a:lnTo>
                <a:lnTo>
                  <a:pt x="188753" y="10029"/>
                </a:lnTo>
                <a:lnTo>
                  <a:pt x="189083" y="10078"/>
                </a:lnTo>
                <a:lnTo>
                  <a:pt x="189406" y="10138"/>
                </a:lnTo>
                <a:lnTo>
                  <a:pt x="189721" y="10206"/>
                </a:lnTo>
                <a:lnTo>
                  <a:pt x="190030" y="10283"/>
                </a:lnTo>
                <a:lnTo>
                  <a:pt x="190333" y="10369"/>
                </a:lnTo>
                <a:lnTo>
                  <a:pt x="190628" y="10465"/>
                </a:lnTo>
                <a:lnTo>
                  <a:pt x="190916" y="10569"/>
                </a:lnTo>
                <a:lnTo>
                  <a:pt x="191198" y="10683"/>
                </a:lnTo>
                <a:lnTo>
                  <a:pt x="191472" y="10805"/>
                </a:lnTo>
                <a:lnTo>
                  <a:pt x="191740" y="10937"/>
                </a:lnTo>
                <a:lnTo>
                  <a:pt x="192001" y="11078"/>
                </a:lnTo>
                <a:lnTo>
                  <a:pt x="192255" y="11228"/>
                </a:lnTo>
                <a:lnTo>
                  <a:pt x="192502" y="11387"/>
                </a:lnTo>
                <a:lnTo>
                  <a:pt x="192743" y="11555"/>
                </a:lnTo>
                <a:lnTo>
                  <a:pt x="192976" y="11732"/>
                </a:lnTo>
                <a:lnTo>
                  <a:pt x="193203" y="11918"/>
                </a:lnTo>
                <a:lnTo>
                  <a:pt x="193423" y="12114"/>
                </a:lnTo>
                <a:lnTo>
                  <a:pt x="193636" y="12318"/>
                </a:lnTo>
                <a:lnTo>
                  <a:pt x="193842" y="12532"/>
                </a:lnTo>
                <a:lnTo>
                  <a:pt x="194040" y="12753"/>
                </a:lnTo>
                <a:lnTo>
                  <a:pt x="194230" y="12982"/>
                </a:lnTo>
                <a:lnTo>
                  <a:pt x="194412" y="13218"/>
                </a:lnTo>
                <a:lnTo>
                  <a:pt x="194585" y="13461"/>
                </a:lnTo>
                <a:lnTo>
                  <a:pt x="194750" y="13711"/>
                </a:lnTo>
                <a:lnTo>
                  <a:pt x="194906" y="13969"/>
                </a:lnTo>
                <a:lnTo>
                  <a:pt x="195054" y="14233"/>
                </a:lnTo>
                <a:lnTo>
                  <a:pt x="195194" y="14505"/>
                </a:lnTo>
                <a:lnTo>
                  <a:pt x="195324" y="14784"/>
                </a:lnTo>
                <a:lnTo>
                  <a:pt x="195447" y="15070"/>
                </a:lnTo>
                <a:lnTo>
                  <a:pt x="195561" y="15363"/>
                </a:lnTo>
                <a:lnTo>
                  <a:pt x="195667" y="15664"/>
                </a:lnTo>
                <a:lnTo>
                  <a:pt x="195764" y="15972"/>
                </a:lnTo>
                <a:lnTo>
                  <a:pt x="195852" y="16286"/>
                </a:lnTo>
                <a:lnTo>
                  <a:pt x="195933" y="16608"/>
                </a:lnTo>
                <a:lnTo>
                  <a:pt x="196005" y="16938"/>
                </a:lnTo>
                <a:lnTo>
                  <a:pt x="196068" y="17274"/>
                </a:lnTo>
                <a:lnTo>
                  <a:pt x="196123" y="17618"/>
                </a:lnTo>
                <a:lnTo>
                  <a:pt x="196169" y="17968"/>
                </a:lnTo>
                <a:lnTo>
                  <a:pt x="196207" y="18326"/>
                </a:lnTo>
                <a:lnTo>
                  <a:pt x="196237" y="18691"/>
                </a:lnTo>
                <a:lnTo>
                  <a:pt x="196258" y="19064"/>
                </a:lnTo>
                <a:lnTo>
                  <a:pt x="196271" y="19443"/>
                </a:lnTo>
                <a:lnTo>
                  <a:pt x="196275" y="19830"/>
                </a:lnTo>
                <a:lnTo>
                  <a:pt x="196275" y="32499"/>
                </a:lnTo>
                <a:lnTo>
                  <a:pt x="196271" y="32885"/>
                </a:lnTo>
                <a:lnTo>
                  <a:pt x="196258" y="33265"/>
                </a:lnTo>
                <a:lnTo>
                  <a:pt x="196237" y="33637"/>
                </a:lnTo>
                <a:lnTo>
                  <a:pt x="196207" y="34002"/>
                </a:lnTo>
                <a:lnTo>
                  <a:pt x="196169" y="34360"/>
                </a:lnTo>
                <a:lnTo>
                  <a:pt x="196123" y="34710"/>
                </a:lnTo>
                <a:lnTo>
                  <a:pt x="196068" y="35054"/>
                </a:lnTo>
                <a:lnTo>
                  <a:pt x="196005" y="35390"/>
                </a:lnTo>
                <a:lnTo>
                  <a:pt x="195933" y="35720"/>
                </a:lnTo>
                <a:lnTo>
                  <a:pt x="195852" y="36042"/>
                </a:lnTo>
                <a:lnTo>
                  <a:pt x="195764" y="36356"/>
                </a:lnTo>
                <a:lnTo>
                  <a:pt x="195667" y="36664"/>
                </a:lnTo>
                <a:lnTo>
                  <a:pt x="195561" y="36965"/>
                </a:lnTo>
                <a:lnTo>
                  <a:pt x="195447" y="37258"/>
                </a:lnTo>
                <a:lnTo>
                  <a:pt x="195324" y="37544"/>
                </a:lnTo>
                <a:lnTo>
                  <a:pt x="195194" y="37823"/>
                </a:lnTo>
                <a:lnTo>
                  <a:pt x="195054" y="38095"/>
                </a:lnTo>
                <a:lnTo>
                  <a:pt x="194906" y="38360"/>
                </a:lnTo>
                <a:lnTo>
                  <a:pt x="194750" y="38617"/>
                </a:lnTo>
                <a:lnTo>
                  <a:pt x="194585" y="38867"/>
                </a:lnTo>
                <a:lnTo>
                  <a:pt x="194412" y="39111"/>
                </a:lnTo>
                <a:lnTo>
                  <a:pt x="194230" y="39347"/>
                </a:lnTo>
                <a:lnTo>
                  <a:pt x="194040" y="39575"/>
                </a:lnTo>
                <a:lnTo>
                  <a:pt x="193842" y="39797"/>
                </a:lnTo>
                <a:lnTo>
                  <a:pt x="193636" y="40010"/>
                </a:lnTo>
                <a:lnTo>
                  <a:pt x="193423" y="40215"/>
                </a:lnTo>
                <a:lnTo>
                  <a:pt x="193203" y="40410"/>
                </a:lnTo>
                <a:lnTo>
                  <a:pt x="192976" y="40596"/>
                </a:lnTo>
                <a:lnTo>
                  <a:pt x="192743" y="40773"/>
                </a:lnTo>
                <a:lnTo>
                  <a:pt x="192502" y="40941"/>
                </a:lnTo>
                <a:lnTo>
                  <a:pt x="192255" y="41100"/>
                </a:lnTo>
                <a:lnTo>
                  <a:pt x="192001" y="41250"/>
                </a:lnTo>
                <a:lnTo>
                  <a:pt x="191740" y="41391"/>
                </a:lnTo>
                <a:lnTo>
                  <a:pt x="191472" y="41522"/>
                </a:lnTo>
                <a:lnTo>
                  <a:pt x="191198" y="41645"/>
                </a:lnTo>
                <a:lnTo>
                  <a:pt x="190916" y="41758"/>
                </a:lnTo>
                <a:lnTo>
                  <a:pt x="190628" y="41863"/>
                </a:lnTo>
                <a:lnTo>
                  <a:pt x="190333" y="41958"/>
                </a:lnTo>
                <a:lnTo>
                  <a:pt x="190030" y="42045"/>
                </a:lnTo>
                <a:lnTo>
                  <a:pt x="189721" y="42122"/>
                </a:lnTo>
                <a:lnTo>
                  <a:pt x="189406" y="42190"/>
                </a:lnTo>
                <a:lnTo>
                  <a:pt x="189083" y="42249"/>
                </a:lnTo>
                <a:lnTo>
                  <a:pt x="188753" y="42299"/>
                </a:lnTo>
                <a:lnTo>
                  <a:pt x="188417" y="42340"/>
                </a:lnTo>
                <a:lnTo>
                  <a:pt x="188074" y="42371"/>
                </a:lnTo>
                <a:lnTo>
                  <a:pt x="187724" y="42394"/>
                </a:lnTo>
                <a:lnTo>
                  <a:pt x="187367" y="42408"/>
                </a:lnTo>
                <a:lnTo>
                  <a:pt x="187003" y="42412"/>
                </a:lnTo>
                <a:lnTo>
                  <a:pt x="186639" y="42408"/>
                </a:lnTo>
                <a:lnTo>
                  <a:pt x="186283" y="42394"/>
                </a:lnTo>
                <a:lnTo>
                  <a:pt x="185933" y="42372"/>
                </a:lnTo>
                <a:close/>
                <a:moveTo>
                  <a:pt x="0" y="53704"/>
                </a:moveTo>
                <a:lnTo>
                  <a:pt x="0" y="64079"/>
                </a:lnTo>
                <a:lnTo>
                  <a:pt x="99147" y="64079"/>
                </a:lnTo>
                <a:lnTo>
                  <a:pt x="99147" y="53704"/>
                </a:lnTo>
                <a:lnTo>
                  <a:pt x="0" y="53704"/>
                </a:lnTo>
                <a:close/>
                <a:moveTo>
                  <a:pt x="220329" y="53704"/>
                </a:moveTo>
                <a:lnTo>
                  <a:pt x="220329" y="64079"/>
                </a:lnTo>
                <a:lnTo>
                  <a:pt x="319475" y="64079"/>
                </a:lnTo>
                <a:lnTo>
                  <a:pt x="319475" y="53704"/>
                </a:lnTo>
                <a:lnTo>
                  <a:pt x="220329" y="537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0CA365-6ADC-45B4-AB50-872A4467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731" y="1397996"/>
            <a:ext cx="1131460" cy="612083"/>
          </a:xfrm>
          <a:custGeom xmlns:a="http://schemas.openxmlformats.org/drawingml/2006/main">
            <a:pathLst>
              <a:path w="1131460" h="612083">
                <a:moveTo>
                  <a:pt x="0" y="0"/>
                </a:moveTo>
                <a:lnTo>
                  <a:pt x="1131460" y="0"/>
                </a:lnTo>
                <a:lnTo>
                  <a:pt x="1131460" y="612083"/>
                </a:lnTo>
                <a:lnTo>
                  <a:pt x="0" y="61208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Text static.py">
            <a:extLst xmlns:a="http://schemas.openxmlformats.org/drawingml/2006/main">
              <a:ext uri="{FF2B5EF4-FFF2-40B4-BE49-F238E27FC236}">
                <a16:creationId xmlns:a16="http://schemas.microsoft.com/office/drawing/2014/main" id="{D7CCD78A-A234-4EED-8894-27305DC4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7339" y="1572882"/>
            <a:ext cx="607624" cy="110851"/>
          </a:xfrm>
          <a:custGeom xmlns:a="http://schemas.openxmlformats.org/drawingml/2006/main">
            <a:pathLst>
              <a:path w="607624" h="110851">
                <a:moveTo>
                  <a:pt x="305276" y="16489"/>
                </a:moveTo>
                <a:lnTo>
                  <a:pt x="305617" y="16462"/>
                </a:lnTo>
                <a:lnTo>
                  <a:pt x="305952" y="16427"/>
                </a:lnTo>
                <a:lnTo>
                  <a:pt x="306280" y="16384"/>
                </a:lnTo>
                <a:lnTo>
                  <a:pt x="306602" y="16334"/>
                </a:lnTo>
                <a:lnTo>
                  <a:pt x="306918" y="16276"/>
                </a:lnTo>
                <a:lnTo>
                  <a:pt x="307227" y="16210"/>
                </a:lnTo>
                <a:lnTo>
                  <a:pt x="307530" y="16136"/>
                </a:lnTo>
                <a:lnTo>
                  <a:pt x="307826" y="16054"/>
                </a:lnTo>
                <a:lnTo>
                  <a:pt x="308116" y="15965"/>
                </a:lnTo>
                <a:lnTo>
                  <a:pt x="308400" y="15868"/>
                </a:lnTo>
                <a:lnTo>
                  <a:pt x="308677" y="15763"/>
                </a:lnTo>
                <a:lnTo>
                  <a:pt x="308948" y="15650"/>
                </a:lnTo>
                <a:lnTo>
                  <a:pt x="309213" y="15530"/>
                </a:lnTo>
                <a:lnTo>
                  <a:pt x="309471" y="15402"/>
                </a:lnTo>
                <a:lnTo>
                  <a:pt x="309723" y="15266"/>
                </a:lnTo>
                <a:lnTo>
                  <a:pt x="309968" y="15122"/>
                </a:lnTo>
                <a:lnTo>
                  <a:pt x="310207" y="14970"/>
                </a:lnTo>
                <a:lnTo>
                  <a:pt x="310440" y="14811"/>
                </a:lnTo>
                <a:lnTo>
                  <a:pt x="310666" y="14644"/>
                </a:lnTo>
                <a:lnTo>
                  <a:pt x="310886" y="14469"/>
                </a:lnTo>
                <a:lnTo>
                  <a:pt x="311100" y="14287"/>
                </a:lnTo>
                <a:lnTo>
                  <a:pt x="311306" y="14097"/>
                </a:lnTo>
                <a:lnTo>
                  <a:pt x="311503" y="13903"/>
                </a:lnTo>
                <a:lnTo>
                  <a:pt x="311692" y="13703"/>
                </a:lnTo>
                <a:lnTo>
                  <a:pt x="311871" y="13498"/>
                </a:lnTo>
                <a:lnTo>
                  <a:pt x="312042" y="13287"/>
                </a:lnTo>
                <a:lnTo>
                  <a:pt x="312205" y="13071"/>
                </a:lnTo>
                <a:lnTo>
                  <a:pt x="312358" y="12849"/>
                </a:lnTo>
                <a:lnTo>
                  <a:pt x="312503" y="12622"/>
                </a:lnTo>
                <a:lnTo>
                  <a:pt x="312638" y="12390"/>
                </a:lnTo>
                <a:lnTo>
                  <a:pt x="312766" y="12153"/>
                </a:lnTo>
                <a:lnTo>
                  <a:pt x="312884" y="11910"/>
                </a:lnTo>
                <a:lnTo>
                  <a:pt x="312994" y="11661"/>
                </a:lnTo>
                <a:lnTo>
                  <a:pt x="313094" y="11408"/>
                </a:lnTo>
                <a:lnTo>
                  <a:pt x="313186" y="11148"/>
                </a:lnTo>
                <a:lnTo>
                  <a:pt x="313270" y="10884"/>
                </a:lnTo>
                <a:lnTo>
                  <a:pt x="313344" y="10614"/>
                </a:lnTo>
                <a:lnTo>
                  <a:pt x="313410" y="10339"/>
                </a:lnTo>
                <a:lnTo>
                  <a:pt x="313467" y="10058"/>
                </a:lnTo>
                <a:lnTo>
                  <a:pt x="313515" y="9772"/>
                </a:lnTo>
                <a:lnTo>
                  <a:pt x="313555" y="9481"/>
                </a:lnTo>
                <a:lnTo>
                  <a:pt x="313585" y="9184"/>
                </a:lnTo>
                <a:lnTo>
                  <a:pt x="313607" y="8882"/>
                </a:lnTo>
                <a:lnTo>
                  <a:pt x="313620" y="8574"/>
                </a:lnTo>
                <a:lnTo>
                  <a:pt x="313625" y="8261"/>
                </a:lnTo>
                <a:lnTo>
                  <a:pt x="313620" y="7948"/>
                </a:lnTo>
                <a:lnTo>
                  <a:pt x="313607" y="7641"/>
                </a:lnTo>
                <a:lnTo>
                  <a:pt x="313585" y="7339"/>
                </a:lnTo>
                <a:lnTo>
                  <a:pt x="313555" y="7042"/>
                </a:lnTo>
                <a:lnTo>
                  <a:pt x="313515" y="6751"/>
                </a:lnTo>
                <a:lnTo>
                  <a:pt x="313467" y="6465"/>
                </a:lnTo>
                <a:lnTo>
                  <a:pt x="313410" y="6185"/>
                </a:lnTo>
                <a:lnTo>
                  <a:pt x="313344" y="5909"/>
                </a:lnTo>
                <a:lnTo>
                  <a:pt x="313270" y="5640"/>
                </a:lnTo>
                <a:lnTo>
                  <a:pt x="313186" y="5375"/>
                </a:lnTo>
                <a:lnTo>
                  <a:pt x="313094" y="5116"/>
                </a:lnTo>
                <a:lnTo>
                  <a:pt x="312994" y="4863"/>
                </a:lnTo>
                <a:lnTo>
                  <a:pt x="312884" y="4614"/>
                </a:lnTo>
                <a:lnTo>
                  <a:pt x="312766" y="4371"/>
                </a:lnTo>
                <a:lnTo>
                  <a:pt x="312638" y="4134"/>
                </a:lnTo>
                <a:lnTo>
                  <a:pt x="312503" y="3902"/>
                </a:lnTo>
                <a:lnTo>
                  <a:pt x="312358" y="3675"/>
                </a:lnTo>
                <a:lnTo>
                  <a:pt x="312205" y="3453"/>
                </a:lnTo>
                <a:lnTo>
                  <a:pt x="312042" y="3237"/>
                </a:lnTo>
                <a:lnTo>
                  <a:pt x="311871" y="3027"/>
                </a:lnTo>
                <a:lnTo>
                  <a:pt x="311692" y="2821"/>
                </a:lnTo>
                <a:lnTo>
                  <a:pt x="311503" y="2622"/>
                </a:lnTo>
                <a:lnTo>
                  <a:pt x="311306" y="2427"/>
                </a:lnTo>
                <a:lnTo>
                  <a:pt x="311100" y="2238"/>
                </a:lnTo>
                <a:lnTo>
                  <a:pt x="310886" y="2055"/>
                </a:lnTo>
                <a:lnTo>
                  <a:pt x="310666" y="1880"/>
                </a:lnTo>
                <a:lnTo>
                  <a:pt x="310440" y="1713"/>
                </a:lnTo>
                <a:lnTo>
                  <a:pt x="310207" y="1554"/>
                </a:lnTo>
                <a:lnTo>
                  <a:pt x="309968" y="1403"/>
                </a:lnTo>
                <a:lnTo>
                  <a:pt x="309723" y="1259"/>
                </a:lnTo>
                <a:lnTo>
                  <a:pt x="309471" y="1123"/>
                </a:lnTo>
                <a:lnTo>
                  <a:pt x="309213" y="995"/>
                </a:lnTo>
                <a:lnTo>
                  <a:pt x="308948" y="874"/>
                </a:lnTo>
                <a:lnTo>
                  <a:pt x="308677" y="761"/>
                </a:lnTo>
                <a:lnTo>
                  <a:pt x="308400" y="657"/>
                </a:lnTo>
                <a:lnTo>
                  <a:pt x="308116" y="559"/>
                </a:lnTo>
                <a:lnTo>
                  <a:pt x="307826" y="470"/>
                </a:lnTo>
                <a:lnTo>
                  <a:pt x="307530" y="389"/>
                </a:lnTo>
                <a:lnTo>
                  <a:pt x="307227" y="315"/>
                </a:lnTo>
                <a:lnTo>
                  <a:pt x="306918" y="249"/>
                </a:lnTo>
                <a:lnTo>
                  <a:pt x="306602" y="190"/>
                </a:lnTo>
                <a:lnTo>
                  <a:pt x="306280" y="140"/>
                </a:lnTo>
                <a:lnTo>
                  <a:pt x="305952" y="97"/>
                </a:lnTo>
                <a:lnTo>
                  <a:pt x="305617" y="62"/>
                </a:lnTo>
                <a:lnTo>
                  <a:pt x="305276" y="35"/>
                </a:lnTo>
                <a:lnTo>
                  <a:pt x="304929" y="16"/>
                </a:lnTo>
                <a:lnTo>
                  <a:pt x="304575" y="4"/>
                </a:lnTo>
                <a:lnTo>
                  <a:pt x="304215" y="0"/>
                </a:lnTo>
                <a:lnTo>
                  <a:pt x="303855" y="4"/>
                </a:lnTo>
                <a:lnTo>
                  <a:pt x="303501" y="16"/>
                </a:lnTo>
                <a:lnTo>
                  <a:pt x="303153" y="35"/>
                </a:lnTo>
                <a:lnTo>
                  <a:pt x="302812" y="62"/>
                </a:lnTo>
                <a:lnTo>
                  <a:pt x="302477" y="97"/>
                </a:lnTo>
                <a:lnTo>
                  <a:pt x="302149" y="140"/>
                </a:lnTo>
                <a:lnTo>
                  <a:pt x="301827" y="190"/>
                </a:lnTo>
                <a:lnTo>
                  <a:pt x="301511" y="249"/>
                </a:lnTo>
                <a:lnTo>
                  <a:pt x="301202" y="315"/>
                </a:lnTo>
                <a:lnTo>
                  <a:pt x="300899" y="389"/>
                </a:lnTo>
                <a:lnTo>
                  <a:pt x="300602" y="470"/>
                </a:lnTo>
                <a:lnTo>
                  <a:pt x="300312" y="559"/>
                </a:lnTo>
                <a:lnTo>
                  <a:pt x="300029" y="657"/>
                </a:lnTo>
                <a:lnTo>
                  <a:pt x="299751" y="761"/>
                </a:lnTo>
                <a:lnTo>
                  <a:pt x="299480" y="874"/>
                </a:lnTo>
                <a:lnTo>
                  <a:pt x="299216" y="995"/>
                </a:lnTo>
                <a:lnTo>
                  <a:pt x="298957" y="1123"/>
                </a:lnTo>
                <a:lnTo>
                  <a:pt x="298705" y="1259"/>
                </a:lnTo>
                <a:lnTo>
                  <a:pt x="298460" y="1403"/>
                </a:lnTo>
                <a:lnTo>
                  <a:pt x="298221" y="1554"/>
                </a:lnTo>
                <a:lnTo>
                  <a:pt x="297988" y="1713"/>
                </a:lnTo>
                <a:lnTo>
                  <a:pt x="297762" y="1880"/>
                </a:lnTo>
                <a:lnTo>
                  <a:pt x="297542" y="2055"/>
                </a:lnTo>
                <a:lnTo>
                  <a:pt x="297328" y="2238"/>
                </a:lnTo>
                <a:lnTo>
                  <a:pt x="297122" y="2427"/>
                </a:lnTo>
                <a:lnTo>
                  <a:pt x="296925" y="2622"/>
                </a:lnTo>
                <a:lnTo>
                  <a:pt x="296737" y="2821"/>
                </a:lnTo>
                <a:lnTo>
                  <a:pt x="296557" y="3027"/>
                </a:lnTo>
                <a:lnTo>
                  <a:pt x="296386" y="3237"/>
                </a:lnTo>
                <a:lnTo>
                  <a:pt x="296224" y="3453"/>
                </a:lnTo>
                <a:lnTo>
                  <a:pt x="296071" y="3675"/>
                </a:lnTo>
                <a:lnTo>
                  <a:pt x="295926" y="3902"/>
                </a:lnTo>
                <a:lnTo>
                  <a:pt x="295791" y="4134"/>
                </a:lnTo>
                <a:lnTo>
                  <a:pt x="295664" y="4371"/>
                </a:lnTo>
                <a:lnTo>
                  <a:pt x="295545" y="4614"/>
                </a:lnTo>
                <a:lnTo>
                  <a:pt x="295436" y="4863"/>
                </a:lnTo>
                <a:lnTo>
                  <a:pt x="295335" y="5116"/>
                </a:lnTo>
                <a:lnTo>
                  <a:pt x="295243" y="5375"/>
                </a:lnTo>
                <a:lnTo>
                  <a:pt x="295160" y="5640"/>
                </a:lnTo>
                <a:lnTo>
                  <a:pt x="295085" y="5909"/>
                </a:lnTo>
                <a:lnTo>
                  <a:pt x="295020" y="6185"/>
                </a:lnTo>
                <a:lnTo>
                  <a:pt x="294963" y="6465"/>
                </a:lnTo>
                <a:lnTo>
                  <a:pt x="294914" y="6751"/>
                </a:lnTo>
                <a:lnTo>
                  <a:pt x="294875" y="7042"/>
                </a:lnTo>
                <a:lnTo>
                  <a:pt x="294844" y="7339"/>
                </a:lnTo>
                <a:lnTo>
                  <a:pt x="294822" y="7641"/>
                </a:lnTo>
                <a:lnTo>
                  <a:pt x="294809" y="7948"/>
                </a:lnTo>
                <a:lnTo>
                  <a:pt x="294805" y="8261"/>
                </a:lnTo>
                <a:lnTo>
                  <a:pt x="294809" y="8574"/>
                </a:lnTo>
                <a:lnTo>
                  <a:pt x="294822" y="8882"/>
                </a:lnTo>
                <a:lnTo>
                  <a:pt x="294844" y="9184"/>
                </a:lnTo>
                <a:lnTo>
                  <a:pt x="294875" y="9481"/>
                </a:lnTo>
                <a:lnTo>
                  <a:pt x="294914" y="9772"/>
                </a:lnTo>
                <a:lnTo>
                  <a:pt x="294963" y="10058"/>
                </a:lnTo>
                <a:lnTo>
                  <a:pt x="295020" y="10339"/>
                </a:lnTo>
                <a:lnTo>
                  <a:pt x="295085" y="10614"/>
                </a:lnTo>
                <a:lnTo>
                  <a:pt x="295160" y="10884"/>
                </a:lnTo>
                <a:lnTo>
                  <a:pt x="295243" y="11148"/>
                </a:lnTo>
                <a:lnTo>
                  <a:pt x="295335" y="11408"/>
                </a:lnTo>
                <a:lnTo>
                  <a:pt x="295436" y="11661"/>
                </a:lnTo>
                <a:lnTo>
                  <a:pt x="295545" y="11910"/>
                </a:lnTo>
                <a:lnTo>
                  <a:pt x="295664" y="12153"/>
                </a:lnTo>
                <a:lnTo>
                  <a:pt x="295791" y="12390"/>
                </a:lnTo>
                <a:lnTo>
                  <a:pt x="295926" y="12622"/>
                </a:lnTo>
                <a:lnTo>
                  <a:pt x="296071" y="12849"/>
                </a:lnTo>
                <a:lnTo>
                  <a:pt x="296224" y="13071"/>
                </a:lnTo>
                <a:lnTo>
                  <a:pt x="296386" y="13287"/>
                </a:lnTo>
                <a:lnTo>
                  <a:pt x="296557" y="13498"/>
                </a:lnTo>
                <a:lnTo>
                  <a:pt x="296737" y="13703"/>
                </a:lnTo>
                <a:lnTo>
                  <a:pt x="296925" y="13903"/>
                </a:lnTo>
                <a:lnTo>
                  <a:pt x="297122" y="14097"/>
                </a:lnTo>
                <a:lnTo>
                  <a:pt x="297328" y="14287"/>
                </a:lnTo>
                <a:lnTo>
                  <a:pt x="297542" y="14469"/>
                </a:lnTo>
                <a:lnTo>
                  <a:pt x="297762" y="14644"/>
                </a:lnTo>
                <a:lnTo>
                  <a:pt x="297988" y="14811"/>
                </a:lnTo>
                <a:lnTo>
                  <a:pt x="298221" y="14970"/>
                </a:lnTo>
                <a:lnTo>
                  <a:pt x="298460" y="15122"/>
                </a:lnTo>
                <a:lnTo>
                  <a:pt x="298705" y="15266"/>
                </a:lnTo>
                <a:lnTo>
                  <a:pt x="298957" y="15402"/>
                </a:lnTo>
                <a:lnTo>
                  <a:pt x="299216" y="15530"/>
                </a:lnTo>
                <a:lnTo>
                  <a:pt x="299480" y="15650"/>
                </a:lnTo>
                <a:lnTo>
                  <a:pt x="299751" y="15763"/>
                </a:lnTo>
                <a:lnTo>
                  <a:pt x="300029" y="15868"/>
                </a:lnTo>
                <a:lnTo>
                  <a:pt x="300312" y="15965"/>
                </a:lnTo>
                <a:lnTo>
                  <a:pt x="300602" y="16054"/>
                </a:lnTo>
                <a:lnTo>
                  <a:pt x="300899" y="16136"/>
                </a:lnTo>
                <a:lnTo>
                  <a:pt x="301202" y="16210"/>
                </a:lnTo>
                <a:lnTo>
                  <a:pt x="301511" y="16276"/>
                </a:lnTo>
                <a:lnTo>
                  <a:pt x="301827" y="16334"/>
                </a:lnTo>
                <a:lnTo>
                  <a:pt x="302149" y="16384"/>
                </a:lnTo>
                <a:lnTo>
                  <a:pt x="302477" y="16427"/>
                </a:lnTo>
                <a:lnTo>
                  <a:pt x="302812" y="16462"/>
                </a:lnTo>
                <a:lnTo>
                  <a:pt x="303153" y="16489"/>
                </a:lnTo>
                <a:lnTo>
                  <a:pt x="303501" y="16509"/>
                </a:lnTo>
                <a:lnTo>
                  <a:pt x="303855" y="16520"/>
                </a:lnTo>
                <a:lnTo>
                  <a:pt x="304215" y="16524"/>
                </a:lnTo>
                <a:lnTo>
                  <a:pt x="304575" y="16520"/>
                </a:lnTo>
                <a:lnTo>
                  <a:pt x="304929" y="16509"/>
                </a:lnTo>
                <a:lnTo>
                  <a:pt x="305276" y="16489"/>
                </a:lnTo>
                <a:close/>
                <a:moveTo>
                  <a:pt x="103031" y="77218"/>
                </a:moveTo>
                <a:lnTo>
                  <a:pt x="102574" y="77187"/>
                </a:lnTo>
                <a:lnTo>
                  <a:pt x="102137" y="77135"/>
                </a:lnTo>
                <a:lnTo>
                  <a:pt x="101720" y="77063"/>
                </a:lnTo>
                <a:lnTo>
                  <a:pt x="101324" y="76969"/>
                </a:lnTo>
                <a:lnTo>
                  <a:pt x="100948" y="76856"/>
                </a:lnTo>
                <a:lnTo>
                  <a:pt x="100592" y="76721"/>
                </a:lnTo>
                <a:lnTo>
                  <a:pt x="100257" y="76566"/>
                </a:lnTo>
                <a:lnTo>
                  <a:pt x="99942" y="76389"/>
                </a:lnTo>
                <a:lnTo>
                  <a:pt x="99647" y="76193"/>
                </a:lnTo>
                <a:lnTo>
                  <a:pt x="99373" y="75975"/>
                </a:lnTo>
                <a:lnTo>
                  <a:pt x="99119" y="75737"/>
                </a:lnTo>
                <a:lnTo>
                  <a:pt x="98885" y="75478"/>
                </a:lnTo>
                <a:lnTo>
                  <a:pt x="98672" y="75198"/>
                </a:lnTo>
                <a:lnTo>
                  <a:pt x="98478" y="74898"/>
                </a:lnTo>
                <a:lnTo>
                  <a:pt x="98306" y="74577"/>
                </a:lnTo>
                <a:lnTo>
                  <a:pt x="98153" y="74235"/>
                </a:lnTo>
                <a:lnTo>
                  <a:pt x="98021" y="73873"/>
                </a:lnTo>
                <a:lnTo>
                  <a:pt x="97909" y="73489"/>
                </a:lnTo>
                <a:lnTo>
                  <a:pt x="97818" y="73086"/>
                </a:lnTo>
                <a:lnTo>
                  <a:pt x="97747" y="72661"/>
                </a:lnTo>
                <a:lnTo>
                  <a:pt x="97696" y="72216"/>
                </a:lnTo>
                <a:lnTo>
                  <a:pt x="97665" y="71749"/>
                </a:lnTo>
                <a:lnTo>
                  <a:pt x="97655" y="71263"/>
                </a:lnTo>
                <a:lnTo>
                  <a:pt x="97655" y="40049"/>
                </a:lnTo>
                <a:lnTo>
                  <a:pt x="121870" y="40049"/>
                </a:lnTo>
                <a:lnTo>
                  <a:pt x="121870" y="27081"/>
                </a:lnTo>
                <a:lnTo>
                  <a:pt x="97655" y="27081"/>
                </a:lnTo>
                <a:lnTo>
                  <a:pt x="97655" y="9294"/>
                </a:lnTo>
                <a:lnTo>
                  <a:pt x="83197" y="9294"/>
                </a:lnTo>
                <a:lnTo>
                  <a:pt x="83197" y="27081"/>
                </a:lnTo>
                <a:lnTo>
                  <a:pt x="66099" y="27081"/>
                </a:lnTo>
                <a:lnTo>
                  <a:pt x="66099" y="40049"/>
                </a:lnTo>
                <a:lnTo>
                  <a:pt x="83197" y="40049"/>
                </a:lnTo>
                <a:lnTo>
                  <a:pt x="83197" y="71263"/>
                </a:lnTo>
                <a:lnTo>
                  <a:pt x="83206" y="71992"/>
                </a:lnTo>
                <a:lnTo>
                  <a:pt x="83233" y="72709"/>
                </a:lnTo>
                <a:lnTo>
                  <a:pt x="83277" y="73412"/>
                </a:lnTo>
                <a:lnTo>
                  <a:pt x="83339" y="74103"/>
                </a:lnTo>
                <a:lnTo>
                  <a:pt x="83419" y="74780"/>
                </a:lnTo>
                <a:lnTo>
                  <a:pt x="83516" y="75444"/>
                </a:lnTo>
                <a:lnTo>
                  <a:pt x="83632" y="76095"/>
                </a:lnTo>
                <a:lnTo>
                  <a:pt x="83765" y="76732"/>
                </a:lnTo>
                <a:lnTo>
                  <a:pt x="83915" y="77357"/>
                </a:lnTo>
                <a:lnTo>
                  <a:pt x="84084" y="77968"/>
                </a:lnTo>
                <a:lnTo>
                  <a:pt x="84270" y="78567"/>
                </a:lnTo>
                <a:lnTo>
                  <a:pt x="84474" y="79152"/>
                </a:lnTo>
                <a:lnTo>
                  <a:pt x="84695" y="79724"/>
                </a:lnTo>
                <a:lnTo>
                  <a:pt x="84935" y="80283"/>
                </a:lnTo>
                <a:lnTo>
                  <a:pt x="85192" y="80828"/>
                </a:lnTo>
                <a:lnTo>
                  <a:pt x="85466" y="81361"/>
                </a:lnTo>
                <a:lnTo>
                  <a:pt x="85759" y="81880"/>
                </a:lnTo>
                <a:lnTo>
                  <a:pt x="86069" y="82387"/>
                </a:lnTo>
                <a:lnTo>
                  <a:pt x="86397" y="82880"/>
                </a:lnTo>
                <a:lnTo>
                  <a:pt x="86743" y="83360"/>
                </a:lnTo>
                <a:lnTo>
                  <a:pt x="87106" y="83827"/>
                </a:lnTo>
                <a:lnTo>
                  <a:pt x="87488" y="84280"/>
                </a:lnTo>
                <a:lnTo>
                  <a:pt x="87887" y="84721"/>
                </a:lnTo>
                <a:lnTo>
                  <a:pt x="88303" y="85148"/>
                </a:lnTo>
                <a:lnTo>
                  <a:pt x="88736" y="85560"/>
                </a:lnTo>
                <a:lnTo>
                  <a:pt x="89182" y="85955"/>
                </a:lnTo>
                <a:lnTo>
                  <a:pt x="89642" y="86331"/>
                </a:lnTo>
                <a:lnTo>
                  <a:pt x="90116" y="86691"/>
                </a:lnTo>
                <a:lnTo>
                  <a:pt x="90603" y="87033"/>
                </a:lnTo>
                <a:lnTo>
                  <a:pt x="91104" y="87357"/>
                </a:lnTo>
                <a:lnTo>
                  <a:pt x="91619" y="87664"/>
                </a:lnTo>
                <a:lnTo>
                  <a:pt x="92148" y="87953"/>
                </a:lnTo>
                <a:lnTo>
                  <a:pt x="92690" y="88224"/>
                </a:lnTo>
                <a:lnTo>
                  <a:pt x="93247" y="88479"/>
                </a:lnTo>
                <a:lnTo>
                  <a:pt x="93817" y="88715"/>
                </a:lnTo>
                <a:lnTo>
                  <a:pt x="94400" y="88934"/>
                </a:lnTo>
                <a:lnTo>
                  <a:pt x="94998" y="89136"/>
                </a:lnTo>
                <a:lnTo>
                  <a:pt x="95609" y="89320"/>
                </a:lnTo>
                <a:lnTo>
                  <a:pt x="96234" y="89486"/>
                </a:lnTo>
                <a:lnTo>
                  <a:pt x="96872" y="89635"/>
                </a:lnTo>
                <a:lnTo>
                  <a:pt x="97525" y="89767"/>
                </a:lnTo>
                <a:lnTo>
                  <a:pt x="98191" y="89881"/>
                </a:lnTo>
                <a:lnTo>
                  <a:pt x="98871" y="89977"/>
                </a:lnTo>
                <a:lnTo>
                  <a:pt x="99564" y="90056"/>
                </a:lnTo>
                <a:lnTo>
                  <a:pt x="100271" y="90118"/>
                </a:lnTo>
                <a:lnTo>
                  <a:pt x="100992" y="90161"/>
                </a:lnTo>
                <a:lnTo>
                  <a:pt x="101727" y="90188"/>
                </a:lnTo>
                <a:lnTo>
                  <a:pt x="102476" y="90196"/>
                </a:lnTo>
                <a:lnTo>
                  <a:pt x="120721" y="90196"/>
                </a:lnTo>
                <a:lnTo>
                  <a:pt x="120721" y="77228"/>
                </a:lnTo>
                <a:lnTo>
                  <a:pt x="103509" y="77228"/>
                </a:lnTo>
                <a:lnTo>
                  <a:pt x="103031" y="77218"/>
                </a:lnTo>
                <a:close/>
                <a:moveTo>
                  <a:pt x="240736" y="77218"/>
                </a:moveTo>
                <a:lnTo>
                  <a:pt x="240279" y="77187"/>
                </a:lnTo>
                <a:lnTo>
                  <a:pt x="239842" y="77135"/>
                </a:lnTo>
                <a:lnTo>
                  <a:pt x="239425" y="77063"/>
                </a:lnTo>
                <a:lnTo>
                  <a:pt x="239029" y="76969"/>
                </a:lnTo>
                <a:lnTo>
                  <a:pt x="238653" y="76856"/>
                </a:lnTo>
                <a:lnTo>
                  <a:pt x="238297" y="76721"/>
                </a:lnTo>
                <a:lnTo>
                  <a:pt x="237962" y="76566"/>
                </a:lnTo>
                <a:lnTo>
                  <a:pt x="237647" y="76389"/>
                </a:lnTo>
                <a:lnTo>
                  <a:pt x="237352" y="76193"/>
                </a:lnTo>
                <a:lnTo>
                  <a:pt x="237078" y="75975"/>
                </a:lnTo>
                <a:lnTo>
                  <a:pt x="236824" y="75737"/>
                </a:lnTo>
                <a:lnTo>
                  <a:pt x="236590" y="75478"/>
                </a:lnTo>
                <a:lnTo>
                  <a:pt x="236376" y="75198"/>
                </a:lnTo>
                <a:lnTo>
                  <a:pt x="236183" y="74898"/>
                </a:lnTo>
                <a:lnTo>
                  <a:pt x="236011" y="74577"/>
                </a:lnTo>
                <a:lnTo>
                  <a:pt x="235858" y="74235"/>
                </a:lnTo>
                <a:lnTo>
                  <a:pt x="235726" y="73873"/>
                </a:lnTo>
                <a:lnTo>
                  <a:pt x="235614" y="73489"/>
                </a:lnTo>
                <a:lnTo>
                  <a:pt x="235523" y="73086"/>
                </a:lnTo>
                <a:lnTo>
                  <a:pt x="235452" y="72661"/>
                </a:lnTo>
                <a:lnTo>
                  <a:pt x="235401" y="72216"/>
                </a:lnTo>
                <a:lnTo>
                  <a:pt x="235370" y="71749"/>
                </a:lnTo>
                <a:lnTo>
                  <a:pt x="235360" y="71263"/>
                </a:lnTo>
                <a:lnTo>
                  <a:pt x="235360" y="40049"/>
                </a:lnTo>
                <a:lnTo>
                  <a:pt x="259575" y="40049"/>
                </a:lnTo>
                <a:lnTo>
                  <a:pt x="259575" y="27081"/>
                </a:lnTo>
                <a:lnTo>
                  <a:pt x="235360" y="27081"/>
                </a:lnTo>
                <a:lnTo>
                  <a:pt x="235360" y="9294"/>
                </a:lnTo>
                <a:lnTo>
                  <a:pt x="220902" y="9294"/>
                </a:lnTo>
                <a:lnTo>
                  <a:pt x="220902" y="27081"/>
                </a:lnTo>
                <a:lnTo>
                  <a:pt x="203803" y="27081"/>
                </a:lnTo>
                <a:lnTo>
                  <a:pt x="203803" y="40049"/>
                </a:lnTo>
                <a:lnTo>
                  <a:pt x="220902" y="40049"/>
                </a:lnTo>
                <a:lnTo>
                  <a:pt x="220902" y="71263"/>
                </a:lnTo>
                <a:lnTo>
                  <a:pt x="220911" y="71992"/>
                </a:lnTo>
                <a:lnTo>
                  <a:pt x="220938" y="72709"/>
                </a:lnTo>
                <a:lnTo>
                  <a:pt x="220982" y="73412"/>
                </a:lnTo>
                <a:lnTo>
                  <a:pt x="221044" y="74103"/>
                </a:lnTo>
                <a:lnTo>
                  <a:pt x="221124" y="74780"/>
                </a:lnTo>
                <a:lnTo>
                  <a:pt x="221221" y="75444"/>
                </a:lnTo>
                <a:lnTo>
                  <a:pt x="221336" y="76095"/>
                </a:lnTo>
                <a:lnTo>
                  <a:pt x="221469" y="76732"/>
                </a:lnTo>
                <a:lnTo>
                  <a:pt x="221620" y="77357"/>
                </a:lnTo>
                <a:lnTo>
                  <a:pt x="221789" y="77968"/>
                </a:lnTo>
                <a:lnTo>
                  <a:pt x="221975" y="78567"/>
                </a:lnTo>
                <a:lnTo>
                  <a:pt x="222179" y="79152"/>
                </a:lnTo>
                <a:lnTo>
                  <a:pt x="222400" y="79724"/>
                </a:lnTo>
                <a:lnTo>
                  <a:pt x="222640" y="80283"/>
                </a:lnTo>
                <a:lnTo>
                  <a:pt x="222897" y="80828"/>
                </a:lnTo>
                <a:lnTo>
                  <a:pt x="223171" y="81361"/>
                </a:lnTo>
                <a:lnTo>
                  <a:pt x="223464" y="81880"/>
                </a:lnTo>
                <a:lnTo>
                  <a:pt x="223774" y="82387"/>
                </a:lnTo>
                <a:lnTo>
                  <a:pt x="224102" y="82880"/>
                </a:lnTo>
                <a:lnTo>
                  <a:pt x="224448" y="83360"/>
                </a:lnTo>
                <a:lnTo>
                  <a:pt x="224811" y="83827"/>
                </a:lnTo>
                <a:lnTo>
                  <a:pt x="225193" y="84280"/>
                </a:lnTo>
                <a:lnTo>
                  <a:pt x="225591" y="84721"/>
                </a:lnTo>
                <a:lnTo>
                  <a:pt x="226008" y="85148"/>
                </a:lnTo>
                <a:lnTo>
                  <a:pt x="226441" y="85560"/>
                </a:lnTo>
                <a:lnTo>
                  <a:pt x="226887" y="85955"/>
                </a:lnTo>
                <a:lnTo>
                  <a:pt x="227347" y="86331"/>
                </a:lnTo>
                <a:lnTo>
                  <a:pt x="227821" y="86691"/>
                </a:lnTo>
                <a:lnTo>
                  <a:pt x="228308" y="87033"/>
                </a:lnTo>
                <a:lnTo>
                  <a:pt x="228809" y="87357"/>
                </a:lnTo>
                <a:lnTo>
                  <a:pt x="229324" y="87664"/>
                </a:lnTo>
                <a:lnTo>
                  <a:pt x="229853" y="87953"/>
                </a:lnTo>
                <a:lnTo>
                  <a:pt x="230395" y="88224"/>
                </a:lnTo>
                <a:lnTo>
                  <a:pt x="230952" y="88479"/>
                </a:lnTo>
                <a:lnTo>
                  <a:pt x="231521" y="88715"/>
                </a:lnTo>
                <a:lnTo>
                  <a:pt x="232105" y="88934"/>
                </a:lnTo>
                <a:lnTo>
                  <a:pt x="232702" y="89136"/>
                </a:lnTo>
                <a:lnTo>
                  <a:pt x="233314" y="89320"/>
                </a:lnTo>
                <a:lnTo>
                  <a:pt x="233939" y="89486"/>
                </a:lnTo>
                <a:lnTo>
                  <a:pt x="234577" y="89635"/>
                </a:lnTo>
                <a:lnTo>
                  <a:pt x="235229" y="89767"/>
                </a:lnTo>
                <a:lnTo>
                  <a:pt x="235896" y="89881"/>
                </a:lnTo>
                <a:lnTo>
                  <a:pt x="236575" y="89977"/>
                </a:lnTo>
                <a:lnTo>
                  <a:pt x="237269" y="90056"/>
                </a:lnTo>
                <a:lnTo>
                  <a:pt x="237976" y="90118"/>
                </a:lnTo>
                <a:lnTo>
                  <a:pt x="238697" y="90161"/>
                </a:lnTo>
                <a:lnTo>
                  <a:pt x="239432" y="90188"/>
                </a:lnTo>
                <a:lnTo>
                  <a:pt x="240181" y="90196"/>
                </a:lnTo>
                <a:lnTo>
                  <a:pt x="258426" y="90196"/>
                </a:lnTo>
                <a:lnTo>
                  <a:pt x="258426" y="77228"/>
                </a:lnTo>
                <a:lnTo>
                  <a:pt x="241214" y="77228"/>
                </a:lnTo>
                <a:lnTo>
                  <a:pt x="240736" y="77218"/>
                </a:lnTo>
                <a:close/>
                <a:moveTo>
                  <a:pt x="312247" y="77115"/>
                </a:moveTo>
                <a:lnTo>
                  <a:pt x="312247" y="27081"/>
                </a:lnTo>
                <a:lnTo>
                  <a:pt x="279312" y="27081"/>
                </a:lnTo>
                <a:lnTo>
                  <a:pt x="279312" y="40049"/>
                </a:lnTo>
                <a:lnTo>
                  <a:pt x="298477" y="40049"/>
                </a:lnTo>
                <a:lnTo>
                  <a:pt x="298477" y="77115"/>
                </a:lnTo>
                <a:lnTo>
                  <a:pt x="276444" y="77115"/>
                </a:lnTo>
                <a:lnTo>
                  <a:pt x="276444" y="90196"/>
                </a:lnTo>
                <a:lnTo>
                  <a:pt x="331755" y="90196"/>
                </a:lnTo>
                <a:lnTo>
                  <a:pt x="331755" y="77115"/>
                </a:lnTo>
                <a:lnTo>
                  <a:pt x="312247" y="77115"/>
                </a:lnTo>
                <a:close/>
                <a:moveTo>
                  <a:pt x="32325" y="91150"/>
                </a:moveTo>
                <a:lnTo>
                  <a:pt x="33267" y="91088"/>
                </a:lnTo>
                <a:lnTo>
                  <a:pt x="34189" y="91008"/>
                </a:lnTo>
                <a:lnTo>
                  <a:pt x="35089" y="90910"/>
                </a:lnTo>
                <a:lnTo>
                  <a:pt x="35970" y="90795"/>
                </a:lnTo>
                <a:lnTo>
                  <a:pt x="36829" y="90662"/>
                </a:lnTo>
                <a:lnTo>
                  <a:pt x="37669" y="90511"/>
                </a:lnTo>
                <a:lnTo>
                  <a:pt x="38487" y="90343"/>
                </a:lnTo>
                <a:lnTo>
                  <a:pt x="39286" y="90157"/>
                </a:lnTo>
                <a:lnTo>
                  <a:pt x="40063" y="89953"/>
                </a:lnTo>
                <a:lnTo>
                  <a:pt x="40820" y="89731"/>
                </a:lnTo>
                <a:lnTo>
                  <a:pt x="41557" y="89492"/>
                </a:lnTo>
                <a:lnTo>
                  <a:pt x="42273" y="89235"/>
                </a:lnTo>
                <a:lnTo>
                  <a:pt x="42968" y="88960"/>
                </a:lnTo>
                <a:lnTo>
                  <a:pt x="43643" y="88668"/>
                </a:lnTo>
                <a:lnTo>
                  <a:pt x="44298" y="88357"/>
                </a:lnTo>
                <a:lnTo>
                  <a:pt x="44932" y="88029"/>
                </a:lnTo>
                <a:lnTo>
                  <a:pt x="45545" y="87684"/>
                </a:lnTo>
                <a:lnTo>
                  <a:pt x="46138" y="87320"/>
                </a:lnTo>
                <a:lnTo>
                  <a:pt x="46711" y="86939"/>
                </a:lnTo>
                <a:lnTo>
                  <a:pt x="47263" y="86540"/>
                </a:lnTo>
                <a:lnTo>
                  <a:pt x="47794" y="86124"/>
                </a:lnTo>
                <a:lnTo>
                  <a:pt x="48304" y="85691"/>
                </a:lnTo>
                <a:lnTo>
                  <a:pt x="48793" y="85244"/>
                </a:lnTo>
                <a:lnTo>
                  <a:pt x="49260" y="84783"/>
                </a:lnTo>
                <a:lnTo>
                  <a:pt x="49705" y="84308"/>
                </a:lnTo>
                <a:lnTo>
                  <a:pt x="50129" y="83819"/>
                </a:lnTo>
                <a:lnTo>
                  <a:pt x="50530" y="83315"/>
                </a:lnTo>
                <a:lnTo>
                  <a:pt x="50910" y="82798"/>
                </a:lnTo>
                <a:lnTo>
                  <a:pt x="51269" y="82266"/>
                </a:lnTo>
                <a:lnTo>
                  <a:pt x="51605" y="81720"/>
                </a:lnTo>
                <a:lnTo>
                  <a:pt x="51920" y="81160"/>
                </a:lnTo>
                <a:lnTo>
                  <a:pt x="52213" y="80586"/>
                </a:lnTo>
                <a:lnTo>
                  <a:pt x="52485" y="79998"/>
                </a:lnTo>
                <a:lnTo>
                  <a:pt x="52735" y="79395"/>
                </a:lnTo>
                <a:lnTo>
                  <a:pt x="52963" y="78779"/>
                </a:lnTo>
                <a:lnTo>
                  <a:pt x="53169" y="78148"/>
                </a:lnTo>
                <a:lnTo>
                  <a:pt x="53354" y="77503"/>
                </a:lnTo>
                <a:lnTo>
                  <a:pt x="53516" y="76844"/>
                </a:lnTo>
                <a:lnTo>
                  <a:pt x="53658" y="76171"/>
                </a:lnTo>
                <a:lnTo>
                  <a:pt x="53777" y="75484"/>
                </a:lnTo>
                <a:lnTo>
                  <a:pt x="53875" y="74782"/>
                </a:lnTo>
                <a:lnTo>
                  <a:pt x="53951" y="74067"/>
                </a:lnTo>
                <a:lnTo>
                  <a:pt x="54005" y="73337"/>
                </a:lnTo>
                <a:lnTo>
                  <a:pt x="54038" y="72593"/>
                </a:lnTo>
                <a:lnTo>
                  <a:pt x="54048" y="71835"/>
                </a:lnTo>
                <a:lnTo>
                  <a:pt x="54039" y="71125"/>
                </a:lnTo>
                <a:lnTo>
                  <a:pt x="54011" y="70430"/>
                </a:lnTo>
                <a:lnTo>
                  <a:pt x="53965" y="69749"/>
                </a:lnTo>
                <a:lnTo>
                  <a:pt x="53900" y="69083"/>
                </a:lnTo>
                <a:lnTo>
                  <a:pt x="53817" y="68431"/>
                </a:lnTo>
                <a:lnTo>
                  <a:pt x="53715" y="67794"/>
                </a:lnTo>
                <a:lnTo>
                  <a:pt x="53595" y="67171"/>
                </a:lnTo>
                <a:lnTo>
                  <a:pt x="53456" y="66563"/>
                </a:lnTo>
                <a:lnTo>
                  <a:pt x="53298" y="65970"/>
                </a:lnTo>
                <a:lnTo>
                  <a:pt x="53122" y="65391"/>
                </a:lnTo>
                <a:lnTo>
                  <a:pt x="52928" y="64826"/>
                </a:lnTo>
                <a:lnTo>
                  <a:pt x="52715" y="64276"/>
                </a:lnTo>
                <a:lnTo>
                  <a:pt x="52483" y="63741"/>
                </a:lnTo>
                <a:lnTo>
                  <a:pt x="52233" y="63220"/>
                </a:lnTo>
                <a:lnTo>
                  <a:pt x="51964" y="62714"/>
                </a:lnTo>
                <a:lnTo>
                  <a:pt x="51677" y="62222"/>
                </a:lnTo>
                <a:lnTo>
                  <a:pt x="51372" y="61745"/>
                </a:lnTo>
                <a:lnTo>
                  <a:pt x="51047" y="61282"/>
                </a:lnTo>
                <a:lnTo>
                  <a:pt x="50705" y="60834"/>
                </a:lnTo>
                <a:lnTo>
                  <a:pt x="50343" y="60400"/>
                </a:lnTo>
                <a:lnTo>
                  <a:pt x="49964" y="59981"/>
                </a:lnTo>
                <a:lnTo>
                  <a:pt x="49565" y="59577"/>
                </a:lnTo>
                <a:lnTo>
                  <a:pt x="49149" y="59187"/>
                </a:lnTo>
                <a:lnTo>
                  <a:pt x="48713" y="58811"/>
                </a:lnTo>
                <a:lnTo>
                  <a:pt x="48258" y="58448"/>
                </a:lnTo>
                <a:lnTo>
                  <a:pt x="47783" y="58094"/>
                </a:lnTo>
                <a:lnTo>
                  <a:pt x="47287" y="57751"/>
                </a:lnTo>
                <a:lnTo>
                  <a:pt x="46771" y="57417"/>
                </a:lnTo>
                <a:lnTo>
                  <a:pt x="46234" y="57092"/>
                </a:lnTo>
                <a:lnTo>
                  <a:pt x="45676" y="56778"/>
                </a:lnTo>
                <a:lnTo>
                  <a:pt x="45098" y="56473"/>
                </a:lnTo>
                <a:lnTo>
                  <a:pt x="44499" y="56178"/>
                </a:lnTo>
                <a:lnTo>
                  <a:pt x="43880" y="55893"/>
                </a:lnTo>
                <a:lnTo>
                  <a:pt x="43241" y="55618"/>
                </a:lnTo>
                <a:lnTo>
                  <a:pt x="42581" y="55352"/>
                </a:lnTo>
                <a:lnTo>
                  <a:pt x="41900" y="55096"/>
                </a:lnTo>
                <a:lnTo>
                  <a:pt x="41199" y="54850"/>
                </a:lnTo>
                <a:lnTo>
                  <a:pt x="40477" y="54613"/>
                </a:lnTo>
                <a:lnTo>
                  <a:pt x="39735" y="54387"/>
                </a:lnTo>
                <a:lnTo>
                  <a:pt x="38972" y="54170"/>
                </a:lnTo>
                <a:lnTo>
                  <a:pt x="38189" y="53963"/>
                </a:lnTo>
                <a:lnTo>
                  <a:pt x="37385" y="53765"/>
                </a:lnTo>
                <a:lnTo>
                  <a:pt x="36561" y="53578"/>
                </a:lnTo>
                <a:lnTo>
                  <a:pt x="35716" y="53400"/>
                </a:lnTo>
                <a:lnTo>
                  <a:pt x="34850" y="53232"/>
                </a:lnTo>
                <a:lnTo>
                  <a:pt x="33964" y="53073"/>
                </a:lnTo>
                <a:lnTo>
                  <a:pt x="33058" y="52925"/>
                </a:lnTo>
                <a:lnTo>
                  <a:pt x="32131" y="52786"/>
                </a:lnTo>
                <a:lnTo>
                  <a:pt x="23984" y="51639"/>
                </a:lnTo>
                <a:lnTo>
                  <a:pt x="23624" y="51580"/>
                </a:lnTo>
                <a:lnTo>
                  <a:pt x="23274" y="51518"/>
                </a:lnTo>
                <a:lnTo>
                  <a:pt x="22931" y="51454"/>
                </a:lnTo>
                <a:lnTo>
                  <a:pt x="22597" y="51386"/>
                </a:lnTo>
                <a:lnTo>
                  <a:pt x="22271" y="51315"/>
                </a:lnTo>
                <a:lnTo>
                  <a:pt x="21954" y="51241"/>
                </a:lnTo>
                <a:lnTo>
                  <a:pt x="21645" y="51164"/>
                </a:lnTo>
                <a:lnTo>
                  <a:pt x="21344" y="51085"/>
                </a:lnTo>
                <a:lnTo>
                  <a:pt x="21052" y="51002"/>
                </a:lnTo>
                <a:lnTo>
                  <a:pt x="20768" y="50916"/>
                </a:lnTo>
                <a:lnTo>
                  <a:pt x="20493" y="50827"/>
                </a:lnTo>
                <a:lnTo>
                  <a:pt x="20226" y="50736"/>
                </a:lnTo>
                <a:lnTo>
                  <a:pt x="19967" y="50641"/>
                </a:lnTo>
                <a:lnTo>
                  <a:pt x="19716" y="50543"/>
                </a:lnTo>
                <a:lnTo>
                  <a:pt x="19474" y="50442"/>
                </a:lnTo>
                <a:lnTo>
                  <a:pt x="19240" y="50339"/>
                </a:lnTo>
                <a:lnTo>
                  <a:pt x="19015" y="50232"/>
                </a:lnTo>
                <a:lnTo>
                  <a:pt x="18798" y="50122"/>
                </a:lnTo>
                <a:lnTo>
                  <a:pt x="18589" y="50010"/>
                </a:lnTo>
                <a:lnTo>
                  <a:pt x="18389" y="49894"/>
                </a:lnTo>
                <a:lnTo>
                  <a:pt x="18197" y="49775"/>
                </a:lnTo>
                <a:lnTo>
                  <a:pt x="18013" y="49654"/>
                </a:lnTo>
                <a:lnTo>
                  <a:pt x="17838" y="49529"/>
                </a:lnTo>
                <a:lnTo>
                  <a:pt x="17671" y="49401"/>
                </a:lnTo>
                <a:lnTo>
                  <a:pt x="17512" y="49269"/>
                </a:lnTo>
                <a:lnTo>
                  <a:pt x="17360" y="49131"/>
                </a:lnTo>
                <a:lnTo>
                  <a:pt x="17214" y="48988"/>
                </a:lnTo>
                <a:lnTo>
                  <a:pt x="17075" y="48839"/>
                </a:lnTo>
                <a:lnTo>
                  <a:pt x="16943" y="48683"/>
                </a:lnTo>
                <a:lnTo>
                  <a:pt x="16818" y="48523"/>
                </a:lnTo>
                <a:lnTo>
                  <a:pt x="16699" y="48356"/>
                </a:lnTo>
                <a:lnTo>
                  <a:pt x="16588" y="48183"/>
                </a:lnTo>
                <a:lnTo>
                  <a:pt x="16483" y="48005"/>
                </a:lnTo>
                <a:lnTo>
                  <a:pt x="16384" y="47821"/>
                </a:lnTo>
                <a:lnTo>
                  <a:pt x="16293" y="47631"/>
                </a:lnTo>
                <a:lnTo>
                  <a:pt x="16208" y="47436"/>
                </a:lnTo>
                <a:lnTo>
                  <a:pt x="16130" y="47234"/>
                </a:lnTo>
                <a:lnTo>
                  <a:pt x="16059" y="47027"/>
                </a:lnTo>
                <a:lnTo>
                  <a:pt x="15995" y="46814"/>
                </a:lnTo>
                <a:lnTo>
                  <a:pt x="15937" y="46596"/>
                </a:lnTo>
                <a:lnTo>
                  <a:pt x="15887" y="46371"/>
                </a:lnTo>
                <a:lnTo>
                  <a:pt x="15843" y="46141"/>
                </a:lnTo>
                <a:lnTo>
                  <a:pt x="15805" y="45905"/>
                </a:lnTo>
                <a:lnTo>
                  <a:pt x="15775" y="45663"/>
                </a:lnTo>
                <a:lnTo>
                  <a:pt x="15751" y="45416"/>
                </a:lnTo>
                <a:lnTo>
                  <a:pt x="15734" y="45163"/>
                </a:lnTo>
                <a:lnTo>
                  <a:pt x="15724" y="44903"/>
                </a:lnTo>
                <a:lnTo>
                  <a:pt x="15721" y="44639"/>
                </a:lnTo>
                <a:lnTo>
                  <a:pt x="15724" y="44355"/>
                </a:lnTo>
                <a:lnTo>
                  <a:pt x="15736" y="44076"/>
                </a:lnTo>
                <a:lnTo>
                  <a:pt x="15756" y="43804"/>
                </a:lnTo>
                <a:lnTo>
                  <a:pt x="15783" y="43537"/>
                </a:lnTo>
                <a:lnTo>
                  <a:pt x="15818" y="43276"/>
                </a:lnTo>
                <a:lnTo>
                  <a:pt x="15860" y="43021"/>
                </a:lnTo>
                <a:lnTo>
                  <a:pt x="15911" y="42772"/>
                </a:lnTo>
                <a:lnTo>
                  <a:pt x="15969" y="42529"/>
                </a:lnTo>
                <a:lnTo>
                  <a:pt x="16035" y="42291"/>
                </a:lnTo>
                <a:lnTo>
                  <a:pt x="16109" y="42059"/>
                </a:lnTo>
                <a:lnTo>
                  <a:pt x="16191" y="41833"/>
                </a:lnTo>
                <a:lnTo>
                  <a:pt x="16280" y="41612"/>
                </a:lnTo>
                <a:lnTo>
                  <a:pt x="16377" y="41398"/>
                </a:lnTo>
                <a:lnTo>
                  <a:pt x="16482" y="41189"/>
                </a:lnTo>
                <a:lnTo>
                  <a:pt x="16595" y="40986"/>
                </a:lnTo>
                <a:lnTo>
                  <a:pt x="16715" y="40789"/>
                </a:lnTo>
                <a:lnTo>
                  <a:pt x="16843" y="40597"/>
                </a:lnTo>
                <a:lnTo>
                  <a:pt x="16979" y="40412"/>
                </a:lnTo>
                <a:lnTo>
                  <a:pt x="17123" y="40232"/>
                </a:lnTo>
                <a:lnTo>
                  <a:pt x="17275" y="40057"/>
                </a:lnTo>
                <a:lnTo>
                  <a:pt x="17434" y="39889"/>
                </a:lnTo>
                <a:lnTo>
                  <a:pt x="17601" y="39727"/>
                </a:lnTo>
                <a:lnTo>
                  <a:pt x="17776" y="39570"/>
                </a:lnTo>
                <a:lnTo>
                  <a:pt x="17958" y="39419"/>
                </a:lnTo>
                <a:lnTo>
                  <a:pt x="18150" y="39274"/>
                </a:lnTo>
                <a:lnTo>
                  <a:pt x="18350" y="39135"/>
                </a:lnTo>
                <a:lnTo>
                  <a:pt x="18560" y="39002"/>
                </a:lnTo>
                <a:lnTo>
                  <a:pt x="18779" y="38875"/>
                </a:lnTo>
                <a:lnTo>
                  <a:pt x="19008" y="38755"/>
                </a:lnTo>
                <a:lnTo>
                  <a:pt x="19246" y="38640"/>
                </a:lnTo>
                <a:lnTo>
                  <a:pt x="19493" y="38532"/>
                </a:lnTo>
                <a:lnTo>
                  <a:pt x="19750" y="38430"/>
                </a:lnTo>
                <a:lnTo>
                  <a:pt x="20016" y="38335"/>
                </a:lnTo>
                <a:lnTo>
                  <a:pt x="20291" y="38245"/>
                </a:lnTo>
                <a:lnTo>
                  <a:pt x="20576" y="38162"/>
                </a:lnTo>
                <a:lnTo>
                  <a:pt x="20870" y="38085"/>
                </a:lnTo>
                <a:lnTo>
                  <a:pt x="21174" y="38013"/>
                </a:lnTo>
                <a:lnTo>
                  <a:pt x="21487" y="37949"/>
                </a:lnTo>
                <a:lnTo>
                  <a:pt x="21809" y="37890"/>
                </a:lnTo>
                <a:lnTo>
                  <a:pt x="22141" y="37837"/>
                </a:lnTo>
                <a:lnTo>
                  <a:pt x="22482" y="37791"/>
                </a:lnTo>
                <a:lnTo>
                  <a:pt x="22832" y="37751"/>
                </a:lnTo>
                <a:lnTo>
                  <a:pt x="23192" y="37717"/>
                </a:lnTo>
                <a:lnTo>
                  <a:pt x="23561" y="37689"/>
                </a:lnTo>
                <a:lnTo>
                  <a:pt x="23939" y="37668"/>
                </a:lnTo>
                <a:lnTo>
                  <a:pt x="24327" y="37652"/>
                </a:lnTo>
                <a:lnTo>
                  <a:pt x="24724" y="37643"/>
                </a:lnTo>
                <a:lnTo>
                  <a:pt x="25131" y="37640"/>
                </a:lnTo>
                <a:lnTo>
                  <a:pt x="29492" y="37640"/>
                </a:lnTo>
                <a:lnTo>
                  <a:pt x="29824" y="37643"/>
                </a:lnTo>
                <a:lnTo>
                  <a:pt x="30151" y="37651"/>
                </a:lnTo>
                <a:lnTo>
                  <a:pt x="30472" y="37665"/>
                </a:lnTo>
                <a:lnTo>
                  <a:pt x="30788" y="37684"/>
                </a:lnTo>
                <a:lnTo>
                  <a:pt x="31098" y="37710"/>
                </a:lnTo>
                <a:lnTo>
                  <a:pt x="31403" y="37740"/>
                </a:lnTo>
                <a:lnTo>
                  <a:pt x="31703" y="37777"/>
                </a:lnTo>
                <a:lnTo>
                  <a:pt x="31997" y="37818"/>
                </a:lnTo>
                <a:lnTo>
                  <a:pt x="32286" y="37866"/>
                </a:lnTo>
                <a:lnTo>
                  <a:pt x="32569" y="37919"/>
                </a:lnTo>
                <a:lnTo>
                  <a:pt x="32848" y="37977"/>
                </a:lnTo>
                <a:lnTo>
                  <a:pt x="33120" y="38042"/>
                </a:lnTo>
                <a:lnTo>
                  <a:pt x="33388" y="38111"/>
                </a:lnTo>
                <a:lnTo>
                  <a:pt x="33650" y="38187"/>
                </a:lnTo>
                <a:lnTo>
                  <a:pt x="33906" y="38268"/>
                </a:lnTo>
                <a:lnTo>
                  <a:pt x="34158" y="38354"/>
                </a:lnTo>
                <a:lnTo>
                  <a:pt x="34404" y="38446"/>
                </a:lnTo>
                <a:lnTo>
                  <a:pt x="34644" y="38544"/>
                </a:lnTo>
                <a:lnTo>
                  <a:pt x="34879" y="38647"/>
                </a:lnTo>
                <a:lnTo>
                  <a:pt x="35109" y="38756"/>
                </a:lnTo>
                <a:lnTo>
                  <a:pt x="35334" y="38870"/>
                </a:lnTo>
                <a:lnTo>
                  <a:pt x="35553" y="38990"/>
                </a:lnTo>
                <a:lnTo>
                  <a:pt x="35766" y="39116"/>
                </a:lnTo>
                <a:lnTo>
                  <a:pt x="35975" y="39247"/>
                </a:lnTo>
                <a:lnTo>
                  <a:pt x="36176" y="39383"/>
                </a:lnTo>
                <a:lnTo>
                  <a:pt x="36371" y="39521"/>
                </a:lnTo>
                <a:lnTo>
                  <a:pt x="36558" y="39663"/>
                </a:lnTo>
                <a:lnTo>
                  <a:pt x="36738" y="39808"/>
                </a:lnTo>
                <a:lnTo>
                  <a:pt x="36910" y="39956"/>
                </a:lnTo>
                <a:lnTo>
                  <a:pt x="37075" y="40107"/>
                </a:lnTo>
                <a:lnTo>
                  <a:pt x="37233" y="40262"/>
                </a:lnTo>
                <a:lnTo>
                  <a:pt x="37384" y="40420"/>
                </a:lnTo>
                <a:lnTo>
                  <a:pt x="37526" y="40580"/>
                </a:lnTo>
                <a:lnTo>
                  <a:pt x="37662" y="40745"/>
                </a:lnTo>
                <a:lnTo>
                  <a:pt x="37790" y="40912"/>
                </a:lnTo>
                <a:lnTo>
                  <a:pt x="37911" y="41082"/>
                </a:lnTo>
                <a:lnTo>
                  <a:pt x="38025" y="41256"/>
                </a:lnTo>
                <a:lnTo>
                  <a:pt x="38131" y="41433"/>
                </a:lnTo>
                <a:lnTo>
                  <a:pt x="38230" y="41613"/>
                </a:lnTo>
                <a:lnTo>
                  <a:pt x="38321" y="41796"/>
                </a:lnTo>
                <a:lnTo>
                  <a:pt x="38405" y="41982"/>
                </a:lnTo>
                <a:lnTo>
                  <a:pt x="38482" y="42172"/>
                </a:lnTo>
                <a:lnTo>
                  <a:pt x="38551" y="42365"/>
                </a:lnTo>
                <a:lnTo>
                  <a:pt x="38613" y="42560"/>
                </a:lnTo>
                <a:lnTo>
                  <a:pt x="38667" y="42760"/>
                </a:lnTo>
                <a:lnTo>
                  <a:pt x="38714" y="42962"/>
                </a:lnTo>
                <a:lnTo>
                  <a:pt x="38754" y="43167"/>
                </a:lnTo>
                <a:lnTo>
                  <a:pt x="38787" y="43376"/>
                </a:lnTo>
                <a:lnTo>
                  <a:pt x="53131" y="43376"/>
                </a:lnTo>
                <a:lnTo>
                  <a:pt x="53083" y="42722"/>
                </a:lnTo>
                <a:lnTo>
                  <a:pt x="53014" y="42079"/>
                </a:lnTo>
                <a:lnTo>
                  <a:pt x="52925" y="41447"/>
                </a:lnTo>
                <a:lnTo>
                  <a:pt x="52815" y="40826"/>
                </a:lnTo>
                <a:lnTo>
                  <a:pt x="52686" y="40216"/>
                </a:lnTo>
                <a:lnTo>
                  <a:pt x="52536" y="39618"/>
                </a:lnTo>
                <a:lnTo>
                  <a:pt x="52365" y="39031"/>
                </a:lnTo>
                <a:lnTo>
                  <a:pt x="52175" y="38454"/>
                </a:lnTo>
                <a:lnTo>
                  <a:pt x="51964" y="37889"/>
                </a:lnTo>
                <a:lnTo>
                  <a:pt x="51732" y="37336"/>
                </a:lnTo>
                <a:lnTo>
                  <a:pt x="51481" y="36793"/>
                </a:lnTo>
                <a:lnTo>
                  <a:pt x="51209" y="36261"/>
                </a:lnTo>
                <a:lnTo>
                  <a:pt x="50916" y="35741"/>
                </a:lnTo>
                <a:lnTo>
                  <a:pt x="50604" y="35232"/>
                </a:lnTo>
                <a:lnTo>
                  <a:pt x="50271" y="34734"/>
                </a:lnTo>
                <a:lnTo>
                  <a:pt x="49918" y="34247"/>
                </a:lnTo>
                <a:lnTo>
                  <a:pt x="49544" y="33771"/>
                </a:lnTo>
                <a:lnTo>
                  <a:pt x="49150" y="33306"/>
                </a:lnTo>
                <a:lnTo>
                  <a:pt x="48736" y="32853"/>
                </a:lnTo>
                <a:lnTo>
                  <a:pt x="48301" y="32411"/>
                </a:lnTo>
                <a:lnTo>
                  <a:pt x="47846" y="31979"/>
                </a:lnTo>
                <a:lnTo>
                  <a:pt x="47371" y="31560"/>
                </a:lnTo>
                <a:lnTo>
                  <a:pt x="46876" y="31151"/>
                </a:lnTo>
                <a:lnTo>
                  <a:pt x="46360" y="30753"/>
                </a:lnTo>
                <a:lnTo>
                  <a:pt x="45827" y="30369"/>
                </a:lnTo>
                <a:lnTo>
                  <a:pt x="45279" y="30002"/>
                </a:lnTo>
                <a:lnTo>
                  <a:pt x="44716" y="29650"/>
                </a:lnTo>
                <a:lnTo>
                  <a:pt x="44138" y="29315"/>
                </a:lnTo>
                <a:lnTo>
                  <a:pt x="43546" y="28997"/>
                </a:lnTo>
                <a:lnTo>
                  <a:pt x="42939" y="28695"/>
                </a:lnTo>
                <a:lnTo>
                  <a:pt x="42317" y="28409"/>
                </a:lnTo>
                <a:lnTo>
                  <a:pt x="41681" y="28139"/>
                </a:lnTo>
                <a:lnTo>
                  <a:pt x="41030" y="27886"/>
                </a:lnTo>
                <a:lnTo>
                  <a:pt x="40364" y="27649"/>
                </a:lnTo>
                <a:lnTo>
                  <a:pt x="39683" y="27429"/>
                </a:lnTo>
                <a:lnTo>
                  <a:pt x="38988" y="27224"/>
                </a:lnTo>
                <a:lnTo>
                  <a:pt x="38277" y="27036"/>
                </a:lnTo>
                <a:lnTo>
                  <a:pt x="37552" y="26865"/>
                </a:lnTo>
                <a:lnTo>
                  <a:pt x="36813" y="26710"/>
                </a:lnTo>
                <a:lnTo>
                  <a:pt x="36058" y="26571"/>
                </a:lnTo>
                <a:lnTo>
                  <a:pt x="35289" y="26448"/>
                </a:lnTo>
                <a:lnTo>
                  <a:pt x="34505" y="26342"/>
                </a:lnTo>
                <a:lnTo>
                  <a:pt x="33707" y="26252"/>
                </a:lnTo>
                <a:lnTo>
                  <a:pt x="32893" y="26179"/>
                </a:lnTo>
                <a:lnTo>
                  <a:pt x="32065" y="26122"/>
                </a:lnTo>
                <a:lnTo>
                  <a:pt x="31222" y="26081"/>
                </a:lnTo>
                <a:lnTo>
                  <a:pt x="30365" y="26056"/>
                </a:lnTo>
                <a:lnTo>
                  <a:pt x="29492" y="26048"/>
                </a:lnTo>
                <a:lnTo>
                  <a:pt x="25131" y="26048"/>
                </a:lnTo>
                <a:lnTo>
                  <a:pt x="24174" y="26057"/>
                </a:lnTo>
                <a:lnTo>
                  <a:pt x="23238" y="26082"/>
                </a:lnTo>
                <a:lnTo>
                  <a:pt x="22321" y="26124"/>
                </a:lnTo>
                <a:lnTo>
                  <a:pt x="21423" y="26184"/>
                </a:lnTo>
                <a:lnTo>
                  <a:pt x="20545" y="26260"/>
                </a:lnTo>
                <a:lnTo>
                  <a:pt x="19687" y="26353"/>
                </a:lnTo>
                <a:lnTo>
                  <a:pt x="18848" y="26463"/>
                </a:lnTo>
                <a:lnTo>
                  <a:pt x="18029" y="26590"/>
                </a:lnTo>
                <a:lnTo>
                  <a:pt x="17229" y="26734"/>
                </a:lnTo>
                <a:lnTo>
                  <a:pt x="16448" y="26895"/>
                </a:lnTo>
                <a:lnTo>
                  <a:pt x="15688" y="27073"/>
                </a:lnTo>
                <a:lnTo>
                  <a:pt x="14946" y="27268"/>
                </a:lnTo>
                <a:lnTo>
                  <a:pt x="14224" y="27479"/>
                </a:lnTo>
                <a:lnTo>
                  <a:pt x="13522" y="27708"/>
                </a:lnTo>
                <a:lnTo>
                  <a:pt x="12839" y="27954"/>
                </a:lnTo>
                <a:lnTo>
                  <a:pt x="12176" y="28216"/>
                </a:lnTo>
                <a:lnTo>
                  <a:pt x="11532" y="28496"/>
                </a:lnTo>
                <a:lnTo>
                  <a:pt x="10908" y="28792"/>
                </a:lnTo>
                <a:lnTo>
                  <a:pt x="10304" y="29105"/>
                </a:lnTo>
                <a:lnTo>
                  <a:pt x="9718" y="29436"/>
                </a:lnTo>
                <a:lnTo>
                  <a:pt x="9153" y="29783"/>
                </a:lnTo>
                <a:lnTo>
                  <a:pt x="8607" y="30147"/>
                </a:lnTo>
                <a:lnTo>
                  <a:pt x="8080" y="30528"/>
                </a:lnTo>
                <a:lnTo>
                  <a:pt x="7573" y="30926"/>
                </a:lnTo>
                <a:lnTo>
                  <a:pt x="7086" y="31340"/>
                </a:lnTo>
                <a:lnTo>
                  <a:pt x="6620" y="31767"/>
                </a:lnTo>
                <a:lnTo>
                  <a:pt x="6175" y="32207"/>
                </a:lnTo>
                <a:lnTo>
                  <a:pt x="5750" y="32662"/>
                </a:lnTo>
                <a:lnTo>
                  <a:pt x="5346" y="33130"/>
                </a:lnTo>
                <a:lnTo>
                  <a:pt x="4962" y="33612"/>
                </a:lnTo>
                <a:lnTo>
                  <a:pt x="4600" y="34108"/>
                </a:lnTo>
                <a:lnTo>
                  <a:pt x="4258" y="34617"/>
                </a:lnTo>
                <a:lnTo>
                  <a:pt x="3937" y="35141"/>
                </a:lnTo>
                <a:lnTo>
                  <a:pt x="3636" y="35678"/>
                </a:lnTo>
                <a:lnTo>
                  <a:pt x="3357" y="36228"/>
                </a:lnTo>
                <a:lnTo>
                  <a:pt x="3098" y="36793"/>
                </a:lnTo>
                <a:lnTo>
                  <a:pt x="2859" y="37371"/>
                </a:lnTo>
                <a:lnTo>
                  <a:pt x="2642" y="37963"/>
                </a:lnTo>
                <a:lnTo>
                  <a:pt x="2445" y="38569"/>
                </a:lnTo>
                <a:lnTo>
                  <a:pt x="2269" y="39188"/>
                </a:lnTo>
                <a:lnTo>
                  <a:pt x="2113" y="39821"/>
                </a:lnTo>
                <a:lnTo>
                  <a:pt x="1979" y="40468"/>
                </a:lnTo>
                <a:lnTo>
                  <a:pt x="1865" y="41129"/>
                </a:lnTo>
                <a:lnTo>
                  <a:pt x="1771" y="41803"/>
                </a:lnTo>
                <a:lnTo>
                  <a:pt x="1699" y="42492"/>
                </a:lnTo>
                <a:lnTo>
                  <a:pt x="1647" y="43193"/>
                </a:lnTo>
                <a:lnTo>
                  <a:pt x="1616" y="43909"/>
                </a:lnTo>
                <a:lnTo>
                  <a:pt x="1606" y="44639"/>
                </a:lnTo>
                <a:lnTo>
                  <a:pt x="1614" y="45339"/>
                </a:lnTo>
                <a:lnTo>
                  <a:pt x="1641" y="46024"/>
                </a:lnTo>
                <a:lnTo>
                  <a:pt x="1685" y="46695"/>
                </a:lnTo>
                <a:lnTo>
                  <a:pt x="1746" y="47351"/>
                </a:lnTo>
                <a:lnTo>
                  <a:pt x="1825" y="47993"/>
                </a:lnTo>
                <a:lnTo>
                  <a:pt x="1921" y="48619"/>
                </a:lnTo>
                <a:lnTo>
                  <a:pt x="2035" y="49231"/>
                </a:lnTo>
                <a:lnTo>
                  <a:pt x="2167" y="49828"/>
                </a:lnTo>
                <a:lnTo>
                  <a:pt x="2316" y="50411"/>
                </a:lnTo>
                <a:lnTo>
                  <a:pt x="2482" y="50978"/>
                </a:lnTo>
                <a:lnTo>
                  <a:pt x="2667" y="51531"/>
                </a:lnTo>
                <a:lnTo>
                  <a:pt x="2868" y="52069"/>
                </a:lnTo>
                <a:lnTo>
                  <a:pt x="3087" y="52593"/>
                </a:lnTo>
                <a:lnTo>
                  <a:pt x="3324" y="53101"/>
                </a:lnTo>
                <a:lnTo>
                  <a:pt x="3578" y="53595"/>
                </a:lnTo>
                <a:lnTo>
                  <a:pt x="3850" y="54075"/>
                </a:lnTo>
                <a:lnTo>
                  <a:pt x="4139" y="54539"/>
                </a:lnTo>
                <a:lnTo>
                  <a:pt x="4446" y="54989"/>
                </a:lnTo>
                <a:lnTo>
                  <a:pt x="4771" y="55424"/>
                </a:lnTo>
                <a:lnTo>
                  <a:pt x="5113" y="55844"/>
                </a:lnTo>
                <a:lnTo>
                  <a:pt x="5472" y="56249"/>
                </a:lnTo>
                <a:lnTo>
                  <a:pt x="5849" y="56640"/>
                </a:lnTo>
                <a:lnTo>
                  <a:pt x="6244" y="57016"/>
                </a:lnTo>
                <a:lnTo>
                  <a:pt x="6656" y="57377"/>
                </a:lnTo>
                <a:lnTo>
                  <a:pt x="7086" y="57726"/>
                </a:lnTo>
                <a:lnTo>
                  <a:pt x="7537" y="58066"/>
                </a:lnTo>
                <a:lnTo>
                  <a:pt x="8008" y="58396"/>
                </a:lnTo>
                <a:lnTo>
                  <a:pt x="8498" y="58716"/>
                </a:lnTo>
                <a:lnTo>
                  <a:pt x="9009" y="59027"/>
                </a:lnTo>
                <a:lnTo>
                  <a:pt x="9539" y="59328"/>
                </a:lnTo>
                <a:lnTo>
                  <a:pt x="10089" y="59620"/>
                </a:lnTo>
                <a:lnTo>
                  <a:pt x="10660" y="59902"/>
                </a:lnTo>
                <a:lnTo>
                  <a:pt x="11250" y="60174"/>
                </a:lnTo>
                <a:lnTo>
                  <a:pt x="11860" y="60437"/>
                </a:lnTo>
                <a:lnTo>
                  <a:pt x="12490" y="60691"/>
                </a:lnTo>
                <a:lnTo>
                  <a:pt x="13140" y="60935"/>
                </a:lnTo>
                <a:lnTo>
                  <a:pt x="13809" y="61169"/>
                </a:lnTo>
                <a:lnTo>
                  <a:pt x="14499" y="61394"/>
                </a:lnTo>
                <a:lnTo>
                  <a:pt x="15209" y="61609"/>
                </a:lnTo>
                <a:lnTo>
                  <a:pt x="15938" y="61815"/>
                </a:lnTo>
                <a:lnTo>
                  <a:pt x="16688" y="62011"/>
                </a:lnTo>
                <a:lnTo>
                  <a:pt x="17457" y="62197"/>
                </a:lnTo>
                <a:lnTo>
                  <a:pt x="18246" y="62374"/>
                </a:lnTo>
                <a:lnTo>
                  <a:pt x="19056" y="62541"/>
                </a:lnTo>
                <a:lnTo>
                  <a:pt x="19885" y="62699"/>
                </a:lnTo>
                <a:lnTo>
                  <a:pt x="20734" y="62847"/>
                </a:lnTo>
                <a:lnTo>
                  <a:pt x="21603" y="62986"/>
                </a:lnTo>
                <a:lnTo>
                  <a:pt x="22492" y="63115"/>
                </a:lnTo>
                <a:lnTo>
                  <a:pt x="30294" y="64262"/>
                </a:lnTo>
                <a:lnTo>
                  <a:pt x="30701" y="64312"/>
                </a:lnTo>
                <a:lnTo>
                  <a:pt x="31099" y="64367"/>
                </a:lnTo>
                <a:lnTo>
                  <a:pt x="31487" y="64426"/>
                </a:lnTo>
                <a:lnTo>
                  <a:pt x="31867" y="64490"/>
                </a:lnTo>
                <a:lnTo>
                  <a:pt x="32238" y="64559"/>
                </a:lnTo>
                <a:lnTo>
                  <a:pt x="32600" y="64632"/>
                </a:lnTo>
                <a:lnTo>
                  <a:pt x="32953" y="64709"/>
                </a:lnTo>
                <a:lnTo>
                  <a:pt x="33297" y="64792"/>
                </a:lnTo>
                <a:lnTo>
                  <a:pt x="33632" y="64878"/>
                </a:lnTo>
                <a:lnTo>
                  <a:pt x="33958" y="64970"/>
                </a:lnTo>
                <a:lnTo>
                  <a:pt x="34275" y="65066"/>
                </a:lnTo>
                <a:lnTo>
                  <a:pt x="34583" y="65166"/>
                </a:lnTo>
                <a:lnTo>
                  <a:pt x="34882" y="65271"/>
                </a:lnTo>
                <a:lnTo>
                  <a:pt x="35172" y="65381"/>
                </a:lnTo>
                <a:lnTo>
                  <a:pt x="35453" y="65495"/>
                </a:lnTo>
                <a:lnTo>
                  <a:pt x="35726" y="65614"/>
                </a:lnTo>
                <a:lnTo>
                  <a:pt x="35989" y="65737"/>
                </a:lnTo>
                <a:lnTo>
                  <a:pt x="36243" y="65865"/>
                </a:lnTo>
                <a:lnTo>
                  <a:pt x="36488" y="65998"/>
                </a:lnTo>
                <a:lnTo>
                  <a:pt x="36725" y="66135"/>
                </a:lnTo>
                <a:lnTo>
                  <a:pt x="36952" y="66277"/>
                </a:lnTo>
                <a:lnTo>
                  <a:pt x="37170" y="66423"/>
                </a:lnTo>
                <a:lnTo>
                  <a:pt x="37380" y="66574"/>
                </a:lnTo>
                <a:lnTo>
                  <a:pt x="37580" y="66729"/>
                </a:lnTo>
                <a:lnTo>
                  <a:pt x="37772" y="66890"/>
                </a:lnTo>
                <a:lnTo>
                  <a:pt x="37956" y="67055"/>
                </a:lnTo>
                <a:lnTo>
                  <a:pt x="38132" y="67225"/>
                </a:lnTo>
                <a:lnTo>
                  <a:pt x="38299" y="67400"/>
                </a:lnTo>
                <a:lnTo>
                  <a:pt x="38459" y="67580"/>
                </a:lnTo>
                <a:lnTo>
                  <a:pt x="38610" y="67765"/>
                </a:lnTo>
                <a:lnTo>
                  <a:pt x="38753" y="67956"/>
                </a:lnTo>
                <a:lnTo>
                  <a:pt x="38888" y="68151"/>
                </a:lnTo>
                <a:lnTo>
                  <a:pt x="39014" y="68351"/>
                </a:lnTo>
                <a:lnTo>
                  <a:pt x="39133" y="68556"/>
                </a:lnTo>
                <a:lnTo>
                  <a:pt x="39243" y="68766"/>
                </a:lnTo>
                <a:lnTo>
                  <a:pt x="39345" y="68981"/>
                </a:lnTo>
                <a:lnTo>
                  <a:pt x="39439" y="69201"/>
                </a:lnTo>
                <a:lnTo>
                  <a:pt x="39525" y="69426"/>
                </a:lnTo>
                <a:lnTo>
                  <a:pt x="39603" y="69656"/>
                </a:lnTo>
                <a:lnTo>
                  <a:pt x="39672" y="69891"/>
                </a:lnTo>
                <a:lnTo>
                  <a:pt x="39733" y="70131"/>
                </a:lnTo>
                <a:lnTo>
                  <a:pt x="39787" y="70376"/>
                </a:lnTo>
                <a:lnTo>
                  <a:pt x="39831" y="70626"/>
                </a:lnTo>
                <a:lnTo>
                  <a:pt x="39868" y="70881"/>
                </a:lnTo>
                <a:lnTo>
                  <a:pt x="39897" y="71141"/>
                </a:lnTo>
                <a:lnTo>
                  <a:pt x="39917" y="71406"/>
                </a:lnTo>
                <a:lnTo>
                  <a:pt x="39930" y="71676"/>
                </a:lnTo>
                <a:lnTo>
                  <a:pt x="39934" y="71951"/>
                </a:lnTo>
                <a:lnTo>
                  <a:pt x="39929" y="72245"/>
                </a:lnTo>
                <a:lnTo>
                  <a:pt x="39915" y="72533"/>
                </a:lnTo>
                <a:lnTo>
                  <a:pt x="39892" y="72817"/>
                </a:lnTo>
                <a:lnTo>
                  <a:pt x="39860" y="73095"/>
                </a:lnTo>
                <a:lnTo>
                  <a:pt x="39819" y="73368"/>
                </a:lnTo>
                <a:lnTo>
                  <a:pt x="39769" y="73636"/>
                </a:lnTo>
                <a:lnTo>
                  <a:pt x="39709" y="73899"/>
                </a:lnTo>
                <a:lnTo>
                  <a:pt x="39640" y="74156"/>
                </a:lnTo>
                <a:lnTo>
                  <a:pt x="39563" y="74409"/>
                </a:lnTo>
                <a:lnTo>
                  <a:pt x="39475" y="74656"/>
                </a:lnTo>
                <a:lnTo>
                  <a:pt x="39379" y="74898"/>
                </a:lnTo>
                <a:lnTo>
                  <a:pt x="39274" y="75135"/>
                </a:lnTo>
                <a:lnTo>
                  <a:pt x="39159" y="75366"/>
                </a:lnTo>
                <a:lnTo>
                  <a:pt x="39036" y="75593"/>
                </a:lnTo>
                <a:lnTo>
                  <a:pt x="38903" y="75814"/>
                </a:lnTo>
                <a:lnTo>
                  <a:pt x="38761" y="76030"/>
                </a:lnTo>
                <a:lnTo>
                  <a:pt x="38610" y="76241"/>
                </a:lnTo>
                <a:lnTo>
                  <a:pt x="38449" y="76447"/>
                </a:lnTo>
                <a:lnTo>
                  <a:pt x="38280" y="76648"/>
                </a:lnTo>
                <a:lnTo>
                  <a:pt x="38101" y="76843"/>
                </a:lnTo>
                <a:lnTo>
                  <a:pt x="37913" y="77034"/>
                </a:lnTo>
                <a:lnTo>
                  <a:pt x="37716" y="77219"/>
                </a:lnTo>
                <a:lnTo>
                  <a:pt x="37510" y="77399"/>
                </a:lnTo>
                <a:lnTo>
                  <a:pt x="37295" y="77573"/>
                </a:lnTo>
                <a:lnTo>
                  <a:pt x="37070" y="77742"/>
                </a:lnTo>
                <a:lnTo>
                  <a:pt x="36837" y="77903"/>
                </a:lnTo>
                <a:lnTo>
                  <a:pt x="36594" y="78058"/>
                </a:lnTo>
                <a:lnTo>
                  <a:pt x="36342" y="78205"/>
                </a:lnTo>
                <a:lnTo>
                  <a:pt x="36081" y="78345"/>
                </a:lnTo>
                <a:lnTo>
                  <a:pt x="35810" y="78477"/>
                </a:lnTo>
                <a:lnTo>
                  <a:pt x="35531" y="78603"/>
                </a:lnTo>
                <a:lnTo>
                  <a:pt x="35242" y="78721"/>
                </a:lnTo>
                <a:lnTo>
                  <a:pt x="34944" y="78832"/>
                </a:lnTo>
                <a:lnTo>
                  <a:pt x="34637" y="78936"/>
                </a:lnTo>
                <a:lnTo>
                  <a:pt x="34321" y="79033"/>
                </a:lnTo>
                <a:lnTo>
                  <a:pt x="33996" y="79123"/>
                </a:lnTo>
                <a:lnTo>
                  <a:pt x="33661" y="79205"/>
                </a:lnTo>
                <a:lnTo>
                  <a:pt x="33318" y="79281"/>
                </a:lnTo>
                <a:lnTo>
                  <a:pt x="32965" y="79349"/>
                </a:lnTo>
                <a:lnTo>
                  <a:pt x="32603" y="79410"/>
                </a:lnTo>
                <a:lnTo>
                  <a:pt x="32232" y="79464"/>
                </a:lnTo>
                <a:lnTo>
                  <a:pt x="31851" y="79510"/>
                </a:lnTo>
                <a:lnTo>
                  <a:pt x="31462" y="79550"/>
                </a:lnTo>
                <a:lnTo>
                  <a:pt x="31063" y="79582"/>
                </a:lnTo>
                <a:lnTo>
                  <a:pt x="30655" y="79607"/>
                </a:lnTo>
                <a:lnTo>
                  <a:pt x="30238" y="79625"/>
                </a:lnTo>
                <a:lnTo>
                  <a:pt x="29812" y="79636"/>
                </a:lnTo>
                <a:lnTo>
                  <a:pt x="29377" y="79640"/>
                </a:lnTo>
                <a:lnTo>
                  <a:pt x="24329" y="79640"/>
                </a:lnTo>
                <a:lnTo>
                  <a:pt x="23968" y="79636"/>
                </a:lnTo>
                <a:lnTo>
                  <a:pt x="23613" y="79627"/>
                </a:lnTo>
                <a:lnTo>
                  <a:pt x="23264" y="79611"/>
                </a:lnTo>
                <a:lnTo>
                  <a:pt x="22921" y="79589"/>
                </a:lnTo>
                <a:lnTo>
                  <a:pt x="22583" y="79560"/>
                </a:lnTo>
                <a:lnTo>
                  <a:pt x="22252" y="79525"/>
                </a:lnTo>
                <a:lnTo>
                  <a:pt x="21926" y="79483"/>
                </a:lnTo>
                <a:lnTo>
                  <a:pt x="21606" y="79436"/>
                </a:lnTo>
                <a:lnTo>
                  <a:pt x="21291" y="79381"/>
                </a:lnTo>
                <a:lnTo>
                  <a:pt x="20983" y="79321"/>
                </a:lnTo>
                <a:lnTo>
                  <a:pt x="20680" y="79254"/>
                </a:lnTo>
                <a:lnTo>
                  <a:pt x="20383" y="79181"/>
                </a:lnTo>
                <a:lnTo>
                  <a:pt x="20092" y="79101"/>
                </a:lnTo>
                <a:lnTo>
                  <a:pt x="19806" y="79015"/>
                </a:lnTo>
                <a:lnTo>
                  <a:pt x="19527" y="78923"/>
                </a:lnTo>
                <a:lnTo>
                  <a:pt x="19253" y="78824"/>
                </a:lnTo>
                <a:lnTo>
                  <a:pt x="18985" y="78719"/>
                </a:lnTo>
                <a:lnTo>
                  <a:pt x="18723" y="78607"/>
                </a:lnTo>
                <a:lnTo>
                  <a:pt x="18466" y="78489"/>
                </a:lnTo>
                <a:lnTo>
                  <a:pt x="18215" y="78365"/>
                </a:lnTo>
                <a:lnTo>
                  <a:pt x="17970" y="78235"/>
                </a:lnTo>
                <a:lnTo>
                  <a:pt x="17731" y="78098"/>
                </a:lnTo>
                <a:lnTo>
                  <a:pt x="17498" y="77954"/>
                </a:lnTo>
                <a:lnTo>
                  <a:pt x="17270" y="77804"/>
                </a:lnTo>
                <a:lnTo>
                  <a:pt x="17050" y="77649"/>
                </a:lnTo>
                <a:lnTo>
                  <a:pt x="16838" y="77490"/>
                </a:lnTo>
                <a:lnTo>
                  <a:pt x="16635" y="77327"/>
                </a:lnTo>
                <a:lnTo>
                  <a:pt x="16440" y="77160"/>
                </a:lnTo>
                <a:lnTo>
                  <a:pt x="16254" y="76989"/>
                </a:lnTo>
                <a:lnTo>
                  <a:pt x="16076" y="76814"/>
                </a:lnTo>
                <a:lnTo>
                  <a:pt x="15907" y="76635"/>
                </a:lnTo>
                <a:lnTo>
                  <a:pt x="15747" y="76453"/>
                </a:lnTo>
                <a:lnTo>
                  <a:pt x="15595" y="76266"/>
                </a:lnTo>
                <a:lnTo>
                  <a:pt x="15451" y="76075"/>
                </a:lnTo>
                <a:lnTo>
                  <a:pt x="15317" y="75880"/>
                </a:lnTo>
                <a:lnTo>
                  <a:pt x="15190" y="75681"/>
                </a:lnTo>
                <a:lnTo>
                  <a:pt x="15073" y="75478"/>
                </a:lnTo>
                <a:lnTo>
                  <a:pt x="14964" y="75271"/>
                </a:lnTo>
                <a:lnTo>
                  <a:pt x="14863" y="75060"/>
                </a:lnTo>
                <a:lnTo>
                  <a:pt x="14771" y="74846"/>
                </a:lnTo>
                <a:lnTo>
                  <a:pt x="14688" y="74627"/>
                </a:lnTo>
                <a:lnTo>
                  <a:pt x="14613" y="74404"/>
                </a:lnTo>
                <a:lnTo>
                  <a:pt x="14547" y="74177"/>
                </a:lnTo>
                <a:lnTo>
                  <a:pt x="14489" y="73947"/>
                </a:lnTo>
                <a:lnTo>
                  <a:pt x="14440" y="73712"/>
                </a:lnTo>
                <a:lnTo>
                  <a:pt x="14400" y="73473"/>
                </a:lnTo>
                <a:lnTo>
                  <a:pt x="14368" y="73231"/>
                </a:lnTo>
                <a:lnTo>
                  <a:pt x="14344" y="72984"/>
                </a:lnTo>
                <a:lnTo>
                  <a:pt x="0" y="72984"/>
                </a:lnTo>
                <a:lnTo>
                  <a:pt x="24" y="73440"/>
                </a:lnTo>
                <a:lnTo>
                  <a:pt x="58" y="73892"/>
                </a:lnTo>
                <a:lnTo>
                  <a:pt x="101" y="74338"/>
                </a:lnTo>
                <a:lnTo>
                  <a:pt x="155" y="74780"/>
                </a:lnTo>
                <a:lnTo>
                  <a:pt x="218" y="75216"/>
                </a:lnTo>
                <a:lnTo>
                  <a:pt x="290" y="75648"/>
                </a:lnTo>
                <a:lnTo>
                  <a:pt x="373" y="76074"/>
                </a:lnTo>
                <a:lnTo>
                  <a:pt x="465" y="76496"/>
                </a:lnTo>
                <a:lnTo>
                  <a:pt x="567" y="76913"/>
                </a:lnTo>
                <a:lnTo>
                  <a:pt x="679" y="77324"/>
                </a:lnTo>
                <a:lnTo>
                  <a:pt x="801" y="77731"/>
                </a:lnTo>
                <a:lnTo>
                  <a:pt x="932" y="78133"/>
                </a:lnTo>
                <a:lnTo>
                  <a:pt x="1073" y="78530"/>
                </a:lnTo>
                <a:lnTo>
                  <a:pt x="1224" y="78921"/>
                </a:lnTo>
                <a:lnTo>
                  <a:pt x="1385" y="79308"/>
                </a:lnTo>
                <a:lnTo>
                  <a:pt x="1555" y="79690"/>
                </a:lnTo>
                <a:lnTo>
                  <a:pt x="1735" y="80067"/>
                </a:lnTo>
                <a:lnTo>
                  <a:pt x="1925" y="80439"/>
                </a:lnTo>
                <a:lnTo>
                  <a:pt x="2125" y="80806"/>
                </a:lnTo>
                <a:lnTo>
                  <a:pt x="2334" y="81167"/>
                </a:lnTo>
                <a:lnTo>
                  <a:pt x="2553" y="81524"/>
                </a:lnTo>
                <a:lnTo>
                  <a:pt x="2782" y="81876"/>
                </a:lnTo>
                <a:lnTo>
                  <a:pt x="3021" y="82223"/>
                </a:lnTo>
                <a:lnTo>
                  <a:pt x="3269" y="82565"/>
                </a:lnTo>
                <a:lnTo>
                  <a:pt x="3527" y="82902"/>
                </a:lnTo>
                <a:lnTo>
                  <a:pt x="3792" y="83232"/>
                </a:lnTo>
                <a:lnTo>
                  <a:pt x="4066" y="83556"/>
                </a:lnTo>
                <a:lnTo>
                  <a:pt x="4348" y="83874"/>
                </a:lnTo>
                <a:lnTo>
                  <a:pt x="4639" y="84185"/>
                </a:lnTo>
                <a:lnTo>
                  <a:pt x="4937" y="84491"/>
                </a:lnTo>
                <a:lnTo>
                  <a:pt x="5243" y="84790"/>
                </a:lnTo>
                <a:lnTo>
                  <a:pt x="5558" y="85083"/>
                </a:lnTo>
                <a:lnTo>
                  <a:pt x="5881" y="85370"/>
                </a:lnTo>
                <a:lnTo>
                  <a:pt x="6212" y="85651"/>
                </a:lnTo>
                <a:lnTo>
                  <a:pt x="6551" y="85926"/>
                </a:lnTo>
                <a:lnTo>
                  <a:pt x="6899" y="86194"/>
                </a:lnTo>
                <a:lnTo>
                  <a:pt x="7254" y="86456"/>
                </a:lnTo>
                <a:lnTo>
                  <a:pt x="7618" y="86712"/>
                </a:lnTo>
                <a:lnTo>
                  <a:pt x="7990" y="86962"/>
                </a:lnTo>
                <a:lnTo>
                  <a:pt x="8370" y="87206"/>
                </a:lnTo>
                <a:lnTo>
                  <a:pt x="8758" y="87444"/>
                </a:lnTo>
                <a:lnTo>
                  <a:pt x="9154" y="87675"/>
                </a:lnTo>
                <a:lnTo>
                  <a:pt x="9559" y="87900"/>
                </a:lnTo>
                <a:lnTo>
                  <a:pt x="9971" y="88119"/>
                </a:lnTo>
                <a:lnTo>
                  <a:pt x="10392" y="88332"/>
                </a:lnTo>
                <a:lnTo>
                  <a:pt x="10821" y="88539"/>
                </a:lnTo>
                <a:lnTo>
                  <a:pt x="11258" y="88740"/>
                </a:lnTo>
                <a:lnTo>
                  <a:pt x="11704" y="88934"/>
                </a:lnTo>
                <a:lnTo>
                  <a:pt x="12157" y="89121"/>
                </a:lnTo>
                <a:lnTo>
                  <a:pt x="12616" y="89301"/>
                </a:lnTo>
                <a:lnTo>
                  <a:pt x="13081" y="89472"/>
                </a:lnTo>
                <a:lnTo>
                  <a:pt x="13553" y="89635"/>
                </a:lnTo>
                <a:lnTo>
                  <a:pt x="14031" y="89791"/>
                </a:lnTo>
                <a:lnTo>
                  <a:pt x="14516" y="89938"/>
                </a:lnTo>
                <a:lnTo>
                  <a:pt x="15007" y="90078"/>
                </a:lnTo>
                <a:lnTo>
                  <a:pt x="15504" y="90209"/>
                </a:lnTo>
                <a:lnTo>
                  <a:pt x="16008" y="90333"/>
                </a:lnTo>
                <a:lnTo>
                  <a:pt x="16518" y="90448"/>
                </a:lnTo>
                <a:lnTo>
                  <a:pt x="17035" y="90556"/>
                </a:lnTo>
                <a:lnTo>
                  <a:pt x="17557" y="90656"/>
                </a:lnTo>
                <a:lnTo>
                  <a:pt x="18087" y="90747"/>
                </a:lnTo>
                <a:lnTo>
                  <a:pt x="18622" y="90831"/>
                </a:lnTo>
                <a:lnTo>
                  <a:pt x="19164" y="90907"/>
                </a:lnTo>
                <a:lnTo>
                  <a:pt x="19713" y="90974"/>
                </a:lnTo>
                <a:lnTo>
                  <a:pt x="20267" y="91034"/>
                </a:lnTo>
                <a:lnTo>
                  <a:pt x="20828" y="91086"/>
                </a:lnTo>
                <a:lnTo>
                  <a:pt x="21396" y="91130"/>
                </a:lnTo>
                <a:lnTo>
                  <a:pt x="21970" y="91166"/>
                </a:lnTo>
                <a:lnTo>
                  <a:pt x="22550" y="91194"/>
                </a:lnTo>
                <a:lnTo>
                  <a:pt x="23136" y="91214"/>
                </a:lnTo>
                <a:lnTo>
                  <a:pt x="23729" y="91226"/>
                </a:lnTo>
                <a:lnTo>
                  <a:pt x="24329" y="91229"/>
                </a:lnTo>
                <a:lnTo>
                  <a:pt x="29377" y="91229"/>
                </a:lnTo>
                <a:lnTo>
                  <a:pt x="30380" y="91221"/>
                </a:lnTo>
                <a:lnTo>
                  <a:pt x="31363" y="91194"/>
                </a:lnTo>
                <a:lnTo>
                  <a:pt x="32325" y="91150"/>
                </a:lnTo>
                <a:close/>
                <a:moveTo>
                  <a:pt x="190262" y="47393"/>
                </a:moveTo>
                <a:lnTo>
                  <a:pt x="190250" y="46578"/>
                </a:lnTo>
                <a:lnTo>
                  <a:pt x="190215" y="45776"/>
                </a:lnTo>
                <a:lnTo>
                  <a:pt x="190157" y="44989"/>
                </a:lnTo>
                <a:lnTo>
                  <a:pt x="190075" y="44217"/>
                </a:lnTo>
                <a:lnTo>
                  <a:pt x="189970" y="43458"/>
                </a:lnTo>
                <a:lnTo>
                  <a:pt x="189842" y="42713"/>
                </a:lnTo>
                <a:lnTo>
                  <a:pt x="189691" y="41983"/>
                </a:lnTo>
                <a:lnTo>
                  <a:pt x="189516" y="41266"/>
                </a:lnTo>
                <a:lnTo>
                  <a:pt x="189318" y="40564"/>
                </a:lnTo>
                <a:lnTo>
                  <a:pt x="189096" y="39876"/>
                </a:lnTo>
                <a:lnTo>
                  <a:pt x="188852" y="39203"/>
                </a:lnTo>
                <a:lnTo>
                  <a:pt x="188583" y="38543"/>
                </a:lnTo>
                <a:lnTo>
                  <a:pt x="188292" y="37897"/>
                </a:lnTo>
                <a:lnTo>
                  <a:pt x="187977" y="37266"/>
                </a:lnTo>
                <a:lnTo>
                  <a:pt x="187639" y="36649"/>
                </a:lnTo>
                <a:lnTo>
                  <a:pt x="187278" y="36046"/>
                </a:lnTo>
                <a:lnTo>
                  <a:pt x="186893" y="35457"/>
                </a:lnTo>
                <a:lnTo>
                  <a:pt x="186486" y="34882"/>
                </a:lnTo>
                <a:lnTo>
                  <a:pt x="186054" y="34321"/>
                </a:lnTo>
                <a:lnTo>
                  <a:pt x="185600" y="33775"/>
                </a:lnTo>
                <a:lnTo>
                  <a:pt x="185122" y="33242"/>
                </a:lnTo>
                <a:lnTo>
                  <a:pt x="184621" y="32724"/>
                </a:lnTo>
                <a:lnTo>
                  <a:pt x="184096" y="32220"/>
                </a:lnTo>
                <a:lnTo>
                  <a:pt x="183548" y="31730"/>
                </a:lnTo>
                <a:lnTo>
                  <a:pt x="182981" y="31257"/>
                </a:lnTo>
                <a:lnTo>
                  <a:pt x="182396" y="30804"/>
                </a:lnTo>
                <a:lnTo>
                  <a:pt x="181794" y="30372"/>
                </a:lnTo>
                <a:lnTo>
                  <a:pt x="181176" y="29959"/>
                </a:lnTo>
                <a:lnTo>
                  <a:pt x="180540" y="29567"/>
                </a:lnTo>
                <a:lnTo>
                  <a:pt x="179888" y="29194"/>
                </a:lnTo>
                <a:lnTo>
                  <a:pt x="179218" y="28842"/>
                </a:lnTo>
                <a:lnTo>
                  <a:pt x="178532" y="28510"/>
                </a:lnTo>
                <a:lnTo>
                  <a:pt x="177829" y="28198"/>
                </a:lnTo>
                <a:lnTo>
                  <a:pt x="177109" y="27906"/>
                </a:lnTo>
                <a:lnTo>
                  <a:pt x="176371" y="27635"/>
                </a:lnTo>
                <a:lnTo>
                  <a:pt x="175617" y="27383"/>
                </a:lnTo>
                <a:lnTo>
                  <a:pt x="174846" y="27152"/>
                </a:lnTo>
                <a:lnTo>
                  <a:pt x="174058" y="26940"/>
                </a:lnTo>
                <a:lnTo>
                  <a:pt x="173253" y="26749"/>
                </a:lnTo>
                <a:lnTo>
                  <a:pt x="172431" y="26578"/>
                </a:lnTo>
                <a:lnTo>
                  <a:pt x="171593" y="26427"/>
                </a:lnTo>
                <a:lnTo>
                  <a:pt x="170737" y="26296"/>
                </a:lnTo>
                <a:lnTo>
                  <a:pt x="169864" y="26186"/>
                </a:lnTo>
                <a:lnTo>
                  <a:pt x="168975" y="26095"/>
                </a:lnTo>
                <a:lnTo>
                  <a:pt x="168068" y="26025"/>
                </a:lnTo>
                <a:lnTo>
                  <a:pt x="167145" y="25974"/>
                </a:lnTo>
                <a:lnTo>
                  <a:pt x="166204" y="25944"/>
                </a:lnTo>
                <a:lnTo>
                  <a:pt x="165247" y="25934"/>
                </a:lnTo>
                <a:lnTo>
                  <a:pt x="164345" y="25943"/>
                </a:lnTo>
                <a:lnTo>
                  <a:pt x="163457" y="25971"/>
                </a:lnTo>
                <a:lnTo>
                  <a:pt x="162582" y="26017"/>
                </a:lnTo>
                <a:lnTo>
                  <a:pt x="161721" y="26081"/>
                </a:lnTo>
                <a:lnTo>
                  <a:pt x="160874" y="26163"/>
                </a:lnTo>
                <a:lnTo>
                  <a:pt x="160040" y="26264"/>
                </a:lnTo>
                <a:lnTo>
                  <a:pt x="159219" y="26383"/>
                </a:lnTo>
                <a:lnTo>
                  <a:pt x="158412" y="26521"/>
                </a:lnTo>
                <a:lnTo>
                  <a:pt x="157619" y="26677"/>
                </a:lnTo>
                <a:lnTo>
                  <a:pt x="156839" y="26851"/>
                </a:lnTo>
                <a:lnTo>
                  <a:pt x="156073" y="27043"/>
                </a:lnTo>
                <a:lnTo>
                  <a:pt x="155320" y="27254"/>
                </a:lnTo>
                <a:lnTo>
                  <a:pt x="154581" y="27483"/>
                </a:lnTo>
                <a:lnTo>
                  <a:pt x="153856" y="27731"/>
                </a:lnTo>
                <a:lnTo>
                  <a:pt x="153144" y="27996"/>
                </a:lnTo>
                <a:lnTo>
                  <a:pt x="152445" y="28281"/>
                </a:lnTo>
                <a:lnTo>
                  <a:pt x="151760" y="28583"/>
                </a:lnTo>
                <a:lnTo>
                  <a:pt x="151089" y="28904"/>
                </a:lnTo>
                <a:lnTo>
                  <a:pt x="150431" y="29243"/>
                </a:lnTo>
                <a:lnTo>
                  <a:pt x="149786" y="29600"/>
                </a:lnTo>
                <a:lnTo>
                  <a:pt x="149156" y="29976"/>
                </a:lnTo>
                <a:lnTo>
                  <a:pt x="148538" y="30370"/>
                </a:lnTo>
                <a:lnTo>
                  <a:pt x="147935" y="30783"/>
                </a:lnTo>
                <a:lnTo>
                  <a:pt x="147345" y="31214"/>
                </a:lnTo>
                <a:lnTo>
                  <a:pt x="146772" y="31660"/>
                </a:lnTo>
                <a:lnTo>
                  <a:pt x="146219" y="32119"/>
                </a:lnTo>
                <a:lnTo>
                  <a:pt x="145688" y="32590"/>
                </a:lnTo>
                <a:lnTo>
                  <a:pt x="145177" y="33075"/>
                </a:lnTo>
                <a:lnTo>
                  <a:pt x="144687" y="33572"/>
                </a:lnTo>
                <a:lnTo>
                  <a:pt x="144217" y="34082"/>
                </a:lnTo>
                <a:lnTo>
                  <a:pt x="143769" y="34605"/>
                </a:lnTo>
                <a:lnTo>
                  <a:pt x="143341" y="35140"/>
                </a:lnTo>
                <a:lnTo>
                  <a:pt x="142933" y="35688"/>
                </a:lnTo>
                <a:lnTo>
                  <a:pt x="142547" y="36249"/>
                </a:lnTo>
                <a:lnTo>
                  <a:pt x="142181" y="36823"/>
                </a:lnTo>
                <a:lnTo>
                  <a:pt x="141836" y="37410"/>
                </a:lnTo>
                <a:lnTo>
                  <a:pt x="141511" y="38009"/>
                </a:lnTo>
                <a:lnTo>
                  <a:pt x="141208" y="38621"/>
                </a:lnTo>
                <a:lnTo>
                  <a:pt x="140925" y="39245"/>
                </a:lnTo>
                <a:lnTo>
                  <a:pt x="140663" y="39883"/>
                </a:lnTo>
                <a:lnTo>
                  <a:pt x="140421" y="40533"/>
                </a:lnTo>
                <a:lnTo>
                  <a:pt x="140200" y="41196"/>
                </a:lnTo>
                <a:lnTo>
                  <a:pt x="140000" y="41872"/>
                </a:lnTo>
                <a:lnTo>
                  <a:pt x="139821" y="42561"/>
                </a:lnTo>
                <a:lnTo>
                  <a:pt x="139662" y="43262"/>
                </a:lnTo>
                <a:lnTo>
                  <a:pt x="139525" y="43976"/>
                </a:lnTo>
                <a:lnTo>
                  <a:pt x="139407" y="44703"/>
                </a:lnTo>
                <a:lnTo>
                  <a:pt x="139311" y="45442"/>
                </a:lnTo>
                <a:lnTo>
                  <a:pt x="153312" y="45442"/>
                </a:lnTo>
                <a:lnTo>
                  <a:pt x="153364" y="45148"/>
                </a:lnTo>
                <a:lnTo>
                  <a:pt x="153425" y="44860"/>
                </a:lnTo>
                <a:lnTo>
                  <a:pt x="153495" y="44576"/>
                </a:lnTo>
                <a:lnTo>
                  <a:pt x="153573" y="44298"/>
                </a:lnTo>
                <a:lnTo>
                  <a:pt x="153660" y="44025"/>
                </a:lnTo>
                <a:lnTo>
                  <a:pt x="153756" y="43757"/>
                </a:lnTo>
                <a:lnTo>
                  <a:pt x="153861" y="43494"/>
                </a:lnTo>
                <a:lnTo>
                  <a:pt x="153974" y="43236"/>
                </a:lnTo>
                <a:lnTo>
                  <a:pt x="154096" y="42984"/>
                </a:lnTo>
                <a:lnTo>
                  <a:pt x="154227" y="42737"/>
                </a:lnTo>
                <a:lnTo>
                  <a:pt x="154367" y="42494"/>
                </a:lnTo>
                <a:lnTo>
                  <a:pt x="154516" y="42258"/>
                </a:lnTo>
                <a:lnTo>
                  <a:pt x="154673" y="42026"/>
                </a:lnTo>
                <a:lnTo>
                  <a:pt x="154839" y="41799"/>
                </a:lnTo>
                <a:lnTo>
                  <a:pt x="155014" y="41578"/>
                </a:lnTo>
                <a:lnTo>
                  <a:pt x="155198" y="41362"/>
                </a:lnTo>
                <a:lnTo>
                  <a:pt x="155390" y="41151"/>
                </a:lnTo>
                <a:lnTo>
                  <a:pt x="155591" y="40945"/>
                </a:lnTo>
                <a:lnTo>
                  <a:pt x="155801" y="40745"/>
                </a:lnTo>
                <a:lnTo>
                  <a:pt x="156020" y="40549"/>
                </a:lnTo>
                <a:lnTo>
                  <a:pt x="156247" y="40359"/>
                </a:lnTo>
                <a:lnTo>
                  <a:pt x="156483" y="40174"/>
                </a:lnTo>
                <a:lnTo>
                  <a:pt x="156728" y="39994"/>
                </a:lnTo>
                <a:lnTo>
                  <a:pt x="156982" y="39820"/>
                </a:lnTo>
                <a:lnTo>
                  <a:pt x="157243" y="39651"/>
                </a:lnTo>
                <a:lnTo>
                  <a:pt x="157510" y="39490"/>
                </a:lnTo>
                <a:lnTo>
                  <a:pt x="157782" y="39336"/>
                </a:lnTo>
                <a:lnTo>
                  <a:pt x="158060" y="39188"/>
                </a:lnTo>
                <a:lnTo>
                  <a:pt x="158343" y="39049"/>
                </a:lnTo>
                <a:lnTo>
                  <a:pt x="158632" y="38916"/>
                </a:lnTo>
                <a:lnTo>
                  <a:pt x="158927" y="38790"/>
                </a:lnTo>
                <a:lnTo>
                  <a:pt x="159227" y="38672"/>
                </a:lnTo>
                <a:lnTo>
                  <a:pt x="159532" y="38561"/>
                </a:lnTo>
                <a:lnTo>
                  <a:pt x="159844" y="38457"/>
                </a:lnTo>
                <a:lnTo>
                  <a:pt x="160160" y="38360"/>
                </a:lnTo>
                <a:lnTo>
                  <a:pt x="160483" y="38270"/>
                </a:lnTo>
                <a:lnTo>
                  <a:pt x="160811" y="38188"/>
                </a:lnTo>
                <a:lnTo>
                  <a:pt x="161144" y="38112"/>
                </a:lnTo>
                <a:lnTo>
                  <a:pt x="161483" y="38044"/>
                </a:lnTo>
                <a:lnTo>
                  <a:pt x="161828" y="37983"/>
                </a:lnTo>
                <a:lnTo>
                  <a:pt x="162178" y="37929"/>
                </a:lnTo>
                <a:lnTo>
                  <a:pt x="162534" y="37883"/>
                </a:lnTo>
                <a:lnTo>
                  <a:pt x="162896" y="37843"/>
                </a:lnTo>
                <a:lnTo>
                  <a:pt x="163263" y="37811"/>
                </a:lnTo>
                <a:lnTo>
                  <a:pt x="163635" y="37786"/>
                </a:lnTo>
                <a:lnTo>
                  <a:pt x="164013" y="37768"/>
                </a:lnTo>
                <a:lnTo>
                  <a:pt x="164397" y="37757"/>
                </a:lnTo>
                <a:lnTo>
                  <a:pt x="164786" y="37754"/>
                </a:lnTo>
                <a:lnTo>
                  <a:pt x="165213" y="37758"/>
                </a:lnTo>
                <a:lnTo>
                  <a:pt x="165632" y="37772"/>
                </a:lnTo>
                <a:lnTo>
                  <a:pt x="166044" y="37794"/>
                </a:lnTo>
                <a:lnTo>
                  <a:pt x="166448" y="37825"/>
                </a:lnTo>
                <a:lnTo>
                  <a:pt x="166844" y="37866"/>
                </a:lnTo>
                <a:lnTo>
                  <a:pt x="167233" y="37915"/>
                </a:lnTo>
                <a:lnTo>
                  <a:pt x="167614" y="37973"/>
                </a:lnTo>
                <a:lnTo>
                  <a:pt x="167987" y="38041"/>
                </a:lnTo>
                <a:lnTo>
                  <a:pt x="168353" y="38117"/>
                </a:lnTo>
                <a:lnTo>
                  <a:pt x="168712" y="38202"/>
                </a:lnTo>
                <a:lnTo>
                  <a:pt x="169063" y="38296"/>
                </a:lnTo>
                <a:lnTo>
                  <a:pt x="169406" y="38399"/>
                </a:lnTo>
                <a:lnTo>
                  <a:pt x="169742" y="38511"/>
                </a:lnTo>
                <a:lnTo>
                  <a:pt x="170070" y="38632"/>
                </a:lnTo>
                <a:lnTo>
                  <a:pt x="170390" y="38762"/>
                </a:lnTo>
                <a:lnTo>
                  <a:pt x="170703" y="38901"/>
                </a:lnTo>
                <a:lnTo>
                  <a:pt x="171009" y="39049"/>
                </a:lnTo>
                <a:lnTo>
                  <a:pt x="171306" y="39206"/>
                </a:lnTo>
                <a:lnTo>
                  <a:pt x="171597" y="39372"/>
                </a:lnTo>
                <a:lnTo>
                  <a:pt x="171879" y="39547"/>
                </a:lnTo>
                <a:lnTo>
                  <a:pt x="172154" y="39731"/>
                </a:lnTo>
                <a:lnTo>
                  <a:pt x="172422" y="39924"/>
                </a:lnTo>
                <a:lnTo>
                  <a:pt x="172682" y="40126"/>
                </a:lnTo>
                <a:lnTo>
                  <a:pt x="172934" y="40336"/>
                </a:lnTo>
                <a:lnTo>
                  <a:pt x="173177" y="40555"/>
                </a:lnTo>
                <a:lnTo>
                  <a:pt x="173410" y="40780"/>
                </a:lnTo>
                <a:lnTo>
                  <a:pt x="173633" y="41013"/>
                </a:lnTo>
                <a:lnTo>
                  <a:pt x="173846" y="41252"/>
                </a:lnTo>
                <a:lnTo>
                  <a:pt x="174048" y="41499"/>
                </a:lnTo>
                <a:lnTo>
                  <a:pt x="174239" y="41752"/>
                </a:lnTo>
                <a:lnTo>
                  <a:pt x="174421" y="42013"/>
                </a:lnTo>
                <a:lnTo>
                  <a:pt x="174591" y="42280"/>
                </a:lnTo>
                <a:lnTo>
                  <a:pt x="174752" y="42555"/>
                </a:lnTo>
                <a:lnTo>
                  <a:pt x="174902" y="42836"/>
                </a:lnTo>
                <a:lnTo>
                  <a:pt x="175042" y="43125"/>
                </a:lnTo>
                <a:lnTo>
                  <a:pt x="175172" y="43420"/>
                </a:lnTo>
                <a:lnTo>
                  <a:pt x="175291" y="43722"/>
                </a:lnTo>
                <a:lnTo>
                  <a:pt x="175400" y="44031"/>
                </a:lnTo>
                <a:lnTo>
                  <a:pt x="175498" y="44348"/>
                </a:lnTo>
                <a:lnTo>
                  <a:pt x="175586" y="44671"/>
                </a:lnTo>
                <a:lnTo>
                  <a:pt x="175664" y="45001"/>
                </a:lnTo>
                <a:lnTo>
                  <a:pt x="175731" y="45339"/>
                </a:lnTo>
                <a:lnTo>
                  <a:pt x="175788" y="45683"/>
                </a:lnTo>
                <a:lnTo>
                  <a:pt x="175835" y="46034"/>
                </a:lnTo>
                <a:lnTo>
                  <a:pt x="175871" y="46392"/>
                </a:lnTo>
                <a:lnTo>
                  <a:pt x="175897" y="46757"/>
                </a:lnTo>
                <a:lnTo>
                  <a:pt x="175912" y="47129"/>
                </a:lnTo>
                <a:lnTo>
                  <a:pt x="175918" y="47508"/>
                </a:lnTo>
                <a:lnTo>
                  <a:pt x="175918" y="52902"/>
                </a:lnTo>
                <a:lnTo>
                  <a:pt x="160197" y="52902"/>
                </a:lnTo>
                <a:lnTo>
                  <a:pt x="159259" y="52910"/>
                </a:lnTo>
                <a:lnTo>
                  <a:pt x="158339" y="52937"/>
                </a:lnTo>
                <a:lnTo>
                  <a:pt x="157438" y="52980"/>
                </a:lnTo>
                <a:lnTo>
                  <a:pt x="156554" y="53042"/>
                </a:lnTo>
                <a:lnTo>
                  <a:pt x="155688" y="53121"/>
                </a:lnTo>
                <a:lnTo>
                  <a:pt x="154839" y="53217"/>
                </a:lnTo>
                <a:lnTo>
                  <a:pt x="154009" y="53331"/>
                </a:lnTo>
                <a:lnTo>
                  <a:pt x="153197" y="53463"/>
                </a:lnTo>
                <a:lnTo>
                  <a:pt x="152403" y="53612"/>
                </a:lnTo>
                <a:lnTo>
                  <a:pt x="151626" y="53778"/>
                </a:lnTo>
                <a:lnTo>
                  <a:pt x="150868" y="53962"/>
                </a:lnTo>
                <a:lnTo>
                  <a:pt x="150127" y="54164"/>
                </a:lnTo>
                <a:lnTo>
                  <a:pt x="149405" y="54383"/>
                </a:lnTo>
                <a:lnTo>
                  <a:pt x="148700" y="54620"/>
                </a:lnTo>
                <a:lnTo>
                  <a:pt x="148013" y="54874"/>
                </a:lnTo>
                <a:lnTo>
                  <a:pt x="147345" y="55146"/>
                </a:lnTo>
                <a:lnTo>
                  <a:pt x="146694" y="55435"/>
                </a:lnTo>
                <a:lnTo>
                  <a:pt x="146061" y="55742"/>
                </a:lnTo>
                <a:lnTo>
                  <a:pt x="145446" y="56067"/>
                </a:lnTo>
                <a:lnTo>
                  <a:pt x="144849" y="56408"/>
                </a:lnTo>
                <a:lnTo>
                  <a:pt x="144269" y="56768"/>
                </a:lnTo>
                <a:lnTo>
                  <a:pt x="143708" y="57145"/>
                </a:lnTo>
                <a:lnTo>
                  <a:pt x="143165" y="57539"/>
                </a:lnTo>
                <a:lnTo>
                  <a:pt x="142640" y="57952"/>
                </a:lnTo>
                <a:lnTo>
                  <a:pt x="142134" y="58380"/>
                </a:lnTo>
                <a:lnTo>
                  <a:pt x="141650" y="58822"/>
                </a:lnTo>
                <a:lnTo>
                  <a:pt x="141187" y="59280"/>
                </a:lnTo>
                <a:lnTo>
                  <a:pt x="140746" y="59752"/>
                </a:lnTo>
                <a:lnTo>
                  <a:pt x="140327" y="60239"/>
                </a:lnTo>
                <a:lnTo>
                  <a:pt x="139928" y="60741"/>
                </a:lnTo>
                <a:lnTo>
                  <a:pt x="139552" y="61257"/>
                </a:lnTo>
                <a:lnTo>
                  <a:pt x="139197" y="61789"/>
                </a:lnTo>
                <a:lnTo>
                  <a:pt x="138863" y="62335"/>
                </a:lnTo>
                <a:lnTo>
                  <a:pt x="138551" y="62895"/>
                </a:lnTo>
                <a:lnTo>
                  <a:pt x="138261" y="63471"/>
                </a:lnTo>
                <a:lnTo>
                  <a:pt x="137992" y="64061"/>
                </a:lnTo>
                <a:lnTo>
                  <a:pt x="137744" y="64666"/>
                </a:lnTo>
                <a:lnTo>
                  <a:pt x="137519" y="65286"/>
                </a:lnTo>
                <a:lnTo>
                  <a:pt x="137314" y="65920"/>
                </a:lnTo>
                <a:lnTo>
                  <a:pt x="137131" y="66570"/>
                </a:lnTo>
                <a:lnTo>
                  <a:pt x="136970" y="67234"/>
                </a:lnTo>
                <a:lnTo>
                  <a:pt x="136830" y="67912"/>
                </a:lnTo>
                <a:lnTo>
                  <a:pt x="136712" y="68606"/>
                </a:lnTo>
                <a:lnTo>
                  <a:pt x="136615" y="69314"/>
                </a:lnTo>
                <a:lnTo>
                  <a:pt x="136540" y="70037"/>
                </a:lnTo>
                <a:lnTo>
                  <a:pt x="136486" y="70774"/>
                </a:lnTo>
                <a:lnTo>
                  <a:pt x="136453" y="71527"/>
                </a:lnTo>
                <a:lnTo>
                  <a:pt x="136443" y="72294"/>
                </a:lnTo>
                <a:lnTo>
                  <a:pt x="136452" y="73015"/>
                </a:lnTo>
                <a:lnTo>
                  <a:pt x="136482" y="73723"/>
                </a:lnTo>
                <a:lnTo>
                  <a:pt x="136531" y="74419"/>
                </a:lnTo>
                <a:lnTo>
                  <a:pt x="136599" y="75102"/>
                </a:lnTo>
                <a:lnTo>
                  <a:pt x="136687" y="75774"/>
                </a:lnTo>
                <a:lnTo>
                  <a:pt x="136794" y="76433"/>
                </a:lnTo>
                <a:lnTo>
                  <a:pt x="136921" y="77079"/>
                </a:lnTo>
                <a:lnTo>
                  <a:pt x="137067" y="77713"/>
                </a:lnTo>
                <a:lnTo>
                  <a:pt x="137233" y="78335"/>
                </a:lnTo>
                <a:lnTo>
                  <a:pt x="137419" y="78944"/>
                </a:lnTo>
                <a:lnTo>
                  <a:pt x="137624" y="79542"/>
                </a:lnTo>
                <a:lnTo>
                  <a:pt x="137848" y="80126"/>
                </a:lnTo>
                <a:lnTo>
                  <a:pt x="138092" y="80699"/>
                </a:lnTo>
                <a:lnTo>
                  <a:pt x="138356" y="81259"/>
                </a:lnTo>
                <a:lnTo>
                  <a:pt x="138639" y="81806"/>
                </a:lnTo>
                <a:lnTo>
                  <a:pt x="138942" y="82342"/>
                </a:lnTo>
                <a:lnTo>
                  <a:pt x="139264" y="82865"/>
                </a:lnTo>
                <a:lnTo>
                  <a:pt x="139605" y="83375"/>
                </a:lnTo>
                <a:lnTo>
                  <a:pt x="139967" y="83874"/>
                </a:lnTo>
                <a:lnTo>
                  <a:pt x="140347" y="84359"/>
                </a:lnTo>
                <a:lnTo>
                  <a:pt x="140747" y="84833"/>
                </a:lnTo>
                <a:lnTo>
                  <a:pt x="141167" y="85294"/>
                </a:lnTo>
                <a:lnTo>
                  <a:pt x="141606" y="85743"/>
                </a:lnTo>
                <a:lnTo>
                  <a:pt x="142065" y="86180"/>
                </a:lnTo>
                <a:lnTo>
                  <a:pt x="142541" y="86601"/>
                </a:lnTo>
                <a:lnTo>
                  <a:pt x="143031" y="87004"/>
                </a:lnTo>
                <a:lnTo>
                  <a:pt x="143536" y="87390"/>
                </a:lnTo>
                <a:lnTo>
                  <a:pt x="144055" y="87757"/>
                </a:lnTo>
                <a:lnTo>
                  <a:pt x="144588" y="88107"/>
                </a:lnTo>
                <a:lnTo>
                  <a:pt x="145135" y="88439"/>
                </a:lnTo>
                <a:lnTo>
                  <a:pt x="145697" y="88752"/>
                </a:lnTo>
                <a:lnTo>
                  <a:pt x="146273" y="89048"/>
                </a:lnTo>
                <a:lnTo>
                  <a:pt x="146864" y="89326"/>
                </a:lnTo>
                <a:lnTo>
                  <a:pt x="147469" y="89586"/>
                </a:lnTo>
                <a:lnTo>
                  <a:pt x="148088" y="89828"/>
                </a:lnTo>
                <a:lnTo>
                  <a:pt x="148722" y="90052"/>
                </a:lnTo>
                <a:lnTo>
                  <a:pt x="149370" y="90259"/>
                </a:lnTo>
                <a:lnTo>
                  <a:pt x="150032" y="90447"/>
                </a:lnTo>
                <a:lnTo>
                  <a:pt x="150708" y="90617"/>
                </a:lnTo>
                <a:lnTo>
                  <a:pt x="151399" y="90770"/>
                </a:lnTo>
                <a:lnTo>
                  <a:pt x="152105" y="90904"/>
                </a:lnTo>
                <a:lnTo>
                  <a:pt x="152824" y="91021"/>
                </a:lnTo>
                <a:lnTo>
                  <a:pt x="153558" y="91119"/>
                </a:lnTo>
                <a:lnTo>
                  <a:pt x="154306" y="91200"/>
                </a:lnTo>
                <a:lnTo>
                  <a:pt x="155069" y="91263"/>
                </a:lnTo>
                <a:lnTo>
                  <a:pt x="155846" y="91307"/>
                </a:lnTo>
                <a:lnTo>
                  <a:pt x="156637" y="91334"/>
                </a:lnTo>
                <a:lnTo>
                  <a:pt x="157443" y="91343"/>
                </a:lnTo>
                <a:lnTo>
                  <a:pt x="158154" y="91336"/>
                </a:lnTo>
                <a:lnTo>
                  <a:pt x="158853" y="91315"/>
                </a:lnTo>
                <a:lnTo>
                  <a:pt x="159540" y="91279"/>
                </a:lnTo>
                <a:lnTo>
                  <a:pt x="160216" y="91229"/>
                </a:lnTo>
                <a:lnTo>
                  <a:pt x="160879" y="91164"/>
                </a:lnTo>
                <a:lnTo>
                  <a:pt x="161531" y="91085"/>
                </a:lnTo>
                <a:lnTo>
                  <a:pt x="162170" y="90992"/>
                </a:lnTo>
                <a:lnTo>
                  <a:pt x="162798" y="90884"/>
                </a:lnTo>
                <a:lnTo>
                  <a:pt x="163413" y="90762"/>
                </a:lnTo>
                <a:lnTo>
                  <a:pt x="164017" y="90626"/>
                </a:lnTo>
                <a:lnTo>
                  <a:pt x="164608" y="90476"/>
                </a:lnTo>
                <a:lnTo>
                  <a:pt x="165188" y="90311"/>
                </a:lnTo>
                <a:lnTo>
                  <a:pt x="165756" y="90131"/>
                </a:lnTo>
                <a:lnTo>
                  <a:pt x="166312" y="89938"/>
                </a:lnTo>
                <a:lnTo>
                  <a:pt x="166856" y="89730"/>
                </a:lnTo>
                <a:lnTo>
                  <a:pt x="167388" y="89507"/>
                </a:lnTo>
                <a:lnTo>
                  <a:pt x="167908" y="89271"/>
                </a:lnTo>
                <a:lnTo>
                  <a:pt x="168416" y="89020"/>
                </a:lnTo>
                <a:lnTo>
                  <a:pt x="168912" y="88754"/>
                </a:lnTo>
                <a:lnTo>
                  <a:pt x="169396" y="88475"/>
                </a:lnTo>
                <a:lnTo>
                  <a:pt x="169868" y="88181"/>
                </a:lnTo>
                <a:lnTo>
                  <a:pt x="170328" y="87872"/>
                </a:lnTo>
                <a:lnTo>
                  <a:pt x="170776" y="87550"/>
                </a:lnTo>
                <a:lnTo>
                  <a:pt x="171213" y="87213"/>
                </a:lnTo>
                <a:lnTo>
                  <a:pt x="171634" y="86863"/>
                </a:lnTo>
                <a:lnTo>
                  <a:pt x="172038" y="86504"/>
                </a:lnTo>
                <a:lnTo>
                  <a:pt x="172423" y="86135"/>
                </a:lnTo>
                <a:lnTo>
                  <a:pt x="172791" y="85756"/>
                </a:lnTo>
                <a:lnTo>
                  <a:pt x="173141" y="85367"/>
                </a:lnTo>
                <a:lnTo>
                  <a:pt x="173472" y="84968"/>
                </a:lnTo>
                <a:lnTo>
                  <a:pt x="173786" y="84559"/>
                </a:lnTo>
                <a:lnTo>
                  <a:pt x="174082" y="84140"/>
                </a:lnTo>
                <a:lnTo>
                  <a:pt x="174360" y="83711"/>
                </a:lnTo>
                <a:lnTo>
                  <a:pt x="174620" y="83272"/>
                </a:lnTo>
                <a:lnTo>
                  <a:pt x="174862" y="82823"/>
                </a:lnTo>
                <a:lnTo>
                  <a:pt x="175087" y="82365"/>
                </a:lnTo>
                <a:lnTo>
                  <a:pt x="175293" y="81896"/>
                </a:lnTo>
                <a:lnTo>
                  <a:pt x="175481" y="81417"/>
                </a:lnTo>
                <a:lnTo>
                  <a:pt x="175652" y="80928"/>
                </a:lnTo>
                <a:lnTo>
                  <a:pt x="175804" y="80430"/>
                </a:lnTo>
                <a:lnTo>
                  <a:pt x="175939" y="79921"/>
                </a:lnTo>
                <a:lnTo>
                  <a:pt x="176055" y="79402"/>
                </a:lnTo>
                <a:lnTo>
                  <a:pt x="176097" y="79181"/>
                </a:lnTo>
                <a:lnTo>
                  <a:pt x="176378" y="79181"/>
                </a:lnTo>
                <a:lnTo>
                  <a:pt x="176378" y="90196"/>
                </a:lnTo>
                <a:lnTo>
                  <a:pt x="190262" y="90196"/>
                </a:lnTo>
                <a:lnTo>
                  <a:pt x="190262" y="47393"/>
                </a:lnTo>
                <a:close/>
                <a:moveTo>
                  <a:pt x="160450" y="80485"/>
                </a:moveTo>
                <a:lnTo>
                  <a:pt x="160045" y="80445"/>
                </a:lnTo>
                <a:lnTo>
                  <a:pt x="159648" y="80396"/>
                </a:lnTo>
                <a:lnTo>
                  <a:pt x="159258" y="80338"/>
                </a:lnTo>
                <a:lnTo>
                  <a:pt x="158877" y="80270"/>
                </a:lnTo>
                <a:lnTo>
                  <a:pt x="158503" y="80194"/>
                </a:lnTo>
                <a:lnTo>
                  <a:pt x="158137" y="80109"/>
                </a:lnTo>
                <a:lnTo>
                  <a:pt x="157778" y="80015"/>
                </a:lnTo>
                <a:lnTo>
                  <a:pt x="157428" y="79912"/>
                </a:lnTo>
                <a:lnTo>
                  <a:pt x="157085" y="79800"/>
                </a:lnTo>
                <a:lnTo>
                  <a:pt x="156750" y="79679"/>
                </a:lnTo>
                <a:lnTo>
                  <a:pt x="156423" y="79549"/>
                </a:lnTo>
                <a:lnTo>
                  <a:pt x="156103" y="79410"/>
                </a:lnTo>
                <a:lnTo>
                  <a:pt x="155791" y="79262"/>
                </a:lnTo>
                <a:lnTo>
                  <a:pt x="155487" y="79105"/>
                </a:lnTo>
                <a:lnTo>
                  <a:pt x="155191" y="78939"/>
                </a:lnTo>
                <a:lnTo>
                  <a:pt x="154903" y="78765"/>
                </a:lnTo>
                <a:lnTo>
                  <a:pt x="154622" y="78581"/>
                </a:lnTo>
                <a:lnTo>
                  <a:pt x="154349" y="78388"/>
                </a:lnTo>
                <a:lnTo>
                  <a:pt x="154084" y="78187"/>
                </a:lnTo>
                <a:lnTo>
                  <a:pt x="153827" y="77976"/>
                </a:lnTo>
                <a:lnTo>
                  <a:pt x="153579" y="77758"/>
                </a:lnTo>
                <a:lnTo>
                  <a:pt x="153341" y="77532"/>
                </a:lnTo>
                <a:lnTo>
                  <a:pt x="153114" y="77301"/>
                </a:lnTo>
                <a:lnTo>
                  <a:pt x="152898" y="77063"/>
                </a:lnTo>
                <a:lnTo>
                  <a:pt x="152692" y="76818"/>
                </a:lnTo>
                <a:lnTo>
                  <a:pt x="152497" y="76566"/>
                </a:lnTo>
                <a:lnTo>
                  <a:pt x="152312" y="76308"/>
                </a:lnTo>
                <a:lnTo>
                  <a:pt x="152138" y="76044"/>
                </a:lnTo>
                <a:lnTo>
                  <a:pt x="151974" y="75773"/>
                </a:lnTo>
                <a:lnTo>
                  <a:pt x="151821" y="75495"/>
                </a:lnTo>
                <a:lnTo>
                  <a:pt x="151679" y="75211"/>
                </a:lnTo>
                <a:lnTo>
                  <a:pt x="151547" y="74920"/>
                </a:lnTo>
                <a:lnTo>
                  <a:pt x="151426" y="74623"/>
                </a:lnTo>
                <a:lnTo>
                  <a:pt x="151315" y="74319"/>
                </a:lnTo>
                <a:lnTo>
                  <a:pt x="151214" y="74008"/>
                </a:lnTo>
                <a:lnTo>
                  <a:pt x="151125" y="73691"/>
                </a:lnTo>
                <a:lnTo>
                  <a:pt x="151046" y="73367"/>
                </a:lnTo>
                <a:lnTo>
                  <a:pt x="150977" y="73037"/>
                </a:lnTo>
                <a:lnTo>
                  <a:pt x="150919" y="72700"/>
                </a:lnTo>
                <a:lnTo>
                  <a:pt x="150871" y="72357"/>
                </a:lnTo>
                <a:lnTo>
                  <a:pt x="150835" y="72007"/>
                </a:lnTo>
                <a:lnTo>
                  <a:pt x="150808" y="71651"/>
                </a:lnTo>
                <a:lnTo>
                  <a:pt x="150792" y="71287"/>
                </a:lnTo>
                <a:lnTo>
                  <a:pt x="150787" y="70918"/>
                </a:lnTo>
                <a:lnTo>
                  <a:pt x="150792" y="70576"/>
                </a:lnTo>
                <a:lnTo>
                  <a:pt x="150805" y="70240"/>
                </a:lnTo>
                <a:lnTo>
                  <a:pt x="150828" y="69910"/>
                </a:lnTo>
                <a:lnTo>
                  <a:pt x="150860" y="69585"/>
                </a:lnTo>
                <a:lnTo>
                  <a:pt x="150902" y="69266"/>
                </a:lnTo>
                <a:lnTo>
                  <a:pt x="150952" y="68953"/>
                </a:lnTo>
                <a:lnTo>
                  <a:pt x="151012" y="68645"/>
                </a:lnTo>
                <a:lnTo>
                  <a:pt x="151080" y="68342"/>
                </a:lnTo>
                <a:lnTo>
                  <a:pt x="151158" y="68046"/>
                </a:lnTo>
                <a:lnTo>
                  <a:pt x="151245" y="67754"/>
                </a:lnTo>
                <a:lnTo>
                  <a:pt x="151341" y="67469"/>
                </a:lnTo>
                <a:lnTo>
                  <a:pt x="151447" y="67189"/>
                </a:lnTo>
                <a:lnTo>
                  <a:pt x="151561" y="66914"/>
                </a:lnTo>
                <a:lnTo>
                  <a:pt x="151685" y="66645"/>
                </a:lnTo>
                <a:lnTo>
                  <a:pt x="151818" y="66382"/>
                </a:lnTo>
                <a:lnTo>
                  <a:pt x="151960" y="66124"/>
                </a:lnTo>
                <a:lnTo>
                  <a:pt x="152111" y="65872"/>
                </a:lnTo>
                <a:lnTo>
                  <a:pt x="152271" y="65625"/>
                </a:lnTo>
                <a:lnTo>
                  <a:pt x="152441" y="65384"/>
                </a:lnTo>
                <a:lnTo>
                  <a:pt x="152620" y="65148"/>
                </a:lnTo>
                <a:lnTo>
                  <a:pt x="152807" y="64918"/>
                </a:lnTo>
                <a:lnTo>
                  <a:pt x="153004" y="64694"/>
                </a:lnTo>
                <a:lnTo>
                  <a:pt x="153210" y="64475"/>
                </a:lnTo>
                <a:lnTo>
                  <a:pt x="153426" y="64262"/>
                </a:lnTo>
                <a:lnTo>
                  <a:pt x="153649" y="64056"/>
                </a:lnTo>
                <a:lnTo>
                  <a:pt x="153878" y="63859"/>
                </a:lnTo>
                <a:lnTo>
                  <a:pt x="154113" y="63670"/>
                </a:lnTo>
                <a:lnTo>
                  <a:pt x="154354" y="63491"/>
                </a:lnTo>
                <a:lnTo>
                  <a:pt x="154601" y="63320"/>
                </a:lnTo>
                <a:lnTo>
                  <a:pt x="154854" y="63157"/>
                </a:lnTo>
                <a:lnTo>
                  <a:pt x="155112" y="63004"/>
                </a:lnTo>
                <a:lnTo>
                  <a:pt x="155377" y="62859"/>
                </a:lnTo>
                <a:lnTo>
                  <a:pt x="155648" y="62724"/>
                </a:lnTo>
                <a:lnTo>
                  <a:pt x="155925" y="62596"/>
                </a:lnTo>
                <a:lnTo>
                  <a:pt x="156207" y="62478"/>
                </a:lnTo>
                <a:lnTo>
                  <a:pt x="156496" y="62368"/>
                </a:lnTo>
                <a:lnTo>
                  <a:pt x="156791" y="62268"/>
                </a:lnTo>
                <a:lnTo>
                  <a:pt x="157092" y="62176"/>
                </a:lnTo>
                <a:lnTo>
                  <a:pt x="157398" y="62092"/>
                </a:lnTo>
                <a:lnTo>
                  <a:pt x="157711" y="62018"/>
                </a:lnTo>
                <a:lnTo>
                  <a:pt x="158029" y="61952"/>
                </a:lnTo>
                <a:lnTo>
                  <a:pt x="158354" y="61895"/>
                </a:lnTo>
                <a:lnTo>
                  <a:pt x="158684" y="61847"/>
                </a:lnTo>
                <a:lnTo>
                  <a:pt x="159021" y="61807"/>
                </a:lnTo>
                <a:lnTo>
                  <a:pt x="159363" y="61777"/>
                </a:lnTo>
                <a:lnTo>
                  <a:pt x="159712" y="61755"/>
                </a:lnTo>
                <a:lnTo>
                  <a:pt x="160066" y="61742"/>
                </a:lnTo>
                <a:lnTo>
                  <a:pt x="160426" y="61737"/>
                </a:lnTo>
                <a:lnTo>
                  <a:pt x="175918" y="61737"/>
                </a:lnTo>
                <a:lnTo>
                  <a:pt x="175918" y="69426"/>
                </a:lnTo>
                <a:lnTo>
                  <a:pt x="175911" y="69834"/>
                </a:lnTo>
                <a:lnTo>
                  <a:pt x="175891" y="70236"/>
                </a:lnTo>
                <a:lnTo>
                  <a:pt x="175857" y="70631"/>
                </a:lnTo>
                <a:lnTo>
                  <a:pt x="175811" y="71020"/>
                </a:lnTo>
                <a:lnTo>
                  <a:pt x="175751" y="71402"/>
                </a:lnTo>
                <a:lnTo>
                  <a:pt x="175677" y="71778"/>
                </a:lnTo>
                <a:lnTo>
                  <a:pt x="175590" y="72148"/>
                </a:lnTo>
                <a:lnTo>
                  <a:pt x="175490" y="72512"/>
                </a:lnTo>
                <a:lnTo>
                  <a:pt x="175377" y="72869"/>
                </a:lnTo>
                <a:lnTo>
                  <a:pt x="175250" y="73219"/>
                </a:lnTo>
                <a:lnTo>
                  <a:pt x="175110" y="73564"/>
                </a:lnTo>
                <a:lnTo>
                  <a:pt x="174956" y="73901"/>
                </a:lnTo>
                <a:lnTo>
                  <a:pt x="174789" y="74233"/>
                </a:lnTo>
                <a:lnTo>
                  <a:pt x="174609" y="74558"/>
                </a:lnTo>
                <a:lnTo>
                  <a:pt x="174416" y="74877"/>
                </a:lnTo>
                <a:lnTo>
                  <a:pt x="174209" y="75189"/>
                </a:lnTo>
                <a:lnTo>
                  <a:pt x="173988" y="75496"/>
                </a:lnTo>
                <a:lnTo>
                  <a:pt x="173755" y="75795"/>
                </a:lnTo>
                <a:lnTo>
                  <a:pt x="173508" y="76089"/>
                </a:lnTo>
                <a:lnTo>
                  <a:pt x="173247" y="76375"/>
                </a:lnTo>
                <a:lnTo>
                  <a:pt x="172974" y="76656"/>
                </a:lnTo>
                <a:lnTo>
                  <a:pt x="172686" y="76930"/>
                </a:lnTo>
                <a:lnTo>
                  <a:pt x="172386" y="77198"/>
                </a:lnTo>
                <a:lnTo>
                  <a:pt x="172072" y="77460"/>
                </a:lnTo>
                <a:lnTo>
                  <a:pt x="171748" y="77712"/>
                </a:lnTo>
                <a:lnTo>
                  <a:pt x="171416" y="77954"/>
                </a:lnTo>
                <a:lnTo>
                  <a:pt x="171076" y="78186"/>
                </a:lnTo>
                <a:lnTo>
                  <a:pt x="170729" y="78406"/>
                </a:lnTo>
                <a:lnTo>
                  <a:pt x="170374" y="78616"/>
                </a:lnTo>
                <a:lnTo>
                  <a:pt x="170011" y="78815"/>
                </a:lnTo>
                <a:lnTo>
                  <a:pt x="169640" y="79003"/>
                </a:lnTo>
                <a:lnTo>
                  <a:pt x="169261" y="79180"/>
                </a:lnTo>
                <a:lnTo>
                  <a:pt x="168875" y="79347"/>
                </a:lnTo>
                <a:lnTo>
                  <a:pt x="168481" y="79503"/>
                </a:lnTo>
                <a:lnTo>
                  <a:pt x="168079" y="79648"/>
                </a:lnTo>
                <a:lnTo>
                  <a:pt x="167669" y="79783"/>
                </a:lnTo>
                <a:lnTo>
                  <a:pt x="167252" y="79906"/>
                </a:lnTo>
                <a:lnTo>
                  <a:pt x="166827" y="80019"/>
                </a:lnTo>
                <a:lnTo>
                  <a:pt x="166394" y="80121"/>
                </a:lnTo>
                <a:lnTo>
                  <a:pt x="165953" y="80213"/>
                </a:lnTo>
                <a:lnTo>
                  <a:pt x="165505" y="80294"/>
                </a:lnTo>
                <a:lnTo>
                  <a:pt x="165048" y="80363"/>
                </a:lnTo>
                <a:lnTo>
                  <a:pt x="164584" y="80423"/>
                </a:lnTo>
                <a:lnTo>
                  <a:pt x="164113" y="80471"/>
                </a:lnTo>
                <a:lnTo>
                  <a:pt x="163633" y="80509"/>
                </a:lnTo>
                <a:lnTo>
                  <a:pt x="163146" y="80536"/>
                </a:lnTo>
                <a:lnTo>
                  <a:pt x="162650" y="80552"/>
                </a:lnTo>
                <a:lnTo>
                  <a:pt x="162148" y="80557"/>
                </a:lnTo>
                <a:lnTo>
                  <a:pt x="161712" y="80553"/>
                </a:lnTo>
                <a:lnTo>
                  <a:pt x="161283" y="80539"/>
                </a:lnTo>
                <a:lnTo>
                  <a:pt x="160863" y="80517"/>
                </a:lnTo>
                <a:lnTo>
                  <a:pt x="160450" y="80485"/>
                </a:lnTo>
                <a:close/>
                <a:moveTo>
                  <a:pt x="375189" y="91173"/>
                </a:moveTo>
                <a:lnTo>
                  <a:pt x="376108" y="91077"/>
                </a:lnTo>
                <a:lnTo>
                  <a:pt x="377010" y="90960"/>
                </a:lnTo>
                <a:lnTo>
                  <a:pt x="377896" y="90821"/>
                </a:lnTo>
                <a:lnTo>
                  <a:pt x="378765" y="90661"/>
                </a:lnTo>
                <a:lnTo>
                  <a:pt x="379617" y="90480"/>
                </a:lnTo>
                <a:lnTo>
                  <a:pt x="380453" y="90277"/>
                </a:lnTo>
                <a:lnTo>
                  <a:pt x="381272" y="90054"/>
                </a:lnTo>
                <a:lnTo>
                  <a:pt x="382074" y="89809"/>
                </a:lnTo>
                <a:lnTo>
                  <a:pt x="382859" y="89542"/>
                </a:lnTo>
                <a:lnTo>
                  <a:pt x="383628" y="89254"/>
                </a:lnTo>
                <a:lnTo>
                  <a:pt x="384380" y="88945"/>
                </a:lnTo>
                <a:lnTo>
                  <a:pt x="385115" y="88615"/>
                </a:lnTo>
                <a:lnTo>
                  <a:pt x="385833" y="88263"/>
                </a:lnTo>
                <a:lnTo>
                  <a:pt x="386535" y="87890"/>
                </a:lnTo>
                <a:lnTo>
                  <a:pt x="387220" y="87496"/>
                </a:lnTo>
                <a:lnTo>
                  <a:pt x="387888" y="87080"/>
                </a:lnTo>
                <a:lnTo>
                  <a:pt x="388540" y="86643"/>
                </a:lnTo>
                <a:lnTo>
                  <a:pt x="389174" y="86185"/>
                </a:lnTo>
                <a:lnTo>
                  <a:pt x="389792" y="85705"/>
                </a:lnTo>
                <a:lnTo>
                  <a:pt x="390393" y="85204"/>
                </a:lnTo>
                <a:lnTo>
                  <a:pt x="390975" y="84685"/>
                </a:lnTo>
                <a:lnTo>
                  <a:pt x="391532" y="84150"/>
                </a:lnTo>
                <a:lnTo>
                  <a:pt x="392067" y="83600"/>
                </a:lnTo>
                <a:lnTo>
                  <a:pt x="392577" y="83035"/>
                </a:lnTo>
                <a:lnTo>
                  <a:pt x="393065" y="82455"/>
                </a:lnTo>
                <a:lnTo>
                  <a:pt x="393528" y="81859"/>
                </a:lnTo>
                <a:lnTo>
                  <a:pt x="393968" y="81247"/>
                </a:lnTo>
                <a:lnTo>
                  <a:pt x="394385" y="80621"/>
                </a:lnTo>
                <a:lnTo>
                  <a:pt x="394778" y="79979"/>
                </a:lnTo>
                <a:lnTo>
                  <a:pt x="395148" y="79321"/>
                </a:lnTo>
                <a:lnTo>
                  <a:pt x="395494" y="78649"/>
                </a:lnTo>
                <a:lnTo>
                  <a:pt x="395816" y="77961"/>
                </a:lnTo>
                <a:lnTo>
                  <a:pt x="396115" y="77257"/>
                </a:lnTo>
                <a:lnTo>
                  <a:pt x="396391" y="76539"/>
                </a:lnTo>
                <a:lnTo>
                  <a:pt x="396643" y="75805"/>
                </a:lnTo>
                <a:lnTo>
                  <a:pt x="396871" y="75055"/>
                </a:lnTo>
                <a:lnTo>
                  <a:pt x="397076" y="74291"/>
                </a:lnTo>
                <a:lnTo>
                  <a:pt x="397258" y="73511"/>
                </a:lnTo>
                <a:lnTo>
                  <a:pt x="397416" y="72715"/>
                </a:lnTo>
                <a:lnTo>
                  <a:pt x="397550" y="71905"/>
                </a:lnTo>
                <a:lnTo>
                  <a:pt x="397661" y="71079"/>
                </a:lnTo>
                <a:lnTo>
                  <a:pt x="397749" y="70237"/>
                </a:lnTo>
                <a:lnTo>
                  <a:pt x="397812" y="69380"/>
                </a:lnTo>
                <a:lnTo>
                  <a:pt x="397853" y="68508"/>
                </a:lnTo>
                <a:lnTo>
                  <a:pt x="383508" y="68508"/>
                </a:lnTo>
                <a:lnTo>
                  <a:pt x="383475" y="68916"/>
                </a:lnTo>
                <a:lnTo>
                  <a:pt x="383432" y="69315"/>
                </a:lnTo>
                <a:lnTo>
                  <a:pt x="383379" y="69707"/>
                </a:lnTo>
                <a:lnTo>
                  <a:pt x="383316" y="70091"/>
                </a:lnTo>
                <a:lnTo>
                  <a:pt x="383243" y="70467"/>
                </a:lnTo>
                <a:lnTo>
                  <a:pt x="383161" y="70836"/>
                </a:lnTo>
                <a:lnTo>
                  <a:pt x="383069" y="71196"/>
                </a:lnTo>
                <a:lnTo>
                  <a:pt x="382967" y="71549"/>
                </a:lnTo>
                <a:lnTo>
                  <a:pt x="382855" y="71894"/>
                </a:lnTo>
                <a:lnTo>
                  <a:pt x="382734" y="72232"/>
                </a:lnTo>
                <a:lnTo>
                  <a:pt x="382603" y="72561"/>
                </a:lnTo>
                <a:lnTo>
                  <a:pt x="382462" y="72883"/>
                </a:lnTo>
                <a:lnTo>
                  <a:pt x="382311" y="73197"/>
                </a:lnTo>
                <a:lnTo>
                  <a:pt x="382151" y="73504"/>
                </a:lnTo>
                <a:lnTo>
                  <a:pt x="381980" y="73802"/>
                </a:lnTo>
                <a:lnTo>
                  <a:pt x="381800" y="74093"/>
                </a:lnTo>
                <a:lnTo>
                  <a:pt x="381610" y="74376"/>
                </a:lnTo>
                <a:lnTo>
                  <a:pt x="381411" y="74651"/>
                </a:lnTo>
                <a:lnTo>
                  <a:pt x="381202" y="74919"/>
                </a:lnTo>
                <a:lnTo>
                  <a:pt x="380982" y="75178"/>
                </a:lnTo>
                <a:lnTo>
                  <a:pt x="380753" y="75430"/>
                </a:lnTo>
                <a:lnTo>
                  <a:pt x="380515" y="75674"/>
                </a:lnTo>
                <a:lnTo>
                  <a:pt x="380266" y="75911"/>
                </a:lnTo>
                <a:lnTo>
                  <a:pt x="380008" y="76139"/>
                </a:lnTo>
                <a:lnTo>
                  <a:pt x="379741" y="76359"/>
                </a:lnTo>
                <a:lnTo>
                  <a:pt x="379466" y="76570"/>
                </a:lnTo>
                <a:lnTo>
                  <a:pt x="379183" y="76771"/>
                </a:lnTo>
                <a:lnTo>
                  <a:pt x="378891" y="76963"/>
                </a:lnTo>
                <a:lnTo>
                  <a:pt x="378591" y="77146"/>
                </a:lnTo>
                <a:lnTo>
                  <a:pt x="378283" y="77319"/>
                </a:lnTo>
                <a:lnTo>
                  <a:pt x="377967" y="77483"/>
                </a:lnTo>
                <a:lnTo>
                  <a:pt x="377643" y="77637"/>
                </a:lnTo>
                <a:lnTo>
                  <a:pt x="377311" y="77782"/>
                </a:lnTo>
                <a:lnTo>
                  <a:pt x="376970" y="77918"/>
                </a:lnTo>
                <a:lnTo>
                  <a:pt x="376621" y="78045"/>
                </a:lnTo>
                <a:lnTo>
                  <a:pt x="376265" y="78162"/>
                </a:lnTo>
                <a:lnTo>
                  <a:pt x="375899" y="78269"/>
                </a:lnTo>
                <a:lnTo>
                  <a:pt x="375526" y="78368"/>
                </a:lnTo>
                <a:lnTo>
                  <a:pt x="375145" y="78457"/>
                </a:lnTo>
                <a:lnTo>
                  <a:pt x="374755" y="78536"/>
                </a:lnTo>
                <a:lnTo>
                  <a:pt x="374357" y="78606"/>
                </a:lnTo>
                <a:lnTo>
                  <a:pt x="373951" y="78667"/>
                </a:lnTo>
                <a:lnTo>
                  <a:pt x="373537" y="78719"/>
                </a:lnTo>
                <a:lnTo>
                  <a:pt x="373115" y="78761"/>
                </a:lnTo>
                <a:lnTo>
                  <a:pt x="372685" y="78794"/>
                </a:lnTo>
                <a:lnTo>
                  <a:pt x="372246" y="78817"/>
                </a:lnTo>
                <a:lnTo>
                  <a:pt x="371799" y="78831"/>
                </a:lnTo>
                <a:lnTo>
                  <a:pt x="371344" y="78836"/>
                </a:lnTo>
                <a:lnTo>
                  <a:pt x="370870" y="78830"/>
                </a:lnTo>
                <a:lnTo>
                  <a:pt x="370405" y="78814"/>
                </a:lnTo>
                <a:lnTo>
                  <a:pt x="369948" y="78786"/>
                </a:lnTo>
                <a:lnTo>
                  <a:pt x="369499" y="78747"/>
                </a:lnTo>
                <a:lnTo>
                  <a:pt x="369059" y="78696"/>
                </a:lnTo>
                <a:lnTo>
                  <a:pt x="368627" y="78635"/>
                </a:lnTo>
                <a:lnTo>
                  <a:pt x="368203" y="78562"/>
                </a:lnTo>
                <a:lnTo>
                  <a:pt x="367787" y="78479"/>
                </a:lnTo>
                <a:lnTo>
                  <a:pt x="367381" y="78384"/>
                </a:lnTo>
                <a:lnTo>
                  <a:pt x="366982" y="78278"/>
                </a:lnTo>
                <a:lnTo>
                  <a:pt x="366592" y="78161"/>
                </a:lnTo>
                <a:lnTo>
                  <a:pt x="366210" y="78033"/>
                </a:lnTo>
                <a:lnTo>
                  <a:pt x="365836" y="77893"/>
                </a:lnTo>
                <a:lnTo>
                  <a:pt x="365471" y="77742"/>
                </a:lnTo>
                <a:lnTo>
                  <a:pt x="365114" y="77581"/>
                </a:lnTo>
                <a:lnTo>
                  <a:pt x="364766" y="77408"/>
                </a:lnTo>
                <a:lnTo>
                  <a:pt x="364426" y="77224"/>
                </a:lnTo>
                <a:lnTo>
                  <a:pt x="364094" y="77028"/>
                </a:lnTo>
                <a:lnTo>
                  <a:pt x="363771" y="76822"/>
                </a:lnTo>
                <a:lnTo>
                  <a:pt x="363456" y="76605"/>
                </a:lnTo>
                <a:lnTo>
                  <a:pt x="363149" y="76376"/>
                </a:lnTo>
                <a:lnTo>
                  <a:pt x="362851" y="76136"/>
                </a:lnTo>
                <a:lnTo>
                  <a:pt x="362561" y="75885"/>
                </a:lnTo>
                <a:lnTo>
                  <a:pt x="362279" y="75623"/>
                </a:lnTo>
                <a:lnTo>
                  <a:pt x="362008" y="75350"/>
                </a:lnTo>
                <a:lnTo>
                  <a:pt x="361748" y="75069"/>
                </a:lnTo>
                <a:lnTo>
                  <a:pt x="361499" y="74778"/>
                </a:lnTo>
                <a:lnTo>
                  <a:pt x="361263" y="74478"/>
                </a:lnTo>
                <a:lnTo>
                  <a:pt x="361037" y="74169"/>
                </a:lnTo>
                <a:lnTo>
                  <a:pt x="360824" y="73851"/>
                </a:lnTo>
                <a:lnTo>
                  <a:pt x="360622" y="73524"/>
                </a:lnTo>
                <a:lnTo>
                  <a:pt x="360431" y="73187"/>
                </a:lnTo>
                <a:lnTo>
                  <a:pt x="360252" y="72842"/>
                </a:lnTo>
                <a:lnTo>
                  <a:pt x="360084" y="72487"/>
                </a:lnTo>
                <a:lnTo>
                  <a:pt x="359928" y="72123"/>
                </a:lnTo>
                <a:lnTo>
                  <a:pt x="359784" y="71750"/>
                </a:lnTo>
                <a:lnTo>
                  <a:pt x="359651" y="71368"/>
                </a:lnTo>
                <a:lnTo>
                  <a:pt x="359530" y="70976"/>
                </a:lnTo>
                <a:lnTo>
                  <a:pt x="359420" y="70576"/>
                </a:lnTo>
                <a:lnTo>
                  <a:pt x="359322" y="70166"/>
                </a:lnTo>
                <a:lnTo>
                  <a:pt x="359235" y="69747"/>
                </a:lnTo>
                <a:lnTo>
                  <a:pt x="359160" y="69319"/>
                </a:lnTo>
                <a:lnTo>
                  <a:pt x="359097" y="68881"/>
                </a:lnTo>
                <a:lnTo>
                  <a:pt x="359045" y="68435"/>
                </a:lnTo>
                <a:lnTo>
                  <a:pt x="359004" y="67979"/>
                </a:lnTo>
                <a:lnTo>
                  <a:pt x="358975" y="67515"/>
                </a:lnTo>
                <a:lnTo>
                  <a:pt x="358958" y="67041"/>
                </a:lnTo>
                <a:lnTo>
                  <a:pt x="358952" y="66558"/>
                </a:lnTo>
                <a:lnTo>
                  <a:pt x="358952" y="50606"/>
                </a:lnTo>
                <a:lnTo>
                  <a:pt x="358958" y="50123"/>
                </a:lnTo>
                <a:lnTo>
                  <a:pt x="358975" y="49649"/>
                </a:lnTo>
                <a:lnTo>
                  <a:pt x="359004" y="49185"/>
                </a:lnTo>
                <a:lnTo>
                  <a:pt x="359045" y="48730"/>
                </a:lnTo>
                <a:lnTo>
                  <a:pt x="359097" y="48285"/>
                </a:lnTo>
                <a:lnTo>
                  <a:pt x="359160" y="47849"/>
                </a:lnTo>
                <a:lnTo>
                  <a:pt x="359235" y="47422"/>
                </a:lnTo>
                <a:lnTo>
                  <a:pt x="359322" y="47004"/>
                </a:lnTo>
                <a:lnTo>
                  <a:pt x="359420" y="46596"/>
                </a:lnTo>
                <a:lnTo>
                  <a:pt x="359530" y="46198"/>
                </a:lnTo>
                <a:lnTo>
                  <a:pt x="359651" y="45808"/>
                </a:lnTo>
                <a:lnTo>
                  <a:pt x="359784" y="45428"/>
                </a:lnTo>
                <a:lnTo>
                  <a:pt x="359928" y="45058"/>
                </a:lnTo>
                <a:lnTo>
                  <a:pt x="360084" y="44696"/>
                </a:lnTo>
                <a:lnTo>
                  <a:pt x="360252" y="44344"/>
                </a:lnTo>
                <a:lnTo>
                  <a:pt x="360431" y="44002"/>
                </a:lnTo>
                <a:lnTo>
                  <a:pt x="360622" y="43669"/>
                </a:lnTo>
                <a:lnTo>
                  <a:pt x="360824" y="43345"/>
                </a:lnTo>
                <a:lnTo>
                  <a:pt x="361037" y="43031"/>
                </a:lnTo>
                <a:lnTo>
                  <a:pt x="361263" y="42725"/>
                </a:lnTo>
                <a:lnTo>
                  <a:pt x="361499" y="42430"/>
                </a:lnTo>
                <a:lnTo>
                  <a:pt x="361748" y="42143"/>
                </a:lnTo>
                <a:lnTo>
                  <a:pt x="362008" y="41866"/>
                </a:lnTo>
                <a:lnTo>
                  <a:pt x="362279" y="41599"/>
                </a:lnTo>
                <a:lnTo>
                  <a:pt x="362561" y="41341"/>
                </a:lnTo>
                <a:lnTo>
                  <a:pt x="362851" y="41095"/>
                </a:lnTo>
                <a:lnTo>
                  <a:pt x="363149" y="40859"/>
                </a:lnTo>
                <a:lnTo>
                  <a:pt x="363456" y="40634"/>
                </a:lnTo>
                <a:lnTo>
                  <a:pt x="363771" y="40420"/>
                </a:lnTo>
                <a:lnTo>
                  <a:pt x="364094" y="40218"/>
                </a:lnTo>
                <a:lnTo>
                  <a:pt x="364426" y="40026"/>
                </a:lnTo>
                <a:lnTo>
                  <a:pt x="364766" y="39845"/>
                </a:lnTo>
                <a:lnTo>
                  <a:pt x="365114" y="39675"/>
                </a:lnTo>
                <a:lnTo>
                  <a:pt x="365471" y="39516"/>
                </a:lnTo>
                <a:lnTo>
                  <a:pt x="365836" y="39368"/>
                </a:lnTo>
                <a:lnTo>
                  <a:pt x="366210" y="39231"/>
                </a:lnTo>
                <a:lnTo>
                  <a:pt x="366592" y="39105"/>
                </a:lnTo>
                <a:lnTo>
                  <a:pt x="366982" y="38990"/>
                </a:lnTo>
                <a:lnTo>
                  <a:pt x="367381" y="38886"/>
                </a:lnTo>
                <a:lnTo>
                  <a:pt x="367787" y="38793"/>
                </a:lnTo>
                <a:lnTo>
                  <a:pt x="368203" y="38710"/>
                </a:lnTo>
                <a:lnTo>
                  <a:pt x="368627" y="38639"/>
                </a:lnTo>
                <a:lnTo>
                  <a:pt x="369059" y="38579"/>
                </a:lnTo>
                <a:lnTo>
                  <a:pt x="369499" y="38529"/>
                </a:lnTo>
                <a:lnTo>
                  <a:pt x="369948" y="38491"/>
                </a:lnTo>
                <a:lnTo>
                  <a:pt x="370405" y="38464"/>
                </a:lnTo>
                <a:lnTo>
                  <a:pt x="370870" y="38447"/>
                </a:lnTo>
                <a:lnTo>
                  <a:pt x="371344" y="38442"/>
                </a:lnTo>
                <a:lnTo>
                  <a:pt x="371799" y="38446"/>
                </a:lnTo>
                <a:lnTo>
                  <a:pt x="372246" y="38460"/>
                </a:lnTo>
                <a:lnTo>
                  <a:pt x="372685" y="38484"/>
                </a:lnTo>
                <a:lnTo>
                  <a:pt x="373115" y="38517"/>
                </a:lnTo>
                <a:lnTo>
                  <a:pt x="373537" y="38559"/>
                </a:lnTo>
                <a:lnTo>
                  <a:pt x="373951" y="38610"/>
                </a:lnTo>
                <a:lnTo>
                  <a:pt x="374357" y="38671"/>
                </a:lnTo>
                <a:lnTo>
                  <a:pt x="374755" y="38741"/>
                </a:lnTo>
                <a:lnTo>
                  <a:pt x="375145" y="38821"/>
                </a:lnTo>
                <a:lnTo>
                  <a:pt x="375526" y="38910"/>
                </a:lnTo>
                <a:lnTo>
                  <a:pt x="375899" y="39008"/>
                </a:lnTo>
                <a:lnTo>
                  <a:pt x="376265" y="39116"/>
                </a:lnTo>
                <a:lnTo>
                  <a:pt x="376621" y="39233"/>
                </a:lnTo>
                <a:lnTo>
                  <a:pt x="376970" y="39359"/>
                </a:lnTo>
                <a:lnTo>
                  <a:pt x="377311" y="39495"/>
                </a:lnTo>
                <a:lnTo>
                  <a:pt x="377643" y="39640"/>
                </a:lnTo>
                <a:lnTo>
                  <a:pt x="377967" y="39795"/>
                </a:lnTo>
                <a:lnTo>
                  <a:pt x="378283" y="39959"/>
                </a:lnTo>
                <a:lnTo>
                  <a:pt x="378591" y="40132"/>
                </a:lnTo>
                <a:lnTo>
                  <a:pt x="378891" y="40314"/>
                </a:lnTo>
                <a:lnTo>
                  <a:pt x="379183" y="40506"/>
                </a:lnTo>
                <a:lnTo>
                  <a:pt x="379466" y="40708"/>
                </a:lnTo>
                <a:lnTo>
                  <a:pt x="379741" y="40918"/>
                </a:lnTo>
                <a:lnTo>
                  <a:pt x="380008" y="41138"/>
                </a:lnTo>
                <a:lnTo>
                  <a:pt x="380266" y="41367"/>
                </a:lnTo>
                <a:lnTo>
                  <a:pt x="380515" y="41603"/>
                </a:lnTo>
                <a:lnTo>
                  <a:pt x="380753" y="41847"/>
                </a:lnTo>
                <a:lnTo>
                  <a:pt x="380982" y="42099"/>
                </a:lnTo>
                <a:lnTo>
                  <a:pt x="381202" y="42359"/>
                </a:lnTo>
                <a:lnTo>
                  <a:pt x="381411" y="42627"/>
                </a:lnTo>
                <a:lnTo>
                  <a:pt x="381610" y="42902"/>
                </a:lnTo>
                <a:lnTo>
                  <a:pt x="381800" y="43185"/>
                </a:lnTo>
                <a:lnTo>
                  <a:pt x="381980" y="43476"/>
                </a:lnTo>
                <a:lnTo>
                  <a:pt x="382151" y="43774"/>
                </a:lnTo>
                <a:lnTo>
                  <a:pt x="382311" y="44081"/>
                </a:lnTo>
                <a:lnTo>
                  <a:pt x="382462" y="44395"/>
                </a:lnTo>
                <a:lnTo>
                  <a:pt x="382603" y="44717"/>
                </a:lnTo>
                <a:lnTo>
                  <a:pt x="382734" y="45046"/>
                </a:lnTo>
                <a:lnTo>
                  <a:pt x="382855" y="45384"/>
                </a:lnTo>
                <a:lnTo>
                  <a:pt x="382967" y="45729"/>
                </a:lnTo>
                <a:lnTo>
                  <a:pt x="383069" y="46082"/>
                </a:lnTo>
                <a:lnTo>
                  <a:pt x="383161" y="46443"/>
                </a:lnTo>
                <a:lnTo>
                  <a:pt x="383243" y="46811"/>
                </a:lnTo>
                <a:lnTo>
                  <a:pt x="383316" y="47188"/>
                </a:lnTo>
                <a:lnTo>
                  <a:pt x="383379" y="47572"/>
                </a:lnTo>
                <a:lnTo>
                  <a:pt x="383432" y="47964"/>
                </a:lnTo>
                <a:lnTo>
                  <a:pt x="383475" y="48363"/>
                </a:lnTo>
                <a:lnTo>
                  <a:pt x="383508" y="48771"/>
                </a:lnTo>
                <a:lnTo>
                  <a:pt x="397853" y="48771"/>
                </a:lnTo>
                <a:lnTo>
                  <a:pt x="397812" y="47899"/>
                </a:lnTo>
                <a:lnTo>
                  <a:pt x="397749" y="47042"/>
                </a:lnTo>
                <a:lnTo>
                  <a:pt x="397661" y="46200"/>
                </a:lnTo>
                <a:lnTo>
                  <a:pt x="397550" y="45374"/>
                </a:lnTo>
                <a:lnTo>
                  <a:pt x="397416" y="44563"/>
                </a:lnTo>
                <a:lnTo>
                  <a:pt x="397258" y="43768"/>
                </a:lnTo>
                <a:lnTo>
                  <a:pt x="397076" y="42988"/>
                </a:lnTo>
                <a:lnTo>
                  <a:pt x="396871" y="42223"/>
                </a:lnTo>
                <a:lnTo>
                  <a:pt x="396643" y="41473"/>
                </a:lnTo>
                <a:lnTo>
                  <a:pt x="396391" y="40739"/>
                </a:lnTo>
                <a:lnTo>
                  <a:pt x="396115" y="40021"/>
                </a:lnTo>
                <a:lnTo>
                  <a:pt x="395816" y="39317"/>
                </a:lnTo>
                <a:lnTo>
                  <a:pt x="395494" y="38629"/>
                </a:lnTo>
                <a:lnTo>
                  <a:pt x="395148" y="37956"/>
                </a:lnTo>
                <a:lnTo>
                  <a:pt x="394778" y="37299"/>
                </a:lnTo>
                <a:lnTo>
                  <a:pt x="394385" y="36657"/>
                </a:lnTo>
                <a:lnTo>
                  <a:pt x="393968" y="36030"/>
                </a:lnTo>
                <a:lnTo>
                  <a:pt x="393528" y="35419"/>
                </a:lnTo>
                <a:lnTo>
                  <a:pt x="393065" y="34823"/>
                </a:lnTo>
                <a:lnTo>
                  <a:pt x="392577" y="34242"/>
                </a:lnTo>
                <a:lnTo>
                  <a:pt x="392067" y="33677"/>
                </a:lnTo>
                <a:lnTo>
                  <a:pt x="391532" y="33127"/>
                </a:lnTo>
                <a:lnTo>
                  <a:pt x="390975" y="32593"/>
                </a:lnTo>
                <a:lnTo>
                  <a:pt x="390393" y="32073"/>
                </a:lnTo>
                <a:lnTo>
                  <a:pt x="389792" y="31572"/>
                </a:lnTo>
                <a:lnTo>
                  <a:pt x="389174" y="31093"/>
                </a:lnTo>
                <a:lnTo>
                  <a:pt x="388540" y="30634"/>
                </a:lnTo>
                <a:lnTo>
                  <a:pt x="387888" y="30197"/>
                </a:lnTo>
                <a:lnTo>
                  <a:pt x="387220" y="29782"/>
                </a:lnTo>
                <a:lnTo>
                  <a:pt x="386535" y="29387"/>
                </a:lnTo>
                <a:lnTo>
                  <a:pt x="385833" y="29014"/>
                </a:lnTo>
                <a:lnTo>
                  <a:pt x="385115" y="28663"/>
                </a:lnTo>
                <a:lnTo>
                  <a:pt x="384380" y="28332"/>
                </a:lnTo>
                <a:lnTo>
                  <a:pt x="383628" y="28023"/>
                </a:lnTo>
                <a:lnTo>
                  <a:pt x="382859" y="27735"/>
                </a:lnTo>
                <a:lnTo>
                  <a:pt x="382074" y="27469"/>
                </a:lnTo>
                <a:lnTo>
                  <a:pt x="381272" y="27224"/>
                </a:lnTo>
                <a:lnTo>
                  <a:pt x="380453" y="27000"/>
                </a:lnTo>
                <a:lnTo>
                  <a:pt x="379617" y="26798"/>
                </a:lnTo>
                <a:lnTo>
                  <a:pt x="378765" y="26616"/>
                </a:lnTo>
                <a:lnTo>
                  <a:pt x="377896" y="26456"/>
                </a:lnTo>
                <a:lnTo>
                  <a:pt x="377010" y="26318"/>
                </a:lnTo>
                <a:lnTo>
                  <a:pt x="376108" y="26201"/>
                </a:lnTo>
                <a:lnTo>
                  <a:pt x="375189" y="26105"/>
                </a:lnTo>
                <a:lnTo>
                  <a:pt x="374253" y="26030"/>
                </a:lnTo>
                <a:lnTo>
                  <a:pt x="373300" y="25977"/>
                </a:lnTo>
                <a:lnTo>
                  <a:pt x="372330" y="25945"/>
                </a:lnTo>
                <a:lnTo>
                  <a:pt x="371344" y="25934"/>
                </a:lnTo>
                <a:lnTo>
                  <a:pt x="370678" y="25940"/>
                </a:lnTo>
                <a:lnTo>
                  <a:pt x="370019" y="25955"/>
                </a:lnTo>
                <a:lnTo>
                  <a:pt x="369368" y="25982"/>
                </a:lnTo>
                <a:lnTo>
                  <a:pt x="368723" y="26019"/>
                </a:lnTo>
                <a:lnTo>
                  <a:pt x="368085" y="26066"/>
                </a:lnTo>
                <a:lnTo>
                  <a:pt x="367454" y="26124"/>
                </a:lnTo>
                <a:lnTo>
                  <a:pt x="366830" y="26193"/>
                </a:lnTo>
                <a:lnTo>
                  <a:pt x="366213" y="26272"/>
                </a:lnTo>
                <a:lnTo>
                  <a:pt x="365602" y="26362"/>
                </a:lnTo>
                <a:lnTo>
                  <a:pt x="364999" y="26462"/>
                </a:lnTo>
                <a:lnTo>
                  <a:pt x="364403" y="26573"/>
                </a:lnTo>
                <a:lnTo>
                  <a:pt x="363814" y="26695"/>
                </a:lnTo>
                <a:lnTo>
                  <a:pt x="363232" y="26827"/>
                </a:lnTo>
                <a:lnTo>
                  <a:pt x="362656" y="26969"/>
                </a:lnTo>
                <a:lnTo>
                  <a:pt x="362088" y="27122"/>
                </a:lnTo>
                <a:lnTo>
                  <a:pt x="361527" y="27286"/>
                </a:lnTo>
                <a:lnTo>
                  <a:pt x="360972" y="27460"/>
                </a:lnTo>
                <a:lnTo>
                  <a:pt x="360425" y="27645"/>
                </a:lnTo>
                <a:lnTo>
                  <a:pt x="359885" y="27840"/>
                </a:lnTo>
                <a:lnTo>
                  <a:pt x="359351" y="28046"/>
                </a:lnTo>
                <a:lnTo>
                  <a:pt x="358825" y="28263"/>
                </a:lnTo>
                <a:lnTo>
                  <a:pt x="358305" y="28490"/>
                </a:lnTo>
                <a:lnTo>
                  <a:pt x="357793" y="28728"/>
                </a:lnTo>
                <a:lnTo>
                  <a:pt x="357287" y="28976"/>
                </a:lnTo>
                <a:lnTo>
                  <a:pt x="356790" y="29233"/>
                </a:lnTo>
                <a:lnTo>
                  <a:pt x="356302" y="29500"/>
                </a:lnTo>
                <a:lnTo>
                  <a:pt x="355823" y="29774"/>
                </a:lnTo>
                <a:lnTo>
                  <a:pt x="355354" y="30058"/>
                </a:lnTo>
                <a:lnTo>
                  <a:pt x="354894" y="30349"/>
                </a:lnTo>
                <a:lnTo>
                  <a:pt x="354444" y="30650"/>
                </a:lnTo>
                <a:lnTo>
                  <a:pt x="354003" y="30959"/>
                </a:lnTo>
                <a:lnTo>
                  <a:pt x="353571" y="31277"/>
                </a:lnTo>
                <a:lnTo>
                  <a:pt x="353148" y="31603"/>
                </a:lnTo>
                <a:lnTo>
                  <a:pt x="352735" y="31938"/>
                </a:lnTo>
                <a:lnTo>
                  <a:pt x="352332" y="32281"/>
                </a:lnTo>
                <a:lnTo>
                  <a:pt x="351937" y="32633"/>
                </a:lnTo>
                <a:lnTo>
                  <a:pt x="351552" y="32993"/>
                </a:lnTo>
                <a:lnTo>
                  <a:pt x="351177" y="33362"/>
                </a:lnTo>
                <a:lnTo>
                  <a:pt x="350810" y="33740"/>
                </a:lnTo>
                <a:lnTo>
                  <a:pt x="350453" y="34126"/>
                </a:lnTo>
                <a:lnTo>
                  <a:pt x="350106" y="34521"/>
                </a:lnTo>
                <a:lnTo>
                  <a:pt x="349768" y="34924"/>
                </a:lnTo>
                <a:lnTo>
                  <a:pt x="349439" y="35336"/>
                </a:lnTo>
                <a:lnTo>
                  <a:pt x="349119" y="35757"/>
                </a:lnTo>
                <a:lnTo>
                  <a:pt x="348809" y="36186"/>
                </a:lnTo>
                <a:lnTo>
                  <a:pt x="348508" y="36623"/>
                </a:lnTo>
                <a:lnTo>
                  <a:pt x="348217" y="37069"/>
                </a:lnTo>
                <a:lnTo>
                  <a:pt x="347935" y="37524"/>
                </a:lnTo>
                <a:lnTo>
                  <a:pt x="347663" y="37987"/>
                </a:lnTo>
                <a:lnTo>
                  <a:pt x="347404" y="38457"/>
                </a:lnTo>
                <a:lnTo>
                  <a:pt x="347155" y="38935"/>
                </a:lnTo>
                <a:lnTo>
                  <a:pt x="346918" y="39421"/>
                </a:lnTo>
                <a:lnTo>
                  <a:pt x="346693" y="39914"/>
                </a:lnTo>
                <a:lnTo>
                  <a:pt x="346479" y="40415"/>
                </a:lnTo>
                <a:lnTo>
                  <a:pt x="346277" y="40923"/>
                </a:lnTo>
                <a:lnTo>
                  <a:pt x="346087" y="41439"/>
                </a:lnTo>
                <a:lnTo>
                  <a:pt x="345908" y="41962"/>
                </a:lnTo>
                <a:lnTo>
                  <a:pt x="345740" y="42493"/>
                </a:lnTo>
                <a:lnTo>
                  <a:pt x="345584" y="43032"/>
                </a:lnTo>
                <a:lnTo>
                  <a:pt x="345440" y="43578"/>
                </a:lnTo>
                <a:lnTo>
                  <a:pt x="345307" y="44132"/>
                </a:lnTo>
                <a:lnTo>
                  <a:pt x="345186" y="44693"/>
                </a:lnTo>
                <a:lnTo>
                  <a:pt x="345076" y="45262"/>
                </a:lnTo>
                <a:lnTo>
                  <a:pt x="344978" y="45838"/>
                </a:lnTo>
                <a:lnTo>
                  <a:pt x="344891" y="46422"/>
                </a:lnTo>
                <a:lnTo>
                  <a:pt x="344816" y="47013"/>
                </a:lnTo>
                <a:lnTo>
                  <a:pt x="344752" y="47613"/>
                </a:lnTo>
                <a:lnTo>
                  <a:pt x="344700" y="48219"/>
                </a:lnTo>
                <a:lnTo>
                  <a:pt x="344660" y="48833"/>
                </a:lnTo>
                <a:lnTo>
                  <a:pt x="344631" y="49455"/>
                </a:lnTo>
                <a:lnTo>
                  <a:pt x="344614" y="50085"/>
                </a:lnTo>
                <a:lnTo>
                  <a:pt x="344608" y="50722"/>
                </a:lnTo>
                <a:lnTo>
                  <a:pt x="344608" y="66558"/>
                </a:lnTo>
                <a:lnTo>
                  <a:pt x="344614" y="67185"/>
                </a:lnTo>
                <a:lnTo>
                  <a:pt x="344631" y="67806"/>
                </a:lnTo>
                <a:lnTo>
                  <a:pt x="344660" y="68420"/>
                </a:lnTo>
                <a:lnTo>
                  <a:pt x="344700" y="69026"/>
                </a:lnTo>
                <a:lnTo>
                  <a:pt x="344752" y="69626"/>
                </a:lnTo>
                <a:lnTo>
                  <a:pt x="344816" y="70219"/>
                </a:lnTo>
                <a:lnTo>
                  <a:pt x="344891" y="70805"/>
                </a:lnTo>
                <a:lnTo>
                  <a:pt x="344978" y="71384"/>
                </a:lnTo>
                <a:lnTo>
                  <a:pt x="345076" y="71955"/>
                </a:lnTo>
                <a:lnTo>
                  <a:pt x="345186" y="72520"/>
                </a:lnTo>
                <a:lnTo>
                  <a:pt x="345307" y="73078"/>
                </a:lnTo>
                <a:lnTo>
                  <a:pt x="345440" y="73629"/>
                </a:lnTo>
                <a:lnTo>
                  <a:pt x="345584" y="74173"/>
                </a:lnTo>
                <a:lnTo>
                  <a:pt x="345740" y="74710"/>
                </a:lnTo>
                <a:lnTo>
                  <a:pt x="345908" y="75240"/>
                </a:lnTo>
                <a:lnTo>
                  <a:pt x="346087" y="75763"/>
                </a:lnTo>
                <a:lnTo>
                  <a:pt x="346277" y="76280"/>
                </a:lnTo>
                <a:lnTo>
                  <a:pt x="346479" y="76789"/>
                </a:lnTo>
                <a:lnTo>
                  <a:pt x="346693" y="77291"/>
                </a:lnTo>
                <a:lnTo>
                  <a:pt x="346918" y="77786"/>
                </a:lnTo>
                <a:lnTo>
                  <a:pt x="347155" y="78274"/>
                </a:lnTo>
                <a:lnTo>
                  <a:pt x="347404" y="78756"/>
                </a:lnTo>
                <a:lnTo>
                  <a:pt x="347663" y="79230"/>
                </a:lnTo>
                <a:lnTo>
                  <a:pt x="347935" y="79697"/>
                </a:lnTo>
                <a:lnTo>
                  <a:pt x="348217" y="80157"/>
                </a:lnTo>
                <a:lnTo>
                  <a:pt x="348508" y="80607"/>
                </a:lnTo>
                <a:lnTo>
                  <a:pt x="348809" y="81049"/>
                </a:lnTo>
                <a:lnTo>
                  <a:pt x="349119" y="81482"/>
                </a:lnTo>
                <a:lnTo>
                  <a:pt x="349439" y="81906"/>
                </a:lnTo>
                <a:lnTo>
                  <a:pt x="349768" y="82322"/>
                </a:lnTo>
                <a:lnTo>
                  <a:pt x="350106" y="82729"/>
                </a:lnTo>
                <a:lnTo>
                  <a:pt x="350453" y="83127"/>
                </a:lnTo>
                <a:lnTo>
                  <a:pt x="350810" y="83516"/>
                </a:lnTo>
                <a:lnTo>
                  <a:pt x="351177" y="83897"/>
                </a:lnTo>
                <a:lnTo>
                  <a:pt x="351552" y="84268"/>
                </a:lnTo>
                <a:lnTo>
                  <a:pt x="351937" y="84631"/>
                </a:lnTo>
                <a:lnTo>
                  <a:pt x="352332" y="84985"/>
                </a:lnTo>
                <a:lnTo>
                  <a:pt x="352735" y="85331"/>
                </a:lnTo>
                <a:lnTo>
                  <a:pt x="353148" y="85668"/>
                </a:lnTo>
                <a:lnTo>
                  <a:pt x="353571" y="85996"/>
                </a:lnTo>
                <a:lnTo>
                  <a:pt x="354003" y="86315"/>
                </a:lnTo>
                <a:lnTo>
                  <a:pt x="354444" y="86625"/>
                </a:lnTo>
                <a:lnTo>
                  <a:pt x="354894" y="86927"/>
                </a:lnTo>
                <a:lnTo>
                  <a:pt x="355354" y="87220"/>
                </a:lnTo>
                <a:lnTo>
                  <a:pt x="355823" y="87504"/>
                </a:lnTo>
                <a:lnTo>
                  <a:pt x="356302" y="87779"/>
                </a:lnTo>
                <a:lnTo>
                  <a:pt x="356790" y="88046"/>
                </a:lnTo>
                <a:lnTo>
                  <a:pt x="357287" y="88304"/>
                </a:lnTo>
                <a:lnTo>
                  <a:pt x="357793" y="88552"/>
                </a:lnTo>
                <a:lnTo>
                  <a:pt x="358305" y="88789"/>
                </a:lnTo>
                <a:lnTo>
                  <a:pt x="358825" y="89016"/>
                </a:lnTo>
                <a:lnTo>
                  <a:pt x="359351" y="89232"/>
                </a:lnTo>
                <a:lnTo>
                  <a:pt x="359885" y="89438"/>
                </a:lnTo>
                <a:lnTo>
                  <a:pt x="360425" y="89633"/>
                </a:lnTo>
                <a:lnTo>
                  <a:pt x="360972" y="89818"/>
                </a:lnTo>
                <a:lnTo>
                  <a:pt x="361527" y="89992"/>
                </a:lnTo>
                <a:lnTo>
                  <a:pt x="362088" y="90156"/>
                </a:lnTo>
                <a:lnTo>
                  <a:pt x="362656" y="90309"/>
                </a:lnTo>
                <a:lnTo>
                  <a:pt x="363232" y="90451"/>
                </a:lnTo>
                <a:lnTo>
                  <a:pt x="363814" y="90583"/>
                </a:lnTo>
                <a:lnTo>
                  <a:pt x="364403" y="90705"/>
                </a:lnTo>
                <a:lnTo>
                  <a:pt x="364999" y="90816"/>
                </a:lnTo>
                <a:lnTo>
                  <a:pt x="365602" y="90916"/>
                </a:lnTo>
                <a:lnTo>
                  <a:pt x="366213" y="91006"/>
                </a:lnTo>
                <a:lnTo>
                  <a:pt x="366830" y="91085"/>
                </a:lnTo>
                <a:lnTo>
                  <a:pt x="367454" y="91153"/>
                </a:lnTo>
                <a:lnTo>
                  <a:pt x="368085" y="91211"/>
                </a:lnTo>
                <a:lnTo>
                  <a:pt x="368723" y="91259"/>
                </a:lnTo>
                <a:lnTo>
                  <a:pt x="369368" y="91296"/>
                </a:lnTo>
                <a:lnTo>
                  <a:pt x="370019" y="91322"/>
                </a:lnTo>
                <a:lnTo>
                  <a:pt x="370678" y="91338"/>
                </a:lnTo>
                <a:lnTo>
                  <a:pt x="371344" y="91343"/>
                </a:lnTo>
                <a:lnTo>
                  <a:pt x="372330" y="91333"/>
                </a:lnTo>
                <a:lnTo>
                  <a:pt x="373300" y="91301"/>
                </a:lnTo>
                <a:lnTo>
                  <a:pt x="374253" y="91247"/>
                </a:lnTo>
                <a:lnTo>
                  <a:pt x="375189" y="91173"/>
                </a:lnTo>
                <a:close/>
                <a:moveTo>
                  <a:pt x="483115" y="110851"/>
                </a:moveTo>
                <a:lnTo>
                  <a:pt x="497459" y="110851"/>
                </a:lnTo>
                <a:lnTo>
                  <a:pt x="497459" y="93180"/>
                </a:lnTo>
                <a:lnTo>
                  <a:pt x="497001" y="78148"/>
                </a:lnTo>
                <a:lnTo>
                  <a:pt x="497356" y="78148"/>
                </a:lnTo>
                <a:lnTo>
                  <a:pt x="497403" y="78459"/>
                </a:lnTo>
                <a:lnTo>
                  <a:pt x="497507" y="79026"/>
                </a:lnTo>
                <a:lnTo>
                  <a:pt x="497626" y="79581"/>
                </a:lnTo>
                <a:lnTo>
                  <a:pt x="497762" y="80126"/>
                </a:lnTo>
                <a:lnTo>
                  <a:pt x="497913" y="80658"/>
                </a:lnTo>
                <a:lnTo>
                  <a:pt x="498080" y="81180"/>
                </a:lnTo>
                <a:lnTo>
                  <a:pt x="498264" y="81690"/>
                </a:lnTo>
                <a:lnTo>
                  <a:pt x="498463" y="82189"/>
                </a:lnTo>
                <a:lnTo>
                  <a:pt x="498678" y="82676"/>
                </a:lnTo>
                <a:lnTo>
                  <a:pt x="498909" y="83152"/>
                </a:lnTo>
                <a:lnTo>
                  <a:pt x="499156" y="83617"/>
                </a:lnTo>
                <a:lnTo>
                  <a:pt x="499419" y="84070"/>
                </a:lnTo>
                <a:lnTo>
                  <a:pt x="499698" y="84512"/>
                </a:lnTo>
                <a:lnTo>
                  <a:pt x="499993" y="84943"/>
                </a:lnTo>
                <a:lnTo>
                  <a:pt x="500303" y="85362"/>
                </a:lnTo>
                <a:lnTo>
                  <a:pt x="500630" y="85770"/>
                </a:lnTo>
                <a:lnTo>
                  <a:pt x="500973" y="86166"/>
                </a:lnTo>
                <a:lnTo>
                  <a:pt x="501331" y="86552"/>
                </a:lnTo>
                <a:lnTo>
                  <a:pt x="501706" y="86926"/>
                </a:lnTo>
                <a:lnTo>
                  <a:pt x="502094" y="87286"/>
                </a:lnTo>
                <a:lnTo>
                  <a:pt x="502493" y="87631"/>
                </a:lnTo>
                <a:lnTo>
                  <a:pt x="502904" y="87961"/>
                </a:lnTo>
                <a:lnTo>
                  <a:pt x="503325" y="88275"/>
                </a:lnTo>
                <a:lnTo>
                  <a:pt x="503758" y="88575"/>
                </a:lnTo>
                <a:lnTo>
                  <a:pt x="504202" y="88858"/>
                </a:lnTo>
                <a:lnTo>
                  <a:pt x="504657" y="89127"/>
                </a:lnTo>
                <a:lnTo>
                  <a:pt x="505123" y="89380"/>
                </a:lnTo>
                <a:lnTo>
                  <a:pt x="505601" y="89618"/>
                </a:lnTo>
                <a:lnTo>
                  <a:pt x="506089" y="89840"/>
                </a:lnTo>
                <a:lnTo>
                  <a:pt x="506589" y="90047"/>
                </a:lnTo>
                <a:lnTo>
                  <a:pt x="507100" y="90239"/>
                </a:lnTo>
                <a:lnTo>
                  <a:pt x="507622" y="90415"/>
                </a:lnTo>
                <a:lnTo>
                  <a:pt x="508155" y="90576"/>
                </a:lnTo>
                <a:lnTo>
                  <a:pt x="508699" y="90722"/>
                </a:lnTo>
                <a:lnTo>
                  <a:pt x="509254" y="90852"/>
                </a:lnTo>
                <a:lnTo>
                  <a:pt x="509821" y="90967"/>
                </a:lnTo>
                <a:lnTo>
                  <a:pt x="510399" y="91067"/>
                </a:lnTo>
                <a:lnTo>
                  <a:pt x="510988" y="91152"/>
                </a:lnTo>
                <a:lnTo>
                  <a:pt x="511588" y="91221"/>
                </a:lnTo>
                <a:lnTo>
                  <a:pt x="512199" y="91274"/>
                </a:lnTo>
                <a:lnTo>
                  <a:pt x="512821" y="91313"/>
                </a:lnTo>
                <a:lnTo>
                  <a:pt x="513455" y="91336"/>
                </a:lnTo>
                <a:lnTo>
                  <a:pt x="514099" y="91343"/>
                </a:lnTo>
                <a:lnTo>
                  <a:pt x="514632" y="91338"/>
                </a:lnTo>
                <a:lnTo>
                  <a:pt x="515158" y="91323"/>
                </a:lnTo>
                <a:lnTo>
                  <a:pt x="515679" y="91297"/>
                </a:lnTo>
                <a:lnTo>
                  <a:pt x="516194" y="91260"/>
                </a:lnTo>
                <a:lnTo>
                  <a:pt x="516702" y="91214"/>
                </a:lnTo>
                <a:lnTo>
                  <a:pt x="517205" y="91157"/>
                </a:lnTo>
                <a:lnTo>
                  <a:pt x="517702" y="91089"/>
                </a:lnTo>
                <a:lnTo>
                  <a:pt x="518192" y="91012"/>
                </a:lnTo>
                <a:lnTo>
                  <a:pt x="518677" y="90924"/>
                </a:lnTo>
                <a:lnTo>
                  <a:pt x="519156" y="90825"/>
                </a:lnTo>
                <a:lnTo>
                  <a:pt x="519628" y="90717"/>
                </a:lnTo>
                <a:lnTo>
                  <a:pt x="520095" y="90597"/>
                </a:lnTo>
                <a:lnTo>
                  <a:pt x="520556" y="90468"/>
                </a:lnTo>
                <a:lnTo>
                  <a:pt x="521011" y="90328"/>
                </a:lnTo>
                <a:lnTo>
                  <a:pt x="521460" y="90178"/>
                </a:lnTo>
                <a:lnTo>
                  <a:pt x="521903" y="90017"/>
                </a:lnTo>
                <a:lnTo>
                  <a:pt x="522340" y="89846"/>
                </a:lnTo>
                <a:lnTo>
                  <a:pt x="522770" y="89665"/>
                </a:lnTo>
                <a:lnTo>
                  <a:pt x="523195" y="89473"/>
                </a:lnTo>
                <a:lnTo>
                  <a:pt x="523614" y="89271"/>
                </a:lnTo>
                <a:lnTo>
                  <a:pt x="524027" y="89059"/>
                </a:lnTo>
                <a:lnTo>
                  <a:pt x="524434" y="88836"/>
                </a:lnTo>
                <a:lnTo>
                  <a:pt x="524835" y="88603"/>
                </a:lnTo>
                <a:lnTo>
                  <a:pt x="525230" y="88360"/>
                </a:lnTo>
                <a:lnTo>
                  <a:pt x="525619" y="88107"/>
                </a:lnTo>
                <a:lnTo>
                  <a:pt x="526000" y="87845"/>
                </a:lnTo>
                <a:lnTo>
                  <a:pt x="526374" y="87575"/>
                </a:lnTo>
                <a:lnTo>
                  <a:pt x="526740" y="87297"/>
                </a:lnTo>
                <a:lnTo>
                  <a:pt x="527099" y="87009"/>
                </a:lnTo>
                <a:lnTo>
                  <a:pt x="527450" y="86714"/>
                </a:lnTo>
                <a:lnTo>
                  <a:pt x="527794" y="86409"/>
                </a:lnTo>
                <a:lnTo>
                  <a:pt x="528131" y="86096"/>
                </a:lnTo>
                <a:lnTo>
                  <a:pt x="528461" y="85775"/>
                </a:lnTo>
                <a:lnTo>
                  <a:pt x="528783" y="85445"/>
                </a:lnTo>
                <a:lnTo>
                  <a:pt x="529097" y="85107"/>
                </a:lnTo>
                <a:lnTo>
                  <a:pt x="529404" y="84759"/>
                </a:lnTo>
                <a:lnTo>
                  <a:pt x="529704" y="84404"/>
                </a:lnTo>
                <a:lnTo>
                  <a:pt x="529997" y="84040"/>
                </a:lnTo>
                <a:lnTo>
                  <a:pt x="530282" y="83667"/>
                </a:lnTo>
                <a:lnTo>
                  <a:pt x="530560" y="83286"/>
                </a:lnTo>
                <a:lnTo>
                  <a:pt x="530830" y="82896"/>
                </a:lnTo>
                <a:lnTo>
                  <a:pt x="531093" y="82497"/>
                </a:lnTo>
                <a:lnTo>
                  <a:pt x="531349" y="82090"/>
                </a:lnTo>
                <a:lnTo>
                  <a:pt x="531597" y="81675"/>
                </a:lnTo>
                <a:lnTo>
                  <a:pt x="531838" y="81250"/>
                </a:lnTo>
                <a:lnTo>
                  <a:pt x="532072" y="80818"/>
                </a:lnTo>
                <a:lnTo>
                  <a:pt x="532298" y="80377"/>
                </a:lnTo>
                <a:lnTo>
                  <a:pt x="532516" y="79927"/>
                </a:lnTo>
                <a:lnTo>
                  <a:pt x="532727" y="79469"/>
                </a:lnTo>
                <a:lnTo>
                  <a:pt x="532929" y="79005"/>
                </a:lnTo>
                <a:lnTo>
                  <a:pt x="533122" y="78534"/>
                </a:lnTo>
                <a:lnTo>
                  <a:pt x="533306" y="78057"/>
                </a:lnTo>
                <a:lnTo>
                  <a:pt x="533481" y="77573"/>
                </a:lnTo>
                <a:lnTo>
                  <a:pt x="533646" y="77083"/>
                </a:lnTo>
                <a:lnTo>
                  <a:pt x="533803" y="76586"/>
                </a:lnTo>
                <a:lnTo>
                  <a:pt x="533951" y="76082"/>
                </a:lnTo>
                <a:lnTo>
                  <a:pt x="534090" y="75572"/>
                </a:lnTo>
                <a:lnTo>
                  <a:pt x="534220" y="75055"/>
                </a:lnTo>
                <a:lnTo>
                  <a:pt x="534341" y="74532"/>
                </a:lnTo>
                <a:lnTo>
                  <a:pt x="534454" y="74002"/>
                </a:lnTo>
                <a:lnTo>
                  <a:pt x="534557" y="73466"/>
                </a:lnTo>
                <a:lnTo>
                  <a:pt x="534651" y="72923"/>
                </a:lnTo>
                <a:lnTo>
                  <a:pt x="534736" y="72373"/>
                </a:lnTo>
                <a:lnTo>
                  <a:pt x="534812" y="71817"/>
                </a:lnTo>
                <a:lnTo>
                  <a:pt x="534879" y="71254"/>
                </a:lnTo>
                <a:lnTo>
                  <a:pt x="534938" y="70685"/>
                </a:lnTo>
                <a:lnTo>
                  <a:pt x="534987" y="70109"/>
                </a:lnTo>
                <a:lnTo>
                  <a:pt x="535027" y="69526"/>
                </a:lnTo>
                <a:lnTo>
                  <a:pt x="535059" y="68937"/>
                </a:lnTo>
                <a:lnTo>
                  <a:pt x="535081" y="68341"/>
                </a:lnTo>
                <a:lnTo>
                  <a:pt x="535095" y="67739"/>
                </a:lnTo>
                <a:lnTo>
                  <a:pt x="535099" y="67130"/>
                </a:lnTo>
                <a:lnTo>
                  <a:pt x="535099" y="50032"/>
                </a:lnTo>
                <a:lnTo>
                  <a:pt x="535089" y="49121"/>
                </a:lnTo>
                <a:lnTo>
                  <a:pt x="535059" y="48227"/>
                </a:lnTo>
                <a:lnTo>
                  <a:pt x="535010" y="47348"/>
                </a:lnTo>
                <a:lnTo>
                  <a:pt x="534940" y="46484"/>
                </a:lnTo>
                <a:lnTo>
                  <a:pt x="534850" y="45636"/>
                </a:lnTo>
                <a:lnTo>
                  <a:pt x="534741" y="44804"/>
                </a:lnTo>
                <a:lnTo>
                  <a:pt x="534611" y="43987"/>
                </a:lnTo>
                <a:lnTo>
                  <a:pt x="534462" y="43185"/>
                </a:lnTo>
                <a:lnTo>
                  <a:pt x="534292" y="42399"/>
                </a:lnTo>
                <a:lnTo>
                  <a:pt x="534103" y="41629"/>
                </a:lnTo>
                <a:lnTo>
                  <a:pt x="533894" y="40874"/>
                </a:lnTo>
                <a:lnTo>
                  <a:pt x="533665" y="40135"/>
                </a:lnTo>
                <a:lnTo>
                  <a:pt x="533416" y="39411"/>
                </a:lnTo>
                <a:lnTo>
                  <a:pt x="533147" y="38703"/>
                </a:lnTo>
                <a:lnTo>
                  <a:pt x="532858" y="38010"/>
                </a:lnTo>
                <a:lnTo>
                  <a:pt x="532549" y="37333"/>
                </a:lnTo>
                <a:lnTo>
                  <a:pt x="532220" y="36672"/>
                </a:lnTo>
                <a:lnTo>
                  <a:pt x="531872" y="36026"/>
                </a:lnTo>
                <a:lnTo>
                  <a:pt x="531503" y="35395"/>
                </a:lnTo>
                <a:lnTo>
                  <a:pt x="531114" y="34780"/>
                </a:lnTo>
                <a:lnTo>
                  <a:pt x="530706" y="34181"/>
                </a:lnTo>
                <a:lnTo>
                  <a:pt x="530278" y="33597"/>
                </a:lnTo>
                <a:lnTo>
                  <a:pt x="529829" y="33029"/>
                </a:lnTo>
                <a:lnTo>
                  <a:pt x="529361" y="32476"/>
                </a:lnTo>
                <a:lnTo>
                  <a:pt x="528876" y="31942"/>
                </a:lnTo>
                <a:lnTo>
                  <a:pt x="528379" y="31431"/>
                </a:lnTo>
                <a:lnTo>
                  <a:pt x="527867" y="30943"/>
                </a:lnTo>
                <a:lnTo>
                  <a:pt x="527343" y="30477"/>
                </a:lnTo>
                <a:lnTo>
                  <a:pt x="526806" y="30034"/>
                </a:lnTo>
                <a:lnTo>
                  <a:pt x="526255" y="29614"/>
                </a:lnTo>
                <a:lnTo>
                  <a:pt x="525692" y="29216"/>
                </a:lnTo>
                <a:lnTo>
                  <a:pt x="525115" y="28842"/>
                </a:lnTo>
                <a:lnTo>
                  <a:pt x="524525" y="28490"/>
                </a:lnTo>
                <a:lnTo>
                  <a:pt x="523922" y="28160"/>
                </a:lnTo>
                <a:lnTo>
                  <a:pt x="523306" y="27854"/>
                </a:lnTo>
                <a:lnTo>
                  <a:pt x="522677" y="27570"/>
                </a:lnTo>
                <a:lnTo>
                  <a:pt x="522034" y="27308"/>
                </a:lnTo>
                <a:lnTo>
                  <a:pt x="521379" y="27070"/>
                </a:lnTo>
                <a:lnTo>
                  <a:pt x="520710" y="26854"/>
                </a:lnTo>
                <a:lnTo>
                  <a:pt x="520028" y="26661"/>
                </a:lnTo>
                <a:lnTo>
                  <a:pt x="519333" y="26491"/>
                </a:lnTo>
                <a:lnTo>
                  <a:pt x="518625" y="26343"/>
                </a:lnTo>
                <a:lnTo>
                  <a:pt x="517903" y="26218"/>
                </a:lnTo>
                <a:lnTo>
                  <a:pt x="517169" y="26116"/>
                </a:lnTo>
                <a:lnTo>
                  <a:pt x="516421" y="26036"/>
                </a:lnTo>
                <a:lnTo>
                  <a:pt x="515660" y="25980"/>
                </a:lnTo>
                <a:lnTo>
                  <a:pt x="514886" y="25946"/>
                </a:lnTo>
                <a:lnTo>
                  <a:pt x="514099" y="25934"/>
                </a:lnTo>
                <a:lnTo>
                  <a:pt x="513455" y="25942"/>
                </a:lnTo>
                <a:lnTo>
                  <a:pt x="512821" y="25965"/>
                </a:lnTo>
                <a:lnTo>
                  <a:pt x="512199" y="26003"/>
                </a:lnTo>
                <a:lnTo>
                  <a:pt x="511588" y="26057"/>
                </a:lnTo>
                <a:lnTo>
                  <a:pt x="510988" y="26126"/>
                </a:lnTo>
                <a:lnTo>
                  <a:pt x="510399" y="26210"/>
                </a:lnTo>
                <a:lnTo>
                  <a:pt x="509821" y="26310"/>
                </a:lnTo>
                <a:lnTo>
                  <a:pt x="509254" y="26425"/>
                </a:lnTo>
                <a:lnTo>
                  <a:pt x="508699" y="26555"/>
                </a:lnTo>
                <a:lnTo>
                  <a:pt x="508155" y="26701"/>
                </a:lnTo>
                <a:lnTo>
                  <a:pt x="507622" y="26862"/>
                </a:lnTo>
                <a:lnTo>
                  <a:pt x="507100" y="27039"/>
                </a:lnTo>
                <a:lnTo>
                  <a:pt x="506589" y="27230"/>
                </a:lnTo>
                <a:lnTo>
                  <a:pt x="506089" y="27438"/>
                </a:lnTo>
                <a:lnTo>
                  <a:pt x="505601" y="27660"/>
                </a:lnTo>
                <a:lnTo>
                  <a:pt x="505123" y="27898"/>
                </a:lnTo>
                <a:lnTo>
                  <a:pt x="504657" y="28151"/>
                </a:lnTo>
                <a:lnTo>
                  <a:pt x="504202" y="28419"/>
                </a:lnTo>
                <a:lnTo>
                  <a:pt x="503758" y="28703"/>
                </a:lnTo>
                <a:lnTo>
                  <a:pt x="503325" y="29002"/>
                </a:lnTo>
                <a:lnTo>
                  <a:pt x="502904" y="29317"/>
                </a:lnTo>
                <a:lnTo>
                  <a:pt x="502493" y="29646"/>
                </a:lnTo>
                <a:lnTo>
                  <a:pt x="502094" y="29992"/>
                </a:lnTo>
                <a:lnTo>
                  <a:pt x="501706" y="30352"/>
                </a:lnTo>
                <a:lnTo>
                  <a:pt x="501331" y="30726"/>
                </a:lnTo>
                <a:lnTo>
                  <a:pt x="500973" y="31111"/>
                </a:lnTo>
                <a:lnTo>
                  <a:pt x="500630" y="31508"/>
                </a:lnTo>
                <a:lnTo>
                  <a:pt x="500303" y="31916"/>
                </a:lnTo>
                <a:lnTo>
                  <a:pt x="499993" y="32335"/>
                </a:lnTo>
                <a:lnTo>
                  <a:pt x="499698" y="32765"/>
                </a:lnTo>
                <a:lnTo>
                  <a:pt x="499419" y="33207"/>
                </a:lnTo>
                <a:lnTo>
                  <a:pt x="499156" y="33661"/>
                </a:lnTo>
                <a:lnTo>
                  <a:pt x="498909" y="34125"/>
                </a:lnTo>
                <a:lnTo>
                  <a:pt x="498678" y="34601"/>
                </a:lnTo>
                <a:lnTo>
                  <a:pt x="498463" y="35089"/>
                </a:lnTo>
                <a:lnTo>
                  <a:pt x="498264" y="35588"/>
                </a:lnTo>
                <a:lnTo>
                  <a:pt x="498080" y="36098"/>
                </a:lnTo>
                <a:lnTo>
                  <a:pt x="497913" y="36619"/>
                </a:lnTo>
                <a:lnTo>
                  <a:pt x="497762" y="37152"/>
                </a:lnTo>
                <a:lnTo>
                  <a:pt x="497626" y="37696"/>
                </a:lnTo>
                <a:lnTo>
                  <a:pt x="497507" y="38252"/>
                </a:lnTo>
                <a:lnTo>
                  <a:pt x="497403" y="38819"/>
                </a:lnTo>
                <a:lnTo>
                  <a:pt x="497356" y="39130"/>
                </a:lnTo>
                <a:lnTo>
                  <a:pt x="497116" y="39130"/>
                </a:lnTo>
                <a:lnTo>
                  <a:pt x="497116" y="27081"/>
                </a:lnTo>
                <a:lnTo>
                  <a:pt x="483115" y="27081"/>
                </a:lnTo>
                <a:lnTo>
                  <a:pt x="483115" y="110851"/>
                </a:lnTo>
                <a:close/>
                <a:moveTo>
                  <a:pt x="507315" y="78859"/>
                </a:moveTo>
                <a:lnTo>
                  <a:pt x="506902" y="78808"/>
                </a:lnTo>
                <a:lnTo>
                  <a:pt x="506496" y="78745"/>
                </a:lnTo>
                <a:lnTo>
                  <a:pt x="506099" y="78672"/>
                </a:lnTo>
                <a:lnTo>
                  <a:pt x="505709" y="78586"/>
                </a:lnTo>
                <a:lnTo>
                  <a:pt x="505327" y="78490"/>
                </a:lnTo>
                <a:lnTo>
                  <a:pt x="504953" y="78382"/>
                </a:lnTo>
                <a:lnTo>
                  <a:pt x="504588" y="78263"/>
                </a:lnTo>
                <a:lnTo>
                  <a:pt x="504230" y="78132"/>
                </a:lnTo>
                <a:lnTo>
                  <a:pt x="503880" y="77990"/>
                </a:lnTo>
                <a:lnTo>
                  <a:pt x="503538" y="77837"/>
                </a:lnTo>
                <a:lnTo>
                  <a:pt x="503204" y="77673"/>
                </a:lnTo>
                <a:lnTo>
                  <a:pt x="502878" y="77497"/>
                </a:lnTo>
                <a:lnTo>
                  <a:pt x="502560" y="77309"/>
                </a:lnTo>
                <a:lnTo>
                  <a:pt x="502250" y="77111"/>
                </a:lnTo>
                <a:lnTo>
                  <a:pt x="501948" y="76901"/>
                </a:lnTo>
                <a:lnTo>
                  <a:pt x="501654" y="76679"/>
                </a:lnTo>
                <a:lnTo>
                  <a:pt x="501368" y="76447"/>
                </a:lnTo>
                <a:lnTo>
                  <a:pt x="501089" y="76203"/>
                </a:lnTo>
                <a:lnTo>
                  <a:pt x="500819" y="75947"/>
                </a:lnTo>
                <a:lnTo>
                  <a:pt x="500557" y="75681"/>
                </a:lnTo>
                <a:lnTo>
                  <a:pt x="500304" y="75403"/>
                </a:lnTo>
                <a:lnTo>
                  <a:pt x="500062" y="75117"/>
                </a:lnTo>
                <a:lnTo>
                  <a:pt x="499831" y="74822"/>
                </a:lnTo>
                <a:lnTo>
                  <a:pt x="499611" y="74519"/>
                </a:lnTo>
                <a:lnTo>
                  <a:pt x="499401" y="74206"/>
                </a:lnTo>
                <a:lnTo>
                  <a:pt x="499202" y="73884"/>
                </a:lnTo>
                <a:lnTo>
                  <a:pt x="499014" y="73553"/>
                </a:lnTo>
                <a:lnTo>
                  <a:pt x="498836" y="73213"/>
                </a:lnTo>
                <a:lnTo>
                  <a:pt x="498669" y="72864"/>
                </a:lnTo>
                <a:lnTo>
                  <a:pt x="498513" y="72507"/>
                </a:lnTo>
                <a:lnTo>
                  <a:pt x="498368" y="72140"/>
                </a:lnTo>
                <a:lnTo>
                  <a:pt x="498234" y="71764"/>
                </a:lnTo>
                <a:lnTo>
                  <a:pt x="498110" y="71380"/>
                </a:lnTo>
                <a:lnTo>
                  <a:pt x="497997" y="70986"/>
                </a:lnTo>
                <a:lnTo>
                  <a:pt x="497895" y="70584"/>
                </a:lnTo>
                <a:lnTo>
                  <a:pt x="497804" y="70172"/>
                </a:lnTo>
                <a:lnTo>
                  <a:pt x="497723" y="69752"/>
                </a:lnTo>
                <a:lnTo>
                  <a:pt x="497653" y="69322"/>
                </a:lnTo>
                <a:lnTo>
                  <a:pt x="497594" y="68884"/>
                </a:lnTo>
                <a:lnTo>
                  <a:pt x="497545" y="68437"/>
                </a:lnTo>
                <a:lnTo>
                  <a:pt x="497508" y="67980"/>
                </a:lnTo>
                <a:lnTo>
                  <a:pt x="497481" y="67515"/>
                </a:lnTo>
                <a:lnTo>
                  <a:pt x="497465" y="67041"/>
                </a:lnTo>
                <a:lnTo>
                  <a:pt x="497459" y="66558"/>
                </a:lnTo>
                <a:lnTo>
                  <a:pt x="497459" y="50722"/>
                </a:lnTo>
                <a:lnTo>
                  <a:pt x="497465" y="50238"/>
                </a:lnTo>
                <a:lnTo>
                  <a:pt x="497481" y="49764"/>
                </a:lnTo>
                <a:lnTo>
                  <a:pt x="497508" y="49299"/>
                </a:lnTo>
                <a:lnTo>
                  <a:pt x="497545" y="48842"/>
                </a:lnTo>
                <a:lnTo>
                  <a:pt x="497594" y="48395"/>
                </a:lnTo>
                <a:lnTo>
                  <a:pt x="497653" y="47956"/>
                </a:lnTo>
                <a:lnTo>
                  <a:pt x="497723" y="47527"/>
                </a:lnTo>
                <a:lnTo>
                  <a:pt x="497804" y="47106"/>
                </a:lnTo>
                <a:lnTo>
                  <a:pt x="497895" y="46695"/>
                </a:lnTo>
                <a:lnTo>
                  <a:pt x="497997" y="46292"/>
                </a:lnTo>
                <a:lnTo>
                  <a:pt x="498110" y="45899"/>
                </a:lnTo>
                <a:lnTo>
                  <a:pt x="498234" y="45514"/>
                </a:lnTo>
                <a:lnTo>
                  <a:pt x="498368" y="45138"/>
                </a:lnTo>
                <a:lnTo>
                  <a:pt x="498513" y="44772"/>
                </a:lnTo>
                <a:lnTo>
                  <a:pt x="498669" y="44414"/>
                </a:lnTo>
                <a:lnTo>
                  <a:pt x="498836" y="44065"/>
                </a:lnTo>
                <a:lnTo>
                  <a:pt x="499014" y="43726"/>
                </a:lnTo>
                <a:lnTo>
                  <a:pt x="499202" y="43395"/>
                </a:lnTo>
                <a:lnTo>
                  <a:pt x="499401" y="43073"/>
                </a:lnTo>
                <a:lnTo>
                  <a:pt x="499611" y="42760"/>
                </a:lnTo>
                <a:lnTo>
                  <a:pt x="499831" y="42456"/>
                </a:lnTo>
                <a:lnTo>
                  <a:pt x="500062" y="42162"/>
                </a:lnTo>
                <a:lnTo>
                  <a:pt x="500304" y="41876"/>
                </a:lnTo>
                <a:lnTo>
                  <a:pt x="500557" y="41599"/>
                </a:lnTo>
                <a:lnTo>
                  <a:pt x="500819" y="41332"/>
                </a:lnTo>
                <a:lnTo>
                  <a:pt x="501089" y="41076"/>
                </a:lnTo>
                <a:lnTo>
                  <a:pt x="501368" y="40832"/>
                </a:lnTo>
                <a:lnTo>
                  <a:pt x="501654" y="40599"/>
                </a:lnTo>
                <a:lnTo>
                  <a:pt x="501948" y="40378"/>
                </a:lnTo>
                <a:lnTo>
                  <a:pt x="502250" y="40168"/>
                </a:lnTo>
                <a:lnTo>
                  <a:pt x="502560" y="39969"/>
                </a:lnTo>
                <a:lnTo>
                  <a:pt x="502878" y="39782"/>
                </a:lnTo>
                <a:lnTo>
                  <a:pt x="503204" y="39606"/>
                </a:lnTo>
                <a:lnTo>
                  <a:pt x="503538" y="39441"/>
                </a:lnTo>
                <a:lnTo>
                  <a:pt x="503880" y="39288"/>
                </a:lnTo>
                <a:lnTo>
                  <a:pt x="504230" y="39146"/>
                </a:lnTo>
                <a:lnTo>
                  <a:pt x="504588" y="39015"/>
                </a:lnTo>
                <a:lnTo>
                  <a:pt x="504953" y="38896"/>
                </a:lnTo>
                <a:lnTo>
                  <a:pt x="505327" y="38788"/>
                </a:lnTo>
                <a:lnTo>
                  <a:pt x="505709" y="38691"/>
                </a:lnTo>
                <a:lnTo>
                  <a:pt x="506099" y="38606"/>
                </a:lnTo>
                <a:lnTo>
                  <a:pt x="506496" y="38532"/>
                </a:lnTo>
                <a:lnTo>
                  <a:pt x="506902" y="38470"/>
                </a:lnTo>
                <a:lnTo>
                  <a:pt x="507315" y="38419"/>
                </a:lnTo>
                <a:lnTo>
                  <a:pt x="507737" y="38379"/>
                </a:lnTo>
                <a:lnTo>
                  <a:pt x="508166" y="38351"/>
                </a:lnTo>
                <a:lnTo>
                  <a:pt x="508604" y="38334"/>
                </a:lnTo>
                <a:lnTo>
                  <a:pt x="509049" y="38328"/>
                </a:lnTo>
                <a:lnTo>
                  <a:pt x="509504" y="38333"/>
                </a:lnTo>
                <a:lnTo>
                  <a:pt x="509951" y="38350"/>
                </a:lnTo>
                <a:lnTo>
                  <a:pt x="510389" y="38378"/>
                </a:lnTo>
                <a:lnTo>
                  <a:pt x="510819" y="38417"/>
                </a:lnTo>
                <a:lnTo>
                  <a:pt x="511240" y="38467"/>
                </a:lnTo>
                <a:lnTo>
                  <a:pt x="511653" y="38529"/>
                </a:lnTo>
                <a:lnTo>
                  <a:pt x="512058" y="38601"/>
                </a:lnTo>
                <a:lnTo>
                  <a:pt x="512454" y="38685"/>
                </a:lnTo>
                <a:lnTo>
                  <a:pt x="512842" y="38780"/>
                </a:lnTo>
                <a:lnTo>
                  <a:pt x="513221" y="38886"/>
                </a:lnTo>
                <a:lnTo>
                  <a:pt x="513593" y="39003"/>
                </a:lnTo>
                <a:lnTo>
                  <a:pt x="513955" y="39131"/>
                </a:lnTo>
                <a:lnTo>
                  <a:pt x="514310" y="39271"/>
                </a:lnTo>
                <a:lnTo>
                  <a:pt x="514656" y="39421"/>
                </a:lnTo>
                <a:lnTo>
                  <a:pt x="514993" y="39583"/>
                </a:lnTo>
                <a:lnTo>
                  <a:pt x="515323" y="39756"/>
                </a:lnTo>
                <a:lnTo>
                  <a:pt x="515644" y="39940"/>
                </a:lnTo>
                <a:lnTo>
                  <a:pt x="515956" y="40135"/>
                </a:lnTo>
                <a:lnTo>
                  <a:pt x="516260" y="40342"/>
                </a:lnTo>
                <a:lnTo>
                  <a:pt x="516556" y="40559"/>
                </a:lnTo>
                <a:lnTo>
                  <a:pt x="516844" y="40788"/>
                </a:lnTo>
                <a:lnTo>
                  <a:pt x="517123" y="41028"/>
                </a:lnTo>
                <a:lnTo>
                  <a:pt x="517393" y="41279"/>
                </a:lnTo>
                <a:lnTo>
                  <a:pt x="517656" y="41541"/>
                </a:lnTo>
                <a:lnTo>
                  <a:pt x="517909" y="41814"/>
                </a:lnTo>
                <a:lnTo>
                  <a:pt x="518151" y="42096"/>
                </a:lnTo>
                <a:lnTo>
                  <a:pt x="518382" y="42387"/>
                </a:lnTo>
                <a:lnTo>
                  <a:pt x="518603" y="42689"/>
                </a:lnTo>
                <a:lnTo>
                  <a:pt x="518812" y="42999"/>
                </a:lnTo>
                <a:lnTo>
                  <a:pt x="519012" y="43320"/>
                </a:lnTo>
                <a:lnTo>
                  <a:pt x="519200" y="43650"/>
                </a:lnTo>
                <a:lnTo>
                  <a:pt x="519377" y="43989"/>
                </a:lnTo>
                <a:lnTo>
                  <a:pt x="519544" y="44338"/>
                </a:lnTo>
                <a:lnTo>
                  <a:pt x="519700" y="44697"/>
                </a:lnTo>
                <a:lnTo>
                  <a:pt x="519846" y="45065"/>
                </a:lnTo>
                <a:lnTo>
                  <a:pt x="519980" y="45443"/>
                </a:lnTo>
                <a:lnTo>
                  <a:pt x="520104" y="45830"/>
                </a:lnTo>
                <a:lnTo>
                  <a:pt x="520217" y="46227"/>
                </a:lnTo>
                <a:lnTo>
                  <a:pt x="520319" y="46633"/>
                </a:lnTo>
                <a:lnTo>
                  <a:pt x="520411" y="47049"/>
                </a:lnTo>
                <a:lnTo>
                  <a:pt x="520491" y="47475"/>
                </a:lnTo>
                <a:lnTo>
                  <a:pt x="520561" y="47910"/>
                </a:lnTo>
                <a:lnTo>
                  <a:pt x="520620" y="48355"/>
                </a:lnTo>
                <a:lnTo>
                  <a:pt x="520669" y="48809"/>
                </a:lnTo>
                <a:lnTo>
                  <a:pt x="520706" y="49273"/>
                </a:lnTo>
                <a:lnTo>
                  <a:pt x="520733" y="49746"/>
                </a:lnTo>
                <a:lnTo>
                  <a:pt x="520750" y="50229"/>
                </a:lnTo>
                <a:lnTo>
                  <a:pt x="520755" y="50722"/>
                </a:lnTo>
                <a:lnTo>
                  <a:pt x="520755" y="66558"/>
                </a:lnTo>
                <a:lnTo>
                  <a:pt x="520750" y="67050"/>
                </a:lnTo>
                <a:lnTo>
                  <a:pt x="520733" y="67533"/>
                </a:lnTo>
                <a:lnTo>
                  <a:pt x="520706" y="68006"/>
                </a:lnTo>
                <a:lnTo>
                  <a:pt x="520669" y="68470"/>
                </a:lnTo>
                <a:lnTo>
                  <a:pt x="520620" y="68924"/>
                </a:lnTo>
                <a:lnTo>
                  <a:pt x="520561" y="69369"/>
                </a:lnTo>
                <a:lnTo>
                  <a:pt x="520491" y="69804"/>
                </a:lnTo>
                <a:lnTo>
                  <a:pt x="520411" y="70229"/>
                </a:lnTo>
                <a:lnTo>
                  <a:pt x="520319" y="70645"/>
                </a:lnTo>
                <a:lnTo>
                  <a:pt x="520217" y="71051"/>
                </a:lnTo>
                <a:lnTo>
                  <a:pt x="520104" y="71448"/>
                </a:lnTo>
                <a:lnTo>
                  <a:pt x="519980" y="71835"/>
                </a:lnTo>
                <a:lnTo>
                  <a:pt x="519846" y="72213"/>
                </a:lnTo>
                <a:lnTo>
                  <a:pt x="519700" y="72581"/>
                </a:lnTo>
                <a:lnTo>
                  <a:pt x="519544" y="72940"/>
                </a:lnTo>
                <a:lnTo>
                  <a:pt x="519377" y="73289"/>
                </a:lnTo>
                <a:lnTo>
                  <a:pt x="519200" y="73628"/>
                </a:lnTo>
                <a:lnTo>
                  <a:pt x="519012" y="73958"/>
                </a:lnTo>
                <a:lnTo>
                  <a:pt x="518812" y="74278"/>
                </a:lnTo>
                <a:lnTo>
                  <a:pt x="518603" y="74589"/>
                </a:lnTo>
                <a:lnTo>
                  <a:pt x="518382" y="74890"/>
                </a:lnTo>
                <a:lnTo>
                  <a:pt x="518151" y="75182"/>
                </a:lnTo>
                <a:lnTo>
                  <a:pt x="517909" y="75464"/>
                </a:lnTo>
                <a:lnTo>
                  <a:pt x="517656" y="75737"/>
                </a:lnTo>
                <a:lnTo>
                  <a:pt x="517393" y="75999"/>
                </a:lnTo>
                <a:lnTo>
                  <a:pt x="517123" y="76250"/>
                </a:lnTo>
                <a:lnTo>
                  <a:pt x="516844" y="76490"/>
                </a:lnTo>
                <a:lnTo>
                  <a:pt x="516556" y="76718"/>
                </a:lnTo>
                <a:lnTo>
                  <a:pt x="516260" y="76936"/>
                </a:lnTo>
                <a:lnTo>
                  <a:pt x="515956" y="77142"/>
                </a:lnTo>
                <a:lnTo>
                  <a:pt x="515644" y="77338"/>
                </a:lnTo>
                <a:lnTo>
                  <a:pt x="515323" y="77522"/>
                </a:lnTo>
                <a:lnTo>
                  <a:pt x="514993" y="77695"/>
                </a:lnTo>
                <a:lnTo>
                  <a:pt x="514656" y="77856"/>
                </a:lnTo>
                <a:lnTo>
                  <a:pt x="514310" y="78007"/>
                </a:lnTo>
                <a:lnTo>
                  <a:pt x="513955" y="78146"/>
                </a:lnTo>
                <a:lnTo>
                  <a:pt x="513593" y="78275"/>
                </a:lnTo>
                <a:lnTo>
                  <a:pt x="513221" y="78392"/>
                </a:lnTo>
                <a:lnTo>
                  <a:pt x="512842" y="78498"/>
                </a:lnTo>
                <a:lnTo>
                  <a:pt x="512454" y="78593"/>
                </a:lnTo>
                <a:lnTo>
                  <a:pt x="512058" y="78676"/>
                </a:lnTo>
                <a:lnTo>
                  <a:pt x="511653" y="78749"/>
                </a:lnTo>
                <a:lnTo>
                  <a:pt x="511240" y="78810"/>
                </a:lnTo>
                <a:lnTo>
                  <a:pt x="510819" y="78860"/>
                </a:lnTo>
                <a:lnTo>
                  <a:pt x="510389" y="78899"/>
                </a:lnTo>
                <a:lnTo>
                  <a:pt x="509951" y="78927"/>
                </a:lnTo>
                <a:lnTo>
                  <a:pt x="509504" y="78944"/>
                </a:lnTo>
                <a:lnTo>
                  <a:pt x="509049" y="78950"/>
                </a:lnTo>
                <a:lnTo>
                  <a:pt x="508604" y="78944"/>
                </a:lnTo>
                <a:lnTo>
                  <a:pt x="508166" y="78927"/>
                </a:lnTo>
                <a:lnTo>
                  <a:pt x="507737" y="78899"/>
                </a:lnTo>
                <a:lnTo>
                  <a:pt x="507315" y="78859"/>
                </a:lnTo>
                <a:close/>
                <a:moveTo>
                  <a:pt x="581460" y="59328"/>
                </a:moveTo>
                <a:lnTo>
                  <a:pt x="581384" y="59550"/>
                </a:lnTo>
                <a:lnTo>
                  <a:pt x="581307" y="59775"/>
                </a:lnTo>
                <a:lnTo>
                  <a:pt x="581231" y="60005"/>
                </a:lnTo>
                <a:lnTo>
                  <a:pt x="581154" y="60238"/>
                </a:lnTo>
                <a:lnTo>
                  <a:pt x="581078" y="60475"/>
                </a:lnTo>
                <a:lnTo>
                  <a:pt x="581001" y="60715"/>
                </a:lnTo>
                <a:lnTo>
                  <a:pt x="580925" y="60960"/>
                </a:lnTo>
                <a:lnTo>
                  <a:pt x="580848" y="61208"/>
                </a:lnTo>
                <a:lnTo>
                  <a:pt x="580772" y="61460"/>
                </a:lnTo>
                <a:lnTo>
                  <a:pt x="580695" y="61716"/>
                </a:lnTo>
                <a:lnTo>
                  <a:pt x="580619" y="61976"/>
                </a:lnTo>
                <a:lnTo>
                  <a:pt x="580542" y="62239"/>
                </a:lnTo>
                <a:lnTo>
                  <a:pt x="580466" y="62507"/>
                </a:lnTo>
                <a:lnTo>
                  <a:pt x="580389" y="62778"/>
                </a:lnTo>
                <a:lnTo>
                  <a:pt x="580312" y="63052"/>
                </a:lnTo>
                <a:lnTo>
                  <a:pt x="580236" y="63331"/>
                </a:lnTo>
                <a:lnTo>
                  <a:pt x="580159" y="63613"/>
                </a:lnTo>
                <a:lnTo>
                  <a:pt x="580083" y="63900"/>
                </a:lnTo>
                <a:lnTo>
                  <a:pt x="580006" y="64190"/>
                </a:lnTo>
                <a:lnTo>
                  <a:pt x="579930" y="64483"/>
                </a:lnTo>
                <a:lnTo>
                  <a:pt x="579853" y="64781"/>
                </a:lnTo>
                <a:lnTo>
                  <a:pt x="579776" y="65082"/>
                </a:lnTo>
                <a:lnTo>
                  <a:pt x="579700" y="65387"/>
                </a:lnTo>
                <a:lnTo>
                  <a:pt x="579623" y="65696"/>
                </a:lnTo>
                <a:lnTo>
                  <a:pt x="579547" y="66005"/>
                </a:lnTo>
                <a:lnTo>
                  <a:pt x="579473" y="66309"/>
                </a:lnTo>
                <a:lnTo>
                  <a:pt x="579399" y="66608"/>
                </a:lnTo>
                <a:lnTo>
                  <a:pt x="579327" y="66903"/>
                </a:lnTo>
                <a:lnTo>
                  <a:pt x="579256" y="67193"/>
                </a:lnTo>
                <a:lnTo>
                  <a:pt x="579186" y="67479"/>
                </a:lnTo>
                <a:lnTo>
                  <a:pt x="579117" y="67760"/>
                </a:lnTo>
                <a:lnTo>
                  <a:pt x="579050" y="68036"/>
                </a:lnTo>
                <a:lnTo>
                  <a:pt x="578983" y="68308"/>
                </a:lnTo>
                <a:lnTo>
                  <a:pt x="578918" y="68575"/>
                </a:lnTo>
                <a:lnTo>
                  <a:pt x="578854" y="68838"/>
                </a:lnTo>
                <a:lnTo>
                  <a:pt x="578792" y="69096"/>
                </a:lnTo>
                <a:lnTo>
                  <a:pt x="578730" y="69349"/>
                </a:lnTo>
                <a:lnTo>
                  <a:pt x="578670" y="69598"/>
                </a:lnTo>
                <a:lnTo>
                  <a:pt x="578610" y="69843"/>
                </a:lnTo>
                <a:lnTo>
                  <a:pt x="578552" y="70082"/>
                </a:lnTo>
                <a:lnTo>
                  <a:pt x="578496" y="70317"/>
                </a:lnTo>
                <a:lnTo>
                  <a:pt x="578440" y="70548"/>
                </a:lnTo>
                <a:lnTo>
                  <a:pt x="578386" y="70774"/>
                </a:lnTo>
                <a:lnTo>
                  <a:pt x="578332" y="70995"/>
                </a:lnTo>
                <a:lnTo>
                  <a:pt x="578280" y="71212"/>
                </a:lnTo>
                <a:lnTo>
                  <a:pt x="578229" y="71425"/>
                </a:lnTo>
                <a:lnTo>
                  <a:pt x="578180" y="71632"/>
                </a:lnTo>
                <a:lnTo>
                  <a:pt x="578131" y="71835"/>
                </a:lnTo>
                <a:lnTo>
                  <a:pt x="578092" y="71632"/>
                </a:lnTo>
                <a:lnTo>
                  <a:pt x="578052" y="71425"/>
                </a:lnTo>
                <a:lnTo>
                  <a:pt x="578010" y="71212"/>
                </a:lnTo>
                <a:lnTo>
                  <a:pt x="577966" y="70995"/>
                </a:lnTo>
                <a:lnTo>
                  <a:pt x="577920" y="70774"/>
                </a:lnTo>
                <a:lnTo>
                  <a:pt x="577873" y="70548"/>
                </a:lnTo>
                <a:lnTo>
                  <a:pt x="577825" y="70317"/>
                </a:lnTo>
                <a:lnTo>
                  <a:pt x="577775" y="70082"/>
                </a:lnTo>
                <a:lnTo>
                  <a:pt x="577723" y="69843"/>
                </a:lnTo>
                <a:lnTo>
                  <a:pt x="577669" y="69598"/>
                </a:lnTo>
                <a:lnTo>
                  <a:pt x="577614" y="69349"/>
                </a:lnTo>
                <a:lnTo>
                  <a:pt x="577558" y="69096"/>
                </a:lnTo>
                <a:lnTo>
                  <a:pt x="577500" y="68838"/>
                </a:lnTo>
                <a:lnTo>
                  <a:pt x="577440" y="68575"/>
                </a:lnTo>
                <a:lnTo>
                  <a:pt x="577379" y="68308"/>
                </a:lnTo>
                <a:lnTo>
                  <a:pt x="577316" y="68036"/>
                </a:lnTo>
                <a:lnTo>
                  <a:pt x="577251" y="67760"/>
                </a:lnTo>
                <a:lnTo>
                  <a:pt x="577185" y="67479"/>
                </a:lnTo>
                <a:lnTo>
                  <a:pt x="577117" y="67193"/>
                </a:lnTo>
                <a:lnTo>
                  <a:pt x="577048" y="66903"/>
                </a:lnTo>
                <a:lnTo>
                  <a:pt x="576977" y="66608"/>
                </a:lnTo>
                <a:lnTo>
                  <a:pt x="576905" y="66309"/>
                </a:lnTo>
                <a:lnTo>
                  <a:pt x="576831" y="66005"/>
                </a:lnTo>
                <a:lnTo>
                  <a:pt x="576755" y="65696"/>
                </a:lnTo>
                <a:lnTo>
                  <a:pt x="576679" y="65387"/>
                </a:lnTo>
                <a:lnTo>
                  <a:pt x="576602" y="65082"/>
                </a:lnTo>
                <a:lnTo>
                  <a:pt x="576526" y="64781"/>
                </a:lnTo>
                <a:lnTo>
                  <a:pt x="576449" y="64483"/>
                </a:lnTo>
                <a:lnTo>
                  <a:pt x="576373" y="64190"/>
                </a:lnTo>
                <a:lnTo>
                  <a:pt x="576296" y="63900"/>
                </a:lnTo>
                <a:lnTo>
                  <a:pt x="576220" y="63613"/>
                </a:lnTo>
                <a:lnTo>
                  <a:pt x="576143" y="63331"/>
                </a:lnTo>
                <a:lnTo>
                  <a:pt x="576067" y="63052"/>
                </a:lnTo>
                <a:lnTo>
                  <a:pt x="575990" y="62778"/>
                </a:lnTo>
                <a:lnTo>
                  <a:pt x="575914" y="62507"/>
                </a:lnTo>
                <a:lnTo>
                  <a:pt x="575837" y="62239"/>
                </a:lnTo>
                <a:lnTo>
                  <a:pt x="575761" y="61976"/>
                </a:lnTo>
                <a:lnTo>
                  <a:pt x="575684" y="61716"/>
                </a:lnTo>
                <a:lnTo>
                  <a:pt x="575607" y="61460"/>
                </a:lnTo>
                <a:lnTo>
                  <a:pt x="575531" y="61208"/>
                </a:lnTo>
                <a:lnTo>
                  <a:pt x="575454" y="60960"/>
                </a:lnTo>
                <a:lnTo>
                  <a:pt x="575378" y="60715"/>
                </a:lnTo>
                <a:lnTo>
                  <a:pt x="575301" y="60475"/>
                </a:lnTo>
                <a:lnTo>
                  <a:pt x="575225" y="60238"/>
                </a:lnTo>
                <a:lnTo>
                  <a:pt x="575148" y="60005"/>
                </a:lnTo>
                <a:lnTo>
                  <a:pt x="575071" y="59775"/>
                </a:lnTo>
                <a:lnTo>
                  <a:pt x="574995" y="59550"/>
                </a:lnTo>
                <a:lnTo>
                  <a:pt x="574918" y="59328"/>
                </a:lnTo>
                <a:lnTo>
                  <a:pt x="563215" y="27081"/>
                </a:lnTo>
                <a:lnTo>
                  <a:pt x="547492" y="27081"/>
                </a:lnTo>
                <a:lnTo>
                  <a:pt x="571017" y="86754"/>
                </a:lnTo>
                <a:lnTo>
                  <a:pt x="562181" y="110851"/>
                </a:lnTo>
                <a:lnTo>
                  <a:pt x="577214" y="110851"/>
                </a:lnTo>
                <a:lnTo>
                  <a:pt x="607624" y="27081"/>
                </a:lnTo>
                <a:lnTo>
                  <a:pt x="592476" y="27081"/>
                </a:lnTo>
                <a:lnTo>
                  <a:pt x="581460" y="59328"/>
                </a:lnTo>
                <a:close/>
                <a:moveTo>
                  <a:pt x="441443" y="91264"/>
                </a:moveTo>
                <a:lnTo>
                  <a:pt x="441823" y="91219"/>
                </a:lnTo>
                <a:lnTo>
                  <a:pt x="442196" y="91164"/>
                </a:lnTo>
                <a:lnTo>
                  <a:pt x="442561" y="91099"/>
                </a:lnTo>
                <a:lnTo>
                  <a:pt x="442920" y="91025"/>
                </a:lnTo>
                <a:lnTo>
                  <a:pt x="443272" y="90940"/>
                </a:lnTo>
                <a:lnTo>
                  <a:pt x="443617" y="90845"/>
                </a:lnTo>
                <a:lnTo>
                  <a:pt x="443955" y="90741"/>
                </a:lnTo>
                <a:lnTo>
                  <a:pt x="444286" y="90626"/>
                </a:lnTo>
                <a:lnTo>
                  <a:pt x="444610" y="90502"/>
                </a:lnTo>
                <a:lnTo>
                  <a:pt x="444927" y="90367"/>
                </a:lnTo>
                <a:lnTo>
                  <a:pt x="445237" y="90223"/>
                </a:lnTo>
                <a:lnTo>
                  <a:pt x="445540" y="90069"/>
                </a:lnTo>
                <a:lnTo>
                  <a:pt x="445837" y="89904"/>
                </a:lnTo>
                <a:lnTo>
                  <a:pt x="446126" y="89730"/>
                </a:lnTo>
                <a:lnTo>
                  <a:pt x="446408" y="89546"/>
                </a:lnTo>
                <a:lnTo>
                  <a:pt x="446683" y="89352"/>
                </a:lnTo>
                <a:lnTo>
                  <a:pt x="446951" y="89147"/>
                </a:lnTo>
                <a:lnTo>
                  <a:pt x="447213" y="88933"/>
                </a:lnTo>
                <a:lnTo>
                  <a:pt x="447467" y="88709"/>
                </a:lnTo>
                <a:lnTo>
                  <a:pt x="447714" y="88475"/>
                </a:lnTo>
                <a:lnTo>
                  <a:pt x="447953" y="88233"/>
                </a:lnTo>
                <a:lnTo>
                  <a:pt x="448182" y="87983"/>
                </a:lnTo>
                <a:lnTo>
                  <a:pt x="448400" y="87726"/>
                </a:lnTo>
                <a:lnTo>
                  <a:pt x="448608" y="87462"/>
                </a:lnTo>
                <a:lnTo>
                  <a:pt x="448806" y="87190"/>
                </a:lnTo>
                <a:lnTo>
                  <a:pt x="448994" y="86912"/>
                </a:lnTo>
                <a:lnTo>
                  <a:pt x="449172" y="86626"/>
                </a:lnTo>
                <a:lnTo>
                  <a:pt x="449340" y="86333"/>
                </a:lnTo>
                <a:lnTo>
                  <a:pt x="449497" y="86033"/>
                </a:lnTo>
                <a:lnTo>
                  <a:pt x="449644" y="85726"/>
                </a:lnTo>
                <a:lnTo>
                  <a:pt x="449782" y="85412"/>
                </a:lnTo>
                <a:lnTo>
                  <a:pt x="449909" y="85090"/>
                </a:lnTo>
                <a:lnTo>
                  <a:pt x="450025" y="84762"/>
                </a:lnTo>
                <a:lnTo>
                  <a:pt x="450132" y="84426"/>
                </a:lnTo>
                <a:lnTo>
                  <a:pt x="450229" y="84083"/>
                </a:lnTo>
                <a:lnTo>
                  <a:pt x="450315" y="83733"/>
                </a:lnTo>
                <a:lnTo>
                  <a:pt x="450391" y="83375"/>
                </a:lnTo>
                <a:lnTo>
                  <a:pt x="450457" y="83011"/>
                </a:lnTo>
                <a:lnTo>
                  <a:pt x="450513" y="82639"/>
                </a:lnTo>
                <a:lnTo>
                  <a:pt x="450559" y="82260"/>
                </a:lnTo>
                <a:lnTo>
                  <a:pt x="450594" y="81874"/>
                </a:lnTo>
                <a:lnTo>
                  <a:pt x="450620" y="81481"/>
                </a:lnTo>
                <a:lnTo>
                  <a:pt x="450635" y="81080"/>
                </a:lnTo>
                <a:lnTo>
                  <a:pt x="450640" y="80673"/>
                </a:lnTo>
                <a:lnTo>
                  <a:pt x="450635" y="80265"/>
                </a:lnTo>
                <a:lnTo>
                  <a:pt x="450620" y="79864"/>
                </a:lnTo>
                <a:lnTo>
                  <a:pt x="450594" y="79470"/>
                </a:lnTo>
                <a:lnTo>
                  <a:pt x="450559" y="79083"/>
                </a:lnTo>
                <a:lnTo>
                  <a:pt x="450513" y="78703"/>
                </a:lnTo>
                <a:lnTo>
                  <a:pt x="450457" y="78330"/>
                </a:lnTo>
                <a:lnTo>
                  <a:pt x="450391" y="77964"/>
                </a:lnTo>
                <a:lnTo>
                  <a:pt x="450315" y="77605"/>
                </a:lnTo>
                <a:lnTo>
                  <a:pt x="450229" y="77253"/>
                </a:lnTo>
                <a:lnTo>
                  <a:pt x="450132" y="76908"/>
                </a:lnTo>
                <a:lnTo>
                  <a:pt x="450025" y="76570"/>
                </a:lnTo>
                <a:lnTo>
                  <a:pt x="449909" y="76239"/>
                </a:lnTo>
                <a:lnTo>
                  <a:pt x="449782" y="75915"/>
                </a:lnTo>
                <a:lnTo>
                  <a:pt x="449644" y="75598"/>
                </a:lnTo>
                <a:lnTo>
                  <a:pt x="449497" y="75288"/>
                </a:lnTo>
                <a:lnTo>
                  <a:pt x="449340" y="74985"/>
                </a:lnTo>
                <a:lnTo>
                  <a:pt x="449172" y="74688"/>
                </a:lnTo>
                <a:lnTo>
                  <a:pt x="448994" y="74399"/>
                </a:lnTo>
                <a:lnTo>
                  <a:pt x="448806" y="74117"/>
                </a:lnTo>
                <a:lnTo>
                  <a:pt x="448608" y="73842"/>
                </a:lnTo>
                <a:lnTo>
                  <a:pt x="448400" y="73573"/>
                </a:lnTo>
                <a:lnTo>
                  <a:pt x="448182" y="73312"/>
                </a:lnTo>
                <a:lnTo>
                  <a:pt x="447953" y="73058"/>
                </a:lnTo>
                <a:lnTo>
                  <a:pt x="447714" y="72811"/>
                </a:lnTo>
                <a:lnTo>
                  <a:pt x="447467" y="72572"/>
                </a:lnTo>
                <a:lnTo>
                  <a:pt x="447213" y="72343"/>
                </a:lnTo>
                <a:lnTo>
                  <a:pt x="446951" y="72125"/>
                </a:lnTo>
                <a:lnTo>
                  <a:pt x="446683" y="71917"/>
                </a:lnTo>
                <a:lnTo>
                  <a:pt x="446408" y="71718"/>
                </a:lnTo>
                <a:lnTo>
                  <a:pt x="446126" y="71530"/>
                </a:lnTo>
                <a:lnTo>
                  <a:pt x="445837" y="71353"/>
                </a:lnTo>
                <a:lnTo>
                  <a:pt x="445540" y="71185"/>
                </a:lnTo>
                <a:lnTo>
                  <a:pt x="445237" y="71028"/>
                </a:lnTo>
                <a:lnTo>
                  <a:pt x="444927" y="70880"/>
                </a:lnTo>
                <a:lnTo>
                  <a:pt x="444610" y="70743"/>
                </a:lnTo>
                <a:lnTo>
                  <a:pt x="444286" y="70616"/>
                </a:lnTo>
                <a:lnTo>
                  <a:pt x="443955" y="70499"/>
                </a:lnTo>
                <a:lnTo>
                  <a:pt x="443617" y="70393"/>
                </a:lnTo>
                <a:lnTo>
                  <a:pt x="443272" y="70296"/>
                </a:lnTo>
                <a:lnTo>
                  <a:pt x="442920" y="70210"/>
                </a:lnTo>
                <a:lnTo>
                  <a:pt x="442561" y="70134"/>
                </a:lnTo>
                <a:lnTo>
                  <a:pt x="442196" y="70068"/>
                </a:lnTo>
                <a:lnTo>
                  <a:pt x="441823" y="70012"/>
                </a:lnTo>
                <a:lnTo>
                  <a:pt x="441443" y="69966"/>
                </a:lnTo>
                <a:lnTo>
                  <a:pt x="441056" y="69930"/>
                </a:lnTo>
                <a:lnTo>
                  <a:pt x="440662" y="69905"/>
                </a:lnTo>
                <a:lnTo>
                  <a:pt x="440262" y="69890"/>
                </a:lnTo>
                <a:lnTo>
                  <a:pt x="439854" y="69885"/>
                </a:lnTo>
                <a:lnTo>
                  <a:pt x="439446" y="69890"/>
                </a:lnTo>
                <a:lnTo>
                  <a:pt x="439045" y="69905"/>
                </a:lnTo>
                <a:lnTo>
                  <a:pt x="438652" y="69930"/>
                </a:lnTo>
                <a:lnTo>
                  <a:pt x="438265" y="69966"/>
                </a:lnTo>
                <a:lnTo>
                  <a:pt x="437885" y="70012"/>
                </a:lnTo>
                <a:lnTo>
                  <a:pt x="437512" y="70068"/>
                </a:lnTo>
                <a:lnTo>
                  <a:pt x="437146" y="70134"/>
                </a:lnTo>
                <a:lnTo>
                  <a:pt x="436787" y="70210"/>
                </a:lnTo>
                <a:lnTo>
                  <a:pt x="436435" y="70296"/>
                </a:lnTo>
                <a:lnTo>
                  <a:pt x="436090" y="70393"/>
                </a:lnTo>
                <a:lnTo>
                  <a:pt x="435752" y="70499"/>
                </a:lnTo>
                <a:lnTo>
                  <a:pt x="435421" y="70616"/>
                </a:lnTo>
                <a:lnTo>
                  <a:pt x="435097" y="70743"/>
                </a:lnTo>
                <a:lnTo>
                  <a:pt x="434780" y="70880"/>
                </a:lnTo>
                <a:lnTo>
                  <a:pt x="434470" y="71028"/>
                </a:lnTo>
                <a:lnTo>
                  <a:pt x="434167" y="71185"/>
                </a:lnTo>
                <a:lnTo>
                  <a:pt x="433870" y="71353"/>
                </a:lnTo>
                <a:lnTo>
                  <a:pt x="433581" y="71530"/>
                </a:lnTo>
                <a:lnTo>
                  <a:pt x="433299" y="71718"/>
                </a:lnTo>
                <a:lnTo>
                  <a:pt x="433023" y="71917"/>
                </a:lnTo>
                <a:lnTo>
                  <a:pt x="432755" y="72125"/>
                </a:lnTo>
                <a:lnTo>
                  <a:pt x="432494" y="72343"/>
                </a:lnTo>
                <a:lnTo>
                  <a:pt x="432239" y="72572"/>
                </a:lnTo>
                <a:lnTo>
                  <a:pt x="431992" y="72811"/>
                </a:lnTo>
                <a:lnTo>
                  <a:pt x="431753" y="73058"/>
                </a:lnTo>
                <a:lnTo>
                  <a:pt x="431524" y="73312"/>
                </a:lnTo>
                <a:lnTo>
                  <a:pt x="431306" y="73573"/>
                </a:lnTo>
                <a:lnTo>
                  <a:pt x="431098" y="73842"/>
                </a:lnTo>
                <a:lnTo>
                  <a:pt x="430900" y="74117"/>
                </a:lnTo>
                <a:lnTo>
                  <a:pt x="430712" y="74399"/>
                </a:lnTo>
                <a:lnTo>
                  <a:pt x="430534" y="74688"/>
                </a:lnTo>
                <a:lnTo>
                  <a:pt x="430366" y="74985"/>
                </a:lnTo>
                <a:lnTo>
                  <a:pt x="430209" y="75288"/>
                </a:lnTo>
                <a:lnTo>
                  <a:pt x="430062" y="75598"/>
                </a:lnTo>
                <a:lnTo>
                  <a:pt x="429924" y="75915"/>
                </a:lnTo>
                <a:lnTo>
                  <a:pt x="429797" y="76239"/>
                </a:lnTo>
                <a:lnTo>
                  <a:pt x="429681" y="76570"/>
                </a:lnTo>
                <a:lnTo>
                  <a:pt x="429574" y="76908"/>
                </a:lnTo>
                <a:lnTo>
                  <a:pt x="429477" y="77253"/>
                </a:lnTo>
                <a:lnTo>
                  <a:pt x="429391" y="77605"/>
                </a:lnTo>
                <a:lnTo>
                  <a:pt x="429315" y="77964"/>
                </a:lnTo>
                <a:lnTo>
                  <a:pt x="429249" y="78330"/>
                </a:lnTo>
                <a:lnTo>
                  <a:pt x="429193" y="78703"/>
                </a:lnTo>
                <a:lnTo>
                  <a:pt x="429147" y="79083"/>
                </a:lnTo>
                <a:lnTo>
                  <a:pt x="429112" y="79470"/>
                </a:lnTo>
                <a:lnTo>
                  <a:pt x="429086" y="79864"/>
                </a:lnTo>
                <a:lnTo>
                  <a:pt x="429071" y="80265"/>
                </a:lnTo>
                <a:lnTo>
                  <a:pt x="429066" y="80673"/>
                </a:lnTo>
                <a:lnTo>
                  <a:pt x="429071" y="81080"/>
                </a:lnTo>
                <a:lnTo>
                  <a:pt x="429086" y="81481"/>
                </a:lnTo>
                <a:lnTo>
                  <a:pt x="429112" y="81874"/>
                </a:lnTo>
                <a:lnTo>
                  <a:pt x="429147" y="82260"/>
                </a:lnTo>
                <a:lnTo>
                  <a:pt x="429193" y="82639"/>
                </a:lnTo>
                <a:lnTo>
                  <a:pt x="429249" y="83011"/>
                </a:lnTo>
                <a:lnTo>
                  <a:pt x="429315" y="83375"/>
                </a:lnTo>
                <a:lnTo>
                  <a:pt x="429391" y="83733"/>
                </a:lnTo>
                <a:lnTo>
                  <a:pt x="429477" y="84083"/>
                </a:lnTo>
                <a:lnTo>
                  <a:pt x="429574" y="84426"/>
                </a:lnTo>
                <a:lnTo>
                  <a:pt x="429681" y="84762"/>
                </a:lnTo>
                <a:lnTo>
                  <a:pt x="429797" y="85090"/>
                </a:lnTo>
                <a:lnTo>
                  <a:pt x="429924" y="85412"/>
                </a:lnTo>
                <a:lnTo>
                  <a:pt x="430062" y="85726"/>
                </a:lnTo>
                <a:lnTo>
                  <a:pt x="430209" y="86033"/>
                </a:lnTo>
                <a:lnTo>
                  <a:pt x="430366" y="86333"/>
                </a:lnTo>
                <a:lnTo>
                  <a:pt x="430534" y="86626"/>
                </a:lnTo>
                <a:lnTo>
                  <a:pt x="430712" y="86912"/>
                </a:lnTo>
                <a:lnTo>
                  <a:pt x="430900" y="87190"/>
                </a:lnTo>
                <a:lnTo>
                  <a:pt x="431098" y="87462"/>
                </a:lnTo>
                <a:lnTo>
                  <a:pt x="431306" y="87726"/>
                </a:lnTo>
                <a:lnTo>
                  <a:pt x="431524" y="87983"/>
                </a:lnTo>
                <a:lnTo>
                  <a:pt x="431753" y="88233"/>
                </a:lnTo>
                <a:lnTo>
                  <a:pt x="431992" y="88475"/>
                </a:lnTo>
                <a:lnTo>
                  <a:pt x="432239" y="88709"/>
                </a:lnTo>
                <a:lnTo>
                  <a:pt x="432494" y="88933"/>
                </a:lnTo>
                <a:lnTo>
                  <a:pt x="432755" y="89147"/>
                </a:lnTo>
                <a:lnTo>
                  <a:pt x="433023" y="89352"/>
                </a:lnTo>
                <a:lnTo>
                  <a:pt x="433299" y="89546"/>
                </a:lnTo>
                <a:lnTo>
                  <a:pt x="433581" y="89730"/>
                </a:lnTo>
                <a:lnTo>
                  <a:pt x="433870" y="89904"/>
                </a:lnTo>
                <a:lnTo>
                  <a:pt x="434167" y="90069"/>
                </a:lnTo>
                <a:lnTo>
                  <a:pt x="434470" y="90223"/>
                </a:lnTo>
                <a:lnTo>
                  <a:pt x="434780" y="90367"/>
                </a:lnTo>
                <a:lnTo>
                  <a:pt x="435097" y="90502"/>
                </a:lnTo>
                <a:lnTo>
                  <a:pt x="435421" y="90626"/>
                </a:lnTo>
                <a:lnTo>
                  <a:pt x="435752" y="90741"/>
                </a:lnTo>
                <a:lnTo>
                  <a:pt x="436090" y="90845"/>
                </a:lnTo>
                <a:lnTo>
                  <a:pt x="436435" y="90940"/>
                </a:lnTo>
                <a:lnTo>
                  <a:pt x="436787" y="91025"/>
                </a:lnTo>
                <a:lnTo>
                  <a:pt x="437146" y="91099"/>
                </a:lnTo>
                <a:lnTo>
                  <a:pt x="437512" y="91164"/>
                </a:lnTo>
                <a:lnTo>
                  <a:pt x="437885" y="91219"/>
                </a:lnTo>
                <a:lnTo>
                  <a:pt x="438265" y="91264"/>
                </a:lnTo>
                <a:lnTo>
                  <a:pt x="438652" y="91298"/>
                </a:lnTo>
                <a:lnTo>
                  <a:pt x="439045" y="91323"/>
                </a:lnTo>
                <a:lnTo>
                  <a:pt x="439446" y="91338"/>
                </a:lnTo>
                <a:lnTo>
                  <a:pt x="439854" y="91343"/>
                </a:lnTo>
                <a:lnTo>
                  <a:pt x="440262" y="91338"/>
                </a:lnTo>
                <a:lnTo>
                  <a:pt x="440662" y="91323"/>
                </a:lnTo>
                <a:lnTo>
                  <a:pt x="441056" y="91298"/>
                </a:lnTo>
                <a:lnTo>
                  <a:pt x="441443" y="912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8EB3F4-BCEE-454C-8A44-2AE34919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310" y="1534568"/>
            <a:ext cx="191875" cy="191875"/>
          </a:xfrm>
          <a:custGeom xmlns:a="http://schemas.openxmlformats.org/drawingml/2006/main">
            <a:pathLst>
              <a:path w="191875" h="191875">
                <a:moveTo>
                  <a:pt x="0" y="0"/>
                </a:moveTo>
                <a:lnTo>
                  <a:pt x="191875" y="0"/>
                </a:lnTo>
                <a:lnTo>
                  <a:pt x="191875" y="191875"/>
                </a:lnTo>
                <a:lnTo>
                  <a:pt x="0" y="1918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9687336a7848b8"/>
          <a:stretch xmlns:a="http://schemas.openxmlformats.org/drawingml/2006/main"/>
        </p:blipFill>
        <p:spPr>
          <a:xfrm xmlns:a="http://schemas.openxmlformats.org/drawingml/2006/main">
            <a:off x="6752310" y="1534568"/>
            <a:ext cx="191875" cy="191875"/>
          </a:xfrm>
          <a:prstGeom xmlns:a="http://schemas.openxmlformats.org/drawingml/2006/main" prst="rect">
            <a:avLst/>
          </a:prstGeom>
        </p:spPr>
      </p:pic>
      <p:pic>
        <p:nvPicPr>
          <p:cNvPr id="8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8e607c3154cac"/>
          <a:stretch xmlns:a="http://schemas.openxmlformats.org/drawingml/2006/main"/>
        </p:blipFill>
        <p:spPr>
          <a:xfrm xmlns:a="http://schemas.openxmlformats.org/drawingml/2006/main">
            <a:off x="7997966" y="245460"/>
            <a:ext cx="1625699" cy="1001751"/>
          </a:xfrm>
          <a:prstGeom xmlns:a="http://schemas.openxmlformats.org/drawingml/2006/main" prst="rect">
            <a:avLst/>
          </a:prstGeom>
        </p:spPr>
      </p:pic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00E7B3-505D-4E7F-B8A3-C215172D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995" y="322920"/>
            <a:ext cx="1403640" cy="777980"/>
          </a:xfrm>
          <a:custGeom xmlns:a="http://schemas.openxmlformats.org/drawingml/2006/main">
            <a:pathLst>
              <a:path w="1403640" h="777980">
                <a:moveTo>
                  <a:pt x="0" y="65327"/>
                </a:moveTo>
                <a:lnTo>
                  <a:pt x="0" y="65327"/>
                </a:lnTo>
                <a:cubicBezTo>
                  <a:pt x="0" y="29248"/>
                  <a:pt x="29248" y="0"/>
                  <a:pt x="65327" y="0"/>
                </a:cubicBezTo>
                <a:lnTo>
                  <a:pt x="1338313" y="0"/>
                </a:lnTo>
                <a:cubicBezTo>
                  <a:pt x="1355639" y="0"/>
                  <a:pt x="1372255" y="6883"/>
                  <a:pt x="1384506" y="19134"/>
                </a:cubicBezTo>
                <a:cubicBezTo>
                  <a:pt x="1396757" y="31385"/>
                  <a:pt x="1403640" y="48001"/>
                  <a:pt x="1403640" y="65327"/>
                </a:cubicBezTo>
                <a:lnTo>
                  <a:pt x="1403640" y="712653"/>
                </a:lnTo>
                <a:cubicBezTo>
                  <a:pt x="1403640" y="748732"/>
                  <a:pt x="1374392" y="777980"/>
                  <a:pt x="1338313" y="777980"/>
                </a:cubicBezTo>
                <a:lnTo>
                  <a:pt x="65327" y="777980"/>
                </a:lnTo>
                <a:cubicBezTo>
                  <a:pt x="29248" y="777980"/>
                  <a:pt x="0" y="748732"/>
                  <a:pt x="0" y="712653"/>
                </a:cubicBezTo>
                <a:lnTo>
                  <a:pt x="0" y="65327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256391-5EBA-4AAF-B1F7-6A7AC40A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995" y="322920"/>
            <a:ext cx="1403640" cy="777980"/>
          </a:xfrm>
          <a:custGeom xmlns:a="http://schemas.openxmlformats.org/drawingml/2006/main">
            <a:pathLst>
              <a:path w="1403640" h="777980" fill="none">
                <a:moveTo>
                  <a:pt x="0" y="65327"/>
                </a:moveTo>
                <a:lnTo>
                  <a:pt x="0" y="65327"/>
                </a:lnTo>
                <a:cubicBezTo>
                  <a:pt x="0" y="29248"/>
                  <a:pt x="29248" y="0"/>
                  <a:pt x="65327" y="0"/>
                </a:cubicBezTo>
                <a:lnTo>
                  <a:pt x="1338313" y="0"/>
                </a:lnTo>
                <a:cubicBezTo>
                  <a:pt x="1355639" y="0"/>
                  <a:pt x="1372255" y="6883"/>
                  <a:pt x="1384506" y="19134"/>
                </a:cubicBezTo>
                <a:cubicBezTo>
                  <a:pt x="1396757" y="31385"/>
                  <a:pt x="1403640" y="48001"/>
                  <a:pt x="1403640" y="65327"/>
                </a:cubicBezTo>
                <a:lnTo>
                  <a:pt x="1403640" y="712653"/>
                </a:lnTo>
                <a:cubicBezTo>
                  <a:pt x="1403640" y="748732"/>
                  <a:pt x="1374392" y="777980"/>
                  <a:pt x="1338313" y="777980"/>
                </a:cubicBezTo>
                <a:lnTo>
                  <a:pt x="65327" y="777980"/>
                </a:lnTo>
                <a:cubicBezTo>
                  <a:pt x="29248" y="777980"/>
                  <a:pt x="0" y="748732"/>
                  <a:pt x="0" y="712653"/>
                </a:cubicBezTo>
                <a:lnTo>
                  <a:pt x="0" y="6532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213" cap="flat">
            <a:solidFill>
              <a:srgbClr val="CC0000"/>
            </a:solidFill>
            <a:round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501F47-234A-43A2-BBBF-5CD63995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509" y="216162"/>
            <a:ext cx="1049610" cy="528593"/>
          </a:xfrm>
          <a:custGeom xmlns:a="http://schemas.openxmlformats.org/drawingml/2006/main">
            <a:pathLst>
              <a:path w="1049610" h="528593">
                <a:moveTo>
                  <a:pt x="0" y="0"/>
                </a:moveTo>
                <a:lnTo>
                  <a:pt x="1049610" y="0"/>
                </a:lnTo>
                <a:lnTo>
                  <a:pt x="1049610" y="528593"/>
                </a:lnTo>
                <a:lnTo>
                  <a:pt x="0" y="5285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Text Issue:">
            <a:extLst xmlns:a="http://schemas.openxmlformats.org/drawingml/2006/main">
              <a:ext uri="{FF2B5EF4-FFF2-40B4-BE49-F238E27FC236}">
                <a16:creationId xmlns:a16="http://schemas.microsoft.com/office/drawing/2014/main" id="{4F522AD6-E7FE-454E-BB33-58E9F06F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89" y="412530"/>
            <a:ext cx="486868" cy="114386"/>
          </a:xfrm>
          <a:custGeom xmlns:a="http://schemas.openxmlformats.org/drawingml/2006/main">
            <a:pathLst>
              <a:path w="486868" h="114386">
                <a:moveTo>
                  <a:pt x="27473" y="0"/>
                </a:moveTo>
                <a:lnTo>
                  <a:pt x="27473" y="112780"/>
                </a:lnTo>
                <a:lnTo>
                  <a:pt x="0" y="112780"/>
                </a:lnTo>
                <a:lnTo>
                  <a:pt x="0" y="0"/>
                </a:lnTo>
                <a:lnTo>
                  <a:pt x="27473" y="0"/>
                </a:lnTo>
                <a:close/>
                <a:moveTo>
                  <a:pt x="83862" y="114064"/>
                </a:moveTo>
                <a:cubicBezTo>
                  <a:pt x="76044" y="114064"/>
                  <a:pt x="69082" y="112726"/>
                  <a:pt x="62976" y="110049"/>
                </a:cubicBezTo>
                <a:cubicBezTo>
                  <a:pt x="56872" y="107370"/>
                  <a:pt x="52053" y="103702"/>
                  <a:pt x="48518" y="99045"/>
                </a:cubicBezTo>
                <a:cubicBezTo>
                  <a:pt x="44983" y="94385"/>
                  <a:pt x="43001" y="89164"/>
                  <a:pt x="42573" y="83380"/>
                </a:cubicBezTo>
                <a:lnTo>
                  <a:pt x="69725" y="83380"/>
                </a:lnTo>
                <a:cubicBezTo>
                  <a:pt x="70045" y="86485"/>
                  <a:pt x="71491" y="89002"/>
                  <a:pt x="74061" y="90930"/>
                </a:cubicBezTo>
                <a:cubicBezTo>
                  <a:pt x="76632" y="92859"/>
                  <a:pt x="79792" y="93823"/>
                  <a:pt x="83541" y="93823"/>
                </a:cubicBezTo>
                <a:cubicBezTo>
                  <a:pt x="86968" y="93823"/>
                  <a:pt x="89619" y="93154"/>
                  <a:pt x="91493" y="91815"/>
                </a:cubicBezTo>
                <a:cubicBezTo>
                  <a:pt x="93368" y="90475"/>
                  <a:pt x="94305" y="88735"/>
                  <a:pt x="94305" y="86594"/>
                </a:cubicBezTo>
                <a:cubicBezTo>
                  <a:pt x="94305" y="84023"/>
                  <a:pt x="92966" y="82122"/>
                  <a:pt x="90287" y="80889"/>
                </a:cubicBezTo>
                <a:cubicBezTo>
                  <a:pt x="87610" y="79657"/>
                  <a:pt x="83273" y="78292"/>
                  <a:pt x="77275" y="76793"/>
                </a:cubicBezTo>
                <a:cubicBezTo>
                  <a:pt x="70849" y="75293"/>
                  <a:pt x="65494" y="73713"/>
                  <a:pt x="61209" y="72055"/>
                </a:cubicBezTo>
                <a:cubicBezTo>
                  <a:pt x="56925" y="70394"/>
                  <a:pt x="53230" y="67770"/>
                  <a:pt x="50123" y="64183"/>
                </a:cubicBezTo>
                <a:cubicBezTo>
                  <a:pt x="47018" y="60594"/>
                  <a:pt x="45466" y="55747"/>
                  <a:pt x="45466" y="49641"/>
                </a:cubicBezTo>
                <a:cubicBezTo>
                  <a:pt x="45466" y="44501"/>
                  <a:pt x="46884" y="39816"/>
                  <a:pt x="49721" y="35585"/>
                </a:cubicBezTo>
                <a:cubicBezTo>
                  <a:pt x="52560" y="31354"/>
                  <a:pt x="56737" y="28007"/>
                  <a:pt x="62253" y="25544"/>
                </a:cubicBezTo>
                <a:cubicBezTo>
                  <a:pt x="67769" y="23081"/>
                  <a:pt x="74329" y="21849"/>
                  <a:pt x="81933" y="21849"/>
                </a:cubicBezTo>
                <a:cubicBezTo>
                  <a:pt x="93180" y="21849"/>
                  <a:pt x="102044" y="24634"/>
                  <a:pt x="108523" y="30204"/>
                </a:cubicBezTo>
                <a:cubicBezTo>
                  <a:pt x="115003" y="35772"/>
                  <a:pt x="118725" y="43161"/>
                  <a:pt x="119687" y="52372"/>
                </a:cubicBezTo>
                <a:lnTo>
                  <a:pt x="94305" y="52372"/>
                </a:lnTo>
                <a:cubicBezTo>
                  <a:pt x="93877" y="49267"/>
                  <a:pt x="92512" y="46804"/>
                  <a:pt x="90209" y="44984"/>
                </a:cubicBezTo>
                <a:cubicBezTo>
                  <a:pt x="87906" y="43163"/>
                  <a:pt x="84880" y="42253"/>
                  <a:pt x="81131" y="42253"/>
                </a:cubicBezTo>
                <a:cubicBezTo>
                  <a:pt x="77918" y="42253"/>
                  <a:pt x="75455" y="42869"/>
                  <a:pt x="73740" y="44101"/>
                </a:cubicBezTo>
                <a:cubicBezTo>
                  <a:pt x="72028" y="45332"/>
                  <a:pt x="71171" y="47018"/>
                  <a:pt x="71171" y="49161"/>
                </a:cubicBezTo>
                <a:cubicBezTo>
                  <a:pt x="71171" y="51731"/>
                  <a:pt x="72537" y="53659"/>
                  <a:pt x="75268" y="54944"/>
                </a:cubicBezTo>
                <a:cubicBezTo>
                  <a:pt x="77998" y="56228"/>
                  <a:pt x="82256" y="57514"/>
                  <a:pt x="88039" y="58800"/>
                </a:cubicBezTo>
                <a:cubicBezTo>
                  <a:pt x="94680" y="60512"/>
                  <a:pt x="100088" y="62199"/>
                  <a:pt x="104265" y="63859"/>
                </a:cubicBezTo>
                <a:cubicBezTo>
                  <a:pt x="108443" y="65520"/>
                  <a:pt x="112111" y="68198"/>
                  <a:pt x="115270" y="71893"/>
                </a:cubicBezTo>
                <a:cubicBezTo>
                  <a:pt x="118430" y="75588"/>
                  <a:pt x="120064" y="80541"/>
                  <a:pt x="120170" y="86753"/>
                </a:cubicBezTo>
                <a:cubicBezTo>
                  <a:pt x="120170" y="92001"/>
                  <a:pt x="118698" y="96687"/>
                  <a:pt x="115753" y="100812"/>
                </a:cubicBezTo>
                <a:cubicBezTo>
                  <a:pt x="112808" y="104935"/>
                  <a:pt x="108577" y="108175"/>
                  <a:pt x="103059" y="110532"/>
                </a:cubicBezTo>
                <a:cubicBezTo>
                  <a:pt x="97544" y="112887"/>
                  <a:pt x="91145" y="114064"/>
                  <a:pt x="83862" y="114064"/>
                </a:cubicBezTo>
                <a:close/>
                <a:moveTo>
                  <a:pt x="173509" y="114064"/>
                </a:moveTo>
                <a:cubicBezTo>
                  <a:pt x="165691" y="114064"/>
                  <a:pt x="158729" y="112726"/>
                  <a:pt x="152623" y="110049"/>
                </a:cubicBezTo>
                <a:cubicBezTo>
                  <a:pt x="146519" y="107370"/>
                  <a:pt x="141700" y="103702"/>
                  <a:pt x="138165" y="99045"/>
                </a:cubicBezTo>
                <a:cubicBezTo>
                  <a:pt x="134630" y="94385"/>
                  <a:pt x="132648" y="89164"/>
                  <a:pt x="132220" y="83380"/>
                </a:cubicBezTo>
                <a:lnTo>
                  <a:pt x="159372" y="83380"/>
                </a:lnTo>
                <a:cubicBezTo>
                  <a:pt x="159692" y="86485"/>
                  <a:pt x="161138" y="89002"/>
                  <a:pt x="163708" y="90930"/>
                </a:cubicBezTo>
                <a:cubicBezTo>
                  <a:pt x="166279" y="92859"/>
                  <a:pt x="169439" y="93823"/>
                  <a:pt x="173188" y="93823"/>
                </a:cubicBezTo>
                <a:cubicBezTo>
                  <a:pt x="176615" y="93823"/>
                  <a:pt x="179266" y="93154"/>
                  <a:pt x="181140" y="91815"/>
                </a:cubicBezTo>
                <a:cubicBezTo>
                  <a:pt x="183015" y="90475"/>
                  <a:pt x="183952" y="88735"/>
                  <a:pt x="183952" y="86594"/>
                </a:cubicBezTo>
                <a:cubicBezTo>
                  <a:pt x="183952" y="84023"/>
                  <a:pt x="182613" y="82122"/>
                  <a:pt x="179934" y="80889"/>
                </a:cubicBezTo>
                <a:cubicBezTo>
                  <a:pt x="177257" y="79657"/>
                  <a:pt x="172920" y="78292"/>
                  <a:pt x="166922" y="76793"/>
                </a:cubicBezTo>
                <a:cubicBezTo>
                  <a:pt x="160496" y="75293"/>
                  <a:pt x="155141" y="73713"/>
                  <a:pt x="150856" y="72055"/>
                </a:cubicBezTo>
                <a:cubicBezTo>
                  <a:pt x="146572" y="70394"/>
                  <a:pt x="142877" y="67770"/>
                  <a:pt x="139770" y="64183"/>
                </a:cubicBezTo>
                <a:cubicBezTo>
                  <a:pt x="136665" y="60594"/>
                  <a:pt x="135113" y="55747"/>
                  <a:pt x="135113" y="49641"/>
                </a:cubicBezTo>
                <a:cubicBezTo>
                  <a:pt x="135113" y="44501"/>
                  <a:pt x="136531" y="39816"/>
                  <a:pt x="139368" y="35585"/>
                </a:cubicBezTo>
                <a:cubicBezTo>
                  <a:pt x="142207" y="31354"/>
                  <a:pt x="146384" y="28007"/>
                  <a:pt x="151900" y="25544"/>
                </a:cubicBezTo>
                <a:cubicBezTo>
                  <a:pt x="157416" y="23081"/>
                  <a:pt x="163976" y="21849"/>
                  <a:pt x="171580" y="21849"/>
                </a:cubicBezTo>
                <a:cubicBezTo>
                  <a:pt x="182827" y="21849"/>
                  <a:pt x="191690" y="24634"/>
                  <a:pt x="198170" y="30204"/>
                </a:cubicBezTo>
                <a:cubicBezTo>
                  <a:pt x="204650" y="35772"/>
                  <a:pt x="208372" y="43161"/>
                  <a:pt x="209334" y="52372"/>
                </a:cubicBezTo>
                <a:lnTo>
                  <a:pt x="183952" y="52372"/>
                </a:lnTo>
                <a:cubicBezTo>
                  <a:pt x="183524" y="49267"/>
                  <a:pt x="182159" y="46804"/>
                  <a:pt x="179856" y="44984"/>
                </a:cubicBezTo>
                <a:cubicBezTo>
                  <a:pt x="177553" y="43163"/>
                  <a:pt x="174527" y="42253"/>
                  <a:pt x="170778" y="42253"/>
                </a:cubicBezTo>
                <a:cubicBezTo>
                  <a:pt x="167565" y="42253"/>
                  <a:pt x="165102" y="42869"/>
                  <a:pt x="163387" y="44101"/>
                </a:cubicBezTo>
                <a:cubicBezTo>
                  <a:pt x="161675" y="45332"/>
                  <a:pt x="160818" y="47018"/>
                  <a:pt x="160818" y="49161"/>
                </a:cubicBezTo>
                <a:cubicBezTo>
                  <a:pt x="160818" y="51731"/>
                  <a:pt x="162184" y="53659"/>
                  <a:pt x="164914" y="54944"/>
                </a:cubicBezTo>
                <a:cubicBezTo>
                  <a:pt x="167645" y="56228"/>
                  <a:pt x="171903" y="57514"/>
                  <a:pt x="177686" y="58800"/>
                </a:cubicBezTo>
                <a:cubicBezTo>
                  <a:pt x="184326" y="60512"/>
                  <a:pt x="189735" y="62199"/>
                  <a:pt x="193912" y="63859"/>
                </a:cubicBezTo>
                <a:cubicBezTo>
                  <a:pt x="198090" y="65520"/>
                  <a:pt x="201758" y="68198"/>
                  <a:pt x="204917" y="71893"/>
                </a:cubicBezTo>
                <a:cubicBezTo>
                  <a:pt x="208077" y="75588"/>
                  <a:pt x="209711" y="80541"/>
                  <a:pt x="209817" y="86753"/>
                </a:cubicBezTo>
                <a:cubicBezTo>
                  <a:pt x="209817" y="92001"/>
                  <a:pt x="208345" y="96687"/>
                  <a:pt x="205400" y="100812"/>
                </a:cubicBezTo>
                <a:cubicBezTo>
                  <a:pt x="202455" y="104935"/>
                  <a:pt x="198224" y="108175"/>
                  <a:pt x="192706" y="110532"/>
                </a:cubicBezTo>
                <a:cubicBezTo>
                  <a:pt x="187191" y="112887"/>
                  <a:pt x="180791" y="114064"/>
                  <a:pt x="173509" y="114064"/>
                </a:cubicBezTo>
                <a:close/>
                <a:moveTo>
                  <a:pt x="315208" y="23134"/>
                </a:moveTo>
                <a:lnTo>
                  <a:pt x="315208" y="112780"/>
                </a:lnTo>
                <a:lnTo>
                  <a:pt x="287735" y="112780"/>
                </a:lnTo>
                <a:lnTo>
                  <a:pt x="287735" y="100569"/>
                </a:lnTo>
                <a:cubicBezTo>
                  <a:pt x="284950" y="104533"/>
                  <a:pt x="281174" y="107719"/>
                  <a:pt x="276407" y="110130"/>
                </a:cubicBezTo>
                <a:cubicBezTo>
                  <a:pt x="271641" y="112539"/>
                  <a:pt x="266367" y="113743"/>
                  <a:pt x="260583" y="113743"/>
                </a:cubicBezTo>
                <a:cubicBezTo>
                  <a:pt x="253729" y="113743"/>
                  <a:pt x="247677" y="112218"/>
                  <a:pt x="242428" y="109167"/>
                </a:cubicBezTo>
                <a:cubicBezTo>
                  <a:pt x="237180" y="106114"/>
                  <a:pt x="233111" y="101695"/>
                  <a:pt x="230220" y="95912"/>
                </a:cubicBezTo>
                <a:cubicBezTo>
                  <a:pt x="227329" y="90128"/>
                  <a:pt x="225883" y="83327"/>
                  <a:pt x="225883" y="75509"/>
                </a:cubicBezTo>
                <a:lnTo>
                  <a:pt x="225883" y="23134"/>
                </a:lnTo>
                <a:lnTo>
                  <a:pt x="253195" y="23134"/>
                </a:lnTo>
                <a:lnTo>
                  <a:pt x="253195" y="71812"/>
                </a:lnTo>
                <a:cubicBezTo>
                  <a:pt x="253195" y="77810"/>
                  <a:pt x="254747" y="82469"/>
                  <a:pt x="257852" y="85790"/>
                </a:cubicBezTo>
                <a:cubicBezTo>
                  <a:pt x="260959" y="89111"/>
                  <a:pt x="265136" y="90771"/>
                  <a:pt x="270384" y="90771"/>
                </a:cubicBezTo>
                <a:cubicBezTo>
                  <a:pt x="275739" y="90771"/>
                  <a:pt x="279970" y="89111"/>
                  <a:pt x="283075" y="85790"/>
                </a:cubicBezTo>
                <a:cubicBezTo>
                  <a:pt x="286182" y="82469"/>
                  <a:pt x="287735" y="77810"/>
                  <a:pt x="287735" y="71812"/>
                </a:cubicBezTo>
                <a:lnTo>
                  <a:pt x="287735" y="23134"/>
                </a:lnTo>
                <a:lnTo>
                  <a:pt x="315208" y="23134"/>
                </a:lnTo>
                <a:close/>
                <a:moveTo>
                  <a:pt x="419473" y="66512"/>
                </a:moveTo>
                <a:cubicBezTo>
                  <a:pt x="419473" y="69081"/>
                  <a:pt x="419313" y="71758"/>
                  <a:pt x="418993" y="74543"/>
                </a:cubicBezTo>
                <a:lnTo>
                  <a:pt x="356817" y="74543"/>
                </a:lnTo>
                <a:cubicBezTo>
                  <a:pt x="357246" y="80112"/>
                  <a:pt x="359039" y="84370"/>
                  <a:pt x="362198" y="87317"/>
                </a:cubicBezTo>
                <a:cubicBezTo>
                  <a:pt x="365359" y="90262"/>
                  <a:pt x="369242" y="91734"/>
                  <a:pt x="373847" y="91734"/>
                </a:cubicBezTo>
                <a:cubicBezTo>
                  <a:pt x="380702" y="91734"/>
                  <a:pt x="385468" y="88843"/>
                  <a:pt x="388146" y="83059"/>
                </a:cubicBezTo>
                <a:lnTo>
                  <a:pt x="417385" y="83059"/>
                </a:lnTo>
                <a:cubicBezTo>
                  <a:pt x="415886" y="88949"/>
                  <a:pt x="413182" y="94250"/>
                  <a:pt x="409273" y="98964"/>
                </a:cubicBezTo>
                <a:cubicBezTo>
                  <a:pt x="405364" y="103675"/>
                  <a:pt x="400463" y="107370"/>
                  <a:pt x="394572" y="110049"/>
                </a:cubicBezTo>
                <a:cubicBezTo>
                  <a:pt x="388682" y="112726"/>
                  <a:pt x="382095" y="114064"/>
                  <a:pt x="374811" y="114064"/>
                </a:cubicBezTo>
                <a:cubicBezTo>
                  <a:pt x="366028" y="114064"/>
                  <a:pt x="358210" y="112191"/>
                  <a:pt x="351356" y="108443"/>
                </a:cubicBezTo>
                <a:cubicBezTo>
                  <a:pt x="344501" y="104694"/>
                  <a:pt x="339146" y="99339"/>
                  <a:pt x="335289" y="92377"/>
                </a:cubicBezTo>
                <a:cubicBezTo>
                  <a:pt x="331434" y="85415"/>
                  <a:pt x="329506" y="77274"/>
                  <a:pt x="329506" y="67956"/>
                </a:cubicBezTo>
                <a:cubicBezTo>
                  <a:pt x="329506" y="58639"/>
                  <a:pt x="331407" y="50499"/>
                  <a:pt x="335208" y="43537"/>
                </a:cubicBezTo>
                <a:cubicBezTo>
                  <a:pt x="339011" y="36575"/>
                  <a:pt x="344340" y="31220"/>
                  <a:pt x="351194" y="27473"/>
                </a:cubicBezTo>
                <a:cubicBezTo>
                  <a:pt x="358050" y="23724"/>
                  <a:pt x="365922" y="21849"/>
                  <a:pt x="374811" y="21849"/>
                </a:cubicBezTo>
                <a:cubicBezTo>
                  <a:pt x="383487" y="21849"/>
                  <a:pt x="391198" y="23670"/>
                  <a:pt x="397945" y="27311"/>
                </a:cubicBezTo>
                <a:cubicBezTo>
                  <a:pt x="404693" y="30952"/>
                  <a:pt x="409967" y="36147"/>
                  <a:pt x="413769" y="42895"/>
                </a:cubicBezTo>
                <a:cubicBezTo>
                  <a:pt x="417572" y="49643"/>
                  <a:pt x="419473" y="57515"/>
                  <a:pt x="419473" y="66512"/>
                </a:cubicBezTo>
                <a:moveTo>
                  <a:pt x="391358" y="59283"/>
                </a:moveTo>
                <a:cubicBezTo>
                  <a:pt x="391358" y="54569"/>
                  <a:pt x="389751" y="50820"/>
                  <a:pt x="386538" y="48036"/>
                </a:cubicBezTo>
                <a:cubicBezTo>
                  <a:pt x="383325" y="45251"/>
                  <a:pt x="379309" y="43858"/>
                  <a:pt x="374490" y="43858"/>
                </a:cubicBezTo>
                <a:cubicBezTo>
                  <a:pt x="369884" y="43858"/>
                  <a:pt x="366001" y="45198"/>
                  <a:pt x="362840" y="47876"/>
                </a:cubicBezTo>
                <a:cubicBezTo>
                  <a:pt x="359681" y="50553"/>
                  <a:pt x="357728" y="54355"/>
                  <a:pt x="356979" y="59283"/>
                </a:cubicBezTo>
                <a:lnTo>
                  <a:pt x="391358" y="59283"/>
                </a:lnTo>
                <a:close/>
                <a:moveTo>
                  <a:pt x="471927" y="49803"/>
                </a:moveTo>
                <a:cubicBezTo>
                  <a:pt x="467427" y="49803"/>
                  <a:pt x="463812" y="48545"/>
                  <a:pt x="461081" y="46028"/>
                </a:cubicBezTo>
                <a:cubicBezTo>
                  <a:pt x="458351" y="43511"/>
                  <a:pt x="456985" y="40271"/>
                  <a:pt x="456985" y="36308"/>
                </a:cubicBezTo>
                <a:cubicBezTo>
                  <a:pt x="456985" y="32237"/>
                  <a:pt x="458351" y="28970"/>
                  <a:pt x="461081" y="26507"/>
                </a:cubicBezTo>
                <a:cubicBezTo>
                  <a:pt x="463812" y="24044"/>
                  <a:pt x="467427" y="22813"/>
                  <a:pt x="471927" y="22813"/>
                </a:cubicBezTo>
                <a:cubicBezTo>
                  <a:pt x="476424" y="22813"/>
                  <a:pt x="480038" y="24044"/>
                  <a:pt x="482769" y="26507"/>
                </a:cubicBezTo>
                <a:cubicBezTo>
                  <a:pt x="485502" y="28970"/>
                  <a:pt x="486868" y="32237"/>
                  <a:pt x="486868" y="36308"/>
                </a:cubicBezTo>
                <a:cubicBezTo>
                  <a:pt x="486868" y="40271"/>
                  <a:pt x="485502" y="43511"/>
                  <a:pt x="482769" y="46028"/>
                </a:cubicBezTo>
                <a:cubicBezTo>
                  <a:pt x="480038" y="48545"/>
                  <a:pt x="476424" y="49803"/>
                  <a:pt x="471927" y="49803"/>
                </a:cubicBezTo>
                <a:moveTo>
                  <a:pt x="471927" y="114386"/>
                </a:moveTo>
                <a:cubicBezTo>
                  <a:pt x="467427" y="114386"/>
                  <a:pt x="463812" y="113154"/>
                  <a:pt x="461081" y="110691"/>
                </a:cubicBezTo>
                <a:cubicBezTo>
                  <a:pt x="458351" y="108228"/>
                  <a:pt x="456985" y="104962"/>
                  <a:pt x="456985" y="100891"/>
                </a:cubicBezTo>
                <a:cubicBezTo>
                  <a:pt x="456985" y="96821"/>
                  <a:pt x="458351" y="93555"/>
                  <a:pt x="461081" y="91092"/>
                </a:cubicBezTo>
                <a:cubicBezTo>
                  <a:pt x="463812" y="88628"/>
                  <a:pt x="467427" y="87395"/>
                  <a:pt x="471927" y="87395"/>
                </a:cubicBezTo>
                <a:cubicBezTo>
                  <a:pt x="476424" y="87395"/>
                  <a:pt x="480038" y="88628"/>
                  <a:pt x="482769" y="91092"/>
                </a:cubicBezTo>
                <a:cubicBezTo>
                  <a:pt x="485502" y="93555"/>
                  <a:pt x="486868" y="96821"/>
                  <a:pt x="486868" y="100891"/>
                </a:cubicBezTo>
                <a:cubicBezTo>
                  <a:pt x="486868" y="104962"/>
                  <a:pt x="485502" y="108228"/>
                  <a:pt x="482769" y="110691"/>
                </a:cubicBezTo>
                <a:cubicBezTo>
                  <a:pt x="480038" y="113154"/>
                  <a:pt x="476424" y="114386"/>
                  <a:pt x="471927" y="1143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B1A2D8-D528-4735-8C89-029E4AD2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8269" y="383866"/>
            <a:ext cx="171275" cy="171275"/>
          </a:xfrm>
          <a:custGeom xmlns:a="http://schemas.openxmlformats.org/drawingml/2006/main">
            <a:pathLst>
              <a:path w="171275" h="171275">
                <a:moveTo>
                  <a:pt x="0" y="0"/>
                </a:moveTo>
                <a:lnTo>
                  <a:pt x="171275" y="0"/>
                </a:lnTo>
                <a:lnTo>
                  <a:pt x="171275" y="171275"/>
                </a:lnTo>
                <a:lnTo>
                  <a:pt x="0" y="1712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5aac0e3bc54c6c"/>
          <a:stretch xmlns:a="http://schemas.openxmlformats.org/drawingml/2006/main"/>
        </p:blipFill>
        <p:spPr>
          <a:xfrm xmlns:a="http://schemas.openxmlformats.org/drawingml/2006/main">
            <a:off x="8148270" y="383866"/>
            <a:ext cx="171275" cy="171275"/>
          </a:xfrm>
          <a:prstGeom xmlns:a="http://schemas.openxmlformats.org/drawingml/2006/main" prst="rect">
            <a:avLst/>
          </a:prstGeom>
        </p:spPr>
      </p:pic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E70D31-CC5B-427D-89FC-FBCBA70D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592" y="590220"/>
            <a:ext cx="1304404" cy="360527"/>
          </a:xfrm>
          <a:custGeom xmlns:a="http://schemas.openxmlformats.org/drawingml/2006/main">
            <a:pathLst>
              <a:path w="1304404" h="360527">
                <a:moveTo>
                  <a:pt x="0" y="15265"/>
                </a:moveTo>
                <a:lnTo>
                  <a:pt x="0" y="15265"/>
                </a:lnTo>
                <a:cubicBezTo>
                  <a:pt x="0" y="6834"/>
                  <a:pt x="6834" y="0"/>
                  <a:pt x="15265" y="0"/>
                </a:cubicBezTo>
                <a:lnTo>
                  <a:pt x="1289140" y="0"/>
                </a:lnTo>
                <a:cubicBezTo>
                  <a:pt x="1293188" y="0"/>
                  <a:pt x="1297071" y="1608"/>
                  <a:pt x="1299934" y="4471"/>
                </a:cubicBezTo>
                <a:cubicBezTo>
                  <a:pt x="1302796" y="7334"/>
                  <a:pt x="1304404" y="11216"/>
                  <a:pt x="1304404" y="15265"/>
                </a:cubicBezTo>
                <a:lnTo>
                  <a:pt x="1304404" y="345263"/>
                </a:lnTo>
                <a:cubicBezTo>
                  <a:pt x="1304404" y="353693"/>
                  <a:pt x="1297571" y="360527"/>
                  <a:pt x="1289140" y="360527"/>
                </a:cubicBezTo>
                <a:lnTo>
                  <a:pt x="15265" y="360527"/>
                </a:lnTo>
                <a:cubicBezTo>
                  <a:pt x="6834" y="360527"/>
                  <a:pt x="0" y="353693"/>
                  <a:pt x="0" y="345263"/>
                </a:cubicBezTo>
                <a:lnTo>
                  <a:pt x="0" y="1526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Text Lambdif">
            <a:extLst xmlns:a="http://schemas.openxmlformats.org/drawingml/2006/main">
              <a:ext uri="{FF2B5EF4-FFF2-40B4-BE49-F238E27FC236}">
                <a16:creationId xmlns:a16="http://schemas.microsoft.com/office/drawing/2014/main" id="{B07E5C44-9CB0-4EA5-A487-2E554254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073" y="609288"/>
            <a:ext cx="393194" cy="74268"/>
          </a:xfrm>
          <a:custGeom xmlns:a="http://schemas.openxmlformats.org/drawingml/2006/main">
            <a:pathLst>
              <a:path w="393194" h="74268">
                <a:moveTo>
                  <a:pt x="17810" y="61599"/>
                </a:moveTo>
                <a:lnTo>
                  <a:pt x="38374" y="61599"/>
                </a:lnTo>
                <a:lnTo>
                  <a:pt x="36263" y="73534"/>
                </a:lnTo>
                <a:lnTo>
                  <a:pt x="0" y="73534"/>
                </a:lnTo>
                <a:lnTo>
                  <a:pt x="11383" y="9088"/>
                </a:lnTo>
                <a:lnTo>
                  <a:pt x="27082" y="9088"/>
                </a:lnTo>
                <a:lnTo>
                  <a:pt x="17810" y="61599"/>
                </a:lnTo>
                <a:close/>
                <a:moveTo>
                  <a:pt x="45259" y="47829"/>
                </a:moveTo>
                <a:cubicBezTo>
                  <a:pt x="46178" y="42566"/>
                  <a:pt x="47984" y="37945"/>
                  <a:pt x="50676" y="33967"/>
                </a:cubicBezTo>
                <a:cubicBezTo>
                  <a:pt x="53369" y="29989"/>
                  <a:pt x="56613" y="26929"/>
                  <a:pt x="60407" y="24787"/>
                </a:cubicBezTo>
                <a:cubicBezTo>
                  <a:pt x="64202" y="22645"/>
                  <a:pt x="68210" y="21574"/>
                  <a:pt x="72433" y="21574"/>
                </a:cubicBezTo>
                <a:cubicBezTo>
                  <a:pt x="76045" y="21574"/>
                  <a:pt x="79074" y="22308"/>
                  <a:pt x="81522" y="23777"/>
                </a:cubicBezTo>
                <a:cubicBezTo>
                  <a:pt x="83970" y="25245"/>
                  <a:pt x="85745" y="27173"/>
                  <a:pt x="86846" y="29560"/>
                </a:cubicBezTo>
                <a:lnTo>
                  <a:pt x="88132" y="22308"/>
                </a:lnTo>
                <a:lnTo>
                  <a:pt x="103830" y="22308"/>
                </a:lnTo>
                <a:lnTo>
                  <a:pt x="94741" y="73534"/>
                </a:lnTo>
                <a:lnTo>
                  <a:pt x="79044" y="73534"/>
                </a:lnTo>
                <a:lnTo>
                  <a:pt x="80421" y="66282"/>
                </a:lnTo>
                <a:cubicBezTo>
                  <a:pt x="78462" y="68669"/>
                  <a:pt x="75983" y="70597"/>
                  <a:pt x="72984" y="72066"/>
                </a:cubicBezTo>
                <a:cubicBezTo>
                  <a:pt x="69985" y="73534"/>
                  <a:pt x="66680" y="74268"/>
                  <a:pt x="63069" y="74268"/>
                </a:cubicBezTo>
                <a:cubicBezTo>
                  <a:pt x="59458" y="74268"/>
                  <a:pt x="56261" y="73442"/>
                  <a:pt x="53476" y="71790"/>
                </a:cubicBezTo>
                <a:cubicBezTo>
                  <a:pt x="50691" y="70137"/>
                  <a:pt x="48534" y="67796"/>
                  <a:pt x="47003" y="64766"/>
                </a:cubicBezTo>
                <a:cubicBezTo>
                  <a:pt x="45473" y="61737"/>
                  <a:pt x="44708" y="58172"/>
                  <a:pt x="44708" y="54071"/>
                </a:cubicBezTo>
                <a:cubicBezTo>
                  <a:pt x="44708" y="52113"/>
                  <a:pt x="44892" y="50032"/>
                  <a:pt x="45259" y="47829"/>
                </a:cubicBezTo>
                <a:moveTo>
                  <a:pt x="83634" y="47920"/>
                </a:moveTo>
                <a:cubicBezTo>
                  <a:pt x="83817" y="46819"/>
                  <a:pt x="83909" y="45810"/>
                  <a:pt x="83909" y="44892"/>
                </a:cubicBezTo>
                <a:cubicBezTo>
                  <a:pt x="83909" y="41893"/>
                  <a:pt x="83036" y="39537"/>
                  <a:pt x="81292" y="37823"/>
                </a:cubicBezTo>
                <a:cubicBezTo>
                  <a:pt x="79548" y="36109"/>
                  <a:pt x="77330" y="35251"/>
                  <a:pt x="74637" y="35251"/>
                </a:cubicBezTo>
                <a:cubicBezTo>
                  <a:pt x="71516" y="35251"/>
                  <a:pt x="68670" y="36369"/>
                  <a:pt x="66099" y="38604"/>
                </a:cubicBezTo>
                <a:cubicBezTo>
                  <a:pt x="63529" y="40837"/>
                  <a:pt x="61907" y="43913"/>
                  <a:pt x="61234" y="47829"/>
                </a:cubicBezTo>
                <a:cubicBezTo>
                  <a:pt x="61050" y="48931"/>
                  <a:pt x="60958" y="49941"/>
                  <a:pt x="60958" y="50859"/>
                </a:cubicBezTo>
                <a:cubicBezTo>
                  <a:pt x="60958" y="53858"/>
                  <a:pt x="61830" y="56229"/>
                  <a:pt x="63575" y="57974"/>
                </a:cubicBezTo>
                <a:cubicBezTo>
                  <a:pt x="65319" y="59717"/>
                  <a:pt x="67507" y="60589"/>
                  <a:pt x="70139" y="60589"/>
                </a:cubicBezTo>
                <a:cubicBezTo>
                  <a:pt x="73260" y="60589"/>
                  <a:pt x="76105" y="59457"/>
                  <a:pt x="78675" y="57194"/>
                </a:cubicBezTo>
                <a:cubicBezTo>
                  <a:pt x="81246" y="54929"/>
                  <a:pt x="82899" y="51838"/>
                  <a:pt x="83634" y="47920"/>
                </a:cubicBezTo>
                <a:close/>
                <a:moveTo>
                  <a:pt x="180669" y="21757"/>
                </a:moveTo>
                <a:cubicBezTo>
                  <a:pt x="186177" y="21757"/>
                  <a:pt x="190476" y="23211"/>
                  <a:pt x="193566" y="26118"/>
                </a:cubicBezTo>
                <a:cubicBezTo>
                  <a:pt x="196657" y="29025"/>
                  <a:pt x="198203" y="33080"/>
                  <a:pt x="198203" y="38281"/>
                </a:cubicBezTo>
                <a:cubicBezTo>
                  <a:pt x="198203" y="39873"/>
                  <a:pt x="198019" y="41647"/>
                  <a:pt x="197652" y="43606"/>
                </a:cubicBezTo>
                <a:lnTo>
                  <a:pt x="192328" y="73534"/>
                </a:lnTo>
                <a:lnTo>
                  <a:pt x="176721" y="73534"/>
                </a:lnTo>
                <a:lnTo>
                  <a:pt x="181679" y="45718"/>
                </a:lnTo>
                <a:cubicBezTo>
                  <a:pt x="181801" y="45106"/>
                  <a:pt x="181862" y="44279"/>
                  <a:pt x="181862" y="43239"/>
                </a:cubicBezTo>
                <a:cubicBezTo>
                  <a:pt x="181862" y="40669"/>
                  <a:pt x="181143" y="38710"/>
                  <a:pt x="179705" y="37364"/>
                </a:cubicBezTo>
                <a:cubicBezTo>
                  <a:pt x="178267" y="36017"/>
                  <a:pt x="176262" y="35344"/>
                  <a:pt x="173691" y="35344"/>
                </a:cubicBezTo>
                <a:cubicBezTo>
                  <a:pt x="170632" y="35344"/>
                  <a:pt x="168062" y="36247"/>
                  <a:pt x="165980" y="38053"/>
                </a:cubicBezTo>
                <a:cubicBezTo>
                  <a:pt x="163899" y="39858"/>
                  <a:pt x="162583" y="42413"/>
                  <a:pt x="162032" y="45718"/>
                </a:cubicBezTo>
                <a:lnTo>
                  <a:pt x="157075" y="73534"/>
                </a:lnTo>
                <a:lnTo>
                  <a:pt x="141469" y="73534"/>
                </a:lnTo>
                <a:lnTo>
                  <a:pt x="146426" y="45718"/>
                </a:lnTo>
                <a:cubicBezTo>
                  <a:pt x="146548" y="45106"/>
                  <a:pt x="146609" y="44279"/>
                  <a:pt x="146609" y="43239"/>
                </a:cubicBezTo>
                <a:cubicBezTo>
                  <a:pt x="146609" y="40669"/>
                  <a:pt x="145890" y="38710"/>
                  <a:pt x="144452" y="37364"/>
                </a:cubicBezTo>
                <a:cubicBezTo>
                  <a:pt x="143014" y="36017"/>
                  <a:pt x="141010" y="35344"/>
                  <a:pt x="138440" y="35344"/>
                </a:cubicBezTo>
                <a:cubicBezTo>
                  <a:pt x="135380" y="35344"/>
                  <a:pt x="132809" y="36247"/>
                  <a:pt x="130727" y="38053"/>
                </a:cubicBezTo>
                <a:cubicBezTo>
                  <a:pt x="128646" y="39858"/>
                  <a:pt x="127331" y="42413"/>
                  <a:pt x="126780" y="45718"/>
                </a:cubicBezTo>
                <a:lnTo>
                  <a:pt x="126780" y="45259"/>
                </a:lnTo>
                <a:lnTo>
                  <a:pt x="121824" y="73534"/>
                </a:lnTo>
                <a:lnTo>
                  <a:pt x="106125" y="73534"/>
                </a:lnTo>
                <a:lnTo>
                  <a:pt x="115121" y="22308"/>
                </a:lnTo>
                <a:lnTo>
                  <a:pt x="130820" y="22308"/>
                </a:lnTo>
                <a:lnTo>
                  <a:pt x="129719" y="28826"/>
                </a:lnTo>
                <a:cubicBezTo>
                  <a:pt x="131677" y="26623"/>
                  <a:pt x="134048" y="24894"/>
                  <a:pt x="136833" y="23640"/>
                </a:cubicBezTo>
                <a:cubicBezTo>
                  <a:pt x="139618" y="22385"/>
                  <a:pt x="142632" y="21757"/>
                  <a:pt x="145875" y="21757"/>
                </a:cubicBezTo>
                <a:cubicBezTo>
                  <a:pt x="149792" y="21757"/>
                  <a:pt x="153112" y="22584"/>
                  <a:pt x="155835" y="24237"/>
                </a:cubicBezTo>
                <a:cubicBezTo>
                  <a:pt x="158559" y="25889"/>
                  <a:pt x="160503" y="28275"/>
                  <a:pt x="161665" y="31396"/>
                </a:cubicBezTo>
                <a:cubicBezTo>
                  <a:pt x="163930" y="28520"/>
                  <a:pt x="166745" y="26195"/>
                  <a:pt x="170111" y="24420"/>
                </a:cubicBezTo>
                <a:cubicBezTo>
                  <a:pt x="173477" y="22645"/>
                  <a:pt x="176997" y="21757"/>
                  <a:pt x="180669" y="21757"/>
                </a:cubicBezTo>
                <a:close/>
                <a:moveTo>
                  <a:pt x="226756" y="29560"/>
                </a:moveTo>
                <a:cubicBezTo>
                  <a:pt x="228714" y="27173"/>
                  <a:pt x="231193" y="25245"/>
                  <a:pt x="234191" y="23777"/>
                </a:cubicBezTo>
                <a:cubicBezTo>
                  <a:pt x="237190" y="22308"/>
                  <a:pt x="240464" y="21574"/>
                  <a:pt x="244014" y="21574"/>
                </a:cubicBezTo>
                <a:cubicBezTo>
                  <a:pt x="249523" y="21574"/>
                  <a:pt x="253975" y="23364"/>
                  <a:pt x="257372" y="26945"/>
                </a:cubicBezTo>
                <a:cubicBezTo>
                  <a:pt x="260768" y="30524"/>
                  <a:pt x="262467" y="35405"/>
                  <a:pt x="262467" y="41586"/>
                </a:cubicBezTo>
                <a:cubicBezTo>
                  <a:pt x="262467" y="43545"/>
                  <a:pt x="262283" y="45626"/>
                  <a:pt x="261916" y="47829"/>
                </a:cubicBezTo>
                <a:cubicBezTo>
                  <a:pt x="260998" y="53093"/>
                  <a:pt x="259192" y="57729"/>
                  <a:pt x="256499" y="61738"/>
                </a:cubicBezTo>
                <a:cubicBezTo>
                  <a:pt x="253807" y="65746"/>
                  <a:pt x="250563" y="68837"/>
                  <a:pt x="246768" y="71010"/>
                </a:cubicBezTo>
                <a:cubicBezTo>
                  <a:pt x="242973" y="73182"/>
                  <a:pt x="238965" y="74268"/>
                  <a:pt x="234742" y="74268"/>
                </a:cubicBezTo>
                <a:cubicBezTo>
                  <a:pt x="231131" y="74268"/>
                  <a:pt x="228102" y="73549"/>
                  <a:pt x="225653" y="72111"/>
                </a:cubicBezTo>
                <a:cubicBezTo>
                  <a:pt x="223206" y="70673"/>
                  <a:pt x="221431" y="68760"/>
                  <a:pt x="220329" y="66373"/>
                </a:cubicBezTo>
                <a:lnTo>
                  <a:pt x="219044" y="73534"/>
                </a:lnTo>
                <a:lnTo>
                  <a:pt x="203345" y="73534"/>
                </a:lnTo>
                <a:lnTo>
                  <a:pt x="215371" y="5599"/>
                </a:lnTo>
                <a:lnTo>
                  <a:pt x="231070" y="5599"/>
                </a:lnTo>
                <a:lnTo>
                  <a:pt x="226756" y="29560"/>
                </a:lnTo>
                <a:moveTo>
                  <a:pt x="246034" y="47829"/>
                </a:moveTo>
                <a:cubicBezTo>
                  <a:pt x="246218" y="46789"/>
                  <a:pt x="246310" y="45840"/>
                  <a:pt x="246310" y="44983"/>
                </a:cubicBezTo>
                <a:cubicBezTo>
                  <a:pt x="246310" y="41923"/>
                  <a:pt x="245437" y="39537"/>
                  <a:pt x="243693" y="37823"/>
                </a:cubicBezTo>
                <a:cubicBezTo>
                  <a:pt x="241948" y="36109"/>
                  <a:pt x="239730" y="35251"/>
                  <a:pt x="237038" y="35251"/>
                </a:cubicBezTo>
                <a:cubicBezTo>
                  <a:pt x="233916" y="35251"/>
                  <a:pt x="231069" y="36384"/>
                  <a:pt x="228498" y="38648"/>
                </a:cubicBezTo>
                <a:cubicBezTo>
                  <a:pt x="225928" y="40913"/>
                  <a:pt x="224276" y="44004"/>
                  <a:pt x="223542" y="47920"/>
                </a:cubicBezTo>
                <a:cubicBezTo>
                  <a:pt x="223358" y="49022"/>
                  <a:pt x="223266" y="50032"/>
                  <a:pt x="223266" y="50950"/>
                </a:cubicBezTo>
                <a:cubicBezTo>
                  <a:pt x="223266" y="53949"/>
                  <a:pt x="224123" y="56305"/>
                  <a:pt x="225837" y="58019"/>
                </a:cubicBezTo>
                <a:cubicBezTo>
                  <a:pt x="227550" y="59732"/>
                  <a:pt x="229754" y="60589"/>
                  <a:pt x="232447" y="60589"/>
                </a:cubicBezTo>
                <a:cubicBezTo>
                  <a:pt x="235568" y="60589"/>
                  <a:pt x="238429" y="59442"/>
                  <a:pt x="241030" y="57147"/>
                </a:cubicBezTo>
                <a:cubicBezTo>
                  <a:pt x="243632" y="54852"/>
                  <a:pt x="245300" y="51746"/>
                  <a:pt x="246034" y="47829"/>
                </a:cubicBezTo>
                <a:close/>
                <a:moveTo>
                  <a:pt x="267148" y="47829"/>
                </a:moveTo>
                <a:cubicBezTo>
                  <a:pt x="268067" y="42566"/>
                  <a:pt x="269872" y="37945"/>
                  <a:pt x="272565" y="33967"/>
                </a:cubicBezTo>
                <a:cubicBezTo>
                  <a:pt x="275258" y="29989"/>
                  <a:pt x="278502" y="26929"/>
                  <a:pt x="282296" y="24787"/>
                </a:cubicBezTo>
                <a:cubicBezTo>
                  <a:pt x="286091" y="22645"/>
                  <a:pt x="290099" y="21574"/>
                  <a:pt x="294322" y="21574"/>
                </a:cubicBezTo>
                <a:cubicBezTo>
                  <a:pt x="297689" y="21574"/>
                  <a:pt x="300642" y="22278"/>
                  <a:pt x="303181" y="23685"/>
                </a:cubicBezTo>
                <a:cubicBezTo>
                  <a:pt x="305721" y="25092"/>
                  <a:pt x="307572" y="26989"/>
                  <a:pt x="308735" y="29376"/>
                </a:cubicBezTo>
                <a:lnTo>
                  <a:pt x="312959" y="5599"/>
                </a:lnTo>
                <a:lnTo>
                  <a:pt x="328657" y="5599"/>
                </a:lnTo>
                <a:lnTo>
                  <a:pt x="316630" y="73534"/>
                </a:lnTo>
                <a:lnTo>
                  <a:pt x="300933" y="73534"/>
                </a:lnTo>
                <a:lnTo>
                  <a:pt x="302217" y="66190"/>
                </a:lnTo>
                <a:cubicBezTo>
                  <a:pt x="300259" y="68638"/>
                  <a:pt x="297811" y="70597"/>
                  <a:pt x="294873" y="72066"/>
                </a:cubicBezTo>
                <a:cubicBezTo>
                  <a:pt x="291936" y="73534"/>
                  <a:pt x="288661" y="74268"/>
                  <a:pt x="285050" y="74268"/>
                </a:cubicBezTo>
                <a:cubicBezTo>
                  <a:pt x="281439" y="74268"/>
                  <a:pt x="278241" y="73442"/>
                  <a:pt x="275456" y="71790"/>
                </a:cubicBezTo>
                <a:cubicBezTo>
                  <a:pt x="272672" y="70137"/>
                  <a:pt x="270499" y="67781"/>
                  <a:pt x="268938" y="64722"/>
                </a:cubicBezTo>
                <a:cubicBezTo>
                  <a:pt x="267378" y="61661"/>
                  <a:pt x="266597" y="58081"/>
                  <a:pt x="266597" y="53980"/>
                </a:cubicBezTo>
                <a:cubicBezTo>
                  <a:pt x="266597" y="52083"/>
                  <a:pt x="266781" y="50032"/>
                  <a:pt x="267148" y="47829"/>
                </a:cubicBezTo>
                <a:moveTo>
                  <a:pt x="305523" y="47920"/>
                </a:moveTo>
                <a:cubicBezTo>
                  <a:pt x="305706" y="46819"/>
                  <a:pt x="305798" y="45810"/>
                  <a:pt x="305798" y="44892"/>
                </a:cubicBezTo>
                <a:cubicBezTo>
                  <a:pt x="305798" y="41893"/>
                  <a:pt x="304925" y="39537"/>
                  <a:pt x="303181" y="37823"/>
                </a:cubicBezTo>
                <a:cubicBezTo>
                  <a:pt x="301437" y="36109"/>
                  <a:pt x="299219" y="35251"/>
                  <a:pt x="296526" y="35251"/>
                </a:cubicBezTo>
                <a:cubicBezTo>
                  <a:pt x="293405" y="35251"/>
                  <a:pt x="290559" y="36369"/>
                  <a:pt x="287988" y="38604"/>
                </a:cubicBezTo>
                <a:cubicBezTo>
                  <a:pt x="285418" y="40837"/>
                  <a:pt x="283796" y="43913"/>
                  <a:pt x="283123" y="47829"/>
                </a:cubicBezTo>
                <a:cubicBezTo>
                  <a:pt x="282939" y="48931"/>
                  <a:pt x="282847" y="49941"/>
                  <a:pt x="282847" y="50859"/>
                </a:cubicBezTo>
                <a:cubicBezTo>
                  <a:pt x="282847" y="53858"/>
                  <a:pt x="283719" y="56229"/>
                  <a:pt x="285463" y="57974"/>
                </a:cubicBezTo>
                <a:cubicBezTo>
                  <a:pt x="287208" y="59717"/>
                  <a:pt x="289396" y="60589"/>
                  <a:pt x="292028" y="60589"/>
                </a:cubicBezTo>
                <a:cubicBezTo>
                  <a:pt x="295149" y="60589"/>
                  <a:pt x="297994" y="59457"/>
                  <a:pt x="300564" y="57194"/>
                </a:cubicBezTo>
                <a:cubicBezTo>
                  <a:pt x="303135" y="54929"/>
                  <a:pt x="304788" y="51838"/>
                  <a:pt x="305523" y="47920"/>
                </a:cubicBezTo>
                <a:close/>
                <a:moveTo>
                  <a:pt x="345916" y="16983"/>
                </a:moveTo>
                <a:cubicBezTo>
                  <a:pt x="343468" y="16983"/>
                  <a:pt x="341525" y="16326"/>
                  <a:pt x="340087" y="15010"/>
                </a:cubicBezTo>
                <a:cubicBezTo>
                  <a:pt x="338649" y="13694"/>
                  <a:pt x="337930" y="12026"/>
                  <a:pt x="337930" y="10006"/>
                </a:cubicBezTo>
                <a:cubicBezTo>
                  <a:pt x="337930" y="7252"/>
                  <a:pt x="339000" y="4896"/>
                  <a:pt x="341142" y="2938"/>
                </a:cubicBezTo>
                <a:cubicBezTo>
                  <a:pt x="343284" y="979"/>
                  <a:pt x="345885" y="0"/>
                  <a:pt x="348946" y="0"/>
                </a:cubicBezTo>
                <a:cubicBezTo>
                  <a:pt x="351394" y="0"/>
                  <a:pt x="353322" y="658"/>
                  <a:pt x="354730" y="1974"/>
                </a:cubicBezTo>
                <a:cubicBezTo>
                  <a:pt x="356137" y="3290"/>
                  <a:pt x="356841" y="4988"/>
                  <a:pt x="356841" y="7068"/>
                </a:cubicBezTo>
                <a:cubicBezTo>
                  <a:pt x="356841" y="9762"/>
                  <a:pt x="355769" y="12088"/>
                  <a:pt x="353627" y="14046"/>
                </a:cubicBezTo>
                <a:cubicBezTo>
                  <a:pt x="351486" y="16004"/>
                  <a:pt x="348915" y="16983"/>
                  <a:pt x="345916" y="16983"/>
                </a:cubicBezTo>
                <a:moveTo>
                  <a:pt x="352710" y="22308"/>
                </a:moveTo>
                <a:lnTo>
                  <a:pt x="343714" y="73534"/>
                </a:lnTo>
                <a:lnTo>
                  <a:pt x="328015" y="73534"/>
                </a:lnTo>
                <a:lnTo>
                  <a:pt x="337011" y="22308"/>
                </a:lnTo>
                <a:lnTo>
                  <a:pt x="352710" y="22308"/>
                </a:lnTo>
                <a:close/>
                <a:moveTo>
                  <a:pt x="390899" y="14963"/>
                </a:moveTo>
                <a:cubicBezTo>
                  <a:pt x="387900" y="14779"/>
                  <a:pt x="385712" y="15208"/>
                  <a:pt x="384335" y="16249"/>
                </a:cubicBezTo>
                <a:cubicBezTo>
                  <a:pt x="382958" y="17290"/>
                  <a:pt x="382025" y="19156"/>
                  <a:pt x="381535" y="21848"/>
                </a:cubicBezTo>
                <a:lnTo>
                  <a:pt x="381444" y="22308"/>
                </a:lnTo>
                <a:lnTo>
                  <a:pt x="389889" y="22308"/>
                </a:lnTo>
                <a:lnTo>
                  <a:pt x="387595" y="35344"/>
                </a:lnTo>
                <a:lnTo>
                  <a:pt x="379148" y="35344"/>
                </a:lnTo>
                <a:lnTo>
                  <a:pt x="372446" y="73534"/>
                </a:lnTo>
                <a:lnTo>
                  <a:pt x="356656" y="73534"/>
                </a:lnTo>
                <a:lnTo>
                  <a:pt x="363358" y="35344"/>
                </a:lnTo>
                <a:lnTo>
                  <a:pt x="357666" y="35344"/>
                </a:lnTo>
                <a:lnTo>
                  <a:pt x="359961" y="22308"/>
                </a:lnTo>
                <a:lnTo>
                  <a:pt x="365654" y="22308"/>
                </a:lnTo>
                <a:lnTo>
                  <a:pt x="365928" y="20838"/>
                </a:lnTo>
                <a:cubicBezTo>
                  <a:pt x="367091" y="14535"/>
                  <a:pt x="369768" y="9746"/>
                  <a:pt x="373961" y="6472"/>
                </a:cubicBezTo>
                <a:cubicBezTo>
                  <a:pt x="378154" y="3198"/>
                  <a:pt x="383739" y="1561"/>
                  <a:pt x="390716" y="1561"/>
                </a:cubicBezTo>
                <a:cubicBezTo>
                  <a:pt x="391818" y="1561"/>
                  <a:pt x="392644" y="1591"/>
                  <a:pt x="393194" y="1652"/>
                </a:cubicBezTo>
                <a:lnTo>
                  <a:pt x="390899" y="149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Text ymisinter">
            <a:extLst xmlns:a="http://schemas.openxmlformats.org/drawingml/2006/main">
              <a:ext uri="{FF2B5EF4-FFF2-40B4-BE49-F238E27FC236}">
                <a16:creationId xmlns:a16="http://schemas.microsoft.com/office/drawing/2014/main" id="{D54EA886-5104-473A-87ED-5FDF9B2F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1301" y="609288"/>
            <a:ext cx="479397" cy="97862"/>
          </a:xfrm>
          <a:custGeom xmlns:a="http://schemas.openxmlformats.org/drawingml/2006/main">
            <a:pathLst>
              <a:path w="479397" h="97862">
                <a:moveTo>
                  <a:pt x="21665" y="22308"/>
                </a:moveTo>
                <a:lnTo>
                  <a:pt x="27907" y="54347"/>
                </a:lnTo>
                <a:lnTo>
                  <a:pt x="45350" y="22308"/>
                </a:lnTo>
                <a:lnTo>
                  <a:pt x="62333" y="22308"/>
                </a:lnTo>
                <a:lnTo>
                  <a:pt x="16891" y="97862"/>
                </a:lnTo>
                <a:lnTo>
                  <a:pt x="0" y="97862"/>
                </a:lnTo>
                <a:lnTo>
                  <a:pt x="16340" y="71790"/>
                </a:lnTo>
                <a:lnTo>
                  <a:pt x="4222" y="22308"/>
                </a:lnTo>
                <a:lnTo>
                  <a:pt x="21665" y="22308"/>
                </a:lnTo>
                <a:close/>
                <a:moveTo>
                  <a:pt x="154688" y="21757"/>
                </a:moveTo>
                <a:cubicBezTo>
                  <a:pt x="160196" y="21757"/>
                  <a:pt x="164495" y="23211"/>
                  <a:pt x="167586" y="26118"/>
                </a:cubicBezTo>
                <a:cubicBezTo>
                  <a:pt x="170677" y="29025"/>
                  <a:pt x="172222" y="33080"/>
                  <a:pt x="172222" y="38281"/>
                </a:cubicBezTo>
                <a:cubicBezTo>
                  <a:pt x="172222" y="39873"/>
                  <a:pt x="172039" y="41647"/>
                  <a:pt x="171672" y="43606"/>
                </a:cubicBezTo>
                <a:lnTo>
                  <a:pt x="166347" y="73534"/>
                </a:lnTo>
                <a:lnTo>
                  <a:pt x="150741" y="73534"/>
                </a:lnTo>
                <a:lnTo>
                  <a:pt x="155698" y="45718"/>
                </a:lnTo>
                <a:cubicBezTo>
                  <a:pt x="155821" y="45106"/>
                  <a:pt x="155882" y="44279"/>
                  <a:pt x="155882" y="43239"/>
                </a:cubicBezTo>
                <a:cubicBezTo>
                  <a:pt x="155882" y="40669"/>
                  <a:pt x="155163" y="38710"/>
                  <a:pt x="153725" y="37364"/>
                </a:cubicBezTo>
                <a:cubicBezTo>
                  <a:pt x="152286" y="36017"/>
                  <a:pt x="150282" y="35344"/>
                  <a:pt x="147711" y="35344"/>
                </a:cubicBezTo>
                <a:cubicBezTo>
                  <a:pt x="144652" y="35344"/>
                  <a:pt x="142081" y="36247"/>
                  <a:pt x="139999" y="38053"/>
                </a:cubicBezTo>
                <a:cubicBezTo>
                  <a:pt x="137919" y="39858"/>
                  <a:pt x="136603" y="42413"/>
                  <a:pt x="136052" y="45718"/>
                </a:cubicBezTo>
                <a:lnTo>
                  <a:pt x="131095" y="73534"/>
                </a:lnTo>
                <a:lnTo>
                  <a:pt x="115488" y="73534"/>
                </a:lnTo>
                <a:lnTo>
                  <a:pt x="120446" y="45718"/>
                </a:lnTo>
                <a:cubicBezTo>
                  <a:pt x="120568" y="45106"/>
                  <a:pt x="120629" y="44279"/>
                  <a:pt x="120629" y="43239"/>
                </a:cubicBezTo>
                <a:cubicBezTo>
                  <a:pt x="120629" y="40669"/>
                  <a:pt x="119910" y="38710"/>
                  <a:pt x="118472" y="37364"/>
                </a:cubicBezTo>
                <a:cubicBezTo>
                  <a:pt x="117034" y="36017"/>
                  <a:pt x="115030" y="35344"/>
                  <a:pt x="112460" y="35344"/>
                </a:cubicBezTo>
                <a:cubicBezTo>
                  <a:pt x="109399" y="35344"/>
                  <a:pt x="106828" y="36247"/>
                  <a:pt x="104747" y="38053"/>
                </a:cubicBezTo>
                <a:cubicBezTo>
                  <a:pt x="102666" y="39858"/>
                  <a:pt x="101350" y="42413"/>
                  <a:pt x="100799" y="45718"/>
                </a:cubicBezTo>
                <a:lnTo>
                  <a:pt x="100799" y="45259"/>
                </a:lnTo>
                <a:lnTo>
                  <a:pt x="95843" y="73534"/>
                </a:lnTo>
                <a:lnTo>
                  <a:pt x="80144" y="73534"/>
                </a:lnTo>
                <a:lnTo>
                  <a:pt x="89140" y="22308"/>
                </a:lnTo>
                <a:lnTo>
                  <a:pt x="104839" y="22308"/>
                </a:lnTo>
                <a:lnTo>
                  <a:pt x="103738" y="28826"/>
                </a:lnTo>
                <a:cubicBezTo>
                  <a:pt x="105696" y="26623"/>
                  <a:pt x="108068" y="24894"/>
                  <a:pt x="110853" y="23640"/>
                </a:cubicBezTo>
                <a:cubicBezTo>
                  <a:pt x="113638" y="22385"/>
                  <a:pt x="116652" y="21757"/>
                  <a:pt x="119895" y="21757"/>
                </a:cubicBezTo>
                <a:cubicBezTo>
                  <a:pt x="123812" y="21757"/>
                  <a:pt x="127132" y="22584"/>
                  <a:pt x="129855" y="24237"/>
                </a:cubicBezTo>
                <a:cubicBezTo>
                  <a:pt x="132579" y="25889"/>
                  <a:pt x="134522" y="28275"/>
                  <a:pt x="135685" y="31396"/>
                </a:cubicBezTo>
                <a:cubicBezTo>
                  <a:pt x="137950" y="28520"/>
                  <a:pt x="140765" y="26195"/>
                  <a:pt x="144130" y="24420"/>
                </a:cubicBezTo>
                <a:cubicBezTo>
                  <a:pt x="147497" y="22645"/>
                  <a:pt x="151016" y="21757"/>
                  <a:pt x="154688" y="21757"/>
                </a:cubicBezTo>
                <a:close/>
                <a:moveTo>
                  <a:pt x="195265" y="16983"/>
                </a:moveTo>
                <a:cubicBezTo>
                  <a:pt x="192818" y="16983"/>
                  <a:pt x="190875" y="16326"/>
                  <a:pt x="189437" y="15010"/>
                </a:cubicBezTo>
                <a:cubicBezTo>
                  <a:pt x="187998" y="13694"/>
                  <a:pt x="187279" y="12026"/>
                  <a:pt x="187279" y="10006"/>
                </a:cubicBezTo>
                <a:cubicBezTo>
                  <a:pt x="187279" y="7252"/>
                  <a:pt x="188350" y="4896"/>
                  <a:pt x="190491" y="2938"/>
                </a:cubicBezTo>
                <a:cubicBezTo>
                  <a:pt x="192634" y="979"/>
                  <a:pt x="195235" y="0"/>
                  <a:pt x="198295" y="0"/>
                </a:cubicBezTo>
                <a:cubicBezTo>
                  <a:pt x="200744" y="0"/>
                  <a:pt x="202672" y="658"/>
                  <a:pt x="204079" y="1974"/>
                </a:cubicBezTo>
                <a:cubicBezTo>
                  <a:pt x="205487" y="3290"/>
                  <a:pt x="206190" y="4988"/>
                  <a:pt x="206190" y="7068"/>
                </a:cubicBezTo>
                <a:cubicBezTo>
                  <a:pt x="206190" y="9762"/>
                  <a:pt x="205119" y="12088"/>
                  <a:pt x="202977" y="14046"/>
                </a:cubicBezTo>
                <a:cubicBezTo>
                  <a:pt x="200835" y="16004"/>
                  <a:pt x="198265" y="16983"/>
                  <a:pt x="195265" y="16983"/>
                </a:cubicBezTo>
                <a:moveTo>
                  <a:pt x="202059" y="22308"/>
                </a:moveTo>
                <a:lnTo>
                  <a:pt x="193063" y="73534"/>
                </a:lnTo>
                <a:lnTo>
                  <a:pt x="177364" y="73534"/>
                </a:lnTo>
                <a:lnTo>
                  <a:pt x="186360" y="22308"/>
                </a:lnTo>
                <a:lnTo>
                  <a:pt x="202059" y="22308"/>
                </a:lnTo>
                <a:close/>
                <a:moveTo>
                  <a:pt x="225744" y="74268"/>
                </a:moveTo>
                <a:cubicBezTo>
                  <a:pt x="221705" y="74268"/>
                  <a:pt x="218079" y="73626"/>
                  <a:pt x="214865" y="72341"/>
                </a:cubicBezTo>
                <a:cubicBezTo>
                  <a:pt x="211653" y="71056"/>
                  <a:pt x="209128" y="69266"/>
                  <a:pt x="207291" y="66971"/>
                </a:cubicBezTo>
                <a:cubicBezTo>
                  <a:pt x="205455" y="64676"/>
                  <a:pt x="204537" y="62028"/>
                  <a:pt x="204537" y="59029"/>
                </a:cubicBezTo>
                <a:cubicBezTo>
                  <a:pt x="204537" y="58601"/>
                  <a:pt x="204599" y="57836"/>
                  <a:pt x="204722" y="56734"/>
                </a:cubicBezTo>
                <a:lnTo>
                  <a:pt x="219869" y="56734"/>
                </a:lnTo>
                <a:cubicBezTo>
                  <a:pt x="219747" y="58632"/>
                  <a:pt x="220313" y="60147"/>
                  <a:pt x="221567" y="61278"/>
                </a:cubicBezTo>
                <a:cubicBezTo>
                  <a:pt x="222822" y="62410"/>
                  <a:pt x="224612" y="62976"/>
                  <a:pt x="226938" y="62976"/>
                </a:cubicBezTo>
                <a:cubicBezTo>
                  <a:pt x="228896" y="62976"/>
                  <a:pt x="230518" y="62609"/>
                  <a:pt x="231803" y="61875"/>
                </a:cubicBezTo>
                <a:cubicBezTo>
                  <a:pt x="233088" y="61140"/>
                  <a:pt x="233731" y="60100"/>
                  <a:pt x="233731" y="58754"/>
                </a:cubicBezTo>
                <a:cubicBezTo>
                  <a:pt x="233731" y="57468"/>
                  <a:pt x="233043" y="56443"/>
                  <a:pt x="231665" y="55678"/>
                </a:cubicBezTo>
                <a:cubicBezTo>
                  <a:pt x="230289" y="54913"/>
                  <a:pt x="228009" y="53980"/>
                  <a:pt x="224826" y="52878"/>
                </a:cubicBezTo>
                <a:cubicBezTo>
                  <a:pt x="221522" y="51777"/>
                  <a:pt x="218752" y="50691"/>
                  <a:pt x="216518" y="49619"/>
                </a:cubicBezTo>
                <a:cubicBezTo>
                  <a:pt x="214284" y="48548"/>
                  <a:pt x="212372" y="47003"/>
                  <a:pt x="210781" y="44984"/>
                </a:cubicBezTo>
                <a:cubicBezTo>
                  <a:pt x="209189" y="42964"/>
                  <a:pt x="208394" y="40424"/>
                  <a:pt x="208394" y="37364"/>
                </a:cubicBezTo>
                <a:cubicBezTo>
                  <a:pt x="208394" y="34365"/>
                  <a:pt x="209281" y="31657"/>
                  <a:pt x="211055" y="29239"/>
                </a:cubicBezTo>
                <a:cubicBezTo>
                  <a:pt x="212830" y="26821"/>
                  <a:pt x="215324" y="24940"/>
                  <a:pt x="218537" y="23594"/>
                </a:cubicBezTo>
                <a:cubicBezTo>
                  <a:pt x="221750" y="22247"/>
                  <a:pt x="225469" y="21574"/>
                  <a:pt x="229692" y="21574"/>
                </a:cubicBezTo>
                <a:cubicBezTo>
                  <a:pt x="233914" y="21574"/>
                  <a:pt x="237586" y="22263"/>
                  <a:pt x="240707" y="23640"/>
                </a:cubicBezTo>
                <a:cubicBezTo>
                  <a:pt x="243829" y="25017"/>
                  <a:pt x="246247" y="26929"/>
                  <a:pt x="247961" y="29378"/>
                </a:cubicBezTo>
                <a:cubicBezTo>
                  <a:pt x="249675" y="31825"/>
                  <a:pt x="250531" y="34579"/>
                  <a:pt x="250531" y="37638"/>
                </a:cubicBezTo>
                <a:lnTo>
                  <a:pt x="250439" y="39015"/>
                </a:lnTo>
                <a:lnTo>
                  <a:pt x="236209" y="39015"/>
                </a:lnTo>
                <a:cubicBezTo>
                  <a:pt x="236332" y="37179"/>
                  <a:pt x="235781" y="35711"/>
                  <a:pt x="234557" y="34610"/>
                </a:cubicBezTo>
                <a:cubicBezTo>
                  <a:pt x="233333" y="33508"/>
                  <a:pt x="231589" y="32957"/>
                  <a:pt x="229324" y="32957"/>
                </a:cubicBezTo>
                <a:cubicBezTo>
                  <a:pt x="227550" y="32957"/>
                  <a:pt x="226097" y="33324"/>
                  <a:pt x="224964" y="34059"/>
                </a:cubicBezTo>
                <a:cubicBezTo>
                  <a:pt x="223832" y="34793"/>
                  <a:pt x="223266" y="35803"/>
                  <a:pt x="223266" y="37088"/>
                </a:cubicBezTo>
                <a:cubicBezTo>
                  <a:pt x="223266" y="38434"/>
                  <a:pt x="224015" y="39552"/>
                  <a:pt x="225514" y="40440"/>
                </a:cubicBezTo>
                <a:cubicBezTo>
                  <a:pt x="227014" y="41327"/>
                  <a:pt x="229355" y="42321"/>
                  <a:pt x="232538" y="43422"/>
                </a:cubicBezTo>
                <a:cubicBezTo>
                  <a:pt x="235843" y="44524"/>
                  <a:pt x="238582" y="45611"/>
                  <a:pt x="240754" y="46682"/>
                </a:cubicBezTo>
                <a:cubicBezTo>
                  <a:pt x="242927" y="47753"/>
                  <a:pt x="244794" y="49252"/>
                  <a:pt x="246354" y="51180"/>
                </a:cubicBezTo>
                <a:cubicBezTo>
                  <a:pt x="247915" y="53108"/>
                  <a:pt x="248695" y="55510"/>
                  <a:pt x="248695" y="58387"/>
                </a:cubicBezTo>
                <a:cubicBezTo>
                  <a:pt x="248695" y="61692"/>
                  <a:pt x="247700" y="64538"/>
                  <a:pt x="245711" y="66925"/>
                </a:cubicBezTo>
                <a:cubicBezTo>
                  <a:pt x="243722" y="69311"/>
                  <a:pt x="240998" y="71132"/>
                  <a:pt x="237540" y="72387"/>
                </a:cubicBezTo>
                <a:cubicBezTo>
                  <a:pt x="234083" y="73641"/>
                  <a:pt x="230151" y="74268"/>
                  <a:pt x="225744" y="74268"/>
                </a:cubicBezTo>
                <a:close/>
                <a:moveTo>
                  <a:pt x="273573" y="16983"/>
                </a:moveTo>
                <a:cubicBezTo>
                  <a:pt x="271126" y="16983"/>
                  <a:pt x="269183" y="16326"/>
                  <a:pt x="267745" y="15010"/>
                </a:cubicBezTo>
                <a:cubicBezTo>
                  <a:pt x="266307" y="13694"/>
                  <a:pt x="265587" y="12026"/>
                  <a:pt x="265587" y="10006"/>
                </a:cubicBezTo>
                <a:cubicBezTo>
                  <a:pt x="265587" y="7252"/>
                  <a:pt x="266658" y="4896"/>
                  <a:pt x="268800" y="2938"/>
                </a:cubicBezTo>
                <a:cubicBezTo>
                  <a:pt x="270942" y="979"/>
                  <a:pt x="273543" y="0"/>
                  <a:pt x="276603" y="0"/>
                </a:cubicBezTo>
                <a:cubicBezTo>
                  <a:pt x="279052" y="0"/>
                  <a:pt x="280980" y="658"/>
                  <a:pt x="282387" y="1974"/>
                </a:cubicBezTo>
                <a:cubicBezTo>
                  <a:pt x="283795" y="3290"/>
                  <a:pt x="284498" y="4988"/>
                  <a:pt x="284498" y="7068"/>
                </a:cubicBezTo>
                <a:cubicBezTo>
                  <a:pt x="284498" y="9762"/>
                  <a:pt x="283427" y="12088"/>
                  <a:pt x="281285" y="14046"/>
                </a:cubicBezTo>
                <a:cubicBezTo>
                  <a:pt x="279144" y="16004"/>
                  <a:pt x="276573" y="16983"/>
                  <a:pt x="273573" y="16983"/>
                </a:cubicBezTo>
                <a:moveTo>
                  <a:pt x="280367" y="22308"/>
                </a:moveTo>
                <a:lnTo>
                  <a:pt x="271371" y="73534"/>
                </a:lnTo>
                <a:lnTo>
                  <a:pt x="255673" y="73534"/>
                </a:lnTo>
                <a:lnTo>
                  <a:pt x="264669" y="22308"/>
                </a:lnTo>
                <a:lnTo>
                  <a:pt x="280367" y="22308"/>
                </a:lnTo>
                <a:close/>
                <a:moveTo>
                  <a:pt x="323056" y="21757"/>
                </a:moveTo>
                <a:cubicBezTo>
                  <a:pt x="328197" y="21757"/>
                  <a:pt x="332236" y="23196"/>
                  <a:pt x="335174" y="26072"/>
                </a:cubicBezTo>
                <a:cubicBezTo>
                  <a:pt x="338112" y="28948"/>
                  <a:pt x="339581" y="32957"/>
                  <a:pt x="339581" y="38098"/>
                </a:cubicBezTo>
                <a:cubicBezTo>
                  <a:pt x="339581" y="39811"/>
                  <a:pt x="339397" y="41647"/>
                  <a:pt x="339029" y="43606"/>
                </a:cubicBezTo>
                <a:lnTo>
                  <a:pt x="333705" y="73534"/>
                </a:lnTo>
                <a:lnTo>
                  <a:pt x="318099" y="73534"/>
                </a:lnTo>
                <a:lnTo>
                  <a:pt x="323056" y="45718"/>
                </a:lnTo>
                <a:cubicBezTo>
                  <a:pt x="323240" y="44677"/>
                  <a:pt x="323332" y="43759"/>
                  <a:pt x="323332" y="42964"/>
                </a:cubicBezTo>
                <a:cubicBezTo>
                  <a:pt x="323332" y="40393"/>
                  <a:pt x="322613" y="38404"/>
                  <a:pt x="321175" y="36997"/>
                </a:cubicBezTo>
                <a:cubicBezTo>
                  <a:pt x="319737" y="35589"/>
                  <a:pt x="317732" y="34884"/>
                  <a:pt x="315161" y="34884"/>
                </a:cubicBezTo>
                <a:cubicBezTo>
                  <a:pt x="312101" y="34884"/>
                  <a:pt x="309530" y="35833"/>
                  <a:pt x="307450" y="37731"/>
                </a:cubicBezTo>
                <a:cubicBezTo>
                  <a:pt x="305369" y="39628"/>
                  <a:pt x="304022" y="42291"/>
                  <a:pt x="303410" y="45718"/>
                </a:cubicBezTo>
                <a:lnTo>
                  <a:pt x="303410" y="45259"/>
                </a:lnTo>
                <a:lnTo>
                  <a:pt x="298454" y="73534"/>
                </a:lnTo>
                <a:lnTo>
                  <a:pt x="282755" y="73534"/>
                </a:lnTo>
                <a:lnTo>
                  <a:pt x="291751" y="22308"/>
                </a:lnTo>
                <a:lnTo>
                  <a:pt x="307450" y="22308"/>
                </a:lnTo>
                <a:lnTo>
                  <a:pt x="306256" y="29193"/>
                </a:lnTo>
                <a:cubicBezTo>
                  <a:pt x="308276" y="26928"/>
                  <a:pt x="310740" y="25123"/>
                  <a:pt x="313647" y="23777"/>
                </a:cubicBezTo>
                <a:cubicBezTo>
                  <a:pt x="316554" y="22431"/>
                  <a:pt x="319690" y="21757"/>
                  <a:pt x="323056" y="21757"/>
                </a:cubicBezTo>
                <a:close/>
                <a:moveTo>
                  <a:pt x="365928" y="55908"/>
                </a:moveTo>
                <a:cubicBezTo>
                  <a:pt x="365868" y="56214"/>
                  <a:pt x="365837" y="56612"/>
                  <a:pt x="365837" y="57101"/>
                </a:cubicBezTo>
                <a:cubicBezTo>
                  <a:pt x="365837" y="58203"/>
                  <a:pt x="366159" y="58999"/>
                  <a:pt x="366801" y="59488"/>
                </a:cubicBezTo>
                <a:cubicBezTo>
                  <a:pt x="367444" y="59978"/>
                  <a:pt x="368499" y="60222"/>
                  <a:pt x="369968" y="60222"/>
                </a:cubicBezTo>
                <a:lnTo>
                  <a:pt x="375569" y="60222"/>
                </a:lnTo>
                <a:lnTo>
                  <a:pt x="373182" y="73534"/>
                </a:lnTo>
                <a:lnTo>
                  <a:pt x="365194" y="73534"/>
                </a:lnTo>
                <a:cubicBezTo>
                  <a:pt x="354912" y="73534"/>
                  <a:pt x="349771" y="69219"/>
                  <a:pt x="349771" y="60589"/>
                </a:cubicBezTo>
                <a:cubicBezTo>
                  <a:pt x="349771" y="59304"/>
                  <a:pt x="349925" y="57683"/>
                  <a:pt x="350231" y="55724"/>
                </a:cubicBezTo>
                <a:lnTo>
                  <a:pt x="353902" y="35344"/>
                </a:lnTo>
                <a:lnTo>
                  <a:pt x="347660" y="35344"/>
                </a:lnTo>
                <a:lnTo>
                  <a:pt x="349955" y="22308"/>
                </a:lnTo>
                <a:lnTo>
                  <a:pt x="356197" y="22308"/>
                </a:lnTo>
                <a:lnTo>
                  <a:pt x="358400" y="9822"/>
                </a:lnTo>
                <a:lnTo>
                  <a:pt x="374099" y="9822"/>
                </a:lnTo>
                <a:lnTo>
                  <a:pt x="371896" y="22308"/>
                </a:lnTo>
                <a:lnTo>
                  <a:pt x="382178" y="22308"/>
                </a:lnTo>
                <a:lnTo>
                  <a:pt x="379883" y="35344"/>
                </a:lnTo>
                <a:lnTo>
                  <a:pt x="369601" y="35344"/>
                </a:lnTo>
                <a:lnTo>
                  <a:pt x="365928" y="55908"/>
                </a:lnTo>
                <a:close/>
                <a:moveTo>
                  <a:pt x="413849" y="21574"/>
                </a:moveTo>
                <a:cubicBezTo>
                  <a:pt x="420459" y="21574"/>
                  <a:pt x="425707" y="23364"/>
                  <a:pt x="429593" y="26945"/>
                </a:cubicBezTo>
                <a:cubicBezTo>
                  <a:pt x="433480" y="30524"/>
                  <a:pt x="435423" y="35405"/>
                  <a:pt x="435423" y="41586"/>
                </a:cubicBezTo>
                <a:cubicBezTo>
                  <a:pt x="435423" y="43606"/>
                  <a:pt x="435270" y="45411"/>
                  <a:pt x="434965" y="47003"/>
                </a:cubicBezTo>
                <a:cubicBezTo>
                  <a:pt x="434720" y="48410"/>
                  <a:pt x="434353" y="49909"/>
                  <a:pt x="433863" y="51501"/>
                </a:cubicBezTo>
                <a:lnTo>
                  <a:pt x="398335" y="51501"/>
                </a:lnTo>
                <a:cubicBezTo>
                  <a:pt x="398274" y="51869"/>
                  <a:pt x="398243" y="52451"/>
                  <a:pt x="398243" y="53246"/>
                </a:cubicBezTo>
                <a:cubicBezTo>
                  <a:pt x="398243" y="55939"/>
                  <a:pt x="398977" y="57989"/>
                  <a:pt x="400446" y="59397"/>
                </a:cubicBezTo>
                <a:cubicBezTo>
                  <a:pt x="401915" y="60804"/>
                  <a:pt x="403874" y="61508"/>
                  <a:pt x="406321" y="61508"/>
                </a:cubicBezTo>
                <a:cubicBezTo>
                  <a:pt x="410239" y="61508"/>
                  <a:pt x="413238" y="59856"/>
                  <a:pt x="415319" y="56551"/>
                </a:cubicBezTo>
                <a:lnTo>
                  <a:pt x="432027" y="56551"/>
                </a:lnTo>
                <a:cubicBezTo>
                  <a:pt x="429824" y="61752"/>
                  <a:pt x="426243" y="66006"/>
                  <a:pt x="421285" y="69311"/>
                </a:cubicBezTo>
                <a:cubicBezTo>
                  <a:pt x="416328" y="72616"/>
                  <a:pt x="410759" y="74268"/>
                  <a:pt x="404577" y="74268"/>
                </a:cubicBezTo>
                <a:cubicBezTo>
                  <a:pt x="397967" y="74268"/>
                  <a:pt x="392689" y="72432"/>
                  <a:pt x="388741" y="68760"/>
                </a:cubicBezTo>
                <a:cubicBezTo>
                  <a:pt x="384794" y="65088"/>
                  <a:pt x="382820" y="60100"/>
                  <a:pt x="382820" y="53797"/>
                </a:cubicBezTo>
                <a:cubicBezTo>
                  <a:pt x="382820" y="51899"/>
                  <a:pt x="383003" y="49940"/>
                  <a:pt x="383370" y="47920"/>
                </a:cubicBezTo>
                <a:cubicBezTo>
                  <a:pt x="384289" y="42596"/>
                  <a:pt x="386187" y="37945"/>
                  <a:pt x="389063" y="33967"/>
                </a:cubicBezTo>
                <a:cubicBezTo>
                  <a:pt x="391940" y="29989"/>
                  <a:pt x="395520" y="26929"/>
                  <a:pt x="399803" y="24787"/>
                </a:cubicBezTo>
                <a:cubicBezTo>
                  <a:pt x="404088" y="22645"/>
                  <a:pt x="408770" y="21574"/>
                  <a:pt x="413849" y="21574"/>
                </a:cubicBezTo>
                <a:moveTo>
                  <a:pt x="419542" y="43515"/>
                </a:moveTo>
                <a:cubicBezTo>
                  <a:pt x="419664" y="42657"/>
                  <a:pt x="419726" y="42076"/>
                  <a:pt x="419726" y="41771"/>
                </a:cubicBezTo>
                <a:cubicBezTo>
                  <a:pt x="419726" y="39322"/>
                  <a:pt x="418960" y="37440"/>
                  <a:pt x="417430" y="36124"/>
                </a:cubicBezTo>
                <a:cubicBezTo>
                  <a:pt x="415900" y="34808"/>
                  <a:pt x="413880" y="34150"/>
                  <a:pt x="411371" y="34150"/>
                </a:cubicBezTo>
                <a:cubicBezTo>
                  <a:pt x="408678" y="34150"/>
                  <a:pt x="406306" y="34961"/>
                  <a:pt x="404255" y="36584"/>
                </a:cubicBezTo>
                <a:cubicBezTo>
                  <a:pt x="402205" y="38205"/>
                  <a:pt x="400721" y="40515"/>
                  <a:pt x="399803" y="43515"/>
                </a:cubicBezTo>
                <a:lnTo>
                  <a:pt x="419542" y="43515"/>
                </a:lnTo>
                <a:close/>
                <a:moveTo>
                  <a:pt x="461494" y="31580"/>
                </a:moveTo>
                <a:cubicBezTo>
                  <a:pt x="463881" y="28520"/>
                  <a:pt x="466620" y="26118"/>
                  <a:pt x="469710" y="24374"/>
                </a:cubicBezTo>
                <a:cubicBezTo>
                  <a:pt x="472801" y="22630"/>
                  <a:pt x="476030" y="21757"/>
                  <a:pt x="479397" y="21757"/>
                </a:cubicBezTo>
                <a:lnTo>
                  <a:pt x="476459" y="38374"/>
                </a:lnTo>
                <a:lnTo>
                  <a:pt x="472145" y="38374"/>
                </a:lnTo>
                <a:cubicBezTo>
                  <a:pt x="468227" y="38374"/>
                  <a:pt x="465136" y="39215"/>
                  <a:pt x="462871" y="40898"/>
                </a:cubicBezTo>
                <a:cubicBezTo>
                  <a:pt x="460608" y="42581"/>
                  <a:pt x="459108" y="45534"/>
                  <a:pt x="458373" y="49757"/>
                </a:cubicBezTo>
                <a:lnTo>
                  <a:pt x="454151" y="73534"/>
                </a:lnTo>
                <a:lnTo>
                  <a:pt x="438453" y="73534"/>
                </a:lnTo>
                <a:lnTo>
                  <a:pt x="447449" y="22308"/>
                </a:lnTo>
                <a:lnTo>
                  <a:pt x="463147" y="22308"/>
                </a:lnTo>
                <a:lnTo>
                  <a:pt x="461494" y="315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Text prets">
            <a:extLst xmlns:a="http://schemas.openxmlformats.org/drawingml/2006/main">
              <a:ext uri="{FF2B5EF4-FFF2-40B4-BE49-F238E27FC236}">
                <a16:creationId xmlns:a16="http://schemas.microsoft.com/office/drawing/2014/main" id="{8E12EB18-23F1-402C-BE54-E34324AC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732" y="619111"/>
            <a:ext cx="245849" cy="88132"/>
          </a:xfrm>
          <a:custGeom xmlns:a="http://schemas.openxmlformats.org/drawingml/2006/main">
            <a:pathLst>
              <a:path w="245849" h="88132">
                <a:moveTo>
                  <a:pt x="27725" y="19737"/>
                </a:moveTo>
                <a:cubicBezTo>
                  <a:pt x="29683" y="17350"/>
                  <a:pt x="32146" y="15423"/>
                  <a:pt x="35114" y="13955"/>
                </a:cubicBezTo>
                <a:cubicBezTo>
                  <a:pt x="38083" y="12486"/>
                  <a:pt x="41372" y="11751"/>
                  <a:pt x="44983" y="11751"/>
                </a:cubicBezTo>
                <a:cubicBezTo>
                  <a:pt x="50492" y="11751"/>
                  <a:pt x="54944" y="13557"/>
                  <a:pt x="58341" y="17168"/>
                </a:cubicBezTo>
                <a:cubicBezTo>
                  <a:pt x="61737" y="20779"/>
                  <a:pt x="63436" y="25675"/>
                  <a:pt x="63436" y="31856"/>
                </a:cubicBezTo>
                <a:cubicBezTo>
                  <a:pt x="63436" y="33753"/>
                  <a:pt x="63252" y="35804"/>
                  <a:pt x="62885" y="38007"/>
                </a:cubicBezTo>
                <a:cubicBezTo>
                  <a:pt x="61967" y="43270"/>
                  <a:pt x="60162" y="47906"/>
                  <a:pt x="57468" y="51915"/>
                </a:cubicBezTo>
                <a:cubicBezTo>
                  <a:pt x="54776" y="55924"/>
                  <a:pt x="51532" y="59014"/>
                  <a:pt x="47737" y="61187"/>
                </a:cubicBezTo>
                <a:cubicBezTo>
                  <a:pt x="43942" y="63360"/>
                  <a:pt x="39934" y="64446"/>
                  <a:pt x="35711" y="64446"/>
                </a:cubicBezTo>
                <a:cubicBezTo>
                  <a:pt x="32161" y="64446"/>
                  <a:pt x="29162" y="63712"/>
                  <a:pt x="26713" y="62244"/>
                </a:cubicBezTo>
                <a:cubicBezTo>
                  <a:pt x="24266" y="60775"/>
                  <a:pt x="22461" y="58877"/>
                  <a:pt x="21298" y="56551"/>
                </a:cubicBezTo>
                <a:lnTo>
                  <a:pt x="15697" y="88132"/>
                </a:lnTo>
                <a:lnTo>
                  <a:pt x="0" y="88132"/>
                </a:lnTo>
                <a:lnTo>
                  <a:pt x="13310" y="12485"/>
                </a:lnTo>
                <a:lnTo>
                  <a:pt x="29009" y="12485"/>
                </a:lnTo>
                <a:lnTo>
                  <a:pt x="27725" y="19737"/>
                </a:lnTo>
                <a:moveTo>
                  <a:pt x="47003" y="38007"/>
                </a:moveTo>
                <a:cubicBezTo>
                  <a:pt x="47187" y="36966"/>
                  <a:pt x="47279" y="36018"/>
                  <a:pt x="47279" y="35160"/>
                </a:cubicBezTo>
                <a:cubicBezTo>
                  <a:pt x="47279" y="32101"/>
                  <a:pt x="46406" y="29714"/>
                  <a:pt x="44662" y="28001"/>
                </a:cubicBezTo>
                <a:cubicBezTo>
                  <a:pt x="42918" y="26286"/>
                  <a:pt x="40699" y="25429"/>
                  <a:pt x="38007" y="25429"/>
                </a:cubicBezTo>
                <a:cubicBezTo>
                  <a:pt x="34885" y="25429"/>
                  <a:pt x="32038" y="26561"/>
                  <a:pt x="29467" y="28826"/>
                </a:cubicBezTo>
                <a:cubicBezTo>
                  <a:pt x="26897" y="31091"/>
                  <a:pt x="25245" y="34181"/>
                  <a:pt x="24511" y="38098"/>
                </a:cubicBezTo>
                <a:cubicBezTo>
                  <a:pt x="24327" y="39200"/>
                  <a:pt x="24235" y="40210"/>
                  <a:pt x="24235" y="41128"/>
                </a:cubicBezTo>
                <a:cubicBezTo>
                  <a:pt x="24235" y="44126"/>
                  <a:pt x="25092" y="46483"/>
                  <a:pt x="26806" y="48196"/>
                </a:cubicBezTo>
                <a:cubicBezTo>
                  <a:pt x="28520" y="49910"/>
                  <a:pt x="30723" y="50767"/>
                  <a:pt x="33416" y="50767"/>
                </a:cubicBezTo>
                <a:cubicBezTo>
                  <a:pt x="36537" y="50767"/>
                  <a:pt x="39398" y="49619"/>
                  <a:pt x="41999" y="47325"/>
                </a:cubicBezTo>
                <a:cubicBezTo>
                  <a:pt x="44601" y="45030"/>
                  <a:pt x="46269" y="41923"/>
                  <a:pt x="47003" y="38007"/>
                </a:cubicBezTo>
                <a:close/>
                <a:moveTo>
                  <a:pt x="89690" y="21757"/>
                </a:moveTo>
                <a:cubicBezTo>
                  <a:pt x="92077" y="18697"/>
                  <a:pt x="94816" y="16295"/>
                  <a:pt x="97906" y="14552"/>
                </a:cubicBezTo>
                <a:cubicBezTo>
                  <a:pt x="100997" y="12807"/>
                  <a:pt x="104226" y="11935"/>
                  <a:pt x="107593" y="11935"/>
                </a:cubicBezTo>
                <a:lnTo>
                  <a:pt x="104655" y="28551"/>
                </a:lnTo>
                <a:lnTo>
                  <a:pt x="100341" y="28551"/>
                </a:lnTo>
                <a:cubicBezTo>
                  <a:pt x="96423" y="28551"/>
                  <a:pt x="93332" y="29393"/>
                  <a:pt x="91067" y="31076"/>
                </a:cubicBezTo>
                <a:cubicBezTo>
                  <a:pt x="88804" y="32758"/>
                  <a:pt x="87304" y="35711"/>
                  <a:pt x="86569" y="39934"/>
                </a:cubicBezTo>
                <a:lnTo>
                  <a:pt x="82347" y="63712"/>
                </a:lnTo>
                <a:lnTo>
                  <a:pt x="66649" y="63712"/>
                </a:lnTo>
                <a:lnTo>
                  <a:pt x="75645" y="12485"/>
                </a:lnTo>
                <a:lnTo>
                  <a:pt x="91343" y="12485"/>
                </a:lnTo>
                <a:lnTo>
                  <a:pt x="89690" y="21757"/>
                </a:lnTo>
                <a:close/>
                <a:moveTo>
                  <a:pt x="137887" y="11751"/>
                </a:moveTo>
                <a:cubicBezTo>
                  <a:pt x="144497" y="11751"/>
                  <a:pt x="149745" y="13542"/>
                  <a:pt x="153631" y="17122"/>
                </a:cubicBezTo>
                <a:cubicBezTo>
                  <a:pt x="157518" y="20702"/>
                  <a:pt x="159461" y="25582"/>
                  <a:pt x="159461" y="31763"/>
                </a:cubicBezTo>
                <a:cubicBezTo>
                  <a:pt x="159461" y="33783"/>
                  <a:pt x="159308" y="35589"/>
                  <a:pt x="159003" y="37180"/>
                </a:cubicBezTo>
                <a:cubicBezTo>
                  <a:pt x="158758" y="38588"/>
                  <a:pt x="158391" y="40087"/>
                  <a:pt x="157901" y="41678"/>
                </a:cubicBezTo>
                <a:lnTo>
                  <a:pt x="122373" y="41678"/>
                </a:lnTo>
                <a:cubicBezTo>
                  <a:pt x="122312" y="42046"/>
                  <a:pt x="122281" y="42628"/>
                  <a:pt x="122281" y="43424"/>
                </a:cubicBezTo>
                <a:cubicBezTo>
                  <a:pt x="122281" y="46116"/>
                  <a:pt x="123015" y="48166"/>
                  <a:pt x="124484" y="49575"/>
                </a:cubicBezTo>
                <a:cubicBezTo>
                  <a:pt x="125953" y="50982"/>
                  <a:pt x="127912" y="51686"/>
                  <a:pt x="130359" y="51686"/>
                </a:cubicBezTo>
                <a:cubicBezTo>
                  <a:pt x="134277" y="51686"/>
                  <a:pt x="137276" y="50033"/>
                  <a:pt x="139357" y="46728"/>
                </a:cubicBezTo>
                <a:lnTo>
                  <a:pt x="156066" y="46728"/>
                </a:lnTo>
                <a:cubicBezTo>
                  <a:pt x="153862" y="51930"/>
                  <a:pt x="150281" y="56183"/>
                  <a:pt x="145323" y="59488"/>
                </a:cubicBezTo>
                <a:cubicBezTo>
                  <a:pt x="140366" y="62793"/>
                  <a:pt x="134797" y="64446"/>
                  <a:pt x="128615" y="64446"/>
                </a:cubicBezTo>
                <a:cubicBezTo>
                  <a:pt x="122005" y="64446"/>
                  <a:pt x="116727" y="62610"/>
                  <a:pt x="112779" y="58938"/>
                </a:cubicBezTo>
                <a:cubicBezTo>
                  <a:pt x="108832" y="55266"/>
                  <a:pt x="106858" y="50278"/>
                  <a:pt x="106858" y="43974"/>
                </a:cubicBezTo>
                <a:cubicBezTo>
                  <a:pt x="106858" y="42077"/>
                  <a:pt x="107041" y="40118"/>
                  <a:pt x="107408" y="38098"/>
                </a:cubicBezTo>
                <a:cubicBezTo>
                  <a:pt x="108327" y="32774"/>
                  <a:pt x="110225" y="28123"/>
                  <a:pt x="113101" y="24144"/>
                </a:cubicBezTo>
                <a:cubicBezTo>
                  <a:pt x="115978" y="20166"/>
                  <a:pt x="119558" y="17106"/>
                  <a:pt x="123841" y="14965"/>
                </a:cubicBezTo>
                <a:cubicBezTo>
                  <a:pt x="128126" y="12823"/>
                  <a:pt x="132808" y="11751"/>
                  <a:pt x="137887" y="11751"/>
                </a:cubicBezTo>
                <a:moveTo>
                  <a:pt x="143580" y="33692"/>
                </a:moveTo>
                <a:cubicBezTo>
                  <a:pt x="143702" y="32835"/>
                  <a:pt x="143764" y="32254"/>
                  <a:pt x="143764" y="31948"/>
                </a:cubicBezTo>
                <a:cubicBezTo>
                  <a:pt x="143764" y="29500"/>
                  <a:pt x="142998" y="27617"/>
                  <a:pt x="141468" y="26302"/>
                </a:cubicBezTo>
                <a:cubicBezTo>
                  <a:pt x="139938" y="24986"/>
                  <a:pt x="137918" y="24328"/>
                  <a:pt x="135409" y="24328"/>
                </a:cubicBezTo>
                <a:cubicBezTo>
                  <a:pt x="132716" y="24328"/>
                  <a:pt x="130344" y="25139"/>
                  <a:pt x="128293" y="26761"/>
                </a:cubicBezTo>
                <a:cubicBezTo>
                  <a:pt x="126243" y="28382"/>
                  <a:pt x="124759" y="30693"/>
                  <a:pt x="123841" y="33692"/>
                </a:cubicBezTo>
                <a:lnTo>
                  <a:pt x="143580" y="33692"/>
                </a:lnTo>
                <a:close/>
                <a:moveTo>
                  <a:pt x="183789" y="46085"/>
                </a:moveTo>
                <a:cubicBezTo>
                  <a:pt x="183728" y="46392"/>
                  <a:pt x="183698" y="46789"/>
                  <a:pt x="183698" y="47279"/>
                </a:cubicBezTo>
                <a:cubicBezTo>
                  <a:pt x="183698" y="48381"/>
                  <a:pt x="184019" y="49176"/>
                  <a:pt x="184662" y="49666"/>
                </a:cubicBezTo>
                <a:cubicBezTo>
                  <a:pt x="185304" y="50155"/>
                  <a:pt x="186360" y="50400"/>
                  <a:pt x="187829" y="50400"/>
                </a:cubicBezTo>
                <a:lnTo>
                  <a:pt x="193429" y="50400"/>
                </a:lnTo>
                <a:lnTo>
                  <a:pt x="191042" y="63712"/>
                </a:lnTo>
                <a:lnTo>
                  <a:pt x="183055" y="63712"/>
                </a:lnTo>
                <a:cubicBezTo>
                  <a:pt x="172773" y="63712"/>
                  <a:pt x="167632" y="59397"/>
                  <a:pt x="167632" y="50767"/>
                </a:cubicBezTo>
                <a:cubicBezTo>
                  <a:pt x="167632" y="49482"/>
                  <a:pt x="167785" y="47860"/>
                  <a:pt x="168092" y="45902"/>
                </a:cubicBezTo>
                <a:lnTo>
                  <a:pt x="171763" y="25521"/>
                </a:lnTo>
                <a:lnTo>
                  <a:pt x="165521" y="25521"/>
                </a:lnTo>
                <a:lnTo>
                  <a:pt x="167816" y="12485"/>
                </a:lnTo>
                <a:lnTo>
                  <a:pt x="174058" y="12485"/>
                </a:lnTo>
                <a:lnTo>
                  <a:pt x="176261" y="0"/>
                </a:lnTo>
                <a:lnTo>
                  <a:pt x="191960" y="0"/>
                </a:lnTo>
                <a:lnTo>
                  <a:pt x="189756" y="12485"/>
                </a:lnTo>
                <a:lnTo>
                  <a:pt x="200038" y="12485"/>
                </a:lnTo>
                <a:lnTo>
                  <a:pt x="197744" y="25521"/>
                </a:lnTo>
                <a:lnTo>
                  <a:pt x="187462" y="25521"/>
                </a:lnTo>
                <a:lnTo>
                  <a:pt x="183789" y="46085"/>
                </a:lnTo>
                <a:close/>
                <a:moveTo>
                  <a:pt x="221062" y="64446"/>
                </a:moveTo>
                <a:cubicBezTo>
                  <a:pt x="217023" y="64446"/>
                  <a:pt x="213397" y="63803"/>
                  <a:pt x="210183" y="62518"/>
                </a:cubicBezTo>
                <a:cubicBezTo>
                  <a:pt x="206971" y="61233"/>
                  <a:pt x="204446" y="59443"/>
                  <a:pt x="202609" y="57149"/>
                </a:cubicBezTo>
                <a:cubicBezTo>
                  <a:pt x="200773" y="54853"/>
                  <a:pt x="199855" y="52206"/>
                  <a:pt x="199855" y="49206"/>
                </a:cubicBezTo>
                <a:cubicBezTo>
                  <a:pt x="199855" y="48779"/>
                  <a:pt x="199917" y="48014"/>
                  <a:pt x="200040" y="46912"/>
                </a:cubicBezTo>
                <a:lnTo>
                  <a:pt x="215187" y="46912"/>
                </a:lnTo>
                <a:cubicBezTo>
                  <a:pt x="215065" y="48809"/>
                  <a:pt x="215631" y="50324"/>
                  <a:pt x="216885" y="51456"/>
                </a:cubicBezTo>
                <a:cubicBezTo>
                  <a:pt x="218140" y="52588"/>
                  <a:pt x="219930" y="53154"/>
                  <a:pt x="222255" y="53154"/>
                </a:cubicBezTo>
                <a:cubicBezTo>
                  <a:pt x="224214" y="53154"/>
                  <a:pt x="225835" y="52787"/>
                  <a:pt x="227120" y="52053"/>
                </a:cubicBezTo>
                <a:cubicBezTo>
                  <a:pt x="228406" y="51318"/>
                  <a:pt x="229049" y="50277"/>
                  <a:pt x="229049" y="48932"/>
                </a:cubicBezTo>
                <a:cubicBezTo>
                  <a:pt x="229049" y="47646"/>
                  <a:pt x="228361" y="46620"/>
                  <a:pt x="226983" y="45856"/>
                </a:cubicBezTo>
                <a:cubicBezTo>
                  <a:pt x="225607" y="45091"/>
                  <a:pt x="223327" y="44157"/>
                  <a:pt x="220144" y="43055"/>
                </a:cubicBezTo>
                <a:cubicBezTo>
                  <a:pt x="216839" y="41954"/>
                  <a:pt x="214070" y="40868"/>
                  <a:pt x="211836" y="39797"/>
                </a:cubicBezTo>
                <a:cubicBezTo>
                  <a:pt x="209602" y="38726"/>
                  <a:pt x="207690" y="37181"/>
                  <a:pt x="206099" y="35162"/>
                </a:cubicBezTo>
                <a:cubicBezTo>
                  <a:pt x="204507" y="33142"/>
                  <a:pt x="203712" y="30602"/>
                  <a:pt x="203712" y="27541"/>
                </a:cubicBezTo>
                <a:cubicBezTo>
                  <a:pt x="203712" y="24543"/>
                  <a:pt x="204599" y="21834"/>
                  <a:pt x="206373" y="19417"/>
                </a:cubicBezTo>
                <a:cubicBezTo>
                  <a:pt x="208148" y="16999"/>
                  <a:pt x="210642" y="15117"/>
                  <a:pt x="213855" y="13771"/>
                </a:cubicBezTo>
                <a:cubicBezTo>
                  <a:pt x="217068" y="12425"/>
                  <a:pt x="220786" y="11751"/>
                  <a:pt x="225009" y="11751"/>
                </a:cubicBezTo>
                <a:cubicBezTo>
                  <a:pt x="229232" y="11751"/>
                  <a:pt x="232904" y="12440"/>
                  <a:pt x="236025" y="13818"/>
                </a:cubicBezTo>
                <a:cubicBezTo>
                  <a:pt x="239147" y="15194"/>
                  <a:pt x="241565" y="17107"/>
                  <a:pt x="243279" y="19555"/>
                </a:cubicBezTo>
                <a:cubicBezTo>
                  <a:pt x="244992" y="22003"/>
                  <a:pt x="245849" y="24757"/>
                  <a:pt x="245849" y="27816"/>
                </a:cubicBezTo>
                <a:lnTo>
                  <a:pt x="245757" y="29193"/>
                </a:lnTo>
                <a:lnTo>
                  <a:pt x="231527" y="29193"/>
                </a:lnTo>
                <a:cubicBezTo>
                  <a:pt x="231650" y="27357"/>
                  <a:pt x="231099" y="25888"/>
                  <a:pt x="229874" y="24787"/>
                </a:cubicBezTo>
                <a:cubicBezTo>
                  <a:pt x="228651" y="23685"/>
                  <a:pt x="226907" y="23134"/>
                  <a:pt x="224642" y="23134"/>
                </a:cubicBezTo>
                <a:cubicBezTo>
                  <a:pt x="222868" y="23134"/>
                  <a:pt x="221415" y="23502"/>
                  <a:pt x="220282" y="24237"/>
                </a:cubicBezTo>
                <a:cubicBezTo>
                  <a:pt x="219150" y="24971"/>
                  <a:pt x="218584" y="25980"/>
                  <a:pt x="218584" y="27265"/>
                </a:cubicBezTo>
                <a:cubicBezTo>
                  <a:pt x="218584" y="28612"/>
                  <a:pt x="219333" y="29729"/>
                  <a:pt x="220832" y="30618"/>
                </a:cubicBezTo>
                <a:cubicBezTo>
                  <a:pt x="222332" y="31505"/>
                  <a:pt x="224673" y="32499"/>
                  <a:pt x="227856" y="33600"/>
                </a:cubicBezTo>
                <a:cubicBezTo>
                  <a:pt x="231161" y="34702"/>
                  <a:pt x="233899" y="35788"/>
                  <a:pt x="236072" y="36860"/>
                </a:cubicBezTo>
                <a:cubicBezTo>
                  <a:pt x="238245" y="37931"/>
                  <a:pt x="240112" y="39430"/>
                  <a:pt x="241672" y="41358"/>
                </a:cubicBezTo>
                <a:cubicBezTo>
                  <a:pt x="243233" y="43285"/>
                  <a:pt x="244013" y="45687"/>
                  <a:pt x="244013" y="48565"/>
                </a:cubicBezTo>
                <a:cubicBezTo>
                  <a:pt x="244013" y="51870"/>
                  <a:pt x="243018" y="54716"/>
                  <a:pt x="241029" y="57103"/>
                </a:cubicBezTo>
                <a:cubicBezTo>
                  <a:pt x="239040" y="59489"/>
                  <a:pt x="236316" y="61309"/>
                  <a:pt x="232858" y="62564"/>
                </a:cubicBezTo>
                <a:cubicBezTo>
                  <a:pt x="229401" y="63819"/>
                  <a:pt x="225469" y="64446"/>
                  <a:pt x="221062" y="644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Text somematri">
            <a:extLst xmlns:a="http://schemas.openxmlformats.org/drawingml/2006/main">
              <a:ext uri="{FF2B5EF4-FFF2-40B4-BE49-F238E27FC236}">
                <a16:creationId xmlns:a16="http://schemas.microsoft.com/office/drawing/2014/main" id="{807BCD87-0E53-4DCB-9446-50525841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164" y="712567"/>
            <a:ext cx="549537" cy="74268"/>
          </a:xfrm>
          <a:custGeom xmlns:a="http://schemas.openxmlformats.org/drawingml/2006/main">
            <a:pathLst>
              <a:path w="549537" h="74268">
                <a:moveTo>
                  <a:pt x="21207" y="74268"/>
                </a:moveTo>
                <a:cubicBezTo>
                  <a:pt x="17168" y="74268"/>
                  <a:pt x="13542" y="73626"/>
                  <a:pt x="10328" y="72341"/>
                </a:cubicBezTo>
                <a:cubicBezTo>
                  <a:pt x="7116" y="71056"/>
                  <a:pt x="4591" y="69266"/>
                  <a:pt x="2754" y="66971"/>
                </a:cubicBezTo>
                <a:cubicBezTo>
                  <a:pt x="918" y="64676"/>
                  <a:pt x="0" y="62028"/>
                  <a:pt x="0" y="59029"/>
                </a:cubicBezTo>
                <a:cubicBezTo>
                  <a:pt x="0" y="58601"/>
                  <a:pt x="62" y="57836"/>
                  <a:pt x="185" y="56734"/>
                </a:cubicBezTo>
                <a:lnTo>
                  <a:pt x="15332" y="56734"/>
                </a:lnTo>
                <a:cubicBezTo>
                  <a:pt x="15210" y="58632"/>
                  <a:pt x="15775" y="60147"/>
                  <a:pt x="17030" y="61278"/>
                </a:cubicBezTo>
                <a:cubicBezTo>
                  <a:pt x="18285" y="62410"/>
                  <a:pt x="20075" y="62976"/>
                  <a:pt x="22400" y="62976"/>
                </a:cubicBezTo>
                <a:cubicBezTo>
                  <a:pt x="24359" y="62976"/>
                  <a:pt x="25980" y="62609"/>
                  <a:pt x="27265" y="61875"/>
                </a:cubicBezTo>
                <a:cubicBezTo>
                  <a:pt x="28551" y="61140"/>
                  <a:pt x="29194" y="60100"/>
                  <a:pt x="29194" y="58754"/>
                </a:cubicBezTo>
                <a:cubicBezTo>
                  <a:pt x="29194" y="57468"/>
                  <a:pt x="28506" y="56443"/>
                  <a:pt x="27128" y="55678"/>
                </a:cubicBezTo>
                <a:cubicBezTo>
                  <a:pt x="25752" y="54913"/>
                  <a:pt x="23472" y="53980"/>
                  <a:pt x="20289" y="52878"/>
                </a:cubicBezTo>
                <a:cubicBezTo>
                  <a:pt x="16984" y="51777"/>
                  <a:pt x="14215" y="50691"/>
                  <a:pt x="11981" y="49619"/>
                </a:cubicBezTo>
                <a:cubicBezTo>
                  <a:pt x="9747" y="48548"/>
                  <a:pt x="7835" y="47003"/>
                  <a:pt x="6243" y="44984"/>
                </a:cubicBezTo>
                <a:cubicBezTo>
                  <a:pt x="4652" y="42964"/>
                  <a:pt x="3856" y="40424"/>
                  <a:pt x="3856" y="37364"/>
                </a:cubicBezTo>
                <a:cubicBezTo>
                  <a:pt x="3856" y="34365"/>
                  <a:pt x="4744" y="31657"/>
                  <a:pt x="6518" y="29239"/>
                </a:cubicBezTo>
                <a:cubicBezTo>
                  <a:pt x="8293" y="26821"/>
                  <a:pt x="10787" y="24940"/>
                  <a:pt x="14000" y="23594"/>
                </a:cubicBezTo>
                <a:cubicBezTo>
                  <a:pt x="17213" y="22247"/>
                  <a:pt x="20931" y="21574"/>
                  <a:pt x="25154" y="21574"/>
                </a:cubicBezTo>
                <a:cubicBezTo>
                  <a:pt x="29377" y="21574"/>
                  <a:pt x="33049" y="22263"/>
                  <a:pt x="36170" y="23640"/>
                </a:cubicBezTo>
                <a:cubicBezTo>
                  <a:pt x="39292" y="25017"/>
                  <a:pt x="41710" y="26929"/>
                  <a:pt x="43424" y="29378"/>
                </a:cubicBezTo>
                <a:cubicBezTo>
                  <a:pt x="45137" y="31825"/>
                  <a:pt x="45994" y="34579"/>
                  <a:pt x="45994" y="37638"/>
                </a:cubicBezTo>
                <a:lnTo>
                  <a:pt x="45902" y="39015"/>
                </a:lnTo>
                <a:lnTo>
                  <a:pt x="31672" y="39015"/>
                </a:lnTo>
                <a:cubicBezTo>
                  <a:pt x="31795" y="37179"/>
                  <a:pt x="31244" y="35711"/>
                  <a:pt x="30019" y="34610"/>
                </a:cubicBezTo>
                <a:cubicBezTo>
                  <a:pt x="28796" y="33508"/>
                  <a:pt x="27052" y="32957"/>
                  <a:pt x="24787" y="32957"/>
                </a:cubicBezTo>
                <a:cubicBezTo>
                  <a:pt x="23013" y="32957"/>
                  <a:pt x="21559" y="33324"/>
                  <a:pt x="20427" y="34059"/>
                </a:cubicBezTo>
                <a:cubicBezTo>
                  <a:pt x="19295" y="34793"/>
                  <a:pt x="18729" y="35803"/>
                  <a:pt x="18729" y="37088"/>
                </a:cubicBezTo>
                <a:cubicBezTo>
                  <a:pt x="18729" y="38434"/>
                  <a:pt x="19478" y="39552"/>
                  <a:pt x="20977" y="40440"/>
                </a:cubicBezTo>
                <a:cubicBezTo>
                  <a:pt x="22477" y="41327"/>
                  <a:pt x="24818" y="42321"/>
                  <a:pt x="28001" y="43422"/>
                </a:cubicBezTo>
                <a:cubicBezTo>
                  <a:pt x="31306" y="44524"/>
                  <a:pt x="34044" y="45611"/>
                  <a:pt x="36217" y="46682"/>
                </a:cubicBezTo>
                <a:cubicBezTo>
                  <a:pt x="38390" y="47753"/>
                  <a:pt x="40256" y="49252"/>
                  <a:pt x="41817" y="51180"/>
                </a:cubicBezTo>
                <a:cubicBezTo>
                  <a:pt x="43377" y="53108"/>
                  <a:pt x="44158" y="55510"/>
                  <a:pt x="44158" y="58387"/>
                </a:cubicBezTo>
                <a:cubicBezTo>
                  <a:pt x="44158" y="61692"/>
                  <a:pt x="43163" y="64538"/>
                  <a:pt x="41174" y="66925"/>
                </a:cubicBezTo>
                <a:cubicBezTo>
                  <a:pt x="39185" y="69311"/>
                  <a:pt x="36461" y="71132"/>
                  <a:pt x="33003" y="72387"/>
                </a:cubicBezTo>
                <a:cubicBezTo>
                  <a:pt x="29546" y="73641"/>
                  <a:pt x="25614" y="74268"/>
                  <a:pt x="21207" y="74268"/>
                </a:cubicBezTo>
                <a:close/>
                <a:moveTo>
                  <a:pt x="74546" y="74268"/>
                </a:moveTo>
                <a:cubicBezTo>
                  <a:pt x="70139" y="74268"/>
                  <a:pt x="66222" y="73381"/>
                  <a:pt x="62794" y="71607"/>
                </a:cubicBezTo>
                <a:cubicBezTo>
                  <a:pt x="59367" y="69831"/>
                  <a:pt x="56720" y="67322"/>
                  <a:pt x="54853" y="64079"/>
                </a:cubicBezTo>
                <a:cubicBezTo>
                  <a:pt x="52986" y="60834"/>
                  <a:pt x="52053" y="57070"/>
                  <a:pt x="52053" y="52787"/>
                </a:cubicBezTo>
                <a:cubicBezTo>
                  <a:pt x="52053" y="46972"/>
                  <a:pt x="53430" y="41678"/>
                  <a:pt x="56184" y="36904"/>
                </a:cubicBezTo>
                <a:cubicBezTo>
                  <a:pt x="58938" y="32130"/>
                  <a:pt x="62732" y="28382"/>
                  <a:pt x="67567" y="25659"/>
                </a:cubicBezTo>
                <a:cubicBezTo>
                  <a:pt x="72402" y="22935"/>
                  <a:pt x="77789" y="21574"/>
                  <a:pt x="83725" y="21574"/>
                </a:cubicBezTo>
                <a:cubicBezTo>
                  <a:pt x="88132" y="21574"/>
                  <a:pt x="92064" y="22476"/>
                  <a:pt x="95521" y="24282"/>
                </a:cubicBezTo>
                <a:cubicBezTo>
                  <a:pt x="98980" y="26087"/>
                  <a:pt x="101657" y="28612"/>
                  <a:pt x="103555" y="31856"/>
                </a:cubicBezTo>
                <a:cubicBezTo>
                  <a:pt x="105453" y="35099"/>
                  <a:pt x="106402" y="38863"/>
                  <a:pt x="106402" y="43148"/>
                </a:cubicBezTo>
                <a:cubicBezTo>
                  <a:pt x="106402" y="49023"/>
                  <a:pt x="105009" y="54332"/>
                  <a:pt x="102224" y="59075"/>
                </a:cubicBezTo>
                <a:cubicBezTo>
                  <a:pt x="99439" y="63818"/>
                  <a:pt x="95614" y="67536"/>
                  <a:pt x="90749" y="70230"/>
                </a:cubicBezTo>
                <a:cubicBezTo>
                  <a:pt x="85883" y="72922"/>
                  <a:pt x="80482" y="74268"/>
                  <a:pt x="74546" y="74268"/>
                </a:cubicBezTo>
                <a:moveTo>
                  <a:pt x="76748" y="60773"/>
                </a:moveTo>
                <a:cubicBezTo>
                  <a:pt x="79319" y="60773"/>
                  <a:pt x="81629" y="59992"/>
                  <a:pt x="83679" y="58432"/>
                </a:cubicBezTo>
                <a:cubicBezTo>
                  <a:pt x="85730" y="56871"/>
                  <a:pt x="87321" y="54852"/>
                  <a:pt x="88453" y="52373"/>
                </a:cubicBezTo>
                <a:cubicBezTo>
                  <a:pt x="89586" y="49895"/>
                  <a:pt x="90152" y="47309"/>
                  <a:pt x="90152" y="44616"/>
                </a:cubicBezTo>
                <a:cubicBezTo>
                  <a:pt x="90152" y="41555"/>
                  <a:pt x="89326" y="39199"/>
                  <a:pt x="87673" y="37547"/>
                </a:cubicBezTo>
                <a:cubicBezTo>
                  <a:pt x="86021" y="35894"/>
                  <a:pt x="83940" y="35068"/>
                  <a:pt x="81431" y="35068"/>
                </a:cubicBezTo>
                <a:cubicBezTo>
                  <a:pt x="78799" y="35068"/>
                  <a:pt x="76489" y="35849"/>
                  <a:pt x="74499" y="37410"/>
                </a:cubicBezTo>
                <a:cubicBezTo>
                  <a:pt x="72510" y="38971"/>
                  <a:pt x="70965" y="41005"/>
                  <a:pt x="69863" y="43515"/>
                </a:cubicBezTo>
                <a:cubicBezTo>
                  <a:pt x="68762" y="46024"/>
                  <a:pt x="68211" y="48656"/>
                  <a:pt x="68211" y="51410"/>
                </a:cubicBezTo>
                <a:cubicBezTo>
                  <a:pt x="68211" y="54408"/>
                  <a:pt x="69006" y="56719"/>
                  <a:pt x="70597" y="58341"/>
                </a:cubicBezTo>
                <a:cubicBezTo>
                  <a:pt x="72188" y="59962"/>
                  <a:pt x="74238" y="60773"/>
                  <a:pt x="76748" y="60773"/>
                </a:cubicBezTo>
                <a:close/>
                <a:moveTo>
                  <a:pt x="184158" y="21757"/>
                </a:moveTo>
                <a:cubicBezTo>
                  <a:pt x="189666" y="21757"/>
                  <a:pt x="193965" y="23211"/>
                  <a:pt x="197055" y="26118"/>
                </a:cubicBezTo>
                <a:cubicBezTo>
                  <a:pt x="200147" y="29025"/>
                  <a:pt x="201692" y="33080"/>
                  <a:pt x="201692" y="38281"/>
                </a:cubicBezTo>
                <a:cubicBezTo>
                  <a:pt x="201692" y="39873"/>
                  <a:pt x="201509" y="41647"/>
                  <a:pt x="201142" y="43606"/>
                </a:cubicBezTo>
                <a:lnTo>
                  <a:pt x="195817" y="73534"/>
                </a:lnTo>
                <a:lnTo>
                  <a:pt x="180211" y="73534"/>
                </a:lnTo>
                <a:lnTo>
                  <a:pt x="185168" y="45718"/>
                </a:lnTo>
                <a:cubicBezTo>
                  <a:pt x="185291" y="45106"/>
                  <a:pt x="185352" y="44279"/>
                  <a:pt x="185352" y="43239"/>
                </a:cubicBezTo>
                <a:cubicBezTo>
                  <a:pt x="185352" y="40669"/>
                  <a:pt x="184633" y="38710"/>
                  <a:pt x="183194" y="37364"/>
                </a:cubicBezTo>
                <a:cubicBezTo>
                  <a:pt x="181756" y="36017"/>
                  <a:pt x="179752" y="35344"/>
                  <a:pt x="177181" y="35344"/>
                </a:cubicBezTo>
                <a:cubicBezTo>
                  <a:pt x="174121" y="35344"/>
                  <a:pt x="171551" y="36247"/>
                  <a:pt x="169469" y="38053"/>
                </a:cubicBezTo>
                <a:cubicBezTo>
                  <a:pt x="167389" y="39858"/>
                  <a:pt x="166073" y="42413"/>
                  <a:pt x="165522" y="45718"/>
                </a:cubicBezTo>
                <a:lnTo>
                  <a:pt x="160564" y="73534"/>
                </a:lnTo>
                <a:lnTo>
                  <a:pt x="144958" y="73534"/>
                </a:lnTo>
                <a:lnTo>
                  <a:pt x="149915" y="45718"/>
                </a:lnTo>
                <a:cubicBezTo>
                  <a:pt x="150038" y="45106"/>
                  <a:pt x="150099" y="44279"/>
                  <a:pt x="150099" y="43239"/>
                </a:cubicBezTo>
                <a:cubicBezTo>
                  <a:pt x="150099" y="40669"/>
                  <a:pt x="149380" y="38710"/>
                  <a:pt x="147942" y="37364"/>
                </a:cubicBezTo>
                <a:cubicBezTo>
                  <a:pt x="146503" y="36017"/>
                  <a:pt x="144499" y="35344"/>
                  <a:pt x="141929" y="35344"/>
                </a:cubicBezTo>
                <a:cubicBezTo>
                  <a:pt x="138869" y="35344"/>
                  <a:pt x="136298" y="36247"/>
                  <a:pt x="134217" y="38053"/>
                </a:cubicBezTo>
                <a:cubicBezTo>
                  <a:pt x="132136" y="39858"/>
                  <a:pt x="130820" y="42413"/>
                  <a:pt x="130269" y="45718"/>
                </a:cubicBezTo>
                <a:lnTo>
                  <a:pt x="130269" y="45259"/>
                </a:lnTo>
                <a:lnTo>
                  <a:pt x="125313" y="73534"/>
                </a:lnTo>
                <a:lnTo>
                  <a:pt x="109614" y="73534"/>
                </a:lnTo>
                <a:lnTo>
                  <a:pt x="118610" y="22308"/>
                </a:lnTo>
                <a:lnTo>
                  <a:pt x="134309" y="22308"/>
                </a:lnTo>
                <a:lnTo>
                  <a:pt x="133208" y="28826"/>
                </a:lnTo>
                <a:cubicBezTo>
                  <a:pt x="135166" y="26623"/>
                  <a:pt x="137538" y="24894"/>
                  <a:pt x="140323" y="23640"/>
                </a:cubicBezTo>
                <a:cubicBezTo>
                  <a:pt x="143107" y="22385"/>
                  <a:pt x="146122" y="21757"/>
                  <a:pt x="149365" y="21757"/>
                </a:cubicBezTo>
                <a:cubicBezTo>
                  <a:pt x="153282" y="21757"/>
                  <a:pt x="156601" y="22584"/>
                  <a:pt x="159325" y="24237"/>
                </a:cubicBezTo>
                <a:cubicBezTo>
                  <a:pt x="162049" y="25889"/>
                  <a:pt x="163992" y="28275"/>
                  <a:pt x="165155" y="31396"/>
                </a:cubicBezTo>
                <a:cubicBezTo>
                  <a:pt x="167419" y="28520"/>
                  <a:pt x="170235" y="26195"/>
                  <a:pt x="173600" y="24420"/>
                </a:cubicBezTo>
                <a:cubicBezTo>
                  <a:pt x="176967" y="22645"/>
                  <a:pt x="180486" y="21757"/>
                  <a:pt x="184158" y="21757"/>
                </a:cubicBezTo>
                <a:close/>
                <a:moveTo>
                  <a:pt x="238782" y="21574"/>
                </a:moveTo>
                <a:cubicBezTo>
                  <a:pt x="245392" y="21574"/>
                  <a:pt x="250640" y="23364"/>
                  <a:pt x="254525" y="26945"/>
                </a:cubicBezTo>
                <a:cubicBezTo>
                  <a:pt x="258412" y="30524"/>
                  <a:pt x="260356" y="35405"/>
                  <a:pt x="260356" y="41586"/>
                </a:cubicBezTo>
                <a:cubicBezTo>
                  <a:pt x="260356" y="43606"/>
                  <a:pt x="260203" y="45411"/>
                  <a:pt x="259897" y="47003"/>
                </a:cubicBezTo>
                <a:cubicBezTo>
                  <a:pt x="259653" y="48410"/>
                  <a:pt x="259285" y="49909"/>
                  <a:pt x="258795" y="51501"/>
                </a:cubicBezTo>
                <a:lnTo>
                  <a:pt x="223268" y="51501"/>
                </a:lnTo>
                <a:cubicBezTo>
                  <a:pt x="223206" y="51869"/>
                  <a:pt x="223175" y="52451"/>
                  <a:pt x="223175" y="53246"/>
                </a:cubicBezTo>
                <a:cubicBezTo>
                  <a:pt x="223175" y="55939"/>
                  <a:pt x="223910" y="57989"/>
                  <a:pt x="225379" y="59397"/>
                </a:cubicBezTo>
                <a:cubicBezTo>
                  <a:pt x="226848" y="60804"/>
                  <a:pt x="228806" y="61508"/>
                  <a:pt x="231254" y="61508"/>
                </a:cubicBezTo>
                <a:cubicBezTo>
                  <a:pt x="235171" y="61508"/>
                  <a:pt x="238170" y="59856"/>
                  <a:pt x="240251" y="56551"/>
                </a:cubicBezTo>
                <a:lnTo>
                  <a:pt x="256960" y="56551"/>
                </a:lnTo>
                <a:cubicBezTo>
                  <a:pt x="254756" y="61752"/>
                  <a:pt x="251175" y="66006"/>
                  <a:pt x="246217" y="69311"/>
                </a:cubicBezTo>
                <a:cubicBezTo>
                  <a:pt x="241260" y="72616"/>
                  <a:pt x="235691" y="74268"/>
                  <a:pt x="229510" y="74268"/>
                </a:cubicBezTo>
                <a:cubicBezTo>
                  <a:pt x="222900" y="74268"/>
                  <a:pt x="217621" y="72432"/>
                  <a:pt x="213674" y="68760"/>
                </a:cubicBezTo>
                <a:cubicBezTo>
                  <a:pt x="209726" y="65088"/>
                  <a:pt x="207752" y="60100"/>
                  <a:pt x="207752" y="53797"/>
                </a:cubicBezTo>
                <a:cubicBezTo>
                  <a:pt x="207752" y="51899"/>
                  <a:pt x="207936" y="49940"/>
                  <a:pt x="208303" y="47920"/>
                </a:cubicBezTo>
                <a:cubicBezTo>
                  <a:pt x="209222" y="42596"/>
                  <a:pt x="211119" y="37945"/>
                  <a:pt x="213996" y="33967"/>
                </a:cubicBezTo>
                <a:cubicBezTo>
                  <a:pt x="216872" y="29989"/>
                  <a:pt x="220452" y="26929"/>
                  <a:pt x="224736" y="24787"/>
                </a:cubicBezTo>
                <a:cubicBezTo>
                  <a:pt x="229020" y="22645"/>
                  <a:pt x="233702" y="21574"/>
                  <a:pt x="238782" y="21574"/>
                </a:cubicBezTo>
                <a:moveTo>
                  <a:pt x="244475" y="43515"/>
                </a:moveTo>
                <a:cubicBezTo>
                  <a:pt x="244597" y="42657"/>
                  <a:pt x="244658" y="42076"/>
                  <a:pt x="244658" y="41771"/>
                </a:cubicBezTo>
                <a:cubicBezTo>
                  <a:pt x="244658" y="39322"/>
                  <a:pt x="243893" y="37440"/>
                  <a:pt x="242362" y="36124"/>
                </a:cubicBezTo>
                <a:cubicBezTo>
                  <a:pt x="240832" y="34808"/>
                  <a:pt x="238813" y="34150"/>
                  <a:pt x="236304" y="34150"/>
                </a:cubicBezTo>
                <a:cubicBezTo>
                  <a:pt x="233610" y="34150"/>
                  <a:pt x="231238" y="34961"/>
                  <a:pt x="229188" y="36584"/>
                </a:cubicBezTo>
                <a:cubicBezTo>
                  <a:pt x="227138" y="38205"/>
                  <a:pt x="225654" y="40515"/>
                  <a:pt x="224736" y="43515"/>
                </a:cubicBezTo>
                <a:lnTo>
                  <a:pt x="244475" y="43515"/>
                </a:lnTo>
                <a:close/>
                <a:moveTo>
                  <a:pt x="359136" y="21757"/>
                </a:moveTo>
                <a:cubicBezTo>
                  <a:pt x="364644" y="21757"/>
                  <a:pt x="368943" y="23211"/>
                  <a:pt x="372034" y="26118"/>
                </a:cubicBezTo>
                <a:cubicBezTo>
                  <a:pt x="375125" y="29025"/>
                  <a:pt x="376670" y="33080"/>
                  <a:pt x="376670" y="38281"/>
                </a:cubicBezTo>
                <a:cubicBezTo>
                  <a:pt x="376670" y="39873"/>
                  <a:pt x="376487" y="41647"/>
                  <a:pt x="376120" y="43606"/>
                </a:cubicBezTo>
                <a:lnTo>
                  <a:pt x="370795" y="73534"/>
                </a:lnTo>
                <a:lnTo>
                  <a:pt x="355189" y="73534"/>
                </a:lnTo>
                <a:lnTo>
                  <a:pt x="360146" y="45718"/>
                </a:lnTo>
                <a:cubicBezTo>
                  <a:pt x="360269" y="45106"/>
                  <a:pt x="360330" y="44279"/>
                  <a:pt x="360330" y="43239"/>
                </a:cubicBezTo>
                <a:cubicBezTo>
                  <a:pt x="360330" y="40669"/>
                  <a:pt x="359611" y="38710"/>
                  <a:pt x="358173" y="37364"/>
                </a:cubicBezTo>
                <a:cubicBezTo>
                  <a:pt x="356734" y="36017"/>
                  <a:pt x="354730" y="35344"/>
                  <a:pt x="352159" y="35344"/>
                </a:cubicBezTo>
                <a:cubicBezTo>
                  <a:pt x="349100" y="35344"/>
                  <a:pt x="346529" y="36247"/>
                  <a:pt x="344447" y="38053"/>
                </a:cubicBezTo>
                <a:cubicBezTo>
                  <a:pt x="342367" y="39858"/>
                  <a:pt x="341051" y="42413"/>
                  <a:pt x="340500" y="45718"/>
                </a:cubicBezTo>
                <a:lnTo>
                  <a:pt x="335543" y="73534"/>
                </a:lnTo>
                <a:lnTo>
                  <a:pt x="319936" y="73534"/>
                </a:lnTo>
                <a:lnTo>
                  <a:pt x="324894" y="45718"/>
                </a:lnTo>
                <a:cubicBezTo>
                  <a:pt x="325016" y="45106"/>
                  <a:pt x="325077" y="44279"/>
                  <a:pt x="325077" y="43239"/>
                </a:cubicBezTo>
                <a:cubicBezTo>
                  <a:pt x="325077" y="40669"/>
                  <a:pt x="324358" y="38710"/>
                  <a:pt x="322920" y="37364"/>
                </a:cubicBezTo>
                <a:cubicBezTo>
                  <a:pt x="321482" y="36017"/>
                  <a:pt x="319478" y="35344"/>
                  <a:pt x="316908" y="35344"/>
                </a:cubicBezTo>
                <a:cubicBezTo>
                  <a:pt x="313847" y="35344"/>
                  <a:pt x="311276" y="36247"/>
                  <a:pt x="309195" y="38053"/>
                </a:cubicBezTo>
                <a:cubicBezTo>
                  <a:pt x="307114" y="39858"/>
                  <a:pt x="305798" y="42413"/>
                  <a:pt x="305247" y="45718"/>
                </a:cubicBezTo>
                <a:lnTo>
                  <a:pt x="305247" y="45259"/>
                </a:lnTo>
                <a:lnTo>
                  <a:pt x="300291" y="73534"/>
                </a:lnTo>
                <a:lnTo>
                  <a:pt x="284592" y="73534"/>
                </a:lnTo>
                <a:lnTo>
                  <a:pt x="293588" y="22308"/>
                </a:lnTo>
                <a:lnTo>
                  <a:pt x="309287" y="22308"/>
                </a:lnTo>
                <a:lnTo>
                  <a:pt x="308186" y="28826"/>
                </a:lnTo>
                <a:cubicBezTo>
                  <a:pt x="310144" y="26623"/>
                  <a:pt x="312516" y="24894"/>
                  <a:pt x="315301" y="23640"/>
                </a:cubicBezTo>
                <a:cubicBezTo>
                  <a:pt x="318086" y="22385"/>
                  <a:pt x="321100" y="21757"/>
                  <a:pt x="324343" y="21757"/>
                </a:cubicBezTo>
                <a:cubicBezTo>
                  <a:pt x="328260" y="21757"/>
                  <a:pt x="331580" y="22584"/>
                  <a:pt x="334303" y="24237"/>
                </a:cubicBezTo>
                <a:cubicBezTo>
                  <a:pt x="337027" y="25889"/>
                  <a:pt x="338970" y="28275"/>
                  <a:pt x="340133" y="31396"/>
                </a:cubicBezTo>
                <a:cubicBezTo>
                  <a:pt x="342398" y="28520"/>
                  <a:pt x="345213" y="26195"/>
                  <a:pt x="348578" y="24420"/>
                </a:cubicBezTo>
                <a:cubicBezTo>
                  <a:pt x="351945" y="22645"/>
                  <a:pt x="355464" y="21757"/>
                  <a:pt x="359136" y="21757"/>
                </a:cubicBezTo>
                <a:close/>
                <a:moveTo>
                  <a:pt x="383280" y="47829"/>
                </a:moveTo>
                <a:cubicBezTo>
                  <a:pt x="384199" y="42566"/>
                  <a:pt x="386005" y="37945"/>
                  <a:pt x="388697" y="33967"/>
                </a:cubicBezTo>
                <a:cubicBezTo>
                  <a:pt x="391391" y="29989"/>
                  <a:pt x="394634" y="26929"/>
                  <a:pt x="398429" y="24787"/>
                </a:cubicBezTo>
                <a:cubicBezTo>
                  <a:pt x="402223" y="22645"/>
                  <a:pt x="406232" y="21574"/>
                  <a:pt x="410455" y="21574"/>
                </a:cubicBezTo>
                <a:cubicBezTo>
                  <a:pt x="414066" y="21574"/>
                  <a:pt x="417096" y="22308"/>
                  <a:pt x="419543" y="23777"/>
                </a:cubicBezTo>
                <a:cubicBezTo>
                  <a:pt x="421992" y="25245"/>
                  <a:pt x="423767" y="27173"/>
                  <a:pt x="424868" y="29560"/>
                </a:cubicBezTo>
                <a:lnTo>
                  <a:pt x="426154" y="22308"/>
                </a:lnTo>
                <a:lnTo>
                  <a:pt x="441851" y="22308"/>
                </a:lnTo>
                <a:lnTo>
                  <a:pt x="432763" y="73534"/>
                </a:lnTo>
                <a:lnTo>
                  <a:pt x="417065" y="73534"/>
                </a:lnTo>
                <a:lnTo>
                  <a:pt x="418442" y="66282"/>
                </a:lnTo>
                <a:cubicBezTo>
                  <a:pt x="416484" y="68669"/>
                  <a:pt x="414005" y="70597"/>
                  <a:pt x="411005" y="72066"/>
                </a:cubicBezTo>
                <a:cubicBezTo>
                  <a:pt x="408007" y="73534"/>
                  <a:pt x="404702" y="74268"/>
                  <a:pt x="401090" y="74268"/>
                </a:cubicBezTo>
                <a:cubicBezTo>
                  <a:pt x="397480" y="74268"/>
                  <a:pt x="394282" y="73442"/>
                  <a:pt x="391498" y="71790"/>
                </a:cubicBezTo>
                <a:cubicBezTo>
                  <a:pt x="388713" y="70137"/>
                  <a:pt x="386555" y="67796"/>
                  <a:pt x="385024" y="64766"/>
                </a:cubicBezTo>
                <a:cubicBezTo>
                  <a:pt x="383495" y="61737"/>
                  <a:pt x="382730" y="58172"/>
                  <a:pt x="382730" y="54071"/>
                </a:cubicBezTo>
                <a:cubicBezTo>
                  <a:pt x="382730" y="52113"/>
                  <a:pt x="382913" y="50032"/>
                  <a:pt x="383280" y="47829"/>
                </a:cubicBezTo>
                <a:moveTo>
                  <a:pt x="421656" y="47920"/>
                </a:moveTo>
                <a:cubicBezTo>
                  <a:pt x="421839" y="46819"/>
                  <a:pt x="421930" y="45810"/>
                  <a:pt x="421930" y="44892"/>
                </a:cubicBezTo>
                <a:cubicBezTo>
                  <a:pt x="421930" y="41893"/>
                  <a:pt x="421058" y="39537"/>
                  <a:pt x="419313" y="37823"/>
                </a:cubicBezTo>
                <a:cubicBezTo>
                  <a:pt x="417570" y="36109"/>
                  <a:pt x="415352" y="35251"/>
                  <a:pt x="412658" y="35251"/>
                </a:cubicBezTo>
                <a:cubicBezTo>
                  <a:pt x="409537" y="35251"/>
                  <a:pt x="406691" y="36369"/>
                  <a:pt x="404120" y="38604"/>
                </a:cubicBezTo>
                <a:cubicBezTo>
                  <a:pt x="401550" y="40837"/>
                  <a:pt x="399929" y="43913"/>
                  <a:pt x="399255" y="47829"/>
                </a:cubicBezTo>
                <a:cubicBezTo>
                  <a:pt x="399071" y="48931"/>
                  <a:pt x="398979" y="49941"/>
                  <a:pt x="398979" y="50859"/>
                </a:cubicBezTo>
                <a:cubicBezTo>
                  <a:pt x="398979" y="53858"/>
                  <a:pt x="399852" y="56229"/>
                  <a:pt x="401596" y="57974"/>
                </a:cubicBezTo>
                <a:cubicBezTo>
                  <a:pt x="403341" y="59717"/>
                  <a:pt x="405529" y="60589"/>
                  <a:pt x="408160" y="60589"/>
                </a:cubicBezTo>
                <a:cubicBezTo>
                  <a:pt x="411281" y="60589"/>
                  <a:pt x="414127" y="59457"/>
                  <a:pt x="416697" y="57194"/>
                </a:cubicBezTo>
                <a:cubicBezTo>
                  <a:pt x="419268" y="54929"/>
                  <a:pt x="420921" y="51838"/>
                  <a:pt x="421656" y="47920"/>
                </a:cubicBezTo>
                <a:close/>
                <a:moveTo>
                  <a:pt x="465445" y="55908"/>
                </a:moveTo>
                <a:cubicBezTo>
                  <a:pt x="465384" y="56214"/>
                  <a:pt x="465354" y="56612"/>
                  <a:pt x="465354" y="57101"/>
                </a:cubicBezTo>
                <a:cubicBezTo>
                  <a:pt x="465354" y="58203"/>
                  <a:pt x="465675" y="58999"/>
                  <a:pt x="466317" y="59488"/>
                </a:cubicBezTo>
                <a:cubicBezTo>
                  <a:pt x="466960" y="59978"/>
                  <a:pt x="468016" y="60222"/>
                  <a:pt x="469485" y="60222"/>
                </a:cubicBezTo>
                <a:lnTo>
                  <a:pt x="475085" y="60222"/>
                </a:lnTo>
                <a:lnTo>
                  <a:pt x="472698" y="73534"/>
                </a:lnTo>
                <a:lnTo>
                  <a:pt x="464711" y="73534"/>
                </a:lnTo>
                <a:cubicBezTo>
                  <a:pt x="454429" y="73534"/>
                  <a:pt x="449288" y="69219"/>
                  <a:pt x="449288" y="60589"/>
                </a:cubicBezTo>
                <a:cubicBezTo>
                  <a:pt x="449288" y="59304"/>
                  <a:pt x="449441" y="57683"/>
                  <a:pt x="449747" y="55724"/>
                </a:cubicBezTo>
                <a:lnTo>
                  <a:pt x="453419" y="35344"/>
                </a:lnTo>
                <a:lnTo>
                  <a:pt x="447177" y="35344"/>
                </a:lnTo>
                <a:lnTo>
                  <a:pt x="449471" y="22308"/>
                </a:lnTo>
                <a:lnTo>
                  <a:pt x="455713" y="22308"/>
                </a:lnTo>
                <a:lnTo>
                  <a:pt x="457917" y="9822"/>
                </a:lnTo>
                <a:lnTo>
                  <a:pt x="473616" y="9822"/>
                </a:lnTo>
                <a:lnTo>
                  <a:pt x="471412" y="22308"/>
                </a:lnTo>
                <a:lnTo>
                  <a:pt x="481694" y="22308"/>
                </a:lnTo>
                <a:lnTo>
                  <a:pt x="479400" y="35344"/>
                </a:lnTo>
                <a:lnTo>
                  <a:pt x="469118" y="35344"/>
                </a:lnTo>
                <a:lnTo>
                  <a:pt x="465445" y="55908"/>
                </a:lnTo>
                <a:close/>
                <a:moveTo>
                  <a:pt x="504460" y="31580"/>
                </a:moveTo>
                <a:cubicBezTo>
                  <a:pt x="506847" y="28520"/>
                  <a:pt x="509586" y="26118"/>
                  <a:pt x="512676" y="24374"/>
                </a:cubicBezTo>
                <a:cubicBezTo>
                  <a:pt x="515767" y="22630"/>
                  <a:pt x="518996" y="21757"/>
                  <a:pt x="522363" y="21757"/>
                </a:cubicBezTo>
                <a:lnTo>
                  <a:pt x="519425" y="38374"/>
                </a:lnTo>
                <a:lnTo>
                  <a:pt x="515111" y="38374"/>
                </a:lnTo>
                <a:cubicBezTo>
                  <a:pt x="511193" y="38374"/>
                  <a:pt x="508102" y="39215"/>
                  <a:pt x="505837" y="40898"/>
                </a:cubicBezTo>
                <a:cubicBezTo>
                  <a:pt x="503574" y="42581"/>
                  <a:pt x="502074" y="45534"/>
                  <a:pt x="501339" y="49757"/>
                </a:cubicBezTo>
                <a:lnTo>
                  <a:pt x="497117" y="73534"/>
                </a:lnTo>
                <a:lnTo>
                  <a:pt x="481419" y="73534"/>
                </a:lnTo>
                <a:lnTo>
                  <a:pt x="490415" y="22308"/>
                </a:lnTo>
                <a:lnTo>
                  <a:pt x="506113" y="22308"/>
                </a:lnTo>
                <a:lnTo>
                  <a:pt x="504460" y="31580"/>
                </a:lnTo>
                <a:close/>
                <a:moveTo>
                  <a:pt x="538612" y="16983"/>
                </a:moveTo>
                <a:cubicBezTo>
                  <a:pt x="536164" y="16983"/>
                  <a:pt x="534221" y="16326"/>
                  <a:pt x="532783" y="15010"/>
                </a:cubicBezTo>
                <a:cubicBezTo>
                  <a:pt x="531345" y="13694"/>
                  <a:pt x="530626" y="12026"/>
                  <a:pt x="530626" y="10006"/>
                </a:cubicBezTo>
                <a:cubicBezTo>
                  <a:pt x="530626" y="7252"/>
                  <a:pt x="531697" y="4896"/>
                  <a:pt x="533838" y="2938"/>
                </a:cubicBezTo>
                <a:cubicBezTo>
                  <a:pt x="535980" y="979"/>
                  <a:pt x="538581" y="0"/>
                  <a:pt x="541642" y="0"/>
                </a:cubicBezTo>
                <a:cubicBezTo>
                  <a:pt x="544090" y="0"/>
                  <a:pt x="546018" y="658"/>
                  <a:pt x="547426" y="1974"/>
                </a:cubicBezTo>
                <a:cubicBezTo>
                  <a:pt x="548833" y="3290"/>
                  <a:pt x="549537" y="4988"/>
                  <a:pt x="549537" y="7068"/>
                </a:cubicBezTo>
                <a:cubicBezTo>
                  <a:pt x="549537" y="9762"/>
                  <a:pt x="548466" y="12088"/>
                  <a:pt x="546323" y="14046"/>
                </a:cubicBezTo>
                <a:cubicBezTo>
                  <a:pt x="544182" y="16004"/>
                  <a:pt x="541611" y="16983"/>
                  <a:pt x="538612" y="16983"/>
                </a:cubicBezTo>
                <a:moveTo>
                  <a:pt x="545406" y="22308"/>
                </a:moveTo>
                <a:lnTo>
                  <a:pt x="536410" y="73534"/>
                </a:lnTo>
                <a:lnTo>
                  <a:pt x="520711" y="73534"/>
                </a:lnTo>
                <a:lnTo>
                  <a:pt x="529707" y="22308"/>
                </a:lnTo>
                <a:lnTo>
                  <a:pt x="545406" y="223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Text xex">
            <a:extLst xmlns:a="http://schemas.openxmlformats.org/drawingml/2006/main">
              <a:ext uri="{FF2B5EF4-FFF2-40B4-BE49-F238E27FC236}">
                <a16:creationId xmlns:a16="http://schemas.microsoft.com/office/drawing/2014/main" id="{4B64A778-8845-42F0-9AF2-64A61E5E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7183" y="734141"/>
            <a:ext cx="192971" cy="52694"/>
          </a:xfrm>
          <a:custGeom xmlns:a="http://schemas.openxmlformats.org/drawingml/2006/main">
            <a:pathLst>
              <a:path w="192971" h="52694">
                <a:moveTo>
                  <a:pt x="39567" y="26622"/>
                </a:moveTo>
                <a:lnTo>
                  <a:pt x="52696" y="51960"/>
                </a:lnTo>
                <a:lnTo>
                  <a:pt x="35069" y="51960"/>
                </a:lnTo>
                <a:lnTo>
                  <a:pt x="27725" y="37822"/>
                </a:lnTo>
                <a:lnTo>
                  <a:pt x="16983" y="51960"/>
                </a:lnTo>
                <a:lnTo>
                  <a:pt x="0" y="51960"/>
                </a:lnTo>
                <a:lnTo>
                  <a:pt x="21481" y="25796"/>
                </a:lnTo>
                <a:lnTo>
                  <a:pt x="8538" y="734"/>
                </a:lnTo>
                <a:lnTo>
                  <a:pt x="26164" y="734"/>
                </a:lnTo>
                <a:lnTo>
                  <a:pt x="33509" y="14963"/>
                </a:lnTo>
                <a:lnTo>
                  <a:pt x="44249" y="734"/>
                </a:lnTo>
                <a:lnTo>
                  <a:pt x="61234" y="734"/>
                </a:lnTo>
                <a:lnTo>
                  <a:pt x="39567" y="26622"/>
                </a:lnTo>
                <a:close/>
                <a:moveTo>
                  <a:pt x="111907" y="0"/>
                </a:moveTo>
                <a:cubicBezTo>
                  <a:pt x="118517" y="0"/>
                  <a:pt x="123765" y="1790"/>
                  <a:pt x="127651" y="5371"/>
                </a:cubicBezTo>
                <a:cubicBezTo>
                  <a:pt x="131538" y="8950"/>
                  <a:pt x="133481" y="13831"/>
                  <a:pt x="133481" y="20012"/>
                </a:cubicBezTo>
                <a:cubicBezTo>
                  <a:pt x="133481" y="22032"/>
                  <a:pt x="133329" y="23838"/>
                  <a:pt x="133023" y="25429"/>
                </a:cubicBezTo>
                <a:cubicBezTo>
                  <a:pt x="132779" y="26836"/>
                  <a:pt x="132411" y="28336"/>
                  <a:pt x="131921" y="29927"/>
                </a:cubicBezTo>
                <a:lnTo>
                  <a:pt x="96393" y="29927"/>
                </a:lnTo>
                <a:cubicBezTo>
                  <a:pt x="96332" y="30295"/>
                  <a:pt x="96301" y="30877"/>
                  <a:pt x="96301" y="31672"/>
                </a:cubicBezTo>
                <a:cubicBezTo>
                  <a:pt x="96301" y="34365"/>
                  <a:pt x="97035" y="36415"/>
                  <a:pt x="98504" y="37823"/>
                </a:cubicBezTo>
                <a:cubicBezTo>
                  <a:pt x="99973" y="39231"/>
                  <a:pt x="101932" y="39934"/>
                  <a:pt x="104379" y="39934"/>
                </a:cubicBezTo>
                <a:cubicBezTo>
                  <a:pt x="108297" y="39934"/>
                  <a:pt x="111296" y="38282"/>
                  <a:pt x="113377" y="34977"/>
                </a:cubicBezTo>
                <a:lnTo>
                  <a:pt x="130086" y="34977"/>
                </a:lnTo>
                <a:cubicBezTo>
                  <a:pt x="127882" y="40178"/>
                  <a:pt x="124301" y="44432"/>
                  <a:pt x="119343" y="47737"/>
                </a:cubicBezTo>
                <a:cubicBezTo>
                  <a:pt x="114386" y="51042"/>
                  <a:pt x="108817" y="52694"/>
                  <a:pt x="102635" y="52694"/>
                </a:cubicBezTo>
                <a:cubicBezTo>
                  <a:pt x="96025" y="52694"/>
                  <a:pt x="90747" y="50858"/>
                  <a:pt x="86799" y="47186"/>
                </a:cubicBezTo>
                <a:cubicBezTo>
                  <a:pt x="82852" y="43514"/>
                  <a:pt x="80878" y="38526"/>
                  <a:pt x="80878" y="32223"/>
                </a:cubicBezTo>
                <a:cubicBezTo>
                  <a:pt x="80878" y="30325"/>
                  <a:pt x="81062" y="28366"/>
                  <a:pt x="81429" y="26346"/>
                </a:cubicBezTo>
                <a:cubicBezTo>
                  <a:pt x="82347" y="21022"/>
                  <a:pt x="84245" y="16371"/>
                  <a:pt x="87121" y="12393"/>
                </a:cubicBezTo>
                <a:cubicBezTo>
                  <a:pt x="89998" y="8415"/>
                  <a:pt x="93578" y="5355"/>
                  <a:pt x="97861" y="3213"/>
                </a:cubicBezTo>
                <a:cubicBezTo>
                  <a:pt x="102146" y="1071"/>
                  <a:pt x="106828" y="0"/>
                  <a:pt x="111907" y="0"/>
                </a:cubicBezTo>
                <a:moveTo>
                  <a:pt x="117600" y="21941"/>
                </a:moveTo>
                <a:cubicBezTo>
                  <a:pt x="117723" y="21084"/>
                  <a:pt x="117784" y="20502"/>
                  <a:pt x="117784" y="20197"/>
                </a:cubicBezTo>
                <a:cubicBezTo>
                  <a:pt x="117784" y="17748"/>
                  <a:pt x="117018" y="15866"/>
                  <a:pt x="115488" y="14550"/>
                </a:cubicBezTo>
                <a:cubicBezTo>
                  <a:pt x="113958" y="13234"/>
                  <a:pt x="111939" y="12576"/>
                  <a:pt x="109429" y="12576"/>
                </a:cubicBezTo>
                <a:cubicBezTo>
                  <a:pt x="106736" y="12576"/>
                  <a:pt x="104364" y="13388"/>
                  <a:pt x="102313" y="15010"/>
                </a:cubicBezTo>
                <a:cubicBezTo>
                  <a:pt x="100263" y="16631"/>
                  <a:pt x="98779" y="18941"/>
                  <a:pt x="97861" y="21941"/>
                </a:cubicBezTo>
                <a:lnTo>
                  <a:pt x="117600" y="21941"/>
                </a:lnTo>
                <a:close/>
                <a:moveTo>
                  <a:pt x="171305" y="26622"/>
                </a:moveTo>
                <a:lnTo>
                  <a:pt x="184433" y="51960"/>
                </a:lnTo>
                <a:lnTo>
                  <a:pt x="166807" y="51960"/>
                </a:lnTo>
                <a:lnTo>
                  <a:pt x="159462" y="37822"/>
                </a:lnTo>
                <a:lnTo>
                  <a:pt x="148721" y="51960"/>
                </a:lnTo>
                <a:lnTo>
                  <a:pt x="131737" y="51960"/>
                </a:lnTo>
                <a:lnTo>
                  <a:pt x="153219" y="25796"/>
                </a:lnTo>
                <a:lnTo>
                  <a:pt x="140275" y="734"/>
                </a:lnTo>
                <a:lnTo>
                  <a:pt x="157902" y="734"/>
                </a:lnTo>
                <a:lnTo>
                  <a:pt x="165246" y="14963"/>
                </a:lnTo>
                <a:lnTo>
                  <a:pt x="175986" y="734"/>
                </a:lnTo>
                <a:lnTo>
                  <a:pt x="192971" y="734"/>
                </a:lnTo>
                <a:lnTo>
                  <a:pt x="171305" y="266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Text pressions">
            <a:extLst xmlns:a="http://schemas.openxmlformats.org/drawingml/2006/main">
              <a:ext uri="{FF2B5EF4-FFF2-40B4-BE49-F238E27FC236}">
                <a16:creationId xmlns:a16="http://schemas.microsoft.com/office/drawing/2014/main" id="{2661208F-A038-4D49-857B-9A9B7138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361" y="712567"/>
            <a:ext cx="458466" cy="97954"/>
          </a:xfrm>
          <a:custGeom xmlns:a="http://schemas.openxmlformats.org/drawingml/2006/main">
            <a:pathLst>
              <a:path w="458466" h="97954">
                <a:moveTo>
                  <a:pt x="27725" y="29560"/>
                </a:moveTo>
                <a:cubicBezTo>
                  <a:pt x="29683" y="27173"/>
                  <a:pt x="32146" y="25245"/>
                  <a:pt x="35114" y="23777"/>
                </a:cubicBezTo>
                <a:cubicBezTo>
                  <a:pt x="38083" y="22308"/>
                  <a:pt x="41372" y="21574"/>
                  <a:pt x="44983" y="21574"/>
                </a:cubicBezTo>
                <a:cubicBezTo>
                  <a:pt x="50492" y="21574"/>
                  <a:pt x="54944" y="23380"/>
                  <a:pt x="58341" y="26991"/>
                </a:cubicBezTo>
                <a:cubicBezTo>
                  <a:pt x="61737" y="30601"/>
                  <a:pt x="63436" y="35497"/>
                  <a:pt x="63436" y="41678"/>
                </a:cubicBezTo>
                <a:cubicBezTo>
                  <a:pt x="63436" y="43576"/>
                  <a:pt x="63252" y="45626"/>
                  <a:pt x="62885" y="47829"/>
                </a:cubicBezTo>
                <a:cubicBezTo>
                  <a:pt x="61967" y="53093"/>
                  <a:pt x="60162" y="57729"/>
                  <a:pt x="57468" y="61738"/>
                </a:cubicBezTo>
                <a:cubicBezTo>
                  <a:pt x="54776" y="65746"/>
                  <a:pt x="51532" y="68837"/>
                  <a:pt x="47737" y="71010"/>
                </a:cubicBezTo>
                <a:cubicBezTo>
                  <a:pt x="43942" y="73182"/>
                  <a:pt x="39934" y="74268"/>
                  <a:pt x="35711" y="74268"/>
                </a:cubicBezTo>
                <a:cubicBezTo>
                  <a:pt x="32161" y="74268"/>
                  <a:pt x="29162" y="73534"/>
                  <a:pt x="26713" y="72066"/>
                </a:cubicBezTo>
                <a:cubicBezTo>
                  <a:pt x="24266" y="70597"/>
                  <a:pt x="22461" y="68699"/>
                  <a:pt x="21298" y="66373"/>
                </a:cubicBezTo>
                <a:lnTo>
                  <a:pt x="15697" y="97954"/>
                </a:lnTo>
                <a:lnTo>
                  <a:pt x="0" y="97954"/>
                </a:lnTo>
                <a:lnTo>
                  <a:pt x="13310" y="22308"/>
                </a:lnTo>
                <a:lnTo>
                  <a:pt x="29009" y="22308"/>
                </a:lnTo>
                <a:lnTo>
                  <a:pt x="27725" y="29560"/>
                </a:lnTo>
                <a:moveTo>
                  <a:pt x="47003" y="47829"/>
                </a:moveTo>
                <a:cubicBezTo>
                  <a:pt x="47187" y="46789"/>
                  <a:pt x="47279" y="45840"/>
                  <a:pt x="47279" y="44983"/>
                </a:cubicBezTo>
                <a:cubicBezTo>
                  <a:pt x="47279" y="41923"/>
                  <a:pt x="46406" y="39537"/>
                  <a:pt x="44662" y="37823"/>
                </a:cubicBezTo>
                <a:cubicBezTo>
                  <a:pt x="42918" y="36109"/>
                  <a:pt x="40699" y="35251"/>
                  <a:pt x="38007" y="35251"/>
                </a:cubicBezTo>
                <a:cubicBezTo>
                  <a:pt x="34885" y="35251"/>
                  <a:pt x="32038" y="36384"/>
                  <a:pt x="29467" y="38648"/>
                </a:cubicBezTo>
                <a:cubicBezTo>
                  <a:pt x="26897" y="40913"/>
                  <a:pt x="25245" y="44004"/>
                  <a:pt x="24511" y="47920"/>
                </a:cubicBezTo>
                <a:cubicBezTo>
                  <a:pt x="24327" y="49022"/>
                  <a:pt x="24235" y="50032"/>
                  <a:pt x="24235" y="50950"/>
                </a:cubicBezTo>
                <a:cubicBezTo>
                  <a:pt x="24235" y="53949"/>
                  <a:pt x="25092" y="56305"/>
                  <a:pt x="26806" y="58019"/>
                </a:cubicBezTo>
                <a:cubicBezTo>
                  <a:pt x="28520" y="59732"/>
                  <a:pt x="30723" y="60589"/>
                  <a:pt x="33416" y="60589"/>
                </a:cubicBezTo>
                <a:cubicBezTo>
                  <a:pt x="36537" y="60589"/>
                  <a:pt x="39398" y="59442"/>
                  <a:pt x="41999" y="57147"/>
                </a:cubicBezTo>
                <a:cubicBezTo>
                  <a:pt x="44601" y="54852"/>
                  <a:pt x="46269" y="51746"/>
                  <a:pt x="47003" y="47829"/>
                </a:cubicBezTo>
                <a:close/>
                <a:moveTo>
                  <a:pt x="89691" y="31580"/>
                </a:moveTo>
                <a:cubicBezTo>
                  <a:pt x="92078" y="28520"/>
                  <a:pt x="94816" y="26118"/>
                  <a:pt x="97907" y="24374"/>
                </a:cubicBezTo>
                <a:cubicBezTo>
                  <a:pt x="100998" y="22630"/>
                  <a:pt x="104227" y="21757"/>
                  <a:pt x="107593" y="21757"/>
                </a:cubicBezTo>
                <a:lnTo>
                  <a:pt x="104656" y="38374"/>
                </a:lnTo>
                <a:lnTo>
                  <a:pt x="100341" y="38374"/>
                </a:lnTo>
                <a:cubicBezTo>
                  <a:pt x="96424" y="38374"/>
                  <a:pt x="93332" y="39215"/>
                  <a:pt x="91068" y="40898"/>
                </a:cubicBezTo>
                <a:cubicBezTo>
                  <a:pt x="88804" y="42581"/>
                  <a:pt x="87305" y="45534"/>
                  <a:pt x="86570" y="49757"/>
                </a:cubicBezTo>
                <a:lnTo>
                  <a:pt x="82348" y="73534"/>
                </a:lnTo>
                <a:lnTo>
                  <a:pt x="66649" y="73534"/>
                </a:lnTo>
                <a:lnTo>
                  <a:pt x="75645" y="22308"/>
                </a:lnTo>
                <a:lnTo>
                  <a:pt x="91344" y="22308"/>
                </a:lnTo>
                <a:lnTo>
                  <a:pt x="89691" y="31580"/>
                </a:lnTo>
                <a:close/>
                <a:moveTo>
                  <a:pt x="137888" y="21574"/>
                </a:moveTo>
                <a:cubicBezTo>
                  <a:pt x="144498" y="21574"/>
                  <a:pt x="149746" y="23364"/>
                  <a:pt x="153632" y="26945"/>
                </a:cubicBezTo>
                <a:cubicBezTo>
                  <a:pt x="157519" y="30524"/>
                  <a:pt x="159462" y="35405"/>
                  <a:pt x="159462" y="41586"/>
                </a:cubicBezTo>
                <a:cubicBezTo>
                  <a:pt x="159462" y="43606"/>
                  <a:pt x="159309" y="45411"/>
                  <a:pt x="159004" y="47003"/>
                </a:cubicBezTo>
                <a:cubicBezTo>
                  <a:pt x="158759" y="48410"/>
                  <a:pt x="158392" y="49909"/>
                  <a:pt x="157901" y="51501"/>
                </a:cubicBezTo>
                <a:lnTo>
                  <a:pt x="122374" y="51501"/>
                </a:lnTo>
                <a:cubicBezTo>
                  <a:pt x="122312" y="51869"/>
                  <a:pt x="122282" y="52451"/>
                  <a:pt x="122282" y="53246"/>
                </a:cubicBezTo>
                <a:cubicBezTo>
                  <a:pt x="122282" y="55939"/>
                  <a:pt x="123016" y="57989"/>
                  <a:pt x="124485" y="59397"/>
                </a:cubicBezTo>
                <a:cubicBezTo>
                  <a:pt x="125954" y="60804"/>
                  <a:pt x="127912" y="61508"/>
                  <a:pt x="130360" y="61508"/>
                </a:cubicBezTo>
                <a:cubicBezTo>
                  <a:pt x="134278" y="61508"/>
                  <a:pt x="137277" y="59856"/>
                  <a:pt x="139358" y="56551"/>
                </a:cubicBezTo>
                <a:lnTo>
                  <a:pt x="156066" y="56551"/>
                </a:lnTo>
                <a:cubicBezTo>
                  <a:pt x="153862" y="61752"/>
                  <a:pt x="150281" y="66006"/>
                  <a:pt x="145324" y="69311"/>
                </a:cubicBezTo>
                <a:cubicBezTo>
                  <a:pt x="140367" y="72616"/>
                  <a:pt x="134797" y="74268"/>
                  <a:pt x="128616" y="74268"/>
                </a:cubicBezTo>
                <a:cubicBezTo>
                  <a:pt x="122006" y="74268"/>
                  <a:pt x="116727" y="72432"/>
                  <a:pt x="112780" y="68760"/>
                </a:cubicBezTo>
                <a:cubicBezTo>
                  <a:pt x="108832" y="65088"/>
                  <a:pt x="106859" y="60100"/>
                  <a:pt x="106859" y="53797"/>
                </a:cubicBezTo>
                <a:cubicBezTo>
                  <a:pt x="106859" y="51899"/>
                  <a:pt x="107042" y="49940"/>
                  <a:pt x="107409" y="47920"/>
                </a:cubicBezTo>
                <a:cubicBezTo>
                  <a:pt x="108328" y="42596"/>
                  <a:pt x="110226" y="37945"/>
                  <a:pt x="113102" y="33967"/>
                </a:cubicBezTo>
                <a:cubicBezTo>
                  <a:pt x="115978" y="29989"/>
                  <a:pt x="119558" y="26929"/>
                  <a:pt x="123842" y="24787"/>
                </a:cubicBezTo>
                <a:cubicBezTo>
                  <a:pt x="128127" y="22645"/>
                  <a:pt x="132809" y="21574"/>
                  <a:pt x="137888" y="21574"/>
                </a:cubicBezTo>
                <a:moveTo>
                  <a:pt x="143581" y="43515"/>
                </a:moveTo>
                <a:cubicBezTo>
                  <a:pt x="143703" y="42657"/>
                  <a:pt x="143764" y="42076"/>
                  <a:pt x="143764" y="41771"/>
                </a:cubicBezTo>
                <a:cubicBezTo>
                  <a:pt x="143764" y="39322"/>
                  <a:pt x="142999" y="37440"/>
                  <a:pt x="141469" y="36124"/>
                </a:cubicBezTo>
                <a:cubicBezTo>
                  <a:pt x="139939" y="34808"/>
                  <a:pt x="137919" y="34150"/>
                  <a:pt x="135410" y="34150"/>
                </a:cubicBezTo>
                <a:cubicBezTo>
                  <a:pt x="132717" y="34150"/>
                  <a:pt x="130345" y="34961"/>
                  <a:pt x="128294" y="36584"/>
                </a:cubicBezTo>
                <a:cubicBezTo>
                  <a:pt x="126244" y="38205"/>
                  <a:pt x="124760" y="40515"/>
                  <a:pt x="123842" y="43515"/>
                </a:cubicBezTo>
                <a:lnTo>
                  <a:pt x="143581" y="43515"/>
                </a:lnTo>
                <a:close/>
                <a:moveTo>
                  <a:pt x="183790" y="74268"/>
                </a:moveTo>
                <a:cubicBezTo>
                  <a:pt x="179751" y="74268"/>
                  <a:pt x="176125" y="73626"/>
                  <a:pt x="172911" y="72341"/>
                </a:cubicBezTo>
                <a:cubicBezTo>
                  <a:pt x="169699" y="71056"/>
                  <a:pt x="167174" y="69266"/>
                  <a:pt x="165337" y="66971"/>
                </a:cubicBezTo>
                <a:cubicBezTo>
                  <a:pt x="163501" y="64676"/>
                  <a:pt x="162583" y="62028"/>
                  <a:pt x="162583" y="59029"/>
                </a:cubicBezTo>
                <a:cubicBezTo>
                  <a:pt x="162583" y="58601"/>
                  <a:pt x="162645" y="57836"/>
                  <a:pt x="162768" y="56734"/>
                </a:cubicBezTo>
                <a:lnTo>
                  <a:pt x="177915" y="56734"/>
                </a:lnTo>
                <a:cubicBezTo>
                  <a:pt x="177793" y="58632"/>
                  <a:pt x="178358" y="60147"/>
                  <a:pt x="179613" y="61278"/>
                </a:cubicBezTo>
                <a:cubicBezTo>
                  <a:pt x="180868" y="62410"/>
                  <a:pt x="182658" y="62976"/>
                  <a:pt x="184983" y="62976"/>
                </a:cubicBezTo>
                <a:cubicBezTo>
                  <a:pt x="186942" y="62976"/>
                  <a:pt x="188563" y="62609"/>
                  <a:pt x="189848" y="61875"/>
                </a:cubicBezTo>
                <a:cubicBezTo>
                  <a:pt x="191134" y="61140"/>
                  <a:pt x="191777" y="60100"/>
                  <a:pt x="191777" y="58754"/>
                </a:cubicBezTo>
                <a:cubicBezTo>
                  <a:pt x="191777" y="57468"/>
                  <a:pt x="191089" y="56443"/>
                  <a:pt x="189711" y="55678"/>
                </a:cubicBezTo>
                <a:cubicBezTo>
                  <a:pt x="188335" y="54913"/>
                  <a:pt x="186055" y="53980"/>
                  <a:pt x="182872" y="52878"/>
                </a:cubicBezTo>
                <a:cubicBezTo>
                  <a:pt x="179567" y="51777"/>
                  <a:pt x="176798" y="50691"/>
                  <a:pt x="174564" y="49619"/>
                </a:cubicBezTo>
                <a:cubicBezTo>
                  <a:pt x="172330" y="48548"/>
                  <a:pt x="170418" y="47003"/>
                  <a:pt x="168826" y="44984"/>
                </a:cubicBezTo>
                <a:cubicBezTo>
                  <a:pt x="167235" y="42964"/>
                  <a:pt x="166439" y="40424"/>
                  <a:pt x="166439" y="37364"/>
                </a:cubicBezTo>
                <a:cubicBezTo>
                  <a:pt x="166439" y="34365"/>
                  <a:pt x="167327" y="31657"/>
                  <a:pt x="169101" y="29239"/>
                </a:cubicBezTo>
                <a:cubicBezTo>
                  <a:pt x="170876" y="26821"/>
                  <a:pt x="173370" y="24940"/>
                  <a:pt x="176583" y="23594"/>
                </a:cubicBezTo>
                <a:cubicBezTo>
                  <a:pt x="179796" y="22247"/>
                  <a:pt x="183514" y="21574"/>
                  <a:pt x="187737" y="21574"/>
                </a:cubicBezTo>
                <a:cubicBezTo>
                  <a:pt x="191960" y="21574"/>
                  <a:pt x="195632" y="22263"/>
                  <a:pt x="198753" y="23640"/>
                </a:cubicBezTo>
                <a:cubicBezTo>
                  <a:pt x="201875" y="25017"/>
                  <a:pt x="204293" y="26929"/>
                  <a:pt x="206007" y="29378"/>
                </a:cubicBezTo>
                <a:cubicBezTo>
                  <a:pt x="207720" y="31825"/>
                  <a:pt x="208577" y="34579"/>
                  <a:pt x="208577" y="37638"/>
                </a:cubicBezTo>
                <a:lnTo>
                  <a:pt x="208485" y="39015"/>
                </a:lnTo>
                <a:lnTo>
                  <a:pt x="194255" y="39015"/>
                </a:lnTo>
                <a:cubicBezTo>
                  <a:pt x="194378" y="37179"/>
                  <a:pt x="193827" y="35711"/>
                  <a:pt x="192602" y="34610"/>
                </a:cubicBezTo>
                <a:cubicBezTo>
                  <a:pt x="191379" y="33508"/>
                  <a:pt x="189635" y="32957"/>
                  <a:pt x="187370" y="32957"/>
                </a:cubicBezTo>
                <a:cubicBezTo>
                  <a:pt x="185596" y="32957"/>
                  <a:pt x="184142" y="33324"/>
                  <a:pt x="183010" y="34059"/>
                </a:cubicBezTo>
                <a:cubicBezTo>
                  <a:pt x="181878" y="34793"/>
                  <a:pt x="181312" y="35803"/>
                  <a:pt x="181312" y="37088"/>
                </a:cubicBezTo>
                <a:cubicBezTo>
                  <a:pt x="181312" y="38434"/>
                  <a:pt x="182061" y="39552"/>
                  <a:pt x="183560" y="40440"/>
                </a:cubicBezTo>
                <a:cubicBezTo>
                  <a:pt x="185060" y="41327"/>
                  <a:pt x="187401" y="42321"/>
                  <a:pt x="190584" y="43422"/>
                </a:cubicBezTo>
                <a:cubicBezTo>
                  <a:pt x="193889" y="44524"/>
                  <a:pt x="196627" y="45611"/>
                  <a:pt x="198800" y="46682"/>
                </a:cubicBezTo>
                <a:cubicBezTo>
                  <a:pt x="200973" y="47753"/>
                  <a:pt x="202840" y="49252"/>
                  <a:pt x="204400" y="51180"/>
                </a:cubicBezTo>
                <a:cubicBezTo>
                  <a:pt x="205961" y="53108"/>
                  <a:pt x="206741" y="55510"/>
                  <a:pt x="206741" y="58387"/>
                </a:cubicBezTo>
                <a:cubicBezTo>
                  <a:pt x="206741" y="61692"/>
                  <a:pt x="205746" y="64538"/>
                  <a:pt x="203757" y="66925"/>
                </a:cubicBezTo>
                <a:cubicBezTo>
                  <a:pt x="201768" y="69311"/>
                  <a:pt x="199044" y="71132"/>
                  <a:pt x="195586" y="72387"/>
                </a:cubicBezTo>
                <a:cubicBezTo>
                  <a:pt x="192129" y="73641"/>
                  <a:pt x="188197" y="74268"/>
                  <a:pt x="183790" y="74268"/>
                </a:cubicBezTo>
                <a:close/>
                <a:moveTo>
                  <a:pt x="235016" y="74268"/>
                </a:moveTo>
                <a:cubicBezTo>
                  <a:pt x="230977" y="74268"/>
                  <a:pt x="227351" y="73626"/>
                  <a:pt x="224138" y="72341"/>
                </a:cubicBezTo>
                <a:cubicBezTo>
                  <a:pt x="220925" y="71056"/>
                  <a:pt x="218400" y="69266"/>
                  <a:pt x="216563" y="66971"/>
                </a:cubicBezTo>
                <a:cubicBezTo>
                  <a:pt x="214727" y="64676"/>
                  <a:pt x="213809" y="62028"/>
                  <a:pt x="213809" y="59029"/>
                </a:cubicBezTo>
                <a:cubicBezTo>
                  <a:pt x="213809" y="58601"/>
                  <a:pt x="213871" y="57836"/>
                  <a:pt x="213994" y="56734"/>
                </a:cubicBezTo>
                <a:lnTo>
                  <a:pt x="229141" y="56734"/>
                </a:lnTo>
                <a:cubicBezTo>
                  <a:pt x="229019" y="58632"/>
                  <a:pt x="229585" y="60147"/>
                  <a:pt x="230839" y="61278"/>
                </a:cubicBezTo>
                <a:cubicBezTo>
                  <a:pt x="232094" y="62410"/>
                  <a:pt x="233884" y="62976"/>
                  <a:pt x="236210" y="62976"/>
                </a:cubicBezTo>
                <a:cubicBezTo>
                  <a:pt x="238168" y="62976"/>
                  <a:pt x="239790" y="62609"/>
                  <a:pt x="241075" y="61875"/>
                </a:cubicBezTo>
                <a:cubicBezTo>
                  <a:pt x="242361" y="61140"/>
                  <a:pt x="243004" y="60100"/>
                  <a:pt x="243004" y="58754"/>
                </a:cubicBezTo>
                <a:cubicBezTo>
                  <a:pt x="243004" y="57468"/>
                  <a:pt x="242315" y="56443"/>
                  <a:pt x="240938" y="55678"/>
                </a:cubicBezTo>
                <a:cubicBezTo>
                  <a:pt x="239561" y="54913"/>
                  <a:pt x="237281" y="53980"/>
                  <a:pt x="234099" y="52878"/>
                </a:cubicBezTo>
                <a:cubicBezTo>
                  <a:pt x="230794" y="51777"/>
                  <a:pt x="228024" y="50691"/>
                  <a:pt x="225791" y="49619"/>
                </a:cubicBezTo>
                <a:cubicBezTo>
                  <a:pt x="223557" y="48548"/>
                  <a:pt x="221644" y="47003"/>
                  <a:pt x="220053" y="44984"/>
                </a:cubicBezTo>
                <a:cubicBezTo>
                  <a:pt x="218462" y="42964"/>
                  <a:pt x="217666" y="40424"/>
                  <a:pt x="217666" y="37364"/>
                </a:cubicBezTo>
                <a:cubicBezTo>
                  <a:pt x="217666" y="34365"/>
                  <a:pt x="218553" y="31657"/>
                  <a:pt x="220327" y="29239"/>
                </a:cubicBezTo>
                <a:cubicBezTo>
                  <a:pt x="222103" y="26821"/>
                  <a:pt x="224597" y="24940"/>
                  <a:pt x="227809" y="23594"/>
                </a:cubicBezTo>
                <a:cubicBezTo>
                  <a:pt x="231023" y="22247"/>
                  <a:pt x="234741" y="21574"/>
                  <a:pt x="238964" y="21574"/>
                </a:cubicBezTo>
                <a:cubicBezTo>
                  <a:pt x="243187" y="21574"/>
                  <a:pt x="246859" y="22263"/>
                  <a:pt x="249980" y="23640"/>
                </a:cubicBezTo>
                <a:cubicBezTo>
                  <a:pt x="253102" y="25017"/>
                  <a:pt x="255519" y="26929"/>
                  <a:pt x="257233" y="29378"/>
                </a:cubicBezTo>
                <a:cubicBezTo>
                  <a:pt x="258947" y="31825"/>
                  <a:pt x="259804" y="34579"/>
                  <a:pt x="259804" y="37638"/>
                </a:cubicBezTo>
                <a:lnTo>
                  <a:pt x="259711" y="39015"/>
                </a:lnTo>
                <a:lnTo>
                  <a:pt x="245482" y="39015"/>
                </a:lnTo>
                <a:cubicBezTo>
                  <a:pt x="245604" y="37179"/>
                  <a:pt x="245053" y="35711"/>
                  <a:pt x="243829" y="34610"/>
                </a:cubicBezTo>
                <a:cubicBezTo>
                  <a:pt x="242605" y="33508"/>
                  <a:pt x="240861" y="32957"/>
                  <a:pt x="238597" y="32957"/>
                </a:cubicBezTo>
                <a:cubicBezTo>
                  <a:pt x="236822" y="32957"/>
                  <a:pt x="235369" y="33324"/>
                  <a:pt x="234236" y="34059"/>
                </a:cubicBezTo>
                <a:cubicBezTo>
                  <a:pt x="233104" y="34793"/>
                  <a:pt x="232538" y="35803"/>
                  <a:pt x="232538" y="37088"/>
                </a:cubicBezTo>
                <a:cubicBezTo>
                  <a:pt x="232538" y="38434"/>
                  <a:pt x="233288" y="39552"/>
                  <a:pt x="234787" y="40440"/>
                </a:cubicBezTo>
                <a:cubicBezTo>
                  <a:pt x="236286" y="41327"/>
                  <a:pt x="238628" y="42321"/>
                  <a:pt x="241810" y="43422"/>
                </a:cubicBezTo>
                <a:cubicBezTo>
                  <a:pt x="245115" y="44524"/>
                  <a:pt x="247854" y="45611"/>
                  <a:pt x="250026" y="46682"/>
                </a:cubicBezTo>
                <a:cubicBezTo>
                  <a:pt x="252199" y="47753"/>
                  <a:pt x="254066" y="49252"/>
                  <a:pt x="255626" y="51180"/>
                </a:cubicBezTo>
                <a:cubicBezTo>
                  <a:pt x="257187" y="53108"/>
                  <a:pt x="257967" y="55510"/>
                  <a:pt x="257967" y="58387"/>
                </a:cubicBezTo>
                <a:cubicBezTo>
                  <a:pt x="257967" y="61692"/>
                  <a:pt x="256973" y="64538"/>
                  <a:pt x="254983" y="66925"/>
                </a:cubicBezTo>
                <a:cubicBezTo>
                  <a:pt x="252994" y="69311"/>
                  <a:pt x="250271" y="71132"/>
                  <a:pt x="246813" y="72387"/>
                </a:cubicBezTo>
                <a:cubicBezTo>
                  <a:pt x="243355" y="73641"/>
                  <a:pt x="239423" y="74268"/>
                  <a:pt x="235016" y="74268"/>
                </a:cubicBezTo>
                <a:close/>
                <a:moveTo>
                  <a:pt x="282845" y="16983"/>
                </a:moveTo>
                <a:cubicBezTo>
                  <a:pt x="280398" y="16983"/>
                  <a:pt x="278455" y="16326"/>
                  <a:pt x="277017" y="15010"/>
                </a:cubicBezTo>
                <a:cubicBezTo>
                  <a:pt x="275579" y="13694"/>
                  <a:pt x="274859" y="12026"/>
                  <a:pt x="274859" y="10006"/>
                </a:cubicBezTo>
                <a:cubicBezTo>
                  <a:pt x="274859" y="7252"/>
                  <a:pt x="275930" y="4896"/>
                  <a:pt x="278071" y="2938"/>
                </a:cubicBezTo>
                <a:cubicBezTo>
                  <a:pt x="280214" y="979"/>
                  <a:pt x="282815" y="0"/>
                  <a:pt x="285875" y="0"/>
                </a:cubicBezTo>
                <a:cubicBezTo>
                  <a:pt x="288324" y="0"/>
                  <a:pt x="290252" y="658"/>
                  <a:pt x="291659" y="1974"/>
                </a:cubicBezTo>
                <a:cubicBezTo>
                  <a:pt x="293067" y="3290"/>
                  <a:pt x="293770" y="4988"/>
                  <a:pt x="293770" y="7068"/>
                </a:cubicBezTo>
                <a:cubicBezTo>
                  <a:pt x="293770" y="9762"/>
                  <a:pt x="292699" y="12088"/>
                  <a:pt x="290557" y="14046"/>
                </a:cubicBezTo>
                <a:cubicBezTo>
                  <a:pt x="288416" y="16004"/>
                  <a:pt x="285845" y="16983"/>
                  <a:pt x="282845" y="16983"/>
                </a:cubicBezTo>
                <a:moveTo>
                  <a:pt x="289639" y="22308"/>
                </a:moveTo>
                <a:lnTo>
                  <a:pt x="280643" y="73534"/>
                </a:lnTo>
                <a:lnTo>
                  <a:pt x="264944" y="73534"/>
                </a:lnTo>
                <a:lnTo>
                  <a:pt x="273940" y="22308"/>
                </a:lnTo>
                <a:lnTo>
                  <a:pt x="289639" y="22308"/>
                </a:lnTo>
                <a:close/>
                <a:moveTo>
                  <a:pt x="315437" y="74268"/>
                </a:moveTo>
                <a:cubicBezTo>
                  <a:pt x="311030" y="74268"/>
                  <a:pt x="307113" y="73381"/>
                  <a:pt x="303686" y="71607"/>
                </a:cubicBezTo>
                <a:cubicBezTo>
                  <a:pt x="300258" y="69831"/>
                  <a:pt x="297611" y="67322"/>
                  <a:pt x="295744" y="64079"/>
                </a:cubicBezTo>
                <a:cubicBezTo>
                  <a:pt x="293878" y="60834"/>
                  <a:pt x="292944" y="57070"/>
                  <a:pt x="292944" y="52787"/>
                </a:cubicBezTo>
                <a:cubicBezTo>
                  <a:pt x="292944" y="46972"/>
                  <a:pt x="294321" y="41678"/>
                  <a:pt x="297075" y="36904"/>
                </a:cubicBezTo>
                <a:cubicBezTo>
                  <a:pt x="299829" y="32130"/>
                  <a:pt x="303624" y="28382"/>
                  <a:pt x="308458" y="25659"/>
                </a:cubicBezTo>
                <a:cubicBezTo>
                  <a:pt x="313294" y="22935"/>
                  <a:pt x="318680" y="21574"/>
                  <a:pt x="324617" y="21574"/>
                </a:cubicBezTo>
                <a:cubicBezTo>
                  <a:pt x="329024" y="21574"/>
                  <a:pt x="332956" y="22476"/>
                  <a:pt x="336413" y="24282"/>
                </a:cubicBezTo>
                <a:cubicBezTo>
                  <a:pt x="339871" y="26087"/>
                  <a:pt x="342549" y="28612"/>
                  <a:pt x="344446" y="31856"/>
                </a:cubicBezTo>
                <a:cubicBezTo>
                  <a:pt x="346344" y="35099"/>
                  <a:pt x="347293" y="38863"/>
                  <a:pt x="347293" y="43148"/>
                </a:cubicBezTo>
                <a:cubicBezTo>
                  <a:pt x="347293" y="49023"/>
                  <a:pt x="345900" y="54332"/>
                  <a:pt x="343116" y="59075"/>
                </a:cubicBezTo>
                <a:cubicBezTo>
                  <a:pt x="340331" y="63818"/>
                  <a:pt x="336506" y="67536"/>
                  <a:pt x="331640" y="70230"/>
                </a:cubicBezTo>
                <a:cubicBezTo>
                  <a:pt x="326775" y="72922"/>
                  <a:pt x="321374" y="74268"/>
                  <a:pt x="315437" y="74268"/>
                </a:cubicBezTo>
                <a:moveTo>
                  <a:pt x="317639" y="60773"/>
                </a:moveTo>
                <a:cubicBezTo>
                  <a:pt x="320210" y="60773"/>
                  <a:pt x="322521" y="59992"/>
                  <a:pt x="324570" y="58432"/>
                </a:cubicBezTo>
                <a:cubicBezTo>
                  <a:pt x="326621" y="56871"/>
                  <a:pt x="328212" y="54852"/>
                  <a:pt x="329344" y="52373"/>
                </a:cubicBezTo>
                <a:cubicBezTo>
                  <a:pt x="330477" y="49895"/>
                  <a:pt x="331043" y="47309"/>
                  <a:pt x="331043" y="44616"/>
                </a:cubicBezTo>
                <a:cubicBezTo>
                  <a:pt x="331043" y="41555"/>
                  <a:pt x="330217" y="39199"/>
                  <a:pt x="328564" y="37547"/>
                </a:cubicBezTo>
                <a:cubicBezTo>
                  <a:pt x="326912" y="35894"/>
                  <a:pt x="324831" y="35068"/>
                  <a:pt x="322322" y="35068"/>
                </a:cubicBezTo>
                <a:cubicBezTo>
                  <a:pt x="319690" y="35068"/>
                  <a:pt x="317380" y="35849"/>
                  <a:pt x="315391" y="37410"/>
                </a:cubicBezTo>
                <a:cubicBezTo>
                  <a:pt x="313402" y="38971"/>
                  <a:pt x="311856" y="41005"/>
                  <a:pt x="310754" y="43515"/>
                </a:cubicBezTo>
                <a:cubicBezTo>
                  <a:pt x="309653" y="46024"/>
                  <a:pt x="309103" y="48656"/>
                  <a:pt x="309103" y="51410"/>
                </a:cubicBezTo>
                <a:cubicBezTo>
                  <a:pt x="309103" y="54408"/>
                  <a:pt x="309898" y="56719"/>
                  <a:pt x="311488" y="58341"/>
                </a:cubicBezTo>
                <a:cubicBezTo>
                  <a:pt x="313080" y="59962"/>
                  <a:pt x="315130" y="60773"/>
                  <a:pt x="317639" y="60773"/>
                </a:cubicBezTo>
                <a:close/>
                <a:moveTo>
                  <a:pt x="390807" y="21757"/>
                </a:moveTo>
                <a:cubicBezTo>
                  <a:pt x="395948" y="21757"/>
                  <a:pt x="399987" y="23196"/>
                  <a:pt x="402925" y="26072"/>
                </a:cubicBezTo>
                <a:cubicBezTo>
                  <a:pt x="405863" y="28948"/>
                  <a:pt x="407332" y="32957"/>
                  <a:pt x="407332" y="38098"/>
                </a:cubicBezTo>
                <a:cubicBezTo>
                  <a:pt x="407332" y="39811"/>
                  <a:pt x="407148" y="41647"/>
                  <a:pt x="406780" y="43606"/>
                </a:cubicBezTo>
                <a:lnTo>
                  <a:pt x="401456" y="73534"/>
                </a:lnTo>
                <a:lnTo>
                  <a:pt x="385849" y="73534"/>
                </a:lnTo>
                <a:lnTo>
                  <a:pt x="390807" y="45718"/>
                </a:lnTo>
                <a:cubicBezTo>
                  <a:pt x="390991" y="44677"/>
                  <a:pt x="391083" y="43759"/>
                  <a:pt x="391083" y="42964"/>
                </a:cubicBezTo>
                <a:cubicBezTo>
                  <a:pt x="391083" y="40393"/>
                  <a:pt x="390364" y="38404"/>
                  <a:pt x="388925" y="36997"/>
                </a:cubicBezTo>
                <a:cubicBezTo>
                  <a:pt x="387487" y="35589"/>
                  <a:pt x="385483" y="34884"/>
                  <a:pt x="382912" y="34884"/>
                </a:cubicBezTo>
                <a:cubicBezTo>
                  <a:pt x="379852" y="34884"/>
                  <a:pt x="377281" y="35833"/>
                  <a:pt x="375200" y="37731"/>
                </a:cubicBezTo>
                <a:cubicBezTo>
                  <a:pt x="373120" y="39628"/>
                  <a:pt x="371773" y="42291"/>
                  <a:pt x="371160" y="45718"/>
                </a:cubicBezTo>
                <a:lnTo>
                  <a:pt x="371160" y="45259"/>
                </a:lnTo>
                <a:lnTo>
                  <a:pt x="366204" y="73534"/>
                </a:lnTo>
                <a:lnTo>
                  <a:pt x="350505" y="73534"/>
                </a:lnTo>
                <a:lnTo>
                  <a:pt x="359501" y="22308"/>
                </a:lnTo>
                <a:lnTo>
                  <a:pt x="375200" y="22308"/>
                </a:lnTo>
                <a:lnTo>
                  <a:pt x="374007" y="29193"/>
                </a:lnTo>
                <a:cubicBezTo>
                  <a:pt x="376027" y="26928"/>
                  <a:pt x="378490" y="25123"/>
                  <a:pt x="381398" y="23777"/>
                </a:cubicBezTo>
                <a:cubicBezTo>
                  <a:pt x="384305" y="22431"/>
                  <a:pt x="387441" y="21757"/>
                  <a:pt x="390807" y="21757"/>
                </a:cubicBezTo>
                <a:close/>
                <a:moveTo>
                  <a:pt x="433679" y="74268"/>
                </a:moveTo>
                <a:cubicBezTo>
                  <a:pt x="429640" y="74268"/>
                  <a:pt x="426013" y="73626"/>
                  <a:pt x="422800" y="72341"/>
                </a:cubicBezTo>
                <a:cubicBezTo>
                  <a:pt x="419587" y="71056"/>
                  <a:pt x="417063" y="69266"/>
                  <a:pt x="415226" y="66971"/>
                </a:cubicBezTo>
                <a:cubicBezTo>
                  <a:pt x="413390" y="64676"/>
                  <a:pt x="412472" y="62028"/>
                  <a:pt x="412472" y="59029"/>
                </a:cubicBezTo>
                <a:cubicBezTo>
                  <a:pt x="412472" y="58601"/>
                  <a:pt x="412533" y="57836"/>
                  <a:pt x="412657" y="56734"/>
                </a:cubicBezTo>
                <a:lnTo>
                  <a:pt x="427804" y="56734"/>
                </a:lnTo>
                <a:cubicBezTo>
                  <a:pt x="427681" y="58632"/>
                  <a:pt x="428247" y="60147"/>
                  <a:pt x="429501" y="61278"/>
                </a:cubicBezTo>
                <a:cubicBezTo>
                  <a:pt x="430756" y="62410"/>
                  <a:pt x="432547" y="62976"/>
                  <a:pt x="434872" y="62976"/>
                </a:cubicBezTo>
                <a:cubicBezTo>
                  <a:pt x="436830" y="62976"/>
                  <a:pt x="438452" y="62609"/>
                  <a:pt x="439737" y="61875"/>
                </a:cubicBezTo>
                <a:cubicBezTo>
                  <a:pt x="441023" y="61140"/>
                  <a:pt x="441666" y="60100"/>
                  <a:pt x="441666" y="58754"/>
                </a:cubicBezTo>
                <a:cubicBezTo>
                  <a:pt x="441666" y="57468"/>
                  <a:pt x="440977" y="56443"/>
                  <a:pt x="439600" y="55678"/>
                </a:cubicBezTo>
                <a:cubicBezTo>
                  <a:pt x="438223" y="54913"/>
                  <a:pt x="435944" y="53980"/>
                  <a:pt x="432761" y="52878"/>
                </a:cubicBezTo>
                <a:cubicBezTo>
                  <a:pt x="429456" y="51777"/>
                  <a:pt x="426687" y="50691"/>
                  <a:pt x="424453" y="49619"/>
                </a:cubicBezTo>
                <a:cubicBezTo>
                  <a:pt x="422219" y="48548"/>
                  <a:pt x="420306" y="47003"/>
                  <a:pt x="418715" y="44984"/>
                </a:cubicBezTo>
                <a:cubicBezTo>
                  <a:pt x="417124" y="42964"/>
                  <a:pt x="416328" y="40424"/>
                  <a:pt x="416328" y="37364"/>
                </a:cubicBezTo>
                <a:cubicBezTo>
                  <a:pt x="416328" y="34365"/>
                  <a:pt x="417215" y="31657"/>
                  <a:pt x="418990" y="29239"/>
                </a:cubicBezTo>
                <a:cubicBezTo>
                  <a:pt x="420765" y="26821"/>
                  <a:pt x="423259" y="24940"/>
                  <a:pt x="426471" y="23594"/>
                </a:cubicBezTo>
                <a:cubicBezTo>
                  <a:pt x="429685" y="22247"/>
                  <a:pt x="433403" y="21574"/>
                  <a:pt x="437626" y="21574"/>
                </a:cubicBezTo>
                <a:cubicBezTo>
                  <a:pt x="441849" y="21574"/>
                  <a:pt x="445521" y="22263"/>
                  <a:pt x="448642" y="23640"/>
                </a:cubicBezTo>
                <a:cubicBezTo>
                  <a:pt x="451764" y="25017"/>
                  <a:pt x="454182" y="26929"/>
                  <a:pt x="455895" y="29378"/>
                </a:cubicBezTo>
                <a:cubicBezTo>
                  <a:pt x="457609" y="31825"/>
                  <a:pt x="458466" y="34579"/>
                  <a:pt x="458466" y="37638"/>
                </a:cubicBezTo>
                <a:lnTo>
                  <a:pt x="458373" y="39015"/>
                </a:lnTo>
                <a:lnTo>
                  <a:pt x="444144" y="39015"/>
                </a:lnTo>
                <a:cubicBezTo>
                  <a:pt x="444266" y="37179"/>
                  <a:pt x="443715" y="35711"/>
                  <a:pt x="442491" y="34610"/>
                </a:cubicBezTo>
                <a:cubicBezTo>
                  <a:pt x="441268" y="33508"/>
                  <a:pt x="439524" y="32957"/>
                  <a:pt x="437259" y="32957"/>
                </a:cubicBezTo>
                <a:cubicBezTo>
                  <a:pt x="435485" y="32957"/>
                  <a:pt x="434031" y="33324"/>
                  <a:pt x="432898" y="34059"/>
                </a:cubicBezTo>
                <a:cubicBezTo>
                  <a:pt x="431766" y="34793"/>
                  <a:pt x="431201" y="35803"/>
                  <a:pt x="431201" y="37088"/>
                </a:cubicBezTo>
                <a:cubicBezTo>
                  <a:pt x="431201" y="38434"/>
                  <a:pt x="431950" y="39552"/>
                  <a:pt x="433449" y="40440"/>
                </a:cubicBezTo>
                <a:cubicBezTo>
                  <a:pt x="434949" y="41327"/>
                  <a:pt x="437290" y="42321"/>
                  <a:pt x="440472" y="43422"/>
                </a:cubicBezTo>
                <a:cubicBezTo>
                  <a:pt x="443777" y="44524"/>
                  <a:pt x="446516" y="45611"/>
                  <a:pt x="448688" y="46682"/>
                </a:cubicBezTo>
                <a:cubicBezTo>
                  <a:pt x="450861" y="47753"/>
                  <a:pt x="452728" y="49252"/>
                  <a:pt x="454289" y="51180"/>
                </a:cubicBezTo>
                <a:cubicBezTo>
                  <a:pt x="455849" y="53108"/>
                  <a:pt x="456629" y="55510"/>
                  <a:pt x="456629" y="58387"/>
                </a:cubicBezTo>
                <a:cubicBezTo>
                  <a:pt x="456629" y="61692"/>
                  <a:pt x="455635" y="64538"/>
                  <a:pt x="453646" y="66925"/>
                </a:cubicBezTo>
                <a:cubicBezTo>
                  <a:pt x="451657" y="69311"/>
                  <a:pt x="448933" y="71132"/>
                  <a:pt x="445475" y="72387"/>
                </a:cubicBezTo>
                <a:cubicBezTo>
                  <a:pt x="442018" y="73641"/>
                  <a:pt x="438086" y="74268"/>
                  <a:pt x="433679" y="742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Text Usinglambdif">
            <a:extLst xmlns:a="http://schemas.openxmlformats.org/drawingml/2006/main">
              <a:ext uri="{FF2B5EF4-FFF2-40B4-BE49-F238E27FC236}">
                <a16:creationId xmlns:a16="http://schemas.microsoft.com/office/drawing/2014/main" id="{869F1375-5ED6-4A4F-AAC7-59599428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928" y="815846"/>
            <a:ext cx="661078" cy="98780"/>
          </a:xfrm>
          <a:custGeom xmlns:a="http://schemas.openxmlformats.org/drawingml/2006/main">
            <a:pathLst>
              <a:path w="661078" h="98780">
                <a:moveTo>
                  <a:pt x="22951" y="9088"/>
                </a:moveTo>
                <a:lnTo>
                  <a:pt x="16158" y="47553"/>
                </a:lnTo>
                <a:cubicBezTo>
                  <a:pt x="15914" y="49145"/>
                  <a:pt x="15791" y="50247"/>
                  <a:pt x="15791" y="50859"/>
                </a:cubicBezTo>
                <a:cubicBezTo>
                  <a:pt x="15791" y="53674"/>
                  <a:pt x="16587" y="55831"/>
                  <a:pt x="18177" y="57331"/>
                </a:cubicBezTo>
                <a:cubicBezTo>
                  <a:pt x="19768" y="58831"/>
                  <a:pt x="22125" y="59581"/>
                  <a:pt x="25247" y="59581"/>
                </a:cubicBezTo>
                <a:cubicBezTo>
                  <a:pt x="28919" y="59581"/>
                  <a:pt x="31917" y="58540"/>
                  <a:pt x="34243" y="56460"/>
                </a:cubicBezTo>
                <a:cubicBezTo>
                  <a:pt x="36569" y="54378"/>
                  <a:pt x="38069" y="51409"/>
                  <a:pt x="38742" y="47553"/>
                </a:cubicBezTo>
                <a:lnTo>
                  <a:pt x="45535" y="9088"/>
                </a:lnTo>
                <a:lnTo>
                  <a:pt x="61234" y="9088"/>
                </a:lnTo>
                <a:lnTo>
                  <a:pt x="54440" y="47553"/>
                </a:lnTo>
                <a:cubicBezTo>
                  <a:pt x="53399" y="53368"/>
                  <a:pt x="51334" y="58279"/>
                  <a:pt x="48242" y="62288"/>
                </a:cubicBezTo>
                <a:cubicBezTo>
                  <a:pt x="45152" y="66297"/>
                  <a:pt x="41388" y="69280"/>
                  <a:pt x="36951" y="71240"/>
                </a:cubicBezTo>
                <a:cubicBezTo>
                  <a:pt x="32514" y="73198"/>
                  <a:pt x="27694" y="74177"/>
                  <a:pt x="22493" y="74177"/>
                </a:cubicBezTo>
                <a:cubicBezTo>
                  <a:pt x="15761" y="74177"/>
                  <a:pt x="10329" y="72433"/>
                  <a:pt x="6197" y="68945"/>
                </a:cubicBezTo>
                <a:cubicBezTo>
                  <a:pt x="2066" y="65456"/>
                  <a:pt x="0" y="60407"/>
                  <a:pt x="0" y="53797"/>
                </a:cubicBezTo>
                <a:cubicBezTo>
                  <a:pt x="0" y="51838"/>
                  <a:pt x="184" y="49757"/>
                  <a:pt x="552" y="47553"/>
                </a:cubicBezTo>
                <a:lnTo>
                  <a:pt x="7253" y="9088"/>
                </a:lnTo>
                <a:lnTo>
                  <a:pt x="22951" y="9088"/>
                </a:lnTo>
                <a:close/>
                <a:moveTo>
                  <a:pt x="82164" y="74268"/>
                </a:moveTo>
                <a:cubicBezTo>
                  <a:pt x="78125" y="74268"/>
                  <a:pt x="74499" y="73626"/>
                  <a:pt x="71286" y="72341"/>
                </a:cubicBezTo>
                <a:cubicBezTo>
                  <a:pt x="68073" y="71056"/>
                  <a:pt x="65548" y="69266"/>
                  <a:pt x="63712" y="66971"/>
                </a:cubicBezTo>
                <a:cubicBezTo>
                  <a:pt x="61876" y="64676"/>
                  <a:pt x="60958" y="62028"/>
                  <a:pt x="60958" y="59029"/>
                </a:cubicBezTo>
                <a:cubicBezTo>
                  <a:pt x="60958" y="58601"/>
                  <a:pt x="61019" y="57836"/>
                  <a:pt x="61142" y="56734"/>
                </a:cubicBezTo>
                <a:lnTo>
                  <a:pt x="76289" y="56734"/>
                </a:lnTo>
                <a:cubicBezTo>
                  <a:pt x="76167" y="58632"/>
                  <a:pt x="76733" y="60147"/>
                  <a:pt x="77987" y="61278"/>
                </a:cubicBezTo>
                <a:cubicBezTo>
                  <a:pt x="79242" y="62410"/>
                  <a:pt x="81033" y="62976"/>
                  <a:pt x="83358" y="62976"/>
                </a:cubicBezTo>
                <a:cubicBezTo>
                  <a:pt x="85316" y="62976"/>
                  <a:pt x="86938" y="62609"/>
                  <a:pt x="88223" y="61875"/>
                </a:cubicBezTo>
                <a:cubicBezTo>
                  <a:pt x="89509" y="61140"/>
                  <a:pt x="90152" y="60100"/>
                  <a:pt x="90152" y="58754"/>
                </a:cubicBezTo>
                <a:cubicBezTo>
                  <a:pt x="90152" y="57468"/>
                  <a:pt x="89463" y="56443"/>
                  <a:pt x="88086" y="55678"/>
                </a:cubicBezTo>
                <a:cubicBezTo>
                  <a:pt x="86709" y="54913"/>
                  <a:pt x="84430" y="53980"/>
                  <a:pt x="81247" y="52878"/>
                </a:cubicBezTo>
                <a:cubicBezTo>
                  <a:pt x="77942" y="51777"/>
                  <a:pt x="75172" y="50691"/>
                  <a:pt x="72939" y="49619"/>
                </a:cubicBezTo>
                <a:cubicBezTo>
                  <a:pt x="70705" y="48548"/>
                  <a:pt x="68792" y="47003"/>
                  <a:pt x="67201" y="44984"/>
                </a:cubicBezTo>
                <a:cubicBezTo>
                  <a:pt x="65610" y="42964"/>
                  <a:pt x="64814" y="40424"/>
                  <a:pt x="64814" y="37364"/>
                </a:cubicBezTo>
                <a:cubicBezTo>
                  <a:pt x="64814" y="34365"/>
                  <a:pt x="65701" y="31657"/>
                  <a:pt x="67476" y="29239"/>
                </a:cubicBezTo>
                <a:cubicBezTo>
                  <a:pt x="69251" y="26821"/>
                  <a:pt x="71745" y="24940"/>
                  <a:pt x="74957" y="23594"/>
                </a:cubicBezTo>
                <a:cubicBezTo>
                  <a:pt x="78171" y="22247"/>
                  <a:pt x="81889" y="21574"/>
                  <a:pt x="86112" y="21574"/>
                </a:cubicBezTo>
                <a:cubicBezTo>
                  <a:pt x="90335" y="21574"/>
                  <a:pt x="94007" y="22263"/>
                  <a:pt x="97128" y="23640"/>
                </a:cubicBezTo>
                <a:cubicBezTo>
                  <a:pt x="100250" y="25017"/>
                  <a:pt x="102668" y="26929"/>
                  <a:pt x="104381" y="29378"/>
                </a:cubicBezTo>
                <a:cubicBezTo>
                  <a:pt x="106095" y="31825"/>
                  <a:pt x="106952" y="34579"/>
                  <a:pt x="106952" y="37638"/>
                </a:cubicBezTo>
                <a:lnTo>
                  <a:pt x="106859" y="39015"/>
                </a:lnTo>
                <a:lnTo>
                  <a:pt x="92630" y="39015"/>
                </a:lnTo>
                <a:cubicBezTo>
                  <a:pt x="92752" y="37179"/>
                  <a:pt x="92201" y="35711"/>
                  <a:pt x="90977" y="34610"/>
                </a:cubicBezTo>
                <a:cubicBezTo>
                  <a:pt x="89754" y="33508"/>
                  <a:pt x="88010" y="32957"/>
                  <a:pt x="85745" y="32957"/>
                </a:cubicBezTo>
                <a:cubicBezTo>
                  <a:pt x="83971" y="32957"/>
                  <a:pt x="82517" y="33324"/>
                  <a:pt x="81384" y="34059"/>
                </a:cubicBezTo>
                <a:cubicBezTo>
                  <a:pt x="80252" y="34793"/>
                  <a:pt x="79686" y="35803"/>
                  <a:pt x="79686" y="37088"/>
                </a:cubicBezTo>
                <a:cubicBezTo>
                  <a:pt x="79686" y="38434"/>
                  <a:pt x="80436" y="39552"/>
                  <a:pt x="81935" y="40440"/>
                </a:cubicBezTo>
                <a:cubicBezTo>
                  <a:pt x="83434" y="41327"/>
                  <a:pt x="85776" y="42321"/>
                  <a:pt x="88958" y="43422"/>
                </a:cubicBezTo>
                <a:cubicBezTo>
                  <a:pt x="92263" y="44524"/>
                  <a:pt x="95002" y="45611"/>
                  <a:pt x="97174" y="46682"/>
                </a:cubicBezTo>
                <a:cubicBezTo>
                  <a:pt x="99347" y="47753"/>
                  <a:pt x="101214" y="49252"/>
                  <a:pt x="102775" y="51180"/>
                </a:cubicBezTo>
                <a:cubicBezTo>
                  <a:pt x="104335" y="53108"/>
                  <a:pt x="105115" y="55510"/>
                  <a:pt x="105115" y="58387"/>
                </a:cubicBezTo>
                <a:cubicBezTo>
                  <a:pt x="105115" y="61692"/>
                  <a:pt x="104121" y="64538"/>
                  <a:pt x="102132" y="66925"/>
                </a:cubicBezTo>
                <a:cubicBezTo>
                  <a:pt x="100142" y="69311"/>
                  <a:pt x="97419" y="71132"/>
                  <a:pt x="93961" y="72387"/>
                </a:cubicBezTo>
                <a:cubicBezTo>
                  <a:pt x="90503" y="73641"/>
                  <a:pt x="86571" y="74268"/>
                  <a:pt x="82164" y="74268"/>
                </a:cubicBezTo>
                <a:close/>
                <a:moveTo>
                  <a:pt x="129995" y="16983"/>
                </a:moveTo>
                <a:cubicBezTo>
                  <a:pt x="127547" y="16983"/>
                  <a:pt x="125604" y="16326"/>
                  <a:pt x="124166" y="15010"/>
                </a:cubicBezTo>
                <a:cubicBezTo>
                  <a:pt x="122728" y="13694"/>
                  <a:pt x="122009" y="12026"/>
                  <a:pt x="122009" y="10006"/>
                </a:cubicBezTo>
                <a:cubicBezTo>
                  <a:pt x="122009" y="7252"/>
                  <a:pt x="123079" y="4896"/>
                  <a:pt x="125221" y="2938"/>
                </a:cubicBezTo>
                <a:cubicBezTo>
                  <a:pt x="127363" y="979"/>
                  <a:pt x="129964" y="0"/>
                  <a:pt x="133025" y="0"/>
                </a:cubicBezTo>
                <a:cubicBezTo>
                  <a:pt x="135473" y="0"/>
                  <a:pt x="137401" y="658"/>
                  <a:pt x="138809" y="1974"/>
                </a:cubicBezTo>
                <a:cubicBezTo>
                  <a:pt x="140216" y="3290"/>
                  <a:pt x="140920" y="4988"/>
                  <a:pt x="140920" y="7068"/>
                </a:cubicBezTo>
                <a:cubicBezTo>
                  <a:pt x="140920" y="9762"/>
                  <a:pt x="139848" y="12088"/>
                  <a:pt x="137706" y="14046"/>
                </a:cubicBezTo>
                <a:cubicBezTo>
                  <a:pt x="135565" y="16004"/>
                  <a:pt x="132994" y="16983"/>
                  <a:pt x="129995" y="16983"/>
                </a:cubicBezTo>
                <a:moveTo>
                  <a:pt x="136789" y="22308"/>
                </a:moveTo>
                <a:lnTo>
                  <a:pt x="127793" y="73534"/>
                </a:lnTo>
                <a:lnTo>
                  <a:pt x="112094" y="73534"/>
                </a:lnTo>
                <a:lnTo>
                  <a:pt x="121090" y="22308"/>
                </a:lnTo>
                <a:lnTo>
                  <a:pt x="136789" y="22308"/>
                </a:lnTo>
                <a:close/>
                <a:moveTo>
                  <a:pt x="179477" y="21757"/>
                </a:moveTo>
                <a:cubicBezTo>
                  <a:pt x="184618" y="21757"/>
                  <a:pt x="188657" y="23196"/>
                  <a:pt x="191595" y="26072"/>
                </a:cubicBezTo>
                <a:cubicBezTo>
                  <a:pt x="194533" y="28948"/>
                  <a:pt x="196002" y="32957"/>
                  <a:pt x="196002" y="38098"/>
                </a:cubicBezTo>
                <a:cubicBezTo>
                  <a:pt x="196002" y="39811"/>
                  <a:pt x="195818" y="41647"/>
                  <a:pt x="195450" y="43606"/>
                </a:cubicBezTo>
                <a:lnTo>
                  <a:pt x="190126" y="73534"/>
                </a:lnTo>
                <a:lnTo>
                  <a:pt x="174520" y="73534"/>
                </a:lnTo>
                <a:lnTo>
                  <a:pt x="179477" y="45718"/>
                </a:lnTo>
                <a:cubicBezTo>
                  <a:pt x="179661" y="44677"/>
                  <a:pt x="179753" y="43759"/>
                  <a:pt x="179753" y="42964"/>
                </a:cubicBezTo>
                <a:cubicBezTo>
                  <a:pt x="179753" y="40393"/>
                  <a:pt x="179034" y="38404"/>
                  <a:pt x="177596" y="36997"/>
                </a:cubicBezTo>
                <a:cubicBezTo>
                  <a:pt x="176158" y="35589"/>
                  <a:pt x="174153" y="34884"/>
                  <a:pt x="171582" y="34884"/>
                </a:cubicBezTo>
                <a:cubicBezTo>
                  <a:pt x="168522" y="34884"/>
                  <a:pt x="165951" y="35833"/>
                  <a:pt x="163871" y="37731"/>
                </a:cubicBezTo>
                <a:cubicBezTo>
                  <a:pt x="161790" y="39628"/>
                  <a:pt x="160443" y="42291"/>
                  <a:pt x="159831" y="45718"/>
                </a:cubicBezTo>
                <a:lnTo>
                  <a:pt x="159831" y="45259"/>
                </a:lnTo>
                <a:lnTo>
                  <a:pt x="154875" y="73534"/>
                </a:lnTo>
                <a:lnTo>
                  <a:pt x="139176" y="73534"/>
                </a:lnTo>
                <a:lnTo>
                  <a:pt x="148172" y="22308"/>
                </a:lnTo>
                <a:lnTo>
                  <a:pt x="163871" y="22308"/>
                </a:lnTo>
                <a:lnTo>
                  <a:pt x="162677" y="29193"/>
                </a:lnTo>
                <a:cubicBezTo>
                  <a:pt x="164697" y="26928"/>
                  <a:pt x="167161" y="25123"/>
                  <a:pt x="170068" y="23777"/>
                </a:cubicBezTo>
                <a:cubicBezTo>
                  <a:pt x="172975" y="22431"/>
                  <a:pt x="176111" y="21757"/>
                  <a:pt x="179477" y="21757"/>
                </a:cubicBezTo>
                <a:close/>
                <a:moveTo>
                  <a:pt x="229693" y="21574"/>
                </a:moveTo>
                <a:cubicBezTo>
                  <a:pt x="233304" y="21574"/>
                  <a:pt x="236365" y="22308"/>
                  <a:pt x="238874" y="23777"/>
                </a:cubicBezTo>
                <a:cubicBezTo>
                  <a:pt x="241383" y="25245"/>
                  <a:pt x="243127" y="27173"/>
                  <a:pt x="244106" y="29560"/>
                </a:cubicBezTo>
                <a:lnTo>
                  <a:pt x="245392" y="22308"/>
                </a:lnTo>
                <a:lnTo>
                  <a:pt x="261089" y="22308"/>
                </a:lnTo>
                <a:lnTo>
                  <a:pt x="252093" y="73442"/>
                </a:lnTo>
                <a:cubicBezTo>
                  <a:pt x="251236" y="78155"/>
                  <a:pt x="249537" y="82424"/>
                  <a:pt x="246997" y="86249"/>
                </a:cubicBezTo>
                <a:cubicBezTo>
                  <a:pt x="244458" y="90074"/>
                  <a:pt x="241061" y="93119"/>
                  <a:pt x="236808" y="95383"/>
                </a:cubicBezTo>
                <a:cubicBezTo>
                  <a:pt x="232554" y="97647"/>
                  <a:pt x="227612" y="98780"/>
                  <a:pt x="221981" y="98780"/>
                </a:cubicBezTo>
                <a:cubicBezTo>
                  <a:pt x="214393" y="98780"/>
                  <a:pt x="208548" y="96989"/>
                  <a:pt x="204448" y="93409"/>
                </a:cubicBezTo>
                <a:cubicBezTo>
                  <a:pt x="200347" y="89829"/>
                  <a:pt x="198511" y="84979"/>
                  <a:pt x="198940" y="78859"/>
                </a:cubicBezTo>
                <a:lnTo>
                  <a:pt x="214454" y="78859"/>
                </a:lnTo>
                <a:cubicBezTo>
                  <a:pt x="214638" y="80817"/>
                  <a:pt x="215540" y="82362"/>
                  <a:pt x="217161" y="83494"/>
                </a:cubicBezTo>
                <a:cubicBezTo>
                  <a:pt x="218783" y="84627"/>
                  <a:pt x="220941" y="85193"/>
                  <a:pt x="223634" y="85193"/>
                </a:cubicBezTo>
                <a:cubicBezTo>
                  <a:pt x="226878" y="85193"/>
                  <a:pt x="229632" y="84260"/>
                  <a:pt x="231896" y="82393"/>
                </a:cubicBezTo>
                <a:cubicBezTo>
                  <a:pt x="234161" y="80526"/>
                  <a:pt x="235660" y="77542"/>
                  <a:pt x="236394" y="73442"/>
                </a:cubicBezTo>
                <a:lnTo>
                  <a:pt x="237680" y="66190"/>
                </a:lnTo>
                <a:cubicBezTo>
                  <a:pt x="235722" y="68577"/>
                  <a:pt x="233258" y="70520"/>
                  <a:pt x="230290" y="72020"/>
                </a:cubicBezTo>
                <a:cubicBezTo>
                  <a:pt x="227322" y="73519"/>
                  <a:pt x="224032" y="74268"/>
                  <a:pt x="220421" y="74268"/>
                </a:cubicBezTo>
                <a:cubicBezTo>
                  <a:pt x="216810" y="74268"/>
                  <a:pt x="213612" y="73442"/>
                  <a:pt x="210827" y="71790"/>
                </a:cubicBezTo>
                <a:cubicBezTo>
                  <a:pt x="208043" y="70137"/>
                  <a:pt x="205870" y="67781"/>
                  <a:pt x="204309" y="64722"/>
                </a:cubicBezTo>
                <a:cubicBezTo>
                  <a:pt x="202748" y="61661"/>
                  <a:pt x="201968" y="58081"/>
                  <a:pt x="201968" y="53980"/>
                </a:cubicBezTo>
                <a:cubicBezTo>
                  <a:pt x="201968" y="52083"/>
                  <a:pt x="202152" y="50032"/>
                  <a:pt x="202519" y="47829"/>
                </a:cubicBezTo>
                <a:cubicBezTo>
                  <a:pt x="203438" y="42566"/>
                  <a:pt x="205243" y="37945"/>
                  <a:pt x="207936" y="33967"/>
                </a:cubicBezTo>
                <a:cubicBezTo>
                  <a:pt x="210629" y="29989"/>
                  <a:pt x="213873" y="26929"/>
                  <a:pt x="217667" y="24787"/>
                </a:cubicBezTo>
                <a:cubicBezTo>
                  <a:pt x="221461" y="22645"/>
                  <a:pt x="225470" y="21574"/>
                  <a:pt x="229693" y="21574"/>
                </a:cubicBezTo>
                <a:moveTo>
                  <a:pt x="240894" y="47920"/>
                </a:moveTo>
                <a:cubicBezTo>
                  <a:pt x="241077" y="46819"/>
                  <a:pt x="241168" y="45810"/>
                  <a:pt x="241168" y="44892"/>
                </a:cubicBezTo>
                <a:cubicBezTo>
                  <a:pt x="241168" y="41893"/>
                  <a:pt x="240296" y="39537"/>
                  <a:pt x="238552" y="37823"/>
                </a:cubicBezTo>
                <a:cubicBezTo>
                  <a:pt x="236808" y="36109"/>
                  <a:pt x="234590" y="35251"/>
                  <a:pt x="231896" y="35251"/>
                </a:cubicBezTo>
                <a:cubicBezTo>
                  <a:pt x="228775" y="35251"/>
                  <a:pt x="225929" y="36369"/>
                  <a:pt x="223358" y="38604"/>
                </a:cubicBezTo>
                <a:cubicBezTo>
                  <a:pt x="220788" y="40837"/>
                  <a:pt x="219167" y="43913"/>
                  <a:pt x="218493" y="47829"/>
                </a:cubicBezTo>
                <a:cubicBezTo>
                  <a:pt x="218309" y="48931"/>
                  <a:pt x="218218" y="49941"/>
                  <a:pt x="218218" y="50859"/>
                </a:cubicBezTo>
                <a:cubicBezTo>
                  <a:pt x="218218" y="53858"/>
                  <a:pt x="219090" y="56229"/>
                  <a:pt x="220834" y="57974"/>
                </a:cubicBezTo>
                <a:cubicBezTo>
                  <a:pt x="222579" y="59717"/>
                  <a:pt x="224767" y="60589"/>
                  <a:pt x="227398" y="60589"/>
                </a:cubicBezTo>
                <a:cubicBezTo>
                  <a:pt x="230519" y="60589"/>
                  <a:pt x="233365" y="59457"/>
                  <a:pt x="235935" y="57194"/>
                </a:cubicBezTo>
                <a:cubicBezTo>
                  <a:pt x="238506" y="54929"/>
                  <a:pt x="240159" y="51838"/>
                  <a:pt x="240894" y="47920"/>
                </a:cubicBezTo>
                <a:close/>
                <a:moveTo>
                  <a:pt x="312317" y="5599"/>
                </a:moveTo>
                <a:lnTo>
                  <a:pt x="300291" y="73534"/>
                </a:lnTo>
                <a:lnTo>
                  <a:pt x="284592" y="73534"/>
                </a:lnTo>
                <a:lnTo>
                  <a:pt x="296618" y="5599"/>
                </a:lnTo>
                <a:lnTo>
                  <a:pt x="312317" y="5599"/>
                </a:lnTo>
                <a:close/>
                <a:moveTo>
                  <a:pt x="313142" y="47829"/>
                </a:moveTo>
                <a:cubicBezTo>
                  <a:pt x="314061" y="42566"/>
                  <a:pt x="315866" y="37945"/>
                  <a:pt x="318559" y="33967"/>
                </a:cubicBezTo>
                <a:cubicBezTo>
                  <a:pt x="321252" y="29989"/>
                  <a:pt x="324496" y="26929"/>
                  <a:pt x="328290" y="24787"/>
                </a:cubicBezTo>
                <a:cubicBezTo>
                  <a:pt x="332085" y="22645"/>
                  <a:pt x="336093" y="21574"/>
                  <a:pt x="340316" y="21574"/>
                </a:cubicBezTo>
                <a:cubicBezTo>
                  <a:pt x="343927" y="21574"/>
                  <a:pt x="346957" y="22308"/>
                  <a:pt x="349405" y="23777"/>
                </a:cubicBezTo>
                <a:cubicBezTo>
                  <a:pt x="351853" y="25245"/>
                  <a:pt x="353628" y="27173"/>
                  <a:pt x="354729" y="29560"/>
                </a:cubicBezTo>
                <a:lnTo>
                  <a:pt x="356015" y="22308"/>
                </a:lnTo>
                <a:lnTo>
                  <a:pt x="371713" y="22308"/>
                </a:lnTo>
                <a:lnTo>
                  <a:pt x="362624" y="73534"/>
                </a:lnTo>
                <a:lnTo>
                  <a:pt x="346927" y="73534"/>
                </a:lnTo>
                <a:lnTo>
                  <a:pt x="348304" y="66282"/>
                </a:lnTo>
                <a:cubicBezTo>
                  <a:pt x="346345" y="68669"/>
                  <a:pt x="343866" y="70597"/>
                  <a:pt x="340867" y="72066"/>
                </a:cubicBezTo>
                <a:cubicBezTo>
                  <a:pt x="337868" y="73534"/>
                  <a:pt x="334563" y="74268"/>
                  <a:pt x="330952" y="74268"/>
                </a:cubicBezTo>
                <a:cubicBezTo>
                  <a:pt x="327341" y="74268"/>
                  <a:pt x="324144" y="73442"/>
                  <a:pt x="321359" y="71790"/>
                </a:cubicBezTo>
                <a:cubicBezTo>
                  <a:pt x="318574" y="70137"/>
                  <a:pt x="316417" y="67796"/>
                  <a:pt x="314886" y="64766"/>
                </a:cubicBezTo>
                <a:cubicBezTo>
                  <a:pt x="313356" y="61737"/>
                  <a:pt x="312591" y="58172"/>
                  <a:pt x="312591" y="54071"/>
                </a:cubicBezTo>
                <a:cubicBezTo>
                  <a:pt x="312591" y="52113"/>
                  <a:pt x="312775" y="50032"/>
                  <a:pt x="313142" y="47829"/>
                </a:cubicBezTo>
                <a:moveTo>
                  <a:pt x="351517" y="47920"/>
                </a:moveTo>
                <a:cubicBezTo>
                  <a:pt x="351700" y="46819"/>
                  <a:pt x="351792" y="45810"/>
                  <a:pt x="351792" y="44892"/>
                </a:cubicBezTo>
                <a:cubicBezTo>
                  <a:pt x="351792" y="41893"/>
                  <a:pt x="350919" y="39537"/>
                  <a:pt x="349175" y="37823"/>
                </a:cubicBezTo>
                <a:cubicBezTo>
                  <a:pt x="347431" y="36109"/>
                  <a:pt x="345213" y="35251"/>
                  <a:pt x="342520" y="35251"/>
                </a:cubicBezTo>
                <a:cubicBezTo>
                  <a:pt x="339399" y="35251"/>
                  <a:pt x="336553" y="36369"/>
                  <a:pt x="333982" y="38604"/>
                </a:cubicBezTo>
                <a:cubicBezTo>
                  <a:pt x="331412" y="40837"/>
                  <a:pt x="329790" y="43913"/>
                  <a:pt x="329117" y="47829"/>
                </a:cubicBezTo>
                <a:cubicBezTo>
                  <a:pt x="328933" y="48931"/>
                  <a:pt x="328841" y="49941"/>
                  <a:pt x="328841" y="50859"/>
                </a:cubicBezTo>
                <a:cubicBezTo>
                  <a:pt x="328841" y="53858"/>
                  <a:pt x="329713" y="56229"/>
                  <a:pt x="331457" y="57974"/>
                </a:cubicBezTo>
                <a:cubicBezTo>
                  <a:pt x="333202" y="59717"/>
                  <a:pt x="335390" y="60589"/>
                  <a:pt x="338022" y="60589"/>
                </a:cubicBezTo>
                <a:cubicBezTo>
                  <a:pt x="341143" y="60589"/>
                  <a:pt x="343988" y="59457"/>
                  <a:pt x="346558" y="57194"/>
                </a:cubicBezTo>
                <a:cubicBezTo>
                  <a:pt x="349129" y="54929"/>
                  <a:pt x="350782" y="51838"/>
                  <a:pt x="351517" y="47920"/>
                </a:cubicBezTo>
                <a:close/>
                <a:moveTo>
                  <a:pt x="448553" y="21757"/>
                </a:moveTo>
                <a:cubicBezTo>
                  <a:pt x="454061" y="21757"/>
                  <a:pt x="458360" y="23211"/>
                  <a:pt x="461450" y="26118"/>
                </a:cubicBezTo>
                <a:cubicBezTo>
                  <a:pt x="464542" y="29025"/>
                  <a:pt x="466087" y="33080"/>
                  <a:pt x="466087" y="38281"/>
                </a:cubicBezTo>
                <a:cubicBezTo>
                  <a:pt x="466087" y="39873"/>
                  <a:pt x="465904" y="41647"/>
                  <a:pt x="465537" y="43606"/>
                </a:cubicBezTo>
                <a:lnTo>
                  <a:pt x="460212" y="73534"/>
                </a:lnTo>
                <a:lnTo>
                  <a:pt x="444606" y="73534"/>
                </a:lnTo>
                <a:lnTo>
                  <a:pt x="449563" y="45718"/>
                </a:lnTo>
                <a:cubicBezTo>
                  <a:pt x="449685" y="45106"/>
                  <a:pt x="449747" y="44279"/>
                  <a:pt x="449747" y="43239"/>
                </a:cubicBezTo>
                <a:cubicBezTo>
                  <a:pt x="449747" y="40669"/>
                  <a:pt x="449028" y="38710"/>
                  <a:pt x="447589" y="37364"/>
                </a:cubicBezTo>
                <a:cubicBezTo>
                  <a:pt x="446151" y="36017"/>
                  <a:pt x="444147" y="35344"/>
                  <a:pt x="441576" y="35344"/>
                </a:cubicBezTo>
                <a:cubicBezTo>
                  <a:pt x="438516" y="35344"/>
                  <a:pt x="435946" y="36247"/>
                  <a:pt x="433864" y="38053"/>
                </a:cubicBezTo>
                <a:cubicBezTo>
                  <a:pt x="431784" y="39858"/>
                  <a:pt x="430468" y="42413"/>
                  <a:pt x="429917" y="45718"/>
                </a:cubicBezTo>
                <a:lnTo>
                  <a:pt x="424959" y="73534"/>
                </a:lnTo>
                <a:lnTo>
                  <a:pt x="409353" y="73534"/>
                </a:lnTo>
                <a:lnTo>
                  <a:pt x="414310" y="45718"/>
                </a:lnTo>
                <a:cubicBezTo>
                  <a:pt x="414433" y="45106"/>
                  <a:pt x="414494" y="44279"/>
                  <a:pt x="414494" y="43239"/>
                </a:cubicBezTo>
                <a:cubicBezTo>
                  <a:pt x="414494" y="40669"/>
                  <a:pt x="413775" y="38710"/>
                  <a:pt x="412337" y="37364"/>
                </a:cubicBezTo>
                <a:cubicBezTo>
                  <a:pt x="410898" y="36017"/>
                  <a:pt x="408894" y="35344"/>
                  <a:pt x="406324" y="35344"/>
                </a:cubicBezTo>
                <a:cubicBezTo>
                  <a:pt x="403264" y="35344"/>
                  <a:pt x="400693" y="36247"/>
                  <a:pt x="398611" y="38053"/>
                </a:cubicBezTo>
                <a:cubicBezTo>
                  <a:pt x="396531" y="39858"/>
                  <a:pt x="395215" y="42413"/>
                  <a:pt x="394664" y="45718"/>
                </a:cubicBezTo>
                <a:lnTo>
                  <a:pt x="394664" y="45259"/>
                </a:lnTo>
                <a:lnTo>
                  <a:pt x="389708" y="73534"/>
                </a:lnTo>
                <a:lnTo>
                  <a:pt x="374009" y="73534"/>
                </a:lnTo>
                <a:lnTo>
                  <a:pt x="383005" y="22308"/>
                </a:lnTo>
                <a:lnTo>
                  <a:pt x="398704" y="22308"/>
                </a:lnTo>
                <a:lnTo>
                  <a:pt x="397603" y="28826"/>
                </a:lnTo>
                <a:cubicBezTo>
                  <a:pt x="399561" y="26623"/>
                  <a:pt x="401933" y="24894"/>
                  <a:pt x="404718" y="23640"/>
                </a:cubicBezTo>
                <a:cubicBezTo>
                  <a:pt x="407502" y="22385"/>
                  <a:pt x="410516" y="21757"/>
                  <a:pt x="413760" y="21757"/>
                </a:cubicBezTo>
                <a:cubicBezTo>
                  <a:pt x="417677" y="21757"/>
                  <a:pt x="420996" y="22584"/>
                  <a:pt x="423720" y="24237"/>
                </a:cubicBezTo>
                <a:cubicBezTo>
                  <a:pt x="426444" y="25889"/>
                  <a:pt x="428387" y="28275"/>
                  <a:pt x="429550" y="31396"/>
                </a:cubicBezTo>
                <a:cubicBezTo>
                  <a:pt x="431814" y="28520"/>
                  <a:pt x="434630" y="26195"/>
                  <a:pt x="437995" y="24420"/>
                </a:cubicBezTo>
                <a:cubicBezTo>
                  <a:pt x="441362" y="22645"/>
                  <a:pt x="444881" y="21757"/>
                  <a:pt x="448553" y="21757"/>
                </a:cubicBezTo>
                <a:close/>
                <a:moveTo>
                  <a:pt x="494639" y="29560"/>
                </a:moveTo>
                <a:cubicBezTo>
                  <a:pt x="496597" y="27173"/>
                  <a:pt x="499076" y="25245"/>
                  <a:pt x="502074" y="23777"/>
                </a:cubicBezTo>
                <a:cubicBezTo>
                  <a:pt x="505073" y="22308"/>
                  <a:pt x="508347" y="21574"/>
                  <a:pt x="511897" y="21574"/>
                </a:cubicBezTo>
                <a:cubicBezTo>
                  <a:pt x="517406" y="21574"/>
                  <a:pt x="521858" y="23364"/>
                  <a:pt x="525255" y="26945"/>
                </a:cubicBezTo>
                <a:cubicBezTo>
                  <a:pt x="528651" y="30524"/>
                  <a:pt x="530350" y="35405"/>
                  <a:pt x="530350" y="41586"/>
                </a:cubicBezTo>
                <a:cubicBezTo>
                  <a:pt x="530350" y="43545"/>
                  <a:pt x="530166" y="45626"/>
                  <a:pt x="529799" y="47829"/>
                </a:cubicBezTo>
                <a:cubicBezTo>
                  <a:pt x="528881" y="53093"/>
                  <a:pt x="527075" y="57729"/>
                  <a:pt x="524382" y="61738"/>
                </a:cubicBezTo>
                <a:cubicBezTo>
                  <a:pt x="521690" y="65746"/>
                  <a:pt x="518446" y="68837"/>
                  <a:pt x="514651" y="71010"/>
                </a:cubicBezTo>
                <a:cubicBezTo>
                  <a:pt x="510856" y="73182"/>
                  <a:pt x="506848" y="74268"/>
                  <a:pt x="502625" y="74268"/>
                </a:cubicBezTo>
                <a:cubicBezTo>
                  <a:pt x="499014" y="74268"/>
                  <a:pt x="495985" y="73549"/>
                  <a:pt x="493536" y="72111"/>
                </a:cubicBezTo>
                <a:cubicBezTo>
                  <a:pt x="491089" y="70673"/>
                  <a:pt x="489314" y="68760"/>
                  <a:pt x="488212" y="66373"/>
                </a:cubicBezTo>
                <a:lnTo>
                  <a:pt x="486927" y="73534"/>
                </a:lnTo>
                <a:lnTo>
                  <a:pt x="471228" y="73534"/>
                </a:lnTo>
                <a:lnTo>
                  <a:pt x="483254" y="5599"/>
                </a:lnTo>
                <a:lnTo>
                  <a:pt x="498953" y="5599"/>
                </a:lnTo>
                <a:lnTo>
                  <a:pt x="494639" y="29560"/>
                </a:lnTo>
                <a:moveTo>
                  <a:pt x="513917" y="47829"/>
                </a:moveTo>
                <a:cubicBezTo>
                  <a:pt x="514101" y="46789"/>
                  <a:pt x="514193" y="45840"/>
                  <a:pt x="514193" y="44983"/>
                </a:cubicBezTo>
                <a:cubicBezTo>
                  <a:pt x="514193" y="41923"/>
                  <a:pt x="513320" y="39537"/>
                  <a:pt x="511576" y="37823"/>
                </a:cubicBezTo>
                <a:cubicBezTo>
                  <a:pt x="509831" y="36109"/>
                  <a:pt x="507613" y="35251"/>
                  <a:pt x="504921" y="35251"/>
                </a:cubicBezTo>
                <a:cubicBezTo>
                  <a:pt x="501799" y="35251"/>
                  <a:pt x="498952" y="36384"/>
                  <a:pt x="496381" y="38648"/>
                </a:cubicBezTo>
                <a:cubicBezTo>
                  <a:pt x="493811" y="40913"/>
                  <a:pt x="492159" y="44004"/>
                  <a:pt x="491425" y="47920"/>
                </a:cubicBezTo>
                <a:cubicBezTo>
                  <a:pt x="491241" y="49022"/>
                  <a:pt x="491149" y="50032"/>
                  <a:pt x="491149" y="50950"/>
                </a:cubicBezTo>
                <a:cubicBezTo>
                  <a:pt x="491149" y="53949"/>
                  <a:pt x="492006" y="56305"/>
                  <a:pt x="493720" y="58019"/>
                </a:cubicBezTo>
                <a:cubicBezTo>
                  <a:pt x="495433" y="59732"/>
                  <a:pt x="497637" y="60589"/>
                  <a:pt x="500330" y="60589"/>
                </a:cubicBezTo>
                <a:cubicBezTo>
                  <a:pt x="503451" y="60589"/>
                  <a:pt x="506312" y="59442"/>
                  <a:pt x="508913" y="57147"/>
                </a:cubicBezTo>
                <a:cubicBezTo>
                  <a:pt x="511515" y="54852"/>
                  <a:pt x="513183" y="51746"/>
                  <a:pt x="513917" y="47829"/>
                </a:cubicBezTo>
                <a:close/>
                <a:moveTo>
                  <a:pt x="535031" y="47829"/>
                </a:moveTo>
                <a:cubicBezTo>
                  <a:pt x="535950" y="42566"/>
                  <a:pt x="537755" y="37945"/>
                  <a:pt x="540448" y="33967"/>
                </a:cubicBezTo>
                <a:cubicBezTo>
                  <a:pt x="543141" y="29989"/>
                  <a:pt x="546385" y="26929"/>
                  <a:pt x="550179" y="24787"/>
                </a:cubicBezTo>
                <a:cubicBezTo>
                  <a:pt x="553973" y="22645"/>
                  <a:pt x="557982" y="21574"/>
                  <a:pt x="562205" y="21574"/>
                </a:cubicBezTo>
                <a:cubicBezTo>
                  <a:pt x="565572" y="21574"/>
                  <a:pt x="568525" y="22278"/>
                  <a:pt x="571064" y="23685"/>
                </a:cubicBezTo>
                <a:cubicBezTo>
                  <a:pt x="573604" y="25092"/>
                  <a:pt x="575455" y="26989"/>
                  <a:pt x="576618" y="29376"/>
                </a:cubicBezTo>
                <a:lnTo>
                  <a:pt x="580841" y="5599"/>
                </a:lnTo>
                <a:lnTo>
                  <a:pt x="596540" y="5599"/>
                </a:lnTo>
                <a:lnTo>
                  <a:pt x="584513" y="73534"/>
                </a:lnTo>
                <a:lnTo>
                  <a:pt x="568815" y="73534"/>
                </a:lnTo>
                <a:lnTo>
                  <a:pt x="570100" y="66190"/>
                </a:lnTo>
                <a:cubicBezTo>
                  <a:pt x="568142" y="68638"/>
                  <a:pt x="565694" y="70597"/>
                  <a:pt x="562756" y="72066"/>
                </a:cubicBezTo>
                <a:cubicBezTo>
                  <a:pt x="559819" y="73534"/>
                  <a:pt x="556544" y="74268"/>
                  <a:pt x="552933" y="74268"/>
                </a:cubicBezTo>
                <a:cubicBezTo>
                  <a:pt x="549322" y="74268"/>
                  <a:pt x="546124" y="73442"/>
                  <a:pt x="543339" y="71790"/>
                </a:cubicBezTo>
                <a:cubicBezTo>
                  <a:pt x="540555" y="70137"/>
                  <a:pt x="538382" y="67781"/>
                  <a:pt x="536821" y="64722"/>
                </a:cubicBezTo>
                <a:cubicBezTo>
                  <a:pt x="535260" y="61661"/>
                  <a:pt x="534480" y="58081"/>
                  <a:pt x="534480" y="53980"/>
                </a:cubicBezTo>
                <a:cubicBezTo>
                  <a:pt x="534480" y="52083"/>
                  <a:pt x="534664" y="50032"/>
                  <a:pt x="535031" y="47829"/>
                </a:cubicBezTo>
                <a:moveTo>
                  <a:pt x="573406" y="47920"/>
                </a:moveTo>
                <a:cubicBezTo>
                  <a:pt x="573589" y="46819"/>
                  <a:pt x="573681" y="45810"/>
                  <a:pt x="573681" y="44892"/>
                </a:cubicBezTo>
                <a:cubicBezTo>
                  <a:pt x="573681" y="41893"/>
                  <a:pt x="572808" y="39537"/>
                  <a:pt x="571064" y="37823"/>
                </a:cubicBezTo>
                <a:cubicBezTo>
                  <a:pt x="569320" y="36109"/>
                  <a:pt x="567102" y="35251"/>
                  <a:pt x="564409" y="35251"/>
                </a:cubicBezTo>
                <a:cubicBezTo>
                  <a:pt x="561288" y="35251"/>
                  <a:pt x="558442" y="36369"/>
                  <a:pt x="555871" y="38604"/>
                </a:cubicBezTo>
                <a:cubicBezTo>
                  <a:pt x="553301" y="40837"/>
                  <a:pt x="551679" y="43913"/>
                  <a:pt x="551006" y="47829"/>
                </a:cubicBezTo>
                <a:cubicBezTo>
                  <a:pt x="550822" y="48931"/>
                  <a:pt x="550730" y="49941"/>
                  <a:pt x="550730" y="50859"/>
                </a:cubicBezTo>
                <a:cubicBezTo>
                  <a:pt x="550730" y="53858"/>
                  <a:pt x="551602" y="56229"/>
                  <a:pt x="553346" y="57974"/>
                </a:cubicBezTo>
                <a:cubicBezTo>
                  <a:pt x="555091" y="59717"/>
                  <a:pt x="557279" y="60589"/>
                  <a:pt x="559911" y="60589"/>
                </a:cubicBezTo>
                <a:cubicBezTo>
                  <a:pt x="563032" y="60589"/>
                  <a:pt x="565877" y="59457"/>
                  <a:pt x="568447" y="57194"/>
                </a:cubicBezTo>
                <a:cubicBezTo>
                  <a:pt x="571018" y="54929"/>
                  <a:pt x="572671" y="51838"/>
                  <a:pt x="573406" y="47920"/>
                </a:cubicBezTo>
                <a:close/>
                <a:moveTo>
                  <a:pt x="613799" y="16983"/>
                </a:moveTo>
                <a:cubicBezTo>
                  <a:pt x="611351" y="16983"/>
                  <a:pt x="609408" y="16326"/>
                  <a:pt x="607970" y="15010"/>
                </a:cubicBezTo>
                <a:cubicBezTo>
                  <a:pt x="606532" y="13694"/>
                  <a:pt x="605813" y="12026"/>
                  <a:pt x="605813" y="10006"/>
                </a:cubicBezTo>
                <a:cubicBezTo>
                  <a:pt x="605813" y="7252"/>
                  <a:pt x="606884" y="4896"/>
                  <a:pt x="609025" y="2938"/>
                </a:cubicBezTo>
                <a:cubicBezTo>
                  <a:pt x="611167" y="979"/>
                  <a:pt x="613769" y="0"/>
                  <a:pt x="616829" y="0"/>
                </a:cubicBezTo>
                <a:cubicBezTo>
                  <a:pt x="619277" y="0"/>
                  <a:pt x="621205" y="658"/>
                  <a:pt x="622613" y="1974"/>
                </a:cubicBezTo>
                <a:cubicBezTo>
                  <a:pt x="624020" y="3290"/>
                  <a:pt x="624724" y="4988"/>
                  <a:pt x="624724" y="7068"/>
                </a:cubicBezTo>
                <a:cubicBezTo>
                  <a:pt x="624724" y="9762"/>
                  <a:pt x="623653" y="12088"/>
                  <a:pt x="621510" y="14046"/>
                </a:cubicBezTo>
                <a:cubicBezTo>
                  <a:pt x="619369" y="16004"/>
                  <a:pt x="616798" y="16983"/>
                  <a:pt x="613799" y="16983"/>
                </a:cubicBezTo>
                <a:moveTo>
                  <a:pt x="620593" y="22308"/>
                </a:moveTo>
                <a:lnTo>
                  <a:pt x="611597" y="73534"/>
                </a:lnTo>
                <a:lnTo>
                  <a:pt x="595898" y="73534"/>
                </a:lnTo>
                <a:lnTo>
                  <a:pt x="604894" y="22308"/>
                </a:lnTo>
                <a:lnTo>
                  <a:pt x="620593" y="22308"/>
                </a:lnTo>
                <a:close/>
                <a:moveTo>
                  <a:pt x="658783" y="14963"/>
                </a:moveTo>
                <a:cubicBezTo>
                  <a:pt x="655785" y="14779"/>
                  <a:pt x="653596" y="15208"/>
                  <a:pt x="652219" y="16249"/>
                </a:cubicBezTo>
                <a:cubicBezTo>
                  <a:pt x="650842" y="17290"/>
                  <a:pt x="649909" y="19156"/>
                  <a:pt x="649419" y="21848"/>
                </a:cubicBezTo>
                <a:lnTo>
                  <a:pt x="649328" y="22308"/>
                </a:lnTo>
                <a:lnTo>
                  <a:pt x="657773" y="22308"/>
                </a:lnTo>
                <a:lnTo>
                  <a:pt x="655479" y="35344"/>
                </a:lnTo>
                <a:lnTo>
                  <a:pt x="647032" y="35344"/>
                </a:lnTo>
                <a:lnTo>
                  <a:pt x="640330" y="73534"/>
                </a:lnTo>
                <a:lnTo>
                  <a:pt x="624540" y="73534"/>
                </a:lnTo>
                <a:lnTo>
                  <a:pt x="631242" y="35344"/>
                </a:lnTo>
                <a:lnTo>
                  <a:pt x="625550" y="35344"/>
                </a:lnTo>
                <a:lnTo>
                  <a:pt x="627845" y="22308"/>
                </a:lnTo>
                <a:lnTo>
                  <a:pt x="633538" y="22308"/>
                </a:lnTo>
                <a:lnTo>
                  <a:pt x="633812" y="20838"/>
                </a:lnTo>
                <a:cubicBezTo>
                  <a:pt x="634975" y="14535"/>
                  <a:pt x="637652" y="9746"/>
                  <a:pt x="641845" y="6472"/>
                </a:cubicBezTo>
                <a:cubicBezTo>
                  <a:pt x="646038" y="3198"/>
                  <a:pt x="651623" y="1561"/>
                  <a:pt x="658600" y="1561"/>
                </a:cubicBezTo>
                <a:cubicBezTo>
                  <a:pt x="659702" y="1561"/>
                  <a:pt x="660528" y="1591"/>
                  <a:pt x="661078" y="1652"/>
                </a:cubicBezTo>
                <a:lnTo>
                  <a:pt x="658783" y="149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Text yonan...">
            <a:extLst xmlns:a="http://schemas.openxmlformats.org/drawingml/2006/main">
              <a:ext uri="{FF2B5EF4-FFF2-40B4-BE49-F238E27FC236}">
                <a16:creationId xmlns:a16="http://schemas.microsoft.com/office/drawing/2014/main" id="{381B303C-389E-4236-B189-A34AEEBF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040" y="837420"/>
            <a:ext cx="436983" cy="76288"/>
          </a:xfrm>
          <a:custGeom xmlns:a="http://schemas.openxmlformats.org/drawingml/2006/main">
            <a:pathLst>
              <a:path w="436983" h="76288">
                <a:moveTo>
                  <a:pt x="21665" y="734"/>
                </a:moveTo>
                <a:lnTo>
                  <a:pt x="27907" y="32773"/>
                </a:lnTo>
                <a:lnTo>
                  <a:pt x="45350" y="734"/>
                </a:lnTo>
                <a:lnTo>
                  <a:pt x="62333" y="734"/>
                </a:lnTo>
                <a:lnTo>
                  <a:pt x="16891" y="76288"/>
                </a:lnTo>
                <a:lnTo>
                  <a:pt x="0" y="76288"/>
                </a:lnTo>
                <a:lnTo>
                  <a:pt x="16340" y="50216"/>
                </a:lnTo>
                <a:lnTo>
                  <a:pt x="4222" y="734"/>
                </a:lnTo>
                <a:lnTo>
                  <a:pt x="21665" y="734"/>
                </a:lnTo>
                <a:close/>
                <a:moveTo>
                  <a:pt x="103553" y="52694"/>
                </a:moveTo>
                <a:cubicBezTo>
                  <a:pt x="99146" y="52694"/>
                  <a:pt x="95229" y="51807"/>
                  <a:pt x="91802" y="50033"/>
                </a:cubicBezTo>
                <a:cubicBezTo>
                  <a:pt x="88374" y="48257"/>
                  <a:pt x="85727" y="45748"/>
                  <a:pt x="83860" y="42505"/>
                </a:cubicBezTo>
                <a:cubicBezTo>
                  <a:pt x="81994" y="39261"/>
                  <a:pt x="81060" y="35497"/>
                  <a:pt x="81060" y="31213"/>
                </a:cubicBezTo>
                <a:cubicBezTo>
                  <a:pt x="81060" y="25399"/>
                  <a:pt x="82437" y="20104"/>
                  <a:pt x="85191" y="15330"/>
                </a:cubicBezTo>
                <a:cubicBezTo>
                  <a:pt x="87945" y="10557"/>
                  <a:pt x="91739" y="6808"/>
                  <a:pt x="96574" y="4085"/>
                </a:cubicBezTo>
                <a:cubicBezTo>
                  <a:pt x="101410" y="1362"/>
                  <a:pt x="106796" y="0"/>
                  <a:pt x="112732" y="0"/>
                </a:cubicBezTo>
                <a:cubicBezTo>
                  <a:pt x="117139" y="0"/>
                  <a:pt x="121071" y="903"/>
                  <a:pt x="124529" y="2708"/>
                </a:cubicBezTo>
                <a:cubicBezTo>
                  <a:pt x="127987" y="4513"/>
                  <a:pt x="130665" y="7038"/>
                  <a:pt x="132562" y="10282"/>
                </a:cubicBezTo>
                <a:cubicBezTo>
                  <a:pt x="134460" y="13525"/>
                  <a:pt x="135409" y="17289"/>
                  <a:pt x="135409" y="21574"/>
                </a:cubicBezTo>
                <a:cubicBezTo>
                  <a:pt x="135409" y="27449"/>
                  <a:pt x="134016" y="32758"/>
                  <a:pt x="131232" y="37501"/>
                </a:cubicBezTo>
                <a:cubicBezTo>
                  <a:pt x="128447" y="42244"/>
                  <a:pt x="124622" y="45962"/>
                  <a:pt x="119756" y="48656"/>
                </a:cubicBezTo>
                <a:cubicBezTo>
                  <a:pt x="114891" y="51348"/>
                  <a:pt x="109490" y="52694"/>
                  <a:pt x="103553" y="52694"/>
                </a:cubicBezTo>
                <a:moveTo>
                  <a:pt x="105755" y="39199"/>
                </a:moveTo>
                <a:cubicBezTo>
                  <a:pt x="108326" y="39199"/>
                  <a:pt x="110636" y="38419"/>
                  <a:pt x="112686" y="36858"/>
                </a:cubicBezTo>
                <a:cubicBezTo>
                  <a:pt x="114737" y="35298"/>
                  <a:pt x="116328" y="33278"/>
                  <a:pt x="117460" y="30800"/>
                </a:cubicBezTo>
                <a:cubicBezTo>
                  <a:pt x="118593" y="28321"/>
                  <a:pt x="119159" y="25735"/>
                  <a:pt x="119159" y="23042"/>
                </a:cubicBezTo>
                <a:cubicBezTo>
                  <a:pt x="119159" y="19982"/>
                  <a:pt x="118333" y="17625"/>
                  <a:pt x="116680" y="15973"/>
                </a:cubicBezTo>
                <a:cubicBezTo>
                  <a:pt x="115028" y="14320"/>
                  <a:pt x="112947" y="13494"/>
                  <a:pt x="110438" y="13494"/>
                </a:cubicBezTo>
                <a:cubicBezTo>
                  <a:pt x="107806" y="13494"/>
                  <a:pt x="105496" y="14275"/>
                  <a:pt x="103507" y="15836"/>
                </a:cubicBezTo>
                <a:cubicBezTo>
                  <a:pt x="101518" y="17397"/>
                  <a:pt x="99972" y="19432"/>
                  <a:pt x="98870" y="21941"/>
                </a:cubicBezTo>
                <a:cubicBezTo>
                  <a:pt x="97769" y="24450"/>
                  <a:pt x="97218" y="27082"/>
                  <a:pt x="97218" y="29836"/>
                </a:cubicBezTo>
                <a:cubicBezTo>
                  <a:pt x="97218" y="32835"/>
                  <a:pt x="98014" y="35145"/>
                  <a:pt x="99604" y="36767"/>
                </a:cubicBezTo>
                <a:cubicBezTo>
                  <a:pt x="101195" y="38388"/>
                  <a:pt x="103246" y="39199"/>
                  <a:pt x="105755" y="39199"/>
                </a:cubicBezTo>
                <a:close/>
                <a:moveTo>
                  <a:pt x="178923" y="184"/>
                </a:moveTo>
                <a:cubicBezTo>
                  <a:pt x="184064" y="184"/>
                  <a:pt x="188104" y="1622"/>
                  <a:pt x="191042" y="4498"/>
                </a:cubicBezTo>
                <a:cubicBezTo>
                  <a:pt x="193980" y="7374"/>
                  <a:pt x="195449" y="11383"/>
                  <a:pt x="195449" y="16524"/>
                </a:cubicBezTo>
                <a:cubicBezTo>
                  <a:pt x="195449" y="18238"/>
                  <a:pt x="195265" y="20074"/>
                  <a:pt x="194897" y="22032"/>
                </a:cubicBezTo>
                <a:lnTo>
                  <a:pt x="189572" y="51960"/>
                </a:lnTo>
                <a:lnTo>
                  <a:pt x="173966" y="51960"/>
                </a:lnTo>
                <a:lnTo>
                  <a:pt x="178923" y="24144"/>
                </a:lnTo>
                <a:cubicBezTo>
                  <a:pt x="179107" y="23103"/>
                  <a:pt x="179199" y="22185"/>
                  <a:pt x="179199" y="21390"/>
                </a:cubicBezTo>
                <a:cubicBezTo>
                  <a:pt x="179199" y="18819"/>
                  <a:pt x="178480" y="16830"/>
                  <a:pt x="177042" y="15423"/>
                </a:cubicBezTo>
                <a:cubicBezTo>
                  <a:pt x="175604" y="14015"/>
                  <a:pt x="173599" y="13310"/>
                  <a:pt x="171029" y="13310"/>
                </a:cubicBezTo>
                <a:cubicBezTo>
                  <a:pt x="167968" y="13310"/>
                  <a:pt x="165398" y="14259"/>
                  <a:pt x="163317" y="16157"/>
                </a:cubicBezTo>
                <a:cubicBezTo>
                  <a:pt x="161236" y="18055"/>
                  <a:pt x="159890" y="20717"/>
                  <a:pt x="159277" y="24144"/>
                </a:cubicBezTo>
                <a:lnTo>
                  <a:pt x="159277" y="23685"/>
                </a:lnTo>
                <a:lnTo>
                  <a:pt x="154321" y="51960"/>
                </a:lnTo>
                <a:lnTo>
                  <a:pt x="138622" y="51960"/>
                </a:lnTo>
                <a:lnTo>
                  <a:pt x="147618" y="734"/>
                </a:lnTo>
                <a:lnTo>
                  <a:pt x="163317" y="734"/>
                </a:lnTo>
                <a:lnTo>
                  <a:pt x="162124" y="7619"/>
                </a:lnTo>
                <a:cubicBezTo>
                  <a:pt x="164144" y="5354"/>
                  <a:pt x="166607" y="3549"/>
                  <a:pt x="169514" y="2203"/>
                </a:cubicBezTo>
                <a:cubicBezTo>
                  <a:pt x="172421" y="857"/>
                  <a:pt x="175558" y="184"/>
                  <a:pt x="178923" y="184"/>
                </a:cubicBezTo>
                <a:close/>
                <a:moveTo>
                  <a:pt x="223172" y="26255"/>
                </a:moveTo>
                <a:cubicBezTo>
                  <a:pt x="224091" y="20992"/>
                  <a:pt x="225897" y="16371"/>
                  <a:pt x="228589" y="12393"/>
                </a:cubicBezTo>
                <a:cubicBezTo>
                  <a:pt x="231282" y="8415"/>
                  <a:pt x="234526" y="5355"/>
                  <a:pt x="238320" y="3213"/>
                </a:cubicBezTo>
                <a:cubicBezTo>
                  <a:pt x="242115" y="1071"/>
                  <a:pt x="246123" y="0"/>
                  <a:pt x="250346" y="0"/>
                </a:cubicBezTo>
                <a:cubicBezTo>
                  <a:pt x="253958" y="0"/>
                  <a:pt x="256987" y="734"/>
                  <a:pt x="259435" y="2203"/>
                </a:cubicBezTo>
                <a:cubicBezTo>
                  <a:pt x="261883" y="3672"/>
                  <a:pt x="263658" y="5599"/>
                  <a:pt x="264759" y="7986"/>
                </a:cubicBezTo>
                <a:lnTo>
                  <a:pt x="266045" y="734"/>
                </a:lnTo>
                <a:lnTo>
                  <a:pt x="281743" y="734"/>
                </a:lnTo>
                <a:lnTo>
                  <a:pt x="272654" y="51960"/>
                </a:lnTo>
                <a:lnTo>
                  <a:pt x="256957" y="51960"/>
                </a:lnTo>
                <a:lnTo>
                  <a:pt x="258334" y="44708"/>
                </a:lnTo>
                <a:cubicBezTo>
                  <a:pt x="256375" y="47095"/>
                  <a:pt x="253896" y="49023"/>
                  <a:pt x="250897" y="50492"/>
                </a:cubicBezTo>
                <a:cubicBezTo>
                  <a:pt x="247898" y="51960"/>
                  <a:pt x="244593" y="52694"/>
                  <a:pt x="240982" y="52694"/>
                </a:cubicBezTo>
                <a:cubicBezTo>
                  <a:pt x="237372" y="52694"/>
                  <a:pt x="234174" y="51868"/>
                  <a:pt x="231389" y="50216"/>
                </a:cubicBezTo>
                <a:cubicBezTo>
                  <a:pt x="228604" y="48563"/>
                  <a:pt x="226447" y="46222"/>
                  <a:pt x="224916" y="43193"/>
                </a:cubicBezTo>
                <a:cubicBezTo>
                  <a:pt x="223386" y="40163"/>
                  <a:pt x="222622" y="36598"/>
                  <a:pt x="222622" y="32497"/>
                </a:cubicBezTo>
                <a:cubicBezTo>
                  <a:pt x="222622" y="30539"/>
                  <a:pt x="222805" y="28458"/>
                  <a:pt x="223172" y="26255"/>
                </a:cubicBezTo>
                <a:moveTo>
                  <a:pt x="261547" y="26346"/>
                </a:moveTo>
                <a:cubicBezTo>
                  <a:pt x="261730" y="25245"/>
                  <a:pt x="261822" y="24236"/>
                  <a:pt x="261822" y="23318"/>
                </a:cubicBezTo>
                <a:cubicBezTo>
                  <a:pt x="261822" y="20319"/>
                  <a:pt x="260950" y="17963"/>
                  <a:pt x="259205" y="16249"/>
                </a:cubicBezTo>
                <a:cubicBezTo>
                  <a:pt x="257462" y="14535"/>
                  <a:pt x="255243" y="13678"/>
                  <a:pt x="252550" y="13678"/>
                </a:cubicBezTo>
                <a:cubicBezTo>
                  <a:pt x="249429" y="13678"/>
                  <a:pt x="246583" y="14795"/>
                  <a:pt x="244012" y="17030"/>
                </a:cubicBezTo>
                <a:cubicBezTo>
                  <a:pt x="241442" y="19263"/>
                  <a:pt x="239820" y="22339"/>
                  <a:pt x="239147" y="26255"/>
                </a:cubicBezTo>
                <a:cubicBezTo>
                  <a:pt x="238963" y="27357"/>
                  <a:pt x="238871" y="28367"/>
                  <a:pt x="238871" y="29285"/>
                </a:cubicBezTo>
                <a:cubicBezTo>
                  <a:pt x="238871" y="32284"/>
                  <a:pt x="239743" y="34656"/>
                  <a:pt x="241488" y="36400"/>
                </a:cubicBezTo>
                <a:cubicBezTo>
                  <a:pt x="243232" y="38144"/>
                  <a:pt x="245420" y="39015"/>
                  <a:pt x="248052" y="39015"/>
                </a:cubicBezTo>
                <a:cubicBezTo>
                  <a:pt x="251173" y="39015"/>
                  <a:pt x="254018" y="37884"/>
                  <a:pt x="256588" y="35620"/>
                </a:cubicBezTo>
                <a:cubicBezTo>
                  <a:pt x="259159" y="33355"/>
                  <a:pt x="260812" y="30264"/>
                  <a:pt x="261547" y="26346"/>
                </a:cubicBezTo>
                <a:close/>
                <a:moveTo>
                  <a:pt x="324341" y="184"/>
                </a:moveTo>
                <a:cubicBezTo>
                  <a:pt x="329481" y="184"/>
                  <a:pt x="333521" y="1622"/>
                  <a:pt x="336459" y="4498"/>
                </a:cubicBezTo>
                <a:cubicBezTo>
                  <a:pt x="339397" y="7374"/>
                  <a:pt x="340866" y="11383"/>
                  <a:pt x="340866" y="16524"/>
                </a:cubicBezTo>
                <a:cubicBezTo>
                  <a:pt x="340866" y="18238"/>
                  <a:pt x="340682" y="20074"/>
                  <a:pt x="340314" y="22032"/>
                </a:cubicBezTo>
                <a:lnTo>
                  <a:pt x="334989" y="51960"/>
                </a:lnTo>
                <a:lnTo>
                  <a:pt x="319383" y="51960"/>
                </a:lnTo>
                <a:lnTo>
                  <a:pt x="324341" y="24144"/>
                </a:lnTo>
                <a:cubicBezTo>
                  <a:pt x="324524" y="23103"/>
                  <a:pt x="324616" y="22185"/>
                  <a:pt x="324616" y="21390"/>
                </a:cubicBezTo>
                <a:cubicBezTo>
                  <a:pt x="324616" y="18819"/>
                  <a:pt x="323897" y="16830"/>
                  <a:pt x="322459" y="15423"/>
                </a:cubicBezTo>
                <a:cubicBezTo>
                  <a:pt x="321021" y="14015"/>
                  <a:pt x="319016" y="13310"/>
                  <a:pt x="316446" y="13310"/>
                </a:cubicBezTo>
                <a:cubicBezTo>
                  <a:pt x="313385" y="13310"/>
                  <a:pt x="310815" y="14259"/>
                  <a:pt x="308734" y="16157"/>
                </a:cubicBezTo>
                <a:cubicBezTo>
                  <a:pt x="306653" y="18055"/>
                  <a:pt x="305307" y="20717"/>
                  <a:pt x="304694" y="24144"/>
                </a:cubicBezTo>
                <a:lnTo>
                  <a:pt x="304694" y="23685"/>
                </a:lnTo>
                <a:lnTo>
                  <a:pt x="299738" y="51960"/>
                </a:lnTo>
                <a:lnTo>
                  <a:pt x="284039" y="51960"/>
                </a:lnTo>
                <a:lnTo>
                  <a:pt x="293035" y="734"/>
                </a:lnTo>
                <a:lnTo>
                  <a:pt x="308734" y="734"/>
                </a:lnTo>
                <a:lnTo>
                  <a:pt x="307541" y="7619"/>
                </a:lnTo>
                <a:cubicBezTo>
                  <a:pt x="309561" y="5354"/>
                  <a:pt x="312024" y="3549"/>
                  <a:pt x="314931" y="2203"/>
                </a:cubicBezTo>
                <a:cubicBezTo>
                  <a:pt x="317838" y="857"/>
                  <a:pt x="320975" y="184"/>
                  <a:pt x="324341" y="184"/>
                </a:cubicBezTo>
                <a:close/>
                <a:moveTo>
                  <a:pt x="374373" y="52694"/>
                </a:moveTo>
                <a:cubicBezTo>
                  <a:pt x="371925" y="52694"/>
                  <a:pt x="369982" y="52036"/>
                  <a:pt x="368544" y="50721"/>
                </a:cubicBezTo>
                <a:cubicBezTo>
                  <a:pt x="367106" y="49405"/>
                  <a:pt x="366387" y="47737"/>
                  <a:pt x="366387" y="45718"/>
                </a:cubicBezTo>
                <a:cubicBezTo>
                  <a:pt x="366387" y="42903"/>
                  <a:pt x="367443" y="40516"/>
                  <a:pt x="369554" y="38557"/>
                </a:cubicBezTo>
                <a:cubicBezTo>
                  <a:pt x="371666" y="36599"/>
                  <a:pt x="374282" y="35620"/>
                  <a:pt x="377403" y="35620"/>
                </a:cubicBezTo>
                <a:cubicBezTo>
                  <a:pt x="379790" y="35620"/>
                  <a:pt x="381687" y="36278"/>
                  <a:pt x="383094" y="37594"/>
                </a:cubicBezTo>
                <a:cubicBezTo>
                  <a:pt x="384502" y="38909"/>
                  <a:pt x="385205" y="40608"/>
                  <a:pt x="385205" y="42688"/>
                </a:cubicBezTo>
                <a:cubicBezTo>
                  <a:pt x="385205" y="45442"/>
                  <a:pt x="384150" y="47798"/>
                  <a:pt x="382038" y="49757"/>
                </a:cubicBezTo>
                <a:cubicBezTo>
                  <a:pt x="379928" y="51715"/>
                  <a:pt x="377373" y="52694"/>
                  <a:pt x="374373" y="52694"/>
                </a:cubicBezTo>
                <a:close/>
                <a:moveTo>
                  <a:pt x="400262" y="52694"/>
                </a:moveTo>
                <a:cubicBezTo>
                  <a:pt x="397814" y="52694"/>
                  <a:pt x="395871" y="52036"/>
                  <a:pt x="394433" y="50721"/>
                </a:cubicBezTo>
                <a:cubicBezTo>
                  <a:pt x="392995" y="49405"/>
                  <a:pt x="392276" y="47737"/>
                  <a:pt x="392276" y="45718"/>
                </a:cubicBezTo>
                <a:cubicBezTo>
                  <a:pt x="392276" y="42903"/>
                  <a:pt x="393332" y="40516"/>
                  <a:pt x="395443" y="38557"/>
                </a:cubicBezTo>
                <a:cubicBezTo>
                  <a:pt x="397555" y="36599"/>
                  <a:pt x="400171" y="35620"/>
                  <a:pt x="403292" y="35620"/>
                </a:cubicBezTo>
                <a:cubicBezTo>
                  <a:pt x="405679" y="35620"/>
                  <a:pt x="407576" y="36278"/>
                  <a:pt x="408983" y="37594"/>
                </a:cubicBezTo>
                <a:cubicBezTo>
                  <a:pt x="410391" y="38909"/>
                  <a:pt x="411094" y="40608"/>
                  <a:pt x="411094" y="42688"/>
                </a:cubicBezTo>
                <a:cubicBezTo>
                  <a:pt x="411094" y="45442"/>
                  <a:pt x="410039" y="47798"/>
                  <a:pt x="407927" y="49757"/>
                </a:cubicBezTo>
                <a:cubicBezTo>
                  <a:pt x="405817" y="51715"/>
                  <a:pt x="403262" y="52694"/>
                  <a:pt x="400262" y="52694"/>
                </a:cubicBezTo>
                <a:close/>
                <a:moveTo>
                  <a:pt x="426150" y="52694"/>
                </a:moveTo>
                <a:cubicBezTo>
                  <a:pt x="423703" y="52694"/>
                  <a:pt x="421760" y="52036"/>
                  <a:pt x="420322" y="50721"/>
                </a:cubicBezTo>
                <a:cubicBezTo>
                  <a:pt x="418883" y="49405"/>
                  <a:pt x="418164" y="47737"/>
                  <a:pt x="418164" y="45718"/>
                </a:cubicBezTo>
                <a:cubicBezTo>
                  <a:pt x="418164" y="42903"/>
                  <a:pt x="419220" y="40516"/>
                  <a:pt x="421332" y="38557"/>
                </a:cubicBezTo>
                <a:cubicBezTo>
                  <a:pt x="423443" y="36599"/>
                  <a:pt x="426059" y="35620"/>
                  <a:pt x="429180" y="35620"/>
                </a:cubicBezTo>
                <a:cubicBezTo>
                  <a:pt x="431567" y="35620"/>
                  <a:pt x="433464" y="36278"/>
                  <a:pt x="434872" y="37594"/>
                </a:cubicBezTo>
                <a:cubicBezTo>
                  <a:pt x="436279" y="38909"/>
                  <a:pt x="436983" y="40608"/>
                  <a:pt x="436983" y="42688"/>
                </a:cubicBezTo>
                <a:cubicBezTo>
                  <a:pt x="436983" y="45442"/>
                  <a:pt x="435927" y="47798"/>
                  <a:pt x="433816" y="49757"/>
                </a:cubicBezTo>
                <a:cubicBezTo>
                  <a:pt x="431705" y="51715"/>
                  <a:pt x="429150" y="52694"/>
                  <a:pt x="426150" y="526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10afb9bd5f4882"/>
          <a:stretch xmlns:a="http://schemas.openxmlformats.org/drawingml/2006/main"/>
        </p:blipFill>
        <p:spPr>
          <a:xfrm xmlns:a="http://schemas.openxmlformats.org/drawingml/2006/main">
            <a:off x="7999721" y="1139927"/>
            <a:ext cx="1627388" cy="750661"/>
          </a:xfrm>
          <a:prstGeom xmlns:a="http://schemas.openxmlformats.org/drawingml/2006/main" prst="rect">
            <a:avLst/>
          </a:prstGeom>
        </p:spPr>
      </p:pic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44A586-D7BD-44F4-BB44-4C645374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1606" y="1217077"/>
            <a:ext cx="1403617" cy="527509"/>
          </a:xfrm>
          <a:custGeom xmlns:a="http://schemas.openxmlformats.org/drawingml/2006/main">
            <a:pathLst>
              <a:path w="1403617" h="527509">
                <a:moveTo>
                  <a:pt x="0" y="22335"/>
                </a:moveTo>
                <a:lnTo>
                  <a:pt x="0" y="22335"/>
                </a:lnTo>
                <a:cubicBezTo>
                  <a:pt x="0" y="10000"/>
                  <a:pt x="9999" y="0"/>
                  <a:pt x="22335" y="0"/>
                </a:cubicBezTo>
                <a:lnTo>
                  <a:pt x="1381283" y="0"/>
                </a:lnTo>
                <a:cubicBezTo>
                  <a:pt x="1387206" y="0"/>
                  <a:pt x="1392887" y="2353"/>
                  <a:pt x="1397075" y="6542"/>
                </a:cubicBezTo>
                <a:cubicBezTo>
                  <a:pt x="1401264" y="10730"/>
                  <a:pt x="1403617" y="16411"/>
                  <a:pt x="1403617" y="22335"/>
                </a:cubicBezTo>
                <a:lnTo>
                  <a:pt x="1403617" y="505174"/>
                </a:lnTo>
                <a:cubicBezTo>
                  <a:pt x="1403617" y="517509"/>
                  <a:pt x="1393618" y="527509"/>
                  <a:pt x="1381283" y="527509"/>
                </a:cubicBezTo>
                <a:lnTo>
                  <a:pt x="22335" y="527509"/>
                </a:lnTo>
                <a:cubicBezTo>
                  <a:pt x="9999" y="527509"/>
                  <a:pt x="0" y="517509"/>
                  <a:pt x="0" y="505174"/>
                </a:cubicBezTo>
                <a:lnTo>
                  <a:pt x="0" y="22335"/>
                </a:lnTo>
                <a:close/>
              </a:path>
            </a:pathLst>
          </a:custGeom>
          <a:solidFill xmlns:a="http://schemas.openxmlformats.org/drawingml/2006/main">
            <a:srgbClr val="F3F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E1A13A-E993-401F-A607-4CC9C29D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1606" y="1217077"/>
            <a:ext cx="1403617" cy="527509"/>
          </a:xfrm>
          <a:custGeom xmlns:a="http://schemas.openxmlformats.org/drawingml/2006/main">
            <a:pathLst>
              <a:path w="1403617" h="527509" fill="none">
                <a:moveTo>
                  <a:pt x="0" y="22335"/>
                </a:moveTo>
                <a:lnTo>
                  <a:pt x="0" y="22335"/>
                </a:lnTo>
                <a:cubicBezTo>
                  <a:pt x="0" y="10000"/>
                  <a:pt x="9999" y="0"/>
                  <a:pt x="22335" y="0"/>
                </a:cubicBezTo>
                <a:lnTo>
                  <a:pt x="1381283" y="0"/>
                </a:lnTo>
                <a:cubicBezTo>
                  <a:pt x="1387206" y="0"/>
                  <a:pt x="1392887" y="2353"/>
                  <a:pt x="1397075" y="6542"/>
                </a:cubicBezTo>
                <a:cubicBezTo>
                  <a:pt x="1401264" y="10730"/>
                  <a:pt x="1403617" y="16411"/>
                  <a:pt x="1403617" y="22335"/>
                </a:cubicBezTo>
                <a:lnTo>
                  <a:pt x="1403617" y="505174"/>
                </a:lnTo>
                <a:cubicBezTo>
                  <a:pt x="1403617" y="517509"/>
                  <a:pt x="1393618" y="527509"/>
                  <a:pt x="1381283" y="527509"/>
                </a:cubicBezTo>
                <a:lnTo>
                  <a:pt x="22335" y="527509"/>
                </a:lnTo>
                <a:cubicBezTo>
                  <a:pt x="9999" y="527509"/>
                  <a:pt x="0" y="517509"/>
                  <a:pt x="0" y="505174"/>
                </a:cubicBezTo>
                <a:lnTo>
                  <a:pt x="0" y="2233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213" cap="flat">
            <a:solidFill>
              <a:srgbClr val="666666"/>
            </a:solidFill>
            <a:round/>
          </a:ln>
        </p:spPr>
      </p:sp>
      <p:pic>
        <p:nvPicPr>
          <p:cNvPr id="8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a42c329f4d4cfd"/>
          <a:stretch xmlns:a="http://schemas.openxmlformats.org/drawingml/2006/main"/>
        </p:blipFill>
        <p:spPr>
          <a:xfrm xmlns:a="http://schemas.openxmlformats.org/drawingml/2006/main">
            <a:off x="7997101" y="1759071"/>
            <a:ext cx="1627388" cy="1313331"/>
          </a:xfrm>
          <a:prstGeom xmlns:a="http://schemas.openxmlformats.org/drawingml/2006/main" prst="rect">
            <a:avLst/>
          </a:prstGeom>
        </p:spPr>
      </p:pic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3EEA76-32AA-4653-81A7-A47B3A42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986" y="1836182"/>
            <a:ext cx="1403617" cy="1090257"/>
          </a:xfrm>
          <a:custGeom xmlns:a="http://schemas.openxmlformats.org/drawingml/2006/main">
            <a:pathLst>
              <a:path w="1403617" h="1090257">
                <a:moveTo>
                  <a:pt x="0" y="46162"/>
                </a:moveTo>
                <a:lnTo>
                  <a:pt x="0" y="46162"/>
                </a:lnTo>
                <a:cubicBezTo>
                  <a:pt x="0" y="20667"/>
                  <a:pt x="20668" y="0"/>
                  <a:pt x="46162" y="0"/>
                </a:cubicBezTo>
                <a:lnTo>
                  <a:pt x="1357456" y="0"/>
                </a:lnTo>
                <a:cubicBezTo>
                  <a:pt x="1369699" y="0"/>
                  <a:pt x="1381440" y="4863"/>
                  <a:pt x="1390097" y="13520"/>
                </a:cubicBezTo>
                <a:cubicBezTo>
                  <a:pt x="1398754" y="22177"/>
                  <a:pt x="1403617" y="33919"/>
                  <a:pt x="1403617" y="46162"/>
                </a:cubicBezTo>
                <a:lnTo>
                  <a:pt x="1403617" y="1044095"/>
                </a:lnTo>
                <a:cubicBezTo>
                  <a:pt x="1403617" y="1069589"/>
                  <a:pt x="1382950" y="1090257"/>
                  <a:pt x="1357456" y="1090257"/>
                </a:cubicBezTo>
                <a:lnTo>
                  <a:pt x="46162" y="1090257"/>
                </a:lnTo>
                <a:cubicBezTo>
                  <a:pt x="20668" y="1090257"/>
                  <a:pt x="0" y="1069589"/>
                  <a:pt x="0" y="1044095"/>
                </a:cubicBezTo>
                <a:lnTo>
                  <a:pt x="0" y="46162"/>
                </a:lnTo>
                <a:close/>
              </a:path>
            </a:pathLst>
          </a:custGeom>
          <a:solidFill xmlns:a="http://schemas.openxmlformats.org/drawingml/2006/main">
            <a:srgbClr val="F3F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2E2722-27D1-4C62-AF55-635AE2DD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986" y="1836182"/>
            <a:ext cx="1403617" cy="1090257"/>
          </a:xfrm>
          <a:custGeom xmlns:a="http://schemas.openxmlformats.org/drawingml/2006/main">
            <a:pathLst>
              <a:path w="1403617" h="1090257" fill="none">
                <a:moveTo>
                  <a:pt x="0" y="46162"/>
                </a:moveTo>
                <a:lnTo>
                  <a:pt x="0" y="46162"/>
                </a:lnTo>
                <a:cubicBezTo>
                  <a:pt x="0" y="20667"/>
                  <a:pt x="20668" y="0"/>
                  <a:pt x="46162" y="0"/>
                </a:cubicBezTo>
                <a:lnTo>
                  <a:pt x="1357456" y="0"/>
                </a:lnTo>
                <a:cubicBezTo>
                  <a:pt x="1369699" y="0"/>
                  <a:pt x="1381440" y="4863"/>
                  <a:pt x="1390097" y="13520"/>
                </a:cubicBezTo>
                <a:cubicBezTo>
                  <a:pt x="1398754" y="22177"/>
                  <a:pt x="1403617" y="33919"/>
                  <a:pt x="1403617" y="46162"/>
                </a:cubicBezTo>
                <a:lnTo>
                  <a:pt x="1403617" y="1044095"/>
                </a:lnTo>
                <a:cubicBezTo>
                  <a:pt x="1403617" y="1069589"/>
                  <a:pt x="1382950" y="1090257"/>
                  <a:pt x="1357456" y="1090257"/>
                </a:cubicBezTo>
                <a:lnTo>
                  <a:pt x="46162" y="1090257"/>
                </a:lnTo>
                <a:cubicBezTo>
                  <a:pt x="20668" y="1090257"/>
                  <a:pt x="0" y="1069589"/>
                  <a:pt x="0" y="1044095"/>
                </a:cubicBezTo>
                <a:lnTo>
                  <a:pt x="0" y="461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213" cap="flat">
            <a:solidFill>
              <a:srgbClr val="666666"/>
            </a:solidFill>
            <a:round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6BC233-9AAF-459B-892A-897E0330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402" y="1231670"/>
            <a:ext cx="1304404" cy="360527"/>
          </a:xfrm>
          <a:custGeom xmlns:a="http://schemas.openxmlformats.org/drawingml/2006/main">
            <a:pathLst>
              <a:path w="1304404" h="360527">
                <a:moveTo>
                  <a:pt x="0" y="15265"/>
                </a:moveTo>
                <a:lnTo>
                  <a:pt x="0" y="15265"/>
                </a:lnTo>
                <a:cubicBezTo>
                  <a:pt x="0" y="6834"/>
                  <a:pt x="6834" y="0"/>
                  <a:pt x="15265" y="0"/>
                </a:cubicBezTo>
                <a:lnTo>
                  <a:pt x="1289140" y="0"/>
                </a:lnTo>
                <a:cubicBezTo>
                  <a:pt x="1293188" y="0"/>
                  <a:pt x="1297071" y="1608"/>
                  <a:pt x="1299934" y="4471"/>
                </a:cubicBezTo>
                <a:cubicBezTo>
                  <a:pt x="1302796" y="7334"/>
                  <a:pt x="1304404" y="11216"/>
                  <a:pt x="1304404" y="15265"/>
                </a:cubicBezTo>
                <a:lnTo>
                  <a:pt x="1304404" y="345263"/>
                </a:lnTo>
                <a:cubicBezTo>
                  <a:pt x="1304404" y="353693"/>
                  <a:pt x="1297571" y="360527"/>
                  <a:pt x="1289140" y="360527"/>
                </a:cubicBezTo>
                <a:lnTo>
                  <a:pt x="15265" y="360527"/>
                </a:lnTo>
                <a:cubicBezTo>
                  <a:pt x="6834" y="360527"/>
                  <a:pt x="0" y="353693"/>
                  <a:pt x="0" y="345263"/>
                </a:cubicBezTo>
                <a:lnTo>
                  <a:pt x="0" y="1526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Text defedit_matrix():">
            <a:extLst xmlns:a="http://schemas.openxmlformats.org/drawingml/2006/main">
              <a:ext uri="{FF2B5EF4-FFF2-40B4-BE49-F238E27FC236}">
                <a16:creationId xmlns:a16="http://schemas.microsoft.com/office/drawing/2014/main" id="{AA9B1BCA-74DD-46C8-92B5-9C7A2EC0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301" y="1247158"/>
            <a:ext cx="966048" cy="89784"/>
          </a:xfrm>
          <a:custGeom xmlns:a="http://schemas.openxmlformats.org/drawingml/2006/main">
            <a:pathLst>
              <a:path w="966048" h="89784">
                <a:moveTo>
                  <a:pt x="354382" y="18127"/>
                </a:moveTo>
                <a:lnTo>
                  <a:pt x="354649" y="18099"/>
                </a:lnTo>
                <a:lnTo>
                  <a:pt x="354912" y="18065"/>
                </a:lnTo>
                <a:lnTo>
                  <a:pt x="355170" y="18025"/>
                </a:lnTo>
                <a:lnTo>
                  <a:pt x="355422" y="17978"/>
                </a:lnTo>
                <a:lnTo>
                  <a:pt x="355669" y="17925"/>
                </a:lnTo>
                <a:lnTo>
                  <a:pt x="355912" y="17866"/>
                </a:lnTo>
                <a:lnTo>
                  <a:pt x="356149" y="17801"/>
                </a:lnTo>
                <a:lnTo>
                  <a:pt x="356381" y="17729"/>
                </a:lnTo>
                <a:lnTo>
                  <a:pt x="356608" y="17652"/>
                </a:lnTo>
                <a:lnTo>
                  <a:pt x="356830" y="17568"/>
                </a:lnTo>
                <a:lnTo>
                  <a:pt x="357046" y="17478"/>
                </a:lnTo>
                <a:lnTo>
                  <a:pt x="357258" y="17381"/>
                </a:lnTo>
                <a:lnTo>
                  <a:pt x="357465" y="17279"/>
                </a:lnTo>
                <a:lnTo>
                  <a:pt x="357666" y="17170"/>
                </a:lnTo>
                <a:lnTo>
                  <a:pt x="357862" y="17055"/>
                </a:lnTo>
                <a:lnTo>
                  <a:pt x="358054" y="16934"/>
                </a:lnTo>
                <a:lnTo>
                  <a:pt x="358240" y="16806"/>
                </a:lnTo>
                <a:lnTo>
                  <a:pt x="358421" y="16673"/>
                </a:lnTo>
                <a:lnTo>
                  <a:pt x="358597" y="16533"/>
                </a:lnTo>
                <a:lnTo>
                  <a:pt x="358768" y="16387"/>
                </a:lnTo>
                <a:lnTo>
                  <a:pt x="358933" y="16235"/>
                </a:lnTo>
                <a:lnTo>
                  <a:pt x="359090" y="16080"/>
                </a:lnTo>
                <a:lnTo>
                  <a:pt x="359241" y="15920"/>
                </a:lnTo>
                <a:lnTo>
                  <a:pt x="359385" y="15755"/>
                </a:lnTo>
                <a:lnTo>
                  <a:pt x="359522" y="15587"/>
                </a:lnTo>
                <a:lnTo>
                  <a:pt x="359652" y="15414"/>
                </a:lnTo>
                <a:lnTo>
                  <a:pt x="359774" y="15237"/>
                </a:lnTo>
                <a:lnTo>
                  <a:pt x="359890" y="15055"/>
                </a:lnTo>
                <a:lnTo>
                  <a:pt x="359999" y="14870"/>
                </a:lnTo>
                <a:lnTo>
                  <a:pt x="360100" y="14680"/>
                </a:lnTo>
                <a:lnTo>
                  <a:pt x="360195" y="14485"/>
                </a:lnTo>
                <a:lnTo>
                  <a:pt x="360283" y="14287"/>
                </a:lnTo>
                <a:lnTo>
                  <a:pt x="360363" y="14084"/>
                </a:lnTo>
                <a:lnTo>
                  <a:pt x="360437" y="13876"/>
                </a:lnTo>
                <a:lnTo>
                  <a:pt x="360504" y="13665"/>
                </a:lnTo>
                <a:lnTo>
                  <a:pt x="360563" y="13449"/>
                </a:lnTo>
                <a:lnTo>
                  <a:pt x="360616" y="13228"/>
                </a:lnTo>
                <a:lnTo>
                  <a:pt x="360662" y="13004"/>
                </a:lnTo>
                <a:lnTo>
                  <a:pt x="360700" y="12775"/>
                </a:lnTo>
                <a:lnTo>
                  <a:pt x="360732" y="12542"/>
                </a:lnTo>
                <a:lnTo>
                  <a:pt x="360756" y="12305"/>
                </a:lnTo>
                <a:lnTo>
                  <a:pt x="360774" y="12063"/>
                </a:lnTo>
                <a:lnTo>
                  <a:pt x="360784" y="11817"/>
                </a:lnTo>
                <a:lnTo>
                  <a:pt x="360788" y="11566"/>
                </a:lnTo>
                <a:lnTo>
                  <a:pt x="360784" y="11316"/>
                </a:lnTo>
                <a:lnTo>
                  <a:pt x="360774" y="11070"/>
                </a:lnTo>
                <a:lnTo>
                  <a:pt x="360756" y="10829"/>
                </a:lnTo>
                <a:lnTo>
                  <a:pt x="360732" y="10591"/>
                </a:lnTo>
                <a:lnTo>
                  <a:pt x="360700" y="10358"/>
                </a:lnTo>
                <a:lnTo>
                  <a:pt x="360662" y="10130"/>
                </a:lnTo>
                <a:lnTo>
                  <a:pt x="360616" y="9905"/>
                </a:lnTo>
                <a:lnTo>
                  <a:pt x="360563" y="9685"/>
                </a:lnTo>
                <a:lnTo>
                  <a:pt x="360504" y="9469"/>
                </a:lnTo>
                <a:lnTo>
                  <a:pt x="360437" y="9258"/>
                </a:lnTo>
                <a:lnTo>
                  <a:pt x="360363" y="9050"/>
                </a:lnTo>
                <a:lnTo>
                  <a:pt x="360283" y="8848"/>
                </a:lnTo>
                <a:lnTo>
                  <a:pt x="360195" y="8649"/>
                </a:lnTo>
                <a:lnTo>
                  <a:pt x="360100" y="8455"/>
                </a:lnTo>
                <a:lnTo>
                  <a:pt x="359999" y="8265"/>
                </a:lnTo>
                <a:lnTo>
                  <a:pt x="359890" y="8079"/>
                </a:lnTo>
                <a:lnTo>
                  <a:pt x="359774" y="7897"/>
                </a:lnTo>
                <a:lnTo>
                  <a:pt x="359652" y="7720"/>
                </a:lnTo>
                <a:lnTo>
                  <a:pt x="359522" y="7547"/>
                </a:lnTo>
                <a:lnTo>
                  <a:pt x="359385" y="7379"/>
                </a:lnTo>
                <a:lnTo>
                  <a:pt x="359241" y="7215"/>
                </a:lnTo>
                <a:lnTo>
                  <a:pt x="359090" y="7055"/>
                </a:lnTo>
                <a:lnTo>
                  <a:pt x="358933" y="6899"/>
                </a:lnTo>
                <a:lnTo>
                  <a:pt x="358768" y="6748"/>
                </a:lnTo>
                <a:lnTo>
                  <a:pt x="358597" y="6602"/>
                </a:lnTo>
                <a:lnTo>
                  <a:pt x="358421" y="6462"/>
                </a:lnTo>
                <a:lnTo>
                  <a:pt x="358240" y="6328"/>
                </a:lnTo>
                <a:lnTo>
                  <a:pt x="358054" y="6201"/>
                </a:lnTo>
                <a:lnTo>
                  <a:pt x="357862" y="6079"/>
                </a:lnTo>
                <a:lnTo>
                  <a:pt x="357666" y="5964"/>
                </a:lnTo>
                <a:lnTo>
                  <a:pt x="357465" y="5856"/>
                </a:lnTo>
                <a:lnTo>
                  <a:pt x="357258" y="5753"/>
                </a:lnTo>
                <a:lnTo>
                  <a:pt x="357046" y="5657"/>
                </a:lnTo>
                <a:lnTo>
                  <a:pt x="356830" y="5567"/>
                </a:lnTo>
                <a:lnTo>
                  <a:pt x="356608" y="5483"/>
                </a:lnTo>
                <a:lnTo>
                  <a:pt x="356381" y="5405"/>
                </a:lnTo>
                <a:lnTo>
                  <a:pt x="356149" y="5334"/>
                </a:lnTo>
                <a:lnTo>
                  <a:pt x="355912" y="5268"/>
                </a:lnTo>
                <a:lnTo>
                  <a:pt x="355669" y="5209"/>
                </a:lnTo>
                <a:lnTo>
                  <a:pt x="355422" y="5156"/>
                </a:lnTo>
                <a:lnTo>
                  <a:pt x="355170" y="5110"/>
                </a:lnTo>
                <a:lnTo>
                  <a:pt x="354912" y="5069"/>
                </a:lnTo>
                <a:lnTo>
                  <a:pt x="354649" y="5035"/>
                </a:lnTo>
                <a:lnTo>
                  <a:pt x="354382" y="5007"/>
                </a:lnTo>
                <a:lnTo>
                  <a:pt x="354109" y="4985"/>
                </a:lnTo>
                <a:lnTo>
                  <a:pt x="353831" y="4970"/>
                </a:lnTo>
                <a:lnTo>
                  <a:pt x="353548" y="4961"/>
                </a:lnTo>
                <a:lnTo>
                  <a:pt x="353260" y="4957"/>
                </a:lnTo>
                <a:lnTo>
                  <a:pt x="352972" y="4961"/>
                </a:lnTo>
                <a:lnTo>
                  <a:pt x="352688" y="4970"/>
                </a:lnTo>
                <a:lnTo>
                  <a:pt x="352410" y="4985"/>
                </a:lnTo>
                <a:lnTo>
                  <a:pt x="352137" y="5007"/>
                </a:lnTo>
                <a:lnTo>
                  <a:pt x="351870" y="5035"/>
                </a:lnTo>
                <a:lnTo>
                  <a:pt x="351607" y="5069"/>
                </a:lnTo>
                <a:lnTo>
                  <a:pt x="351349" y="5110"/>
                </a:lnTo>
                <a:lnTo>
                  <a:pt x="351097" y="5156"/>
                </a:lnTo>
                <a:lnTo>
                  <a:pt x="350849" y="5209"/>
                </a:lnTo>
                <a:lnTo>
                  <a:pt x="350607" y="5268"/>
                </a:lnTo>
                <a:lnTo>
                  <a:pt x="350370" y="5334"/>
                </a:lnTo>
                <a:lnTo>
                  <a:pt x="350138" y="5405"/>
                </a:lnTo>
                <a:lnTo>
                  <a:pt x="349911" y="5483"/>
                </a:lnTo>
                <a:lnTo>
                  <a:pt x="349689" y="5567"/>
                </a:lnTo>
                <a:lnTo>
                  <a:pt x="349472" y="5657"/>
                </a:lnTo>
                <a:lnTo>
                  <a:pt x="349260" y="5753"/>
                </a:lnTo>
                <a:lnTo>
                  <a:pt x="349054" y="5856"/>
                </a:lnTo>
                <a:lnTo>
                  <a:pt x="348852" y="5964"/>
                </a:lnTo>
                <a:lnTo>
                  <a:pt x="348656" y="6079"/>
                </a:lnTo>
                <a:lnTo>
                  <a:pt x="348465" y="6201"/>
                </a:lnTo>
                <a:lnTo>
                  <a:pt x="348278" y="6328"/>
                </a:lnTo>
                <a:lnTo>
                  <a:pt x="348097" y="6462"/>
                </a:lnTo>
                <a:lnTo>
                  <a:pt x="347921" y="6602"/>
                </a:lnTo>
                <a:lnTo>
                  <a:pt x="347750" y="6748"/>
                </a:lnTo>
                <a:lnTo>
                  <a:pt x="347586" y="6899"/>
                </a:lnTo>
                <a:lnTo>
                  <a:pt x="347428" y="7055"/>
                </a:lnTo>
                <a:lnTo>
                  <a:pt x="347277" y="7215"/>
                </a:lnTo>
                <a:lnTo>
                  <a:pt x="347134" y="7379"/>
                </a:lnTo>
                <a:lnTo>
                  <a:pt x="346997" y="7547"/>
                </a:lnTo>
                <a:lnTo>
                  <a:pt x="346867" y="7720"/>
                </a:lnTo>
                <a:lnTo>
                  <a:pt x="346745" y="7897"/>
                </a:lnTo>
                <a:lnTo>
                  <a:pt x="346629" y="8079"/>
                </a:lnTo>
                <a:lnTo>
                  <a:pt x="346520" y="8265"/>
                </a:lnTo>
                <a:lnTo>
                  <a:pt x="346419" y="8455"/>
                </a:lnTo>
                <a:lnTo>
                  <a:pt x="346324" y="8649"/>
                </a:lnTo>
                <a:lnTo>
                  <a:pt x="346237" y="8848"/>
                </a:lnTo>
                <a:lnTo>
                  <a:pt x="346156" y="9050"/>
                </a:lnTo>
                <a:lnTo>
                  <a:pt x="346082" y="9258"/>
                </a:lnTo>
                <a:lnTo>
                  <a:pt x="346016" y="9469"/>
                </a:lnTo>
                <a:lnTo>
                  <a:pt x="345956" y="9685"/>
                </a:lnTo>
                <a:lnTo>
                  <a:pt x="345904" y="9905"/>
                </a:lnTo>
                <a:lnTo>
                  <a:pt x="345858" y="10130"/>
                </a:lnTo>
                <a:lnTo>
                  <a:pt x="345819" y="10358"/>
                </a:lnTo>
                <a:lnTo>
                  <a:pt x="345788" y="10591"/>
                </a:lnTo>
                <a:lnTo>
                  <a:pt x="345763" y="10829"/>
                </a:lnTo>
                <a:lnTo>
                  <a:pt x="345746" y="11070"/>
                </a:lnTo>
                <a:lnTo>
                  <a:pt x="345735" y="11316"/>
                </a:lnTo>
                <a:lnTo>
                  <a:pt x="345732" y="11566"/>
                </a:lnTo>
                <a:lnTo>
                  <a:pt x="345735" y="11817"/>
                </a:lnTo>
                <a:lnTo>
                  <a:pt x="345746" y="12063"/>
                </a:lnTo>
                <a:lnTo>
                  <a:pt x="345763" y="12305"/>
                </a:lnTo>
                <a:lnTo>
                  <a:pt x="345788" y="12542"/>
                </a:lnTo>
                <a:lnTo>
                  <a:pt x="345819" y="12775"/>
                </a:lnTo>
                <a:lnTo>
                  <a:pt x="345858" y="13004"/>
                </a:lnTo>
                <a:lnTo>
                  <a:pt x="345904" y="13228"/>
                </a:lnTo>
                <a:lnTo>
                  <a:pt x="345956" y="13449"/>
                </a:lnTo>
                <a:lnTo>
                  <a:pt x="346016" y="13665"/>
                </a:lnTo>
                <a:lnTo>
                  <a:pt x="346082" y="13876"/>
                </a:lnTo>
                <a:lnTo>
                  <a:pt x="346156" y="14084"/>
                </a:lnTo>
                <a:lnTo>
                  <a:pt x="346237" y="14287"/>
                </a:lnTo>
                <a:lnTo>
                  <a:pt x="346324" y="14485"/>
                </a:lnTo>
                <a:lnTo>
                  <a:pt x="346419" y="14680"/>
                </a:lnTo>
                <a:lnTo>
                  <a:pt x="346520" y="14870"/>
                </a:lnTo>
                <a:lnTo>
                  <a:pt x="346629" y="15055"/>
                </a:lnTo>
                <a:lnTo>
                  <a:pt x="346745" y="15237"/>
                </a:lnTo>
                <a:lnTo>
                  <a:pt x="346867" y="15414"/>
                </a:lnTo>
                <a:lnTo>
                  <a:pt x="346997" y="15587"/>
                </a:lnTo>
                <a:lnTo>
                  <a:pt x="347134" y="15755"/>
                </a:lnTo>
                <a:lnTo>
                  <a:pt x="347277" y="15920"/>
                </a:lnTo>
                <a:lnTo>
                  <a:pt x="347428" y="16080"/>
                </a:lnTo>
                <a:lnTo>
                  <a:pt x="347586" y="16235"/>
                </a:lnTo>
                <a:lnTo>
                  <a:pt x="347750" y="16387"/>
                </a:lnTo>
                <a:lnTo>
                  <a:pt x="347921" y="16533"/>
                </a:lnTo>
                <a:lnTo>
                  <a:pt x="348097" y="16673"/>
                </a:lnTo>
                <a:lnTo>
                  <a:pt x="348278" y="16806"/>
                </a:lnTo>
                <a:lnTo>
                  <a:pt x="348465" y="16934"/>
                </a:lnTo>
                <a:lnTo>
                  <a:pt x="348656" y="17055"/>
                </a:lnTo>
                <a:lnTo>
                  <a:pt x="348852" y="17170"/>
                </a:lnTo>
                <a:lnTo>
                  <a:pt x="349054" y="17279"/>
                </a:lnTo>
                <a:lnTo>
                  <a:pt x="349260" y="17381"/>
                </a:lnTo>
                <a:lnTo>
                  <a:pt x="349472" y="17478"/>
                </a:lnTo>
                <a:lnTo>
                  <a:pt x="349689" y="17568"/>
                </a:lnTo>
                <a:lnTo>
                  <a:pt x="349911" y="17652"/>
                </a:lnTo>
                <a:lnTo>
                  <a:pt x="350138" y="17729"/>
                </a:lnTo>
                <a:lnTo>
                  <a:pt x="350370" y="17801"/>
                </a:lnTo>
                <a:lnTo>
                  <a:pt x="350607" y="17866"/>
                </a:lnTo>
                <a:lnTo>
                  <a:pt x="350849" y="17925"/>
                </a:lnTo>
                <a:lnTo>
                  <a:pt x="351097" y="17978"/>
                </a:lnTo>
                <a:lnTo>
                  <a:pt x="351349" y="18025"/>
                </a:lnTo>
                <a:lnTo>
                  <a:pt x="351607" y="18065"/>
                </a:lnTo>
                <a:lnTo>
                  <a:pt x="351870" y="18099"/>
                </a:lnTo>
                <a:lnTo>
                  <a:pt x="352137" y="18127"/>
                </a:lnTo>
                <a:lnTo>
                  <a:pt x="352410" y="18149"/>
                </a:lnTo>
                <a:lnTo>
                  <a:pt x="352688" y="18164"/>
                </a:lnTo>
                <a:lnTo>
                  <a:pt x="352972" y="18174"/>
                </a:lnTo>
                <a:lnTo>
                  <a:pt x="353260" y="18177"/>
                </a:lnTo>
                <a:lnTo>
                  <a:pt x="353548" y="18174"/>
                </a:lnTo>
                <a:lnTo>
                  <a:pt x="353831" y="18164"/>
                </a:lnTo>
                <a:lnTo>
                  <a:pt x="354109" y="18149"/>
                </a:lnTo>
                <a:lnTo>
                  <a:pt x="354382" y="18127"/>
                </a:lnTo>
                <a:close/>
                <a:moveTo>
                  <a:pt x="134032" y="32223"/>
                </a:moveTo>
                <a:lnTo>
                  <a:pt x="134032" y="24786"/>
                </a:lnTo>
                <a:lnTo>
                  <a:pt x="134034" y="24612"/>
                </a:lnTo>
                <a:lnTo>
                  <a:pt x="134041" y="24440"/>
                </a:lnTo>
                <a:lnTo>
                  <a:pt x="134053" y="24272"/>
                </a:lnTo>
                <a:lnTo>
                  <a:pt x="134069" y="24106"/>
                </a:lnTo>
                <a:lnTo>
                  <a:pt x="134090" y="23944"/>
                </a:lnTo>
                <a:lnTo>
                  <a:pt x="134115" y="23785"/>
                </a:lnTo>
                <a:lnTo>
                  <a:pt x="134145" y="23629"/>
                </a:lnTo>
                <a:lnTo>
                  <a:pt x="134180" y="23476"/>
                </a:lnTo>
                <a:lnTo>
                  <a:pt x="134219" y="23325"/>
                </a:lnTo>
                <a:lnTo>
                  <a:pt x="134263" y="23178"/>
                </a:lnTo>
                <a:lnTo>
                  <a:pt x="134312" y="23034"/>
                </a:lnTo>
                <a:lnTo>
                  <a:pt x="134365" y="22893"/>
                </a:lnTo>
                <a:lnTo>
                  <a:pt x="134423" y="22755"/>
                </a:lnTo>
                <a:lnTo>
                  <a:pt x="134485" y="22620"/>
                </a:lnTo>
                <a:lnTo>
                  <a:pt x="134552" y="22488"/>
                </a:lnTo>
                <a:lnTo>
                  <a:pt x="134624" y="22359"/>
                </a:lnTo>
                <a:lnTo>
                  <a:pt x="134700" y="22233"/>
                </a:lnTo>
                <a:lnTo>
                  <a:pt x="134781" y="22110"/>
                </a:lnTo>
                <a:lnTo>
                  <a:pt x="134866" y="21990"/>
                </a:lnTo>
                <a:lnTo>
                  <a:pt x="134956" y="21874"/>
                </a:lnTo>
                <a:lnTo>
                  <a:pt x="135051" y="21760"/>
                </a:lnTo>
                <a:lnTo>
                  <a:pt x="135150" y="21649"/>
                </a:lnTo>
                <a:lnTo>
                  <a:pt x="135254" y="21541"/>
                </a:lnTo>
                <a:lnTo>
                  <a:pt x="135363" y="21437"/>
                </a:lnTo>
                <a:lnTo>
                  <a:pt x="135475" y="21335"/>
                </a:lnTo>
                <a:lnTo>
                  <a:pt x="135591" y="21239"/>
                </a:lnTo>
                <a:lnTo>
                  <a:pt x="135709" y="21146"/>
                </a:lnTo>
                <a:lnTo>
                  <a:pt x="135831" y="21058"/>
                </a:lnTo>
                <a:lnTo>
                  <a:pt x="135955" y="20974"/>
                </a:lnTo>
                <a:lnTo>
                  <a:pt x="136083" y="20894"/>
                </a:lnTo>
                <a:lnTo>
                  <a:pt x="136213" y="20819"/>
                </a:lnTo>
                <a:lnTo>
                  <a:pt x="136347" y="20748"/>
                </a:lnTo>
                <a:lnTo>
                  <a:pt x="136484" y="20681"/>
                </a:lnTo>
                <a:lnTo>
                  <a:pt x="136623" y="20619"/>
                </a:lnTo>
                <a:lnTo>
                  <a:pt x="136766" y="20561"/>
                </a:lnTo>
                <a:lnTo>
                  <a:pt x="136912" y="20507"/>
                </a:lnTo>
                <a:lnTo>
                  <a:pt x="137061" y="20457"/>
                </a:lnTo>
                <a:lnTo>
                  <a:pt x="137212" y="20412"/>
                </a:lnTo>
                <a:lnTo>
                  <a:pt x="137367" y="20371"/>
                </a:lnTo>
                <a:lnTo>
                  <a:pt x="137525" y="20335"/>
                </a:lnTo>
                <a:lnTo>
                  <a:pt x="137686" y="20302"/>
                </a:lnTo>
                <a:lnTo>
                  <a:pt x="137850" y="20274"/>
                </a:lnTo>
                <a:lnTo>
                  <a:pt x="138017" y="20251"/>
                </a:lnTo>
                <a:lnTo>
                  <a:pt x="138187" y="20231"/>
                </a:lnTo>
                <a:lnTo>
                  <a:pt x="138360" y="20216"/>
                </a:lnTo>
                <a:lnTo>
                  <a:pt x="138536" y="20205"/>
                </a:lnTo>
                <a:lnTo>
                  <a:pt x="138715" y="20199"/>
                </a:lnTo>
                <a:lnTo>
                  <a:pt x="138897" y="20197"/>
                </a:lnTo>
                <a:lnTo>
                  <a:pt x="153403" y="20197"/>
                </a:lnTo>
                <a:lnTo>
                  <a:pt x="153403" y="10098"/>
                </a:lnTo>
                <a:lnTo>
                  <a:pt x="138623" y="10098"/>
                </a:lnTo>
                <a:lnTo>
                  <a:pt x="138023" y="10105"/>
                </a:lnTo>
                <a:lnTo>
                  <a:pt x="137433" y="10126"/>
                </a:lnTo>
                <a:lnTo>
                  <a:pt x="136854" y="10160"/>
                </a:lnTo>
                <a:lnTo>
                  <a:pt x="136284" y="10208"/>
                </a:lnTo>
                <a:lnTo>
                  <a:pt x="135724" y="10270"/>
                </a:lnTo>
                <a:lnTo>
                  <a:pt x="135174" y="10345"/>
                </a:lnTo>
                <a:lnTo>
                  <a:pt x="134634" y="10434"/>
                </a:lnTo>
                <a:lnTo>
                  <a:pt x="134103" y="10537"/>
                </a:lnTo>
                <a:lnTo>
                  <a:pt x="133583" y="10654"/>
                </a:lnTo>
                <a:lnTo>
                  <a:pt x="133072" y="10784"/>
                </a:lnTo>
                <a:lnTo>
                  <a:pt x="132572" y="10928"/>
                </a:lnTo>
                <a:lnTo>
                  <a:pt x="132081" y="11085"/>
                </a:lnTo>
                <a:lnTo>
                  <a:pt x="131600" y="11257"/>
                </a:lnTo>
                <a:lnTo>
                  <a:pt x="131129" y="11442"/>
                </a:lnTo>
                <a:lnTo>
                  <a:pt x="130668" y="11640"/>
                </a:lnTo>
                <a:lnTo>
                  <a:pt x="130217" y="11853"/>
                </a:lnTo>
                <a:lnTo>
                  <a:pt x="129775" y="12079"/>
                </a:lnTo>
                <a:lnTo>
                  <a:pt x="129344" y="12319"/>
                </a:lnTo>
                <a:lnTo>
                  <a:pt x="128922" y="12572"/>
                </a:lnTo>
                <a:lnTo>
                  <a:pt x="128510" y="12840"/>
                </a:lnTo>
                <a:lnTo>
                  <a:pt x="128108" y="13121"/>
                </a:lnTo>
                <a:lnTo>
                  <a:pt x="127717" y="13415"/>
                </a:lnTo>
                <a:lnTo>
                  <a:pt x="127334" y="13724"/>
                </a:lnTo>
                <a:lnTo>
                  <a:pt x="126962" y="14046"/>
                </a:lnTo>
                <a:lnTo>
                  <a:pt x="126603" y="14379"/>
                </a:lnTo>
                <a:lnTo>
                  <a:pt x="126259" y="14722"/>
                </a:lnTo>
                <a:lnTo>
                  <a:pt x="125930" y="15074"/>
                </a:lnTo>
                <a:lnTo>
                  <a:pt x="125616" y="15436"/>
                </a:lnTo>
                <a:lnTo>
                  <a:pt x="125318" y="15806"/>
                </a:lnTo>
                <a:lnTo>
                  <a:pt x="125035" y="16186"/>
                </a:lnTo>
                <a:lnTo>
                  <a:pt x="124767" y="16575"/>
                </a:lnTo>
                <a:lnTo>
                  <a:pt x="124515" y="16973"/>
                </a:lnTo>
                <a:lnTo>
                  <a:pt x="124278" y="17381"/>
                </a:lnTo>
                <a:lnTo>
                  <a:pt x="124056" y="17798"/>
                </a:lnTo>
                <a:lnTo>
                  <a:pt x="123849" y="18224"/>
                </a:lnTo>
                <a:lnTo>
                  <a:pt x="123658" y="18659"/>
                </a:lnTo>
                <a:lnTo>
                  <a:pt x="123482" y="19103"/>
                </a:lnTo>
                <a:lnTo>
                  <a:pt x="123322" y="19557"/>
                </a:lnTo>
                <a:lnTo>
                  <a:pt x="123176" y="20020"/>
                </a:lnTo>
                <a:lnTo>
                  <a:pt x="123046" y="20492"/>
                </a:lnTo>
                <a:lnTo>
                  <a:pt x="122932" y="20974"/>
                </a:lnTo>
                <a:lnTo>
                  <a:pt x="122832" y="21464"/>
                </a:lnTo>
                <a:lnTo>
                  <a:pt x="122748" y="21964"/>
                </a:lnTo>
                <a:lnTo>
                  <a:pt x="122679" y="22473"/>
                </a:lnTo>
                <a:lnTo>
                  <a:pt x="122626" y="22992"/>
                </a:lnTo>
                <a:lnTo>
                  <a:pt x="122587" y="23519"/>
                </a:lnTo>
                <a:lnTo>
                  <a:pt x="122564" y="24056"/>
                </a:lnTo>
                <a:lnTo>
                  <a:pt x="122557" y="24602"/>
                </a:lnTo>
                <a:lnTo>
                  <a:pt x="122557" y="32223"/>
                </a:lnTo>
                <a:lnTo>
                  <a:pt x="108694" y="32223"/>
                </a:lnTo>
                <a:lnTo>
                  <a:pt x="108694" y="42596"/>
                </a:lnTo>
                <a:lnTo>
                  <a:pt x="122557" y="42596"/>
                </a:lnTo>
                <a:lnTo>
                  <a:pt x="122557" y="77115"/>
                </a:lnTo>
                <a:lnTo>
                  <a:pt x="134032" y="77115"/>
                </a:lnTo>
                <a:lnTo>
                  <a:pt x="134032" y="42596"/>
                </a:lnTo>
                <a:lnTo>
                  <a:pt x="153403" y="42596"/>
                </a:lnTo>
                <a:lnTo>
                  <a:pt x="153403" y="32223"/>
                </a:lnTo>
                <a:lnTo>
                  <a:pt x="134032" y="32223"/>
                </a:lnTo>
                <a:close/>
                <a:moveTo>
                  <a:pt x="29749" y="34253"/>
                </a:moveTo>
                <a:lnTo>
                  <a:pt x="29615" y="33836"/>
                </a:lnTo>
                <a:lnTo>
                  <a:pt x="29468" y="33428"/>
                </a:lnTo>
                <a:lnTo>
                  <a:pt x="29309" y="33029"/>
                </a:lnTo>
                <a:lnTo>
                  <a:pt x="29137" y="32639"/>
                </a:lnTo>
                <a:lnTo>
                  <a:pt x="28952" y="32258"/>
                </a:lnTo>
                <a:lnTo>
                  <a:pt x="28754" y="31886"/>
                </a:lnTo>
                <a:lnTo>
                  <a:pt x="28544" y="31523"/>
                </a:lnTo>
                <a:lnTo>
                  <a:pt x="28320" y="31170"/>
                </a:lnTo>
                <a:lnTo>
                  <a:pt x="28084" y="30825"/>
                </a:lnTo>
                <a:lnTo>
                  <a:pt x="27836" y="30490"/>
                </a:lnTo>
                <a:lnTo>
                  <a:pt x="27574" y="30164"/>
                </a:lnTo>
                <a:lnTo>
                  <a:pt x="27300" y="29846"/>
                </a:lnTo>
                <a:lnTo>
                  <a:pt x="27013" y="29538"/>
                </a:lnTo>
                <a:lnTo>
                  <a:pt x="26713" y="29239"/>
                </a:lnTo>
                <a:lnTo>
                  <a:pt x="26403" y="28951"/>
                </a:lnTo>
                <a:lnTo>
                  <a:pt x="26084" y="28675"/>
                </a:lnTo>
                <a:lnTo>
                  <a:pt x="25755" y="28411"/>
                </a:lnTo>
                <a:lnTo>
                  <a:pt x="25418" y="28159"/>
                </a:lnTo>
                <a:lnTo>
                  <a:pt x="25072" y="27920"/>
                </a:lnTo>
                <a:lnTo>
                  <a:pt x="24717" y="27693"/>
                </a:lnTo>
                <a:lnTo>
                  <a:pt x="24353" y="27478"/>
                </a:lnTo>
                <a:lnTo>
                  <a:pt x="23980" y="27276"/>
                </a:lnTo>
                <a:lnTo>
                  <a:pt x="23598" y="27085"/>
                </a:lnTo>
                <a:lnTo>
                  <a:pt x="23208" y="26907"/>
                </a:lnTo>
                <a:lnTo>
                  <a:pt x="22808" y="26742"/>
                </a:lnTo>
                <a:lnTo>
                  <a:pt x="22399" y="26588"/>
                </a:lnTo>
                <a:lnTo>
                  <a:pt x="21982" y="26447"/>
                </a:lnTo>
                <a:lnTo>
                  <a:pt x="21555" y="26318"/>
                </a:lnTo>
                <a:lnTo>
                  <a:pt x="21120" y="26202"/>
                </a:lnTo>
                <a:lnTo>
                  <a:pt x="20676" y="26098"/>
                </a:lnTo>
                <a:lnTo>
                  <a:pt x="20222" y="26006"/>
                </a:lnTo>
                <a:lnTo>
                  <a:pt x="19760" y="25926"/>
                </a:lnTo>
                <a:lnTo>
                  <a:pt x="19289" y="25858"/>
                </a:lnTo>
                <a:lnTo>
                  <a:pt x="18809" y="25803"/>
                </a:lnTo>
                <a:lnTo>
                  <a:pt x="18320" y="25760"/>
                </a:lnTo>
                <a:lnTo>
                  <a:pt x="17822" y="25729"/>
                </a:lnTo>
                <a:lnTo>
                  <a:pt x="17316" y="25711"/>
                </a:lnTo>
                <a:lnTo>
                  <a:pt x="16800" y="25705"/>
                </a:lnTo>
                <a:lnTo>
                  <a:pt x="16170" y="25714"/>
                </a:lnTo>
                <a:lnTo>
                  <a:pt x="15551" y="25741"/>
                </a:lnTo>
                <a:lnTo>
                  <a:pt x="14942" y="25787"/>
                </a:lnTo>
                <a:lnTo>
                  <a:pt x="14344" y="25850"/>
                </a:lnTo>
                <a:lnTo>
                  <a:pt x="13756" y="25932"/>
                </a:lnTo>
                <a:lnTo>
                  <a:pt x="13179" y="26032"/>
                </a:lnTo>
                <a:lnTo>
                  <a:pt x="12612" y="26150"/>
                </a:lnTo>
                <a:lnTo>
                  <a:pt x="12056" y="26286"/>
                </a:lnTo>
                <a:lnTo>
                  <a:pt x="11511" y="26441"/>
                </a:lnTo>
                <a:lnTo>
                  <a:pt x="10976" y="26613"/>
                </a:lnTo>
                <a:lnTo>
                  <a:pt x="10451" y="26804"/>
                </a:lnTo>
                <a:lnTo>
                  <a:pt x="9937" y="27013"/>
                </a:lnTo>
                <a:lnTo>
                  <a:pt x="9433" y="27240"/>
                </a:lnTo>
                <a:lnTo>
                  <a:pt x="8940" y="27486"/>
                </a:lnTo>
                <a:lnTo>
                  <a:pt x="8458" y="27749"/>
                </a:lnTo>
                <a:lnTo>
                  <a:pt x="7986" y="28031"/>
                </a:lnTo>
                <a:lnTo>
                  <a:pt x="7525" y="28331"/>
                </a:lnTo>
                <a:lnTo>
                  <a:pt x="7074" y="28649"/>
                </a:lnTo>
                <a:lnTo>
                  <a:pt x="6633" y="28985"/>
                </a:lnTo>
                <a:lnTo>
                  <a:pt x="6203" y="29339"/>
                </a:lnTo>
                <a:lnTo>
                  <a:pt x="5784" y="29712"/>
                </a:lnTo>
                <a:lnTo>
                  <a:pt x="5375" y="30102"/>
                </a:lnTo>
                <a:lnTo>
                  <a:pt x="4977" y="30511"/>
                </a:lnTo>
                <a:lnTo>
                  <a:pt x="4589" y="30938"/>
                </a:lnTo>
                <a:lnTo>
                  <a:pt x="4215" y="31381"/>
                </a:lnTo>
                <a:lnTo>
                  <a:pt x="3856" y="31836"/>
                </a:lnTo>
                <a:lnTo>
                  <a:pt x="3513" y="32304"/>
                </a:lnTo>
                <a:lnTo>
                  <a:pt x="3187" y="32784"/>
                </a:lnTo>
                <a:lnTo>
                  <a:pt x="2876" y="33278"/>
                </a:lnTo>
                <a:lnTo>
                  <a:pt x="2581" y="33784"/>
                </a:lnTo>
                <a:lnTo>
                  <a:pt x="2302" y="34303"/>
                </a:lnTo>
                <a:lnTo>
                  <a:pt x="2040" y="34834"/>
                </a:lnTo>
                <a:lnTo>
                  <a:pt x="1793" y="35379"/>
                </a:lnTo>
                <a:lnTo>
                  <a:pt x="1562" y="35936"/>
                </a:lnTo>
                <a:lnTo>
                  <a:pt x="1346" y="36506"/>
                </a:lnTo>
                <a:lnTo>
                  <a:pt x="1147" y="37089"/>
                </a:lnTo>
                <a:lnTo>
                  <a:pt x="964" y="37684"/>
                </a:lnTo>
                <a:lnTo>
                  <a:pt x="797" y="38292"/>
                </a:lnTo>
                <a:lnTo>
                  <a:pt x="645" y="38913"/>
                </a:lnTo>
                <a:lnTo>
                  <a:pt x="510" y="39547"/>
                </a:lnTo>
                <a:lnTo>
                  <a:pt x="390" y="40193"/>
                </a:lnTo>
                <a:lnTo>
                  <a:pt x="287" y="40852"/>
                </a:lnTo>
                <a:lnTo>
                  <a:pt x="199" y="41524"/>
                </a:lnTo>
                <a:lnTo>
                  <a:pt x="127" y="42209"/>
                </a:lnTo>
                <a:lnTo>
                  <a:pt x="72" y="42906"/>
                </a:lnTo>
                <a:lnTo>
                  <a:pt x="32" y="43617"/>
                </a:lnTo>
                <a:lnTo>
                  <a:pt x="8" y="44340"/>
                </a:lnTo>
                <a:lnTo>
                  <a:pt x="0" y="45075"/>
                </a:lnTo>
                <a:lnTo>
                  <a:pt x="0" y="58754"/>
                </a:lnTo>
                <a:lnTo>
                  <a:pt x="8" y="59482"/>
                </a:lnTo>
                <a:lnTo>
                  <a:pt x="32" y="60198"/>
                </a:lnTo>
                <a:lnTo>
                  <a:pt x="72" y="60901"/>
                </a:lnTo>
                <a:lnTo>
                  <a:pt x="129" y="61592"/>
                </a:lnTo>
                <a:lnTo>
                  <a:pt x="201" y="62271"/>
                </a:lnTo>
                <a:lnTo>
                  <a:pt x="290" y="62937"/>
                </a:lnTo>
                <a:lnTo>
                  <a:pt x="394" y="63590"/>
                </a:lnTo>
                <a:lnTo>
                  <a:pt x="515" y="64231"/>
                </a:lnTo>
                <a:lnTo>
                  <a:pt x="652" y="64860"/>
                </a:lnTo>
                <a:lnTo>
                  <a:pt x="805" y="65477"/>
                </a:lnTo>
                <a:lnTo>
                  <a:pt x="974" y="66080"/>
                </a:lnTo>
                <a:lnTo>
                  <a:pt x="1159" y="66672"/>
                </a:lnTo>
                <a:lnTo>
                  <a:pt x="1360" y="67251"/>
                </a:lnTo>
                <a:lnTo>
                  <a:pt x="1577" y="67818"/>
                </a:lnTo>
                <a:lnTo>
                  <a:pt x="1811" y="68372"/>
                </a:lnTo>
                <a:lnTo>
                  <a:pt x="2060" y="68913"/>
                </a:lnTo>
                <a:lnTo>
                  <a:pt x="2326" y="69443"/>
                </a:lnTo>
                <a:lnTo>
                  <a:pt x="2607" y="69960"/>
                </a:lnTo>
                <a:lnTo>
                  <a:pt x="2905" y="70464"/>
                </a:lnTo>
                <a:lnTo>
                  <a:pt x="3219" y="70956"/>
                </a:lnTo>
                <a:lnTo>
                  <a:pt x="3549" y="71436"/>
                </a:lnTo>
                <a:lnTo>
                  <a:pt x="3895" y="71903"/>
                </a:lnTo>
                <a:lnTo>
                  <a:pt x="4257" y="72358"/>
                </a:lnTo>
                <a:lnTo>
                  <a:pt x="4635" y="72800"/>
                </a:lnTo>
                <a:lnTo>
                  <a:pt x="5027" y="73227"/>
                </a:lnTo>
                <a:lnTo>
                  <a:pt x="5428" y="73636"/>
                </a:lnTo>
                <a:lnTo>
                  <a:pt x="5840" y="74026"/>
                </a:lnTo>
                <a:lnTo>
                  <a:pt x="6261" y="74399"/>
                </a:lnTo>
                <a:lnTo>
                  <a:pt x="6693" y="74753"/>
                </a:lnTo>
                <a:lnTo>
                  <a:pt x="7134" y="75089"/>
                </a:lnTo>
                <a:lnTo>
                  <a:pt x="7586" y="75407"/>
                </a:lnTo>
                <a:lnTo>
                  <a:pt x="8048" y="75707"/>
                </a:lnTo>
                <a:lnTo>
                  <a:pt x="8519" y="75988"/>
                </a:lnTo>
                <a:lnTo>
                  <a:pt x="9001" y="76252"/>
                </a:lnTo>
                <a:lnTo>
                  <a:pt x="9493" y="76497"/>
                </a:lnTo>
                <a:lnTo>
                  <a:pt x="9995" y="76724"/>
                </a:lnTo>
                <a:lnTo>
                  <a:pt x="10507" y="76933"/>
                </a:lnTo>
                <a:lnTo>
                  <a:pt x="11029" y="77124"/>
                </a:lnTo>
                <a:lnTo>
                  <a:pt x="11561" y="77296"/>
                </a:lnTo>
                <a:lnTo>
                  <a:pt x="12103" y="77451"/>
                </a:lnTo>
                <a:lnTo>
                  <a:pt x="12655" y="77587"/>
                </a:lnTo>
                <a:lnTo>
                  <a:pt x="13217" y="77705"/>
                </a:lnTo>
                <a:lnTo>
                  <a:pt x="13789" y="77805"/>
                </a:lnTo>
                <a:lnTo>
                  <a:pt x="14371" y="77887"/>
                </a:lnTo>
                <a:lnTo>
                  <a:pt x="14963" y="77950"/>
                </a:lnTo>
                <a:lnTo>
                  <a:pt x="15565" y="77996"/>
                </a:lnTo>
                <a:lnTo>
                  <a:pt x="16178" y="78023"/>
                </a:lnTo>
                <a:lnTo>
                  <a:pt x="16800" y="78032"/>
                </a:lnTo>
                <a:lnTo>
                  <a:pt x="17316" y="78026"/>
                </a:lnTo>
                <a:lnTo>
                  <a:pt x="17822" y="78008"/>
                </a:lnTo>
                <a:lnTo>
                  <a:pt x="18320" y="77977"/>
                </a:lnTo>
                <a:lnTo>
                  <a:pt x="18809" y="77934"/>
                </a:lnTo>
                <a:lnTo>
                  <a:pt x="19289" y="77879"/>
                </a:lnTo>
                <a:lnTo>
                  <a:pt x="19760" y="77811"/>
                </a:lnTo>
                <a:lnTo>
                  <a:pt x="20222" y="77731"/>
                </a:lnTo>
                <a:lnTo>
                  <a:pt x="20676" y="77639"/>
                </a:lnTo>
                <a:lnTo>
                  <a:pt x="21120" y="77535"/>
                </a:lnTo>
                <a:lnTo>
                  <a:pt x="21555" y="77419"/>
                </a:lnTo>
                <a:lnTo>
                  <a:pt x="21982" y="77290"/>
                </a:lnTo>
                <a:lnTo>
                  <a:pt x="22399" y="77149"/>
                </a:lnTo>
                <a:lnTo>
                  <a:pt x="22808" y="76995"/>
                </a:lnTo>
                <a:lnTo>
                  <a:pt x="23208" y="76829"/>
                </a:lnTo>
                <a:lnTo>
                  <a:pt x="23598" y="76652"/>
                </a:lnTo>
                <a:lnTo>
                  <a:pt x="23980" y="76461"/>
                </a:lnTo>
                <a:lnTo>
                  <a:pt x="24353" y="76259"/>
                </a:lnTo>
                <a:lnTo>
                  <a:pt x="24717" y="76044"/>
                </a:lnTo>
                <a:lnTo>
                  <a:pt x="25072" y="75817"/>
                </a:lnTo>
                <a:lnTo>
                  <a:pt x="25418" y="75578"/>
                </a:lnTo>
                <a:lnTo>
                  <a:pt x="25755" y="75326"/>
                </a:lnTo>
                <a:lnTo>
                  <a:pt x="26084" y="75062"/>
                </a:lnTo>
                <a:lnTo>
                  <a:pt x="26403" y="74786"/>
                </a:lnTo>
                <a:lnTo>
                  <a:pt x="26713" y="74498"/>
                </a:lnTo>
                <a:lnTo>
                  <a:pt x="27013" y="74199"/>
                </a:lnTo>
                <a:lnTo>
                  <a:pt x="27300" y="73891"/>
                </a:lnTo>
                <a:lnTo>
                  <a:pt x="27574" y="73573"/>
                </a:lnTo>
                <a:lnTo>
                  <a:pt x="27836" y="73247"/>
                </a:lnTo>
                <a:lnTo>
                  <a:pt x="28084" y="72912"/>
                </a:lnTo>
                <a:lnTo>
                  <a:pt x="28320" y="72567"/>
                </a:lnTo>
                <a:lnTo>
                  <a:pt x="28544" y="72214"/>
                </a:lnTo>
                <a:lnTo>
                  <a:pt x="28754" y="71851"/>
                </a:lnTo>
                <a:lnTo>
                  <a:pt x="28952" y="71479"/>
                </a:lnTo>
                <a:lnTo>
                  <a:pt x="29137" y="71098"/>
                </a:lnTo>
                <a:lnTo>
                  <a:pt x="29309" y="70708"/>
                </a:lnTo>
                <a:lnTo>
                  <a:pt x="29468" y="70309"/>
                </a:lnTo>
                <a:lnTo>
                  <a:pt x="29615" y="69901"/>
                </a:lnTo>
                <a:lnTo>
                  <a:pt x="29749" y="69484"/>
                </a:lnTo>
                <a:lnTo>
                  <a:pt x="29870" y="69058"/>
                </a:lnTo>
                <a:lnTo>
                  <a:pt x="29978" y="68623"/>
                </a:lnTo>
                <a:lnTo>
                  <a:pt x="30074" y="68178"/>
                </a:lnTo>
                <a:lnTo>
                  <a:pt x="30157" y="67725"/>
                </a:lnTo>
                <a:lnTo>
                  <a:pt x="30195" y="67476"/>
                </a:lnTo>
                <a:lnTo>
                  <a:pt x="30386" y="67476"/>
                </a:lnTo>
                <a:lnTo>
                  <a:pt x="30386" y="77115"/>
                </a:lnTo>
                <a:lnTo>
                  <a:pt x="41586" y="77115"/>
                </a:lnTo>
                <a:lnTo>
                  <a:pt x="41586" y="10098"/>
                </a:lnTo>
                <a:lnTo>
                  <a:pt x="30110" y="10098"/>
                </a:lnTo>
                <a:lnTo>
                  <a:pt x="30110" y="24235"/>
                </a:lnTo>
                <a:lnTo>
                  <a:pt x="30477" y="36261"/>
                </a:lnTo>
                <a:lnTo>
                  <a:pt x="30195" y="36261"/>
                </a:lnTo>
                <a:lnTo>
                  <a:pt x="30157" y="36012"/>
                </a:lnTo>
                <a:lnTo>
                  <a:pt x="30074" y="35559"/>
                </a:lnTo>
                <a:lnTo>
                  <a:pt x="29978" y="35114"/>
                </a:lnTo>
                <a:lnTo>
                  <a:pt x="29870" y="34679"/>
                </a:lnTo>
                <a:lnTo>
                  <a:pt x="29749" y="34253"/>
                </a:lnTo>
                <a:close/>
                <a:moveTo>
                  <a:pt x="19086" y="68006"/>
                </a:moveTo>
                <a:lnTo>
                  <a:pt x="18756" y="67957"/>
                </a:lnTo>
                <a:lnTo>
                  <a:pt x="18432" y="67899"/>
                </a:lnTo>
                <a:lnTo>
                  <a:pt x="18115" y="67832"/>
                </a:lnTo>
                <a:lnTo>
                  <a:pt x="17804" y="67756"/>
                </a:lnTo>
                <a:lnTo>
                  <a:pt x="17501" y="67671"/>
                </a:lnTo>
                <a:lnTo>
                  <a:pt x="17204" y="67577"/>
                </a:lnTo>
                <a:lnTo>
                  <a:pt x="16914" y="67475"/>
                </a:lnTo>
                <a:lnTo>
                  <a:pt x="16630" y="67363"/>
                </a:lnTo>
                <a:lnTo>
                  <a:pt x="16353" y="67243"/>
                </a:lnTo>
                <a:lnTo>
                  <a:pt x="16083" y="67113"/>
                </a:lnTo>
                <a:lnTo>
                  <a:pt x="15820" y="66975"/>
                </a:lnTo>
                <a:lnTo>
                  <a:pt x="15563" y="66827"/>
                </a:lnTo>
                <a:lnTo>
                  <a:pt x="15313" y="66671"/>
                </a:lnTo>
                <a:lnTo>
                  <a:pt x="15070" y="66506"/>
                </a:lnTo>
                <a:lnTo>
                  <a:pt x="14833" y="66332"/>
                </a:lnTo>
                <a:lnTo>
                  <a:pt x="14603" y="66149"/>
                </a:lnTo>
                <a:lnTo>
                  <a:pt x="14380" y="65957"/>
                </a:lnTo>
                <a:lnTo>
                  <a:pt x="14163" y="65756"/>
                </a:lnTo>
                <a:lnTo>
                  <a:pt x="13953" y="65547"/>
                </a:lnTo>
                <a:lnTo>
                  <a:pt x="13751" y="65329"/>
                </a:lnTo>
                <a:lnTo>
                  <a:pt x="13558" y="65103"/>
                </a:lnTo>
                <a:lnTo>
                  <a:pt x="13373" y="64870"/>
                </a:lnTo>
                <a:lnTo>
                  <a:pt x="13196" y="64629"/>
                </a:lnTo>
                <a:lnTo>
                  <a:pt x="13029" y="64380"/>
                </a:lnTo>
                <a:lnTo>
                  <a:pt x="12869" y="64124"/>
                </a:lnTo>
                <a:lnTo>
                  <a:pt x="12719" y="63860"/>
                </a:lnTo>
                <a:lnTo>
                  <a:pt x="12577" y="63588"/>
                </a:lnTo>
                <a:lnTo>
                  <a:pt x="12443" y="63309"/>
                </a:lnTo>
                <a:lnTo>
                  <a:pt x="12319" y="63022"/>
                </a:lnTo>
                <a:lnTo>
                  <a:pt x="12202" y="62728"/>
                </a:lnTo>
                <a:lnTo>
                  <a:pt x="12095" y="62426"/>
                </a:lnTo>
                <a:lnTo>
                  <a:pt x="11996" y="62116"/>
                </a:lnTo>
                <a:lnTo>
                  <a:pt x="11906" y="61798"/>
                </a:lnTo>
                <a:lnTo>
                  <a:pt x="11824" y="61473"/>
                </a:lnTo>
                <a:lnTo>
                  <a:pt x="11751" y="61141"/>
                </a:lnTo>
                <a:lnTo>
                  <a:pt x="11686" y="60800"/>
                </a:lnTo>
                <a:lnTo>
                  <a:pt x="11630" y="60452"/>
                </a:lnTo>
                <a:lnTo>
                  <a:pt x="11583" y="60097"/>
                </a:lnTo>
                <a:lnTo>
                  <a:pt x="11544" y="59733"/>
                </a:lnTo>
                <a:lnTo>
                  <a:pt x="11514" y="59362"/>
                </a:lnTo>
                <a:lnTo>
                  <a:pt x="11493" y="58984"/>
                </a:lnTo>
                <a:lnTo>
                  <a:pt x="11480" y="58598"/>
                </a:lnTo>
                <a:lnTo>
                  <a:pt x="11475" y="58204"/>
                </a:lnTo>
                <a:lnTo>
                  <a:pt x="11475" y="45535"/>
                </a:lnTo>
                <a:lnTo>
                  <a:pt x="11480" y="45141"/>
                </a:lnTo>
                <a:lnTo>
                  <a:pt x="11493" y="44754"/>
                </a:lnTo>
                <a:lnTo>
                  <a:pt x="11514" y="44376"/>
                </a:lnTo>
                <a:lnTo>
                  <a:pt x="11544" y="44005"/>
                </a:lnTo>
                <a:lnTo>
                  <a:pt x="11583" y="43641"/>
                </a:lnTo>
                <a:lnTo>
                  <a:pt x="11630" y="43285"/>
                </a:lnTo>
                <a:lnTo>
                  <a:pt x="11686" y="42937"/>
                </a:lnTo>
                <a:lnTo>
                  <a:pt x="11751" y="42597"/>
                </a:lnTo>
                <a:lnTo>
                  <a:pt x="11824" y="42264"/>
                </a:lnTo>
                <a:lnTo>
                  <a:pt x="11906" y="41939"/>
                </a:lnTo>
                <a:lnTo>
                  <a:pt x="11996" y="41621"/>
                </a:lnTo>
                <a:lnTo>
                  <a:pt x="12095" y="41312"/>
                </a:lnTo>
                <a:lnTo>
                  <a:pt x="12202" y="41009"/>
                </a:lnTo>
                <a:lnTo>
                  <a:pt x="12319" y="40715"/>
                </a:lnTo>
                <a:lnTo>
                  <a:pt x="12443" y="40428"/>
                </a:lnTo>
                <a:lnTo>
                  <a:pt x="12577" y="40149"/>
                </a:lnTo>
                <a:lnTo>
                  <a:pt x="12719" y="39877"/>
                </a:lnTo>
                <a:lnTo>
                  <a:pt x="12869" y="39613"/>
                </a:lnTo>
                <a:lnTo>
                  <a:pt x="13029" y="39357"/>
                </a:lnTo>
                <a:lnTo>
                  <a:pt x="13196" y="39108"/>
                </a:lnTo>
                <a:lnTo>
                  <a:pt x="13373" y="38867"/>
                </a:lnTo>
                <a:lnTo>
                  <a:pt x="13558" y="38634"/>
                </a:lnTo>
                <a:lnTo>
                  <a:pt x="13751" y="38408"/>
                </a:lnTo>
                <a:lnTo>
                  <a:pt x="13953" y="38190"/>
                </a:lnTo>
                <a:lnTo>
                  <a:pt x="14163" y="37981"/>
                </a:lnTo>
                <a:lnTo>
                  <a:pt x="14380" y="37780"/>
                </a:lnTo>
                <a:lnTo>
                  <a:pt x="14603" y="37588"/>
                </a:lnTo>
                <a:lnTo>
                  <a:pt x="14833" y="37405"/>
                </a:lnTo>
                <a:lnTo>
                  <a:pt x="15070" y="37231"/>
                </a:lnTo>
                <a:lnTo>
                  <a:pt x="15313" y="37066"/>
                </a:lnTo>
                <a:lnTo>
                  <a:pt x="15563" y="36909"/>
                </a:lnTo>
                <a:lnTo>
                  <a:pt x="15820" y="36762"/>
                </a:lnTo>
                <a:lnTo>
                  <a:pt x="16083" y="36624"/>
                </a:lnTo>
                <a:lnTo>
                  <a:pt x="16353" y="36494"/>
                </a:lnTo>
                <a:lnTo>
                  <a:pt x="16630" y="36374"/>
                </a:lnTo>
                <a:lnTo>
                  <a:pt x="16914" y="36262"/>
                </a:lnTo>
                <a:lnTo>
                  <a:pt x="17204" y="36160"/>
                </a:lnTo>
                <a:lnTo>
                  <a:pt x="17501" y="36066"/>
                </a:lnTo>
                <a:lnTo>
                  <a:pt x="17804" y="35981"/>
                </a:lnTo>
                <a:lnTo>
                  <a:pt x="18115" y="35905"/>
                </a:lnTo>
                <a:lnTo>
                  <a:pt x="18432" y="35838"/>
                </a:lnTo>
                <a:lnTo>
                  <a:pt x="18756" y="35780"/>
                </a:lnTo>
                <a:lnTo>
                  <a:pt x="19086" y="35731"/>
                </a:lnTo>
                <a:lnTo>
                  <a:pt x="19423" y="35691"/>
                </a:lnTo>
                <a:lnTo>
                  <a:pt x="19767" y="35660"/>
                </a:lnTo>
                <a:lnTo>
                  <a:pt x="20117" y="35638"/>
                </a:lnTo>
                <a:lnTo>
                  <a:pt x="20475" y="35624"/>
                </a:lnTo>
                <a:lnTo>
                  <a:pt x="20838" y="35620"/>
                </a:lnTo>
                <a:lnTo>
                  <a:pt x="21202" y="35624"/>
                </a:lnTo>
                <a:lnTo>
                  <a:pt x="21559" y="35638"/>
                </a:lnTo>
                <a:lnTo>
                  <a:pt x="21909" y="35661"/>
                </a:lnTo>
                <a:lnTo>
                  <a:pt x="22253" y="35692"/>
                </a:lnTo>
                <a:lnTo>
                  <a:pt x="22589" y="35733"/>
                </a:lnTo>
                <a:lnTo>
                  <a:pt x="22918" y="35783"/>
                </a:lnTo>
                <a:lnTo>
                  <a:pt x="23241" y="35842"/>
                </a:lnTo>
                <a:lnTo>
                  <a:pt x="23557" y="35911"/>
                </a:lnTo>
                <a:lnTo>
                  <a:pt x="23866" y="35988"/>
                </a:lnTo>
                <a:lnTo>
                  <a:pt x="24168" y="36074"/>
                </a:lnTo>
                <a:lnTo>
                  <a:pt x="24463" y="36169"/>
                </a:lnTo>
                <a:lnTo>
                  <a:pt x="24752" y="36274"/>
                </a:lnTo>
                <a:lnTo>
                  <a:pt x="25033" y="36388"/>
                </a:lnTo>
                <a:lnTo>
                  <a:pt x="25308" y="36510"/>
                </a:lnTo>
                <a:lnTo>
                  <a:pt x="25576" y="36642"/>
                </a:lnTo>
                <a:lnTo>
                  <a:pt x="25837" y="36783"/>
                </a:lnTo>
                <a:lnTo>
                  <a:pt x="26091" y="36933"/>
                </a:lnTo>
                <a:lnTo>
                  <a:pt x="26338" y="37092"/>
                </a:lnTo>
                <a:lnTo>
                  <a:pt x="26578" y="37260"/>
                </a:lnTo>
                <a:lnTo>
                  <a:pt x="26812" y="37437"/>
                </a:lnTo>
                <a:lnTo>
                  <a:pt x="27038" y="37623"/>
                </a:lnTo>
                <a:lnTo>
                  <a:pt x="27258" y="37819"/>
                </a:lnTo>
                <a:lnTo>
                  <a:pt x="27471" y="38023"/>
                </a:lnTo>
                <a:lnTo>
                  <a:pt x="27677" y="38237"/>
                </a:lnTo>
                <a:lnTo>
                  <a:pt x="27876" y="38458"/>
                </a:lnTo>
                <a:lnTo>
                  <a:pt x="28066" y="38687"/>
                </a:lnTo>
                <a:lnTo>
                  <a:pt x="28247" y="38923"/>
                </a:lnTo>
                <a:lnTo>
                  <a:pt x="28421" y="39166"/>
                </a:lnTo>
                <a:lnTo>
                  <a:pt x="28585" y="39416"/>
                </a:lnTo>
                <a:lnTo>
                  <a:pt x="28742" y="39673"/>
                </a:lnTo>
                <a:lnTo>
                  <a:pt x="28890" y="39938"/>
                </a:lnTo>
                <a:lnTo>
                  <a:pt x="29029" y="40210"/>
                </a:lnTo>
                <a:lnTo>
                  <a:pt x="29160" y="40489"/>
                </a:lnTo>
                <a:lnTo>
                  <a:pt x="29282" y="40775"/>
                </a:lnTo>
                <a:lnTo>
                  <a:pt x="29396" y="41068"/>
                </a:lnTo>
                <a:lnTo>
                  <a:pt x="29502" y="41369"/>
                </a:lnTo>
                <a:lnTo>
                  <a:pt x="29599" y="41676"/>
                </a:lnTo>
                <a:lnTo>
                  <a:pt x="29688" y="41991"/>
                </a:lnTo>
                <a:lnTo>
                  <a:pt x="29768" y="42313"/>
                </a:lnTo>
                <a:lnTo>
                  <a:pt x="29840" y="42643"/>
                </a:lnTo>
                <a:lnTo>
                  <a:pt x="29903" y="42979"/>
                </a:lnTo>
                <a:lnTo>
                  <a:pt x="29958" y="43322"/>
                </a:lnTo>
                <a:lnTo>
                  <a:pt x="30005" y="43673"/>
                </a:lnTo>
                <a:lnTo>
                  <a:pt x="30043" y="44031"/>
                </a:lnTo>
                <a:lnTo>
                  <a:pt x="30072" y="44396"/>
                </a:lnTo>
                <a:lnTo>
                  <a:pt x="30094" y="44769"/>
                </a:lnTo>
                <a:lnTo>
                  <a:pt x="30106" y="45148"/>
                </a:lnTo>
                <a:lnTo>
                  <a:pt x="30110" y="45535"/>
                </a:lnTo>
                <a:lnTo>
                  <a:pt x="30110" y="58204"/>
                </a:lnTo>
                <a:lnTo>
                  <a:pt x="30106" y="58590"/>
                </a:lnTo>
                <a:lnTo>
                  <a:pt x="30094" y="58970"/>
                </a:lnTo>
                <a:lnTo>
                  <a:pt x="30072" y="59342"/>
                </a:lnTo>
                <a:lnTo>
                  <a:pt x="30043" y="59707"/>
                </a:lnTo>
                <a:lnTo>
                  <a:pt x="30005" y="60065"/>
                </a:lnTo>
                <a:lnTo>
                  <a:pt x="29958" y="60415"/>
                </a:lnTo>
                <a:lnTo>
                  <a:pt x="29903" y="60759"/>
                </a:lnTo>
                <a:lnTo>
                  <a:pt x="29840" y="61095"/>
                </a:lnTo>
                <a:lnTo>
                  <a:pt x="29768" y="61424"/>
                </a:lnTo>
                <a:lnTo>
                  <a:pt x="29688" y="61746"/>
                </a:lnTo>
                <a:lnTo>
                  <a:pt x="29599" y="62061"/>
                </a:lnTo>
                <a:lnTo>
                  <a:pt x="29502" y="62369"/>
                </a:lnTo>
                <a:lnTo>
                  <a:pt x="29396" y="62669"/>
                </a:lnTo>
                <a:lnTo>
                  <a:pt x="29282" y="62963"/>
                </a:lnTo>
                <a:lnTo>
                  <a:pt x="29160" y="63249"/>
                </a:lnTo>
                <a:lnTo>
                  <a:pt x="29029" y="63528"/>
                </a:lnTo>
                <a:lnTo>
                  <a:pt x="28890" y="63800"/>
                </a:lnTo>
                <a:lnTo>
                  <a:pt x="28742" y="64064"/>
                </a:lnTo>
                <a:lnTo>
                  <a:pt x="28585" y="64322"/>
                </a:lnTo>
                <a:lnTo>
                  <a:pt x="28421" y="64572"/>
                </a:lnTo>
                <a:lnTo>
                  <a:pt x="28247" y="64815"/>
                </a:lnTo>
                <a:lnTo>
                  <a:pt x="28066" y="65051"/>
                </a:lnTo>
                <a:lnTo>
                  <a:pt x="27876" y="65280"/>
                </a:lnTo>
                <a:lnTo>
                  <a:pt x="27677" y="65502"/>
                </a:lnTo>
                <a:lnTo>
                  <a:pt x="27471" y="65715"/>
                </a:lnTo>
                <a:lnTo>
                  <a:pt x="27258" y="65920"/>
                </a:lnTo>
                <a:lnTo>
                  <a:pt x="27038" y="66115"/>
                </a:lnTo>
                <a:lnTo>
                  <a:pt x="26812" y="66301"/>
                </a:lnTo>
                <a:lnTo>
                  <a:pt x="26578" y="66478"/>
                </a:lnTo>
                <a:lnTo>
                  <a:pt x="26338" y="66646"/>
                </a:lnTo>
                <a:lnTo>
                  <a:pt x="26091" y="66805"/>
                </a:lnTo>
                <a:lnTo>
                  <a:pt x="25837" y="66955"/>
                </a:lnTo>
                <a:lnTo>
                  <a:pt x="25576" y="67096"/>
                </a:lnTo>
                <a:lnTo>
                  <a:pt x="25308" y="67227"/>
                </a:lnTo>
                <a:lnTo>
                  <a:pt x="25033" y="67350"/>
                </a:lnTo>
                <a:lnTo>
                  <a:pt x="24752" y="67463"/>
                </a:lnTo>
                <a:lnTo>
                  <a:pt x="24463" y="67568"/>
                </a:lnTo>
                <a:lnTo>
                  <a:pt x="24168" y="67663"/>
                </a:lnTo>
                <a:lnTo>
                  <a:pt x="23866" y="67749"/>
                </a:lnTo>
                <a:lnTo>
                  <a:pt x="23557" y="67827"/>
                </a:lnTo>
                <a:lnTo>
                  <a:pt x="23241" y="67895"/>
                </a:lnTo>
                <a:lnTo>
                  <a:pt x="22918" y="67954"/>
                </a:lnTo>
                <a:lnTo>
                  <a:pt x="22589" y="68004"/>
                </a:lnTo>
                <a:lnTo>
                  <a:pt x="22253" y="68045"/>
                </a:lnTo>
                <a:lnTo>
                  <a:pt x="21909" y="68076"/>
                </a:lnTo>
                <a:lnTo>
                  <a:pt x="21559" y="68099"/>
                </a:lnTo>
                <a:lnTo>
                  <a:pt x="21202" y="68113"/>
                </a:lnTo>
                <a:lnTo>
                  <a:pt x="20838" y="68117"/>
                </a:lnTo>
                <a:lnTo>
                  <a:pt x="20475" y="68113"/>
                </a:lnTo>
                <a:lnTo>
                  <a:pt x="20117" y="68099"/>
                </a:lnTo>
                <a:lnTo>
                  <a:pt x="19767" y="68077"/>
                </a:lnTo>
                <a:lnTo>
                  <a:pt x="19423" y="68046"/>
                </a:lnTo>
                <a:lnTo>
                  <a:pt x="19086" y="68006"/>
                </a:lnTo>
                <a:close/>
                <a:moveTo>
                  <a:pt x="305159" y="34253"/>
                </a:moveTo>
                <a:lnTo>
                  <a:pt x="305025" y="33836"/>
                </a:lnTo>
                <a:lnTo>
                  <a:pt x="304878" y="33428"/>
                </a:lnTo>
                <a:lnTo>
                  <a:pt x="304719" y="33029"/>
                </a:lnTo>
                <a:lnTo>
                  <a:pt x="304547" y="32639"/>
                </a:lnTo>
                <a:lnTo>
                  <a:pt x="304362" y="32258"/>
                </a:lnTo>
                <a:lnTo>
                  <a:pt x="304164" y="31886"/>
                </a:lnTo>
                <a:lnTo>
                  <a:pt x="303954" y="31523"/>
                </a:lnTo>
                <a:lnTo>
                  <a:pt x="303730" y="31170"/>
                </a:lnTo>
                <a:lnTo>
                  <a:pt x="303495" y="30825"/>
                </a:lnTo>
                <a:lnTo>
                  <a:pt x="303246" y="30490"/>
                </a:lnTo>
                <a:lnTo>
                  <a:pt x="302984" y="30164"/>
                </a:lnTo>
                <a:lnTo>
                  <a:pt x="302710" y="29846"/>
                </a:lnTo>
                <a:lnTo>
                  <a:pt x="302423" y="29538"/>
                </a:lnTo>
                <a:lnTo>
                  <a:pt x="302124" y="29239"/>
                </a:lnTo>
                <a:lnTo>
                  <a:pt x="301813" y="28951"/>
                </a:lnTo>
                <a:lnTo>
                  <a:pt x="301494" y="28675"/>
                </a:lnTo>
                <a:lnTo>
                  <a:pt x="301166" y="28411"/>
                </a:lnTo>
                <a:lnTo>
                  <a:pt x="300828" y="28159"/>
                </a:lnTo>
                <a:lnTo>
                  <a:pt x="300482" y="27920"/>
                </a:lnTo>
                <a:lnTo>
                  <a:pt x="300127" y="27693"/>
                </a:lnTo>
                <a:lnTo>
                  <a:pt x="299763" y="27478"/>
                </a:lnTo>
                <a:lnTo>
                  <a:pt x="299390" y="27276"/>
                </a:lnTo>
                <a:lnTo>
                  <a:pt x="299008" y="27085"/>
                </a:lnTo>
                <a:lnTo>
                  <a:pt x="298618" y="26907"/>
                </a:lnTo>
                <a:lnTo>
                  <a:pt x="298218" y="26742"/>
                </a:lnTo>
                <a:lnTo>
                  <a:pt x="297809" y="26588"/>
                </a:lnTo>
                <a:lnTo>
                  <a:pt x="297392" y="26447"/>
                </a:lnTo>
                <a:lnTo>
                  <a:pt x="296965" y="26318"/>
                </a:lnTo>
                <a:lnTo>
                  <a:pt x="296530" y="26202"/>
                </a:lnTo>
                <a:lnTo>
                  <a:pt x="296086" y="26098"/>
                </a:lnTo>
                <a:lnTo>
                  <a:pt x="295633" y="26006"/>
                </a:lnTo>
                <a:lnTo>
                  <a:pt x="295170" y="25926"/>
                </a:lnTo>
                <a:lnTo>
                  <a:pt x="294699" y="25858"/>
                </a:lnTo>
                <a:lnTo>
                  <a:pt x="294219" y="25803"/>
                </a:lnTo>
                <a:lnTo>
                  <a:pt x="293730" y="25760"/>
                </a:lnTo>
                <a:lnTo>
                  <a:pt x="293233" y="25729"/>
                </a:lnTo>
                <a:lnTo>
                  <a:pt x="292726" y="25711"/>
                </a:lnTo>
                <a:lnTo>
                  <a:pt x="292210" y="25705"/>
                </a:lnTo>
                <a:lnTo>
                  <a:pt x="291580" y="25714"/>
                </a:lnTo>
                <a:lnTo>
                  <a:pt x="290961" y="25741"/>
                </a:lnTo>
                <a:lnTo>
                  <a:pt x="290352" y="25787"/>
                </a:lnTo>
                <a:lnTo>
                  <a:pt x="289754" y="25850"/>
                </a:lnTo>
                <a:lnTo>
                  <a:pt x="289166" y="25932"/>
                </a:lnTo>
                <a:lnTo>
                  <a:pt x="288589" y="26032"/>
                </a:lnTo>
                <a:lnTo>
                  <a:pt x="288023" y="26150"/>
                </a:lnTo>
                <a:lnTo>
                  <a:pt x="287466" y="26286"/>
                </a:lnTo>
                <a:lnTo>
                  <a:pt x="286921" y="26441"/>
                </a:lnTo>
                <a:lnTo>
                  <a:pt x="286386" y="26613"/>
                </a:lnTo>
                <a:lnTo>
                  <a:pt x="285861" y="26804"/>
                </a:lnTo>
                <a:lnTo>
                  <a:pt x="285347" y="27013"/>
                </a:lnTo>
                <a:lnTo>
                  <a:pt x="284844" y="27240"/>
                </a:lnTo>
                <a:lnTo>
                  <a:pt x="284351" y="27486"/>
                </a:lnTo>
                <a:lnTo>
                  <a:pt x="283868" y="27749"/>
                </a:lnTo>
                <a:lnTo>
                  <a:pt x="283396" y="28031"/>
                </a:lnTo>
                <a:lnTo>
                  <a:pt x="282935" y="28331"/>
                </a:lnTo>
                <a:lnTo>
                  <a:pt x="282484" y="28649"/>
                </a:lnTo>
                <a:lnTo>
                  <a:pt x="282043" y="28985"/>
                </a:lnTo>
                <a:lnTo>
                  <a:pt x="281614" y="29339"/>
                </a:lnTo>
                <a:lnTo>
                  <a:pt x="281194" y="29712"/>
                </a:lnTo>
                <a:lnTo>
                  <a:pt x="280785" y="30102"/>
                </a:lnTo>
                <a:lnTo>
                  <a:pt x="280387" y="30511"/>
                </a:lnTo>
                <a:lnTo>
                  <a:pt x="279999" y="30938"/>
                </a:lnTo>
                <a:lnTo>
                  <a:pt x="279625" y="31381"/>
                </a:lnTo>
                <a:lnTo>
                  <a:pt x="279266" y="31836"/>
                </a:lnTo>
                <a:lnTo>
                  <a:pt x="278924" y="32304"/>
                </a:lnTo>
                <a:lnTo>
                  <a:pt x="278597" y="32784"/>
                </a:lnTo>
                <a:lnTo>
                  <a:pt x="278286" y="33278"/>
                </a:lnTo>
                <a:lnTo>
                  <a:pt x="277991" y="33784"/>
                </a:lnTo>
                <a:lnTo>
                  <a:pt x="277713" y="34303"/>
                </a:lnTo>
                <a:lnTo>
                  <a:pt x="277450" y="34834"/>
                </a:lnTo>
                <a:lnTo>
                  <a:pt x="277203" y="35379"/>
                </a:lnTo>
                <a:lnTo>
                  <a:pt x="276972" y="35936"/>
                </a:lnTo>
                <a:lnTo>
                  <a:pt x="276757" y="36506"/>
                </a:lnTo>
                <a:lnTo>
                  <a:pt x="276557" y="37089"/>
                </a:lnTo>
                <a:lnTo>
                  <a:pt x="276374" y="37684"/>
                </a:lnTo>
                <a:lnTo>
                  <a:pt x="276207" y="38292"/>
                </a:lnTo>
                <a:lnTo>
                  <a:pt x="276055" y="38913"/>
                </a:lnTo>
                <a:lnTo>
                  <a:pt x="275920" y="39547"/>
                </a:lnTo>
                <a:lnTo>
                  <a:pt x="275801" y="40193"/>
                </a:lnTo>
                <a:lnTo>
                  <a:pt x="275697" y="40852"/>
                </a:lnTo>
                <a:lnTo>
                  <a:pt x="275609" y="41524"/>
                </a:lnTo>
                <a:lnTo>
                  <a:pt x="275538" y="42209"/>
                </a:lnTo>
                <a:lnTo>
                  <a:pt x="275482" y="42906"/>
                </a:lnTo>
                <a:lnTo>
                  <a:pt x="275442" y="43617"/>
                </a:lnTo>
                <a:lnTo>
                  <a:pt x="275418" y="44340"/>
                </a:lnTo>
                <a:lnTo>
                  <a:pt x="275410" y="45075"/>
                </a:lnTo>
                <a:lnTo>
                  <a:pt x="275410" y="58754"/>
                </a:lnTo>
                <a:lnTo>
                  <a:pt x="275418" y="59482"/>
                </a:lnTo>
                <a:lnTo>
                  <a:pt x="275442" y="60198"/>
                </a:lnTo>
                <a:lnTo>
                  <a:pt x="275483" y="60901"/>
                </a:lnTo>
                <a:lnTo>
                  <a:pt x="275539" y="61592"/>
                </a:lnTo>
                <a:lnTo>
                  <a:pt x="275611" y="62271"/>
                </a:lnTo>
                <a:lnTo>
                  <a:pt x="275700" y="62937"/>
                </a:lnTo>
                <a:lnTo>
                  <a:pt x="275804" y="63590"/>
                </a:lnTo>
                <a:lnTo>
                  <a:pt x="275925" y="64231"/>
                </a:lnTo>
                <a:lnTo>
                  <a:pt x="276062" y="64860"/>
                </a:lnTo>
                <a:lnTo>
                  <a:pt x="276215" y="65477"/>
                </a:lnTo>
                <a:lnTo>
                  <a:pt x="276384" y="66080"/>
                </a:lnTo>
                <a:lnTo>
                  <a:pt x="276569" y="66672"/>
                </a:lnTo>
                <a:lnTo>
                  <a:pt x="276770" y="67251"/>
                </a:lnTo>
                <a:lnTo>
                  <a:pt x="276987" y="67818"/>
                </a:lnTo>
                <a:lnTo>
                  <a:pt x="277221" y="68372"/>
                </a:lnTo>
                <a:lnTo>
                  <a:pt x="277470" y="68913"/>
                </a:lnTo>
                <a:lnTo>
                  <a:pt x="277736" y="69443"/>
                </a:lnTo>
                <a:lnTo>
                  <a:pt x="278017" y="69960"/>
                </a:lnTo>
                <a:lnTo>
                  <a:pt x="278315" y="70464"/>
                </a:lnTo>
                <a:lnTo>
                  <a:pt x="278629" y="70956"/>
                </a:lnTo>
                <a:lnTo>
                  <a:pt x="278959" y="71436"/>
                </a:lnTo>
                <a:lnTo>
                  <a:pt x="279305" y="71903"/>
                </a:lnTo>
                <a:lnTo>
                  <a:pt x="279667" y="72358"/>
                </a:lnTo>
                <a:lnTo>
                  <a:pt x="280045" y="72800"/>
                </a:lnTo>
                <a:lnTo>
                  <a:pt x="280437" y="73227"/>
                </a:lnTo>
                <a:lnTo>
                  <a:pt x="280838" y="73636"/>
                </a:lnTo>
                <a:lnTo>
                  <a:pt x="281250" y="74026"/>
                </a:lnTo>
                <a:lnTo>
                  <a:pt x="281671" y="74399"/>
                </a:lnTo>
                <a:lnTo>
                  <a:pt x="282103" y="74753"/>
                </a:lnTo>
                <a:lnTo>
                  <a:pt x="282544" y="75089"/>
                </a:lnTo>
                <a:lnTo>
                  <a:pt x="282996" y="75407"/>
                </a:lnTo>
                <a:lnTo>
                  <a:pt x="283458" y="75707"/>
                </a:lnTo>
                <a:lnTo>
                  <a:pt x="283930" y="75988"/>
                </a:lnTo>
                <a:lnTo>
                  <a:pt x="284411" y="76252"/>
                </a:lnTo>
                <a:lnTo>
                  <a:pt x="284903" y="76497"/>
                </a:lnTo>
                <a:lnTo>
                  <a:pt x="285405" y="76724"/>
                </a:lnTo>
                <a:lnTo>
                  <a:pt x="285917" y="76933"/>
                </a:lnTo>
                <a:lnTo>
                  <a:pt x="286439" y="77124"/>
                </a:lnTo>
                <a:lnTo>
                  <a:pt x="286971" y="77296"/>
                </a:lnTo>
                <a:lnTo>
                  <a:pt x="287513" y="77451"/>
                </a:lnTo>
                <a:lnTo>
                  <a:pt x="288065" y="77587"/>
                </a:lnTo>
                <a:lnTo>
                  <a:pt x="288627" y="77705"/>
                </a:lnTo>
                <a:lnTo>
                  <a:pt x="289199" y="77805"/>
                </a:lnTo>
                <a:lnTo>
                  <a:pt x="289781" y="77887"/>
                </a:lnTo>
                <a:lnTo>
                  <a:pt x="290373" y="77950"/>
                </a:lnTo>
                <a:lnTo>
                  <a:pt x="290975" y="77996"/>
                </a:lnTo>
                <a:lnTo>
                  <a:pt x="291588" y="78023"/>
                </a:lnTo>
                <a:lnTo>
                  <a:pt x="292210" y="78032"/>
                </a:lnTo>
                <a:lnTo>
                  <a:pt x="292726" y="78026"/>
                </a:lnTo>
                <a:lnTo>
                  <a:pt x="293233" y="78008"/>
                </a:lnTo>
                <a:lnTo>
                  <a:pt x="293730" y="77977"/>
                </a:lnTo>
                <a:lnTo>
                  <a:pt x="294219" y="77934"/>
                </a:lnTo>
                <a:lnTo>
                  <a:pt x="294699" y="77879"/>
                </a:lnTo>
                <a:lnTo>
                  <a:pt x="295170" y="77811"/>
                </a:lnTo>
                <a:lnTo>
                  <a:pt x="295633" y="77731"/>
                </a:lnTo>
                <a:lnTo>
                  <a:pt x="296086" y="77639"/>
                </a:lnTo>
                <a:lnTo>
                  <a:pt x="296530" y="77535"/>
                </a:lnTo>
                <a:lnTo>
                  <a:pt x="296965" y="77419"/>
                </a:lnTo>
                <a:lnTo>
                  <a:pt x="297392" y="77290"/>
                </a:lnTo>
                <a:lnTo>
                  <a:pt x="297809" y="77149"/>
                </a:lnTo>
                <a:lnTo>
                  <a:pt x="298218" y="76995"/>
                </a:lnTo>
                <a:lnTo>
                  <a:pt x="298618" y="76829"/>
                </a:lnTo>
                <a:lnTo>
                  <a:pt x="299008" y="76652"/>
                </a:lnTo>
                <a:lnTo>
                  <a:pt x="299390" y="76461"/>
                </a:lnTo>
                <a:lnTo>
                  <a:pt x="299763" y="76259"/>
                </a:lnTo>
                <a:lnTo>
                  <a:pt x="300127" y="76044"/>
                </a:lnTo>
                <a:lnTo>
                  <a:pt x="300482" y="75817"/>
                </a:lnTo>
                <a:lnTo>
                  <a:pt x="300828" y="75578"/>
                </a:lnTo>
                <a:lnTo>
                  <a:pt x="301166" y="75326"/>
                </a:lnTo>
                <a:lnTo>
                  <a:pt x="301494" y="75062"/>
                </a:lnTo>
                <a:lnTo>
                  <a:pt x="301813" y="74786"/>
                </a:lnTo>
                <a:lnTo>
                  <a:pt x="302124" y="74498"/>
                </a:lnTo>
                <a:lnTo>
                  <a:pt x="302423" y="74199"/>
                </a:lnTo>
                <a:lnTo>
                  <a:pt x="302710" y="73891"/>
                </a:lnTo>
                <a:lnTo>
                  <a:pt x="302984" y="73573"/>
                </a:lnTo>
                <a:lnTo>
                  <a:pt x="303246" y="73247"/>
                </a:lnTo>
                <a:lnTo>
                  <a:pt x="303495" y="72912"/>
                </a:lnTo>
                <a:lnTo>
                  <a:pt x="303730" y="72567"/>
                </a:lnTo>
                <a:lnTo>
                  <a:pt x="303954" y="72214"/>
                </a:lnTo>
                <a:lnTo>
                  <a:pt x="304164" y="71851"/>
                </a:lnTo>
                <a:lnTo>
                  <a:pt x="304362" y="71479"/>
                </a:lnTo>
                <a:lnTo>
                  <a:pt x="304547" y="71098"/>
                </a:lnTo>
                <a:lnTo>
                  <a:pt x="304719" y="70708"/>
                </a:lnTo>
                <a:lnTo>
                  <a:pt x="304878" y="70309"/>
                </a:lnTo>
                <a:lnTo>
                  <a:pt x="305025" y="69901"/>
                </a:lnTo>
                <a:lnTo>
                  <a:pt x="305159" y="69484"/>
                </a:lnTo>
                <a:lnTo>
                  <a:pt x="305280" y="69058"/>
                </a:lnTo>
                <a:lnTo>
                  <a:pt x="305388" y="68623"/>
                </a:lnTo>
                <a:lnTo>
                  <a:pt x="305484" y="68178"/>
                </a:lnTo>
                <a:lnTo>
                  <a:pt x="305567" y="67725"/>
                </a:lnTo>
                <a:lnTo>
                  <a:pt x="305605" y="67476"/>
                </a:lnTo>
                <a:lnTo>
                  <a:pt x="305797" y="67476"/>
                </a:lnTo>
                <a:lnTo>
                  <a:pt x="305797" y="77115"/>
                </a:lnTo>
                <a:lnTo>
                  <a:pt x="316996" y="77115"/>
                </a:lnTo>
                <a:lnTo>
                  <a:pt x="316996" y="10098"/>
                </a:lnTo>
                <a:lnTo>
                  <a:pt x="305521" y="10098"/>
                </a:lnTo>
                <a:lnTo>
                  <a:pt x="305521" y="24235"/>
                </a:lnTo>
                <a:lnTo>
                  <a:pt x="305888" y="36261"/>
                </a:lnTo>
                <a:lnTo>
                  <a:pt x="305605" y="36261"/>
                </a:lnTo>
                <a:lnTo>
                  <a:pt x="305567" y="36012"/>
                </a:lnTo>
                <a:lnTo>
                  <a:pt x="305484" y="35559"/>
                </a:lnTo>
                <a:lnTo>
                  <a:pt x="305388" y="35114"/>
                </a:lnTo>
                <a:lnTo>
                  <a:pt x="305280" y="34679"/>
                </a:lnTo>
                <a:lnTo>
                  <a:pt x="305159" y="34253"/>
                </a:lnTo>
                <a:close/>
                <a:moveTo>
                  <a:pt x="294496" y="68006"/>
                </a:moveTo>
                <a:lnTo>
                  <a:pt x="294166" y="67957"/>
                </a:lnTo>
                <a:lnTo>
                  <a:pt x="293842" y="67899"/>
                </a:lnTo>
                <a:lnTo>
                  <a:pt x="293525" y="67832"/>
                </a:lnTo>
                <a:lnTo>
                  <a:pt x="293215" y="67756"/>
                </a:lnTo>
                <a:lnTo>
                  <a:pt x="292911" y="67671"/>
                </a:lnTo>
                <a:lnTo>
                  <a:pt x="292614" y="67577"/>
                </a:lnTo>
                <a:lnTo>
                  <a:pt x="292324" y="67475"/>
                </a:lnTo>
                <a:lnTo>
                  <a:pt x="292040" y="67363"/>
                </a:lnTo>
                <a:lnTo>
                  <a:pt x="291764" y="67243"/>
                </a:lnTo>
                <a:lnTo>
                  <a:pt x="291493" y="67113"/>
                </a:lnTo>
                <a:lnTo>
                  <a:pt x="291230" y="66975"/>
                </a:lnTo>
                <a:lnTo>
                  <a:pt x="290973" y="66827"/>
                </a:lnTo>
                <a:lnTo>
                  <a:pt x="290723" y="66671"/>
                </a:lnTo>
                <a:lnTo>
                  <a:pt x="290480" y="66506"/>
                </a:lnTo>
                <a:lnTo>
                  <a:pt x="290243" y="66332"/>
                </a:lnTo>
                <a:lnTo>
                  <a:pt x="290013" y="66149"/>
                </a:lnTo>
                <a:lnTo>
                  <a:pt x="289790" y="65957"/>
                </a:lnTo>
                <a:lnTo>
                  <a:pt x="289573" y="65756"/>
                </a:lnTo>
                <a:lnTo>
                  <a:pt x="289364" y="65547"/>
                </a:lnTo>
                <a:lnTo>
                  <a:pt x="289161" y="65329"/>
                </a:lnTo>
                <a:lnTo>
                  <a:pt x="288968" y="65103"/>
                </a:lnTo>
                <a:lnTo>
                  <a:pt x="288783" y="64870"/>
                </a:lnTo>
                <a:lnTo>
                  <a:pt x="288606" y="64629"/>
                </a:lnTo>
                <a:lnTo>
                  <a:pt x="288439" y="64380"/>
                </a:lnTo>
                <a:lnTo>
                  <a:pt x="288279" y="64124"/>
                </a:lnTo>
                <a:lnTo>
                  <a:pt x="288129" y="63860"/>
                </a:lnTo>
                <a:lnTo>
                  <a:pt x="287987" y="63588"/>
                </a:lnTo>
                <a:lnTo>
                  <a:pt x="287854" y="63309"/>
                </a:lnTo>
                <a:lnTo>
                  <a:pt x="287729" y="63022"/>
                </a:lnTo>
                <a:lnTo>
                  <a:pt x="287613" y="62728"/>
                </a:lnTo>
                <a:lnTo>
                  <a:pt x="287505" y="62426"/>
                </a:lnTo>
                <a:lnTo>
                  <a:pt x="287406" y="62116"/>
                </a:lnTo>
                <a:lnTo>
                  <a:pt x="287316" y="61798"/>
                </a:lnTo>
                <a:lnTo>
                  <a:pt x="287234" y="61473"/>
                </a:lnTo>
                <a:lnTo>
                  <a:pt x="287161" y="61141"/>
                </a:lnTo>
                <a:lnTo>
                  <a:pt x="287096" y="60800"/>
                </a:lnTo>
                <a:lnTo>
                  <a:pt x="287040" y="60452"/>
                </a:lnTo>
                <a:lnTo>
                  <a:pt x="286993" y="60097"/>
                </a:lnTo>
                <a:lnTo>
                  <a:pt x="286954" y="59733"/>
                </a:lnTo>
                <a:lnTo>
                  <a:pt x="286924" y="59362"/>
                </a:lnTo>
                <a:lnTo>
                  <a:pt x="286903" y="58984"/>
                </a:lnTo>
                <a:lnTo>
                  <a:pt x="286890" y="58598"/>
                </a:lnTo>
                <a:lnTo>
                  <a:pt x="286886" y="58204"/>
                </a:lnTo>
                <a:lnTo>
                  <a:pt x="286886" y="45535"/>
                </a:lnTo>
                <a:lnTo>
                  <a:pt x="286890" y="45141"/>
                </a:lnTo>
                <a:lnTo>
                  <a:pt x="286903" y="44754"/>
                </a:lnTo>
                <a:lnTo>
                  <a:pt x="286924" y="44376"/>
                </a:lnTo>
                <a:lnTo>
                  <a:pt x="286954" y="44005"/>
                </a:lnTo>
                <a:lnTo>
                  <a:pt x="286993" y="43641"/>
                </a:lnTo>
                <a:lnTo>
                  <a:pt x="287040" y="43285"/>
                </a:lnTo>
                <a:lnTo>
                  <a:pt x="287096" y="42937"/>
                </a:lnTo>
                <a:lnTo>
                  <a:pt x="287161" y="42597"/>
                </a:lnTo>
                <a:lnTo>
                  <a:pt x="287234" y="42264"/>
                </a:lnTo>
                <a:lnTo>
                  <a:pt x="287316" y="41939"/>
                </a:lnTo>
                <a:lnTo>
                  <a:pt x="287406" y="41621"/>
                </a:lnTo>
                <a:lnTo>
                  <a:pt x="287505" y="41312"/>
                </a:lnTo>
                <a:lnTo>
                  <a:pt x="287613" y="41009"/>
                </a:lnTo>
                <a:lnTo>
                  <a:pt x="287729" y="40715"/>
                </a:lnTo>
                <a:lnTo>
                  <a:pt x="287854" y="40428"/>
                </a:lnTo>
                <a:lnTo>
                  <a:pt x="287987" y="40149"/>
                </a:lnTo>
                <a:lnTo>
                  <a:pt x="288129" y="39877"/>
                </a:lnTo>
                <a:lnTo>
                  <a:pt x="288279" y="39613"/>
                </a:lnTo>
                <a:lnTo>
                  <a:pt x="288439" y="39357"/>
                </a:lnTo>
                <a:lnTo>
                  <a:pt x="288606" y="39108"/>
                </a:lnTo>
                <a:lnTo>
                  <a:pt x="288783" y="38867"/>
                </a:lnTo>
                <a:lnTo>
                  <a:pt x="288968" y="38634"/>
                </a:lnTo>
                <a:lnTo>
                  <a:pt x="289161" y="38408"/>
                </a:lnTo>
                <a:lnTo>
                  <a:pt x="289364" y="38190"/>
                </a:lnTo>
                <a:lnTo>
                  <a:pt x="289573" y="37981"/>
                </a:lnTo>
                <a:lnTo>
                  <a:pt x="289790" y="37780"/>
                </a:lnTo>
                <a:lnTo>
                  <a:pt x="290013" y="37588"/>
                </a:lnTo>
                <a:lnTo>
                  <a:pt x="290243" y="37405"/>
                </a:lnTo>
                <a:lnTo>
                  <a:pt x="290480" y="37231"/>
                </a:lnTo>
                <a:lnTo>
                  <a:pt x="290723" y="37066"/>
                </a:lnTo>
                <a:lnTo>
                  <a:pt x="290973" y="36909"/>
                </a:lnTo>
                <a:lnTo>
                  <a:pt x="291230" y="36762"/>
                </a:lnTo>
                <a:lnTo>
                  <a:pt x="291493" y="36624"/>
                </a:lnTo>
                <a:lnTo>
                  <a:pt x="291764" y="36494"/>
                </a:lnTo>
                <a:lnTo>
                  <a:pt x="292040" y="36374"/>
                </a:lnTo>
                <a:lnTo>
                  <a:pt x="292324" y="36262"/>
                </a:lnTo>
                <a:lnTo>
                  <a:pt x="292614" y="36160"/>
                </a:lnTo>
                <a:lnTo>
                  <a:pt x="292911" y="36066"/>
                </a:lnTo>
                <a:lnTo>
                  <a:pt x="293215" y="35981"/>
                </a:lnTo>
                <a:lnTo>
                  <a:pt x="293525" y="35905"/>
                </a:lnTo>
                <a:lnTo>
                  <a:pt x="293842" y="35838"/>
                </a:lnTo>
                <a:lnTo>
                  <a:pt x="294166" y="35780"/>
                </a:lnTo>
                <a:lnTo>
                  <a:pt x="294496" y="35731"/>
                </a:lnTo>
                <a:lnTo>
                  <a:pt x="294833" y="35691"/>
                </a:lnTo>
                <a:lnTo>
                  <a:pt x="295177" y="35660"/>
                </a:lnTo>
                <a:lnTo>
                  <a:pt x="295527" y="35638"/>
                </a:lnTo>
                <a:lnTo>
                  <a:pt x="295885" y="35624"/>
                </a:lnTo>
                <a:lnTo>
                  <a:pt x="296249" y="35620"/>
                </a:lnTo>
                <a:lnTo>
                  <a:pt x="296612" y="35624"/>
                </a:lnTo>
                <a:lnTo>
                  <a:pt x="296969" y="35638"/>
                </a:lnTo>
                <a:lnTo>
                  <a:pt x="297319" y="35661"/>
                </a:lnTo>
                <a:lnTo>
                  <a:pt x="297663" y="35692"/>
                </a:lnTo>
                <a:lnTo>
                  <a:pt x="297999" y="35733"/>
                </a:lnTo>
                <a:lnTo>
                  <a:pt x="298329" y="35783"/>
                </a:lnTo>
                <a:lnTo>
                  <a:pt x="298651" y="35842"/>
                </a:lnTo>
                <a:lnTo>
                  <a:pt x="298967" y="35911"/>
                </a:lnTo>
                <a:lnTo>
                  <a:pt x="299276" y="35988"/>
                </a:lnTo>
                <a:lnTo>
                  <a:pt x="299578" y="36074"/>
                </a:lnTo>
                <a:lnTo>
                  <a:pt x="299873" y="36169"/>
                </a:lnTo>
                <a:lnTo>
                  <a:pt x="300162" y="36274"/>
                </a:lnTo>
                <a:lnTo>
                  <a:pt x="300443" y="36388"/>
                </a:lnTo>
                <a:lnTo>
                  <a:pt x="300718" y="36510"/>
                </a:lnTo>
                <a:lnTo>
                  <a:pt x="300986" y="36642"/>
                </a:lnTo>
                <a:lnTo>
                  <a:pt x="301247" y="36783"/>
                </a:lnTo>
                <a:lnTo>
                  <a:pt x="301501" y="36933"/>
                </a:lnTo>
                <a:lnTo>
                  <a:pt x="301748" y="37092"/>
                </a:lnTo>
                <a:lnTo>
                  <a:pt x="301988" y="37260"/>
                </a:lnTo>
                <a:lnTo>
                  <a:pt x="302222" y="37437"/>
                </a:lnTo>
                <a:lnTo>
                  <a:pt x="302449" y="37623"/>
                </a:lnTo>
                <a:lnTo>
                  <a:pt x="302668" y="37819"/>
                </a:lnTo>
                <a:lnTo>
                  <a:pt x="302881" y="38023"/>
                </a:lnTo>
                <a:lnTo>
                  <a:pt x="303087" y="38237"/>
                </a:lnTo>
                <a:lnTo>
                  <a:pt x="303286" y="38458"/>
                </a:lnTo>
                <a:lnTo>
                  <a:pt x="303476" y="38687"/>
                </a:lnTo>
                <a:lnTo>
                  <a:pt x="303658" y="38923"/>
                </a:lnTo>
                <a:lnTo>
                  <a:pt x="303831" y="39166"/>
                </a:lnTo>
                <a:lnTo>
                  <a:pt x="303996" y="39416"/>
                </a:lnTo>
                <a:lnTo>
                  <a:pt x="304152" y="39673"/>
                </a:lnTo>
                <a:lnTo>
                  <a:pt x="304300" y="39938"/>
                </a:lnTo>
                <a:lnTo>
                  <a:pt x="304439" y="40210"/>
                </a:lnTo>
                <a:lnTo>
                  <a:pt x="304570" y="40489"/>
                </a:lnTo>
                <a:lnTo>
                  <a:pt x="304693" y="40775"/>
                </a:lnTo>
                <a:lnTo>
                  <a:pt x="304807" y="41068"/>
                </a:lnTo>
                <a:lnTo>
                  <a:pt x="304912" y="41369"/>
                </a:lnTo>
                <a:lnTo>
                  <a:pt x="305009" y="41676"/>
                </a:lnTo>
                <a:lnTo>
                  <a:pt x="305098" y="41991"/>
                </a:lnTo>
                <a:lnTo>
                  <a:pt x="305178" y="42313"/>
                </a:lnTo>
                <a:lnTo>
                  <a:pt x="305250" y="42643"/>
                </a:lnTo>
                <a:lnTo>
                  <a:pt x="305314" y="42979"/>
                </a:lnTo>
                <a:lnTo>
                  <a:pt x="305368" y="43322"/>
                </a:lnTo>
                <a:lnTo>
                  <a:pt x="305415" y="43673"/>
                </a:lnTo>
                <a:lnTo>
                  <a:pt x="305453" y="44031"/>
                </a:lnTo>
                <a:lnTo>
                  <a:pt x="305483" y="44396"/>
                </a:lnTo>
                <a:lnTo>
                  <a:pt x="305504" y="44769"/>
                </a:lnTo>
                <a:lnTo>
                  <a:pt x="305516" y="45148"/>
                </a:lnTo>
                <a:lnTo>
                  <a:pt x="305521" y="45535"/>
                </a:lnTo>
                <a:lnTo>
                  <a:pt x="305521" y="58204"/>
                </a:lnTo>
                <a:lnTo>
                  <a:pt x="305516" y="58590"/>
                </a:lnTo>
                <a:lnTo>
                  <a:pt x="305504" y="58970"/>
                </a:lnTo>
                <a:lnTo>
                  <a:pt x="305483" y="59342"/>
                </a:lnTo>
                <a:lnTo>
                  <a:pt x="305453" y="59707"/>
                </a:lnTo>
                <a:lnTo>
                  <a:pt x="305415" y="60065"/>
                </a:lnTo>
                <a:lnTo>
                  <a:pt x="305368" y="60415"/>
                </a:lnTo>
                <a:lnTo>
                  <a:pt x="305314" y="60759"/>
                </a:lnTo>
                <a:lnTo>
                  <a:pt x="305250" y="61095"/>
                </a:lnTo>
                <a:lnTo>
                  <a:pt x="305178" y="61424"/>
                </a:lnTo>
                <a:lnTo>
                  <a:pt x="305098" y="61746"/>
                </a:lnTo>
                <a:lnTo>
                  <a:pt x="305009" y="62061"/>
                </a:lnTo>
                <a:lnTo>
                  <a:pt x="304912" y="62369"/>
                </a:lnTo>
                <a:lnTo>
                  <a:pt x="304807" y="62669"/>
                </a:lnTo>
                <a:lnTo>
                  <a:pt x="304693" y="62963"/>
                </a:lnTo>
                <a:lnTo>
                  <a:pt x="304570" y="63249"/>
                </a:lnTo>
                <a:lnTo>
                  <a:pt x="304439" y="63528"/>
                </a:lnTo>
                <a:lnTo>
                  <a:pt x="304300" y="63800"/>
                </a:lnTo>
                <a:lnTo>
                  <a:pt x="304152" y="64064"/>
                </a:lnTo>
                <a:lnTo>
                  <a:pt x="303996" y="64322"/>
                </a:lnTo>
                <a:lnTo>
                  <a:pt x="303831" y="64572"/>
                </a:lnTo>
                <a:lnTo>
                  <a:pt x="303658" y="64815"/>
                </a:lnTo>
                <a:lnTo>
                  <a:pt x="303476" y="65051"/>
                </a:lnTo>
                <a:lnTo>
                  <a:pt x="303286" y="65280"/>
                </a:lnTo>
                <a:lnTo>
                  <a:pt x="303087" y="65502"/>
                </a:lnTo>
                <a:lnTo>
                  <a:pt x="302881" y="65715"/>
                </a:lnTo>
                <a:lnTo>
                  <a:pt x="302668" y="65920"/>
                </a:lnTo>
                <a:lnTo>
                  <a:pt x="302449" y="66115"/>
                </a:lnTo>
                <a:lnTo>
                  <a:pt x="302222" y="66301"/>
                </a:lnTo>
                <a:lnTo>
                  <a:pt x="301988" y="66478"/>
                </a:lnTo>
                <a:lnTo>
                  <a:pt x="301748" y="66646"/>
                </a:lnTo>
                <a:lnTo>
                  <a:pt x="301501" y="66805"/>
                </a:lnTo>
                <a:lnTo>
                  <a:pt x="301247" y="66955"/>
                </a:lnTo>
                <a:lnTo>
                  <a:pt x="300986" y="67096"/>
                </a:lnTo>
                <a:lnTo>
                  <a:pt x="300718" y="67227"/>
                </a:lnTo>
                <a:lnTo>
                  <a:pt x="300443" y="67350"/>
                </a:lnTo>
                <a:lnTo>
                  <a:pt x="300162" y="67463"/>
                </a:lnTo>
                <a:lnTo>
                  <a:pt x="299873" y="67568"/>
                </a:lnTo>
                <a:lnTo>
                  <a:pt x="299578" y="67663"/>
                </a:lnTo>
                <a:lnTo>
                  <a:pt x="299276" y="67749"/>
                </a:lnTo>
                <a:lnTo>
                  <a:pt x="298967" y="67827"/>
                </a:lnTo>
                <a:lnTo>
                  <a:pt x="298651" y="67895"/>
                </a:lnTo>
                <a:lnTo>
                  <a:pt x="298329" y="67954"/>
                </a:lnTo>
                <a:lnTo>
                  <a:pt x="297999" y="68004"/>
                </a:lnTo>
                <a:lnTo>
                  <a:pt x="297663" y="68045"/>
                </a:lnTo>
                <a:lnTo>
                  <a:pt x="297319" y="68076"/>
                </a:lnTo>
                <a:lnTo>
                  <a:pt x="296969" y="68099"/>
                </a:lnTo>
                <a:lnTo>
                  <a:pt x="296612" y="68113"/>
                </a:lnTo>
                <a:lnTo>
                  <a:pt x="296249" y="68117"/>
                </a:lnTo>
                <a:lnTo>
                  <a:pt x="295885" y="68113"/>
                </a:lnTo>
                <a:lnTo>
                  <a:pt x="295527" y="68099"/>
                </a:lnTo>
                <a:lnTo>
                  <a:pt x="295177" y="68077"/>
                </a:lnTo>
                <a:lnTo>
                  <a:pt x="294833" y="68046"/>
                </a:lnTo>
                <a:lnTo>
                  <a:pt x="294496" y="68006"/>
                </a:lnTo>
                <a:close/>
                <a:moveTo>
                  <a:pt x="412276" y="66707"/>
                </a:moveTo>
                <a:lnTo>
                  <a:pt x="411926" y="66666"/>
                </a:lnTo>
                <a:lnTo>
                  <a:pt x="411593" y="66608"/>
                </a:lnTo>
                <a:lnTo>
                  <a:pt x="411276" y="66533"/>
                </a:lnTo>
                <a:lnTo>
                  <a:pt x="410975" y="66442"/>
                </a:lnTo>
                <a:lnTo>
                  <a:pt x="410691" y="66334"/>
                </a:lnTo>
                <a:lnTo>
                  <a:pt x="410422" y="66210"/>
                </a:lnTo>
                <a:lnTo>
                  <a:pt x="410170" y="66069"/>
                </a:lnTo>
                <a:lnTo>
                  <a:pt x="409934" y="65912"/>
                </a:lnTo>
                <a:lnTo>
                  <a:pt x="409715" y="65738"/>
                </a:lnTo>
                <a:lnTo>
                  <a:pt x="409512" y="65547"/>
                </a:lnTo>
                <a:lnTo>
                  <a:pt x="409325" y="65340"/>
                </a:lnTo>
                <a:lnTo>
                  <a:pt x="409154" y="65116"/>
                </a:lnTo>
                <a:lnTo>
                  <a:pt x="409000" y="64876"/>
                </a:lnTo>
                <a:lnTo>
                  <a:pt x="408861" y="64619"/>
                </a:lnTo>
                <a:lnTo>
                  <a:pt x="408739" y="64346"/>
                </a:lnTo>
                <a:lnTo>
                  <a:pt x="408634" y="64056"/>
                </a:lnTo>
                <a:lnTo>
                  <a:pt x="408544" y="63749"/>
                </a:lnTo>
                <a:lnTo>
                  <a:pt x="408471" y="63426"/>
                </a:lnTo>
                <a:lnTo>
                  <a:pt x="408414" y="63086"/>
                </a:lnTo>
                <a:lnTo>
                  <a:pt x="408374" y="62730"/>
                </a:lnTo>
                <a:lnTo>
                  <a:pt x="408349" y="62357"/>
                </a:lnTo>
                <a:lnTo>
                  <a:pt x="408341" y="61968"/>
                </a:lnTo>
                <a:lnTo>
                  <a:pt x="408341" y="36997"/>
                </a:lnTo>
                <a:lnTo>
                  <a:pt x="427713" y="36997"/>
                </a:lnTo>
                <a:lnTo>
                  <a:pt x="427713" y="26622"/>
                </a:lnTo>
                <a:lnTo>
                  <a:pt x="408341" y="26622"/>
                </a:lnTo>
                <a:lnTo>
                  <a:pt x="408341" y="12393"/>
                </a:lnTo>
                <a:lnTo>
                  <a:pt x="396775" y="12393"/>
                </a:lnTo>
                <a:lnTo>
                  <a:pt x="396775" y="26622"/>
                </a:lnTo>
                <a:lnTo>
                  <a:pt x="383096" y="26622"/>
                </a:lnTo>
                <a:lnTo>
                  <a:pt x="383096" y="36997"/>
                </a:lnTo>
                <a:lnTo>
                  <a:pt x="396775" y="36997"/>
                </a:lnTo>
                <a:lnTo>
                  <a:pt x="396775" y="61968"/>
                </a:lnTo>
                <a:lnTo>
                  <a:pt x="396782" y="62551"/>
                </a:lnTo>
                <a:lnTo>
                  <a:pt x="396803" y="63125"/>
                </a:lnTo>
                <a:lnTo>
                  <a:pt x="396838" y="63687"/>
                </a:lnTo>
                <a:lnTo>
                  <a:pt x="396888" y="64240"/>
                </a:lnTo>
                <a:lnTo>
                  <a:pt x="396952" y="64781"/>
                </a:lnTo>
                <a:lnTo>
                  <a:pt x="397030" y="65313"/>
                </a:lnTo>
                <a:lnTo>
                  <a:pt x="397122" y="65833"/>
                </a:lnTo>
                <a:lnTo>
                  <a:pt x="397228" y="66343"/>
                </a:lnTo>
                <a:lnTo>
                  <a:pt x="397349" y="66843"/>
                </a:lnTo>
                <a:lnTo>
                  <a:pt x="397484" y="67332"/>
                </a:lnTo>
                <a:lnTo>
                  <a:pt x="397633" y="67811"/>
                </a:lnTo>
                <a:lnTo>
                  <a:pt x="397796" y="68279"/>
                </a:lnTo>
                <a:lnTo>
                  <a:pt x="397973" y="68737"/>
                </a:lnTo>
                <a:lnTo>
                  <a:pt x="398164" y="69184"/>
                </a:lnTo>
                <a:lnTo>
                  <a:pt x="398370" y="69620"/>
                </a:lnTo>
                <a:lnTo>
                  <a:pt x="398590" y="70046"/>
                </a:lnTo>
                <a:lnTo>
                  <a:pt x="398824" y="70462"/>
                </a:lnTo>
                <a:lnTo>
                  <a:pt x="399072" y="70867"/>
                </a:lnTo>
                <a:lnTo>
                  <a:pt x="399335" y="71261"/>
                </a:lnTo>
                <a:lnTo>
                  <a:pt x="399611" y="71645"/>
                </a:lnTo>
                <a:lnTo>
                  <a:pt x="399902" y="72019"/>
                </a:lnTo>
                <a:lnTo>
                  <a:pt x="400207" y="72382"/>
                </a:lnTo>
                <a:lnTo>
                  <a:pt x="400526" y="72734"/>
                </a:lnTo>
                <a:lnTo>
                  <a:pt x="400859" y="73076"/>
                </a:lnTo>
                <a:lnTo>
                  <a:pt x="401205" y="73406"/>
                </a:lnTo>
                <a:lnTo>
                  <a:pt x="401562" y="73721"/>
                </a:lnTo>
                <a:lnTo>
                  <a:pt x="401930" y="74023"/>
                </a:lnTo>
                <a:lnTo>
                  <a:pt x="402309" y="74310"/>
                </a:lnTo>
                <a:lnTo>
                  <a:pt x="402699" y="74583"/>
                </a:lnTo>
                <a:lnTo>
                  <a:pt x="403100" y="74843"/>
                </a:lnTo>
                <a:lnTo>
                  <a:pt x="403512" y="75088"/>
                </a:lnTo>
                <a:lnTo>
                  <a:pt x="403935" y="75320"/>
                </a:lnTo>
                <a:lnTo>
                  <a:pt x="404369" y="75537"/>
                </a:lnTo>
                <a:lnTo>
                  <a:pt x="404814" y="75740"/>
                </a:lnTo>
                <a:lnTo>
                  <a:pt x="405270" y="75930"/>
                </a:lnTo>
                <a:lnTo>
                  <a:pt x="405737" y="76105"/>
                </a:lnTo>
                <a:lnTo>
                  <a:pt x="406215" y="76266"/>
                </a:lnTo>
                <a:lnTo>
                  <a:pt x="406704" y="76413"/>
                </a:lnTo>
                <a:lnTo>
                  <a:pt x="407204" y="76547"/>
                </a:lnTo>
                <a:lnTo>
                  <a:pt x="407715" y="76666"/>
                </a:lnTo>
                <a:lnTo>
                  <a:pt x="408236" y="76771"/>
                </a:lnTo>
                <a:lnTo>
                  <a:pt x="408769" y="76862"/>
                </a:lnTo>
                <a:lnTo>
                  <a:pt x="409313" y="76939"/>
                </a:lnTo>
                <a:lnTo>
                  <a:pt x="409868" y="77002"/>
                </a:lnTo>
                <a:lnTo>
                  <a:pt x="410434" y="77051"/>
                </a:lnTo>
                <a:lnTo>
                  <a:pt x="411011" y="77087"/>
                </a:lnTo>
                <a:lnTo>
                  <a:pt x="411599" y="77108"/>
                </a:lnTo>
                <a:lnTo>
                  <a:pt x="412197" y="77115"/>
                </a:lnTo>
                <a:lnTo>
                  <a:pt x="426794" y="77115"/>
                </a:lnTo>
                <a:lnTo>
                  <a:pt x="426794" y="66740"/>
                </a:lnTo>
                <a:lnTo>
                  <a:pt x="413024" y="66740"/>
                </a:lnTo>
                <a:lnTo>
                  <a:pt x="412642" y="66732"/>
                </a:lnTo>
                <a:lnTo>
                  <a:pt x="412276" y="66707"/>
                </a:lnTo>
                <a:close/>
                <a:moveTo>
                  <a:pt x="333337" y="26622"/>
                </a:moveTo>
                <a:lnTo>
                  <a:pt x="333337" y="36997"/>
                </a:lnTo>
                <a:lnTo>
                  <a:pt x="348669" y="36997"/>
                </a:lnTo>
                <a:lnTo>
                  <a:pt x="348669" y="66649"/>
                </a:lnTo>
                <a:lnTo>
                  <a:pt x="331043" y="66649"/>
                </a:lnTo>
                <a:lnTo>
                  <a:pt x="331043" y="77115"/>
                </a:lnTo>
                <a:lnTo>
                  <a:pt x="375292" y="77115"/>
                </a:lnTo>
                <a:lnTo>
                  <a:pt x="375292" y="66649"/>
                </a:lnTo>
                <a:lnTo>
                  <a:pt x="359685" y="66649"/>
                </a:lnTo>
                <a:lnTo>
                  <a:pt x="359685" y="26622"/>
                </a:lnTo>
                <a:lnTo>
                  <a:pt x="333337" y="26622"/>
                </a:lnTo>
                <a:close/>
                <a:moveTo>
                  <a:pt x="79549" y="77863"/>
                </a:moveTo>
                <a:lnTo>
                  <a:pt x="80176" y="77788"/>
                </a:lnTo>
                <a:lnTo>
                  <a:pt x="80794" y="77700"/>
                </a:lnTo>
                <a:lnTo>
                  <a:pt x="81404" y="77599"/>
                </a:lnTo>
                <a:lnTo>
                  <a:pt x="82005" y="77484"/>
                </a:lnTo>
                <a:lnTo>
                  <a:pt x="82598" y="77355"/>
                </a:lnTo>
                <a:lnTo>
                  <a:pt x="83183" y="77213"/>
                </a:lnTo>
                <a:lnTo>
                  <a:pt x="83759" y="77057"/>
                </a:lnTo>
                <a:lnTo>
                  <a:pt x="84327" y="76887"/>
                </a:lnTo>
                <a:lnTo>
                  <a:pt x="84886" y="76705"/>
                </a:lnTo>
                <a:lnTo>
                  <a:pt x="85437" y="76508"/>
                </a:lnTo>
                <a:lnTo>
                  <a:pt x="85979" y="76298"/>
                </a:lnTo>
                <a:lnTo>
                  <a:pt x="86513" y="76075"/>
                </a:lnTo>
                <a:lnTo>
                  <a:pt x="87038" y="75838"/>
                </a:lnTo>
                <a:lnTo>
                  <a:pt x="87555" y="75587"/>
                </a:lnTo>
                <a:lnTo>
                  <a:pt x="88064" y="75323"/>
                </a:lnTo>
                <a:lnTo>
                  <a:pt x="88564" y="75045"/>
                </a:lnTo>
                <a:lnTo>
                  <a:pt x="89055" y="74754"/>
                </a:lnTo>
                <a:lnTo>
                  <a:pt x="89538" y="74449"/>
                </a:lnTo>
                <a:lnTo>
                  <a:pt x="90013" y="74131"/>
                </a:lnTo>
                <a:lnTo>
                  <a:pt x="90476" y="73801"/>
                </a:lnTo>
                <a:lnTo>
                  <a:pt x="90924" y="73462"/>
                </a:lnTo>
                <a:lnTo>
                  <a:pt x="91356" y="73115"/>
                </a:lnTo>
                <a:lnTo>
                  <a:pt x="91774" y="72758"/>
                </a:lnTo>
                <a:lnTo>
                  <a:pt x="92176" y="72392"/>
                </a:lnTo>
                <a:lnTo>
                  <a:pt x="92563" y="72017"/>
                </a:lnTo>
                <a:lnTo>
                  <a:pt x="92935" y="71633"/>
                </a:lnTo>
                <a:lnTo>
                  <a:pt x="93292" y="71239"/>
                </a:lnTo>
                <a:lnTo>
                  <a:pt x="93634" y="70837"/>
                </a:lnTo>
                <a:lnTo>
                  <a:pt x="93960" y="70426"/>
                </a:lnTo>
                <a:lnTo>
                  <a:pt x="94272" y="70005"/>
                </a:lnTo>
                <a:lnTo>
                  <a:pt x="94568" y="69575"/>
                </a:lnTo>
                <a:lnTo>
                  <a:pt x="94850" y="69137"/>
                </a:lnTo>
                <a:lnTo>
                  <a:pt x="95116" y="68689"/>
                </a:lnTo>
                <a:lnTo>
                  <a:pt x="95367" y="68232"/>
                </a:lnTo>
                <a:lnTo>
                  <a:pt x="95602" y="67766"/>
                </a:lnTo>
                <a:lnTo>
                  <a:pt x="95823" y="67291"/>
                </a:lnTo>
                <a:lnTo>
                  <a:pt x="96029" y="66807"/>
                </a:lnTo>
                <a:lnTo>
                  <a:pt x="96219" y="66314"/>
                </a:lnTo>
                <a:lnTo>
                  <a:pt x="96394" y="65812"/>
                </a:lnTo>
                <a:lnTo>
                  <a:pt x="96555" y="65300"/>
                </a:lnTo>
                <a:lnTo>
                  <a:pt x="96700" y="64780"/>
                </a:lnTo>
                <a:lnTo>
                  <a:pt x="96829" y="64250"/>
                </a:lnTo>
                <a:lnTo>
                  <a:pt x="96944" y="63712"/>
                </a:lnTo>
                <a:lnTo>
                  <a:pt x="85652" y="63712"/>
                </a:lnTo>
                <a:lnTo>
                  <a:pt x="85596" y="63924"/>
                </a:lnTo>
                <a:lnTo>
                  <a:pt x="85533" y="64131"/>
                </a:lnTo>
                <a:lnTo>
                  <a:pt x="85464" y="64335"/>
                </a:lnTo>
                <a:lnTo>
                  <a:pt x="85389" y="64534"/>
                </a:lnTo>
                <a:lnTo>
                  <a:pt x="85309" y="64729"/>
                </a:lnTo>
                <a:lnTo>
                  <a:pt x="85222" y="64919"/>
                </a:lnTo>
                <a:lnTo>
                  <a:pt x="85129" y="65106"/>
                </a:lnTo>
                <a:lnTo>
                  <a:pt x="85030" y="65288"/>
                </a:lnTo>
                <a:lnTo>
                  <a:pt x="84925" y="65465"/>
                </a:lnTo>
                <a:lnTo>
                  <a:pt x="84814" y="65638"/>
                </a:lnTo>
                <a:lnTo>
                  <a:pt x="84696" y="65807"/>
                </a:lnTo>
                <a:lnTo>
                  <a:pt x="84573" y="65972"/>
                </a:lnTo>
                <a:lnTo>
                  <a:pt x="84444" y="66133"/>
                </a:lnTo>
                <a:lnTo>
                  <a:pt x="84309" y="66289"/>
                </a:lnTo>
                <a:lnTo>
                  <a:pt x="84167" y="66440"/>
                </a:lnTo>
                <a:lnTo>
                  <a:pt x="84020" y="66588"/>
                </a:lnTo>
                <a:lnTo>
                  <a:pt x="83866" y="66731"/>
                </a:lnTo>
                <a:lnTo>
                  <a:pt x="83707" y="66870"/>
                </a:lnTo>
                <a:lnTo>
                  <a:pt x="83541" y="67005"/>
                </a:lnTo>
                <a:lnTo>
                  <a:pt x="83369" y="67135"/>
                </a:lnTo>
                <a:lnTo>
                  <a:pt x="83192" y="67261"/>
                </a:lnTo>
                <a:lnTo>
                  <a:pt x="83008" y="67382"/>
                </a:lnTo>
                <a:lnTo>
                  <a:pt x="82818" y="67500"/>
                </a:lnTo>
                <a:lnTo>
                  <a:pt x="82622" y="67613"/>
                </a:lnTo>
                <a:lnTo>
                  <a:pt x="82421" y="67721"/>
                </a:lnTo>
                <a:lnTo>
                  <a:pt x="82214" y="67825"/>
                </a:lnTo>
                <a:lnTo>
                  <a:pt x="82003" y="67925"/>
                </a:lnTo>
                <a:lnTo>
                  <a:pt x="81786" y="68020"/>
                </a:lnTo>
                <a:lnTo>
                  <a:pt x="81564" y="68110"/>
                </a:lnTo>
                <a:lnTo>
                  <a:pt x="81337" y="68195"/>
                </a:lnTo>
                <a:lnTo>
                  <a:pt x="81105" y="68276"/>
                </a:lnTo>
                <a:lnTo>
                  <a:pt x="80868" y="68352"/>
                </a:lnTo>
                <a:lnTo>
                  <a:pt x="80626" y="68424"/>
                </a:lnTo>
                <a:lnTo>
                  <a:pt x="80378" y="68491"/>
                </a:lnTo>
                <a:lnTo>
                  <a:pt x="80126" y="68553"/>
                </a:lnTo>
                <a:lnTo>
                  <a:pt x="79868" y="68611"/>
                </a:lnTo>
                <a:lnTo>
                  <a:pt x="79606" y="68664"/>
                </a:lnTo>
                <a:lnTo>
                  <a:pt x="79338" y="68713"/>
                </a:lnTo>
                <a:lnTo>
                  <a:pt x="79065" y="68757"/>
                </a:lnTo>
                <a:lnTo>
                  <a:pt x="78787" y="68796"/>
                </a:lnTo>
                <a:lnTo>
                  <a:pt x="78504" y="68830"/>
                </a:lnTo>
                <a:lnTo>
                  <a:pt x="78216" y="68860"/>
                </a:lnTo>
                <a:lnTo>
                  <a:pt x="77923" y="68886"/>
                </a:lnTo>
                <a:lnTo>
                  <a:pt x="77624" y="68907"/>
                </a:lnTo>
                <a:lnTo>
                  <a:pt x="77321" y="68923"/>
                </a:lnTo>
                <a:lnTo>
                  <a:pt x="77013" y="68934"/>
                </a:lnTo>
                <a:lnTo>
                  <a:pt x="76699" y="68941"/>
                </a:lnTo>
                <a:lnTo>
                  <a:pt x="76380" y="68944"/>
                </a:lnTo>
                <a:lnTo>
                  <a:pt x="75964" y="68939"/>
                </a:lnTo>
                <a:lnTo>
                  <a:pt x="75556" y="68925"/>
                </a:lnTo>
                <a:lnTo>
                  <a:pt x="75156" y="68901"/>
                </a:lnTo>
                <a:lnTo>
                  <a:pt x="74766" y="68868"/>
                </a:lnTo>
                <a:lnTo>
                  <a:pt x="74384" y="68826"/>
                </a:lnTo>
                <a:lnTo>
                  <a:pt x="74010" y="68774"/>
                </a:lnTo>
                <a:lnTo>
                  <a:pt x="73645" y="68713"/>
                </a:lnTo>
                <a:lnTo>
                  <a:pt x="73289" y="68643"/>
                </a:lnTo>
                <a:lnTo>
                  <a:pt x="72941" y="68563"/>
                </a:lnTo>
                <a:lnTo>
                  <a:pt x="72602" y="68474"/>
                </a:lnTo>
                <a:lnTo>
                  <a:pt x="72272" y="68375"/>
                </a:lnTo>
                <a:lnTo>
                  <a:pt x="71950" y="68267"/>
                </a:lnTo>
                <a:lnTo>
                  <a:pt x="71637" y="68149"/>
                </a:lnTo>
                <a:lnTo>
                  <a:pt x="71332" y="68022"/>
                </a:lnTo>
                <a:lnTo>
                  <a:pt x="71036" y="67886"/>
                </a:lnTo>
                <a:lnTo>
                  <a:pt x="70749" y="67740"/>
                </a:lnTo>
                <a:lnTo>
                  <a:pt x="70470" y="67585"/>
                </a:lnTo>
                <a:lnTo>
                  <a:pt x="70200" y="67421"/>
                </a:lnTo>
                <a:lnTo>
                  <a:pt x="69938" y="67247"/>
                </a:lnTo>
                <a:lnTo>
                  <a:pt x="69686" y="67063"/>
                </a:lnTo>
                <a:lnTo>
                  <a:pt x="69441" y="66871"/>
                </a:lnTo>
                <a:lnTo>
                  <a:pt x="69205" y="66668"/>
                </a:lnTo>
                <a:lnTo>
                  <a:pt x="68978" y="66457"/>
                </a:lnTo>
                <a:lnTo>
                  <a:pt x="68760" y="66236"/>
                </a:lnTo>
                <a:lnTo>
                  <a:pt x="68550" y="66006"/>
                </a:lnTo>
                <a:lnTo>
                  <a:pt x="68349" y="65766"/>
                </a:lnTo>
                <a:lnTo>
                  <a:pt x="68157" y="65518"/>
                </a:lnTo>
                <a:lnTo>
                  <a:pt x="67974" y="65261"/>
                </a:lnTo>
                <a:lnTo>
                  <a:pt x="67800" y="64994"/>
                </a:lnTo>
                <a:lnTo>
                  <a:pt x="67635" y="64718"/>
                </a:lnTo>
                <a:lnTo>
                  <a:pt x="67479" y="64434"/>
                </a:lnTo>
                <a:lnTo>
                  <a:pt x="67332" y="64140"/>
                </a:lnTo>
                <a:lnTo>
                  <a:pt x="67193" y="63837"/>
                </a:lnTo>
                <a:lnTo>
                  <a:pt x="67064" y="63525"/>
                </a:lnTo>
                <a:lnTo>
                  <a:pt x="66944" y="63204"/>
                </a:lnTo>
                <a:lnTo>
                  <a:pt x="66832" y="62874"/>
                </a:lnTo>
                <a:lnTo>
                  <a:pt x="66729" y="62535"/>
                </a:lnTo>
                <a:lnTo>
                  <a:pt x="66636" y="62186"/>
                </a:lnTo>
                <a:lnTo>
                  <a:pt x="66551" y="61829"/>
                </a:lnTo>
                <a:lnTo>
                  <a:pt x="66475" y="61463"/>
                </a:lnTo>
                <a:lnTo>
                  <a:pt x="66408" y="61087"/>
                </a:lnTo>
                <a:lnTo>
                  <a:pt x="66350" y="60702"/>
                </a:lnTo>
                <a:lnTo>
                  <a:pt x="66301" y="60309"/>
                </a:lnTo>
                <a:lnTo>
                  <a:pt x="66261" y="59906"/>
                </a:lnTo>
                <a:lnTo>
                  <a:pt x="66229" y="59494"/>
                </a:lnTo>
                <a:lnTo>
                  <a:pt x="66207" y="59073"/>
                </a:lnTo>
                <a:lnTo>
                  <a:pt x="66194" y="58643"/>
                </a:lnTo>
                <a:lnTo>
                  <a:pt x="66189" y="58204"/>
                </a:lnTo>
                <a:lnTo>
                  <a:pt x="66189" y="54623"/>
                </a:lnTo>
                <a:lnTo>
                  <a:pt x="97311" y="54623"/>
                </a:lnTo>
                <a:lnTo>
                  <a:pt x="97311" y="45535"/>
                </a:lnTo>
                <a:lnTo>
                  <a:pt x="97307" y="45040"/>
                </a:lnTo>
                <a:lnTo>
                  <a:pt x="97293" y="44551"/>
                </a:lnTo>
                <a:lnTo>
                  <a:pt x="97270" y="44067"/>
                </a:lnTo>
                <a:lnTo>
                  <a:pt x="97238" y="43588"/>
                </a:lnTo>
                <a:lnTo>
                  <a:pt x="97198" y="43114"/>
                </a:lnTo>
                <a:lnTo>
                  <a:pt x="97148" y="42646"/>
                </a:lnTo>
                <a:lnTo>
                  <a:pt x="97089" y="42183"/>
                </a:lnTo>
                <a:lnTo>
                  <a:pt x="97020" y="41725"/>
                </a:lnTo>
                <a:lnTo>
                  <a:pt x="96943" y="41272"/>
                </a:lnTo>
                <a:lnTo>
                  <a:pt x="96857" y="40825"/>
                </a:lnTo>
                <a:lnTo>
                  <a:pt x="96761" y="40383"/>
                </a:lnTo>
                <a:lnTo>
                  <a:pt x="96657" y="39946"/>
                </a:lnTo>
                <a:lnTo>
                  <a:pt x="96543" y="39515"/>
                </a:lnTo>
                <a:lnTo>
                  <a:pt x="96421" y="39088"/>
                </a:lnTo>
                <a:lnTo>
                  <a:pt x="96289" y="38667"/>
                </a:lnTo>
                <a:lnTo>
                  <a:pt x="96148" y="38252"/>
                </a:lnTo>
                <a:lnTo>
                  <a:pt x="95998" y="37841"/>
                </a:lnTo>
                <a:lnTo>
                  <a:pt x="95839" y="37436"/>
                </a:lnTo>
                <a:lnTo>
                  <a:pt x="95671" y="37036"/>
                </a:lnTo>
                <a:lnTo>
                  <a:pt x="95494" y="36642"/>
                </a:lnTo>
                <a:lnTo>
                  <a:pt x="95308" y="36252"/>
                </a:lnTo>
                <a:lnTo>
                  <a:pt x="95112" y="35868"/>
                </a:lnTo>
                <a:lnTo>
                  <a:pt x="94908" y="35489"/>
                </a:lnTo>
                <a:lnTo>
                  <a:pt x="94694" y="35116"/>
                </a:lnTo>
                <a:lnTo>
                  <a:pt x="94473" y="34748"/>
                </a:lnTo>
                <a:lnTo>
                  <a:pt x="94244" y="34387"/>
                </a:lnTo>
                <a:lnTo>
                  <a:pt x="94008" y="34033"/>
                </a:lnTo>
                <a:lnTo>
                  <a:pt x="93764" y="33686"/>
                </a:lnTo>
                <a:lnTo>
                  <a:pt x="93513" y="33346"/>
                </a:lnTo>
                <a:lnTo>
                  <a:pt x="93255" y="33012"/>
                </a:lnTo>
                <a:lnTo>
                  <a:pt x="92989" y="32686"/>
                </a:lnTo>
                <a:lnTo>
                  <a:pt x="92716" y="32366"/>
                </a:lnTo>
                <a:lnTo>
                  <a:pt x="92436" y="32053"/>
                </a:lnTo>
                <a:lnTo>
                  <a:pt x="92148" y="31747"/>
                </a:lnTo>
                <a:lnTo>
                  <a:pt x="91853" y="31448"/>
                </a:lnTo>
                <a:lnTo>
                  <a:pt x="91551" y="31156"/>
                </a:lnTo>
                <a:lnTo>
                  <a:pt x="91241" y="30871"/>
                </a:lnTo>
                <a:lnTo>
                  <a:pt x="90924" y="30592"/>
                </a:lnTo>
                <a:lnTo>
                  <a:pt x="90600" y="30321"/>
                </a:lnTo>
                <a:lnTo>
                  <a:pt x="90268" y="30056"/>
                </a:lnTo>
                <a:lnTo>
                  <a:pt x="89929" y="29798"/>
                </a:lnTo>
                <a:lnTo>
                  <a:pt x="89582" y="29547"/>
                </a:lnTo>
                <a:lnTo>
                  <a:pt x="89229" y="29303"/>
                </a:lnTo>
                <a:lnTo>
                  <a:pt x="88868" y="29065"/>
                </a:lnTo>
                <a:lnTo>
                  <a:pt x="88499" y="28835"/>
                </a:lnTo>
                <a:lnTo>
                  <a:pt x="88123" y="28611"/>
                </a:lnTo>
                <a:lnTo>
                  <a:pt x="87740" y="28394"/>
                </a:lnTo>
                <a:lnTo>
                  <a:pt x="87350" y="28184"/>
                </a:lnTo>
                <a:lnTo>
                  <a:pt x="86953" y="27982"/>
                </a:lnTo>
                <a:lnTo>
                  <a:pt x="86551" y="27788"/>
                </a:lnTo>
                <a:lnTo>
                  <a:pt x="86143" y="27603"/>
                </a:lnTo>
                <a:lnTo>
                  <a:pt x="85729" y="27427"/>
                </a:lnTo>
                <a:lnTo>
                  <a:pt x="85310" y="27259"/>
                </a:lnTo>
                <a:lnTo>
                  <a:pt x="84886" y="27100"/>
                </a:lnTo>
                <a:lnTo>
                  <a:pt x="84455" y="26949"/>
                </a:lnTo>
                <a:lnTo>
                  <a:pt x="84020" y="26807"/>
                </a:lnTo>
                <a:lnTo>
                  <a:pt x="83578" y="26673"/>
                </a:lnTo>
                <a:lnTo>
                  <a:pt x="83131" y="26549"/>
                </a:lnTo>
                <a:lnTo>
                  <a:pt x="82679" y="26432"/>
                </a:lnTo>
                <a:lnTo>
                  <a:pt x="82221" y="26325"/>
                </a:lnTo>
                <a:lnTo>
                  <a:pt x="81757" y="26226"/>
                </a:lnTo>
                <a:lnTo>
                  <a:pt x="81288" y="26135"/>
                </a:lnTo>
                <a:lnTo>
                  <a:pt x="80813" y="26054"/>
                </a:lnTo>
                <a:lnTo>
                  <a:pt x="80332" y="25980"/>
                </a:lnTo>
                <a:lnTo>
                  <a:pt x="79846" y="25916"/>
                </a:lnTo>
                <a:lnTo>
                  <a:pt x="79355" y="25860"/>
                </a:lnTo>
                <a:lnTo>
                  <a:pt x="78857" y="25812"/>
                </a:lnTo>
                <a:lnTo>
                  <a:pt x="78355" y="25774"/>
                </a:lnTo>
                <a:lnTo>
                  <a:pt x="77846" y="25744"/>
                </a:lnTo>
                <a:lnTo>
                  <a:pt x="77332" y="25722"/>
                </a:lnTo>
                <a:lnTo>
                  <a:pt x="76813" y="25709"/>
                </a:lnTo>
                <a:lnTo>
                  <a:pt x="76288" y="25705"/>
                </a:lnTo>
                <a:lnTo>
                  <a:pt x="75755" y="25709"/>
                </a:lnTo>
                <a:lnTo>
                  <a:pt x="75228" y="25722"/>
                </a:lnTo>
                <a:lnTo>
                  <a:pt x="74707" y="25744"/>
                </a:lnTo>
                <a:lnTo>
                  <a:pt x="74192" y="25774"/>
                </a:lnTo>
                <a:lnTo>
                  <a:pt x="73682" y="25812"/>
                </a:lnTo>
                <a:lnTo>
                  <a:pt x="73178" y="25860"/>
                </a:lnTo>
                <a:lnTo>
                  <a:pt x="72680" y="25916"/>
                </a:lnTo>
                <a:lnTo>
                  <a:pt x="72188" y="25980"/>
                </a:lnTo>
                <a:lnTo>
                  <a:pt x="71701" y="26054"/>
                </a:lnTo>
                <a:lnTo>
                  <a:pt x="71220" y="26135"/>
                </a:lnTo>
                <a:lnTo>
                  <a:pt x="70745" y="26226"/>
                </a:lnTo>
                <a:lnTo>
                  <a:pt x="70275" y="26325"/>
                </a:lnTo>
                <a:lnTo>
                  <a:pt x="69811" y="26432"/>
                </a:lnTo>
                <a:lnTo>
                  <a:pt x="69353" y="26549"/>
                </a:lnTo>
                <a:lnTo>
                  <a:pt x="68901" y="26673"/>
                </a:lnTo>
                <a:lnTo>
                  <a:pt x="68454" y="26807"/>
                </a:lnTo>
                <a:lnTo>
                  <a:pt x="68014" y="26949"/>
                </a:lnTo>
                <a:lnTo>
                  <a:pt x="67579" y="27100"/>
                </a:lnTo>
                <a:lnTo>
                  <a:pt x="67149" y="27259"/>
                </a:lnTo>
                <a:lnTo>
                  <a:pt x="66725" y="27427"/>
                </a:lnTo>
                <a:lnTo>
                  <a:pt x="66308" y="27603"/>
                </a:lnTo>
                <a:lnTo>
                  <a:pt x="65895" y="27788"/>
                </a:lnTo>
                <a:lnTo>
                  <a:pt x="65489" y="27982"/>
                </a:lnTo>
                <a:lnTo>
                  <a:pt x="65088" y="28184"/>
                </a:lnTo>
                <a:lnTo>
                  <a:pt x="64694" y="28394"/>
                </a:lnTo>
                <a:lnTo>
                  <a:pt x="64308" y="28611"/>
                </a:lnTo>
                <a:lnTo>
                  <a:pt x="63929" y="28835"/>
                </a:lnTo>
                <a:lnTo>
                  <a:pt x="63557" y="29065"/>
                </a:lnTo>
                <a:lnTo>
                  <a:pt x="63193" y="29303"/>
                </a:lnTo>
                <a:lnTo>
                  <a:pt x="62836" y="29547"/>
                </a:lnTo>
                <a:lnTo>
                  <a:pt x="62487" y="29798"/>
                </a:lnTo>
                <a:lnTo>
                  <a:pt x="62145" y="30056"/>
                </a:lnTo>
                <a:lnTo>
                  <a:pt x="61811" y="30321"/>
                </a:lnTo>
                <a:lnTo>
                  <a:pt x="61485" y="30592"/>
                </a:lnTo>
                <a:lnTo>
                  <a:pt x="61165" y="30871"/>
                </a:lnTo>
                <a:lnTo>
                  <a:pt x="60854" y="31156"/>
                </a:lnTo>
                <a:lnTo>
                  <a:pt x="60549" y="31448"/>
                </a:lnTo>
                <a:lnTo>
                  <a:pt x="60253" y="31747"/>
                </a:lnTo>
                <a:lnTo>
                  <a:pt x="59964" y="32053"/>
                </a:lnTo>
                <a:lnTo>
                  <a:pt x="59682" y="32366"/>
                </a:lnTo>
                <a:lnTo>
                  <a:pt x="59408" y="32686"/>
                </a:lnTo>
                <a:lnTo>
                  <a:pt x="59141" y="33012"/>
                </a:lnTo>
                <a:lnTo>
                  <a:pt x="58882" y="33346"/>
                </a:lnTo>
                <a:lnTo>
                  <a:pt x="58630" y="33686"/>
                </a:lnTo>
                <a:lnTo>
                  <a:pt x="58386" y="34033"/>
                </a:lnTo>
                <a:lnTo>
                  <a:pt x="58149" y="34387"/>
                </a:lnTo>
                <a:lnTo>
                  <a:pt x="57919" y="34748"/>
                </a:lnTo>
                <a:lnTo>
                  <a:pt x="57698" y="35116"/>
                </a:lnTo>
                <a:lnTo>
                  <a:pt x="57484" y="35489"/>
                </a:lnTo>
                <a:lnTo>
                  <a:pt x="57280" y="35868"/>
                </a:lnTo>
                <a:lnTo>
                  <a:pt x="57085" y="36252"/>
                </a:lnTo>
                <a:lnTo>
                  <a:pt x="56899" y="36642"/>
                </a:lnTo>
                <a:lnTo>
                  <a:pt x="56721" y="37036"/>
                </a:lnTo>
                <a:lnTo>
                  <a:pt x="56553" y="37436"/>
                </a:lnTo>
                <a:lnTo>
                  <a:pt x="56395" y="37841"/>
                </a:lnTo>
                <a:lnTo>
                  <a:pt x="56245" y="38252"/>
                </a:lnTo>
                <a:lnTo>
                  <a:pt x="56104" y="38667"/>
                </a:lnTo>
                <a:lnTo>
                  <a:pt x="55972" y="39088"/>
                </a:lnTo>
                <a:lnTo>
                  <a:pt x="55850" y="39515"/>
                </a:lnTo>
                <a:lnTo>
                  <a:pt x="55736" y="39946"/>
                </a:lnTo>
                <a:lnTo>
                  <a:pt x="55632" y="40383"/>
                </a:lnTo>
                <a:lnTo>
                  <a:pt x="55536" y="40825"/>
                </a:lnTo>
                <a:lnTo>
                  <a:pt x="55450" y="41272"/>
                </a:lnTo>
                <a:lnTo>
                  <a:pt x="55373" y="41725"/>
                </a:lnTo>
                <a:lnTo>
                  <a:pt x="55305" y="42183"/>
                </a:lnTo>
                <a:lnTo>
                  <a:pt x="55246" y="42646"/>
                </a:lnTo>
                <a:lnTo>
                  <a:pt x="55196" y="43114"/>
                </a:lnTo>
                <a:lnTo>
                  <a:pt x="55155" y="43588"/>
                </a:lnTo>
                <a:lnTo>
                  <a:pt x="55123" y="44067"/>
                </a:lnTo>
                <a:lnTo>
                  <a:pt x="55100" y="44551"/>
                </a:lnTo>
                <a:lnTo>
                  <a:pt x="55087" y="45040"/>
                </a:lnTo>
                <a:lnTo>
                  <a:pt x="55082" y="45535"/>
                </a:lnTo>
                <a:lnTo>
                  <a:pt x="55082" y="58204"/>
                </a:lnTo>
                <a:lnTo>
                  <a:pt x="55087" y="58698"/>
                </a:lnTo>
                <a:lnTo>
                  <a:pt x="55100" y="59187"/>
                </a:lnTo>
                <a:lnTo>
                  <a:pt x="55123" y="59672"/>
                </a:lnTo>
                <a:lnTo>
                  <a:pt x="55155" y="60150"/>
                </a:lnTo>
                <a:lnTo>
                  <a:pt x="55196" y="60624"/>
                </a:lnTo>
                <a:lnTo>
                  <a:pt x="55246" y="61092"/>
                </a:lnTo>
                <a:lnTo>
                  <a:pt x="55305" y="61555"/>
                </a:lnTo>
                <a:lnTo>
                  <a:pt x="55373" y="62013"/>
                </a:lnTo>
                <a:lnTo>
                  <a:pt x="55450" y="62465"/>
                </a:lnTo>
                <a:lnTo>
                  <a:pt x="55536" y="62913"/>
                </a:lnTo>
                <a:lnTo>
                  <a:pt x="55632" y="63355"/>
                </a:lnTo>
                <a:lnTo>
                  <a:pt x="55736" y="63791"/>
                </a:lnTo>
                <a:lnTo>
                  <a:pt x="55850" y="64223"/>
                </a:lnTo>
                <a:lnTo>
                  <a:pt x="55972" y="64649"/>
                </a:lnTo>
                <a:lnTo>
                  <a:pt x="56104" y="65070"/>
                </a:lnTo>
                <a:lnTo>
                  <a:pt x="56245" y="65486"/>
                </a:lnTo>
                <a:lnTo>
                  <a:pt x="56395" y="65896"/>
                </a:lnTo>
                <a:lnTo>
                  <a:pt x="56553" y="66302"/>
                </a:lnTo>
                <a:lnTo>
                  <a:pt x="56721" y="66702"/>
                </a:lnTo>
                <a:lnTo>
                  <a:pt x="56899" y="67096"/>
                </a:lnTo>
                <a:lnTo>
                  <a:pt x="57085" y="67486"/>
                </a:lnTo>
                <a:lnTo>
                  <a:pt x="57280" y="67870"/>
                </a:lnTo>
                <a:lnTo>
                  <a:pt x="57484" y="68249"/>
                </a:lnTo>
                <a:lnTo>
                  <a:pt x="57698" y="68623"/>
                </a:lnTo>
                <a:lnTo>
                  <a:pt x="57919" y="68990"/>
                </a:lnTo>
                <a:lnTo>
                  <a:pt x="58149" y="69351"/>
                </a:lnTo>
                <a:lnTo>
                  <a:pt x="58386" y="69705"/>
                </a:lnTo>
                <a:lnTo>
                  <a:pt x="58630" y="70052"/>
                </a:lnTo>
                <a:lnTo>
                  <a:pt x="58882" y="70392"/>
                </a:lnTo>
                <a:lnTo>
                  <a:pt x="59141" y="70725"/>
                </a:lnTo>
                <a:lnTo>
                  <a:pt x="59408" y="71052"/>
                </a:lnTo>
                <a:lnTo>
                  <a:pt x="59682" y="71372"/>
                </a:lnTo>
                <a:lnTo>
                  <a:pt x="59964" y="71684"/>
                </a:lnTo>
                <a:lnTo>
                  <a:pt x="60253" y="71990"/>
                </a:lnTo>
                <a:lnTo>
                  <a:pt x="60549" y="72289"/>
                </a:lnTo>
                <a:lnTo>
                  <a:pt x="60854" y="72582"/>
                </a:lnTo>
                <a:lnTo>
                  <a:pt x="61165" y="72867"/>
                </a:lnTo>
                <a:lnTo>
                  <a:pt x="61485" y="73145"/>
                </a:lnTo>
                <a:lnTo>
                  <a:pt x="61811" y="73417"/>
                </a:lnTo>
                <a:lnTo>
                  <a:pt x="62145" y="73682"/>
                </a:lnTo>
                <a:lnTo>
                  <a:pt x="62487" y="73940"/>
                </a:lnTo>
                <a:lnTo>
                  <a:pt x="62836" y="74191"/>
                </a:lnTo>
                <a:lnTo>
                  <a:pt x="63193" y="74435"/>
                </a:lnTo>
                <a:lnTo>
                  <a:pt x="63557" y="74673"/>
                </a:lnTo>
                <a:lnTo>
                  <a:pt x="63929" y="74903"/>
                </a:lnTo>
                <a:lnTo>
                  <a:pt x="64308" y="75127"/>
                </a:lnTo>
                <a:lnTo>
                  <a:pt x="64694" y="75344"/>
                </a:lnTo>
                <a:lnTo>
                  <a:pt x="65088" y="75554"/>
                </a:lnTo>
                <a:lnTo>
                  <a:pt x="65489" y="75756"/>
                </a:lnTo>
                <a:lnTo>
                  <a:pt x="65895" y="75950"/>
                </a:lnTo>
                <a:lnTo>
                  <a:pt x="66308" y="76135"/>
                </a:lnTo>
                <a:lnTo>
                  <a:pt x="66725" y="76311"/>
                </a:lnTo>
                <a:lnTo>
                  <a:pt x="67149" y="76479"/>
                </a:lnTo>
                <a:lnTo>
                  <a:pt x="67579" y="76638"/>
                </a:lnTo>
                <a:lnTo>
                  <a:pt x="68014" y="76789"/>
                </a:lnTo>
                <a:lnTo>
                  <a:pt x="68454" y="76931"/>
                </a:lnTo>
                <a:lnTo>
                  <a:pt x="68901" y="77064"/>
                </a:lnTo>
                <a:lnTo>
                  <a:pt x="69353" y="77189"/>
                </a:lnTo>
                <a:lnTo>
                  <a:pt x="69811" y="77305"/>
                </a:lnTo>
                <a:lnTo>
                  <a:pt x="70275" y="77413"/>
                </a:lnTo>
                <a:lnTo>
                  <a:pt x="70745" y="77512"/>
                </a:lnTo>
                <a:lnTo>
                  <a:pt x="71220" y="77602"/>
                </a:lnTo>
                <a:lnTo>
                  <a:pt x="71701" y="77684"/>
                </a:lnTo>
                <a:lnTo>
                  <a:pt x="72188" y="77757"/>
                </a:lnTo>
                <a:lnTo>
                  <a:pt x="72680" y="77821"/>
                </a:lnTo>
                <a:lnTo>
                  <a:pt x="73178" y="77877"/>
                </a:lnTo>
                <a:lnTo>
                  <a:pt x="73682" y="77925"/>
                </a:lnTo>
                <a:lnTo>
                  <a:pt x="74192" y="77963"/>
                </a:lnTo>
                <a:lnTo>
                  <a:pt x="74707" y="77993"/>
                </a:lnTo>
                <a:lnTo>
                  <a:pt x="75228" y="78015"/>
                </a:lnTo>
                <a:lnTo>
                  <a:pt x="75755" y="78028"/>
                </a:lnTo>
                <a:lnTo>
                  <a:pt x="76288" y="78032"/>
                </a:lnTo>
                <a:lnTo>
                  <a:pt x="76957" y="78025"/>
                </a:lnTo>
                <a:lnTo>
                  <a:pt x="77618" y="78005"/>
                </a:lnTo>
                <a:lnTo>
                  <a:pt x="78270" y="77971"/>
                </a:lnTo>
                <a:lnTo>
                  <a:pt x="78913" y="77924"/>
                </a:lnTo>
                <a:lnTo>
                  <a:pt x="79549" y="77863"/>
                </a:lnTo>
                <a:close/>
                <a:moveTo>
                  <a:pt x="66207" y="44679"/>
                </a:moveTo>
                <a:lnTo>
                  <a:pt x="66229" y="44264"/>
                </a:lnTo>
                <a:lnTo>
                  <a:pt x="66261" y="43857"/>
                </a:lnTo>
                <a:lnTo>
                  <a:pt x="66301" y="43458"/>
                </a:lnTo>
                <a:lnTo>
                  <a:pt x="66350" y="43067"/>
                </a:lnTo>
                <a:lnTo>
                  <a:pt x="66408" y="42685"/>
                </a:lnTo>
                <a:lnTo>
                  <a:pt x="66475" y="42311"/>
                </a:lnTo>
                <a:lnTo>
                  <a:pt x="66551" y="41946"/>
                </a:lnTo>
                <a:lnTo>
                  <a:pt x="66636" y="41588"/>
                </a:lnTo>
                <a:lnTo>
                  <a:pt x="66729" y="41239"/>
                </a:lnTo>
                <a:lnTo>
                  <a:pt x="66832" y="40898"/>
                </a:lnTo>
                <a:lnTo>
                  <a:pt x="66944" y="40566"/>
                </a:lnTo>
                <a:lnTo>
                  <a:pt x="67064" y="40242"/>
                </a:lnTo>
                <a:lnTo>
                  <a:pt x="67193" y="39926"/>
                </a:lnTo>
                <a:lnTo>
                  <a:pt x="67332" y="39618"/>
                </a:lnTo>
                <a:lnTo>
                  <a:pt x="67479" y="39319"/>
                </a:lnTo>
                <a:lnTo>
                  <a:pt x="67635" y="39028"/>
                </a:lnTo>
                <a:lnTo>
                  <a:pt x="67800" y="38745"/>
                </a:lnTo>
                <a:lnTo>
                  <a:pt x="67974" y="38471"/>
                </a:lnTo>
                <a:lnTo>
                  <a:pt x="68157" y="38205"/>
                </a:lnTo>
                <a:lnTo>
                  <a:pt x="68349" y="37947"/>
                </a:lnTo>
                <a:lnTo>
                  <a:pt x="68550" y="37697"/>
                </a:lnTo>
                <a:lnTo>
                  <a:pt x="68760" y="37456"/>
                </a:lnTo>
                <a:lnTo>
                  <a:pt x="68978" y="37224"/>
                </a:lnTo>
                <a:lnTo>
                  <a:pt x="69205" y="37002"/>
                </a:lnTo>
                <a:lnTo>
                  <a:pt x="69440" y="36789"/>
                </a:lnTo>
                <a:lnTo>
                  <a:pt x="69683" y="36587"/>
                </a:lnTo>
                <a:lnTo>
                  <a:pt x="69934" y="36394"/>
                </a:lnTo>
                <a:lnTo>
                  <a:pt x="70194" y="36211"/>
                </a:lnTo>
                <a:lnTo>
                  <a:pt x="70462" y="36038"/>
                </a:lnTo>
                <a:lnTo>
                  <a:pt x="70739" y="35875"/>
                </a:lnTo>
                <a:lnTo>
                  <a:pt x="71023" y="35722"/>
                </a:lnTo>
                <a:lnTo>
                  <a:pt x="71316" y="35578"/>
                </a:lnTo>
                <a:lnTo>
                  <a:pt x="71618" y="35445"/>
                </a:lnTo>
                <a:lnTo>
                  <a:pt x="71927" y="35321"/>
                </a:lnTo>
                <a:lnTo>
                  <a:pt x="72245" y="35208"/>
                </a:lnTo>
                <a:lnTo>
                  <a:pt x="72571" y="35104"/>
                </a:lnTo>
                <a:lnTo>
                  <a:pt x="72905" y="35010"/>
                </a:lnTo>
                <a:lnTo>
                  <a:pt x="73248" y="34926"/>
                </a:lnTo>
                <a:lnTo>
                  <a:pt x="73599" y="34852"/>
                </a:lnTo>
                <a:lnTo>
                  <a:pt x="73958" y="34788"/>
                </a:lnTo>
                <a:lnTo>
                  <a:pt x="74326" y="34733"/>
                </a:lnTo>
                <a:lnTo>
                  <a:pt x="74702" y="34689"/>
                </a:lnTo>
                <a:lnTo>
                  <a:pt x="75086" y="34654"/>
                </a:lnTo>
                <a:lnTo>
                  <a:pt x="75478" y="34630"/>
                </a:lnTo>
                <a:lnTo>
                  <a:pt x="75879" y="34615"/>
                </a:lnTo>
                <a:lnTo>
                  <a:pt x="76288" y="34610"/>
                </a:lnTo>
                <a:lnTo>
                  <a:pt x="76697" y="34615"/>
                </a:lnTo>
                <a:lnTo>
                  <a:pt x="77097" y="34629"/>
                </a:lnTo>
                <a:lnTo>
                  <a:pt x="77488" y="34654"/>
                </a:lnTo>
                <a:lnTo>
                  <a:pt x="77871" y="34688"/>
                </a:lnTo>
                <a:lnTo>
                  <a:pt x="78246" y="34731"/>
                </a:lnTo>
                <a:lnTo>
                  <a:pt x="78612" y="34785"/>
                </a:lnTo>
                <a:lnTo>
                  <a:pt x="78969" y="34848"/>
                </a:lnTo>
                <a:lnTo>
                  <a:pt x="79317" y="34921"/>
                </a:lnTo>
                <a:lnTo>
                  <a:pt x="79657" y="35004"/>
                </a:lnTo>
                <a:lnTo>
                  <a:pt x="79989" y="35096"/>
                </a:lnTo>
                <a:lnTo>
                  <a:pt x="80311" y="35198"/>
                </a:lnTo>
                <a:lnTo>
                  <a:pt x="80625" y="35310"/>
                </a:lnTo>
                <a:lnTo>
                  <a:pt x="80931" y="35431"/>
                </a:lnTo>
                <a:lnTo>
                  <a:pt x="81228" y="35563"/>
                </a:lnTo>
                <a:lnTo>
                  <a:pt x="81516" y="35704"/>
                </a:lnTo>
                <a:lnTo>
                  <a:pt x="81796" y="35854"/>
                </a:lnTo>
                <a:lnTo>
                  <a:pt x="82067" y="36015"/>
                </a:lnTo>
                <a:lnTo>
                  <a:pt x="82329" y="36185"/>
                </a:lnTo>
                <a:lnTo>
                  <a:pt x="82583" y="36365"/>
                </a:lnTo>
                <a:lnTo>
                  <a:pt x="82828" y="36554"/>
                </a:lnTo>
                <a:lnTo>
                  <a:pt x="83065" y="36754"/>
                </a:lnTo>
                <a:lnTo>
                  <a:pt x="83293" y="36963"/>
                </a:lnTo>
                <a:lnTo>
                  <a:pt x="83512" y="37182"/>
                </a:lnTo>
                <a:lnTo>
                  <a:pt x="83723" y="37410"/>
                </a:lnTo>
                <a:lnTo>
                  <a:pt x="83926" y="37648"/>
                </a:lnTo>
                <a:lnTo>
                  <a:pt x="84119" y="37894"/>
                </a:lnTo>
                <a:lnTo>
                  <a:pt x="84304" y="38148"/>
                </a:lnTo>
                <a:lnTo>
                  <a:pt x="84481" y="38411"/>
                </a:lnTo>
                <a:lnTo>
                  <a:pt x="84649" y="38682"/>
                </a:lnTo>
                <a:lnTo>
                  <a:pt x="84808" y="38962"/>
                </a:lnTo>
                <a:lnTo>
                  <a:pt x="84959" y="39250"/>
                </a:lnTo>
                <a:lnTo>
                  <a:pt x="85101" y="39547"/>
                </a:lnTo>
                <a:lnTo>
                  <a:pt x="85234" y="39852"/>
                </a:lnTo>
                <a:lnTo>
                  <a:pt x="85359" y="40166"/>
                </a:lnTo>
                <a:lnTo>
                  <a:pt x="85475" y="40488"/>
                </a:lnTo>
                <a:lnTo>
                  <a:pt x="85583" y="40818"/>
                </a:lnTo>
                <a:lnTo>
                  <a:pt x="85682" y="41157"/>
                </a:lnTo>
                <a:lnTo>
                  <a:pt x="85772" y="41504"/>
                </a:lnTo>
                <a:lnTo>
                  <a:pt x="85854" y="41860"/>
                </a:lnTo>
                <a:lnTo>
                  <a:pt x="85927" y="42224"/>
                </a:lnTo>
                <a:lnTo>
                  <a:pt x="85992" y="42597"/>
                </a:lnTo>
                <a:lnTo>
                  <a:pt x="86048" y="42978"/>
                </a:lnTo>
                <a:lnTo>
                  <a:pt x="86095" y="43368"/>
                </a:lnTo>
                <a:lnTo>
                  <a:pt x="86134" y="43766"/>
                </a:lnTo>
                <a:lnTo>
                  <a:pt x="86164" y="44172"/>
                </a:lnTo>
                <a:lnTo>
                  <a:pt x="86185" y="44587"/>
                </a:lnTo>
                <a:lnTo>
                  <a:pt x="86198" y="45010"/>
                </a:lnTo>
                <a:lnTo>
                  <a:pt x="86203" y="45442"/>
                </a:lnTo>
                <a:lnTo>
                  <a:pt x="86203" y="47286"/>
                </a:lnTo>
                <a:lnTo>
                  <a:pt x="66189" y="47462"/>
                </a:lnTo>
                <a:lnTo>
                  <a:pt x="66189" y="45535"/>
                </a:lnTo>
                <a:lnTo>
                  <a:pt x="66194" y="45103"/>
                </a:lnTo>
                <a:lnTo>
                  <a:pt x="66207" y="44679"/>
                </a:lnTo>
                <a:close/>
                <a:moveTo>
                  <a:pt x="244795" y="77863"/>
                </a:moveTo>
                <a:lnTo>
                  <a:pt x="245422" y="77788"/>
                </a:lnTo>
                <a:lnTo>
                  <a:pt x="246040" y="77700"/>
                </a:lnTo>
                <a:lnTo>
                  <a:pt x="246650" y="77599"/>
                </a:lnTo>
                <a:lnTo>
                  <a:pt x="247252" y="77484"/>
                </a:lnTo>
                <a:lnTo>
                  <a:pt x="247845" y="77355"/>
                </a:lnTo>
                <a:lnTo>
                  <a:pt x="248429" y="77213"/>
                </a:lnTo>
                <a:lnTo>
                  <a:pt x="249005" y="77057"/>
                </a:lnTo>
                <a:lnTo>
                  <a:pt x="249573" y="76887"/>
                </a:lnTo>
                <a:lnTo>
                  <a:pt x="250132" y="76705"/>
                </a:lnTo>
                <a:lnTo>
                  <a:pt x="250683" y="76508"/>
                </a:lnTo>
                <a:lnTo>
                  <a:pt x="251225" y="76298"/>
                </a:lnTo>
                <a:lnTo>
                  <a:pt x="251759" y="76075"/>
                </a:lnTo>
                <a:lnTo>
                  <a:pt x="252284" y="75838"/>
                </a:lnTo>
                <a:lnTo>
                  <a:pt x="252801" y="75587"/>
                </a:lnTo>
                <a:lnTo>
                  <a:pt x="253310" y="75323"/>
                </a:lnTo>
                <a:lnTo>
                  <a:pt x="253810" y="75045"/>
                </a:lnTo>
                <a:lnTo>
                  <a:pt x="254301" y="74754"/>
                </a:lnTo>
                <a:lnTo>
                  <a:pt x="254785" y="74449"/>
                </a:lnTo>
                <a:lnTo>
                  <a:pt x="255259" y="74131"/>
                </a:lnTo>
                <a:lnTo>
                  <a:pt x="255722" y="73801"/>
                </a:lnTo>
                <a:lnTo>
                  <a:pt x="256170" y="73462"/>
                </a:lnTo>
                <a:lnTo>
                  <a:pt x="256602" y="73115"/>
                </a:lnTo>
                <a:lnTo>
                  <a:pt x="257020" y="72758"/>
                </a:lnTo>
                <a:lnTo>
                  <a:pt x="257422" y="72392"/>
                </a:lnTo>
                <a:lnTo>
                  <a:pt x="257809" y="72017"/>
                </a:lnTo>
                <a:lnTo>
                  <a:pt x="258182" y="71633"/>
                </a:lnTo>
                <a:lnTo>
                  <a:pt x="258538" y="71239"/>
                </a:lnTo>
                <a:lnTo>
                  <a:pt x="258880" y="70837"/>
                </a:lnTo>
                <a:lnTo>
                  <a:pt x="259207" y="70426"/>
                </a:lnTo>
                <a:lnTo>
                  <a:pt x="259518" y="70005"/>
                </a:lnTo>
                <a:lnTo>
                  <a:pt x="259815" y="69575"/>
                </a:lnTo>
                <a:lnTo>
                  <a:pt x="260096" y="69137"/>
                </a:lnTo>
                <a:lnTo>
                  <a:pt x="260362" y="68689"/>
                </a:lnTo>
                <a:lnTo>
                  <a:pt x="260613" y="68232"/>
                </a:lnTo>
                <a:lnTo>
                  <a:pt x="260849" y="67766"/>
                </a:lnTo>
                <a:lnTo>
                  <a:pt x="261070" y="67291"/>
                </a:lnTo>
                <a:lnTo>
                  <a:pt x="261275" y="66807"/>
                </a:lnTo>
                <a:lnTo>
                  <a:pt x="261465" y="66314"/>
                </a:lnTo>
                <a:lnTo>
                  <a:pt x="261641" y="65812"/>
                </a:lnTo>
                <a:lnTo>
                  <a:pt x="261801" y="65300"/>
                </a:lnTo>
                <a:lnTo>
                  <a:pt x="261946" y="64780"/>
                </a:lnTo>
                <a:lnTo>
                  <a:pt x="262076" y="64250"/>
                </a:lnTo>
                <a:lnTo>
                  <a:pt x="262190" y="63712"/>
                </a:lnTo>
                <a:lnTo>
                  <a:pt x="250899" y="63712"/>
                </a:lnTo>
                <a:lnTo>
                  <a:pt x="250842" y="63924"/>
                </a:lnTo>
                <a:lnTo>
                  <a:pt x="250779" y="64131"/>
                </a:lnTo>
                <a:lnTo>
                  <a:pt x="250711" y="64335"/>
                </a:lnTo>
                <a:lnTo>
                  <a:pt x="250636" y="64534"/>
                </a:lnTo>
                <a:lnTo>
                  <a:pt x="250555" y="64729"/>
                </a:lnTo>
                <a:lnTo>
                  <a:pt x="250468" y="64919"/>
                </a:lnTo>
                <a:lnTo>
                  <a:pt x="250375" y="65106"/>
                </a:lnTo>
                <a:lnTo>
                  <a:pt x="250276" y="65288"/>
                </a:lnTo>
                <a:lnTo>
                  <a:pt x="250171" y="65465"/>
                </a:lnTo>
                <a:lnTo>
                  <a:pt x="250060" y="65638"/>
                </a:lnTo>
                <a:lnTo>
                  <a:pt x="249943" y="65807"/>
                </a:lnTo>
                <a:lnTo>
                  <a:pt x="249820" y="65972"/>
                </a:lnTo>
                <a:lnTo>
                  <a:pt x="249690" y="66133"/>
                </a:lnTo>
                <a:lnTo>
                  <a:pt x="249555" y="66289"/>
                </a:lnTo>
                <a:lnTo>
                  <a:pt x="249414" y="66440"/>
                </a:lnTo>
                <a:lnTo>
                  <a:pt x="249266" y="66588"/>
                </a:lnTo>
                <a:lnTo>
                  <a:pt x="249113" y="66731"/>
                </a:lnTo>
                <a:lnTo>
                  <a:pt x="248953" y="66870"/>
                </a:lnTo>
                <a:lnTo>
                  <a:pt x="248787" y="67005"/>
                </a:lnTo>
                <a:lnTo>
                  <a:pt x="248616" y="67135"/>
                </a:lnTo>
                <a:lnTo>
                  <a:pt x="248438" y="67261"/>
                </a:lnTo>
                <a:lnTo>
                  <a:pt x="248254" y="67382"/>
                </a:lnTo>
                <a:lnTo>
                  <a:pt x="248064" y="67500"/>
                </a:lnTo>
                <a:lnTo>
                  <a:pt x="247869" y="67613"/>
                </a:lnTo>
                <a:lnTo>
                  <a:pt x="247667" y="67721"/>
                </a:lnTo>
                <a:lnTo>
                  <a:pt x="247461" y="67825"/>
                </a:lnTo>
                <a:lnTo>
                  <a:pt x="247249" y="67925"/>
                </a:lnTo>
                <a:lnTo>
                  <a:pt x="247032" y="68020"/>
                </a:lnTo>
                <a:lnTo>
                  <a:pt x="246810" y="68110"/>
                </a:lnTo>
                <a:lnTo>
                  <a:pt x="246583" y="68195"/>
                </a:lnTo>
                <a:lnTo>
                  <a:pt x="246351" y="68276"/>
                </a:lnTo>
                <a:lnTo>
                  <a:pt x="246114" y="68352"/>
                </a:lnTo>
                <a:lnTo>
                  <a:pt x="245872" y="68424"/>
                </a:lnTo>
                <a:lnTo>
                  <a:pt x="245625" y="68491"/>
                </a:lnTo>
                <a:lnTo>
                  <a:pt x="245372" y="68553"/>
                </a:lnTo>
                <a:lnTo>
                  <a:pt x="245115" y="68611"/>
                </a:lnTo>
                <a:lnTo>
                  <a:pt x="244852" y="68664"/>
                </a:lnTo>
                <a:lnTo>
                  <a:pt x="244584" y="68713"/>
                </a:lnTo>
                <a:lnTo>
                  <a:pt x="244311" y="68757"/>
                </a:lnTo>
                <a:lnTo>
                  <a:pt x="244033" y="68796"/>
                </a:lnTo>
                <a:lnTo>
                  <a:pt x="243750" y="68830"/>
                </a:lnTo>
                <a:lnTo>
                  <a:pt x="243462" y="68860"/>
                </a:lnTo>
                <a:lnTo>
                  <a:pt x="243169" y="68886"/>
                </a:lnTo>
                <a:lnTo>
                  <a:pt x="242871" y="68907"/>
                </a:lnTo>
                <a:lnTo>
                  <a:pt x="242567" y="68923"/>
                </a:lnTo>
                <a:lnTo>
                  <a:pt x="242259" y="68934"/>
                </a:lnTo>
                <a:lnTo>
                  <a:pt x="241945" y="68941"/>
                </a:lnTo>
                <a:lnTo>
                  <a:pt x="241627" y="68944"/>
                </a:lnTo>
                <a:lnTo>
                  <a:pt x="241210" y="68939"/>
                </a:lnTo>
                <a:lnTo>
                  <a:pt x="240802" y="68925"/>
                </a:lnTo>
                <a:lnTo>
                  <a:pt x="240403" y="68901"/>
                </a:lnTo>
                <a:lnTo>
                  <a:pt x="240012" y="68868"/>
                </a:lnTo>
                <a:lnTo>
                  <a:pt x="239630" y="68826"/>
                </a:lnTo>
                <a:lnTo>
                  <a:pt x="239257" y="68774"/>
                </a:lnTo>
                <a:lnTo>
                  <a:pt x="238892" y="68713"/>
                </a:lnTo>
                <a:lnTo>
                  <a:pt x="238535" y="68643"/>
                </a:lnTo>
                <a:lnTo>
                  <a:pt x="238188" y="68563"/>
                </a:lnTo>
                <a:lnTo>
                  <a:pt x="237849" y="68474"/>
                </a:lnTo>
                <a:lnTo>
                  <a:pt x="237518" y="68375"/>
                </a:lnTo>
                <a:lnTo>
                  <a:pt x="237197" y="68267"/>
                </a:lnTo>
                <a:lnTo>
                  <a:pt x="236883" y="68149"/>
                </a:lnTo>
                <a:lnTo>
                  <a:pt x="236579" y="68022"/>
                </a:lnTo>
                <a:lnTo>
                  <a:pt x="236283" y="67886"/>
                </a:lnTo>
                <a:lnTo>
                  <a:pt x="235995" y="67740"/>
                </a:lnTo>
                <a:lnTo>
                  <a:pt x="235717" y="67585"/>
                </a:lnTo>
                <a:lnTo>
                  <a:pt x="235446" y="67421"/>
                </a:lnTo>
                <a:lnTo>
                  <a:pt x="235185" y="67247"/>
                </a:lnTo>
                <a:lnTo>
                  <a:pt x="234932" y="67063"/>
                </a:lnTo>
                <a:lnTo>
                  <a:pt x="234688" y="66871"/>
                </a:lnTo>
                <a:lnTo>
                  <a:pt x="234452" y="66668"/>
                </a:lnTo>
                <a:lnTo>
                  <a:pt x="234225" y="66457"/>
                </a:lnTo>
                <a:lnTo>
                  <a:pt x="234006" y="66236"/>
                </a:lnTo>
                <a:lnTo>
                  <a:pt x="233796" y="66006"/>
                </a:lnTo>
                <a:lnTo>
                  <a:pt x="233596" y="65766"/>
                </a:lnTo>
                <a:lnTo>
                  <a:pt x="233404" y="65518"/>
                </a:lnTo>
                <a:lnTo>
                  <a:pt x="233221" y="65261"/>
                </a:lnTo>
                <a:lnTo>
                  <a:pt x="233047" y="64994"/>
                </a:lnTo>
                <a:lnTo>
                  <a:pt x="232882" y="64718"/>
                </a:lnTo>
                <a:lnTo>
                  <a:pt x="232725" y="64434"/>
                </a:lnTo>
                <a:lnTo>
                  <a:pt x="232578" y="64140"/>
                </a:lnTo>
                <a:lnTo>
                  <a:pt x="232440" y="63837"/>
                </a:lnTo>
                <a:lnTo>
                  <a:pt x="232310" y="63525"/>
                </a:lnTo>
                <a:lnTo>
                  <a:pt x="232190" y="63204"/>
                </a:lnTo>
                <a:lnTo>
                  <a:pt x="232078" y="62874"/>
                </a:lnTo>
                <a:lnTo>
                  <a:pt x="231976" y="62535"/>
                </a:lnTo>
                <a:lnTo>
                  <a:pt x="231882" y="62186"/>
                </a:lnTo>
                <a:lnTo>
                  <a:pt x="231797" y="61829"/>
                </a:lnTo>
                <a:lnTo>
                  <a:pt x="231721" y="61463"/>
                </a:lnTo>
                <a:lnTo>
                  <a:pt x="231654" y="61087"/>
                </a:lnTo>
                <a:lnTo>
                  <a:pt x="231596" y="60702"/>
                </a:lnTo>
                <a:lnTo>
                  <a:pt x="231547" y="60309"/>
                </a:lnTo>
                <a:lnTo>
                  <a:pt x="231507" y="59906"/>
                </a:lnTo>
                <a:lnTo>
                  <a:pt x="231476" y="59494"/>
                </a:lnTo>
                <a:lnTo>
                  <a:pt x="231454" y="59073"/>
                </a:lnTo>
                <a:lnTo>
                  <a:pt x="231440" y="58643"/>
                </a:lnTo>
                <a:lnTo>
                  <a:pt x="231436" y="58204"/>
                </a:lnTo>
                <a:lnTo>
                  <a:pt x="231436" y="54623"/>
                </a:lnTo>
                <a:lnTo>
                  <a:pt x="262557" y="54623"/>
                </a:lnTo>
                <a:lnTo>
                  <a:pt x="262557" y="45535"/>
                </a:lnTo>
                <a:lnTo>
                  <a:pt x="262553" y="45040"/>
                </a:lnTo>
                <a:lnTo>
                  <a:pt x="262539" y="44551"/>
                </a:lnTo>
                <a:lnTo>
                  <a:pt x="262517" y="44067"/>
                </a:lnTo>
                <a:lnTo>
                  <a:pt x="262485" y="43588"/>
                </a:lnTo>
                <a:lnTo>
                  <a:pt x="262444" y="43114"/>
                </a:lnTo>
                <a:lnTo>
                  <a:pt x="262394" y="42646"/>
                </a:lnTo>
                <a:lnTo>
                  <a:pt x="262335" y="42183"/>
                </a:lnTo>
                <a:lnTo>
                  <a:pt x="262267" y="41725"/>
                </a:lnTo>
                <a:lnTo>
                  <a:pt x="262190" y="41272"/>
                </a:lnTo>
                <a:lnTo>
                  <a:pt x="262103" y="40825"/>
                </a:lnTo>
                <a:lnTo>
                  <a:pt x="262008" y="40383"/>
                </a:lnTo>
                <a:lnTo>
                  <a:pt x="261903" y="39946"/>
                </a:lnTo>
                <a:lnTo>
                  <a:pt x="261790" y="39515"/>
                </a:lnTo>
                <a:lnTo>
                  <a:pt x="261667" y="39088"/>
                </a:lnTo>
                <a:lnTo>
                  <a:pt x="261535" y="38667"/>
                </a:lnTo>
                <a:lnTo>
                  <a:pt x="261395" y="38252"/>
                </a:lnTo>
                <a:lnTo>
                  <a:pt x="261245" y="37841"/>
                </a:lnTo>
                <a:lnTo>
                  <a:pt x="261086" y="37436"/>
                </a:lnTo>
                <a:lnTo>
                  <a:pt x="260918" y="37036"/>
                </a:lnTo>
                <a:lnTo>
                  <a:pt x="260740" y="36642"/>
                </a:lnTo>
                <a:lnTo>
                  <a:pt x="260554" y="36252"/>
                </a:lnTo>
                <a:lnTo>
                  <a:pt x="260359" y="35868"/>
                </a:lnTo>
                <a:lnTo>
                  <a:pt x="260154" y="35489"/>
                </a:lnTo>
                <a:lnTo>
                  <a:pt x="259941" y="35116"/>
                </a:lnTo>
                <a:lnTo>
                  <a:pt x="259719" y="34748"/>
                </a:lnTo>
                <a:lnTo>
                  <a:pt x="259490" y="34387"/>
                </a:lnTo>
                <a:lnTo>
                  <a:pt x="259254" y="34033"/>
                </a:lnTo>
                <a:lnTo>
                  <a:pt x="259010" y="33686"/>
                </a:lnTo>
                <a:lnTo>
                  <a:pt x="258759" y="33346"/>
                </a:lnTo>
                <a:lnTo>
                  <a:pt x="258501" y="33012"/>
                </a:lnTo>
                <a:lnTo>
                  <a:pt x="258235" y="32686"/>
                </a:lnTo>
                <a:lnTo>
                  <a:pt x="257962" y="32366"/>
                </a:lnTo>
                <a:lnTo>
                  <a:pt x="257682" y="32053"/>
                </a:lnTo>
                <a:lnTo>
                  <a:pt x="257394" y="31747"/>
                </a:lnTo>
                <a:lnTo>
                  <a:pt x="257099" y="31448"/>
                </a:lnTo>
                <a:lnTo>
                  <a:pt x="256797" y="31156"/>
                </a:lnTo>
                <a:lnTo>
                  <a:pt x="256487" y="30871"/>
                </a:lnTo>
                <a:lnTo>
                  <a:pt x="256170" y="30592"/>
                </a:lnTo>
                <a:lnTo>
                  <a:pt x="255846" y="30321"/>
                </a:lnTo>
                <a:lnTo>
                  <a:pt x="255514" y="30056"/>
                </a:lnTo>
                <a:lnTo>
                  <a:pt x="255175" y="29798"/>
                </a:lnTo>
                <a:lnTo>
                  <a:pt x="254829" y="29547"/>
                </a:lnTo>
                <a:lnTo>
                  <a:pt x="254475" y="29303"/>
                </a:lnTo>
                <a:lnTo>
                  <a:pt x="254114" y="29065"/>
                </a:lnTo>
                <a:lnTo>
                  <a:pt x="253746" y="28835"/>
                </a:lnTo>
                <a:lnTo>
                  <a:pt x="253370" y="28611"/>
                </a:lnTo>
                <a:lnTo>
                  <a:pt x="252987" y="28394"/>
                </a:lnTo>
                <a:lnTo>
                  <a:pt x="252596" y="28184"/>
                </a:lnTo>
                <a:lnTo>
                  <a:pt x="252200" y="27982"/>
                </a:lnTo>
                <a:lnTo>
                  <a:pt x="251797" y="27788"/>
                </a:lnTo>
                <a:lnTo>
                  <a:pt x="251389" y="27603"/>
                </a:lnTo>
                <a:lnTo>
                  <a:pt x="250976" y="27427"/>
                </a:lnTo>
                <a:lnTo>
                  <a:pt x="250557" y="27259"/>
                </a:lnTo>
                <a:lnTo>
                  <a:pt x="250132" y="27100"/>
                </a:lnTo>
                <a:lnTo>
                  <a:pt x="249702" y="26949"/>
                </a:lnTo>
                <a:lnTo>
                  <a:pt x="249266" y="26807"/>
                </a:lnTo>
                <a:lnTo>
                  <a:pt x="248825" y="26673"/>
                </a:lnTo>
                <a:lnTo>
                  <a:pt x="248378" y="26549"/>
                </a:lnTo>
                <a:lnTo>
                  <a:pt x="247925" y="26432"/>
                </a:lnTo>
                <a:lnTo>
                  <a:pt x="247467" y="26325"/>
                </a:lnTo>
                <a:lnTo>
                  <a:pt x="247003" y="26226"/>
                </a:lnTo>
                <a:lnTo>
                  <a:pt x="246534" y="26135"/>
                </a:lnTo>
                <a:lnTo>
                  <a:pt x="246059" y="26054"/>
                </a:lnTo>
                <a:lnTo>
                  <a:pt x="245579" y="25980"/>
                </a:lnTo>
                <a:lnTo>
                  <a:pt x="245093" y="25916"/>
                </a:lnTo>
                <a:lnTo>
                  <a:pt x="244601" y="25860"/>
                </a:lnTo>
                <a:lnTo>
                  <a:pt x="244104" y="25812"/>
                </a:lnTo>
                <a:lnTo>
                  <a:pt x="243601" y="25774"/>
                </a:lnTo>
                <a:lnTo>
                  <a:pt x="243093" y="25744"/>
                </a:lnTo>
                <a:lnTo>
                  <a:pt x="242579" y="25722"/>
                </a:lnTo>
                <a:lnTo>
                  <a:pt x="242059" y="25709"/>
                </a:lnTo>
                <a:lnTo>
                  <a:pt x="241534" y="25705"/>
                </a:lnTo>
                <a:lnTo>
                  <a:pt x="241002" y="25709"/>
                </a:lnTo>
                <a:lnTo>
                  <a:pt x="240475" y="25722"/>
                </a:lnTo>
                <a:lnTo>
                  <a:pt x="239954" y="25744"/>
                </a:lnTo>
                <a:lnTo>
                  <a:pt x="239438" y="25774"/>
                </a:lnTo>
                <a:lnTo>
                  <a:pt x="238929" y="25812"/>
                </a:lnTo>
                <a:lnTo>
                  <a:pt x="238425" y="25860"/>
                </a:lnTo>
                <a:lnTo>
                  <a:pt x="237926" y="25916"/>
                </a:lnTo>
                <a:lnTo>
                  <a:pt x="237434" y="25980"/>
                </a:lnTo>
                <a:lnTo>
                  <a:pt x="236947" y="26054"/>
                </a:lnTo>
                <a:lnTo>
                  <a:pt x="236466" y="26135"/>
                </a:lnTo>
                <a:lnTo>
                  <a:pt x="235991" y="26226"/>
                </a:lnTo>
                <a:lnTo>
                  <a:pt x="235522" y="26325"/>
                </a:lnTo>
                <a:lnTo>
                  <a:pt x="235058" y="26432"/>
                </a:lnTo>
                <a:lnTo>
                  <a:pt x="234600" y="26549"/>
                </a:lnTo>
                <a:lnTo>
                  <a:pt x="234147" y="26673"/>
                </a:lnTo>
                <a:lnTo>
                  <a:pt x="233701" y="26807"/>
                </a:lnTo>
                <a:lnTo>
                  <a:pt x="233260" y="26949"/>
                </a:lnTo>
                <a:lnTo>
                  <a:pt x="232825" y="27100"/>
                </a:lnTo>
                <a:lnTo>
                  <a:pt x="232395" y="27259"/>
                </a:lnTo>
                <a:lnTo>
                  <a:pt x="231972" y="27427"/>
                </a:lnTo>
                <a:lnTo>
                  <a:pt x="231554" y="27603"/>
                </a:lnTo>
                <a:lnTo>
                  <a:pt x="231142" y="27788"/>
                </a:lnTo>
                <a:lnTo>
                  <a:pt x="230735" y="27982"/>
                </a:lnTo>
                <a:lnTo>
                  <a:pt x="230335" y="28184"/>
                </a:lnTo>
                <a:lnTo>
                  <a:pt x="229941" y="28394"/>
                </a:lnTo>
                <a:lnTo>
                  <a:pt x="229554" y="28611"/>
                </a:lnTo>
                <a:lnTo>
                  <a:pt x="229175" y="28835"/>
                </a:lnTo>
                <a:lnTo>
                  <a:pt x="228803" y="29065"/>
                </a:lnTo>
                <a:lnTo>
                  <a:pt x="228439" y="29303"/>
                </a:lnTo>
                <a:lnTo>
                  <a:pt x="228083" y="29547"/>
                </a:lnTo>
                <a:lnTo>
                  <a:pt x="227733" y="29798"/>
                </a:lnTo>
                <a:lnTo>
                  <a:pt x="227392" y="30056"/>
                </a:lnTo>
                <a:lnTo>
                  <a:pt x="227058" y="30321"/>
                </a:lnTo>
                <a:lnTo>
                  <a:pt x="226731" y="30592"/>
                </a:lnTo>
                <a:lnTo>
                  <a:pt x="226412" y="30871"/>
                </a:lnTo>
                <a:lnTo>
                  <a:pt x="226100" y="31156"/>
                </a:lnTo>
                <a:lnTo>
                  <a:pt x="225796" y="31448"/>
                </a:lnTo>
                <a:lnTo>
                  <a:pt x="225499" y="31747"/>
                </a:lnTo>
                <a:lnTo>
                  <a:pt x="225210" y="32053"/>
                </a:lnTo>
                <a:lnTo>
                  <a:pt x="224928" y="32366"/>
                </a:lnTo>
                <a:lnTo>
                  <a:pt x="224654" y="32686"/>
                </a:lnTo>
                <a:lnTo>
                  <a:pt x="224387" y="33012"/>
                </a:lnTo>
                <a:lnTo>
                  <a:pt x="224128" y="33346"/>
                </a:lnTo>
                <a:lnTo>
                  <a:pt x="223876" y="33686"/>
                </a:lnTo>
                <a:lnTo>
                  <a:pt x="223632" y="34033"/>
                </a:lnTo>
                <a:lnTo>
                  <a:pt x="223395" y="34387"/>
                </a:lnTo>
                <a:lnTo>
                  <a:pt x="223166" y="34748"/>
                </a:lnTo>
                <a:lnTo>
                  <a:pt x="222944" y="35116"/>
                </a:lnTo>
                <a:lnTo>
                  <a:pt x="222731" y="35489"/>
                </a:lnTo>
                <a:lnTo>
                  <a:pt x="222526" y="35868"/>
                </a:lnTo>
                <a:lnTo>
                  <a:pt x="222331" y="36252"/>
                </a:lnTo>
                <a:lnTo>
                  <a:pt x="222145" y="36642"/>
                </a:lnTo>
                <a:lnTo>
                  <a:pt x="221968" y="37036"/>
                </a:lnTo>
                <a:lnTo>
                  <a:pt x="221800" y="37436"/>
                </a:lnTo>
                <a:lnTo>
                  <a:pt x="221641" y="37841"/>
                </a:lnTo>
                <a:lnTo>
                  <a:pt x="221491" y="38252"/>
                </a:lnTo>
                <a:lnTo>
                  <a:pt x="221350" y="38667"/>
                </a:lnTo>
                <a:lnTo>
                  <a:pt x="221219" y="39088"/>
                </a:lnTo>
                <a:lnTo>
                  <a:pt x="221096" y="39515"/>
                </a:lnTo>
                <a:lnTo>
                  <a:pt x="220983" y="39946"/>
                </a:lnTo>
                <a:lnTo>
                  <a:pt x="220878" y="40383"/>
                </a:lnTo>
                <a:lnTo>
                  <a:pt x="220783" y="40825"/>
                </a:lnTo>
                <a:lnTo>
                  <a:pt x="220696" y="41272"/>
                </a:lnTo>
                <a:lnTo>
                  <a:pt x="220619" y="41725"/>
                </a:lnTo>
                <a:lnTo>
                  <a:pt x="220551" y="42183"/>
                </a:lnTo>
                <a:lnTo>
                  <a:pt x="220492" y="42646"/>
                </a:lnTo>
                <a:lnTo>
                  <a:pt x="220442" y="43114"/>
                </a:lnTo>
                <a:lnTo>
                  <a:pt x="220401" y="43588"/>
                </a:lnTo>
                <a:lnTo>
                  <a:pt x="220370" y="44067"/>
                </a:lnTo>
                <a:lnTo>
                  <a:pt x="220347" y="44551"/>
                </a:lnTo>
                <a:lnTo>
                  <a:pt x="220333" y="45040"/>
                </a:lnTo>
                <a:lnTo>
                  <a:pt x="220329" y="45535"/>
                </a:lnTo>
                <a:lnTo>
                  <a:pt x="220329" y="58204"/>
                </a:lnTo>
                <a:lnTo>
                  <a:pt x="220333" y="58698"/>
                </a:lnTo>
                <a:lnTo>
                  <a:pt x="220347" y="59187"/>
                </a:lnTo>
                <a:lnTo>
                  <a:pt x="220370" y="59672"/>
                </a:lnTo>
                <a:lnTo>
                  <a:pt x="220401" y="60150"/>
                </a:lnTo>
                <a:lnTo>
                  <a:pt x="220442" y="60624"/>
                </a:lnTo>
                <a:lnTo>
                  <a:pt x="220492" y="61092"/>
                </a:lnTo>
                <a:lnTo>
                  <a:pt x="220551" y="61555"/>
                </a:lnTo>
                <a:lnTo>
                  <a:pt x="220619" y="62013"/>
                </a:lnTo>
                <a:lnTo>
                  <a:pt x="220696" y="62465"/>
                </a:lnTo>
                <a:lnTo>
                  <a:pt x="220783" y="62913"/>
                </a:lnTo>
                <a:lnTo>
                  <a:pt x="220878" y="63355"/>
                </a:lnTo>
                <a:lnTo>
                  <a:pt x="220983" y="63791"/>
                </a:lnTo>
                <a:lnTo>
                  <a:pt x="221096" y="64223"/>
                </a:lnTo>
                <a:lnTo>
                  <a:pt x="221219" y="64649"/>
                </a:lnTo>
                <a:lnTo>
                  <a:pt x="221350" y="65070"/>
                </a:lnTo>
                <a:lnTo>
                  <a:pt x="221491" y="65486"/>
                </a:lnTo>
                <a:lnTo>
                  <a:pt x="221641" y="65896"/>
                </a:lnTo>
                <a:lnTo>
                  <a:pt x="221800" y="66302"/>
                </a:lnTo>
                <a:lnTo>
                  <a:pt x="221968" y="66702"/>
                </a:lnTo>
                <a:lnTo>
                  <a:pt x="222145" y="67096"/>
                </a:lnTo>
                <a:lnTo>
                  <a:pt x="222331" y="67486"/>
                </a:lnTo>
                <a:lnTo>
                  <a:pt x="222526" y="67870"/>
                </a:lnTo>
                <a:lnTo>
                  <a:pt x="222731" y="68249"/>
                </a:lnTo>
                <a:lnTo>
                  <a:pt x="222944" y="68623"/>
                </a:lnTo>
                <a:lnTo>
                  <a:pt x="223166" y="68990"/>
                </a:lnTo>
                <a:lnTo>
                  <a:pt x="223395" y="69351"/>
                </a:lnTo>
                <a:lnTo>
                  <a:pt x="223632" y="69705"/>
                </a:lnTo>
                <a:lnTo>
                  <a:pt x="223876" y="70052"/>
                </a:lnTo>
                <a:lnTo>
                  <a:pt x="224128" y="70392"/>
                </a:lnTo>
                <a:lnTo>
                  <a:pt x="224387" y="70725"/>
                </a:lnTo>
                <a:lnTo>
                  <a:pt x="224654" y="71052"/>
                </a:lnTo>
                <a:lnTo>
                  <a:pt x="224928" y="71372"/>
                </a:lnTo>
                <a:lnTo>
                  <a:pt x="225210" y="71684"/>
                </a:lnTo>
                <a:lnTo>
                  <a:pt x="225499" y="71990"/>
                </a:lnTo>
                <a:lnTo>
                  <a:pt x="225796" y="72289"/>
                </a:lnTo>
                <a:lnTo>
                  <a:pt x="226100" y="72582"/>
                </a:lnTo>
                <a:lnTo>
                  <a:pt x="226412" y="72867"/>
                </a:lnTo>
                <a:lnTo>
                  <a:pt x="226731" y="73145"/>
                </a:lnTo>
                <a:lnTo>
                  <a:pt x="227058" y="73417"/>
                </a:lnTo>
                <a:lnTo>
                  <a:pt x="227392" y="73682"/>
                </a:lnTo>
                <a:lnTo>
                  <a:pt x="227733" y="73940"/>
                </a:lnTo>
                <a:lnTo>
                  <a:pt x="228083" y="74191"/>
                </a:lnTo>
                <a:lnTo>
                  <a:pt x="228439" y="74435"/>
                </a:lnTo>
                <a:lnTo>
                  <a:pt x="228803" y="74673"/>
                </a:lnTo>
                <a:lnTo>
                  <a:pt x="229175" y="74903"/>
                </a:lnTo>
                <a:lnTo>
                  <a:pt x="229554" y="75127"/>
                </a:lnTo>
                <a:lnTo>
                  <a:pt x="229941" y="75344"/>
                </a:lnTo>
                <a:lnTo>
                  <a:pt x="230335" y="75554"/>
                </a:lnTo>
                <a:lnTo>
                  <a:pt x="230735" y="75756"/>
                </a:lnTo>
                <a:lnTo>
                  <a:pt x="231142" y="75950"/>
                </a:lnTo>
                <a:lnTo>
                  <a:pt x="231554" y="76135"/>
                </a:lnTo>
                <a:lnTo>
                  <a:pt x="231972" y="76311"/>
                </a:lnTo>
                <a:lnTo>
                  <a:pt x="232395" y="76479"/>
                </a:lnTo>
                <a:lnTo>
                  <a:pt x="232825" y="76638"/>
                </a:lnTo>
                <a:lnTo>
                  <a:pt x="233260" y="76789"/>
                </a:lnTo>
                <a:lnTo>
                  <a:pt x="233701" y="76931"/>
                </a:lnTo>
                <a:lnTo>
                  <a:pt x="234147" y="77064"/>
                </a:lnTo>
                <a:lnTo>
                  <a:pt x="234600" y="77189"/>
                </a:lnTo>
                <a:lnTo>
                  <a:pt x="235058" y="77305"/>
                </a:lnTo>
                <a:lnTo>
                  <a:pt x="235522" y="77413"/>
                </a:lnTo>
                <a:lnTo>
                  <a:pt x="235991" y="77512"/>
                </a:lnTo>
                <a:lnTo>
                  <a:pt x="236466" y="77602"/>
                </a:lnTo>
                <a:lnTo>
                  <a:pt x="236947" y="77684"/>
                </a:lnTo>
                <a:lnTo>
                  <a:pt x="237434" y="77757"/>
                </a:lnTo>
                <a:lnTo>
                  <a:pt x="237926" y="77821"/>
                </a:lnTo>
                <a:lnTo>
                  <a:pt x="238425" y="77877"/>
                </a:lnTo>
                <a:lnTo>
                  <a:pt x="238929" y="77925"/>
                </a:lnTo>
                <a:lnTo>
                  <a:pt x="239438" y="77963"/>
                </a:lnTo>
                <a:lnTo>
                  <a:pt x="239954" y="77993"/>
                </a:lnTo>
                <a:lnTo>
                  <a:pt x="240475" y="78015"/>
                </a:lnTo>
                <a:lnTo>
                  <a:pt x="241002" y="78028"/>
                </a:lnTo>
                <a:lnTo>
                  <a:pt x="241534" y="78032"/>
                </a:lnTo>
                <a:lnTo>
                  <a:pt x="242203" y="78025"/>
                </a:lnTo>
                <a:lnTo>
                  <a:pt x="242864" y="78005"/>
                </a:lnTo>
                <a:lnTo>
                  <a:pt x="243516" y="77971"/>
                </a:lnTo>
                <a:lnTo>
                  <a:pt x="244160" y="77924"/>
                </a:lnTo>
                <a:lnTo>
                  <a:pt x="244795" y="77863"/>
                </a:lnTo>
                <a:close/>
                <a:moveTo>
                  <a:pt x="231454" y="44679"/>
                </a:moveTo>
                <a:lnTo>
                  <a:pt x="231476" y="44264"/>
                </a:lnTo>
                <a:lnTo>
                  <a:pt x="231507" y="43857"/>
                </a:lnTo>
                <a:lnTo>
                  <a:pt x="231547" y="43458"/>
                </a:lnTo>
                <a:lnTo>
                  <a:pt x="231596" y="43067"/>
                </a:lnTo>
                <a:lnTo>
                  <a:pt x="231654" y="42685"/>
                </a:lnTo>
                <a:lnTo>
                  <a:pt x="231721" y="42311"/>
                </a:lnTo>
                <a:lnTo>
                  <a:pt x="231797" y="41946"/>
                </a:lnTo>
                <a:lnTo>
                  <a:pt x="231882" y="41588"/>
                </a:lnTo>
                <a:lnTo>
                  <a:pt x="231976" y="41239"/>
                </a:lnTo>
                <a:lnTo>
                  <a:pt x="232078" y="40898"/>
                </a:lnTo>
                <a:lnTo>
                  <a:pt x="232190" y="40566"/>
                </a:lnTo>
                <a:lnTo>
                  <a:pt x="232310" y="40242"/>
                </a:lnTo>
                <a:lnTo>
                  <a:pt x="232440" y="39926"/>
                </a:lnTo>
                <a:lnTo>
                  <a:pt x="232578" y="39618"/>
                </a:lnTo>
                <a:lnTo>
                  <a:pt x="232725" y="39319"/>
                </a:lnTo>
                <a:lnTo>
                  <a:pt x="232882" y="39028"/>
                </a:lnTo>
                <a:lnTo>
                  <a:pt x="233047" y="38745"/>
                </a:lnTo>
                <a:lnTo>
                  <a:pt x="233221" y="38471"/>
                </a:lnTo>
                <a:lnTo>
                  <a:pt x="233404" y="38205"/>
                </a:lnTo>
                <a:lnTo>
                  <a:pt x="233596" y="37947"/>
                </a:lnTo>
                <a:lnTo>
                  <a:pt x="233796" y="37697"/>
                </a:lnTo>
                <a:lnTo>
                  <a:pt x="234006" y="37456"/>
                </a:lnTo>
                <a:lnTo>
                  <a:pt x="234225" y="37224"/>
                </a:lnTo>
                <a:lnTo>
                  <a:pt x="234451" y="37002"/>
                </a:lnTo>
                <a:lnTo>
                  <a:pt x="234686" y="36789"/>
                </a:lnTo>
                <a:lnTo>
                  <a:pt x="234929" y="36587"/>
                </a:lnTo>
                <a:lnTo>
                  <a:pt x="235181" y="36394"/>
                </a:lnTo>
                <a:lnTo>
                  <a:pt x="235441" y="36211"/>
                </a:lnTo>
                <a:lnTo>
                  <a:pt x="235709" y="36038"/>
                </a:lnTo>
                <a:lnTo>
                  <a:pt x="235985" y="35875"/>
                </a:lnTo>
                <a:lnTo>
                  <a:pt x="236270" y="35722"/>
                </a:lnTo>
                <a:lnTo>
                  <a:pt x="236563" y="35578"/>
                </a:lnTo>
                <a:lnTo>
                  <a:pt x="236864" y="35445"/>
                </a:lnTo>
                <a:lnTo>
                  <a:pt x="237173" y="35321"/>
                </a:lnTo>
                <a:lnTo>
                  <a:pt x="237491" y="35208"/>
                </a:lnTo>
                <a:lnTo>
                  <a:pt x="237817" y="35104"/>
                </a:lnTo>
                <a:lnTo>
                  <a:pt x="238152" y="35010"/>
                </a:lnTo>
                <a:lnTo>
                  <a:pt x="238494" y="34926"/>
                </a:lnTo>
                <a:lnTo>
                  <a:pt x="238845" y="34852"/>
                </a:lnTo>
                <a:lnTo>
                  <a:pt x="239205" y="34788"/>
                </a:lnTo>
                <a:lnTo>
                  <a:pt x="239572" y="34733"/>
                </a:lnTo>
                <a:lnTo>
                  <a:pt x="239948" y="34689"/>
                </a:lnTo>
                <a:lnTo>
                  <a:pt x="240332" y="34654"/>
                </a:lnTo>
                <a:lnTo>
                  <a:pt x="240724" y="34630"/>
                </a:lnTo>
                <a:lnTo>
                  <a:pt x="241125" y="34615"/>
                </a:lnTo>
                <a:lnTo>
                  <a:pt x="241534" y="34610"/>
                </a:lnTo>
                <a:lnTo>
                  <a:pt x="241943" y="34615"/>
                </a:lnTo>
                <a:lnTo>
                  <a:pt x="242343" y="34629"/>
                </a:lnTo>
                <a:lnTo>
                  <a:pt x="242735" y="34654"/>
                </a:lnTo>
                <a:lnTo>
                  <a:pt x="243118" y="34688"/>
                </a:lnTo>
                <a:lnTo>
                  <a:pt x="243492" y="34731"/>
                </a:lnTo>
                <a:lnTo>
                  <a:pt x="243858" y="34785"/>
                </a:lnTo>
                <a:lnTo>
                  <a:pt x="244215" y="34848"/>
                </a:lnTo>
                <a:lnTo>
                  <a:pt x="244564" y="34921"/>
                </a:lnTo>
                <a:lnTo>
                  <a:pt x="244904" y="35004"/>
                </a:lnTo>
                <a:lnTo>
                  <a:pt x="245235" y="35096"/>
                </a:lnTo>
                <a:lnTo>
                  <a:pt x="245558" y="35198"/>
                </a:lnTo>
                <a:lnTo>
                  <a:pt x="245872" y="35310"/>
                </a:lnTo>
                <a:lnTo>
                  <a:pt x="246177" y="35431"/>
                </a:lnTo>
                <a:lnTo>
                  <a:pt x="246474" y="35563"/>
                </a:lnTo>
                <a:lnTo>
                  <a:pt x="246762" y="35704"/>
                </a:lnTo>
                <a:lnTo>
                  <a:pt x="247042" y="35854"/>
                </a:lnTo>
                <a:lnTo>
                  <a:pt x="247313" y="36015"/>
                </a:lnTo>
                <a:lnTo>
                  <a:pt x="247576" y="36185"/>
                </a:lnTo>
                <a:lnTo>
                  <a:pt x="247830" y="36365"/>
                </a:lnTo>
                <a:lnTo>
                  <a:pt x="248075" y="36554"/>
                </a:lnTo>
                <a:lnTo>
                  <a:pt x="248311" y="36754"/>
                </a:lnTo>
                <a:lnTo>
                  <a:pt x="248539" y="36963"/>
                </a:lnTo>
                <a:lnTo>
                  <a:pt x="248759" y="37182"/>
                </a:lnTo>
                <a:lnTo>
                  <a:pt x="248970" y="37410"/>
                </a:lnTo>
                <a:lnTo>
                  <a:pt x="249172" y="37648"/>
                </a:lnTo>
                <a:lnTo>
                  <a:pt x="249366" y="37894"/>
                </a:lnTo>
                <a:lnTo>
                  <a:pt x="249551" y="38148"/>
                </a:lnTo>
                <a:lnTo>
                  <a:pt x="249727" y="38411"/>
                </a:lnTo>
                <a:lnTo>
                  <a:pt x="249895" y="38682"/>
                </a:lnTo>
                <a:lnTo>
                  <a:pt x="250054" y="38962"/>
                </a:lnTo>
                <a:lnTo>
                  <a:pt x="250205" y="39250"/>
                </a:lnTo>
                <a:lnTo>
                  <a:pt x="250347" y="39547"/>
                </a:lnTo>
                <a:lnTo>
                  <a:pt x="250481" y="39852"/>
                </a:lnTo>
                <a:lnTo>
                  <a:pt x="250605" y="40166"/>
                </a:lnTo>
                <a:lnTo>
                  <a:pt x="250722" y="40488"/>
                </a:lnTo>
                <a:lnTo>
                  <a:pt x="250829" y="40818"/>
                </a:lnTo>
                <a:lnTo>
                  <a:pt x="250928" y="41157"/>
                </a:lnTo>
                <a:lnTo>
                  <a:pt x="251019" y="41504"/>
                </a:lnTo>
                <a:lnTo>
                  <a:pt x="251100" y="41860"/>
                </a:lnTo>
                <a:lnTo>
                  <a:pt x="251174" y="42224"/>
                </a:lnTo>
                <a:lnTo>
                  <a:pt x="251238" y="42597"/>
                </a:lnTo>
                <a:lnTo>
                  <a:pt x="251294" y="42978"/>
                </a:lnTo>
                <a:lnTo>
                  <a:pt x="251341" y="43368"/>
                </a:lnTo>
                <a:lnTo>
                  <a:pt x="251380" y="43766"/>
                </a:lnTo>
                <a:lnTo>
                  <a:pt x="251410" y="44172"/>
                </a:lnTo>
                <a:lnTo>
                  <a:pt x="251432" y="44587"/>
                </a:lnTo>
                <a:lnTo>
                  <a:pt x="251445" y="45010"/>
                </a:lnTo>
                <a:lnTo>
                  <a:pt x="251449" y="45442"/>
                </a:lnTo>
                <a:lnTo>
                  <a:pt x="251449" y="47286"/>
                </a:lnTo>
                <a:lnTo>
                  <a:pt x="231436" y="47462"/>
                </a:lnTo>
                <a:lnTo>
                  <a:pt x="231436" y="45535"/>
                </a:lnTo>
                <a:lnTo>
                  <a:pt x="231440" y="45103"/>
                </a:lnTo>
                <a:lnTo>
                  <a:pt x="231454" y="44679"/>
                </a:lnTo>
                <a:close/>
                <a:moveTo>
                  <a:pt x="483803" y="89784"/>
                </a:moveTo>
                <a:lnTo>
                  <a:pt x="483803" y="79409"/>
                </a:lnTo>
                <a:lnTo>
                  <a:pt x="439738" y="79409"/>
                </a:lnTo>
                <a:lnTo>
                  <a:pt x="439738" y="89784"/>
                </a:lnTo>
                <a:lnTo>
                  <a:pt x="483803" y="89784"/>
                </a:lnTo>
                <a:close/>
                <a:moveTo>
                  <a:pt x="740224" y="18099"/>
                </a:moveTo>
                <a:lnTo>
                  <a:pt x="740487" y="18065"/>
                </a:lnTo>
                <a:lnTo>
                  <a:pt x="740745" y="18025"/>
                </a:lnTo>
                <a:lnTo>
                  <a:pt x="740997" y="17978"/>
                </a:lnTo>
                <a:lnTo>
                  <a:pt x="741244" y="17925"/>
                </a:lnTo>
                <a:lnTo>
                  <a:pt x="741487" y="17866"/>
                </a:lnTo>
                <a:lnTo>
                  <a:pt x="741724" y="17801"/>
                </a:lnTo>
                <a:lnTo>
                  <a:pt x="741956" y="17729"/>
                </a:lnTo>
                <a:lnTo>
                  <a:pt x="742183" y="17652"/>
                </a:lnTo>
                <a:lnTo>
                  <a:pt x="742405" y="17568"/>
                </a:lnTo>
                <a:lnTo>
                  <a:pt x="742621" y="17478"/>
                </a:lnTo>
                <a:lnTo>
                  <a:pt x="742833" y="17381"/>
                </a:lnTo>
                <a:lnTo>
                  <a:pt x="743040" y="17279"/>
                </a:lnTo>
                <a:lnTo>
                  <a:pt x="743241" y="17170"/>
                </a:lnTo>
                <a:lnTo>
                  <a:pt x="743437" y="17055"/>
                </a:lnTo>
                <a:lnTo>
                  <a:pt x="743629" y="16934"/>
                </a:lnTo>
                <a:lnTo>
                  <a:pt x="743815" y="16806"/>
                </a:lnTo>
                <a:lnTo>
                  <a:pt x="743996" y="16673"/>
                </a:lnTo>
                <a:lnTo>
                  <a:pt x="744172" y="16533"/>
                </a:lnTo>
                <a:lnTo>
                  <a:pt x="744343" y="16387"/>
                </a:lnTo>
                <a:lnTo>
                  <a:pt x="744508" y="16235"/>
                </a:lnTo>
                <a:lnTo>
                  <a:pt x="744665" y="16080"/>
                </a:lnTo>
                <a:lnTo>
                  <a:pt x="744816" y="15920"/>
                </a:lnTo>
                <a:lnTo>
                  <a:pt x="744960" y="15755"/>
                </a:lnTo>
                <a:lnTo>
                  <a:pt x="745097" y="15587"/>
                </a:lnTo>
                <a:lnTo>
                  <a:pt x="745227" y="15414"/>
                </a:lnTo>
                <a:lnTo>
                  <a:pt x="745349" y="15237"/>
                </a:lnTo>
                <a:lnTo>
                  <a:pt x="745465" y="15055"/>
                </a:lnTo>
                <a:lnTo>
                  <a:pt x="745574" y="14870"/>
                </a:lnTo>
                <a:lnTo>
                  <a:pt x="745675" y="14680"/>
                </a:lnTo>
                <a:lnTo>
                  <a:pt x="745770" y="14485"/>
                </a:lnTo>
                <a:lnTo>
                  <a:pt x="745858" y="14287"/>
                </a:lnTo>
                <a:lnTo>
                  <a:pt x="745938" y="14084"/>
                </a:lnTo>
                <a:lnTo>
                  <a:pt x="746012" y="13876"/>
                </a:lnTo>
                <a:lnTo>
                  <a:pt x="746079" y="13665"/>
                </a:lnTo>
                <a:lnTo>
                  <a:pt x="746138" y="13449"/>
                </a:lnTo>
                <a:lnTo>
                  <a:pt x="746191" y="13228"/>
                </a:lnTo>
                <a:lnTo>
                  <a:pt x="746237" y="13004"/>
                </a:lnTo>
                <a:lnTo>
                  <a:pt x="746275" y="12775"/>
                </a:lnTo>
                <a:lnTo>
                  <a:pt x="746307" y="12542"/>
                </a:lnTo>
                <a:lnTo>
                  <a:pt x="746331" y="12305"/>
                </a:lnTo>
                <a:lnTo>
                  <a:pt x="746349" y="12063"/>
                </a:lnTo>
                <a:lnTo>
                  <a:pt x="746359" y="11817"/>
                </a:lnTo>
                <a:lnTo>
                  <a:pt x="746363" y="11566"/>
                </a:lnTo>
                <a:lnTo>
                  <a:pt x="746359" y="11316"/>
                </a:lnTo>
                <a:lnTo>
                  <a:pt x="746349" y="11070"/>
                </a:lnTo>
                <a:lnTo>
                  <a:pt x="746331" y="10829"/>
                </a:lnTo>
                <a:lnTo>
                  <a:pt x="746307" y="10591"/>
                </a:lnTo>
                <a:lnTo>
                  <a:pt x="746275" y="10358"/>
                </a:lnTo>
                <a:lnTo>
                  <a:pt x="746237" y="10130"/>
                </a:lnTo>
                <a:lnTo>
                  <a:pt x="746191" y="9905"/>
                </a:lnTo>
                <a:lnTo>
                  <a:pt x="746138" y="9685"/>
                </a:lnTo>
                <a:lnTo>
                  <a:pt x="746079" y="9469"/>
                </a:lnTo>
                <a:lnTo>
                  <a:pt x="746012" y="9258"/>
                </a:lnTo>
                <a:lnTo>
                  <a:pt x="745938" y="9050"/>
                </a:lnTo>
                <a:lnTo>
                  <a:pt x="745858" y="8848"/>
                </a:lnTo>
                <a:lnTo>
                  <a:pt x="745770" y="8649"/>
                </a:lnTo>
                <a:lnTo>
                  <a:pt x="745675" y="8455"/>
                </a:lnTo>
                <a:lnTo>
                  <a:pt x="745574" y="8265"/>
                </a:lnTo>
                <a:lnTo>
                  <a:pt x="745465" y="8079"/>
                </a:lnTo>
                <a:lnTo>
                  <a:pt x="745349" y="7897"/>
                </a:lnTo>
                <a:lnTo>
                  <a:pt x="745227" y="7720"/>
                </a:lnTo>
                <a:lnTo>
                  <a:pt x="745097" y="7547"/>
                </a:lnTo>
                <a:lnTo>
                  <a:pt x="744960" y="7379"/>
                </a:lnTo>
                <a:lnTo>
                  <a:pt x="744816" y="7215"/>
                </a:lnTo>
                <a:lnTo>
                  <a:pt x="744665" y="7055"/>
                </a:lnTo>
                <a:lnTo>
                  <a:pt x="744508" y="6899"/>
                </a:lnTo>
                <a:lnTo>
                  <a:pt x="744343" y="6748"/>
                </a:lnTo>
                <a:lnTo>
                  <a:pt x="744172" y="6602"/>
                </a:lnTo>
                <a:lnTo>
                  <a:pt x="743996" y="6462"/>
                </a:lnTo>
                <a:lnTo>
                  <a:pt x="743815" y="6328"/>
                </a:lnTo>
                <a:lnTo>
                  <a:pt x="743629" y="6201"/>
                </a:lnTo>
                <a:lnTo>
                  <a:pt x="743437" y="6079"/>
                </a:lnTo>
                <a:lnTo>
                  <a:pt x="743241" y="5964"/>
                </a:lnTo>
                <a:lnTo>
                  <a:pt x="743040" y="5856"/>
                </a:lnTo>
                <a:lnTo>
                  <a:pt x="742833" y="5753"/>
                </a:lnTo>
                <a:lnTo>
                  <a:pt x="742621" y="5657"/>
                </a:lnTo>
                <a:lnTo>
                  <a:pt x="742405" y="5567"/>
                </a:lnTo>
                <a:lnTo>
                  <a:pt x="742183" y="5483"/>
                </a:lnTo>
                <a:lnTo>
                  <a:pt x="741956" y="5405"/>
                </a:lnTo>
                <a:lnTo>
                  <a:pt x="741724" y="5334"/>
                </a:lnTo>
                <a:lnTo>
                  <a:pt x="741487" y="5268"/>
                </a:lnTo>
                <a:lnTo>
                  <a:pt x="741244" y="5209"/>
                </a:lnTo>
                <a:lnTo>
                  <a:pt x="740997" y="5156"/>
                </a:lnTo>
                <a:lnTo>
                  <a:pt x="740745" y="5110"/>
                </a:lnTo>
                <a:lnTo>
                  <a:pt x="740487" y="5069"/>
                </a:lnTo>
                <a:lnTo>
                  <a:pt x="740224" y="5035"/>
                </a:lnTo>
                <a:lnTo>
                  <a:pt x="739957" y="5007"/>
                </a:lnTo>
                <a:lnTo>
                  <a:pt x="739684" y="4985"/>
                </a:lnTo>
                <a:lnTo>
                  <a:pt x="739406" y="4970"/>
                </a:lnTo>
                <a:lnTo>
                  <a:pt x="739123" y="4961"/>
                </a:lnTo>
                <a:lnTo>
                  <a:pt x="738835" y="4957"/>
                </a:lnTo>
                <a:lnTo>
                  <a:pt x="738547" y="4961"/>
                </a:lnTo>
                <a:lnTo>
                  <a:pt x="738263" y="4970"/>
                </a:lnTo>
                <a:lnTo>
                  <a:pt x="737985" y="4985"/>
                </a:lnTo>
                <a:lnTo>
                  <a:pt x="737713" y="5007"/>
                </a:lnTo>
                <a:lnTo>
                  <a:pt x="737445" y="5035"/>
                </a:lnTo>
                <a:lnTo>
                  <a:pt x="737182" y="5069"/>
                </a:lnTo>
                <a:lnTo>
                  <a:pt x="736924" y="5110"/>
                </a:lnTo>
                <a:lnTo>
                  <a:pt x="736672" y="5156"/>
                </a:lnTo>
                <a:lnTo>
                  <a:pt x="736424" y="5209"/>
                </a:lnTo>
                <a:lnTo>
                  <a:pt x="736182" y="5268"/>
                </a:lnTo>
                <a:lnTo>
                  <a:pt x="735945" y="5334"/>
                </a:lnTo>
                <a:lnTo>
                  <a:pt x="735713" y="5405"/>
                </a:lnTo>
                <a:lnTo>
                  <a:pt x="735486" y="5483"/>
                </a:lnTo>
                <a:lnTo>
                  <a:pt x="735264" y="5567"/>
                </a:lnTo>
                <a:lnTo>
                  <a:pt x="735047" y="5657"/>
                </a:lnTo>
                <a:lnTo>
                  <a:pt x="734835" y="5753"/>
                </a:lnTo>
                <a:lnTo>
                  <a:pt x="734629" y="5856"/>
                </a:lnTo>
                <a:lnTo>
                  <a:pt x="734427" y="5964"/>
                </a:lnTo>
                <a:lnTo>
                  <a:pt x="734231" y="6079"/>
                </a:lnTo>
                <a:lnTo>
                  <a:pt x="734040" y="6201"/>
                </a:lnTo>
                <a:lnTo>
                  <a:pt x="733853" y="6328"/>
                </a:lnTo>
                <a:lnTo>
                  <a:pt x="733672" y="6462"/>
                </a:lnTo>
                <a:lnTo>
                  <a:pt x="733496" y="6602"/>
                </a:lnTo>
                <a:lnTo>
                  <a:pt x="733325" y="6748"/>
                </a:lnTo>
                <a:lnTo>
                  <a:pt x="733161" y="6899"/>
                </a:lnTo>
                <a:lnTo>
                  <a:pt x="733003" y="7055"/>
                </a:lnTo>
                <a:lnTo>
                  <a:pt x="732852" y="7215"/>
                </a:lnTo>
                <a:lnTo>
                  <a:pt x="732709" y="7379"/>
                </a:lnTo>
                <a:lnTo>
                  <a:pt x="732572" y="7547"/>
                </a:lnTo>
                <a:lnTo>
                  <a:pt x="732442" y="7720"/>
                </a:lnTo>
                <a:lnTo>
                  <a:pt x="732320" y="7897"/>
                </a:lnTo>
                <a:lnTo>
                  <a:pt x="732204" y="8079"/>
                </a:lnTo>
                <a:lnTo>
                  <a:pt x="732095" y="8265"/>
                </a:lnTo>
                <a:lnTo>
                  <a:pt x="731994" y="8455"/>
                </a:lnTo>
                <a:lnTo>
                  <a:pt x="731899" y="8649"/>
                </a:lnTo>
                <a:lnTo>
                  <a:pt x="731812" y="8848"/>
                </a:lnTo>
                <a:lnTo>
                  <a:pt x="731731" y="9050"/>
                </a:lnTo>
                <a:lnTo>
                  <a:pt x="731657" y="9258"/>
                </a:lnTo>
                <a:lnTo>
                  <a:pt x="731591" y="9469"/>
                </a:lnTo>
                <a:lnTo>
                  <a:pt x="731531" y="9685"/>
                </a:lnTo>
                <a:lnTo>
                  <a:pt x="731479" y="9905"/>
                </a:lnTo>
                <a:lnTo>
                  <a:pt x="731433" y="10130"/>
                </a:lnTo>
                <a:lnTo>
                  <a:pt x="731395" y="10358"/>
                </a:lnTo>
                <a:lnTo>
                  <a:pt x="731363" y="10591"/>
                </a:lnTo>
                <a:lnTo>
                  <a:pt x="731338" y="10829"/>
                </a:lnTo>
                <a:lnTo>
                  <a:pt x="731321" y="11070"/>
                </a:lnTo>
                <a:lnTo>
                  <a:pt x="731310" y="11316"/>
                </a:lnTo>
                <a:lnTo>
                  <a:pt x="731307" y="11566"/>
                </a:lnTo>
                <a:lnTo>
                  <a:pt x="731310" y="11817"/>
                </a:lnTo>
                <a:lnTo>
                  <a:pt x="731321" y="12063"/>
                </a:lnTo>
                <a:lnTo>
                  <a:pt x="731338" y="12305"/>
                </a:lnTo>
                <a:lnTo>
                  <a:pt x="731363" y="12542"/>
                </a:lnTo>
                <a:lnTo>
                  <a:pt x="731395" y="12775"/>
                </a:lnTo>
                <a:lnTo>
                  <a:pt x="731433" y="13004"/>
                </a:lnTo>
                <a:lnTo>
                  <a:pt x="731479" y="13228"/>
                </a:lnTo>
                <a:lnTo>
                  <a:pt x="731531" y="13449"/>
                </a:lnTo>
                <a:lnTo>
                  <a:pt x="731591" y="13665"/>
                </a:lnTo>
                <a:lnTo>
                  <a:pt x="731657" y="13876"/>
                </a:lnTo>
                <a:lnTo>
                  <a:pt x="731731" y="14084"/>
                </a:lnTo>
                <a:lnTo>
                  <a:pt x="731812" y="14287"/>
                </a:lnTo>
                <a:lnTo>
                  <a:pt x="731899" y="14485"/>
                </a:lnTo>
                <a:lnTo>
                  <a:pt x="731994" y="14680"/>
                </a:lnTo>
                <a:lnTo>
                  <a:pt x="732095" y="14870"/>
                </a:lnTo>
                <a:lnTo>
                  <a:pt x="732204" y="15055"/>
                </a:lnTo>
                <a:lnTo>
                  <a:pt x="732320" y="15237"/>
                </a:lnTo>
                <a:lnTo>
                  <a:pt x="732442" y="15414"/>
                </a:lnTo>
                <a:lnTo>
                  <a:pt x="732572" y="15587"/>
                </a:lnTo>
                <a:lnTo>
                  <a:pt x="732709" y="15755"/>
                </a:lnTo>
                <a:lnTo>
                  <a:pt x="732852" y="15920"/>
                </a:lnTo>
                <a:lnTo>
                  <a:pt x="733003" y="16080"/>
                </a:lnTo>
                <a:lnTo>
                  <a:pt x="733161" y="16235"/>
                </a:lnTo>
                <a:lnTo>
                  <a:pt x="733325" y="16387"/>
                </a:lnTo>
                <a:lnTo>
                  <a:pt x="733496" y="16533"/>
                </a:lnTo>
                <a:lnTo>
                  <a:pt x="733672" y="16673"/>
                </a:lnTo>
                <a:lnTo>
                  <a:pt x="733853" y="16806"/>
                </a:lnTo>
                <a:lnTo>
                  <a:pt x="734040" y="16934"/>
                </a:lnTo>
                <a:lnTo>
                  <a:pt x="734231" y="17055"/>
                </a:lnTo>
                <a:lnTo>
                  <a:pt x="734427" y="17170"/>
                </a:lnTo>
                <a:lnTo>
                  <a:pt x="734629" y="17279"/>
                </a:lnTo>
                <a:lnTo>
                  <a:pt x="734835" y="17381"/>
                </a:lnTo>
                <a:lnTo>
                  <a:pt x="735047" y="17478"/>
                </a:lnTo>
                <a:lnTo>
                  <a:pt x="735264" y="17568"/>
                </a:lnTo>
                <a:lnTo>
                  <a:pt x="735486" y="17652"/>
                </a:lnTo>
                <a:lnTo>
                  <a:pt x="735713" y="17729"/>
                </a:lnTo>
                <a:lnTo>
                  <a:pt x="735945" y="17801"/>
                </a:lnTo>
                <a:lnTo>
                  <a:pt x="736182" y="17866"/>
                </a:lnTo>
                <a:lnTo>
                  <a:pt x="736424" y="17925"/>
                </a:lnTo>
                <a:lnTo>
                  <a:pt x="736672" y="17978"/>
                </a:lnTo>
                <a:lnTo>
                  <a:pt x="736924" y="18025"/>
                </a:lnTo>
                <a:lnTo>
                  <a:pt x="737182" y="18065"/>
                </a:lnTo>
                <a:lnTo>
                  <a:pt x="737445" y="18099"/>
                </a:lnTo>
                <a:lnTo>
                  <a:pt x="737713" y="18127"/>
                </a:lnTo>
                <a:lnTo>
                  <a:pt x="737985" y="18149"/>
                </a:lnTo>
                <a:lnTo>
                  <a:pt x="738263" y="18164"/>
                </a:lnTo>
                <a:lnTo>
                  <a:pt x="738547" y="18174"/>
                </a:lnTo>
                <a:lnTo>
                  <a:pt x="738835" y="18177"/>
                </a:lnTo>
                <a:lnTo>
                  <a:pt x="739123" y="18174"/>
                </a:lnTo>
                <a:lnTo>
                  <a:pt x="739406" y="18164"/>
                </a:lnTo>
                <a:lnTo>
                  <a:pt x="739684" y="18149"/>
                </a:lnTo>
                <a:lnTo>
                  <a:pt x="739957" y="18127"/>
                </a:lnTo>
                <a:lnTo>
                  <a:pt x="740224" y="18099"/>
                </a:lnTo>
                <a:close/>
                <a:moveTo>
                  <a:pt x="959050" y="41034"/>
                </a:moveTo>
                <a:lnTo>
                  <a:pt x="959343" y="40993"/>
                </a:lnTo>
                <a:lnTo>
                  <a:pt x="959630" y="40944"/>
                </a:lnTo>
                <a:lnTo>
                  <a:pt x="959911" y="40888"/>
                </a:lnTo>
                <a:lnTo>
                  <a:pt x="960188" y="40824"/>
                </a:lnTo>
                <a:lnTo>
                  <a:pt x="960459" y="40753"/>
                </a:lnTo>
                <a:lnTo>
                  <a:pt x="960725" y="40675"/>
                </a:lnTo>
                <a:lnTo>
                  <a:pt x="960986" y="40588"/>
                </a:lnTo>
                <a:lnTo>
                  <a:pt x="961242" y="40495"/>
                </a:lnTo>
                <a:lnTo>
                  <a:pt x="961492" y="40394"/>
                </a:lnTo>
                <a:lnTo>
                  <a:pt x="961737" y="40285"/>
                </a:lnTo>
                <a:lnTo>
                  <a:pt x="961977" y="40169"/>
                </a:lnTo>
                <a:lnTo>
                  <a:pt x="962211" y="40045"/>
                </a:lnTo>
                <a:lnTo>
                  <a:pt x="962440" y="39914"/>
                </a:lnTo>
                <a:lnTo>
                  <a:pt x="962664" y="39776"/>
                </a:lnTo>
                <a:lnTo>
                  <a:pt x="962883" y="39630"/>
                </a:lnTo>
                <a:lnTo>
                  <a:pt x="963097" y="39476"/>
                </a:lnTo>
                <a:lnTo>
                  <a:pt x="963305" y="39315"/>
                </a:lnTo>
                <a:lnTo>
                  <a:pt x="963508" y="39147"/>
                </a:lnTo>
                <a:lnTo>
                  <a:pt x="963706" y="38971"/>
                </a:lnTo>
                <a:lnTo>
                  <a:pt x="963897" y="38789"/>
                </a:lnTo>
                <a:lnTo>
                  <a:pt x="964080" y="38602"/>
                </a:lnTo>
                <a:lnTo>
                  <a:pt x="964254" y="38412"/>
                </a:lnTo>
                <a:lnTo>
                  <a:pt x="964421" y="38217"/>
                </a:lnTo>
                <a:lnTo>
                  <a:pt x="964580" y="38018"/>
                </a:lnTo>
                <a:lnTo>
                  <a:pt x="964730" y="37814"/>
                </a:lnTo>
                <a:lnTo>
                  <a:pt x="964873" y="37607"/>
                </a:lnTo>
                <a:lnTo>
                  <a:pt x="965007" y="37395"/>
                </a:lnTo>
                <a:lnTo>
                  <a:pt x="965133" y="37178"/>
                </a:lnTo>
                <a:lnTo>
                  <a:pt x="965251" y="36958"/>
                </a:lnTo>
                <a:lnTo>
                  <a:pt x="965360" y="36733"/>
                </a:lnTo>
                <a:lnTo>
                  <a:pt x="965462" y="36503"/>
                </a:lnTo>
                <a:lnTo>
                  <a:pt x="965556" y="36270"/>
                </a:lnTo>
                <a:lnTo>
                  <a:pt x="965641" y="36032"/>
                </a:lnTo>
                <a:lnTo>
                  <a:pt x="965718" y="35790"/>
                </a:lnTo>
                <a:lnTo>
                  <a:pt x="965787" y="35543"/>
                </a:lnTo>
                <a:lnTo>
                  <a:pt x="965848" y="35292"/>
                </a:lnTo>
                <a:lnTo>
                  <a:pt x="965901" y="35037"/>
                </a:lnTo>
                <a:lnTo>
                  <a:pt x="965946" y="34778"/>
                </a:lnTo>
                <a:lnTo>
                  <a:pt x="965983" y="34514"/>
                </a:lnTo>
                <a:lnTo>
                  <a:pt x="966011" y="34246"/>
                </a:lnTo>
                <a:lnTo>
                  <a:pt x="966031" y="33974"/>
                </a:lnTo>
                <a:lnTo>
                  <a:pt x="966044" y="33697"/>
                </a:lnTo>
                <a:lnTo>
                  <a:pt x="966048" y="33416"/>
                </a:lnTo>
                <a:lnTo>
                  <a:pt x="966044" y="33128"/>
                </a:lnTo>
                <a:lnTo>
                  <a:pt x="966031" y="32844"/>
                </a:lnTo>
                <a:lnTo>
                  <a:pt x="966011" y="32566"/>
                </a:lnTo>
                <a:lnTo>
                  <a:pt x="965983" y="32291"/>
                </a:lnTo>
                <a:lnTo>
                  <a:pt x="965946" y="32022"/>
                </a:lnTo>
                <a:lnTo>
                  <a:pt x="965901" y="31758"/>
                </a:lnTo>
                <a:lnTo>
                  <a:pt x="965848" y="31498"/>
                </a:lnTo>
                <a:lnTo>
                  <a:pt x="965787" y="31243"/>
                </a:lnTo>
                <a:lnTo>
                  <a:pt x="965718" y="30993"/>
                </a:lnTo>
                <a:lnTo>
                  <a:pt x="965641" y="30748"/>
                </a:lnTo>
                <a:lnTo>
                  <a:pt x="965556" y="30507"/>
                </a:lnTo>
                <a:lnTo>
                  <a:pt x="965462" y="30272"/>
                </a:lnTo>
                <a:lnTo>
                  <a:pt x="965360" y="30041"/>
                </a:lnTo>
                <a:lnTo>
                  <a:pt x="965251" y="29814"/>
                </a:lnTo>
                <a:lnTo>
                  <a:pt x="965133" y="29593"/>
                </a:lnTo>
                <a:lnTo>
                  <a:pt x="965007" y="29376"/>
                </a:lnTo>
                <a:lnTo>
                  <a:pt x="964873" y="29165"/>
                </a:lnTo>
                <a:lnTo>
                  <a:pt x="964730" y="28958"/>
                </a:lnTo>
                <a:lnTo>
                  <a:pt x="964580" y="28755"/>
                </a:lnTo>
                <a:lnTo>
                  <a:pt x="964421" y="28558"/>
                </a:lnTo>
                <a:lnTo>
                  <a:pt x="964254" y="28365"/>
                </a:lnTo>
                <a:lnTo>
                  <a:pt x="964080" y="28177"/>
                </a:lnTo>
                <a:lnTo>
                  <a:pt x="963897" y="27994"/>
                </a:lnTo>
                <a:lnTo>
                  <a:pt x="963706" y="27816"/>
                </a:lnTo>
                <a:lnTo>
                  <a:pt x="963508" y="27644"/>
                </a:lnTo>
                <a:lnTo>
                  <a:pt x="963305" y="27479"/>
                </a:lnTo>
                <a:lnTo>
                  <a:pt x="963097" y="27321"/>
                </a:lnTo>
                <a:lnTo>
                  <a:pt x="962883" y="27171"/>
                </a:lnTo>
                <a:lnTo>
                  <a:pt x="962664" y="27028"/>
                </a:lnTo>
                <a:lnTo>
                  <a:pt x="962440" y="26892"/>
                </a:lnTo>
                <a:lnTo>
                  <a:pt x="962211" y="26764"/>
                </a:lnTo>
                <a:lnTo>
                  <a:pt x="961977" y="26643"/>
                </a:lnTo>
                <a:lnTo>
                  <a:pt x="961737" y="26529"/>
                </a:lnTo>
                <a:lnTo>
                  <a:pt x="961492" y="26423"/>
                </a:lnTo>
                <a:lnTo>
                  <a:pt x="961242" y="26324"/>
                </a:lnTo>
                <a:lnTo>
                  <a:pt x="960986" y="26233"/>
                </a:lnTo>
                <a:lnTo>
                  <a:pt x="960725" y="26148"/>
                </a:lnTo>
                <a:lnTo>
                  <a:pt x="960459" y="26071"/>
                </a:lnTo>
                <a:lnTo>
                  <a:pt x="960188" y="26002"/>
                </a:lnTo>
                <a:lnTo>
                  <a:pt x="959911" y="25939"/>
                </a:lnTo>
                <a:lnTo>
                  <a:pt x="959630" y="25884"/>
                </a:lnTo>
                <a:lnTo>
                  <a:pt x="959343" y="25837"/>
                </a:lnTo>
                <a:lnTo>
                  <a:pt x="959050" y="25796"/>
                </a:lnTo>
                <a:lnTo>
                  <a:pt x="958753" y="25764"/>
                </a:lnTo>
                <a:lnTo>
                  <a:pt x="958450" y="25738"/>
                </a:lnTo>
                <a:lnTo>
                  <a:pt x="958142" y="25720"/>
                </a:lnTo>
                <a:lnTo>
                  <a:pt x="957828" y="25709"/>
                </a:lnTo>
                <a:lnTo>
                  <a:pt x="957510" y="25705"/>
                </a:lnTo>
                <a:lnTo>
                  <a:pt x="957191" y="25709"/>
                </a:lnTo>
                <a:lnTo>
                  <a:pt x="956878" y="25720"/>
                </a:lnTo>
                <a:lnTo>
                  <a:pt x="956569" y="25738"/>
                </a:lnTo>
                <a:lnTo>
                  <a:pt x="956266" y="25764"/>
                </a:lnTo>
                <a:lnTo>
                  <a:pt x="955969" y="25796"/>
                </a:lnTo>
                <a:lnTo>
                  <a:pt x="955676" y="25837"/>
                </a:lnTo>
                <a:lnTo>
                  <a:pt x="955389" y="25884"/>
                </a:lnTo>
                <a:lnTo>
                  <a:pt x="955107" y="25939"/>
                </a:lnTo>
                <a:lnTo>
                  <a:pt x="954831" y="26002"/>
                </a:lnTo>
                <a:lnTo>
                  <a:pt x="954559" y="26071"/>
                </a:lnTo>
                <a:lnTo>
                  <a:pt x="954293" y="26148"/>
                </a:lnTo>
                <a:lnTo>
                  <a:pt x="954032" y="26233"/>
                </a:lnTo>
                <a:lnTo>
                  <a:pt x="953777" y="26324"/>
                </a:lnTo>
                <a:lnTo>
                  <a:pt x="953526" y="26423"/>
                </a:lnTo>
                <a:lnTo>
                  <a:pt x="953281" y="26529"/>
                </a:lnTo>
                <a:lnTo>
                  <a:pt x="953041" y="26643"/>
                </a:lnTo>
                <a:lnTo>
                  <a:pt x="952807" y="26764"/>
                </a:lnTo>
                <a:lnTo>
                  <a:pt x="952578" y="26892"/>
                </a:lnTo>
                <a:lnTo>
                  <a:pt x="952354" y="27028"/>
                </a:lnTo>
                <a:lnTo>
                  <a:pt x="952135" y="27171"/>
                </a:lnTo>
                <a:lnTo>
                  <a:pt x="951921" y="27321"/>
                </a:lnTo>
                <a:lnTo>
                  <a:pt x="951713" y="27479"/>
                </a:lnTo>
                <a:lnTo>
                  <a:pt x="951510" y="27644"/>
                </a:lnTo>
                <a:lnTo>
                  <a:pt x="951313" y="27816"/>
                </a:lnTo>
                <a:lnTo>
                  <a:pt x="951122" y="27994"/>
                </a:lnTo>
                <a:lnTo>
                  <a:pt x="950939" y="28177"/>
                </a:lnTo>
                <a:lnTo>
                  <a:pt x="950764" y="28365"/>
                </a:lnTo>
                <a:lnTo>
                  <a:pt x="950597" y="28558"/>
                </a:lnTo>
                <a:lnTo>
                  <a:pt x="950439" y="28755"/>
                </a:lnTo>
                <a:lnTo>
                  <a:pt x="950288" y="28958"/>
                </a:lnTo>
                <a:lnTo>
                  <a:pt x="950146" y="29165"/>
                </a:lnTo>
                <a:lnTo>
                  <a:pt x="950012" y="29376"/>
                </a:lnTo>
                <a:lnTo>
                  <a:pt x="949886" y="29593"/>
                </a:lnTo>
                <a:lnTo>
                  <a:pt x="949768" y="29814"/>
                </a:lnTo>
                <a:lnTo>
                  <a:pt x="949659" y="30041"/>
                </a:lnTo>
                <a:lnTo>
                  <a:pt x="949557" y="30272"/>
                </a:lnTo>
                <a:lnTo>
                  <a:pt x="949464" y="30507"/>
                </a:lnTo>
                <a:lnTo>
                  <a:pt x="949378" y="30748"/>
                </a:lnTo>
                <a:lnTo>
                  <a:pt x="949301" y="30993"/>
                </a:lnTo>
                <a:lnTo>
                  <a:pt x="949232" y="31243"/>
                </a:lnTo>
                <a:lnTo>
                  <a:pt x="949171" y="31498"/>
                </a:lnTo>
                <a:lnTo>
                  <a:pt x="949118" y="31758"/>
                </a:lnTo>
                <a:lnTo>
                  <a:pt x="949073" y="32022"/>
                </a:lnTo>
                <a:lnTo>
                  <a:pt x="949037" y="32291"/>
                </a:lnTo>
                <a:lnTo>
                  <a:pt x="949008" y="32566"/>
                </a:lnTo>
                <a:lnTo>
                  <a:pt x="948988" y="32844"/>
                </a:lnTo>
                <a:lnTo>
                  <a:pt x="948976" y="33128"/>
                </a:lnTo>
                <a:lnTo>
                  <a:pt x="948972" y="33416"/>
                </a:lnTo>
                <a:lnTo>
                  <a:pt x="948976" y="33697"/>
                </a:lnTo>
                <a:lnTo>
                  <a:pt x="948988" y="33974"/>
                </a:lnTo>
                <a:lnTo>
                  <a:pt x="949008" y="34246"/>
                </a:lnTo>
                <a:lnTo>
                  <a:pt x="949037" y="34514"/>
                </a:lnTo>
                <a:lnTo>
                  <a:pt x="949073" y="34778"/>
                </a:lnTo>
                <a:lnTo>
                  <a:pt x="949118" y="35037"/>
                </a:lnTo>
                <a:lnTo>
                  <a:pt x="949171" y="35292"/>
                </a:lnTo>
                <a:lnTo>
                  <a:pt x="949232" y="35543"/>
                </a:lnTo>
                <a:lnTo>
                  <a:pt x="949301" y="35790"/>
                </a:lnTo>
                <a:lnTo>
                  <a:pt x="949378" y="36032"/>
                </a:lnTo>
                <a:lnTo>
                  <a:pt x="949464" y="36270"/>
                </a:lnTo>
                <a:lnTo>
                  <a:pt x="949557" y="36503"/>
                </a:lnTo>
                <a:lnTo>
                  <a:pt x="949659" y="36733"/>
                </a:lnTo>
                <a:lnTo>
                  <a:pt x="949768" y="36958"/>
                </a:lnTo>
                <a:lnTo>
                  <a:pt x="949886" y="37178"/>
                </a:lnTo>
                <a:lnTo>
                  <a:pt x="950012" y="37395"/>
                </a:lnTo>
                <a:lnTo>
                  <a:pt x="950146" y="37607"/>
                </a:lnTo>
                <a:lnTo>
                  <a:pt x="950288" y="37814"/>
                </a:lnTo>
                <a:lnTo>
                  <a:pt x="950439" y="38018"/>
                </a:lnTo>
                <a:lnTo>
                  <a:pt x="950597" y="38217"/>
                </a:lnTo>
                <a:lnTo>
                  <a:pt x="950764" y="38412"/>
                </a:lnTo>
                <a:lnTo>
                  <a:pt x="950939" y="38602"/>
                </a:lnTo>
                <a:lnTo>
                  <a:pt x="951122" y="38789"/>
                </a:lnTo>
                <a:lnTo>
                  <a:pt x="951313" y="38971"/>
                </a:lnTo>
                <a:lnTo>
                  <a:pt x="951510" y="39147"/>
                </a:lnTo>
                <a:lnTo>
                  <a:pt x="951713" y="39315"/>
                </a:lnTo>
                <a:lnTo>
                  <a:pt x="951921" y="39476"/>
                </a:lnTo>
                <a:lnTo>
                  <a:pt x="952135" y="39630"/>
                </a:lnTo>
                <a:lnTo>
                  <a:pt x="952354" y="39776"/>
                </a:lnTo>
                <a:lnTo>
                  <a:pt x="952578" y="39914"/>
                </a:lnTo>
                <a:lnTo>
                  <a:pt x="952807" y="40045"/>
                </a:lnTo>
                <a:lnTo>
                  <a:pt x="953041" y="40169"/>
                </a:lnTo>
                <a:lnTo>
                  <a:pt x="953281" y="40285"/>
                </a:lnTo>
                <a:lnTo>
                  <a:pt x="953526" y="40394"/>
                </a:lnTo>
                <a:lnTo>
                  <a:pt x="953777" y="40495"/>
                </a:lnTo>
                <a:lnTo>
                  <a:pt x="954032" y="40588"/>
                </a:lnTo>
                <a:lnTo>
                  <a:pt x="954293" y="40675"/>
                </a:lnTo>
                <a:lnTo>
                  <a:pt x="954559" y="40753"/>
                </a:lnTo>
                <a:lnTo>
                  <a:pt x="954831" y="40824"/>
                </a:lnTo>
                <a:lnTo>
                  <a:pt x="955107" y="40888"/>
                </a:lnTo>
                <a:lnTo>
                  <a:pt x="955389" y="40944"/>
                </a:lnTo>
                <a:lnTo>
                  <a:pt x="955676" y="40993"/>
                </a:lnTo>
                <a:lnTo>
                  <a:pt x="955969" y="41034"/>
                </a:lnTo>
                <a:lnTo>
                  <a:pt x="956266" y="41068"/>
                </a:lnTo>
                <a:lnTo>
                  <a:pt x="956569" y="41094"/>
                </a:lnTo>
                <a:lnTo>
                  <a:pt x="956878" y="41113"/>
                </a:lnTo>
                <a:lnTo>
                  <a:pt x="957191" y="41124"/>
                </a:lnTo>
                <a:lnTo>
                  <a:pt x="957510" y="41128"/>
                </a:lnTo>
                <a:lnTo>
                  <a:pt x="957828" y="41124"/>
                </a:lnTo>
                <a:lnTo>
                  <a:pt x="958142" y="41113"/>
                </a:lnTo>
                <a:lnTo>
                  <a:pt x="958450" y="41094"/>
                </a:lnTo>
                <a:lnTo>
                  <a:pt x="958753" y="41068"/>
                </a:lnTo>
                <a:lnTo>
                  <a:pt x="959050" y="41034"/>
                </a:lnTo>
                <a:close/>
                <a:moveTo>
                  <a:pt x="862563" y="76078"/>
                </a:moveTo>
                <a:lnTo>
                  <a:pt x="862134" y="75939"/>
                </a:lnTo>
                <a:lnTo>
                  <a:pt x="861710" y="75792"/>
                </a:lnTo>
                <a:lnTo>
                  <a:pt x="861291" y="75638"/>
                </a:lnTo>
                <a:lnTo>
                  <a:pt x="860876" y="75477"/>
                </a:lnTo>
                <a:lnTo>
                  <a:pt x="860467" y="75309"/>
                </a:lnTo>
                <a:lnTo>
                  <a:pt x="860062" y="75134"/>
                </a:lnTo>
                <a:lnTo>
                  <a:pt x="859663" y="74952"/>
                </a:lnTo>
                <a:lnTo>
                  <a:pt x="859268" y="74762"/>
                </a:lnTo>
                <a:lnTo>
                  <a:pt x="858879" y="74565"/>
                </a:lnTo>
                <a:lnTo>
                  <a:pt x="858494" y="74361"/>
                </a:lnTo>
                <a:lnTo>
                  <a:pt x="858114" y="74150"/>
                </a:lnTo>
                <a:lnTo>
                  <a:pt x="857739" y="73932"/>
                </a:lnTo>
                <a:lnTo>
                  <a:pt x="857369" y="73706"/>
                </a:lnTo>
                <a:lnTo>
                  <a:pt x="857005" y="73474"/>
                </a:lnTo>
                <a:lnTo>
                  <a:pt x="856645" y="73234"/>
                </a:lnTo>
                <a:lnTo>
                  <a:pt x="856290" y="72987"/>
                </a:lnTo>
                <a:lnTo>
                  <a:pt x="855939" y="72733"/>
                </a:lnTo>
                <a:lnTo>
                  <a:pt x="855594" y="72472"/>
                </a:lnTo>
                <a:lnTo>
                  <a:pt x="855254" y="72203"/>
                </a:lnTo>
                <a:lnTo>
                  <a:pt x="854919" y="71927"/>
                </a:lnTo>
                <a:lnTo>
                  <a:pt x="854589" y="71645"/>
                </a:lnTo>
                <a:lnTo>
                  <a:pt x="854266" y="71357"/>
                </a:lnTo>
                <a:lnTo>
                  <a:pt x="853950" y="71064"/>
                </a:lnTo>
                <a:lnTo>
                  <a:pt x="853640" y="70765"/>
                </a:lnTo>
                <a:lnTo>
                  <a:pt x="853337" y="70460"/>
                </a:lnTo>
                <a:lnTo>
                  <a:pt x="853040" y="70149"/>
                </a:lnTo>
                <a:lnTo>
                  <a:pt x="852750" y="69832"/>
                </a:lnTo>
                <a:lnTo>
                  <a:pt x="852466" y="69510"/>
                </a:lnTo>
                <a:lnTo>
                  <a:pt x="852189" y="69182"/>
                </a:lnTo>
                <a:lnTo>
                  <a:pt x="851918" y="68848"/>
                </a:lnTo>
                <a:lnTo>
                  <a:pt x="851654" y="68509"/>
                </a:lnTo>
                <a:lnTo>
                  <a:pt x="851396" y="68164"/>
                </a:lnTo>
                <a:lnTo>
                  <a:pt x="851145" y="67813"/>
                </a:lnTo>
                <a:lnTo>
                  <a:pt x="850901" y="67456"/>
                </a:lnTo>
                <a:lnTo>
                  <a:pt x="850663" y="67094"/>
                </a:lnTo>
                <a:lnTo>
                  <a:pt x="850431" y="66726"/>
                </a:lnTo>
                <a:lnTo>
                  <a:pt x="850206" y="66352"/>
                </a:lnTo>
                <a:lnTo>
                  <a:pt x="849988" y="65972"/>
                </a:lnTo>
                <a:lnTo>
                  <a:pt x="849776" y="65587"/>
                </a:lnTo>
                <a:lnTo>
                  <a:pt x="849570" y="65196"/>
                </a:lnTo>
                <a:lnTo>
                  <a:pt x="849371" y="64799"/>
                </a:lnTo>
                <a:lnTo>
                  <a:pt x="849179" y="64397"/>
                </a:lnTo>
                <a:lnTo>
                  <a:pt x="848993" y="63988"/>
                </a:lnTo>
                <a:lnTo>
                  <a:pt x="848814" y="63574"/>
                </a:lnTo>
                <a:lnTo>
                  <a:pt x="848642" y="63155"/>
                </a:lnTo>
                <a:lnTo>
                  <a:pt x="848477" y="62732"/>
                </a:lnTo>
                <a:lnTo>
                  <a:pt x="848319" y="62306"/>
                </a:lnTo>
                <a:lnTo>
                  <a:pt x="848169" y="61875"/>
                </a:lnTo>
                <a:lnTo>
                  <a:pt x="848026" y="61440"/>
                </a:lnTo>
                <a:lnTo>
                  <a:pt x="847890" y="61001"/>
                </a:lnTo>
                <a:lnTo>
                  <a:pt x="847762" y="60558"/>
                </a:lnTo>
                <a:lnTo>
                  <a:pt x="847641" y="60111"/>
                </a:lnTo>
                <a:lnTo>
                  <a:pt x="847528" y="59660"/>
                </a:lnTo>
                <a:lnTo>
                  <a:pt x="847421" y="59205"/>
                </a:lnTo>
                <a:lnTo>
                  <a:pt x="847322" y="58747"/>
                </a:lnTo>
                <a:lnTo>
                  <a:pt x="847231" y="58284"/>
                </a:lnTo>
                <a:lnTo>
                  <a:pt x="847146" y="57817"/>
                </a:lnTo>
                <a:lnTo>
                  <a:pt x="847069" y="57346"/>
                </a:lnTo>
                <a:lnTo>
                  <a:pt x="847000" y="56872"/>
                </a:lnTo>
                <a:lnTo>
                  <a:pt x="846938" y="56393"/>
                </a:lnTo>
                <a:lnTo>
                  <a:pt x="846883" y="55910"/>
                </a:lnTo>
                <a:lnTo>
                  <a:pt x="846835" y="55423"/>
                </a:lnTo>
                <a:lnTo>
                  <a:pt x="846795" y="54933"/>
                </a:lnTo>
                <a:lnTo>
                  <a:pt x="846762" y="54438"/>
                </a:lnTo>
                <a:lnTo>
                  <a:pt x="846736" y="53940"/>
                </a:lnTo>
                <a:lnTo>
                  <a:pt x="846718" y="53437"/>
                </a:lnTo>
                <a:lnTo>
                  <a:pt x="846707" y="52930"/>
                </a:lnTo>
                <a:lnTo>
                  <a:pt x="846703" y="52420"/>
                </a:lnTo>
                <a:lnTo>
                  <a:pt x="846703" y="35803"/>
                </a:lnTo>
                <a:lnTo>
                  <a:pt x="846707" y="35278"/>
                </a:lnTo>
                <a:lnTo>
                  <a:pt x="846718" y="34756"/>
                </a:lnTo>
                <a:lnTo>
                  <a:pt x="846736" y="34240"/>
                </a:lnTo>
                <a:lnTo>
                  <a:pt x="846762" y="33728"/>
                </a:lnTo>
                <a:lnTo>
                  <a:pt x="846795" y="33220"/>
                </a:lnTo>
                <a:lnTo>
                  <a:pt x="846835" y="32716"/>
                </a:lnTo>
                <a:lnTo>
                  <a:pt x="846883" y="32218"/>
                </a:lnTo>
                <a:lnTo>
                  <a:pt x="846938" y="31723"/>
                </a:lnTo>
                <a:lnTo>
                  <a:pt x="847000" y="31233"/>
                </a:lnTo>
                <a:lnTo>
                  <a:pt x="847069" y="30748"/>
                </a:lnTo>
                <a:lnTo>
                  <a:pt x="847146" y="30267"/>
                </a:lnTo>
                <a:lnTo>
                  <a:pt x="847231" y="29790"/>
                </a:lnTo>
                <a:lnTo>
                  <a:pt x="847322" y="29318"/>
                </a:lnTo>
                <a:lnTo>
                  <a:pt x="847421" y="28851"/>
                </a:lnTo>
                <a:lnTo>
                  <a:pt x="847528" y="28388"/>
                </a:lnTo>
                <a:lnTo>
                  <a:pt x="847641" y="27929"/>
                </a:lnTo>
                <a:lnTo>
                  <a:pt x="847762" y="27475"/>
                </a:lnTo>
                <a:lnTo>
                  <a:pt x="847890" y="27025"/>
                </a:lnTo>
                <a:lnTo>
                  <a:pt x="848026" y="26580"/>
                </a:lnTo>
                <a:lnTo>
                  <a:pt x="848169" y="26139"/>
                </a:lnTo>
                <a:lnTo>
                  <a:pt x="848319" y="25703"/>
                </a:lnTo>
                <a:lnTo>
                  <a:pt x="848477" y="25271"/>
                </a:lnTo>
                <a:lnTo>
                  <a:pt x="848642" y="24843"/>
                </a:lnTo>
                <a:lnTo>
                  <a:pt x="848814" y="24420"/>
                </a:lnTo>
                <a:lnTo>
                  <a:pt x="848993" y="24002"/>
                </a:lnTo>
                <a:lnTo>
                  <a:pt x="849179" y="23590"/>
                </a:lnTo>
                <a:lnTo>
                  <a:pt x="849371" y="23184"/>
                </a:lnTo>
                <a:lnTo>
                  <a:pt x="849570" y="22783"/>
                </a:lnTo>
                <a:lnTo>
                  <a:pt x="849776" y="22388"/>
                </a:lnTo>
                <a:lnTo>
                  <a:pt x="849988" y="21999"/>
                </a:lnTo>
                <a:lnTo>
                  <a:pt x="850206" y="21615"/>
                </a:lnTo>
                <a:lnTo>
                  <a:pt x="850431" y="21237"/>
                </a:lnTo>
                <a:lnTo>
                  <a:pt x="850663" y="20865"/>
                </a:lnTo>
                <a:lnTo>
                  <a:pt x="850901" y="20499"/>
                </a:lnTo>
                <a:lnTo>
                  <a:pt x="851145" y="20138"/>
                </a:lnTo>
                <a:lnTo>
                  <a:pt x="851396" y="19784"/>
                </a:lnTo>
                <a:lnTo>
                  <a:pt x="851654" y="19435"/>
                </a:lnTo>
                <a:lnTo>
                  <a:pt x="851918" y="19091"/>
                </a:lnTo>
                <a:lnTo>
                  <a:pt x="852189" y="18754"/>
                </a:lnTo>
                <a:lnTo>
                  <a:pt x="852466" y="18422"/>
                </a:lnTo>
                <a:lnTo>
                  <a:pt x="852750" y="18096"/>
                </a:lnTo>
                <a:lnTo>
                  <a:pt x="853040" y="17775"/>
                </a:lnTo>
                <a:lnTo>
                  <a:pt x="853337" y="17461"/>
                </a:lnTo>
                <a:lnTo>
                  <a:pt x="853640" y="17152"/>
                </a:lnTo>
                <a:lnTo>
                  <a:pt x="853950" y="16849"/>
                </a:lnTo>
                <a:lnTo>
                  <a:pt x="854266" y="16551"/>
                </a:lnTo>
                <a:lnTo>
                  <a:pt x="854589" y="16259"/>
                </a:lnTo>
                <a:lnTo>
                  <a:pt x="854919" y="15973"/>
                </a:lnTo>
                <a:lnTo>
                  <a:pt x="855254" y="15694"/>
                </a:lnTo>
                <a:lnTo>
                  <a:pt x="855594" y="15422"/>
                </a:lnTo>
                <a:lnTo>
                  <a:pt x="855939" y="15157"/>
                </a:lnTo>
                <a:lnTo>
                  <a:pt x="856290" y="14900"/>
                </a:lnTo>
                <a:lnTo>
                  <a:pt x="856645" y="14650"/>
                </a:lnTo>
                <a:lnTo>
                  <a:pt x="857005" y="14407"/>
                </a:lnTo>
                <a:lnTo>
                  <a:pt x="857369" y="14172"/>
                </a:lnTo>
                <a:lnTo>
                  <a:pt x="857739" y="13944"/>
                </a:lnTo>
                <a:lnTo>
                  <a:pt x="858114" y="13723"/>
                </a:lnTo>
                <a:lnTo>
                  <a:pt x="858494" y="13509"/>
                </a:lnTo>
                <a:lnTo>
                  <a:pt x="858879" y="13303"/>
                </a:lnTo>
                <a:lnTo>
                  <a:pt x="859268" y="13105"/>
                </a:lnTo>
                <a:lnTo>
                  <a:pt x="859663" y="12913"/>
                </a:lnTo>
                <a:lnTo>
                  <a:pt x="860062" y="12729"/>
                </a:lnTo>
                <a:lnTo>
                  <a:pt x="860467" y="12552"/>
                </a:lnTo>
                <a:lnTo>
                  <a:pt x="860876" y="12383"/>
                </a:lnTo>
                <a:lnTo>
                  <a:pt x="861291" y="12221"/>
                </a:lnTo>
                <a:lnTo>
                  <a:pt x="861710" y="12066"/>
                </a:lnTo>
                <a:lnTo>
                  <a:pt x="862134" y="11919"/>
                </a:lnTo>
                <a:lnTo>
                  <a:pt x="862563" y="11779"/>
                </a:lnTo>
                <a:lnTo>
                  <a:pt x="862997" y="11646"/>
                </a:lnTo>
                <a:lnTo>
                  <a:pt x="863436" y="11521"/>
                </a:lnTo>
                <a:lnTo>
                  <a:pt x="863880" y="11403"/>
                </a:lnTo>
                <a:lnTo>
                  <a:pt x="864329" y="11292"/>
                </a:lnTo>
                <a:lnTo>
                  <a:pt x="864329" y="0"/>
                </a:lnTo>
                <a:lnTo>
                  <a:pt x="863584" y="204"/>
                </a:lnTo>
                <a:lnTo>
                  <a:pt x="862847" y="417"/>
                </a:lnTo>
                <a:lnTo>
                  <a:pt x="862118" y="639"/>
                </a:lnTo>
                <a:lnTo>
                  <a:pt x="861398" y="871"/>
                </a:lnTo>
                <a:lnTo>
                  <a:pt x="860686" y="1112"/>
                </a:lnTo>
                <a:lnTo>
                  <a:pt x="859983" y="1363"/>
                </a:lnTo>
                <a:lnTo>
                  <a:pt x="859288" y="1623"/>
                </a:lnTo>
                <a:lnTo>
                  <a:pt x="858601" y="1892"/>
                </a:lnTo>
                <a:lnTo>
                  <a:pt x="857923" y="2171"/>
                </a:lnTo>
                <a:lnTo>
                  <a:pt x="857254" y="2459"/>
                </a:lnTo>
                <a:lnTo>
                  <a:pt x="856593" y="2757"/>
                </a:lnTo>
                <a:lnTo>
                  <a:pt x="855940" y="3064"/>
                </a:lnTo>
                <a:lnTo>
                  <a:pt x="855296" y="3380"/>
                </a:lnTo>
                <a:lnTo>
                  <a:pt x="854660" y="3706"/>
                </a:lnTo>
                <a:lnTo>
                  <a:pt x="854033" y="4041"/>
                </a:lnTo>
                <a:lnTo>
                  <a:pt x="853414" y="4386"/>
                </a:lnTo>
                <a:lnTo>
                  <a:pt x="852804" y="4740"/>
                </a:lnTo>
                <a:lnTo>
                  <a:pt x="852202" y="5104"/>
                </a:lnTo>
                <a:lnTo>
                  <a:pt x="851608" y="5476"/>
                </a:lnTo>
                <a:lnTo>
                  <a:pt x="851023" y="5859"/>
                </a:lnTo>
                <a:lnTo>
                  <a:pt x="850447" y="6250"/>
                </a:lnTo>
                <a:lnTo>
                  <a:pt x="849879" y="6651"/>
                </a:lnTo>
                <a:lnTo>
                  <a:pt x="849319" y="7062"/>
                </a:lnTo>
                <a:lnTo>
                  <a:pt x="848768" y="7482"/>
                </a:lnTo>
                <a:lnTo>
                  <a:pt x="848226" y="7910"/>
                </a:lnTo>
                <a:lnTo>
                  <a:pt x="847695" y="8346"/>
                </a:lnTo>
                <a:lnTo>
                  <a:pt x="847174" y="8788"/>
                </a:lnTo>
                <a:lnTo>
                  <a:pt x="846664" y="9239"/>
                </a:lnTo>
                <a:lnTo>
                  <a:pt x="846165" y="9696"/>
                </a:lnTo>
                <a:lnTo>
                  <a:pt x="845676" y="10161"/>
                </a:lnTo>
                <a:lnTo>
                  <a:pt x="845197" y="10633"/>
                </a:lnTo>
                <a:lnTo>
                  <a:pt x="844729" y="11113"/>
                </a:lnTo>
                <a:lnTo>
                  <a:pt x="844272" y="11600"/>
                </a:lnTo>
                <a:lnTo>
                  <a:pt x="843825" y="12094"/>
                </a:lnTo>
                <a:lnTo>
                  <a:pt x="843388" y="12596"/>
                </a:lnTo>
                <a:lnTo>
                  <a:pt x="842962" y="13105"/>
                </a:lnTo>
                <a:lnTo>
                  <a:pt x="842547" y="13621"/>
                </a:lnTo>
                <a:lnTo>
                  <a:pt x="842142" y="14144"/>
                </a:lnTo>
                <a:lnTo>
                  <a:pt x="841747" y="14675"/>
                </a:lnTo>
                <a:lnTo>
                  <a:pt x="841363" y="15214"/>
                </a:lnTo>
                <a:lnTo>
                  <a:pt x="840990" y="15759"/>
                </a:lnTo>
                <a:lnTo>
                  <a:pt x="840627" y="16312"/>
                </a:lnTo>
                <a:lnTo>
                  <a:pt x="840275" y="16872"/>
                </a:lnTo>
                <a:lnTo>
                  <a:pt x="839933" y="17440"/>
                </a:lnTo>
                <a:lnTo>
                  <a:pt x="839602" y="18015"/>
                </a:lnTo>
                <a:lnTo>
                  <a:pt x="839281" y="18597"/>
                </a:lnTo>
                <a:lnTo>
                  <a:pt x="838971" y="19187"/>
                </a:lnTo>
                <a:lnTo>
                  <a:pt x="838671" y="19784"/>
                </a:lnTo>
                <a:lnTo>
                  <a:pt x="838382" y="20387"/>
                </a:lnTo>
                <a:lnTo>
                  <a:pt x="838106" y="20996"/>
                </a:lnTo>
                <a:lnTo>
                  <a:pt x="837842" y="21610"/>
                </a:lnTo>
                <a:lnTo>
                  <a:pt x="837591" y="22230"/>
                </a:lnTo>
                <a:lnTo>
                  <a:pt x="837352" y="22856"/>
                </a:lnTo>
                <a:lnTo>
                  <a:pt x="837125" y="23487"/>
                </a:lnTo>
                <a:lnTo>
                  <a:pt x="836910" y="24124"/>
                </a:lnTo>
                <a:lnTo>
                  <a:pt x="836707" y="24766"/>
                </a:lnTo>
                <a:lnTo>
                  <a:pt x="836517" y="25414"/>
                </a:lnTo>
                <a:lnTo>
                  <a:pt x="836339" y="26068"/>
                </a:lnTo>
                <a:lnTo>
                  <a:pt x="836173" y="26727"/>
                </a:lnTo>
                <a:lnTo>
                  <a:pt x="836020" y="27391"/>
                </a:lnTo>
                <a:lnTo>
                  <a:pt x="835879" y="28062"/>
                </a:lnTo>
                <a:lnTo>
                  <a:pt x="835750" y="28738"/>
                </a:lnTo>
                <a:lnTo>
                  <a:pt x="835634" y="29419"/>
                </a:lnTo>
                <a:lnTo>
                  <a:pt x="835529" y="30106"/>
                </a:lnTo>
                <a:lnTo>
                  <a:pt x="835437" y="30799"/>
                </a:lnTo>
                <a:lnTo>
                  <a:pt x="835357" y="31497"/>
                </a:lnTo>
                <a:lnTo>
                  <a:pt x="835290" y="32201"/>
                </a:lnTo>
                <a:lnTo>
                  <a:pt x="835235" y="32910"/>
                </a:lnTo>
                <a:lnTo>
                  <a:pt x="835192" y="33625"/>
                </a:lnTo>
                <a:lnTo>
                  <a:pt x="835161" y="34345"/>
                </a:lnTo>
                <a:lnTo>
                  <a:pt x="835143" y="35072"/>
                </a:lnTo>
                <a:lnTo>
                  <a:pt x="835137" y="35803"/>
                </a:lnTo>
                <a:lnTo>
                  <a:pt x="835137" y="52420"/>
                </a:lnTo>
                <a:lnTo>
                  <a:pt x="835150" y="53530"/>
                </a:lnTo>
                <a:lnTo>
                  <a:pt x="835189" y="54625"/>
                </a:lnTo>
                <a:lnTo>
                  <a:pt x="835256" y="55707"/>
                </a:lnTo>
                <a:lnTo>
                  <a:pt x="835348" y="56774"/>
                </a:lnTo>
                <a:lnTo>
                  <a:pt x="835467" y="57827"/>
                </a:lnTo>
                <a:lnTo>
                  <a:pt x="835613" y="58866"/>
                </a:lnTo>
                <a:lnTo>
                  <a:pt x="835785" y="59891"/>
                </a:lnTo>
                <a:lnTo>
                  <a:pt x="835983" y="60901"/>
                </a:lnTo>
                <a:lnTo>
                  <a:pt x="836208" y="61897"/>
                </a:lnTo>
                <a:lnTo>
                  <a:pt x="836459" y="62880"/>
                </a:lnTo>
                <a:lnTo>
                  <a:pt x="836737" y="63848"/>
                </a:lnTo>
                <a:lnTo>
                  <a:pt x="837041" y="64801"/>
                </a:lnTo>
                <a:lnTo>
                  <a:pt x="837372" y="65741"/>
                </a:lnTo>
                <a:lnTo>
                  <a:pt x="837729" y="66667"/>
                </a:lnTo>
                <a:lnTo>
                  <a:pt x="838113" y="67578"/>
                </a:lnTo>
                <a:lnTo>
                  <a:pt x="838523" y="68475"/>
                </a:lnTo>
                <a:lnTo>
                  <a:pt x="838959" y="69358"/>
                </a:lnTo>
                <a:lnTo>
                  <a:pt x="839422" y="70226"/>
                </a:lnTo>
                <a:lnTo>
                  <a:pt x="839912" y="71081"/>
                </a:lnTo>
                <a:lnTo>
                  <a:pt x="840427" y="71921"/>
                </a:lnTo>
                <a:lnTo>
                  <a:pt x="840970" y="72747"/>
                </a:lnTo>
                <a:lnTo>
                  <a:pt x="841539" y="73559"/>
                </a:lnTo>
                <a:lnTo>
                  <a:pt x="842134" y="74357"/>
                </a:lnTo>
                <a:lnTo>
                  <a:pt x="842756" y="75141"/>
                </a:lnTo>
                <a:lnTo>
                  <a:pt x="843401" y="75908"/>
                </a:lnTo>
                <a:lnTo>
                  <a:pt x="844069" y="76655"/>
                </a:lnTo>
                <a:lnTo>
                  <a:pt x="844759" y="77382"/>
                </a:lnTo>
                <a:lnTo>
                  <a:pt x="845471" y="78090"/>
                </a:lnTo>
                <a:lnTo>
                  <a:pt x="846205" y="78778"/>
                </a:lnTo>
                <a:lnTo>
                  <a:pt x="846961" y="79447"/>
                </a:lnTo>
                <a:lnTo>
                  <a:pt x="847739" y="80096"/>
                </a:lnTo>
                <a:lnTo>
                  <a:pt x="848539" y="80726"/>
                </a:lnTo>
                <a:lnTo>
                  <a:pt x="849361" y="81335"/>
                </a:lnTo>
                <a:lnTo>
                  <a:pt x="850205" y="81926"/>
                </a:lnTo>
                <a:lnTo>
                  <a:pt x="851071" y="82496"/>
                </a:lnTo>
                <a:lnTo>
                  <a:pt x="851958" y="83047"/>
                </a:lnTo>
                <a:lnTo>
                  <a:pt x="852868" y="83579"/>
                </a:lnTo>
                <a:lnTo>
                  <a:pt x="853800" y="84091"/>
                </a:lnTo>
                <a:lnTo>
                  <a:pt x="854754" y="84583"/>
                </a:lnTo>
                <a:lnTo>
                  <a:pt x="855730" y="85055"/>
                </a:lnTo>
                <a:lnTo>
                  <a:pt x="856728" y="85508"/>
                </a:lnTo>
                <a:lnTo>
                  <a:pt x="857748" y="85942"/>
                </a:lnTo>
                <a:lnTo>
                  <a:pt x="858790" y="86356"/>
                </a:lnTo>
                <a:lnTo>
                  <a:pt x="859854" y="86750"/>
                </a:lnTo>
                <a:lnTo>
                  <a:pt x="860940" y="87124"/>
                </a:lnTo>
                <a:lnTo>
                  <a:pt x="862048" y="87479"/>
                </a:lnTo>
                <a:lnTo>
                  <a:pt x="863177" y="87815"/>
                </a:lnTo>
                <a:lnTo>
                  <a:pt x="864329" y="88131"/>
                </a:lnTo>
                <a:lnTo>
                  <a:pt x="864329" y="76564"/>
                </a:lnTo>
                <a:lnTo>
                  <a:pt x="863880" y="76453"/>
                </a:lnTo>
                <a:lnTo>
                  <a:pt x="863436" y="76335"/>
                </a:lnTo>
                <a:lnTo>
                  <a:pt x="862997" y="76210"/>
                </a:lnTo>
                <a:lnTo>
                  <a:pt x="862563" y="76078"/>
                </a:lnTo>
                <a:close/>
                <a:moveTo>
                  <a:pt x="890983" y="86356"/>
                </a:moveTo>
                <a:lnTo>
                  <a:pt x="892025" y="85942"/>
                </a:lnTo>
                <a:lnTo>
                  <a:pt x="893045" y="85508"/>
                </a:lnTo>
                <a:lnTo>
                  <a:pt x="894042" y="85055"/>
                </a:lnTo>
                <a:lnTo>
                  <a:pt x="895018" y="84583"/>
                </a:lnTo>
                <a:lnTo>
                  <a:pt x="895972" y="84091"/>
                </a:lnTo>
                <a:lnTo>
                  <a:pt x="896904" y="83579"/>
                </a:lnTo>
                <a:lnTo>
                  <a:pt x="897814" y="83047"/>
                </a:lnTo>
                <a:lnTo>
                  <a:pt x="898702" y="82496"/>
                </a:lnTo>
                <a:lnTo>
                  <a:pt x="899568" y="81926"/>
                </a:lnTo>
                <a:lnTo>
                  <a:pt x="900411" y="81335"/>
                </a:lnTo>
                <a:lnTo>
                  <a:pt x="901233" y="80726"/>
                </a:lnTo>
                <a:lnTo>
                  <a:pt x="902033" y="80096"/>
                </a:lnTo>
                <a:lnTo>
                  <a:pt x="902811" y="79447"/>
                </a:lnTo>
                <a:lnTo>
                  <a:pt x="903567" y="78778"/>
                </a:lnTo>
                <a:lnTo>
                  <a:pt x="904301" y="78090"/>
                </a:lnTo>
                <a:lnTo>
                  <a:pt x="905013" y="77382"/>
                </a:lnTo>
                <a:lnTo>
                  <a:pt x="905703" y="76655"/>
                </a:lnTo>
                <a:lnTo>
                  <a:pt x="906371" y="75908"/>
                </a:lnTo>
                <a:lnTo>
                  <a:pt x="907016" y="75141"/>
                </a:lnTo>
                <a:lnTo>
                  <a:pt x="907638" y="74357"/>
                </a:lnTo>
                <a:lnTo>
                  <a:pt x="908234" y="73559"/>
                </a:lnTo>
                <a:lnTo>
                  <a:pt x="908803" y="72747"/>
                </a:lnTo>
                <a:lnTo>
                  <a:pt x="909345" y="71921"/>
                </a:lnTo>
                <a:lnTo>
                  <a:pt x="909861" y="71081"/>
                </a:lnTo>
                <a:lnTo>
                  <a:pt x="910350" y="70226"/>
                </a:lnTo>
                <a:lnTo>
                  <a:pt x="910813" y="69358"/>
                </a:lnTo>
                <a:lnTo>
                  <a:pt x="911250" y="68475"/>
                </a:lnTo>
                <a:lnTo>
                  <a:pt x="911660" y="67578"/>
                </a:lnTo>
                <a:lnTo>
                  <a:pt x="912044" y="66667"/>
                </a:lnTo>
                <a:lnTo>
                  <a:pt x="912401" y="65741"/>
                </a:lnTo>
                <a:lnTo>
                  <a:pt x="912732" y="64801"/>
                </a:lnTo>
                <a:lnTo>
                  <a:pt x="913036" y="63848"/>
                </a:lnTo>
                <a:lnTo>
                  <a:pt x="913314" y="62880"/>
                </a:lnTo>
                <a:lnTo>
                  <a:pt x="913565" y="61897"/>
                </a:lnTo>
                <a:lnTo>
                  <a:pt x="913790" y="60901"/>
                </a:lnTo>
                <a:lnTo>
                  <a:pt x="913989" y="59891"/>
                </a:lnTo>
                <a:lnTo>
                  <a:pt x="914161" y="58866"/>
                </a:lnTo>
                <a:lnTo>
                  <a:pt x="914306" y="57827"/>
                </a:lnTo>
                <a:lnTo>
                  <a:pt x="914425" y="56774"/>
                </a:lnTo>
                <a:lnTo>
                  <a:pt x="914518" y="55707"/>
                </a:lnTo>
                <a:lnTo>
                  <a:pt x="914584" y="54625"/>
                </a:lnTo>
                <a:lnTo>
                  <a:pt x="914624" y="53530"/>
                </a:lnTo>
                <a:lnTo>
                  <a:pt x="914637" y="52420"/>
                </a:lnTo>
                <a:lnTo>
                  <a:pt x="914637" y="35803"/>
                </a:lnTo>
                <a:lnTo>
                  <a:pt x="914631" y="35072"/>
                </a:lnTo>
                <a:lnTo>
                  <a:pt x="914612" y="34345"/>
                </a:lnTo>
                <a:lnTo>
                  <a:pt x="914582" y="33625"/>
                </a:lnTo>
                <a:lnTo>
                  <a:pt x="914539" y="32910"/>
                </a:lnTo>
                <a:lnTo>
                  <a:pt x="914483" y="32201"/>
                </a:lnTo>
                <a:lnTo>
                  <a:pt x="914416" y="31497"/>
                </a:lnTo>
                <a:lnTo>
                  <a:pt x="914336" y="30799"/>
                </a:lnTo>
                <a:lnTo>
                  <a:pt x="914244" y="30106"/>
                </a:lnTo>
                <a:lnTo>
                  <a:pt x="914140" y="29419"/>
                </a:lnTo>
                <a:lnTo>
                  <a:pt x="914023" y="28738"/>
                </a:lnTo>
                <a:lnTo>
                  <a:pt x="913894" y="28062"/>
                </a:lnTo>
                <a:lnTo>
                  <a:pt x="913753" y="27391"/>
                </a:lnTo>
                <a:lnTo>
                  <a:pt x="913600" y="26727"/>
                </a:lnTo>
                <a:lnTo>
                  <a:pt x="913434" y="26068"/>
                </a:lnTo>
                <a:lnTo>
                  <a:pt x="913256" y="25414"/>
                </a:lnTo>
                <a:lnTo>
                  <a:pt x="913066" y="24766"/>
                </a:lnTo>
                <a:lnTo>
                  <a:pt x="912864" y="24124"/>
                </a:lnTo>
                <a:lnTo>
                  <a:pt x="912649" y="23487"/>
                </a:lnTo>
                <a:lnTo>
                  <a:pt x="912422" y="22856"/>
                </a:lnTo>
                <a:lnTo>
                  <a:pt x="912183" y="22230"/>
                </a:lnTo>
                <a:lnTo>
                  <a:pt x="911931" y="21610"/>
                </a:lnTo>
                <a:lnTo>
                  <a:pt x="911667" y="20996"/>
                </a:lnTo>
                <a:lnTo>
                  <a:pt x="911391" y="20387"/>
                </a:lnTo>
                <a:lnTo>
                  <a:pt x="911103" y="19784"/>
                </a:lnTo>
                <a:lnTo>
                  <a:pt x="910803" y="19187"/>
                </a:lnTo>
                <a:lnTo>
                  <a:pt x="910493" y="18597"/>
                </a:lnTo>
                <a:lnTo>
                  <a:pt x="910172" y="18015"/>
                </a:lnTo>
                <a:lnTo>
                  <a:pt x="909842" y="17440"/>
                </a:lnTo>
                <a:lnTo>
                  <a:pt x="909501" y="16872"/>
                </a:lnTo>
                <a:lnTo>
                  <a:pt x="909149" y="16312"/>
                </a:lnTo>
                <a:lnTo>
                  <a:pt x="908787" y="15759"/>
                </a:lnTo>
                <a:lnTo>
                  <a:pt x="908415" y="15214"/>
                </a:lnTo>
                <a:lnTo>
                  <a:pt x="908032" y="14675"/>
                </a:lnTo>
                <a:lnTo>
                  <a:pt x="907639" y="14144"/>
                </a:lnTo>
                <a:lnTo>
                  <a:pt x="907236" y="13621"/>
                </a:lnTo>
                <a:lnTo>
                  <a:pt x="906822" y="13105"/>
                </a:lnTo>
                <a:lnTo>
                  <a:pt x="906398" y="12596"/>
                </a:lnTo>
                <a:lnTo>
                  <a:pt x="905964" y="12094"/>
                </a:lnTo>
                <a:lnTo>
                  <a:pt x="905519" y="11600"/>
                </a:lnTo>
                <a:lnTo>
                  <a:pt x="905064" y="11113"/>
                </a:lnTo>
                <a:lnTo>
                  <a:pt x="904599" y="10633"/>
                </a:lnTo>
                <a:lnTo>
                  <a:pt x="904123" y="10161"/>
                </a:lnTo>
                <a:lnTo>
                  <a:pt x="903637" y="9696"/>
                </a:lnTo>
                <a:lnTo>
                  <a:pt x="903140" y="9239"/>
                </a:lnTo>
                <a:lnTo>
                  <a:pt x="902633" y="8788"/>
                </a:lnTo>
                <a:lnTo>
                  <a:pt x="902116" y="8346"/>
                </a:lnTo>
                <a:lnTo>
                  <a:pt x="901588" y="7910"/>
                </a:lnTo>
                <a:lnTo>
                  <a:pt x="901050" y="7482"/>
                </a:lnTo>
                <a:lnTo>
                  <a:pt x="900503" y="7062"/>
                </a:lnTo>
                <a:lnTo>
                  <a:pt x="899946" y="6651"/>
                </a:lnTo>
                <a:lnTo>
                  <a:pt x="899381" y="6250"/>
                </a:lnTo>
                <a:lnTo>
                  <a:pt x="898806" y="5859"/>
                </a:lnTo>
                <a:lnTo>
                  <a:pt x="898223" y="5476"/>
                </a:lnTo>
                <a:lnTo>
                  <a:pt x="897631" y="5104"/>
                </a:lnTo>
                <a:lnTo>
                  <a:pt x="897030" y="4740"/>
                </a:lnTo>
                <a:lnTo>
                  <a:pt x="896419" y="4386"/>
                </a:lnTo>
                <a:lnTo>
                  <a:pt x="895800" y="4041"/>
                </a:lnTo>
                <a:lnTo>
                  <a:pt x="895173" y="3706"/>
                </a:lnTo>
                <a:lnTo>
                  <a:pt x="894536" y="3380"/>
                </a:lnTo>
                <a:lnTo>
                  <a:pt x="893890" y="3064"/>
                </a:lnTo>
                <a:lnTo>
                  <a:pt x="893235" y="2757"/>
                </a:lnTo>
                <a:lnTo>
                  <a:pt x="892571" y="2459"/>
                </a:lnTo>
                <a:lnTo>
                  <a:pt x="891899" y="2171"/>
                </a:lnTo>
                <a:lnTo>
                  <a:pt x="891217" y="1892"/>
                </a:lnTo>
                <a:lnTo>
                  <a:pt x="890527" y="1623"/>
                </a:lnTo>
                <a:lnTo>
                  <a:pt x="889828" y="1363"/>
                </a:lnTo>
                <a:lnTo>
                  <a:pt x="889119" y="1112"/>
                </a:lnTo>
                <a:lnTo>
                  <a:pt x="888402" y="871"/>
                </a:lnTo>
                <a:lnTo>
                  <a:pt x="887676" y="639"/>
                </a:lnTo>
                <a:lnTo>
                  <a:pt x="886941" y="417"/>
                </a:lnTo>
                <a:lnTo>
                  <a:pt x="886197" y="204"/>
                </a:lnTo>
                <a:lnTo>
                  <a:pt x="885444" y="0"/>
                </a:lnTo>
                <a:lnTo>
                  <a:pt x="885444" y="11292"/>
                </a:lnTo>
                <a:lnTo>
                  <a:pt x="885900" y="11403"/>
                </a:lnTo>
                <a:lnTo>
                  <a:pt x="886351" y="11521"/>
                </a:lnTo>
                <a:lnTo>
                  <a:pt x="886797" y="11646"/>
                </a:lnTo>
                <a:lnTo>
                  <a:pt x="887237" y="11779"/>
                </a:lnTo>
                <a:lnTo>
                  <a:pt x="887671" y="11919"/>
                </a:lnTo>
                <a:lnTo>
                  <a:pt x="888100" y="12066"/>
                </a:lnTo>
                <a:lnTo>
                  <a:pt x="888524" y="12221"/>
                </a:lnTo>
                <a:lnTo>
                  <a:pt x="888943" y="12383"/>
                </a:lnTo>
                <a:lnTo>
                  <a:pt x="889356" y="12552"/>
                </a:lnTo>
                <a:lnTo>
                  <a:pt x="889763" y="12729"/>
                </a:lnTo>
                <a:lnTo>
                  <a:pt x="890165" y="12913"/>
                </a:lnTo>
                <a:lnTo>
                  <a:pt x="890562" y="13105"/>
                </a:lnTo>
                <a:lnTo>
                  <a:pt x="890953" y="13303"/>
                </a:lnTo>
                <a:lnTo>
                  <a:pt x="891339" y="13509"/>
                </a:lnTo>
                <a:lnTo>
                  <a:pt x="891719" y="13723"/>
                </a:lnTo>
                <a:lnTo>
                  <a:pt x="892094" y="13944"/>
                </a:lnTo>
                <a:lnTo>
                  <a:pt x="892464" y="14172"/>
                </a:lnTo>
                <a:lnTo>
                  <a:pt x="892828" y="14407"/>
                </a:lnTo>
                <a:lnTo>
                  <a:pt x="893187" y="14650"/>
                </a:lnTo>
                <a:lnTo>
                  <a:pt x="893540" y="14900"/>
                </a:lnTo>
                <a:lnTo>
                  <a:pt x="893888" y="15157"/>
                </a:lnTo>
                <a:lnTo>
                  <a:pt x="894231" y="15422"/>
                </a:lnTo>
                <a:lnTo>
                  <a:pt x="894568" y="15694"/>
                </a:lnTo>
                <a:lnTo>
                  <a:pt x="894899" y="15973"/>
                </a:lnTo>
                <a:lnTo>
                  <a:pt x="895225" y="16259"/>
                </a:lnTo>
                <a:lnTo>
                  <a:pt x="895545" y="16551"/>
                </a:lnTo>
                <a:lnTo>
                  <a:pt x="895858" y="16849"/>
                </a:lnTo>
                <a:lnTo>
                  <a:pt x="896164" y="17152"/>
                </a:lnTo>
                <a:lnTo>
                  <a:pt x="896465" y="17461"/>
                </a:lnTo>
                <a:lnTo>
                  <a:pt x="896758" y="17775"/>
                </a:lnTo>
                <a:lnTo>
                  <a:pt x="897046" y="18096"/>
                </a:lnTo>
                <a:lnTo>
                  <a:pt x="897327" y="18422"/>
                </a:lnTo>
                <a:lnTo>
                  <a:pt x="897602" y="18754"/>
                </a:lnTo>
                <a:lnTo>
                  <a:pt x="897870" y="19091"/>
                </a:lnTo>
                <a:lnTo>
                  <a:pt x="898132" y="19435"/>
                </a:lnTo>
                <a:lnTo>
                  <a:pt x="898388" y="19784"/>
                </a:lnTo>
                <a:lnTo>
                  <a:pt x="898637" y="20138"/>
                </a:lnTo>
                <a:lnTo>
                  <a:pt x="898880" y="20499"/>
                </a:lnTo>
                <a:lnTo>
                  <a:pt x="899116" y="20865"/>
                </a:lnTo>
                <a:lnTo>
                  <a:pt x="899347" y="21237"/>
                </a:lnTo>
                <a:lnTo>
                  <a:pt x="899570" y="21615"/>
                </a:lnTo>
                <a:lnTo>
                  <a:pt x="899788" y="21999"/>
                </a:lnTo>
                <a:lnTo>
                  <a:pt x="899999" y="22388"/>
                </a:lnTo>
                <a:lnTo>
                  <a:pt x="900203" y="22783"/>
                </a:lnTo>
                <a:lnTo>
                  <a:pt x="900402" y="23184"/>
                </a:lnTo>
                <a:lnTo>
                  <a:pt x="900593" y="23590"/>
                </a:lnTo>
                <a:lnTo>
                  <a:pt x="900779" y="24002"/>
                </a:lnTo>
                <a:lnTo>
                  <a:pt x="900958" y="24420"/>
                </a:lnTo>
                <a:lnTo>
                  <a:pt x="901130" y="24843"/>
                </a:lnTo>
                <a:lnTo>
                  <a:pt x="901295" y="25271"/>
                </a:lnTo>
                <a:lnTo>
                  <a:pt x="901453" y="25703"/>
                </a:lnTo>
                <a:lnTo>
                  <a:pt x="901603" y="26139"/>
                </a:lnTo>
                <a:lnTo>
                  <a:pt x="901746" y="26580"/>
                </a:lnTo>
                <a:lnTo>
                  <a:pt x="901882" y="27025"/>
                </a:lnTo>
                <a:lnTo>
                  <a:pt x="902011" y="27475"/>
                </a:lnTo>
                <a:lnTo>
                  <a:pt x="902132" y="27929"/>
                </a:lnTo>
                <a:lnTo>
                  <a:pt x="902245" y="28388"/>
                </a:lnTo>
                <a:lnTo>
                  <a:pt x="902352" y="28851"/>
                </a:lnTo>
                <a:lnTo>
                  <a:pt x="902451" y="29318"/>
                </a:lnTo>
                <a:lnTo>
                  <a:pt x="902542" y="29790"/>
                </a:lnTo>
                <a:lnTo>
                  <a:pt x="902627" y="30267"/>
                </a:lnTo>
                <a:lnTo>
                  <a:pt x="902704" y="30748"/>
                </a:lnTo>
                <a:lnTo>
                  <a:pt x="902773" y="31233"/>
                </a:lnTo>
                <a:lnTo>
                  <a:pt x="902836" y="31723"/>
                </a:lnTo>
                <a:lnTo>
                  <a:pt x="902891" y="32218"/>
                </a:lnTo>
                <a:lnTo>
                  <a:pt x="902938" y="32716"/>
                </a:lnTo>
                <a:lnTo>
                  <a:pt x="902979" y="33220"/>
                </a:lnTo>
                <a:lnTo>
                  <a:pt x="903012" y="33728"/>
                </a:lnTo>
                <a:lnTo>
                  <a:pt x="903037" y="34240"/>
                </a:lnTo>
                <a:lnTo>
                  <a:pt x="903056" y="34756"/>
                </a:lnTo>
                <a:lnTo>
                  <a:pt x="903067" y="35278"/>
                </a:lnTo>
                <a:lnTo>
                  <a:pt x="903070" y="35803"/>
                </a:lnTo>
                <a:lnTo>
                  <a:pt x="903070" y="52420"/>
                </a:lnTo>
                <a:lnTo>
                  <a:pt x="903067" y="52930"/>
                </a:lnTo>
                <a:lnTo>
                  <a:pt x="903056" y="53437"/>
                </a:lnTo>
                <a:lnTo>
                  <a:pt x="903037" y="53940"/>
                </a:lnTo>
                <a:lnTo>
                  <a:pt x="903012" y="54438"/>
                </a:lnTo>
                <a:lnTo>
                  <a:pt x="902979" y="54933"/>
                </a:lnTo>
                <a:lnTo>
                  <a:pt x="902938" y="55423"/>
                </a:lnTo>
                <a:lnTo>
                  <a:pt x="902891" y="55910"/>
                </a:lnTo>
                <a:lnTo>
                  <a:pt x="902836" y="56393"/>
                </a:lnTo>
                <a:lnTo>
                  <a:pt x="902773" y="56872"/>
                </a:lnTo>
                <a:lnTo>
                  <a:pt x="902704" y="57346"/>
                </a:lnTo>
                <a:lnTo>
                  <a:pt x="902627" y="57817"/>
                </a:lnTo>
                <a:lnTo>
                  <a:pt x="902542" y="58284"/>
                </a:lnTo>
                <a:lnTo>
                  <a:pt x="902451" y="58747"/>
                </a:lnTo>
                <a:lnTo>
                  <a:pt x="902352" y="59205"/>
                </a:lnTo>
                <a:lnTo>
                  <a:pt x="902245" y="59660"/>
                </a:lnTo>
                <a:lnTo>
                  <a:pt x="902132" y="60111"/>
                </a:lnTo>
                <a:lnTo>
                  <a:pt x="902011" y="60558"/>
                </a:lnTo>
                <a:lnTo>
                  <a:pt x="901882" y="61001"/>
                </a:lnTo>
                <a:lnTo>
                  <a:pt x="901746" y="61440"/>
                </a:lnTo>
                <a:lnTo>
                  <a:pt x="901603" y="61875"/>
                </a:lnTo>
                <a:lnTo>
                  <a:pt x="901453" y="62306"/>
                </a:lnTo>
                <a:lnTo>
                  <a:pt x="901295" y="62732"/>
                </a:lnTo>
                <a:lnTo>
                  <a:pt x="901130" y="63155"/>
                </a:lnTo>
                <a:lnTo>
                  <a:pt x="900958" y="63574"/>
                </a:lnTo>
                <a:lnTo>
                  <a:pt x="900779" y="63988"/>
                </a:lnTo>
                <a:lnTo>
                  <a:pt x="900593" y="64397"/>
                </a:lnTo>
                <a:lnTo>
                  <a:pt x="900402" y="64799"/>
                </a:lnTo>
                <a:lnTo>
                  <a:pt x="900203" y="65196"/>
                </a:lnTo>
                <a:lnTo>
                  <a:pt x="899999" y="65587"/>
                </a:lnTo>
                <a:lnTo>
                  <a:pt x="899788" y="65972"/>
                </a:lnTo>
                <a:lnTo>
                  <a:pt x="899570" y="66352"/>
                </a:lnTo>
                <a:lnTo>
                  <a:pt x="899347" y="66726"/>
                </a:lnTo>
                <a:lnTo>
                  <a:pt x="899116" y="67094"/>
                </a:lnTo>
                <a:lnTo>
                  <a:pt x="898880" y="67456"/>
                </a:lnTo>
                <a:lnTo>
                  <a:pt x="898637" y="67813"/>
                </a:lnTo>
                <a:lnTo>
                  <a:pt x="898388" y="68164"/>
                </a:lnTo>
                <a:lnTo>
                  <a:pt x="898132" y="68509"/>
                </a:lnTo>
                <a:lnTo>
                  <a:pt x="897870" y="68848"/>
                </a:lnTo>
                <a:lnTo>
                  <a:pt x="897602" y="69182"/>
                </a:lnTo>
                <a:lnTo>
                  <a:pt x="897327" y="69510"/>
                </a:lnTo>
                <a:lnTo>
                  <a:pt x="897046" y="69832"/>
                </a:lnTo>
                <a:lnTo>
                  <a:pt x="896758" y="70149"/>
                </a:lnTo>
                <a:lnTo>
                  <a:pt x="896465" y="70460"/>
                </a:lnTo>
                <a:lnTo>
                  <a:pt x="896164" y="70765"/>
                </a:lnTo>
                <a:lnTo>
                  <a:pt x="895858" y="71064"/>
                </a:lnTo>
                <a:lnTo>
                  <a:pt x="895545" y="71357"/>
                </a:lnTo>
                <a:lnTo>
                  <a:pt x="895225" y="71645"/>
                </a:lnTo>
                <a:lnTo>
                  <a:pt x="894899" y="71927"/>
                </a:lnTo>
                <a:lnTo>
                  <a:pt x="894568" y="72203"/>
                </a:lnTo>
                <a:lnTo>
                  <a:pt x="894231" y="72472"/>
                </a:lnTo>
                <a:lnTo>
                  <a:pt x="893888" y="72733"/>
                </a:lnTo>
                <a:lnTo>
                  <a:pt x="893540" y="72987"/>
                </a:lnTo>
                <a:lnTo>
                  <a:pt x="893187" y="73234"/>
                </a:lnTo>
                <a:lnTo>
                  <a:pt x="892828" y="73474"/>
                </a:lnTo>
                <a:lnTo>
                  <a:pt x="892464" y="73706"/>
                </a:lnTo>
                <a:lnTo>
                  <a:pt x="892094" y="73932"/>
                </a:lnTo>
                <a:lnTo>
                  <a:pt x="891719" y="74150"/>
                </a:lnTo>
                <a:lnTo>
                  <a:pt x="891339" y="74361"/>
                </a:lnTo>
                <a:lnTo>
                  <a:pt x="890953" y="74565"/>
                </a:lnTo>
                <a:lnTo>
                  <a:pt x="890562" y="74762"/>
                </a:lnTo>
                <a:lnTo>
                  <a:pt x="890165" y="74952"/>
                </a:lnTo>
                <a:lnTo>
                  <a:pt x="889763" y="75134"/>
                </a:lnTo>
                <a:lnTo>
                  <a:pt x="889356" y="75309"/>
                </a:lnTo>
                <a:lnTo>
                  <a:pt x="888943" y="75477"/>
                </a:lnTo>
                <a:lnTo>
                  <a:pt x="888524" y="75638"/>
                </a:lnTo>
                <a:lnTo>
                  <a:pt x="888100" y="75792"/>
                </a:lnTo>
                <a:lnTo>
                  <a:pt x="887671" y="75939"/>
                </a:lnTo>
                <a:lnTo>
                  <a:pt x="887237" y="76078"/>
                </a:lnTo>
                <a:lnTo>
                  <a:pt x="886797" y="76210"/>
                </a:lnTo>
                <a:lnTo>
                  <a:pt x="886351" y="76335"/>
                </a:lnTo>
                <a:lnTo>
                  <a:pt x="885900" y="76453"/>
                </a:lnTo>
                <a:lnTo>
                  <a:pt x="885444" y="76564"/>
                </a:lnTo>
                <a:lnTo>
                  <a:pt x="885444" y="88131"/>
                </a:lnTo>
                <a:lnTo>
                  <a:pt x="886596" y="87815"/>
                </a:lnTo>
                <a:lnTo>
                  <a:pt x="887726" y="87479"/>
                </a:lnTo>
                <a:lnTo>
                  <a:pt x="888833" y="87124"/>
                </a:lnTo>
                <a:lnTo>
                  <a:pt x="889919" y="86750"/>
                </a:lnTo>
                <a:lnTo>
                  <a:pt x="890983" y="86356"/>
                </a:lnTo>
                <a:close/>
                <a:moveTo>
                  <a:pt x="632604" y="66707"/>
                </a:moveTo>
                <a:lnTo>
                  <a:pt x="632254" y="66666"/>
                </a:lnTo>
                <a:lnTo>
                  <a:pt x="631921" y="66608"/>
                </a:lnTo>
                <a:lnTo>
                  <a:pt x="631604" y="66533"/>
                </a:lnTo>
                <a:lnTo>
                  <a:pt x="631303" y="66442"/>
                </a:lnTo>
                <a:lnTo>
                  <a:pt x="631018" y="66334"/>
                </a:lnTo>
                <a:lnTo>
                  <a:pt x="630750" y="66210"/>
                </a:lnTo>
                <a:lnTo>
                  <a:pt x="630498" y="66069"/>
                </a:lnTo>
                <a:lnTo>
                  <a:pt x="630262" y="65912"/>
                </a:lnTo>
                <a:lnTo>
                  <a:pt x="630043" y="65738"/>
                </a:lnTo>
                <a:lnTo>
                  <a:pt x="629840" y="65547"/>
                </a:lnTo>
                <a:lnTo>
                  <a:pt x="629653" y="65340"/>
                </a:lnTo>
                <a:lnTo>
                  <a:pt x="629482" y="65116"/>
                </a:lnTo>
                <a:lnTo>
                  <a:pt x="629327" y="64876"/>
                </a:lnTo>
                <a:lnTo>
                  <a:pt x="629189" y="64619"/>
                </a:lnTo>
                <a:lnTo>
                  <a:pt x="629067" y="64346"/>
                </a:lnTo>
                <a:lnTo>
                  <a:pt x="628962" y="64056"/>
                </a:lnTo>
                <a:lnTo>
                  <a:pt x="628872" y="63749"/>
                </a:lnTo>
                <a:lnTo>
                  <a:pt x="628799" y="63426"/>
                </a:lnTo>
                <a:lnTo>
                  <a:pt x="628742" y="63086"/>
                </a:lnTo>
                <a:lnTo>
                  <a:pt x="628701" y="62730"/>
                </a:lnTo>
                <a:lnTo>
                  <a:pt x="628677" y="62357"/>
                </a:lnTo>
                <a:lnTo>
                  <a:pt x="628669" y="61968"/>
                </a:lnTo>
                <a:lnTo>
                  <a:pt x="628669" y="36997"/>
                </a:lnTo>
                <a:lnTo>
                  <a:pt x="648041" y="36997"/>
                </a:lnTo>
                <a:lnTo>
                  <a:pt x="648041" y="26622"/>
                </a:lnTo>
                <a:lnTo>
                  <a:pt x="628669" y="26622"/>
                </a:lnTo>
                <a:lnTo>
                  <a:pt x="628669" y="12393"/>
                </a:lnTo>
                <a:lnTo>
                  <a:pt x="617102" y="12393"/>
                </a:lnTo>
                <a:lnTo>
                  <a:pt x="617102" y="26622"/>
                </a:lnTo>
                <a:lnTo>
                  <a:pt x="603423" y="26622"/>
                </a:lnTo>
                <a:lnTo>
                  <a:pt x="603423" y="36997"/>
                </a:lnTo>
                <a:lnTo>
                  <a:pt x="617102" y="36997"/>
                </a:lnTo>
                <a:lnTo>
                  <a:pt x="617102" y="61968"/>
                </a:lnTo>
                <a:lnTo>
                  <a:pt x="617109" y="62551"/>
                </a:lnTo>
                <a:lnTo>
                  <a:pt x="617131" y="63125"/>
                </a:lnTo>
                <a:lnTo>
                  <a:pt x="617166" y="63687"/>
                </a:lnTo>
                <a:lnTo>
                  <a:pt x="617216" y="64240"/>
                </a:lnTo>
                <a:lnTo>
                  <a:pt x="617280" y="64781"/>
                </a:lnTo>
                <a:lnTo>
                  <a:pt x="617358" y="65313"/>
                </a:lnTo>
                <a:lnTo>
                  <a:pt x="617450" y="65833"/>
                </a:lnTo>
                <a:lnTo>
                  <a:pt x="617556" y="66343"/>
                </a:lnTo>
                <a:lnTo>
                  <a:pt x="617677" y="66843"/>
                </a:lnTo>
                <a:lnTo>
                  <a:pt x="617812" y="67332"/>
                </a:lnTo>
                <a:lnTo>
                  <a:pt x="617960" y="67811"/>
                </a:lnTo>
                <a:lnTo>
                  <a:pt x="618124" y="68279"/>
                </a:lnTo>
                <a:lnTo>
                  <a:pt x="618301" y="68737"/>
                </a:lnTo>
                <a:lnTo>
                  <a:pt x="618492" y="69184"/>
                </a:lnTo>
                <a:lnTo>
                  <a:pt x="618698" y="69620"/>
                </a:lnTo>
                <a:lnTo>
                  <a:pt x="618918" y="70046"/>
                </a:lnTo>
                <a:lnTo>
                  <a:pt x="619152" y="70462"/>
                </a:lnTo>
                <a:lnTo>
                  <a:pt x="619400" y="70867"/>
                </a:lnTo>
                <a:lnTo>
                  <a:pt x="619662" y="71261"/>
                </a:lnTo>
                <a:lnTo>
                  <a:pt x="619939" y="71645"/>
                </a:lnTo>
                <a:lnTo>
                  <a:pt x="620230" y="72019"/>
                </a:lnTo>
                <a:lnTo>
                  <a:pt x="620535" y="72382"/>
                </a:lnTo>
                <a:lnTo>
                  <a:pt x="620854" y="72734"/>
                </a:lnTo>
                <a:lnTo>
                  <a:pt x="621187" y="73076"/>
                </a:lnTo>
                <a:lnTo>
                  <a:pt x="621533" y="73406"/>
                </a:lnTo>
                <a:lnTo>
                  <a:pt x="621890" y="73721"/>
                </a:lnTo>
                <a:lnTo>
                  <a:pt x="622258" y="74023"/>
                </a:lnTo>
                <a:lnTo>
                  <a:pt x="622637" y="74310"/>
                </a:lnTo>
                <a:lnTo>
                  <a:pt x="623027" y="74583"/>
                </a:lnTo>
                <a:lnTo>
                  <a:pt x="623428" y="74843"/>
                </a:lnTo>
                <a:lnTo>
                  <a:pt x="623840" y="75088"/>
                </a:lnTo>
                <a:lnTo>
                  <a:pt x="624263" y="75320"/>
                </a:lnTo>
                <a:lnTo>
                  <a:pt x="624697" y="75537"/>
                </a:lnTo>
                <a:lnTo>
                  <a:pt x="625142" y="75740"/>
                </a:lnTo>
                <a:lnTo>
                  <a:pt x="625598" y="75930"/>
                </a:lnTo>
                <a:lnTo>
                  <a:pt x="626065" y="76105"/>
                </a:lnTo>
                <a:lnTo>
                  <a:pt x="626543" y="76266"/>
                </a:lnTo>
                <a:lnTo>
                  <a:pt x="627032" y="76413"/>
                </a:lnTo>
                <a:lnTo>
                  <a:pt x="627531" y="76547"/>
                </a:lnTo>
                <a:lnTo>
                  <a:pt x="628042" y="76666"/>
                </a:lnTo>
                <a:lnTo>
                  <a:pt x="628564" y="76771"/>
                </a:lnTo>
                <a:lnTo>
                  <a:pt x="629097" y="76862"/>
                </a:lnTo>
                <a:lnTo>
                  <a:pt x="629641" y="76939"/>
                </a:lnTo>
                <a:lnTo>
                  <a:pt x="630196" y="77002"/>
                </a:lnTo>
                <a:lnTo>
                  <a:pt x="630762" y="77051"/>
                </a:lnTo>
                <a:lnTo>
                  <a:pt x="631339" y="77087"/>
                </a:lnTo>
                <a:lnTo>
                  <a:pt x="631926" y="77108"/>
                </a:lnTo>
                <a:lnTo>
                  <a:pt x="632525" y="77115"/>
                </a:lnTo>
                <a:lnTo>
                  <a:pt x="647122" y="77115"/>
                </a:lnTo>
                <a:lnTo>
                  <a:pt x="647122" y="66740"/>
                </a:lnTo>
                <a:lnTo>
                  <a:pt x="633352" y="66740"/>
                </a:lnTo>
                <a:lnTo>
                  <a:pt x="632970" y="66732"/>
                </a:lnTo>
                <a:lnTo>
                  <a:pt x="632604" y="66707"/>
                </a:lnTo>
                <a:close/>
                <a:moveTo>
                  <a:pt x="504184" y="77115"/>
                </a:moveTo>
                <a:lnTo>
                  <a:pt x="504184" y="39108"/>
                </a:lnTo>
                <a:lnTo>
                  <a:pt x="504186" y="38896"/>
                </a:lnTo>
                <a:lnTo>
                  <a:pt x="504192" y="38688"/>
                </a:lnTo>
                <a:lnTo>
                  <a:pt x="504201" y="38484"/>
                </a:lnTo>
                <a:lnTo>
                  <a:pt x="504214" y="38284"/>
                </a:lnTo>
                <a:lnTo>
                  <a:pt x="504230" y="38089"/>
                </a:lnTo>
                <a:lnTo>
                  <a:pt x="504250" y="37897"/>
                </a:lnTo>
                <a:lnTo>
                  <a:pt x="504274" y="37710"/>
                </a:lnTo>
                <a:lnTo>
                  <a:pt x="504302" y="37527"/>
                </a:lnTo>
                <a:lnTo>
                  <a:pt x="504333" y="37348"/>
                </a:lnTo>
                <a:lnTo>
                  <a:pt x="504367" y="37173"/>
                </a:lnTo>
                <a:lnTo>
                  <a:pt x="504406" y="37002"/>
                </a:lnTo>
                <a:lnTo>
                  <a:pt x="504448" y="36836"/>
                </a:lnTo>
                <a:lnTo>
                  <a:pt x="504494" y="36673"/>
                </a:lnTo>
                <a:lnTo>
                  <a:pt x="504543" y="36515"/>
                </a:lnTo>
                <a:lnTo>
                  <a:pt x="504596" y="36361"/>
                </a:lnTo>
                <a:lnTo>
                  <a:pt x="504653" y="36211"/>
                </a:lnTo>
                <a:lnTo>
                  <a:pt x="504714" y="36065"/>
                </a:lnTo>
                <a:lnTo>
                  <a:pt x="504778" y="35923"/>
                </a:lnTo>
                <a:lnTo>
                  <a:pt x="504845" y="35786"/>
                </a:lnTo>
                <a:lnTo>
                  <a:pt x="504917" y="35652"/>
                </a:lnTo>
                <a:lnTo>
                  <a:pt x="504992" y="35523"/>
                </a:lnTo>
                <a:lnTo>
                  <a:pt x="505071" y="35398"/>
                </a:lnTo>
                <a:lnTo>
                  <a:pt x="505153" y="35277"/>
                </a:lnTo>
                <a:lnTo>
                  <a:pt x="505239" y="35160"/>
                </a:lnTo>
                <a:lnTo>
                  <a:pt x="505329" y="35048"/>
                </a:lnTo>
                <a:lnTo>
                  <a:pt x="505422" y="34940"/>
                </a:lnTo>
                <a:lnTo>
                  <a:pt x="505520" y="34838"/>
                </a:lnTo>
                <a:lnTo>
                  <a:pt x="505620" y="34740"/>
                </a:lnTo>
                <a:lnTo>
                  <a:pt x="505725" y="34646"/>
                </a:lnTo>
                <a:lnTo>
                  <a:pt x="505833" y="34558"/>
                </a:lnTo>
                <a:lnTo>
                  <a:pt x="505945" y="34474"/>
                </a:lnTo>
                <a:lnTo>
                  <a:pt x="506060" y="34395"/>
                </a:lnTo>
                <a:lnTo>
                  <a:pt x="506180" y="34321"/>
                </a:lnTo>
                <a:lnTo>
                  <a:pt x="506302" y="34252"/>
                </a:lnTo>
                <a:lnTo>
                  <a:pt x="506429" y="34187"/>
                </a:lnTo>
                <a:lnTo>
                  <a:pt x="506559" y="34128"/>
                </a:lnTo>
                <a:lnTo>
                  <a:pt x="506693" y="34073"/>
                </a:lnTo>
                <a:lnTo>
                  <a:pt x="506830" y="34022"/>
                </a:lnTo>
                <a:lnTo>
                  <a:pt x="506971" y="33977"/>
                </a:lnTo>
                <a:lnTo>
                  <a:pt x="507116" y="33936"/>
                </a:lnTo>
                <a:lnTo>
                  <a:pt x="507265" y="33900"/>
                </a:lnTo>
                <a:lnTo>
                  <a:pt x="507417" y="33869"/>
                </a:lnTo>
                <a:lnTo>
                  <a:pt x="507573" y="33843"/>
                </a:lnTo>
                <a:lnTo>
                  <a:pt x="507732" y="33822"/>
                </a:lnTo>
                <a:lnTo>
                  <a:pt x="507895" y="33805"/>
                </a:lnTo>
                <a:lnTo>
                  <a:pt x="508062" y="33793"/>
                </a:lnTo>
                <a:lnTo>
                  <a:pt x="508232" y="33786"/>
                </a:lnTo>
                <a:lnTo>
                  <a:pt x="508406" y="33783"/>
                </a:lnTo>
                <a:lnTo>
                  <a:pt x="508581" y="33786"/>
                </a:lnTo>
                <a:lnTo>
                  <a:pt x="508751" y="33793"/>
                </a:lnTo>
                <a:lnTo>
                  <a:pt x="508919" y="33805"/>
                </a:lnTo>
                <a:lnTo>
                  <a:pt x="509082" y="33822"/>
                </a:lnTo>
                <a:lnTo>
                  <a:pt x="509243" y="33843"/>
                </a:lnTo>
                <a:lnTo>
                  <a:pt x="509399" y="33869"/>
                </a:lnTo>
                <a:lnTo>
                  <a:pt x="509553" y="33900"/>
                </a:lnTo>
                <a:lnTo>
                  <a:pt x="509702" y="33936"/>
                </a:lnTo>
                <a:lnTo>
                  <a:pt x="509848" y="33977"/>
                </a:lnTo>
                <a:lnTo>
                  <a:pt x="509991" y="34022"/>
                </a:lnTo>
                <a:lnTo>
                  <a:pt x="510130" y="34073"/>
                </a:lnTo>
                <a:lnTo>
                  <a:pt x="510266" y="34128"/>
                </a:lnTo>
                <a:lnTo>
                  <a:pt x="510398" y="34187"/>
                </a:lnTo>
                <a:lnTo>
                  <a:pt x="510527" y="34252"/>
                </a:lnTo>
                <a:lnTo>
                  <a:pt x="510652" y="34321"/>
                </a:lnTo>
                <a:lnTo>
                  <a:pt x="510773" y="34395"/>
                </a:lnTo>
                <a:lnTo>
                  <a:pt x="510891" y="34474"/>
                </a:lnTo>
                <a:lnTo>
                  <a:pt x="511006" y="34558"/>
                </a:lnTo>
                <a:lnTo>
                  <a:pt x="511117" y="34646"/>
                </a:lnTo>
                <a:lnTo>
                  <a:pt x="511225" y="34740"/>
                </a:lnTo>
                <a:lnTo>
                  <a:pt x="511329" y="34838"/>
                </a:lnTo>
                <a:lnTo>
                  <a:pt x="511429" y="34940"/>
                </a:lnTo>
                <a:lnTo>
                  <a:pt x="511526" y="35048"/>
                </a:lnTo>
                <a:lnTo>
                  <a:pt x="511620" y="35160"/>
                </a:lnTo>
                <a:lnTo>
                  <a:pt x="511710" y="35277"/>
                </a:lnTo>
                <a:lnTo>
                  <a:pt x="511796" y="35398"/>
                </a:lnTo>
                <a:lnTo>
                  <a:pt x="511878" y="35523"/>
                </a:lnTo>
                <a:lnTo>
                  <a:pt x="511957" y="35652"/>
                </a:lnTo>
                <a:lnTo>
                  <a:pt x="512031" y="35786"/>
                </a:lnTo>
                <a:lnTo>
                  <a:pt x="512102" y="35923"/>
                </a:lnTo>
                <a:lnTo>
                  <a:pt x="512169" y="36065"/>
                </a:lnTo>
                <a:lnTo>
                  <a:pt x="512232" y="36211"/>
                </a:lnTo>
                <a:lnTo>
                  <a:pt x="512292" y="36361"/>
                </a:lnTo>
                <a:lnTo>
                  <a:pt x="512347" y="36515"/>
                </a:lnTo>
                <a:lnTo>
                  <a:pt x="512399" y="36673"/>
                </a:lnTo>
                <a:lnTo>
                  <a:pt x="512447" y="36836"/>
                </a:lnTo>
                <a:lnTo>
                  <a:pt x="512491" y="37002"/>
                </a:lnTo>
                <a:lnTo>
                  <a:pt x="512531" y="37173"/>
                </a:lnTo>
                <a:lnTo>
                  <a:pt x="512567" y="37348"/>
                </a:lnTo>
                <a:lnTo>
                  <a:pt x="512600" y="37527"/>
                </a:lnTo>
                <a:lnTo>
                  <a:pt x="512628" y="37710"/>
                </a:lnTo>
                <a:lnTo>
                  <a:pt x="512653" y="37897"/>
                </a:lnTo>
                <a:lnTo>
                  <a:pt x="512674" y="38089"/>
                </a:lnTo>
                <a:lnTo>
                  <a:pt x="512692" y="38284"/>
                </a:lnTo>
                <a:lnTo>
                  <a:pt x="512705" y="38484"/>
                </a:lnTo>
                <a:lnTo>
                  <a:pt x="512715" y="38688"/>
                </a:lnTo>
                <a:lnTo>
                  <a:pt x="512720" y="38896"/>
                </a:lnTo>
                <a:lnTo>
                  <a:pt x="512722" y="39108"/>
                </a:lnTo>
                <a:lnTo>
                  <a:pt x="512722" y="77115"/>
                </a:lnTo>
                <a:lnTo>
                  <a:pt x="520984" y="77115"/>
                </a:lnTo>
                <a:lnTo>
                  <a:pt x="520984" y="39108"/>
                </a:lnTo>
                <a:lnTo>
                  <a:pt x="520986" y="38896"/>
                </a:lnTo>
                <a:lnTo>
                  <a:pt x="520992" y="38688"/>
                </a:lnTo>
                <a:lnTo>
                  <a:pt x="521002" y="38484"/>
                </a:lnTo>
                <a:lnTo>
                  <a:pt x="521016" y="38284"/>
                </a:lnTo>
                <a:lnTo>
                  <a:pt x="521034" y="38089"/>
                </a:lnTo>
                <a:lnTo>
                  <a:pt x="521056" y="37897"/>
                </a:lnTo>
                <a:lnTo>
                  <a:pt x="521082" y="37710"/>
                </a:lnTo>
                <a:lnTo>
                  <a:pt x="521112" y="37527"/>
                </a:lnTo>
                <a:lnTo>
                  <a:pt x="521146" y="37348"/>
                </a:lnTo>
                <a:lnTo>
                  <a:pt x="521183" y="37173"/>
                </a:lnTo>
                <a:lnTo>
                  <a:pt x="521225" y="37002"/>
                </a:lnTo>
                <a:lnTo>
                  <a:pt x="521271" y="36836"/>
                </a:lnTo>
                <a:lnTo>
                  <a:pt x="521321" y="36673"/>
                </a:lnTo>
                <a:lnTo>
                  <a:pt x="521375" y="36515"/>
                </a:lnTo>
                <a:lnTo>
                  <a:pt x="521432" y="36361"/>
                </a:lnTo>
                <a:lnTo>
                  <a:pt x="521494" y="36211"/>
                </a:lnTo>
                <a:lnTo>
                  <a:pt x="521560" y="36065"/>
                </a:lnTo>
                <a:lnTo>
                  <a:pt x="521630" y="35923"/>
                </a:lnTo>
                <a:lnTo>
                  <a:pt x="521703" y="35786"/>
                </a:lnTo>
                <a:lnTo>
                  <a:pt x="521781" y="35652"/>
                </a:lnTo>
                <a:lnTo>
                  <a:pt x="521863" y="35523"/>
                </a:lnTo>
                <a:lnTo>
                  <a:pt x="521948" y="35398"/>
                </a:lnTo>
                <a:lnTo>
                  <a:pt x="522038" y="35277"/>
                </a:lnTo>
                <a:lnTo>
                  <a:pt x="522131" y="35160"/>
                </a:lnTo>
                <a:lnTo>
                  <a:pt x="522229" y="35048"/>
                </a:lnTo>
                <a:lnTo>
                  <a:pt x="522329" y="34940"/>
                </a:lnTo>
                <a:lnTo>
                  <a:pt x="522432" y="34838"/>
                </a:lnTo>
                <a:lnTo>
                  <a:pt x="522538" y="34740"/>
                </a:lnTo>
                <a:lnTo>
                  <a:pt x="522647" y="34646"/>
                </a:lnTo>
                <a:lnTo>
                  <a:pt x="522760" y="34558"/>
                </a:lnTo>
                <a:lnTo>
                  <a:pt x="522875" y="34474"/>
                </a:lnTo>
                <a:lnTo>
                  <a:pt x="522993" y="34395"/>
                </a:lnTo>
                <a:lnTo>
                  <a:pt x="523115" y="34321"/>
                </a:lnTo>
                <a:lnTo>
                  <a:pt x="523239" y="34252"/>
                </a:lnTo>
                <a:lnTo>
                  <a:pt x="523366" y="34187"/>
                </a:lnTo>
                <a:lnTo>
                  <a:pt x="523497" y="34128"/>
                </a:lnTo>
                <a:lnTo>
                  <a:pt x="523630" y="34073"/>
                </a:lnTo>
                <a:lnTo>
                  <a:pt x="523767" y="34022"/>
                </a:lnTo>
                <a:lnTo>
                  <a:pt x="523906" y="33977"/>
                </a:lnTo>
                <a:lnTo>
                  <a:pt x="524049" y="33936"/>
                </a:lnTo>
                <a:lnTo>
                  <a:pt x="524195" y="33900"/>
                </a:lnTo>
                <a:lnTo>
                  <a:pt x="524343" y="33869"/>
                </a:lnTo>
                <a:lnTo>
                  <a:pt x="524495" y="33843"/>
                </a:lnTo>
                <a:lnTo>
                  <a:pt x="524650" y="33822"/>
                </a:lnTo>
                <a:lnTo>
                  <a:pt x="524807" y="33805"/>
                </a:lnTo>
                <a:lnTo>
                  <a:pt x="524968" y="33793"/>
                </a:lnTo>
                <a:lnTo>
                  <a:pt x="525132" y="33786"/>
                </a:lnTo>
                <a:lnTo>
                  <a:pt x="525299" y="33783"/>
                </a:lnTo>
                <a:lnTo>
                  <a:pt x="525473" y="33786"/>
                </a:lnTo>
                <a:lnTo>
                  <a:pt x="525644" y="33793"/>
                </a:lnTo>
                <a:lnTo>
                  <a:pt x="525811" y="33806"/>
                </a:lnTo>
                <a:lnTo>
                  <a:pt x="525974" y="33823"/>
                </a:lnTo>
                <a:lnTo>
                  <a:pt x="526134" y="33845"/>
                </a:lnTo>
                <a:lnTo>
                  <a:pt x="526291" y="33872"/>
                </a:lnTo>
                <a:lnTo>
                  <a:pt x="526444" y="33904"/>
                </a:lnTo>
                <a:lnTo>
                  <a:pt x="526594" y="33941"/>
                </a:lnTo>
                <a:lnTo>
                  <a:pt x="526740" y="33983"/>
                </a:lnTo>
                <a:lnTo>
                  <a:pt x="526883" y="34030"/>
                </a:lnTo>
                <a:lnTo>
                  <a:pt x="527022" y="34082"/>
                </a:lnTo>
                <a:lnTo>
                  <a:pt x="527157" y="34139"/>
                </a:lnTo>
                <a:lnTo>
                  <a:pt x="527289" y="34201"/>
                </a:lnTo>
                <a:lnTo>
                  <a:pt x="527418" y="34268"/>
                </a:lnTo>
                <a:lnTo>
                  <a:pt x="527543" y="34339"/>
                </a:lnTo>
                <a:lnTo>
                  <a:pt x="527665" y="34416"/>
                </a:lnTo>
                <a:lnTo>
                  <a:pt x="527783" y="34497"/>
                </a:lnTo>
                <a:lnTo>
                  <a:pt x="527897" y="34584"/>
                </a:lnTo>
                <a:lnTo>
                  <a:pt x="528008" y="34675"/>
                </a:lnTo>
                <a:lnTo>
                  <a:pt x="528116" y="34772"/>
                </a:lnTo>
                <a:lnTo>
                  <a:pt x="528220" y="34873"/>
                </a:lnTo>
                <a:lnTo>
                  <a:pt x="528320" y="34979"/>
                </a:lnTo>
                <a:lnTo>
                  <a:pt x="528417" y="35090"/>
                </a:lnTo>
                <a:lnTo>
                  <a:pt x="528511" y="35207"/>
                </a:lnTo>
                <a:lnTo>
                  <a:pt x="528601" y="35327"/>
                </a:lnTo>
                <a:lnTo>
                  <a:pt x="528687" y="35451"/>
                </a:lnTo>
                <a:lnTo>
                  <a:pt x="528769" y="35579"/>
                </a:lnTo>
                <a:lnTo>
                  <a:pt x="528848" y="35710"/>
                </a:lnTo>
                <a:lnTo>
                  <a:pt x="528922" y="35845"/>
                </a:lnTo>
                <a:lnTo>
                  <a:pt x="528993" y="35984"/>
                </a:lnTo>
                <a:lnTo>
                  <a:pt x="529060" y="36127"/>
                </a:lnTo>
                <a:lnTo>
                  <a:pt x="529123" y="36273"/>
                </a:lnTo>
                <a:lnTo>
                  <a:pt x="529183" y="36422"/>
                </a:lnTo>
                <a:lnTo>
                  <a:pt x="529238" y="36576"/>
                </a:lnTo>
                <a:lnTo>
                  <a:pt x="529290" y="36733"/>
                </a:lnTo>
                <a:lnTo>
                  <a:pt x="529338" y="36893"/>
                </a:lnTo>
                <a:lnTo>
                  <a:pt x="529382" y="37058"/>
                </a:lnTo>
                <a:lnTo>
                  <a:pt x="529422" y="37226"/>
                </a:lnTo>
                <a:lnTo>
                  <a:pt x="529458" y="37398"/>
                </a:lnTo>
                <a:lnTo>
                  <a:pt x="529491" y="37573"/>
                </a:lnTo>
                <a:lnTo>
                  <a:pt x="529519" y="37752"/>
                </a:lnTo>
                <a:lnTo>
                  <a:pt x="529544" y="37935"/>
                </a:lnTo>
                <a:lnTo>
                  <a:pt x="529565" y="38121"/>
                </a:lnTo>
                <a:lnTo>
                  <a:pt x="529583" y="38311"/>
                </a:lnTo>
                <a:lnTo>
                  <a:pt x="529596" y="38505"/>
                </a:lnTo>
                <a:lnTo>
                  <a:pt x="529606" y="38702"/>
                </a:lnTo>
                <a:lnTo>
                  <a:pt x="529611" y="38903"/>
                </a:lnTo>
                <a:lnTo>
                  <a:pt x="529613" y="39108"/>
                </a:lnTo>
                <a:lnTo>
                  <a:pt x="529613" y="77115"/>
                </a:lnTo>
                <a:lnTo>
                  <a:pt x="539712" y="77115"/>
                </a:lnTo>
                <a:lnTo>
                  <a:pt x="539712" y="38648"/>
                </a:lnTo>
                <a:lnTo>
                  <a:pt x="539707" y="38155"/>
                </a:lnTo>
                <a:lnTo>
                  <a:pt x="539693" y="37671"/>
                </a:lnTo>
                <a:lnTo>
                  <a:pt x="539669" y="37196"/>
                </a:lnTo>
                <a:lnTo>
                  <a:pt x="539635" y="36728"/>
                </a:lnTo>
                <a:lnTo>
                  <a:pt x="539592" y="36270"/>
                </a:lnTo>
                <a:lnTo>
                  <a:pt x="539540" y="35820"/>
                </a:lnTo>
                <a:lnTo>
                  <a:pt x="539477" y="35379"/>
                </a:lnTo>
                <a:lnTo>
                  <a:pt x="539406" y="34946"/>
                </a:lnTo>
                <a:lnTo>
                  <a:pt x="539324" y="34522"/>
                </a:lnTo>
                <a:lnTo>
                  <a:pt x="539234" y="34107"/>
                </a:lnTo>
                <a:lnTo>
                  <a:pt x="539133" y="33700"/>
                </a:lnTo>
                <a:lnTo>
                  <a:pt x="539023" y="33302"/>
                </a:lnTo>
                <a:lnTo>
                  <a:pt x="538904" y="32912"/>
                </a:lnTo>
                <a:lnTo>
                  <a:pt x="538775" y="32531"/>
                </a:lnTo>
                <a:lnTo>
                  <a:pt x="538636" y="32159"/>
                </a:lnTo>
                <a:lnTo>
                  <a:pt x="538488" y="31795"/>
                </a:lnTo>
                <a:lnTo>
                  <a:pt x="538330" y="31440"/>
                </a:lnTo>
                <a:lnTo>
                  <a:pt x="538163" y="31093"/>
                </a:lnTo>
                <a:lnTo>
                  <a:pt x="537986" y="30755"/>
                </a:lnTo>
                <a:lnTo>
                  <a:pt x="537799" y="30426"/>
                </a:lnTo>
                <a:lnTo>
                  <a:pt x="537603" y="30105"/>
                </a:lnTo>
                <a:lnTo>
                  <a:pt x="537398" y="29793"/>
                </a:lnTo>
                <a:lnTo>
                  <a:pt x="537182" y="29489"/>
                </a:lnTo>
                <a:lnTo>
                  <a:pt x="536958" y="29194"/>
                </a:lnTo>
                <a:lnTo>
                  <a:pt x="536725" y="28910"/>
                </a:lnTo>
                <a:lnTo>
                  <a:pt x="536485" y="28637"/>
                </a:lnTo>
                <a:lnTo>
                  <a:pt x="536239" y="28376"/>
                </a:lnTo>
                <a:lnTo>
                  <a:pt x="535986" y="28128"/>
                </a:lnTo>
                <a:lnTo>
                  <a:pt x="535726" y="27892"/>
                </a:lnTo>
                <a:lnTo>
                  <a:pt x="535460" y="27668"/>
                </a:lnTo>
                <a:lnTo>
                  <a:pt x="535187" y="27456"/>
                </a:lnTo>
                <a:lnTo>
                  <a:pt x="534907" y="27256"/>
                </a:lnTo>
                <a:lnTo>
                  <a:pt x="534621" y="27068"/>
                </a:lnTo>
                <a:lnTo>
                  <a:pt x="534328" y="26892"/>
                </a:lnTo>
                <a:lnTo>
                  <a:pt x="534028" y="26729"/>
                </a:lnTo>
                <a:lnTo>
                  <a:pt x="533722" y="26577"/>
                </a:lnTo>
                <a:lnTo>
                  <a:pt x="533409" y="26438"/>
                </a:lnTo>
                <a:lnTo>
                  <a:pt x="533089" y="26311"/>
                </a:lnTo>
                <a:lnTo>
                  <a:pt x="532762" y="26196"/>
                </a:lnTo>
                <a:lnTo>
                  <a:pt x="532429" y="26093"/>
                </a:lnTo>
                <a:lnTo>
                  <a:pt x="532089" y="26002"/>
                </a:lnTo>
                <a:lnTo>
                  <a:pt x="531742" y="25923"/>
                </a:lnTo>
                <a:lnTo>
                  <a:pt x="531389" y="25856"/>
                </a:lnTo>
                <a:lnTo>
                  <a:pt x="531029" y="25802"/>
                </a:lnTo>
                <a:lnTo>
                  <a:pt x="530662" y="25759"/>
                </a:lnTo>
                <a:lnTo>
                  <a:pt x="530289" y="25729"/>
                </a:lnTo>
                <a:lnTo>
                  <a:pt x="529909" y="25711"/>
                </a:lnTo>
                <a:lnTo>
                  <a:pt x="529522" y="25705"/>
                </a:lnTo>
                <a:lnTo>
                  <a:pt x="529196" y="25709"/>
                </a:lnTo>
                <a:lnTo>
                  <a:pt x="528875" y="25723"/>
                </a:lnTo>
                <a:lnTo>
                  <a:pt x="528560" y="25745"/>
                </a:lnTo>
                <a:lnTo>
                  <a:pt x="528250" y="25776"/>
                </a:lnTo>
                <a:lnTo>
                  <a:pt x="527945" y="25816"/>
                </a:lnTo>
                <a:lnTo>
                  <a:pt x="527646" y="25866"/>
                </a:lnTo>
                <a:lnTo>
                  <a:pt x="527352" y="25924"/>
                </a:lnTo>
                <a:lnTo>
                  <a:pt x="527064" y="25990"/>
                </a:lnTo>
                <a:lnTo>
                  <a:pt x="526781" y="26066"/>
                </a:lnTo>
                <a:lnTo>
                  <a:pt x="526504" y="26151"/>
                </a:lnTo>
                <a:lnTo>
                  <a:pt x="526231" y="26245"/>
                </a:lnTo>
                <a:lnTo>
                  <a:pt x="525965" y="26347"/>
                </a:lnTo>
                <a:lnTo>
                  <a:pt x="525704" y="26459"/>
                </a:lnTo>
                <a:lnTo>
                  <a:pt x="525448" y="26580"/>
                </a:lnTo>
                <a:lnTo>
                  <a:pt x="525197" y="26709"/>
                </a:lnTo>
                <a:lnTo>
                  <a:pt x="524952" y="26847"/>
                </a:lnTo>
                <a:lnTo>
                  <a:pt x="524713" y="26995"/>
                </a:lnTo>
                <a:lnTo>
                  <a:pt x="524479" y="27151"/>
                </a:lnTo>
                <a:lnTo>
                  <a:pt x="524250" y="27316"/>
                </a:lnTo>
                <a:lnTo>
                  <a:pt x="524027" y="27490"/>
                </a:lnTo>
                <a:lnTo>
                  <a:pt x="523809" y="27673"/>
                </a:lnTo>
                <a:lnTo>
                  <a:pt x="523596" y="27865"/>
                </a:lnTo>
                <a:lnTo>
                  <a:pt x="523389" y="28066"/>
                </a:lnTo>
                <a:lnTo>
                  <a:pt x="523188" y="28275"/>
                </a:lnTo>
                <a:lnTo>
                  <a:pt x="522993" y="28492"/>
                </a:lnTo>
                <a:lnTo>
                  <a:pt x="522806" y="28715"/>
                </a:lnTo>
                <a:lnTo>
                  <a:pt x="522628" y="28944"/>
                </a:lnTo>
                <a:lnTo>
                  <a:pt x="522458" y="29178"/>
                </a:lnTo>
                <a:lnTo>
                  <a:pt x="522297" y="29418"/>
                </a:lnTo>
                <a:lnTo>
                  <a:pt x="522143" y="29664"/>
                </a:lnTo>
                <a:lnTo>
                  <a:pt x="521998" y="29915"/>
                </a:lnTo>
                <a:lnTo>
                  <a:pt x="521862" y="30173"/>
                </a:lnTo>
                <a:lnTo>
                  <a:pt x="521733" y="30436"/>
                </a:lnTo>
                <a:lnTo>
                  <a:pt x="521613" y="30704"/>
                </a:lnTo>
                <a:lnTo>
                  <a:pt x="521501" y="30979"/>
                </a:lnTo>
                <a:lnTo>
                  <a:pt x="521397" y="31259"/>
                </a:lnTo>
                <a:lnTo>
                  <a:pt x="521302" y="31545"/>
                </a:lnTo>
                <a:lnTo>
                  <a:pt x="521215" y="31837"/>
                </a:lnTo>
                <a:lnTo>
                  <a:pt x="521136" y="32134"/>
                </a:lnTo>
                <a:lnTo>
                  <a:pt x="521066" y="32437"/>
                </a:lnTo>
                <a:lnTo>
                  <a:pt x="521004" y="32746"/>
                </a:lnTo>
                <a:lnTo>
                  <a:pt x="520950" y="33061"/>
                </a:lnTo>
                <a:lnTo>
                  <a:pt x="520904" y="33381"/>
                </a:lnTo>
                <a:lnTo>
                  <a:pt x="520900" y="33416"/>
                </a:lnTo>
                <a:lnTo>
                  <a:pt x="520452" y="33416"/>
                </a:lnTo>
                <a:lnTo>
                  <a:pt x="520419" y="33263"/>
                </a:lnTo>
                <a:lnTo>
                  <a:pt x="520329" y="32888"/>
                </a:lnTo>
                <a:lnTo>
                  <a:pt x="520232" y="32521"/>
                </a:lnTo>
                <a:lnTo>
                  <a:pt x="520126" y="32162"/>
                </a:lnTo>
                <a:lnTo>
                  <a:pt x="520013" y="31811"/>
                </a:lnTo>
                <a:lnTo>
                  <a:pt x="519892" y="31467"/>
                </a:lnTo>
                <a:lnTo>
                  <a:pt x="519763" y="31132"/>
                </a:lnTo>
                <a:lnTo>
                  <a:pt x="519626" y="30805"/>
                </a:lnTo>
                <a:lnTo>
                  <a:pt x="519482" y="30486"/>
                </a:lnTo>
                <a:lnTo>
                  <a:pt x="519329" y="30175"/>
                </a:lnTo>
                <a:lnTo>
                  <a:pt x="519169" y="29871"/>
                </a:lnTo>
                <a:lnTo>
                  <a:pt x="519001" y="29576"/>
                </a:lnTo>
                <a:lnTo>
                  <a:pt x="518826" y="29289"/>
                </a:lnTo>
                <a:lnTo>
                  <a:pt x="518642" y="29009"/>
                </a:lnTo>
                <a:lnTo>
                  <a:pt x="518452" y="28740"/>
                </a:lnTo>
                <a:lnTo>
                  <a:pt x="518255" y="28482"/>
                </a:lnTo>
                <a:lnTo>
                  <a:pt x="518052" y="28235"/>
                </a:lnTo>
                <a:lnTo>
                  <a:pt x="517843" y="28000"/>
                </a:lnTo>
                <a:lnTo>
                  <a:pt x="517628" y="27776"/>
                </a:lnTo>
                <a:lnTo>
                  <a:pt x="517406" y="27564"/>
                </a:lnTo>
                <a:lnTo>
                  <a:pt x="517178" y="27363"/>
                </a:lnTo>
                <a:lnTo>
                  <a:pt x="516944" y="27174"/>
                </a:lnTo>
                <a:lnTo>
                  <a:pt x="516704" y="26996"/>
                </a:lnTo>
                <a:lnTo>
                  <a:pt x="516458" y="26829"/>
                </a:lnTo>
                <a:lnTo>
                  <a:pt x="516205" y="26674"/>
                </a:lnTo>
                <a:lnTo>
                  <a:pt x="515946" y="26531"/>
                </a:lnTo>
                <a:lnTo>
                  <a:pt x="515681" y="26399"/>
                </a:lnTo>
                <a:lnTo>
                  <a:pt x="515410" y="26279"/>
                </a:lnTo>
                <a:lnTo>
                  <a:pt x="515132" y="26170"/>
                </a:lnTo>
                <a:lnTo>
                  <a:pt x="514849" y="26072"/>
                </a:lnTo>
                <a:lnTo>
                  <a:pt x="514559" y="25986"/>
                </a:lnTo>
                <a:lnTo>
                  <a:pt x="514263" y="25911"/>
                </a:lnTo>
                <a:lnTo>
                  <a:pt x="513960" y="25848"/>
                </a:lnTo>
                <a:lnTo>
                  <a:pt x="513652" y="25797"/>
                </a:lnTo>
                <a:lnTo>
                  <a:pt x="513337" y="25756"/>
                </a:lnTo>
                <a:lnTo>
                  <a:pt x="513016" y="25728"/>
                </a:lnTo>
                <a:lnTo>
                  <a:pt x="512689" y="25711"/>
                </a:lnTo>
                <a:lnTo>
                  <a:pt x="512355" y="25705"/>
                </a:lnTo>
                <a:lnTo>
                  <a:pt x="512044" y="25709"/>
                </a:lnTo>
                <a:lnTo>
                  <a:pt x="511737" y="25723"/>
                </a:lnTo>
                <a:lnTo>
                  <a:pt x="511436" y="25745"/>
                </a:lnTo>
                <a:lnTo>
                  <a:pt x="511139" y="25776"/>
                </a:lnTo>
                <a:lnTo>
                  <a:pt x="510847" y="25816"/>
                </a:lnTo>
                <a:lnTo>
                  <a:pt x="510559" y="25866"/>
                </a:lnTo>
                <a:lnTo>
                  <a:pt x="510277" y="25924"/>
                </a:lnTo>
                <a:lnTo>
                  <a:pt x="509999" y="25990"/>
                </a:lnTo>
                <a:lnTo>
                  <a:pt x="509726" y="26066"/>
                </a:lnTo>
                <a:lnTo>
                  <a:pt x="509458" y="26151"/>
                </a:lnTo>
                <a:lnTo>
                  <a:pt x="509194" y="26245"/>
                </a:lnTo>
                <a:lnTo>
                  <a:pt x="508935" y="26347"/>
                </a:lnTo>
                <a:lnTo>
                  <a:pt x="508682" y="26459"/>
                </a:lnTo>
                <a:lnTo>
                  <a:pt x="508432" y="26580"/>
                </a:lnTo>
                <a:lnTo>
                  <a:pt x="508188" y="26709"/>
                </a:lnTo>
                <a:lnTo>
                  <a:pt x="507949" y="26847"/>
                </a:lnTo>
                <a:lnTo>
                  <a:pt x="507714" y="26995"/>
                </a:lnTo>
                <a:lnTo>
                  <a:pt x="507484" y="27151"/>
                </a:lnTo>
                <a:lnTo>
                  <a:pt x="507259" y="27316"/>
                </a:lnTo>
                <a:lnTo>
                  <a:pt x="507038" y="27490"/>
                </a:lnTo>
                <a:lnTo>
                  <a:pt x="506823" y="27673"/>
                </a:lnTo>
                <a:lnTo>
                  <a:pt x="506612" y="27865"/>
                </a:lnTo>
                <a:lnTo>
                  <a:pt x="506406" y="28066"/>
                </a:lnTo>
                <a:lnTo>
                  <a:pt x="506204" y="28275"/>
                </a:lnTo>
                <a:lnTo>
                  <a:pt x="506009" y="28492"/>
                </a:lnTo>
                <a:lnTo>
                  <a:pt x="505823" y="28715"/>
                </a:lnTo>
                <a:lnTo>
                  <a:pt x="505645" y="28944"/>
                </a:lnTo>
                <a:lnTo>
                  <a:pt x="505475" y="29178"/>
                </a:lnTo>
                <a:lnTo>
                  <a:pt x="505313" y="29418"/>
                </a:lnTo>
                <a:lnTo>
                  <a:pt x="505160" y="29664"/>
                </a:lnTo>
                <a:lnTo>
                  <a:pt x="505015" y="29915"/>
                </a:lnTo>
                <a:lnTo>
                  <a:pt x="504878" y="30173"/>
                </a:lnTo>
                <a:lnTo>
                  <a:pt x="504750" y="30436"/>
                </a:lnTo>
                <a:lnTo>
                  <a:pt x="504630" y="30704"/>
                </a:lnTo>
                <a:lnTo>
                  <a:pt x="504518" y="30979"/>
                </a:lnTo>
                <a:lnTo>
                  <a:pt x="504414" y="31259"/>
                </a:lnTo>
                <a:lnTo>
                  <a:pt x="504319" y="31545"/>
                </a:lnTo>
                <a:lnTo>
                  <a:pt x="504232" y="31837"/>
                </a:lnTo>
                <a:lnTo>
                  <a:pt x="504153" y="32134"/>
                </a:lnTo>
                <a:lnTo>
                  <a:pt x="504083" y="32437"/>
                </a:lnTo>
                <a:lnTo>
                  <a:pt x="504020" y="32746"/>
                </a:lnTo>
                <a:lnTo>
                  <a:pt x="503966" y="33061"/>
                </a:lnTo>
                <a:lnTo>
                  <a:pt x="503921" y="33381"/>
                </a:lnTo>
                <a:lnTo>
                  <a:pt x="503917" y="33416"/>
                </a:lnTo>
                <a:lnTo>
                  <a:pt x="503450" y="33416"/>
                </a:lnTo>
                <a:lnTo>
                  <a:pt x="503450" y="26622"/>
                </a:lnTo>
                <a:lnTo>
                  <a:pt x="494086" y="26622"/>
                </a:lnTo>
                <a:lnTo>
                  <a:pt x="494086" y="77115"/>
                </a:lnTo>
                <a:lnTo>
                  <a:pt x="504184" y="77115"/>
                </a:lnTo>
                <a:close/>
                <a:moveTo>
                  <a:pt x="674663" y="77115"/>
                </a:moveTo>
                <a:lnTo>
                  <a:pt x="674663" y="45535"/>
                </a:lnTo>
                <a:lnTo>
                  <a:pt x="674667" y="45133"/>
                </a:lnTo>
                <a:lnTo>
                  <a:pt x="674680" y="44739"/>
                </a:lnTo>
                <a:lnTo>
                  <a:pt x="674701" y="44353"/>
                </a:lnTo>
                <a:lnTo>
                  <a:pt x="674730" y="43974"/>
                </a:lnTo>
                <a:lnTo>
                  <a:pt x="674768" y="43603"/>
                </a:lnTo>
                <a:lnTo>
                  <a:pt x="674815" y="43239"/>
                </a:lnTo>
                <a:lnTo>
                  <a:pt x="674870" y="42884"/>
                </a:lnTo>
                <a:lnTo>
                  <a:pt x="674933" y="42535"/>
                </a:lnTo>
                <a:lnTo>
                  <a:pt x="675005" y="42195"/>
                </a:lnTo>
                <a:lnTo>
                  <a:pt x="675085" y="41862"/>
                </a:lnTo>
                <a:lnTo>
                  <a:pt x="675174" y="41537"/>
                </a:lnTo>
                <a:lnTo>
                  <a:pt x="675271" y="41220"/>
                </a:lnTo>
                <a:lnTo>
                  <a:pt x="675377" y="40910"/>
                </a:lnTo>
                <a:lnTo>
                  <a:pt x="675491" y="40608"/>
                </a:lnTo>
                <a:lnTo>
                  <a:pt x="675613" y="40313"/>
                </a:lnTo>
                <a:lnTo>
                  <a:pt x="675744" y="40026"/>
                </a:lnTo>
                <a:lnTo>
                  <a:pt x="675884" y="39747"/>
                </a:lnTo>
                <a:lnTo>
                  <a:pt x="676031" y="39475"/>
                </a:lnTo>
                <a:lnTo>
                  <a:pt x="676188" y="39211"/>
                </a:lnTo>
                <a:lnTo>
                  <a:pt x="676352" y="38955"/>
                </a:lnTo>
                <a:lnTo>
                  <a:pt x="676526" y="38707"/>
                </a:lnTo>
                <a:lnTo>
                  <a:pt x="676707" y="38466"/>
                </a:lnTo>
                <a:lnTo>
                  <a:pt x="676897" y="38232"/>
                </a:lnTo>
                <a:lnTo>
                  <a:pt x="677096" y="38007"/>
                </a:lnTo>
                <a:lnTo>
                  <a:pt x="677302" y="37789"/>
                </a:lnTo>
                <a:lnTo>
                  <a:pt x="677516" y="37581"/>
                </a:lnTo>
                <a:lnTo>
                  <a:pt x="677736" y="37383"/>
                </a:lnTo>
                <a:lnTo>
                  <a:pt x="677964" y="37193"/>
                </a:lnTo>
                <a:lnTo>
                  <a:pt x="678199" y="37013"/>
                </a:lnTo>
                <a:lnTo>
                  <a:pt x="678442" y="36842"/>
                </a:lnTo>
                <a:lnTo>
                  <a:pt x="678691" y="36680"/>
                </a:lnTo>
                <a:lnTo>
                  <a:pt x="678947" y="36527"/>
                </a:lnTo>
                <a:lnTo>
                  <a:pt x="679211" y="36384"/>
                </a:lnTo>
                <a:lnTo>
                  <a:pt x="679482" y="36250"/>
                </a:lnTo>
                <a:lnTo>
                  <a:pt x="679760" y="36125"/>
                </a:lnTo>
                <a:lnTo>
                  <a:pt x="680045" y="36010"/>
                </a:lnTo>
                <a:lnTo>
                  <a:pt x="680338" y="35903"/>
                </a:lnTo>
                <a:lnTo>
                  <a:pt x="680637" y="35806"/>
                </a:lnTo>
                <a:lnTo>
                  <a:pt x="680944" y="35718"/>
                </a:lnTo>
                <a:lnTo>
                  <a:pt x="681258" y="35640"/>
                </a:lnTo>
                <a:lnTo>
                  <a:pt x="681579" y="35570"/>
                </a:lnTo>
                <a:lnTo>
                  <a:pt x="681907" y="35510"/>
                </a:lnTo>
                <a:lnTo>
                  <a:pt x="682243" y="35459"/>
                </a:lnTo>
                <a:lnTo>
                  <a:pt x="682585" y="35418"/>
                </a:lnTo>
                <a:lnTo>
                  <a:pt x="682935" y="35385"/>
                </a:lnTo>
                <a:lnTo>
                  <a:pt x="683292" y="35362"/>
                </a:lnTo>
                <a:lnTo>
                  <a:pt x="683656" y="35348"/>
                </a:lnTo>
                <a:lnTo>
                  <a:pt x="684027" y="35344"/>
                </a:lnTo>
                <a:lnTo>
                  <a:pt x="684391" y="35348"/>
                </a:lnTo>
                <a:lnTo>
                  <a:pt x="684749" y="35362"/>
                </a:lnTo>
                <a:lnTo>
                  <a:pt x="685099" y="35385"/>
                </a:lnTo>
                <a:lnTo>
                  <a:pt x="685444" y="35418"/>
                </a:lnTo>
                <a:lnTo>
                  <a:pt x="685782" y="35459"/>
                </a:lnTo>
                <a:lnTo>
                  <a:pt x="686113" y="35510"/>
                </a:lnTo>
                <a:lnTo>
                  <a:pt x="686438" y="35570"/>
                </a:lnTo>
                <a:lnTo>
                  <a:pt x="686756" y="35640"/>
                </a:lnTo>
                <a:lnTo>
                  <a:pt x="687068" y="35718"/>
                </a:lnTo>
                <a:lnTo>
                  <a:pt x="687373" y="35806"/>
                </a:lnTo>
                <a:lnTo>
                  <a:pt x="687671" y="35903"/>
                </a:lnTo>
                <a:lnTo>
                  <a:pt x="687963" y="36010"/>
                </a:lnTo>
                <a:lnTo>
                  <a:pt x="688249" y="36125"/>
                </a:lnTo>
                <a:lnTo>
                  <a:pt x="688528" y="36250"/>
                </a:lnTo>
                <a:lnTo>
                  <a:pt x="688800" y="36384"/>
                </a:lnTo>
                <a:lnTo>
                  <a:pt x="689066" y="36527"/>
                </a:lnTo>
                <a:lnTo>
                  <a:pt x="689326" y="36680"/>
                </a:lnTo>
                <a:lnTo>
                  <a:pt x="689579" y="36842"/>
                </a:lnTo>
                <a:lnTo>
                  <a:pt x="689825" y="37013"/>
                </a:lnTo>
                <a:lnTo>
                  <a:pt x="690065" y="37193"/>
                </a:lnTo>
                <a:lnTo>
                  <a:pt x="690298" y="37383"/>
                </a:lnTo>
                <a:lnTo>
                  <a:pt x="690525" y="37581"/>
                </a:lnTo>
                <a:lnTo>
                  <a:pt x="690745" y="37789"/>
                </a:lnTo>
                <a:lnTo>
                  <a:pt x="690958" y="38007"/>
                </a:lnTo>
                <a:lnTo>
                  <a:pt x="691164" y="38232"/>
                </a:lnTo>
                <a:lnTo>
                  <a:pt x="691361" y="38466"/>
                </a:lnTo>
                <a:lnTo>
                  <a:pt x="691550" y="38707"/>
                </a:lnTo>
                <a:lnTo>
                  <a:pt x="691730" y="38955"/>
                </a:lnTo>
                <a:lnTo>
                  <a:pt x="691901" y="39211"/>
                </a:lnTo>
                <a:lnTo>
                  <a:pt x="692063" y="39475"/>
                </a:lnTo>
                <a:lnTo>
                  <a:pt x="692216" y="39747"/>
                </a:lnTo>
                <a:lnTo>
                  <a:pt x="692361" y="40026"/>
                </a:lnTo>
                <a:lnTo>
                  <a:pt x="692497" y="40313"/>
                </a:lnTo>
                <a:lnTo>
                  <a:pt x="692624" y="40608"/>
                </a:lnTo>
                <a:lnTo>
                  <a:pt x="692742" y="40910"/>
                </a:lnTo>
                <a:lnTo>
                  <a:pt x="692852" y="41220"/>
                </a:lnTo>
                <a:lnTo>
                  <a:pt x="692952" y="41537"/>
                </a:lnTo>
                <a:lnTo>
                  <a:pt x="693044" y="41862"/>
                </a:lnTo>
                <a:lnTo>
                  <a:pt x="693128" y="42195"/>
                </a:lnTo>
                <a:lnTo>
                  <a:pt x="693202" y="42535"/>
                </a:lnTo>
                <a:lnTo>
                  <a:pt x="693268" y="42884"/>
                </a:lnTo>
                <a:lnTo>
                  <a:pt x="693325" y="43239"/>
                </a:lnTo>
                <a:lnTo>
                  <a:pt x="693373" y="43603"/>
                </a:lnTo>
                <a:lnTo>
                  <a:pt x="693412" y="43974"/>
                </a:lnTo>
                <a:lnTo>
                  <a:pt x="693443" y="44353"/>
                </a:lnTo>
                <a:lnTo>
                  <a:pt x="693465" y="44739"/>
                </a:lnTo>
                <a:lnTo>
                  <a:pt x="693478" y="45133"/>
                </a:lnTo>
                <a:lnTo>
                  <a:pt x="693483" y="45535"/>
                </a:lnTo>
                <a:lnTo>
                  <a:pt x="693483" y="48380"/>
                </a:lnTo>
                <a:lnTo>
                  <a:pt x="705509" y="48380"/>
                </a:lnTo>
                <a:lnTo>
                  <a:pt x="705509" y="44708"/>
                </a:lnTo>
                <a:lnTo>
                  <a:pt x="705500" y="43973"/>
                </a:lnTo>
                <a:lnTo>
                  <a:pt x="705476" y="43251"/>
                </a:lnTo>
                <a:lnTo>
                  <a:pt x="705435" y="42542"/>
                </a:lnTo>
                <a:lnTo>
                  <a:pt x="705378" y="41847"/>
                </a:lnTo>
                <a:lnTo>
                  <a:pt x="705305" y="41165"/>
                </a:lnTo>
                <a:lnTo>
                  <a:pt x="705216" y="40497"/>
                </a:lnTo>
                <a:lnTo>
                  <a:pt x="705110" y="39842"/>
                </a:lnTo>
                <a:lnTo>
                  <a:pt x="704988" y="39200"/>
                </a:lnTo>
                <a:lnTo>
                  <a:pt x="704850" y="38572"/>
                </a:lnTo>
                <a:lnTo>
                  <a:pt x="704696" y="37957"/>
                </a:lnTo>
                <a:lnTo>
                  <a:pt x="704525" y="37355"/>
                </a:lnTo>
                <a:lnTo>
                  <a:pt x="704338" y="36767"/>
                </a:lnTo>
                <a:lnTo>
                  <a:pt x="704135" y="36193"/>
                </a:lnTo>
                <a:lnTo>
                  <a:pt x="703916" y="35631"/>
                </a:lnTo>
                <a:lnTo>
                  <a:pt x="703680" y="35083"/>
                </a:lnTo>
                <a:lnTo>
                  <a:pt x="703428" y="34549"/>
                </a:lnTo>
                <a:lnTo>
                  <a:pt x="703160" y="34028"/>
                </a:lnTo>
                <a:lnTo>
                  <a:pt x="702875" y="33520"/>
                </a:lnTo>
                <a:lnTo>
                  <a:pt x="702574" y="33026"/>
                </a:lnTo>
                <a:lnTo>
                  <a:pt x="702257" y="32545"/>
                </a:lnTo>
                <a:lnTo>
                  <a:pt x="701924" y="32077"/>
                </a:lnTo>
                <a:lnTo>
                  <a:pt x="701575" y="31623"/>
                </a:lnTo>
                <a:lnTo>
                  <a:pt x="701209" y="31182"/>
                </a:lnTo>
                <a:lnTo>
                  <a:pt x="700827" y="30755"/>
                </a:lnTo>
                <a:lnTo>
                  <a:pt x="700431" y="30343"/>
                </a:lnTo>
                <a:lnTo>
                  <a:pt x="700023" y="29948"/>
                </a:lnTo>
                <a:lnTo>
                  <a:pt x="699602" y="29571"/>
                </a:lnTo>
                <a:lnTo>
                  <a:pt x="699170" y="29212"/>
                </a:lnTo>
                <a:lnTo>
                  <a:pt x="698725" y="28870"/>
                </a:lnTo>
                <a:lnTo>
                  <a:pt x="698268" y="28545"/>
                </a:lnTo>
                <a:lnTo>
                  <a:pt x="697799" y="28239"/>
                </a:lnTo>
                <a:lnTo>
                  <a:pt x="697318" y="27949"/>
                </a:lnTo>
                <a:lnTo>
                  <a:pt x="696825" y="27677"/>
                </a:lnTo>
                <a:lnTo>
                  <a:pt x="696320" y="27423"/>
                </a:lnTo>
                <a:lnTo>
                  <a:pt x="695803" y="27187"/>
                </a:lnTo>
                <a:lnTo>
                  <a:pt x="695273" y="26967"/>
                </a:lnTo>
                <a:lnTo>
                  <a:pt x="694732" y="26766"/>
                </a:lnTo>
                <a:lnTo>
                  <a:pt x="694178" y="26582"/>
                </a:lnTo>
                <a:lnTo>
                  <a:pt x="693612" y="26415"/>
                </a:lnTo>
                <a:lnTo>
                  <a:pt x="693034" y="26266"/>
                </a:lnTo>
                <a:lnTo>
                  <a:pt x="692444" y="26134"/>
                </a:lnTo>
                <a:lnTo>
                  <a:pt x="691842" y="26020"/>
                </a:lnTo>
                <a:lnTo>
                  <a:pt x="691228" y="25924"/>
                </a:lnTo>
                <a:lnTo>
                  <a:pt x="690601" y="25845"/>
                </a:lnTo>
                <a:lnTo>
                  <a:pt x="689963" y="25784"/>
                </a:lnTo>
                <a:lnTo>
                  <a:pt x="689312" y="25740"/>
                </a:lnTo>
                <a:lnTo>
                  <a:pt x="688649" y="25714"/>
                </a:lnTo>
                <a:lnTo>
                  <a:pt x="687975" y="25705"/>
                </a:lnTo>
                <a:lnTo>
                  <a:pt x="687384" y="25712"/>
                </a:lnTo>
                <a:lnTo>
                  <a:pt x="686805" y="25734"/>
                </a:lnTo>
                <a:lnTo>
                  <a:pt x="686239" y="25769"/>
                </a:lnTo>
                <a:lnTo>
                  <a:pt x="685684" y="25820"/>
                </a:lnTo>
                <a:lnTo>
                  <a:pt x="685142" y="25884"/>
                </a:lnTo>
                <a:lnTo>
                  <a:pt x="684612" y="25963"/>
                </a:lnTo>
                <a:lnTo>
                  <a:pt x="684094" y="26056"/>
                </a:lnTo>
                <a:lnTo>
                  <a:pt x="683588" y="26164"/>
                </a:lnTo>
                <a:lnTo>
                  <a:pt x="683094" y="26286"/>
                </a:lnTo>
                <a:lnTo>
                  <a:pt x="682613" y="26422"/>
                </a:lnTo>
                <a:lnTo>
                  <a:pt x="682143" y="26573"/>
                </a:lnTo>
                <a:lnTo>
                  <a:pt x="681686" y="26738"/>
                </a:lnTo>
                <a:lnTo>
                  <a:pt x="681240" y="26917"/>
                </a:lnTo>
                <a:lnTo>
                  <a:pt x="680807" y="27111"/>
                </a:lnTo>
                <a:lnTo>
                  <a:pt x="680386" y="27319"/>
                </a:lnTo>
                <a:lnTo>
                  <a:pt x="679977" y="27541"/>
                </a:lnTo>
                <a:lnTo>
                  <a:pt x="679580" y="27778"/>
                </a:lnTo>
                <a:lnTo>
                  <a:pt x="679195" y="28029"/>
                </a:lnTo>
                <a:lnTo>
                  <a:pt x="678822" y="28294"/>
                </a:lnTo>
                <a:lnTo>
                  <a:pt x="678462" y="28574"/>
                </a:lnTo>
                <a:lnTo>
                  <a:pt x="678113" y="28868"/>
                </a:lnTo>
                <a:lnTo>
                  <a:pt x="677777" y="29176"/>
                </a:lnTo>
                <a:lnTo>
                  <a:pt x="677453" y="29499"/>
                </a:lnTo>
                <a:lnTo>
                  <a:pt x="677141" y="29836"/>
                </a:lnTo>
                <a:lnTo>
                  <a:pt x="676841" y="30187"/>
                </a:lnTo>
                <a:lnTo>
                  <a:pt x="676554" y="30552"/>
                </a:lnTo>
                <a:lnTo>
                  <a:pt x="676280" y="30932"/>
                </a:lnTo>
                <a:lnTo>
                  <a:pt x="676019" y="31325"/>
                </a:lnTo>
                <a:lnTo>
                  <a:pt x="675770" y="31732"/>
                </a:lnTo>
                <a:lnTo>
                  <a:pt x="675534" y="32154"/>
                </a:lnTo>
                <a:lnTo>
                  <a:pt x="675311" y="32589"/>
                </a:lnTo>
                <a:lnTo>
                  <a:pt x="675101" y="33039"/>
                </a:lnTo>
                <a:lnTo>
                  <a:pt x="674903" y="33502"/>
                </a:lnTo>
                <a:lnTo>
                  <a:pt x="674719" y="33980"/>
                </a:lnTo>
                <a:lnTo>
                  <a:pt x="674546" y="34471"/>
                </a:lnTo>
                <a:lnTo>
                  <a:pt x="674387" y="34977"/>
                </a:lnTo>
                <a:lnTo>
                  <a:pt x="674240" y="35496"/>
                </a:lnTo>
                <a:lnTo>
                  <a:pt x="674107" y="36030"/>
                </a:lnTo>
                <a:lnTo>
                  <a:pt x="674055" y="36261"/>
                </a:lnTo>
                <a:lnTo>
                  <a:pt x="674021" y="36261"/>
                </a:lnTo>
                <a:lnTo>
                  <a:pt x="674021" y="26622"/>
                </a:lnTo>
                <a:lnTo>
                  <a:pt x="663187" y="26622"/>
                </a:lnTo>
                <a:lnTo>
                  <a:pt x="663187" y="77115"/>
                </a:lnTo>
                <a:lnTo>
                  <a:pt x="674663" y="77115"/>
                </a:lnTo>
                <a:close/>
                <a:moveTo>
                  <a:pt x="718913" y="26622"/>
                </a:moveTo>
                <a:lnTo>
                  <a:pt x="718913" y="36997"/>
                </a:lnTo>
                <a:lnTo>
                  <a:pt x="734244" y="36997"/>
                </a:lnTo>
                <a:lnTo>
                  <a:pt x="734244" y="66649"/>
                </a:lnTo>
                <a:lnTo>
                  <a:pt x="716618" y="66649"/>
                </a:lnTo>
                <a:lnTo>
                  <a:pt x="716618" y="77115"/>
                </a:lnTo>
                <a:lnTo>
                  <a:pt x="760867" y="77115"/>
                </a:lnTo>
                <a:lnTo>
                  <a:pt x="760867" y="66649"/>
                </a:lnTo>
                <a:lnTo>
                  <a:pt x="745260" y="66649"/>
                </a:lnTo>
                <a:lnTo>
                  <a:pt x="745260" y="26622"/>
                </a:lnTo>
                <a:lnTo>
                  <a:pt x="718913" y="26622"/>
                </a:lnTo>
                <a:close/>
                <a:moveTo>
                  <a:pt x="790059" y="62951"/>
                </a:moveTo>
                <a:lnTo>
                  <a:pt x="790119" y="62849"/>
                </a:lnTo>
                <a:lnTo>
                  <a:pt x="790179" y="62747"/>
                </a:lnTo>
                <a:lnTo>
                  <a:pt x="790238" y="62644"/>
                </a:lnTo>
                <a:lnTo>
                  <a:pt x="790297" y="62540"/>
                </a:lnTo>
                <a:lnTo>
                  <a:pt x="790356" y="62436"/>
                </a:lnTo>
                <a:lnTo>
                  <a:pt x="790414" y="62331"/>
                </a:lnTo>
                <a:lnTo>
                  <a:pt x="790473" y="62226"/>
                </a:lnTo>
                <a:lnTo>
                  <a:pt x="790530" y="62120"/>
                </a:lnTo>
                <a:lnTo>
                  <a:pt x="790588" y="62013"/>
                </a:lnTo>
                <a:lnTo>
                  <a:pt x="790645" y="61905"/>
                </a:lnTo>
                <a:lnTo>
                  <a:pt x="790702" y="61797"/>
                </a:lnTo>
                <a:lnTo>
                  <a:pt x="790759" y="61689"/>
                </a:lnTo>
                <a:lnTo>
                  <a:pt x="790815" y="61579"/>
                </a:lnTo>
                <a:lnTo>
                  <a:pt x="790871" y="61469"/>
                </a:lnTo>
                <a:lnTo>
                  <a:pt x="790926" y="61359"/>
                </a:lnTo>
                <a:lnTo>
                  <a:pt x="790982" y="61247"/>
                </a:lnTo>
                <a:lnTo>
                  <a:pt x="791037" y="61136"/>
                </a:lnTo>
                <a:lnTo>
                  <a:pt x="791091" y="61023"/>
                </a:lnTo>
                <a:lnTo>
                  <a:pt x="791146" y="60910"/>
                </a:lnTo>
                <a:lnTo>
                  <a:pt x="791200" y="60796"/>
                </a:lnTo>
                <a:lnTo>
                  <a:pt x="791254" y="60682"/>
                </a:lnTo>
                <a:lnTo>
                  <a:pt x="791307" y="60568"/>
                </a:lnTo>
                <a:lnTo>
                  <a:pt x="791359" y="60456"/>
                </a:lnTo>
                <a:lnTo>
                  <a:pt x="791410" y="60346"/>
                </a:lnTo>
                <a:lnTo>
                  <a:pt x="791460" y="60238"/>
                </a:lnTo>
                <a:lnTo>
                  <a:pt x="791510" y="60132"/>
                </a:lnTo>
                <a:lnTo>
                  <a:pt x="791558" y="60028"/>
                </a:lnTo>
                <a:lnTo>
                  <a:pt x="791605" y="59925"/>
                </a:lnTo>
                <a:lnTo>
                  <a:pt x="791652" y="59825"/>
                </a:lnTo>
                <a:lnTo>
                  <a:pt x="791697" y="59726"/>
                </a:lnTo>
                <a:lnTo>
                  <a:pt x="791742" y="59630"/>
                </a:lnTo>
                <a:lnTo>
                  <a:pt x="791785" y="59535"/>
                </a:lnTo>
                <a:lnTo>
                  <a:pt x="791828" y="59442"/>
                </a:lnTo>
                <a:lnTo>
                  <a:pt x="791869" y="59351"/>
                </a:lnTo>
                <a:lnTo>
                  <a:pt x="791910" y="59263"/>
                </a:lnTo>
                <a:lnTo>
                  <a:pt x="791950" y="59175"/>
                </a:lnTo>
                <a:lnTo>
                  <a:pt x="791988" y="59090"/>
                </a:lnTo>
                <a:lnTo>
                  <a:pt x="792026" y="59007"/>
                </a:lnTo>
                <a:lnTo>
                  <a:pt x="792063" y="58926"/>
                </a:lnTo>
                <a:lnTo>
                  <a:pt x="792099" y="58846"/>
                </a:lnTo>
                <a:lnTo>
                  <a:pt x="792134" y="58769"/>
                </a:lnTo>
                <a:lnTo>
                  <a:pt x="792168" y="58693"/>
                </a:lnTo>
                <a:lnTo>
                  <a:pt x="792201" y="58620"/>
                </a:lnTo>
                <a:lnTo>
                  <a:pt x="792233" y="58548"/>
                </a:lnTo>
                <a:lnTo>
                  <a:pt x="792264" y="58478"/>
                </a:lnTo>
                <a:lnTo>
                  <a:pt x="792302" y="58548"/>
                </a:lnTo>
                <a:lnTo>
                  <a:pt x="792341" y="58620"/>
                </a:lnTo>
                <a:lnTo>
                  <a:pt x="792381" y="58693"/>
                </a:lnTo>
                <a:lnTo>
                  <a:pt x="792421" y="58769"/>
                </a:lnTo>
                <a:lnTo>
                  <a:pt x="792463" y="58846"/>
                </a:lnTo>
                <a:lnTo>
                  <a:pt x="792504" y="58926"/>
                </a:lnTo>
                <a:lnTo>
                  <a:pt x="792547" y="59007"/>
                </a:lnTo>
                <a:lnTo>
                  <a:pt x="792590" y="59090"/>
                </a:lnTo>
                <a:lnTo>
                  <a:pt x="792633" y="59175"/>
                </a:lnTo>
                <a:lnTo>
                  <a:pt x="792677" y="59263"/>
                </a:lnTo>
                <a:lnTo>
                  <a:pt x="792722" y="59351"/>
                </a:lnTo>
                <a:lnTo>
                  <a:pt x="792768" y="59442"/>
                </a:lnTo>
                <a:lnTo>
                  <a:pt x="792814" y="59535"/>
                </a:lnTo>
                <a:lnTo>
                  <a:pt x="792861" y="59630"/>
                </a:lnTo>
                <a:lnTo>
                  <a:pt x="792908" y="59726"/>
                </a:lnTo>
                <a:lnTo>
                  <a:pt x="792957" y="59825"/>
                </a:lnTo>
                <a:lnTo>
                  <a:pt x="793005" y="59925"/>
                </a:lnTo>
                <a:lnTo>
                  <a:pt x="793055" y="60028"/>
                </a:lnTo>
                <a:lnTo>
                  <a:pt x="793105" y="60132"/>
                </a:lnTo>
                <a:lnTo>
                  <a:pt x="793155" y="60238"/>
                </a:lnTo>
                <a:lnTo>
                  <a:pt x="793207" y="60346"/>
                </a:lnTo>
                <a:lnTo>
                  <a:pt x="793259" y="60456"/>
                </a:lnTo>
                <a:lnTo>
                  <a:pt x="793311" y="60568"/>
                </a:lnTo>
                <a:lnTo>
                  <a:pt x="793365" y="60682"/>
                </a:lnTo>
                <a:lnTo>
                  <a:pt x="793418" y="60796"/>
                </a:lnTo>
                <a:lnTo>
                  <a:pt x="793472" y="60910"/>
                </a:lnTo>
                <a:lnTo>
                  <a:pt x="793527" y="61023"/>
                </a:lnTo>
                <a:lnTo>
                  <a:pt x="793582" y="61136"/>
                </a:lnTo>
                <a:lnTo>
                  <a:pt x="793637" y="61247"/>
                </a:lnTo>
                <a:lnTo>
                  <a:pt x="793692" y="61359"/>
                </a:lnTo>
                <a:lnTo>
                  <a:pt x="793747" y="61469"/>
                </a:lnTo>
                <a:lnTo>
                  <a:pt x="793803" y="61579"/>
                </a:lnTo>
                <a:lnTo>
                  <a:pt x="793860" y="61689"/>
                </a:lnTo>
                <a:lnTo>
                  <a:pt x="793916" y="61797"/>
                </a:lnTo>
                <a:lnTo>
                  <a:pt x="793973" y="61905"/>
                </a:lnTo>
                <a:lnTo>
                  <a:pt x="794030" y="62013"/>
                </a:lnTo>
                <a:lnTo>
                  <a:pt x="794088" y="62120"/>
                </a:lnTo>
                <a:lnTo>
                  <a:pt x="794146" y="62226"/>
                </a:lnTo>
                <a:lnTo>
                  <a:pt x="794204" y="62331"/>
                </a:lnTo>
                <a:lnTo>
                  <a:pt x="794262" y="62436"/>
                </a:lnTo>
                <a:lnTo>
                  <a:pt x="794321" y="62540"/>
                </a:lnTo>
                <a:lnTo>
                  <a:pt x="794380" y="62644"/>
                </a:lnTo>
                <a:lnTo>
                  <a:pt x="794440" y="62747"/>
                </a:lnTo>
                <a:lnTo>
                  <a:pt x="794500" y="62849"/>
                </a:lnTo>
                <a:lnTo>
                  <a:pt x="794560" y="62951"/>
                </a:lnTo>
                <a:lnTo>
                  <a:pt x="794620" y="63052"/>
                </a:lnTo>
                <a:lnTo>
                  <a:pt x="794681" y="63152"/>
                </a:lnTo>
                <a:lnTo>
                  <a:pt x="794742" y="63252"/>
                </a:lnTo>
                <a:lnTo>
                  <a:pt x="803463" y="77115"/>
                </a:lnTo>
                <a:lnTo>
                  <a:pt x="816499" y="77115"/>
                </a:lnTo>
                <a:lnTo>
                  <a:pt x="798965" y="51043"/>
                </a:lnTo>
                <a:lnTo>
                  <a:pt x="815398" y="26622"/>
                </a:lnTo>
                <a:lnTo>
                  <a:pt x="802453" y="26622"/>
                </a:lnTo>
                <a:lnTo>
                  <a:pt x="794558" y="39017"/>
                </a:lnTo>
                <a:lnTo>
                  <a:pt x="794505" y="39109"/>
                </a:lnTo>
                <a:lnTo>
                  <a:pt x="794451" y="39202"/>
                </a:lnTo>
                <a:lnTo>
                  <a:pt x="794397" y="39296"/>
                </a:lnTo>
                <a:lnTo>
                  <a:pt x="794344" y="39391"/>
                </a:lnTo>
                <a:lnTo>
                  <a:pt x="794290" y="39488"/>
                </a:lnTo>
                <a:lnTo>
                  <a:pt x="794237" y="39585"/>
                </a:lnTo>
                <a:lnTo>
                  <a:pt x="794183" y="39683"/>
                </a:lnTo>
                <a:lnTo>
                  <a:pt x="794130" y="39781"/>
                </a:lnTo>
                <a:lnTo>
                  <a:pt x="794076" y="39881"/>
                </a:lnTo>
                <a:lnTo>
                  <a:pt x="794022" y="39982"/>
                </a:lnTo>
                <a:lnTo>
                  <a:pt x="793969" y="40084"/>
                </a:lnTo>
                <a:lnTo>
                  <a:pt x="793915" y="40187"/>
                </a:lnTo>
                <a:lnTo>
                  <a:pt x="793862" y="40291"/>
                </a:lnTo>
                <a:lnTo>
                  <a:pt x="793808" y="40395"/>
                </a:lnTo>
                <a:lnTo>
                  <a:pt x="793754" y="40501"/>
                </a:lnTo>
                <a:lnTo>
                  <a:pt x="793701" y="40607"/>
                </a:lnTo>
                <a:lnTo>
                  <a:pt x="793647" y="40715"/>
                </a:lnTo>
                <a:lnTo>
                  <a:pt x="793594" y="40824"/>
                </a:lnTo>
                <a:lnTo>
                  <a:pt x="793540" y="40933"/>
                </a:lnTo>
                <a:lnTo>
                  <a:pt x="793487" y="41043"/>
                </a:lnTo>
                <a:lnTo>
                  <a:pt x="793433" y="41155"/>
                </a:lnTo>
                <a:lnTo>
                  <a:pt x="793379" y="41267"/>
                </a:lnTo>
                <a:lnTo>
                  <a:pt x="793326" y="41381"/>
                </a:lnTo>
                <a:lnTo>
                  <a:pt x="793272" y="41495"/>
                </a:lnTo>
                <a:lnTo>
                  <a:pt x="793219" y="41609"/>
                </a:lnTo>
                <a:lnTo>
                  <a:pt x="793167" y="41720"/>
                </a:lnTo>
                <a:lnTo>
                  <a:pt x="793116" y="41830"/>
                </a:lnTo>
                <a:lnTo>
                  <a:pt x="793066" y="41938"/>
                </a:lnTo>
                <a:lnTo>
                  <a:pt x="793017" y="42045"/>
                </a:lnTo>
                <a:lnTo>
                  <a:pt x="792969" y="42149"/>
                </a:lnTo>
                <a:lnTo>
                  <a:pt x="792921" y="42251"/>
                </a:lnTo>
                <a:lnTo>
                  <a:pt x="792875" y="42352"/>
                </a:lnTo>
                <a:lnTo>
                  <a:pt x="792830" y="42450"/>
                </a:lnTo>
                <a:lnTo>
                  <a:pt x="792785" y="42547"/>
                </a:lnTo>
                <a:lnTo>
                  <a:pt x="792742" y="42641"/>
                </a:lnTo>
                <a:lnTo>
                  <a:pt x="792699" y="42734"/>
                </a:lnTo>
                <a:lnTo>
                  <a:pt x="792658" y="42825"/>
                </a:lnTo>
                <a:lnTo>
                  <a:pt x="792617" y="42914"/>
                </a:lnTo>
                <a:lnTo>
                  <a:pt x="792578" y="43001"/>
                </a:lnTo>
                <a:lnTo>
                  <a:pt x="792539" y="43086"/>
                </a:lnTo>
                <a:lnTo>
                  <a:pt x="792501" y="43169"/>
                </a:lnTo>
                <a:lnTo>
                  <a:pt x="792464" y="43251"/>
                </a:lnTo>
                <a:lnTo>
                  <a:pt x="792428" y="43330"/>
                </a:lnTo>
                <a:lnTo>
                  <a:pt x="792394" y="43407"/>
                </a:lnTo>
                <a:lnTo>
                  <a:pt x="792360" y="43483"/>
                </a:lnTo>
                <a:lnTo>
                  <a:pt x="792327" y="43557"/>
                </a:lnTo>
                <a:lnTo>
                  <a:pt x="792295" y="43628"/>
                </a:lnTo>
                <a:lnTo>
                  <a:pt x="792264" y="43698"/>
                </a:lnTo>
                <a:lnTo>
                  <a:pt x="792233" y="43628"/>
                </a:lnTo>
                <a:lnTo>
                  <a:pt x="792201" y="43557"/>
                </a:lnTo>
                <a:lnTo>
                  <a:pt x="792168" y="43483"/>
                </a:lnTo>
                <a:lnTo>
                  <a:pt x="792135" y="43407"/>
                </a:lnTo>
                <a:lnTo>
                  <a:pt x="792101" y="43330"/>
                </a:lnTo>
                <a:lnTo>
                  <a:pt x="792066" y="43251"/>
                </a:lnTo>
                <a:lnTo>
                  <a:pt x="792030" y="43169"/>
                </a:lnTo>
                <a:lnTo>
                  <a:pt x="791993" y="43086"/>
                </a:lnTo>
                <a:lnTo>
                  <a:pt x="791956" y="43001"/>
                </a:lnTo>
                <a:lnTo>
                  <a:pt x="791918" y="42914"/>
                </a:lnTo>
                <a:lnTo>
                  <a:pt x="791879" y="42825"/>
                </a:lnTo>
                <a:lnTo>
                  <a:pt x="791839" y="42734"/>
                </a:lnTo>
                <a:lnTo>
                  <a:pt x="791799" y="42641"/>
                </a:lnTo>
                <a:lnTo>
                  <a:pt x="791757" y="42547"/>
                </a:lnTo>
                <a:lnTo>
                  <a:pt x="791715" y="42450"/>
                </a:lnTo>
                <a:lnTo>
                  <a:pt x="791672" y="42352"/>
                </a:lnTo>
                <a:lnTo>
                  <a:pt x="791628" y="42251"/>
                </a:lnTo>
                <a:lnTo>
                  <a:pt x="791584" y="42149"/>
                </a:lnTo>
                <a:lnTo>
                  <a:pt x="791539" y="42045"/>
                </a:lnTo>
                <a:lnTo>
                  <a:pt x="791492" y="41938"/>
                </a:lnTo>
                <a:lnTo>
                  <a:pt x="791445" y="41830"/>
                </a:lnTo>
                <a:lnTo>
                  <a:pt x="791398" y="41720"/>
                </a:lnTo>
                <a:lnTo>
                  <a:pt x="791349" y="41609"/>
                </a:lnTo>
                <a:lnTo>
                  <a:pt x="791300" y="41495"/>
                </a:lnTo>
                <a:lnTo>
                  <a:pt x="791250" y="41381"/>
                </a:lnTo>
                <a:lnTo>
                  <a:pt x="791199" y="41267"/>
                </a:lnTo>
                <a:lnTo>
                  <a:pt x="791149" y="41155"/>
                </a:lnTo>
                <a:lnTo>
                  <a:pt x="791097" y="41043"/>
                </a:lnTo>
                <a:lnTo>
                  <a:pt x="791045" y="40933"/>
                </a:lnTo>
                <a:lnTo>
                  <a:pt x="790993" y="40824"/>
                </a:lnTo>
                <a:lnTo>
                  <a:pt x="790940" y="40715"/>
                </a:lnTo>
                <a:lnTo>
                  <a:pt x="790887" y="40607"/>
                </a:lnTo>
                <a:lnTo>
                  <a:pt x="790833" y="40501"/>
                </a:lnTo>
                <a:lnTo>
                  <a:pt x="790779" y="40395"/>
                </a:lnTo>
                <a:lnTo>
                  <a:pt x="790724" y="40291"/>
                </a:lnTo>
                <a:lnTo>
                  <a:pt x="790668" y="40187"/>
                </a:lnTo>
                <a:lnTo>
                  <a:pt x="790613" y="40084"/>
                </a:lnTo>
                <a:lnTo>
                  <a:pt x="790556" y="39982"/>
                </a:lnTo>
                <a:lnTo>
                  <a:pt x="790500" y="39881"/>
                </a:lnTo>
                <a:lnTo>
                  <a:pt x="790443" y="39781"/>
                </a:lnTo>
                <a:lnTo>
                  <a:pt x="790385" y="39683"/>
                </a:lnTo>
                <a:lnTo>
                  <a:pt x="790327" y="39585"/>
                </a:lnTo>
                <a:lnTo>
                  <a:pt x="790268" y="39488"/>
                </a:lnTo>
                <a:lnTo>
                  <a:pt x="790209" y="39391"/>
                </a:lnTo>
                <a:lnTo>
                  <a:pt x="790149" y="39296"/>
                </a:lnTo>
                <a:lnTo>
                  <a:pt x="790089" y="39202"/>
                </a:lnTo>
                <a:lnTo>
                  <a:pt x="790029" y="39109"/>
                </a:lnTo>
                <a:lnTo>
                  <a:pt x="789968" y="39017"/>
                </a:lnTo>
                <a:lnTo>
                  <a:pt x="782165" y="26622"/>
                </a:lnTo>
                <a:lnTo>
                  <a:pt x="769220" y="26622"/>
                </a:lnTo>
                <a:lnTo>
                  <a:pt x="785653" y="51043"/>
                </a:lnTo>
                <a:lnTo>
                  <a:pt x="768027" y="77115"/>
                </a:lnTo>
                <a:lnTo>
                  <a:pt x="780972" y="77115"/>
                </a:lnTo>
                <a:lnTo>
                  <a:pt x="789877" y="63252"/>
                </a:lnTo>
                <a:lnTo>
                  <a:pt x="789938" y="63152"/>
                </a:lnTo>
                <a:lnTo>
                  <a:pt x="789998" y="63052"/>
                </a:lnTo>
                <a:lnTo>
                  <a:pt x="790059" y="62951"/>
                </a:lnTo>
                <a:close/>
                <a:moveTo>
                  <a:pt x="592581" y="42220"/>
                </a:moveTo>
                <a:lnTo>
                  <a:pt x="592553" y="41579"/>
                </a:lnTo>
                <a:lnTo>
                  <a:pt x="592507" y="40949"/>
                </a:lnTo>
                <a:lnTo>
                  <a:pt x="592441" y="40331"/>
                </a:lnTo>
                <a:lnTo>
                  <a:pt x="592357" y="39724"/>
                </a:lnTo>
                <a:lnTo>
                  <a:pt x="592255" y="39128"/>
                </a:lnTo>
                <a:lnTo>
                  <a:pt x="592134" y="38544"/>
                </a:lnTo>
                <a:lnTo>
                  <a:pt x="591994" y="37971"/>
                </a:lnTo>
                <a:lnTo>
                  <a:pt x="591835" y="37409"/>
                </a:lnTo>
                <a:lnTo>
                  <a:pt x="591658" y="36859"/>
                </a:lnTo>
                <a:lnTo>
                  <a:pt x="591462" y="36319"/>
                </a:lnTo>
                <a:lnTo>
                  <a:pt x="591248" y="35792"/>
                </a:lnTo>
                <a:lnTo>
                  <a:pt x="591015" y="35275"/>
                </a:lnTo>
                <a:lnTo>
                  <a:pt x="590763" y="34770"/>
                </a:lnTo>
                <a:lnTo>
                  <a:pt x="590493" y="34276"/>
                </a:lnTo>
                <a:lnTo>
                  <a:pt x="590203" y="33794"/>
                </a:lnTo>
                <a:lnTo>
                  <a:pt x="589896" y="33323"/>
                </a:lnTo>
                <a:lnTo>
                  <a:pt x="589569" y="32863"/>
                </a:lnTo>
                <a:lnTo>
                  <a:pt x="589224" y="32414"/>
                </a:lnTo>
                <a:lnTo>
                  <a:pt x="588861" y="31977"/>
                </a:lnTo>
                <a:lnTo>
                  <a:pt x="588479" y="31551"/>
                </a:lnTo>
                <a:lnTo>
                  <a:pt x="588078" y="31137"/>
                </a:lnTo>
                <a:lnTo>
                  <a:pt x="587658" y="30733"/>
                </a:lnTo>
                <a:lnTo>
                  <a:pt x="587220" y="30342"/>
                </a:lnTo>
                <a:lnTo>
                  <a:pt x="586766" y="29963"/>
                </a:lnTo>
                <a:lnTo>
                  <a:pt x="586298" y="29601"/>
                </a:lnTo>
                <a:lnTo>
                  <a:pt x="585816" y="29255"/>
                </a:lnTo>
                <a:lnTo>
                  <a:pt x="585322" y="28925"/>
                </a:lnTo>
                <a:lnTo>
                  <a:pt x="584813" y="28611"/>
                </a:lnTo>
                <a:lnTo>
                  <a:pt x="584291" y="28313"/>
                </a:lnTo>
                <a:lnTo>
                  <a:pt x="583756" y="28031"/>
                </a:lnTo>
                <a:lnTo>
                  <a:pt x="583207" y="27766"/>
                </a:lnTo>
                <a:lnTo>
                  <a:pt x="582644" y="27516"/>
                </a:lnTo>
                <a:lnTo>
                  <a:pt x="582068" y="27283"/>
                </a:lnTo>
                <a:lnTo>
                  <a:pt x="581478" y="27065"/>
                </a:lnTo>
                <a:lnTo>
                  <a:pt x="580875" y="26864"/>
                </a:lnTo>
                <a:lnTo>
                  <a:pt x="580258" y="26679"/>
                </a:lnTo>
                <a:lnTo>
                  <a:pt x="579628" y="26510"/>
                </a:lnTo>
                <a:lnTo>
                  <a:pt x="578984" y="26357"/>
                </a:lnTo>
                <a:lnTo>
                  <a:pt x="578326" y="26220"/>
                </a:lnTo>
                <a:lnTo>
                  <a:pt x="577655" y="26099"/>
                </a:lnTo>
                <a:lnTo>
                  <a:pt x="576971" y="25995"/>
                </a:lnTo>
                <a:lnTo>
                  <a:pt x="576272" y="25906"/>
                </a:lnTo>
                <a:lnTo>
                  <a:pt x="575561" y="25834"/>
                </a:lnTo>
                <a:lnTo>
                  <a:pt x="574836" y="25777"/>
                </a:lnTo>
                <a:lnTo>
                  <a:pt x="574097" y="25737"/>
                </a:lnTo>
                <a:lnTo>
                  <a:pt x="573344" y="25713"/>
                </a:lnTo>
                <a:lnTo>
                  <a:pt x="572579" y="25705"/>
                </a:lnTo>
                <a:lnTo>
                  <a:pt x="571857" y="25712"/>
                </a:lnTo>
                <a:lnTo>
                  <a:pt x="571147" y="25734"/>
                </a:lnTo>
                <a:lnTo>
                  <a:pt x="570447" y="25771"/>
                </a:lnTo>
                <a:lnTo>
                  <a:pt x="569758" y="25822"/>
                </a:lnTo>
                <a:lnTo>
                  <a:pt x="569080" y="25888"/>
                </a:lnTo>
                <a:lnTo>
                  <a:pt x="568413" y="25969"/>
                </a:lnTo>
                <a:lnTo>
                  <a:pt x="567757" y="26064"/>
                </a:lnTo>
                <a:lnTo>
                  <a:pt x="567111" y="26174"/>
                </a:lnTo>
                <a:lnTo>
                  <a:pt x="566476" y="26299"/>
                </a:lnTo>
                <a:lnTo>
                  <a:pt x="565852" y="26438"/>
                </a:lnTo>
                <a:lnTo>
                  <a:pt x="565239" y="26592"/>
                </a:lnTo>
                <a:lnTo>
                  <a:pt x="564637" y="26761"/>
                </a:lnTo>
                <a:lnTo>
                  <a:pt x="564046" y="26944"/>
                </a:lnTo>
                <a:lnTo>
                  <a:pt x="563466" y="27142"/>
                </a:lnTo>
                <a:lnTo>
                  <a:pt x="562896" y="27355"/>
                </a:lnTo>
                <a:lnTo>
                  <a:pt x="562337" y="27582"/>
                </a:lnTo>
                <a:lnTo>
                  <a:pt x="561789" y="27824"/>
                </a:lnTo>
                <a:lnTo>
                  <a:pt x="561252" y="28081"/>
                </a:lnTo>
                <a:lnTo>
                  <a:pt x="560726" y="28352"/>
                </a:lnTo>
                <a:lnTo>
                  <a:pt x="560210" y="28638"/>
                </a:lnTo>
                <a:lnTo>
                  <a:pt x="559706" y="28938"/>
                </a:lnTo>
                <a:lnTo>
                  <a:pt x="559212" y="29254"/>
                </a:lnTo>
                <a:lnTo>
                  <a:pt x="558729" y="29584"/>
                </a:lnTo>
                <a:lnTo>
                  <a:pt x="558257" y="29928"/>
                </a:lnTo>
                <a:lnTo>
                  <a:pt x="557798" y="30285"/>
                </a:lnTo>
                <a:lnTo>
                  <a:pt x="557356" y="30652"/>
                </a:lnTo>
                <a:lnTo>
                  <a:pt x="556931" y="31030"/>
                </a:lnTo>
                <a:lnTo>
                  <a:pt x="556522" y="31417"/>
                </a:lnTo>
                <a:lnTo>
                  <a:pt x="556130" y="31815"/>
                </a:lnTo>
                <a:lnTo>
                  <a:pt x="555755" y="32223"/>
                </a:lnTo>
                <a:lnTo>
                  <a:pt x="555396" y="32641"/>
                </a:lnTo>
                <a:lnTo>
                  <a:pt x="555053" y="33070"/>
                </a:lnTo>
                <a:lnTo>
                  <a:pt x="554728" y="33508"/>
                </a:lnTo>
                <a:lnTo>
                  <a:pt x="554418" y="33957"/>
                </a:lnTo>
                <a:lnTo>
                  <a:pt x="554126" y="34416"/>
                </a:lnTo>
                <a:lnTo>
                  <a:pt x="553850" y="34885"/>
                </a:lnTo>
                <a:lnTo>
                  <a:pt x="553590" y="35364"/>
                </a:lnTo>
                <a:lnTo>
                  <a:pt x="553347" y="35854"/>
                </a:lnTo>
                <a:lnTo>
                  <a:pt x="553121" y="36354"/>
                </a:lnTo>
                <a:lnTo>
                  <a:pt x="552911" y="36864"/>
                </a:lnTo>
                <a:lnTo>
                  <a:pt x="552718" y="37384"/>
                </a:lnTo>
                <a:lnTo>
                  <a:pt x="552541" y="37914"/>
                </a:lnTo>
                <a:lnTo>
                  <a:pt x="552381" y="38455"/>
                </a:lnTo>
                <a:lnTo>
                  <a:pt x="552238" y="39006"/>
                </a:lnTo>
                <a:lnTo>
                  <a:pt x="552111" y="39567"/>
                </a:lnTo>
                <a:lnTo>
                  <a:pt x="552001" y="40138"/>
                </a:lnTo>
                <a:lnTo>
                  <a:pt x="551907" y="40720"/>
                </a:lnTo>
                <a:lnTo>
                  <a:pt x="551830" y="41311"/>
                </a:lnTo>
                <a:lnTo>
                  <a:pt x="563031" y="41311"/>
                </a:lnTo>
                <a:lnTo>
                  <a:pt x="563072" y="41076"/>
                </a:lnTo>
                <a:lnTo>
                  <a:pt x="563121" y="40845"/>
                </a:lnTo>
                <a:lnTo>
                  <a:pt x="563177" y="40618"/>
                </a:lnTo>
                <a:lnTo>
                  <a:pt x="563239" y="40396"/>
                </a:lnTo>
                <a:lnTo>
                  <a:pt x="563309" y="40177"/>
                </a:lnTo>
                <a:lnTo>
                  <a:pt x="563386" y="39963"/>
                </a:lnTo>
                <a:lnTo>
                  <a:pt x="563470" y="39753"/>
                </a:lnTo>
                <a:lnTo>
                  <a:pt x="563560" y="39546"/>
                </a:lnTo>
                <a:lnTo>
                  <a:pt x="563658" y="39344"/>
                </a:lnTo>
                <a:lnTo>
                  <a:pt x="563763" y="39147"/>
                </a:lnTo>
                <a:lnTo>
                  <a:pt x="563875" y="38953"/>
                </a:lnTo>
                <a:lnTo>
                  <a:pt x="563994" y="38764"/>
                </a:lnTo>
                <a:lnTo>
                  <a:pt x="564119" y="38578"/>
                </a:lnTo>
                <a:lnTo>
                  <a:pt x="564252" y="38397"/>
                </a:lnTo>
                <a:lnTo>
                  <a:pt x="564392" y="38220"/>
                </a:lnTo>
                <a:lnTo>
                  <a:pt x="564539" y="38047"/>
                </a:lnTo>
                <a:lnTo>
                  <a:pt x="564693" y="37878"/>
                </a:lnTo>
                <a:lnTo>
                  <a:pt x="564854" y="37714"/>
                </a:lnTo>
                <a:lnTo>
                  <a:pt x="565022" y="37553"/>
                </a:lnTo>
                <a:lnTo>
                  <a:pt x="565197" y="37397"/>
                </a:lnTo>
                <a:lnTo>
                  <a:pt x="565379" y="37245"/>
                </a:lnTo>
                <a:lnTo>
                  <a:pt x="565568" y="37097"/>
                </a:lnTo>
                <a:lnTo>
                  <a:pt x="565764" y="36953"/>
                </a:lnTo>
                <a:lnTo>
                  <a:pt x="565967" y="36813"/>
                </a:lnTo>
                <a:lnTo>
                  <a:pt x="566176" y="36678"/>
                </a:lnTo>
                <a:lnTo>
                  <a:pt x="566389" y="36549"/>
                </a:lnTo>
                <a:lnTo>
                  <a:pt x="566607" y="36426"/>
                </a:lnTo>
                <a:lnTo>
                  <a:pt x="566829" y="36308"/>
                </a:lnTo>
                <a:lnTo>
                  <a:pt x="567056" y="36196"/>
                </a:lnTo>
                <a:lnTo>
                  <a:pt x="567287" y="36090"/>
                </a:lnTo>
                <a:lnTo>
                  <a:pt x="567522" y="35990"/>
                </a:lnTo>
                <a:lnTo>
                  <a:pt x="567762" y="35895"/>
                </a:lnTo>
                <a:lnTo>
                  <a:pt x="568007" y="35806"/>
                </a:lnTo>
                <a:lnTo>
                  <a:pt x="568256" y="35723"/>
                </a:lnTo>
                <a:lnTo>
                  <a:pt x="568509" y="35645"/>
                </a:lnTo>
                <a:lnTo>
                  <a:pt x="568767" y="35574"/>
                </a:lnTo>
                <a:lnTo>
                  <a:pt x="569030" y="35508"/>
                </a:lnTo>
                <a:lnTo>
                  <a:pt x="569296" y="35447"/>
                </a:lnTo>
                <a:lnTo>
                  <a:pt x="569568" y="35393"/>
                </a:lnTo>
                <a:lnTo>
                  <a:pt x="569844" y="35344"/>
                </a:lnTo>
                <a:lnTo>
                  <a:pt x="570124" y="35301"/>
                </a:lnTo>
                <a:lnTo>
                  <a:pt x="570408" y="35264"/>
                </a:lnTo>
                <a:lnTo>
                  <a:pt x="570698" y="35232"/>
                </a:lnTo>
                <a:lnTo>
                  <a:pt x="570991" y="35206"/>
                </a:lnTo>
                <a:lnTo>
                  <a:pt x="571289" y="35186"/>
                </a:lnTo>
                <a:lnTo>
                  <a:pt x="571592" y="35172"/>
                </a:lnTo>
                <a:lnTo>
                  <a:pt x="571899" y="35163"/>
                </a:lnTo>
                <a:lnTo>
                  <a:pt x="572210" y="35160"/>
                </a:lnTo>
                <a:lnTo>
                  <a:pt x="572551" y="35164"/>
                </a:lnTo>
                <a:lnTo>
                  <a:pt x="572887" y="35175"/>
                </a:lnTo>
                <a:lnTo>
                  <a:pt x="573216" y="35193"/>
                </a:lnTo>
                <a:lnTo>
                  <a:pt x="573539" y="35218"/>
                </a:lnTo>
                <a:lnTo>
                  <a:pt x="573856" y="35250"/>
                </a:lnTo>
                <a:lnTo>
                  <a:pt x="574167" y="35289"/>
                </a:lnTo>
                <a:lnTo>
                  <a:pt x="574472" y="35336"/>
                </a:lnTo>
                <a:lnTo>
                  <a:pt x="574771" y="35390"/>
                </a:lnTo>
                <a:lnTo>
                  <a:pt x="575064" y="35451"/>
                </a:lnTo>
                <a:lnTo>
                  <a:pt x="575350" y="35519"/>
                </a:lnTo>
                <a:lnTo>
                  <a:pt x="575631" y="35594"/>
                </a:lnTo>
                <a:lnTo>
                  <a:pt x="575906" y="35677"/>
                </a:lnTo>
                <a:lnTo>
                  <a:pt x="576174" y="35767"/>
                </a:lnTo>
                <a:lnTo>
                  <a:pt x="576437" y="35863"/>
                </a:lnTo>
                <a:lnTo>
                  <a:pt x="576693" y="35967"/>
                </a:lnTo>
                <a:lnTo>
                  <a:pt x="576944" y="36079"/>
                </a:lnTo>
                <a:lnTo>
                  <a:pt x="577188" y="36197"/>
                </a:lnTo>
                <a:lnTo>
                  <a:pt x="577426" y="36323"/>
                </a:lnTo>
                <a:lnTo>
                  <a:pt x="577658" y="36455"/>
                </a:lnTo>
                <a:lnTo>
                  <a:pt x="577884" y="36595"/>
                </a:lnTo>
                <a:lnTo>
                  <a:pt x="578104" y="36742"/>
                </a:lnTo>
                <a:lnTo>
                  <a:pt x="578318" y="36897"/>
                </a:lnTo>
                <a:lnTo>
                  <a:pt x="578526" y="37058"/>
                </a:lnTo>
                <a:lnTo>
                  <a:pt x="578728" y="37227"/>
                </a:lnTo>
                <a:lnTo>
                  <a:pt x="578923" y="37401"/>
                </a:lnTo>
                <a:lnTo>
                  <a:pt x="579109" y="37582"/>
                </a:lnTo>
                <a:lnTo>
                  <a:pt x="579288" y="37768"/>
                </a:lnTo>
                <a:lnTo>
                  <a:pt x="579457" y="37959"/>
                </a:lnTo>
                <a:lnTo>
                  <a:pt x="579619" y="38157"/>
                </a:lnTo>
                <a:lnTo>
                  <a:pt x="579772" y="38359"/>
                </a:lnTo>
                <a:lnTo>
                  <a:pt x="579917" y="38568"/>
                </a:lnTo>
                <a:lnTo>
                  <a:pt x="580054" y="38782"/>
                </a:lnTo>
                <a:lnTo>
                  <a:pt x="580183" y="39001"/>
                </a:lnTo>
                <a:lnTo>
                  <a:pt x="580303" y="39226"/>
                </a:lnTo>
                <a:lnTo>
                  <a:pt x="580415" y="39457"/>
                </a:lnTo>
                <a:lnTo>
                  <a:pt x="580518" y="39693"/>
                </a:lnTo>
                <a:lnTo>
                  <a:pt x="580614" y="39935"/>
                </a:lnTo>
                <a:lnTo>
                  <a:pt x="580701" y="40183"/>
                </a:lnTo>
                <a:lnTo>
                  <a:pt x="580779" y="40436"/>
                </a:lnTo>
                <a:lnTo>
                  <a:pt x="580850" y="40694"/>
                </a:lnTo>
                <a:lnTo>
                  <a:pt x="580912" y="40959"/>
                </a:lnTo>
                <a:lnTo>
                  <a:pt x="580966" y="41228"/>
                </a:lnTo>
                <a:lnTo>
                  <a:pt x="581011" y="41504"/>
                </a:lnTo>
                <a:lnTo>
                  <a:pt x="581049" y="41785"/>
                </a:lnTo>
                <a:lnTo>
                  <a:pt x="581078" y="42071"/>
                </a:lnTo>
                <a:lnTo>
                  <a:pt x="581098" y="42363"/>
                </a:lnTo>
                <a:lnTo>
                  <a:pt x="581111" y="42661"/>
                </a:lnTo>
                <a:lnTo>
                  <a:pt x="581115" y="42964"/>
                </a:lnTo>
                <a:lnTo>
                  <a:pt x="581115" y="47279"/>
                </a:lnTo>
                <a:lnTo>
                  <a:pt x="568539" y="47279"/>
                </a:lnTo>
                <a:lnTo>
                  <a:pt x="567788" y="47286"/>
                </a:lnTo>
                <a:lnTo>
                  <a:pt x="567053" y="47307"/>
                </a:lnTo>
                <a:lnTo>
                  <a:pt x="566331" y="47342"/>
                </a:lnTo>
                <a:lnTo>
                  <a:pt x="565624" y="47391"/>
                </a:lnTo>
                <a:lnTo>
                  <a:pt x="564931" y="47454"/>
                </a:lnTo>
                <a:lnTo>
                  <a:pt x="564253" y="47531"/>
                </a:lnTo>
                <a:lnTo>
                  <a:pt x="563588" y="47622"/>
                </a:lnTo>
                <a:lnTo>
                  <a:pt x="562939" y="47728"/>
                </a:lnTo>
                <a:lnTo>
                  <a:pt x="562303" y="47847"/>
                </a:lnTo>
                <a:lnTo>
                  <a:pt x="561682" y="47980"/>
                </a:lnTo>
                <a:lnTo>
                  <a:pt x="561075" y="48127"/>
                </a:lnTo>
                <a:lnTo>
                  <a:pt x="560483" y="48289"/>
                </a:lnTo>
                <a:lnTo>
                  <a:pt x="559905" y="48464"/>
                </a:lnTo>
                <a:lnTo>
                  <a:pt x="559341" y="48653"/>
                </a:lnTo>
                <a:lnTo>
                  <a:pt x="558792" y="48857"/>
                </a:lnTo>
                <a:lnTo>
                  <a:pt x="558257" y="49074"/>
                </a:lnTo>
                <a:lnTo>
                  <a:pt x="557736" y="49306"/>
                </a:lnTo>
                <a:lnTo>
                  <a:pt x="557230" y="49551"/>
                </a:lnTo>
                <a:lnTo>
                  <a:pt x="556738" y="49811"/>
                </a:lnTo>
                <a:lnTo>
                  <a:pt x="556260" y="50084"/>
                </a:lnTo>
                <a:lnTo>
                  <a:pt x="555797" y="50372"/>
                </a:lnTo>
                <a:lnTo>
                  <a:pt x="555348" y="50673"/>
                </a:lnTo>
                <a:lnTo>
                  <a:pt x="554913" y="50989"/>
                </a:lnTo>
                <a:lnTo>
                  <a:pt x="554493" y="51319"/>
                </a:lnTo>
                <a:lnTo>
                  <a:pt x="554088" y="51661"/>
                </a:lnTo>
                <a:lnTo>
                  <a:pt x="553701" y="52015"/>
                </a:lnTo>
                <a:lnTo>
                  <a:pt x="553331" y="52381"/>
                </a:lnTo>
                <a:lnTo>
                  <a:pt x="552978" y="52759"/>
                </a:lnTo>
                <a:lnTo>
                  <a:pt x="552642" y="53149"/>
                </a:lnTo>
                <a:lnTo>
                  <a:pt x="552324" y="53550"/>
                </a:lnTo>
                <a:lnTo>
                  <a:pt x="552023" y="53963"/>
                </a:lnTo>
                <a:lnTo>
                  <a:pt x="551739" y="54388"/>
                </a:lnTo>
                <a:lnTo>
                  <a:pt x="551472" y="54825"/>
                </a:lnTo>
                <a:lnTo>
                  <a:pt x="551222" y="55274"/>
                </a:lnTo>
                <a:lnTo>
                  <a:pt x="550990" y="55734"/>
                </a:lnTo>
                <a:lnTo>
                  <a:pt x="550775" y="56206"/>
                </a:lnTo>
                <a:lnTo>
                  <a:pt x="550577" y="56690"/>
                </a:lnTo>
                <a:lnTo>
                  <a:pt x="550396" y="57186"/>
                </a:lnTo>
                <a:lnTo>
                  <a:pt x="550232" y="57694"/>
                </a:lnTo>
                <a:lnTo>
                  <a:pt x="550086" y="58213"/>
                </a:lnTo>
                <a:lnTo>
                  <a:pt x="549957" y="58744"/>
                </a:lnTo>
                <a:lnTo>
                  <a:pt x="549845" y="59287"/>
                </a:lnTo>
                <a:lnTo>
                  <a:pt x="549750" y="59842"/>
                </a:lnTo>
                <a:lnTo>
                  <a:pt x="549673" y="60409"/>
                </a:lnTo>
                <a:lnTo>
                  <a:pt x="549613" y="60987"/>
                </a:lnTo>
                <a:lnTo>
                  <a:pt x="549570" y="61577"/>
                </a:lnTo>
                <a:lnTo>
                  <a:pt x="549544" y="62179"/>
                </a:lnTo>
                <a:lnTo>
                  <a:pt x="549535" y="62793"/>
                </a:lnTo>
                <a:lnTo>
                  <a:pt x="549543" y="63369"/>
                </a:lnTo>
                <a:lnTo>
                  <a:pt x="549566" y="63936"/>
                </a:lnTo>
                <a:lnTo>
                  <a:pt x="549605" y="64493"/>
                </a:lnTo>
                <a:lnTo>
                  <a:pt x="549660" y="65039"/>
                </a:lnTo>
                <a:lnTo>
                  <a:pt x="549730" y="65576"/>
                </a:lnTo>
                <a:lnTo>
                  <a:pt x="549816" y="66104"/>
                </a:lnTo>
                <a:lnTo>
                  <a:pt x="549918" y="66621"/>
                </a:lnTo>
                <a:lnTo>
                  <a:pt x="550035" y="67128"/>
                </a:lnTo>
                <a:lnTo>
                  <a:pt x="550168" y="67625"/>
                </a:lnTo>
                <a:lnTo>
                  <a:pt x="550316" y="68113"/>
                </a:lnTo>
                <a:lnTo>
                  <a:pt x="550480" y="68591"/>
                </a:lnTo>
                <a:lnTo>
                  <a:pt x="550660" y="69059"/>
                </a:lnTo>
                <a:lnTo>
                  <a:pt x="550855" y="69516"/>
                </a:lnTo>
                <a:lnTo>
                  <a:pt x="551066" y="69964"/>
                </a:lnTo>
                <a:lnTo>
                  <a:pt x="551292" y="70403"/>
                </a:lnTo>
                <a:lnTo>
                  <a:pt x="551534" y="70831"/>
                </a:lnTo>
                <a:lnTo>
                  <a:pt x="551792" y="71249"/>
                </a:lnTo>
                <a:lnTo>
                  <a:pt x="552065" y="71658"/>
                </a:lnTo>
                <a:lnTo>
                  <a:pt x="552354" y="72056"/>
                </a:lnTo>
                <a:lnTo>
                  <a:pt x="552659" y="72445"/>
                </a:lnTo>
                <a:lnTo>
                  <a:pt x="552979" y="72824"/>
                </a:lnTo>
                <a:lnTo>
                  <a:pt x="553315" y="73193"/>
                </a:lnTo>
                <a:lnTo>
                  <a:pt x="553666" y="73552"/>
                </a:lnTo>
                <a:lnTo>
                  <a:pt x="554033" y="73901"/>
                </a:lnTo>
                <a:lnTo>
                  <a:pt x="554414" y="74238"/>
                </a:lnTo>
                <a:lnTo>
                  <a:pt x="554806" y="74561"/>
                </a:lnTo>
                <a:lnTo>
                  <a:pt x="555210" y="74869"/>
                </a:lnTo>
                <a:lnTo>
                  <a:pt x="555625" y="75163"/>
                </a:lnTo>
                <a:lnTo>
                  <a:pt x="556051" y="75443"/>
                </a:lnTo>
                <a:lnTo>
                  <a:pt x="556489" y="75708"/>
                </a:lnTo>
                <a:lnTo>
                  <a:pt x="556939" y="75959"/>
                </a:lnTo>
                <a:lnTo>
                  <a:pt x="557400" y="76196"/>
                </a:lnTo>
                <a:lnTo>
                  <a:pt x="557872" y="76418"/>
                </a:lnTo>
                <a:lnTo>
                  <a:pt x="558356" y="76626"/>
                </a:lnTo>
                <a:lnTo>
                  <a:pt x="558852" y="76820"/>
                </a:lnTo>
                <a:lnTo>
                  <a:pt x="559358" y="76999"/>
                </a:lnTo>
                <a:lnTo>
                  <a:pt x="559877" y="77164"/>
                </a:lnTo>
                <a:lnTo>
                  <a:pt x="560406" y="77315"/>
                </a:lnTo>
                <a:lnTo>
                  <a:pt x="560948" y="77451"/>
                </a:lnTo>
                <a:lnTo>
                  <a:pt x="561500" y="77573"/>
                </a:lnTo>
                <a:lnTo>
                  <a:pt x="562065" y="77681"/>
                </a:lnTo>
                <a:lnTo>
                  <a:pt x="562640" y="77774"/>
                </a:lnTo>
                <a:lnTo>
                  <a:pt x="563227" y="77853"/>
                </a:lnTo>
                <a:lnTo>
                  <a:pt x="563826" y="77917"/>
                </a:lnTo>
                <a:lnTo>
                  <a:pt x="564436" y="77968"/>
                </a:lnTo>
                <a:lnTo>
                  <a:pt x="565058" y="78003"/>
                </a:lnTo>
                <a:lnTo>
                  <a:pt x="565691" y="78025"/>
                </a:lnTo>
                <a:lnTo>
                  <a:pt x="566335" y="78032"/>
                </a:lnTo>
                <a:lnTo>
                  <a:pt x="566904" y="78026"/>
                </a:lnTo>
                <a:lnTo>
                  <a:pt x="567463" y="78009"/>
                </a:lnTo>
                <a:lnTo>
                  <a:pt x="568013" y="77980"/>
                </a:lnTo>
                <a:lnTo>
                  <a:pt x="568554" y="77940"/>
                </a:lnTo>
                <a:lnTo>
                  <a:pt x="569084" y="77889"/>
                </a:lnTo>
                <a:lnTo>
                  <a:pt x="569605" y="77826"/>
                </a:lnTo>
                <a:lnTo>
                  <a:pt x="570117" y="77751"/>
                </a:lnTo>
                <a:lnTo>
                  <a:pt x="570619" y="77665"/>
                </a:lnTo>
                <a:lnTo>
                  <a:pt x="571112" y="77567"/>
                </a:lnTo>
                <a:lnTo>
                  <a:pt x="571594" y="77458"/>
                </a:lnTo>
                <a:lnTo>
                  <a:pt x="572068" y="77338"/>
                </a:lnTo>
                <a:lnTo>
                  <a:pt x="572532" y="77206"/>
                </a:lnTo>
                <a:lnTo>
                  <a:pt x="572986" y="77063"/>
                </a:lnTo>
                <a:lnTo>
                  <a:pt x="573430" y="76908"/>
                </a:lnTo>
                <a:lnTo>
                  <a:pt x="573866" y="76741"/>
                </a:lnTo>
                <a:lnTo>
                  <a:pt x="574291" y="76563"/>
                </a:lnTo>
                <a:lnTo>
                  <a:pt x="574707" y="76374"/>
                </a:lnTo>
                <a:lnTo>
                  <a:pt x="575113" y="76173"/>
                </a:lnTo>
                <a:lnTo>
                  <a:pt x="575510" y="75961"/>
                </a:lnTo>
                <a:lnTo>
                  <a:pt x="575898" y="75737"/>
                </a:lnTo>
                <a:lnTo>
                  <a:pt x="576275" y="75502"/>
                </a:lnTo>
                <a:lnTo>
                  <a:pt x="576643" y="75255"/>
                </a:lnTo>
                <a:lnTo>
                  <a:pt x="577002" y="74997"/>
                </a:lnTo>
                <a:lnTo>
                  <a:pt x="577351" y="74728"/>
                </a:lnTo>
                <a:lnTo>
                  <a:pt x="577688" y="74448"/>
                </a:lnTo>
                <a:lnTo>
                  <a:pt x="578011" y="74161"/>
                </a:lnTo>
                <a:lnTo>
                  <a:pt x="578320" y="73866"/>
                </a:lnTo>
                <a:lnTo>
                  <a:pt x="578614" y="73562"/>
                </a:lnTo>
                <a:lnTo>
                  <a:pt x="578894" y="73251"/>
                </a:lnTo>
                <a:lnTo>
                  <a:pt x="579159" y="72932"/>
                </a:lnTo>
                <a:lnTo>
                  <a:pt x="579410" y="72605"/>
                </a:lnTo>
                <a:lnTo>
                  <a:pt x="579647" y="72269"/>
                </a:lnTo>
                <a:lnTo>
                  <a:pt x="579869" y="71926"/>
                </a:lnTo>
                <a:lnTo>
                  <a:pt x="580077" y="71575"/>
                </a:lnTo>
                <a:lnTo>
                  <a:pt x="580271" y="71216"/>
                </a:lnTo>
                <a:lnTo>
                  <a:pt x="580450" y="70849"/>
                </a:lnTo>
                <a:lnTo>
                  <a:pt x="580615" y="70474"/>
                </a:lnTo>
                <a:lnTo>
                  <a:pt x="580766" y="70091"/>
                </a:lnTo>
                <a:lnTo>
                  <a:pt x="580902" y="69700"/>
                </a:lnTo>
                <a:lnTo>
                  <a:pt x="581024" y="69301"/>
                </a:lnTo>
                <a:lnTo>
                  <a:pt x="581132" y="68894"/>
                </a:lnTo>
                <a:lnTo>
                  <a:pt x="581225" y="68479"/>
                </a:lnTo>
                <a:lnTo>
                  <a:pt x="581258" y="68302"/>
                </a:lnTo>
                <a:lnTo>
                  <a:pt x="581483" y="68302"/>
                </a:lnTo>
                <a:lnTo>
                  <a:pt x="581483" y="77115"/>
                </a:lnTo>
                <a:lnTo>
                  <a:pt x="592590" y="77115"/>
                </a:lnTo>
                <a:lnTo>
                  <a:pt x="592590" y="42872"/>
                </a:lnTo>
                <a:lnTo>
                  <a:pt x="592581" y="42220"/>
                </a:lnTo>
                <a:close/>
                <a:moveTo>
                  <a:pt x="568417" y="69314"/>
                </a:moveTo>
                <a:lnTo>
                  <a:pt x="568099" y="69274"/>
                </a:lnTo>
                <a:lnTo>
                  <a:pt x="567788" y="69227"/>
                </a:lnTo>
                <a:lnTo>
                  <a:pt x="567482" y="69174"/>
                </a:lnTo>
                <a:lnTo>
                  <a:pt x="567183" y="69113"/>
                </a:lnTo>
                <a:lnTo>
                  <a:pt x="566890" y="69045"/>
                </a:lnTo>
                <a:lnTo>
                  <a:pt x="566604" y="68969"/>
                </a:lnTo>
                <a:lnTo>
                  <a:pt x="566323" y="68887"/>
                </a:lnTo>
                <a:lnTo>
                  <a:pt x="566049" y="68797"/>
                </a:lnTo>
                <a:lnTo>
                  <a:pt x="565781" y="68701"/>
                </a:lnTo>
                <a:lnTo>
                  <a:pt x="565519" y="68597"/>
                </a:lnTo>
                <a:lnTo>
                  <a:pt x="565263" y="68485"/>
                </a:lnTo>
                <a:lnTo>
                  <a:pt x="565014" y="68367"/>
                </a:lnTo>
                <a:lnTo>
                  <a:pt x="564771" y="68242"/>
                </a:lnTo>
                <a:lnTo>
                  <a:pt x="564534" y="68109"/>
                </a:lnTo>
                <a:lnTo>
                  <a:pt x="564303" y="67969"/>
                </a:lnTo>
                <a:lnTo>
                  <a:pt x="564079" y="67822"/>
                </a:lnTo>
                <a:lnTo>
                  <a:pt x="563860" y="67668"/>
                </a:lnTo>
                <a:lnTo>
                  <a:pt x="563648" y="67507"/>
                </a:lnTo>
                <a:lnTo>
                  <a:pt x="563442" y="67338"/>
                </a:lnTo>
                <a:lnTo>
                  <a:pt x="563244" y="67164"/>
                </a:lnTo>
                <a:lnTo>
                  <a:pt x="563054" y="66983"/>
                </a:lnTo>
                <a:lnTo>
                  <a:pt x="562872" y="66798"/>
                </a:lnTo>
                <a:lnTo>
                  <a:pt x="562699" y="66608"/>
                </a:lnTo>
                <a:lnTo>
                  <a:pt x="562535" y="66412"/>
                </a:lnTo>
                <a:lnTo>
                  <a:pt x="562379" y="66211"/>
                </a:lnTo>
                <a:lnTo>
                  <a:pt x="562231" y="66004"/>
                </a:lnTo>
                <a:lnTo>
                  <a:pt x="562091" y="65793"/>
                </a:lnTo>
                <a:lnTo>
                  <a:pt x="561961" y="65576"/>
                </a:lnTo>
                <a:lnTo>
                  <a:pt x="561838" y="65354"/>
                </a:lnTo>
                <a:lnTo>
                  <a:pt x="561724" y="65126"/>
                </a:lnTo>
                <a:lnTo>
                  <a:pt x="561619" y="64894"/>
                </a:lnTo>
                <a:lnTo>
                  <a:pt x="561521" y="64656"/>
                </a:lnTo>
                <a:lnTo>
                  <a:pt x="561433" y="64412"/>
                </a:lnTo>
                <a:lnTo>
                  <a:pt x="561353" y="64164"/>
                </a:lnTo>
                <a:lnTo>
                  <a:pt x="561281" y="63910"/>
                </a:lnTo>
                <a:lnTo>
                  <a:pt x="561217" y="63651"/>
                </a:lnTo>
                <a:lnTo>
                  <a:pt x="561163" y="63387"/>
                </a:lnTo>
                <a:lnTo>
                  <a:pt x="561116" y="63118"/>
                </a:lnTo>
                <a:lnTo>
                  <a:pt x="561078" y="62843"/>
                </a:lnTo>
                <a:lnTo>
                  <a:pt x="561049" y="62563"/>
                </a:lnTo>
                <a:lnTo>
                  <a:pt x="561028" y="62278"/>
                </a:lnTo>
                <a:lnTo>
                  <a:pt x="561015" y="61987"/>
                </a:lnTo>
                <a:lnTo>
                  <a:pt x="561011" y="61692"/>
                </a:lnTo>
                <a:lnTo>
                  <a:pt x="561014" y="61419"/>
                </a:lnTo>
                <a:lnTo>
                  <a:pt x="561025" y="61150"/>
                </a:lnTo>
                <a:lnTo>
                  <a:pt x="561044" y="60886"/>
                </a:lnTo>
                <a:lnTo>
                  <a:pt x="561069" y="60626"/>
                </a:lnTo>
                <a:lnTo>
                  <a:pt x="561102" y="60371"/>
                </a:lnTo>
                <a:lnTo>
                  <a:pt x="561143" y="60120"/>
                </a:lnTo>
                <a:lnTo>
                  <a:pt x="561190" y="59873"/>
                </a:lnTo>
                <a:lnTo>
                  <a:pt x="561245" y="59631"/>
                </a:lnTo>
                <a:lnTo>
                  <a:pt x="561307" y="59394"/>
                </a:lnTo>
                <a:lnTo>
                  <a:pt x="561377" y="59161"/>
                </a:lnTo>
                <a:lnTo>
                  <a:pt x="561454" y="58932"/>
                </a:lnTo>
                <a:lnTo>
                  <a:pt x="561538" y="58708"/>
                </a:lnTo>
                <a:lnTo>
                  <a:pt x="561630" y="58489"/>
                </a:lnTo>
                <a:lnTo>
                  <a:pt x="561729" y="58274"/>
                </a:lnTo>
                <a:lnTo>
                  <a:pt x="561835" y="58063"/>
                </a:lnTo>
                <a:lnTo>
                  <a:pt x="561949" y="57857"/>
                </a:lnTo>
                <a:lnTo>
                  <a:pt x="562070" y="57655"/>
                </a:lnTo>
                <a:lnTo>
                  <a:pt x="562198" y="57457"/>
                </a:lnTo>
                <a:lnTo>
                  <a:pt x="562334" y="57265"/>
                </a:lnTo>
                <a:lnTo>
                  <a:pt x="562477" y="57076"/>
                </a:lnTo>
                <a:lnTo>
                  <a:pt x="562627" y="56892"/>
                </a:lnTo>
                <a:lnTo>
                  <a:pt x="562784" y="56713"/>
                </a:lnTo>
                <a:lnTo>
                  <a:pt x="562949" y="56538"/>
                </a:lnTo>
                <a:lnTo>
                  <a:pt x="563122" y="56367"/>
                </a:lnTo>
                <a:lnTo>
                  <a:pt x="563300" y="56202"/>
                </a:lnTo>
                <a:lnTo>
                  <a:pt x="563483" y="56045"/>
                </a:lnTo>
                <a:lnTo>
                  <a:pt x="563671" y="55894"/>
                </a:lnTo>
                <a:lnTo>
                  <a:pt x="563864" y="55750"/>
                </a:lnTo>
                <a:lnTo>
                  <a:pt x="564062" y="55613"/>
                </a:lnTo>
                <a:lnTo>
                  <a:pt x="564264" y="55483"/>
                </a:lnTo>
                <a:lnTo>
                  <a:pt x="564471" y="55361"/>
                </a:lnTo>
                <a:lnTo>
                  <a:pt x="564683" y="55245"/>
                </a:lnTo>
                <a:lnTo>
                  <a:pt x="564899" y="55136"/>
                </a:lnTo>
                <a:lnTo>
                  <a:pt x="565121" y="55035"/>
                </a:lnTo>
                <a:lnTo>
                  <a:pt x="565347" y="54940"/>
                </a:lnTo>
                <a:lnTo>
                  <a:pt x="565578" y="54852"/>
                </a:lnTo>
                <a:lnTo>
                  <a:pt x="565814" y="54772"/>
                </a:lnTo>
                <a:lnTo>
                  <a:pt x="566054" y="54698"/>
                </a:lnTo>
                <a:lnTo>
                  <a:pt x="566300" y="54631"/>
                </a:lnTo>
                <a:lnTo>
                  <a:pt x="566550" y="54572"/>
                </a:lnTo>
                <a:lnTo>
                  <a:pt x="566804" y="54519"/>
                </a:lnTo>
                <a:lnTo>
                  <a:pt x="567064" y="54473"/>
                </a:lnTo>
                <a:lnTo>
                  <a:pt x="567328" y="54435"/>
                </a:lnTo>
                <a:lnTo>
                  <a:pt x="567598" y="54403"/>
                </a:lnTo>
                <a:lnTo>
                  <a:pt x="567872" y="54379"/>
                </a:lnTo>
                <a:lnTo>
                  <a:pt x="568150" y="54361"/>
                </a:lnTo>
                <a:lnTo>
                  <a:pt x="568434" y="54351"/>
                </a:lnTo>
                <a:lnTo>
                  <a:pt x="568722" y="54347"/>
                </a:lnTo>
                <a:lnTo>
                  <a:pt x="581115" y="54347"/>
                </a:lnTo>
                <a:lnTo>
                  <a:pt x="581115" y="60498"/>
                </a:lnTo>
                <a:lnTo>
                  <a:pt x="581110" y="60825"/>
                </a:lnTo>
                <a:lnTo>
                  <a:pt x="581094" y="61146"/>
                </a:lnTo>
                <a:lnTo>
                  <a:pt x="581067" y="61462"/>
                </a:lnTo>
                <a:lnTo>
                  <a:pt x="581030" y="61773"/>
                </a:lnTo>
                <a:lnTo>
                  <a:pt x="580982" y="62079"/>
                </a:lnTo>
                <a:lnTo>
                  <a:pt x="580923" y="62380"/>
                </a:lnTo>
                <a:lnTo>
                  <a:pt x="580853" y="62676"/>
                </a:lnTo>
                <a:lnTo>
                  <a:pt x="580773" y="62967"/>
                </a:lnTo>
                <a:lnTo>
                  <a:pt x="580682" y="63252"/>
                </a:lnTo>
                <a:lnTo>
                  <a:pt x="580581" y="63533"/>
                </a:lnTo>
                <a:lnTo>
                  <a:pt x="580469" y="63808"/>
                </a:lnTo>
                <a:lnTo>
                  <a:pt x="580346" y="64079"/>
                </a:lnTo>
                <a:lnTo>
                  <a:pt x="580212" y="64344"/>
                </a:lnTo>
                <a:lnTo>
                  <a:pt x="580068" y="64604"/>
                </a:lnTo>
                <a:lnTo>
                  <a:pt x="579913" y="64859"/>
                </a:lnTo>
                <a:lnTo>
                  <a:pt x="579748" y="65109"/>
                </a:lnTo>
                <a:lnTo>
                  <a:pt x="579572" y="65354"/>
                </a:lnTo>
                <a:lnTo>
                  <a:pt x="579385" y="65594"/>
                </a:lnTo>
                <a:lnTo>
                  <a:pt x="579187" y="65828"/>
                </a:lnTo>
                <a:lnTo>
                  <a:pt x="578979" y="66058"/>
                </a:lnTo>
                <a:lnTo>
                  <a:pt x="578760" y="66282"/>
                </a:lnTo>
                <a:lnTo>
                  <a:pt x="578530" y="66502"/>
                </a:lnTo>
                <a:lnTo>
                  <a:pt x="578290" y="66716"/>
                </a:lnTo>
                <a:lnTo>
                  <a:pt x="578039" y="66925"/>
                </a:lnTo>
                <a:lnTo>
                  <a:pt x="577780" y="67127"/>
                </a:lnTo>
                <a:lnTo>
                  <a:pt x="577514" y="67321"/>
                </a:lnTo>
                <a:lnTo>
                  <a:pt x="577242" y="67506"/>
                </a:lnTo>
                <a:lnTo>
                  <a:pt x="576964" y="67682"/>
                </a:lnTo>
                <a:lnTo>
                  <a:pt x="576680" y="67850"/>
                </a:lnTo>
                <a:lnTo>
                  <a:pt x="576390" y="68009"/>
                </a:lnTo>
                <a:lnTo>
                  <a:pt x="576093" y="68160"/>
                </a:lnTo>
                <a:lnTo>
                  <a:pt x="575790" y="68302"/>
                </a:lnTo>
                <a:lnTo>
                  <a:pt x="575481" y="68435"/>
                </a:lnTo>
                <a:lnTo>
                  <a:pt x="575166" y="68560"/>
                </a:lnTo>
                <a:lnTo>
                  <a:pt x="574844" y="68676"/>
                </a:lnTo>
                <a:lnTo>
                  <a:pt x="574517" y="68784"/>
                </a:lnTo>
                <a:lnTo>
                  <a:pt x="574183" y="68883"/>
                </a:lnTo>
                <a:lnTo>
                  <a:pt x="573842" y="68973"/>
                </a:lnTo>
                <a:lnTo>
                  <a:pt x="573496" y="69055"/>
                </a:lnTo>
                <a:lnTo>
                  <a:pt x="573144" y="69128"/>
                </a:lnTo>
                <a:lnTo>
                  <a:pt x="572785" y="69192"/>
                </a:lnTo>
                <a:lnTo>
                  <a:pt x="572420" y="69248"/>
                </a:lnTo>
                <a:lnTo>
                  <a:pt x="572048" y="69296"/>
                </a:lnTo>
                <a:lnTo>
                  <a:pt x="571671" y="69334"/>
                </a:lnTo>
                <a:lnTo>
                  <a:pt x="571287" y="69364"/>
                </a:lnTo>
                <a:lnTo>
                  <a:pt x="570897" y="69386"/>
                </a:lnTo>
                <a:lnTo>
                  <a:pt x="570501" y="69399"/>
                </a:lnTo>
                <a:lnTo>
                  <a:pt x="570099" y="69403"/>
                </a:lnTo>
                <a:lnTo>
                  <a:pt x="569750" y="69400"/>
                </a:lnTo>
                <a:lnTo>
                  <a:pt x="569408" y="69389"/>
                </a:lnTo>
                <a:lnTo>
                  <a:pt x="569071" y="69371"/>
                </a:lnTo>
                <a:lnTo>
                  <a:pt x="568741" y="69346"/>
                </a:lnTo>
                <a:lnTo>
                  <a:pt x="568417" y="69314"/>
                </a:lnTo>
                <a:close/>
                <a:moveTo>
                  <a:pt x="959050" y="77940"/>
                </a:moveTo>
                <a:lnTo>
                  <a:pt x="959343" y="77900"/>
                </a:lnTo>
                <a:lnTo>
                  <a:pt x="959630" y="77853"/>
                </a:lnTo>
                <a:lnTo>
                  <a:pt x="959911" y="77798"/>
                </a:lnTo>
                <a:lnTo>
                  <a:pt x="960188" y="77735"/>
                </a:lnTo>
                <a:lnTo>
                  <a:pt x="960459" y="77666"/>
                </a:lnTo>
                <a:lnTo>
                  <a:pt x="960725" y="77589"/>
                </a:lnTo>
                <a:lnTo>
                  <a:pt x="960986" y="77504"/>
                </a:lnTo>
                <a:lnTo>
                  <a:pt x="961242" y="77413"/>
                </a:lnTo>
                <a:lnTo>
                  <a:pt x="961492" y="77314"/>
                </a:lnTo>
                <a:lnTo>
                  <a:pt x="961737" y="77207"/>
                </a:lnTo>
                <a:lnTo>
                  <a:pt x="961977" y="77094"/>
                </a:lnTo>
                <a:lnTo>
                  <a:pt x="962211" y="76973"/>
                </a:lnTo>
                <a:lnTo>
                  <a:pt x="962440" y="76845"/>
                </a:lnTo>
                <a:lnTo>
                  <a:pt x="962664" y="76709"/>
                </a:lnTo>
                <a:lnTo>
                  <a:pt x="962883" y="76566"/>
                </a:lnTo>
                <a:lnTo>
                  <a:pt x="963097" y="76416"/>
                </a:lnTo>
                <a:lnTo>
                  <a:pt x="963305" y="76258"/>
                </a:lnTo>
                <a:lnTo>
                  <a:pt x="963508" y="76093"/>
                </a:lnTo>
                <a:lnTo>
                  <a:pt x="963706" y="75921"/>
                </a:lnTo>
                <a:lnTo>
                  <a:pt x="963897" y="75743"/>
                </a:lnTo>
                <a:lnTo>
                  <a:pt x="964080" y="75560"/>
                </a:lnTo>
                <a:lnTo>
                  <a:pt x="964254" y="75372"/>
                </a:lnTo>
                <a:lnTo>
                  <a:pt x="964421" y="75179"/>
                </a:lnTo>
                <a:lnTo>
                  <a:pt x="964580" y="74982"/>
                </a:lnTo>
                <a:lnTo>
                  <a:pt x="964730" y="74779"/>
                </a:lnTo>
                <a:lnTo>
                  <a:pt x="964873" y="74572"/>
                </a:lnTo>
                <a:lnTo>
                  <a:pt x="965007" y="74361"/>
                </a:lnTo>
                <a:lnTo>
                  <a:pt x="965133" y="74144"/>
                </a:lnTo>
                <a:lnTo>
                  <a:pt x="965251" y="73923"/>
                </a:lnTo>
                <a:lnTo>
                  <a:pt x="965360" y="73696"/>
                </a:lnTo>
                <a:lnTo>
                  <a:pt x="965462" y="73465"/>
                </a:lnTo>
                <a:lnTo>
                  <a:pt x="965556" y="73230"/>
                </a:lnTo>
                <a:lnTo>
                  <a:pt x="965641" y="72989"/>
                </a:lnTo>
                <a:lnTo>
                  <a:pt x="965718" y="72744"/>
                </a:lnTo>
                <a:lnTo>
                  <a:pt x="965787" y="72494"/>
                </a:lnTo>
                <a:lnTo>
                  <a:pt x="965848" y="72239"/>
                </a:lnTo>
                <a:lnTo>
                  <a:pt x="965901" y="71979"/>
                </a:lnTo>
                <a:lnTo>
                  <a:pt x="965946" y="71715"/>
                </a:lnTo>
                <a:lnTo>
                  <a:pt x="965983" y="71446"/>
                </a:lnTo>
                <a:lnTo>
                  <a:pt x="966011" y="71171"/>
                </a:lnTo>
                <a:lnTo>
                  <a:pt x="966031" y="70893"/>
                </a:lnTo>
                <a:lnTo>
                  <a:pt x="966044" y="70609"/>
                </a:lnTo>
                <a:lnTo>
                  <a:pt x="966048" y="70321"/>
                </a:lnTo>
                <a:lnTo>
                  <a:pt x="966044" y="70032"/>
                </a:lnTo>
                <a:lnTo>
                  <a:pt x="966031" y="69749"/>
                </a:lnTo>
                <a:lnTo>
                  <a:pt x="966011" y="69470"/>
                </a:lnTo>
                <a:lnTo>
                  <a:pt x="965983" y="69196"/>
                </a:lnTo>
                <a:lnTo>
                  <a:pt x="965946" y="68927"/>
                </a:lnTo>
                <a:lnTo>
                  <a:pt x="965901" y="68663"/>
                </a:lnTo>
                <a:lnTo>
                  <a:pt x="965848" y="68403"/>
                </a:lnTo>
                <a:lnTo>
                  <a:pt x="965787" y="68148"/>
                </a:lnTo>
                <a:lnTo>
                  <a:pt x="965718" y="67898"/>
                </a:lnTo>
                <a:lnTo>
                  <a:pt x="965641" y="67653"/>
                </a:lnTo>
                <a:lnTo>
                  <a:pt x="965556" y="67413"/>
                </a:lnTo>
                <a:lnTo>
                  <a:pt x="965462" y="67177"/>
                </a:lnTo>
                <a:lnTo>
                  <a:pt x="965360" y="66946"/>
                </a:lnTo>
                <a:lnTo>
                  <a:pt x="965251" y="66720"/>
                </a:lnTo>
                <a:lnTo>
                  <a:pt x="965133" y="66499"/>
                </a:lnTo>
                <a:lnTo>
                  <a:pt x="965007" y="66282"/>
                </a:lnTo>
                <a:lnTo>
                  <a:pt x="964873" y="66070"/>
                </a:lnTo>
                <a:lnTo>
                  <a:pt x="964730" y="65863"/>
                </a:lnTo>
                <a:lnTo>
                  <a:pt x="964580" y="65661"/>
                </a:lnTo>
                <a:lnTo>
                  <a:pt x="964421" y="65464"/>
                </a:lnTo>
                <a:lnTo>
                  <a:pt x="964254" y="65271"/>
                </a:lnTo>
                <a:lnTo>
                  <a:pt x="964080" y="65083"/>
                </a:lnTo>
                <a:lnTo>
                  <a:pt x="963897" y="64900"/>
                </a:lnTo>
                <a:lnTo>
                  <a:pt x="963706" y="64722"/>
                </a:lnTo>
                <a:lnTo>
                  <a:pt x="963508" y="64549"/>
                </a:lnTo>
                <a:lnTo>
                  <a:pt x="963305" y="64384"/>
                </a:lnTo>
                <a:lnTo>
                  <a:pt x="963097" y="64227"/>
                </a:lnTo>
                <a:lnTo>
                  <a:pt x="962883" y="64076"/>
                </a:lnTo>
                <a:lnTo>
                  <a:pt x="962664" y="63933"/>
                </a:lnTo>
                <a:lnTo>
                  <a:pt x="962440" y="63797"/>
                </a:lnTo>
                <a:lnTo>
                  <a:pt x="962211" y="63669"/>
                </a:lnTo>
                <a:lnTo>
                  <a:pt x="961977" y="63548"/>
                </a:lnTo>
                <a:lnTo>
                  <a:pt x="961737" y="63434"/>
                </a:lnTo>
                <a:lnTo>
                  <a:pt x="961492" y="63328"/>
                </a:lnTo>
                <a:lnTo>
                  <a:pt x="961242" y="63229"/>
                </a:lnTo>
                <a:lnTo>
                  <a:pt x="960986" y="63137"/>
                </a:lnTo>
                <a:lnTo>
                  <a:pt x="960725" y="63053"/>
                </a:lnTo>
                <a:lnTo>
                  <a:pt x="960459" y="62976"/>
                </a:lnTo>
                <a:lnTo>
                  <a:pt x="960188" y="62906"/>
                </a:lnTo>
                <a:lnTo>
                  <a:pt x="959911" y="62844"/>
                </a:lnTo>
                <a:lnTo>
                  <a:pt x="959630" y="62789"/>
                </a:lnTo>
                <a:lnTo>
                  <a:pt x="959343" y="62741"/>
                </a:lnTo>
                <a:lnTo>
                  <a:pt x="959050" y="62701"/>
                </a:lnTo>
                <a:lnTo>
                  <a:pt x="958753" y="62668"/>
                </a:lnTo>
                <a:lnTo>
                  <a:pt x="958450" y="62642"/>
                </a:lnTo>
                <a:lnTo>
                  <a:pt x="958142" y="62624"/>
                </a:lnTo>
                <a:lnTo>
                  <a:pt x="957828" y="62613"/>
                </a:lnTo>
                <a:lnTo>
                  <a:pt x="957510" y="62609"/>
                </a:lnTo>
                <a:lnTo>
                  <a:pt x="957191" y="62613"/>
                </a:lnTo>
                <a:lnTo>
                  <a:pt x="956878" y="62624"/>
                </a:lnTo>
                <a:lnTo>
                  <a:pt x="956569" y="62642"/>
                </a:lnTo>
                <a:lnTo>
                  <a:pt x="956266" y="62668"/>
                </a:lnTo>
                <a:lnTo>
                  <a:pt x="955969" y="62701"/>
                </a:lnTo>
                <a:lnTo>
                  <a:pt x="955676" y="62741"/>
                </a:lnTo>
                <a:lnTo>
                  <a:pt x="955389" y="62789"/>
                </a:lnTo>
                <a:lnTo>
                  <a:pt x="955107" y="62844"/>
                </a:lnTo>
                <a:lnTo>
                  <a:pt x="954831" y="62906"/>
                </a:lnTo>
                <a:lnTo>
                  <a:pt x="954559" y="62976"/>
                </a:lnTo>
                <a:lnTo>
                  <a:pt x="954293" y="63053"/>
                </a:lnTo>
                <a:lnTo>
                  <a:pt x="954032" y="63137"/>
                </a:lnTo>
                <a:lnTo>
                  <a:pt x="953777" y="63229"/>
                </a:lnTo>
                <a:lnTo>
                  <a:pt x="953526" y="63328"/>
                </a:lnTo>
                <a:lnTo>
                  <a:pt x="953281" y="63434"/>
                </a:lnTo>
                <a:lnTo>
                  <a:pt x="953041" y="63548"/>
                </a:lnTo>
                <a:lnTo>
                  <a:pt x="952807" y="63669"/>
                </a:lnTo>
                <a:lnTo>
                  <a:pt x="952578" y="63797"/>
                </a:lnTo>
                <a:lnTo>
                  <a:pt x="952354" y="63933"/>
                </a:lnTo>
                <a:lnTo>
                  <a:pt x="952135" y="64076"/>
                </a:lnTo>
                <a:lnTo>
                  <a:pt x="951921" y="64227"/>
                </a:lnTo>
                <a:lnTo>
                  <a:pt x="951713" y="64384"/>
                </a:lnTo>
                <a:lnTo>
                  <a:pt x="951510" y="64549"/>
                </a:lnTo>
                <a:lnTo>
                  <a:pt x="951313" y="64722"/>
                </a:lnTo>
                <a:lnTo>
                  <a:pt x="951122" y="64900"/>
                </a:lnTo>
                <a:lnTo>
                  <a:pt x="950939" y="65083"/>
                </a:lnTo>
                <a:lnTo>
                  <a:pt x="950764" y="65271"/>
                </a:lnTo>
                <a:lnTo>
                  <a:pt x="950597" y="65464"/>
                </a:lnTo>
                <a:lnTo>
                  <a:pt x="950439" y="65661"/>
                </a:lnTo>
                <a:lnTo>
                  <a:pt x="950288" y="65863"/>
                </a:lnTo>
                <a:lnTo>
                  <a:pt x="950146" y="66070"/>
                </a:lnTo>
                <a:lnTo>
                  <a:pt x="950012" y="66282"/>
                </a:lnTo>
                <a:lnTo>
                  <a:pt x="949886" y="66499"/>
                </a:lnTo>
                <a:lnTo>
                  <a:pt x="949768" y="66720"/>
                </a:lnTo>
                <a:lnTo>
                  <a:pt x="949659" y="66946"/>
                </a:lnTo>
                <a:lnTo>
                  <a:pt x="949557" y="67177"/>
                </a:lnTo>
                <a:lnTo>
                  <a:pt x="949464" y="67413"/>
                </a:lnTo>
                <a:lnTo>
                  <a:pt x="949378" y="67653"/>
                </a:lnTo>
                <a:lnTo>
                  <a:pt x="949301" y="67898"/>
                </a:lnTo>
                <a:lnTo>
                  <a:pt x="949232" y="68148"/>
                </a:lnTo>
                <a:lnTo>
                  <a:pt x="949171" y="68403"/>
                </a:lnTo>
                <a:lnTo>
                  <a:pt x="949118" y="68663"/>
                </a:lnTo>
                <a:lnTo>
                  <a:pt x="949073" y="68927"/>
                </a:lnTo>
                <a:lnTo>
                  <a:pt x="949037" y="69196"/>
                </a:lnTo>
                <a:lnTo>
                  <a:pt x="949008" y="69470"/>
                </a:lnTo>
                <a:lnTo>
                  <a:pt x="948988" y="69749"/>
                </a:lnTo>
                <a:lnTo>
                  <a:pt x="948976" y="70032"/>
                </a:lnTo>
                <a:lnTo>
                  <a:pt x="948972" y="70321"/>
                </a:lnTo>
                <a:lnTo>
                  <a:pt x="948976" y="70609"/>
                </a:lnTo>
                <a:lnTo>
                  <a:pt x="948988" y="70893"/>
                </a:lnTo>
                <a:lnTo>
                  <a:pt x="949008" y="71171"/>
                </a:lnTo>
                <a:lnTo>
                  <a:pt x="949037" y="71446"/>
                </a:lnTo>
                <a:lnTo>
                  <a:pt x="949073" y="71715"/>
                </a:lnTo>
                <a:lnTo>
                  <a:pt x="949118" y="71979"/>
                </a:lnTo>
                <a:lnTo>
                  <a:pt x="949171" y="72239"/>
                </a:lnTo>
                <a:lnTo>
                  <a:pt x="949232" y="72494"/>
                </a:lnTo>
                <a:lnTo>
                  <a:pt x="949301" y="72744"/>
                </a:lnTo>
                <a:lnTo>
                  <a:pt x="949378" y="72989"/>
                </a:lnTo>
                <a:lnTo>
                  <a:pt x="949464" y="73230"/>
                </a:lnTo>
                <a:lnTo>
                  <a:pt x="949557" y="73465"/>
                </a:lnTo>
                <a:lnTo>
                  <a:pt x="949659" y="73696"/>
                </a:lnTo>
                <a:lnTo>
                  <a:pt x="949768" y="73923"/>
                </a:lnTo>
                <a:lnTo>
                  <a:pt x="949886" y="74144"/>
                </a:lnTo>
                <a:lnTo>
                  <a:pt x="950012" y="74361"/>
                </a:lnTo>
                <a:lnTo>
                  <a:pt x="950146" y="74572"/>
                </a:lnTo>
                <a:lnTo>
                  <a:pt x="950288" y="74779"/>
                </a:lnTo>
                <a:lnTo>
                  <a:pt x="950439" y="74982"/>
                </a:lnTo>
                <a:lnTo>
                  <a:pt x="950597" y="75179"/>
                </a:lnTo>
                <a:lnTo>
                  <a:pt x="950764" y="75372"/>
                </a:lnTo>
                <a:lnTo>
                  <a:pt x="950939" y="75560"/>
                </a:lnTo>
                <a:lnTo>
                  <a:pt x="951122" y="75743"/>
                </a:lnTo>
                <a:lnTo>
                  <a:pt x="951313" y="75921"/>
                </a:lnTo>
                <a:lnTo>
                  <a:pt x="951510" y="76093"/>
                </a:lnTo>
                <a:lnTo>
                  <a:pt x="951713" y="76258"/>
                </a:lnTo>
                <a:lnTo>
                  <a:pt x="951921" y="76416"/>
                </a:lnTo>
                <a:lnTo>
                  <a:pt x="952135" y="76566"/>
                </a:lnTo>
                <a:lnTo>
                  <a:pt x="952354" y="76709"/>
                </a:lnTo>
                <a:lnTo>
                  <a:pt x="952578" y="76845"/>
                </a:lnTo>
                <a:lnTo>
                  <a:pt x="952807" y="76973"/>
                </a:lnTo>
                <a:lnTo>
                  <a:pt x="953041" y="77094"/>
                </a:lnTo>
                <a:lnTo>
                  <a:pt x="953281" y="77207"/>
                </a:lnTo>
                <a:lnTo>
                  <a:pt x="953526" y="77314"/>
                </a:lnTo>
                <a:lnTo>
                  <a:pt x="953777" y="77413"/>
                </a:lnTo>
                <a:lnTo>
                  <a:pt x="954032" y="77504"/>
                </a:lnTo>
                <a:lnTo>
                  <a:pt x="954293" y="77589"/>
                </a:lnTo>
                <a:lnTo>
                  <a:pt x="954559" y="77666"/>
                </a:lnTo>
                <a:lnTo>
                  <a:pt x="954831" y="77735"/>
                </a:lnTo>
                <a:lnTo>
                  <a:pt x="955107" y="77798"/>
                </a:lnTo>
                <a:lnTo>
                  <a:pt x="955389" y="77853"/>
                </a:lnTo>
                <a:lnTo>
                  <a:pt x="955676" y="77900"/>
                </a:lnTo>
                <a:lnTo>
                  <a:pt x="955969" y="77940"/>
                </a:lnTo>
                <a:lnTo>
                  <a:pt x="956266" y="77973"/>
                </a:lnTo>
                <a:lnTo>
                  <a:pt x="956569" y="77999"/>
                </a:lnTo>
                <a:lnTo>
                  <a:pt x="956878" y="78017"/>
                </a:lnTo>
                <a:lnTo>
                  <a:pt x="957191" y="78028"/>
                </a:lnTo>
                <a:lnTo>
                  <a:pt x="957510" y="78032"/>
                </a:lnTo>
                <a:lnTo>
                  <a:pt x="957828" y="78028"/>
                </a:lnTo>
                <a:lnTo>
                  <a:pt x="958142" y="78017"/>
                </a:lnTo>
                <a:lnTo>
                  <a:pt x="958450" y="77999"/>
                </a:lnTo>
                <a:lnTo>
                  <a:pt x="958753" y="77973"/>
                </a:lnTo>
                <a:lnTo>
                  <a:pt x="959050" y="77940"/>
                </a:lnTo>
                <a:close/>
              </a:path>
            </a:pathLst>
          </a:custGeom>
          <a:solidFill xmlns:a="http://schemas.openxmlformats.org/drawingml/2006/main">
            <a:srgbClr val="D222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Text if">
            <a:extLst xmlns:a="http://schemas.openxmlformats.org/drawingml/2006/main">
              <a:ext uri="{FF2B5EF4-FFF2-40B4-BE49-F238E27FC236}">
                <a16:creationId xmlns:a16="http://schemas.microsoft.com/office/drawing/2014/main" id="{B69BBEF1-54BD-4AF4-8C84-26D9A834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38" y="1355394"/>
            <a:ext cx="97771" cy="72157"/>
          </a:xfrm>
          <a:custGeom xmlns:a="http://schemas.openxmlformats.org/drawingml/2006/main">
            <a:pathLst>
              <a:path w="97771" h="72157">
                <a:moveTo>
                  <a:pt x="0" y="72157"/>
                </a:moveTo>
                <a:lnTo>
                  <a:pt x="0" y="61692"/>
                </a:lnTo>
                <a:lnTo>
                  <a:pt x="17626" y="61692"/>
                </a:lnTo>
                <a:lnTo>
                  <a:pt x="17626" y="32039"/>
                </a:lnTo>
                <a:lnTo>
                  <a:pt x="2295" y="32039"/>
                </a:lnTo>
                <a:lnTo>
                  <a:pt x="2295" y="21665"/>
                </a:lnTo>
                <a:lnTo>
                  <a:pt x="28642" y="21665"/>
                </a:lnTo>
                <a:lnTo>
                  <a:pt x="28642" y="61692"/>
                </a:lnTo>
                <a:lnTo>
                  <a:pt x="44249" y="61692"/>
                </a:lnTo>
                <a:lnTo>
                  <a:pt x="44249" y="72157"/>
                </a:lnTo>
                <a:lnTo>
                  <a:pt x="0" y="72157"/>
                </a:lnTo>
                <a:moveTo>
                  <a:pt x="22217" y="13219"/>
                </a:moveTo>
                <a:cubicBezTo>
                  <a:pt x="19891" y="13219"/>
                  <a:pt x="18054" y="12623"/>
                  <a:pt x="16707" y="11429"/>
                </a:cubicBezTo>
                <a:cubicBezTo>
                  <a:pt x="15362" y="10236"/>
                  <a:pt x="14689" y="8629"/>
                  <a:pt x="14689" y="6609"/>
                </a:cubicBezTo>
                <a:cubicBezTo>
                  <a:pt x="14689" y="4590"/>
                  <a:pt x="15362" y="2984"/>
                  <a:pt x="16707" y="1790"/>
                </a:cubicBezTo>
                <a:cubicBezTo>
                  <a:pt x="18054" y="597"/>
                  <a:pt x="19891" y="0"/>
                  <a:pt x="22217" y="0"/>
                </a:cubicBezTo>
                <a:cubicBezTo>
                  <a:pt x="24542" y="0"/>
                  <a:pt x="26378" y="597"/>
                  <a:pt x="27725" y="1790"/>
                </a:cubicBezTo>
                <a:cubicBezTo>
                  <a:pt x="29071" y="2984"/>
                  <a:pt x="29745" y="4590"/>
                  <a:pt x="29745" y="6609"/>
                </a:cubicBezTo>
                <a:cubicBezTo>
                  <a:pt x="29745" y="8629"/>
                  <a:pt x="29071" y="10236"/>
                  <a:pt x="27725" y="11429"/>
                </a:cubicBezTo>
                <a:cubicBezTo>
                  <a:pt x="26378" y="12623"/>
                  <a:pt x="24542" y="13219"/>
                  <a:pt x="22217" y="13219"/>
                </a:cubicBezTo>
                <a:close/>
                <a:moveTo>
                  <a:pt x="66925" y="72157"/>
                </a:moveTo>
                <a:lnTo>
                  <a:pt x="66925" y="37638"/>
                </a:lnTo>
                <a:lnTo>
                  <a:pt x="53062" y="37638"/>
                </a:lnTo>
                <a:lnTo>
                  <a:pt x="53062" y="27265"/>
                </a:lnTo>
                <a:lnTo>
                  <a:pt x="66925" y="27265"/>
                </a:lnTo>
                <a:lnTo>
                  <a:pt x="66925" y="19645"/>
                </a:lnTo>
                <a:cubicBezTo>
                  <a:pt x="66925" y="15239"/>
                  <a:pt x="68393" y="11720"/>
                  <a:pt x="71330" y="9088"/>
                </a:cubicBezTo>
                <a:cubicBezTo>
                  <a:pt x="74268" y="6457"/>
                  <a:pt x="78155" y="5141"/>
                  <a:pt x="82991" y="5141"/>
                </a:cubicBezTo>
                <a:lnTo>
                  <a:pt x="97771" y="5141"/>
                </a:lnTo>
                <a:lnTo>
                  <a:pt x="97771" y="15239"/>
                </a:lnTo>
                <a:lnTo>
                  <a:pt x="83265" y="15239"/>
                </a:lnTo>
                <a:cubicBezTo>
                  <a:pt x="81796" y="15239"/>
                  <a:pt x="80618" y="15653"/>
                  <a:pt x="79731" y="16479"/>
                </a:cubicBezTo>
                <a:cubicBezTo>
                  <a:pt x="78844" y="17305"/>
                  <a:pt x="78400" y="18421"/>
                  <a:pt x="78400" y="19828"/>
                </a:cubicBezTo>
                <a:lnTo>
                  <a:pt x="78400" y="27265"/>
                </a:lnTo>
                <a:lnTo>
                  <a:pt x="97771" y="27265"/>
                </a:lnTo>
                <a:lnTo>
                  <a:pt x="97771" y="37638"/>
                </a:lnTo>
                <a:lnTo>
                  <a:pt x="78400" y="37638"/>
                </a:lnTo>
                <a:lnTo>
                  <a:pt x="78400" y="72157"/>
                </a:lnTo>
                <a:lnTo>
                  <a:pt x="66925" y="72157"/>
                </a:lnTo>
                <a:close/>
              </a:path>
            </a:pathLst>
          </a:custGeom>
          <a:solidFill xmlns:a="http://schemas.openxmlformats.org/drawingml/2006/main">
            <a:srgbClr val="D222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Text debug">
            <a:extLst xmlns:a="http://schemas.openxmlformats.org/drawingml/2006/main">
              <a:ext uri="{FF2B5EF4-FFF2-40B4-BE49-F238E27FC236}">
                <a16:creationId xmlns:a16="http://schemas.microsoft.com/office/drawing/2014/main" id="{57B74CC8-D154-4317-86C0-7EEEE9EB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8474" y="1360535"/>
            <a:ext cx="261915" cy="83540"/>
          </a:xfrm>
          <a:custGeom xmlns:a="http://schemas.openxmlformats.org/drawingml/2006/main">
            <a:pathLst>
              <a:path w="261915" h="83540">
                <a:moveTo>
                  <a:pt x="29870" y="24581"/>
                </a:moveTo>
                <a:lnTo>
                  <a:pt x="29749" y="24154"/>
                </a:lnTo>
                <a:lnTo>
                  <a:pt x="29615" y="23737"/>
                </a:lnTo>
                <a:lnTo>
                  <a:pt x="29468" y="23329"/>
                </a:lnTo>
                <a:lnTo>
                  <a:pt x="29309" y="22930"/>
                </a:lnTo>
                <a:lnTo>
                  <a:pt x="29137" y="22540"/>
                </a:lnTo>
                <a:lnTo>
                  <a:pt x="28952" y="22159"/>
                </a:lnTo>
                <a:lnTo>
                  <a:pt x="28754" y="21788"/>
                </a:lnTo>
                <a:lnTo>
                  <a:pt x="28544" y="21425"/>
                </a:lnTo>
                <a:lnTo>
                  <a:pt x="28320" y="21071"/>
                </a:lnTo>
                <a:lnTo>
                  <a:pt x="28084" y="20727"/>
                </a:lnTo>
                <a:lnTo>
                  <a:pt x="27836" y="20391"/>
                </a:lnTo>
                <a:lnTo>
                  <a:pt x="27574" y="20065"/>
                </a:lnTo>
                <a:lnTo>
                  <a:pt x="27300" y="19748"/>
                </a:lnTo>
                <a:lnTo>
                  <a:pt x="27013" y="19440"/>
                </a:lnTo>
                <a:lnTo>
                  <a:pt x="26713" y="19141"/>
                </a:lnTo>
                <a:lnTo>
                  <a:pt x="26403" y="18852"/>
                </a:lnTo>
                <a:lnTo>
                  <a:pt x="26084" y="18576"/>
                </a:lnTo>
                <a:lnTo>
                  <a:pt x="25755" y="18312"/>
                </a:lnTo>
                <a:lnTo>
                  <a:pt x="25418" y="18061"/>
                </a:lnTo>
                <a:lnTo>
                  <a:pt x="25072" y="17821"/>
                </a:lnTo>
                <a:lnTo>
                  <a:pt x="24717" y="17594"/>
                </a:lnTo>
                <a:lnTo>
                  <a:pt x="24353" y="17380"/>
                </a:lnTo>
                <a:lnTo>
                  <a:pt x="23980" y="17177"/>
                </a:lnTo>
                <a:lnTo>
                  <a:pt x="23598" y="16987"/>
                </a:lnTo>
                <a:lnTo>
                  <a:pt x="23208" y="16809"/>
                </a:lnTo>
                <a:lnTo>
                  <a:pt x="22808" y="16643"/>
                </a:lnTo>
                <a:lnTo>
                  <a:pt x="22399" y="16490"/>
                </a:lnTo>
                <a:lnTo>
                  <a:pt x="21982" y="16349"/>
                </a:lnTo>
                <a:lnTo>
                  <a:pt x="21555" y="16220"/>
                </a:lnTo>
                <a:lnTo>
                  <a:pt x="21120" y="16103"/>
                </a:lnTo>
                <a:lnTo>
                  <a:pt x="20676" y="15999"/>
                </a:lnTo>
                <a:lnTo>
                  <a:pt x="20222" y="15907"/>
                </a:lnTo>
                <a:lnTo>
                  <a:pt x="19760" y="15827"/>
                </a:lnTo>
                <a:lnTo>
                  <a:pt x="19289" y="15760"/>
                </a:lnTo>
                <a:lnTo>
                  <a:pt x="18809" y="15705"/>
                </a:lnTo>
                <a:lnTo>
                  <a:pt x="18320" y="15662"/>
                </a:lnTo>
                <a:lnTo>
                  <a:pt x="17822" y="15631"/>
                </a:lnTo>
                <a:lnTo>
                  <a:pt x="17316" y="15613"/>
                </a:lnTo>
                <a:lnTo>
                  <a:pt x="16800" y="15606"/>
                </a:lnTo>
                <a:lnTo>
                  <a:pt x="16170" y="15616"/>
                </a:lnTo>
                <a:lnTo>
                  <a:pt x="15551" y="15643"/>
                </a:lnTo>
                <a:lnTo>
                  <a:pt x="14942" y="15688"/>
                </a:lnTo>
                <a:lnTo>
                  <a:pt x="14344" y="15752"/>
                </a:lnTo>
                <a:lnTo>
                  <a:pt x="13756" y="15834"/>
                </a:lnTo>
                <a:lnTo>
                  <a:pt x="13179" y="15934"/>
                </a:lnTo>
                <a:lnTo>
                  <a:pt x="12612" y="16052"/>
                </a:lnTo>
                <a:lnTo>
                  <a:pt x="12056" y="16188"/>
                </a:lnTo>
                <a:lnTo>
                  <a:pt x="11511" y="16342"/>
                </a:lnTo>
                <a:lnTo>
                  <a:pt x="10976" y="16515"/>
                </a:lnTo>
                <a:lnTo>
                  <a:pt x="10451" y="16706"/>
                </a:lnTo>
                <a:lnTo>
                  <a:pt x="9937" y="16915"/>
                </a:lnTo>
                <a:lnTo>
                  <a:pt x="9433" y="17142"/>
                </a:lnTo>
                <a:lnTo>
                  <a:pt x="8940" y="17387"/>
                </a:lnTo>
                <a:lnTo>
                  <a:pt x="8458" y="17651"/>
                </a:lnTo>
                <a:lnTo>
                  <a:pt x="7986" y="17932"/>
                </a:lnTo>
                <a:lnTo>
                  <a:pt x="7525" y="18232"/>
                </a:lnTo>
                <a:lnTo>
                  <a:pt x="7074" y="18550"/>
                </a:lnTo>
                <a:lnTo>
                  <a:pt x="6633" y="18886"/>
                </a:lnTo>
                <a:lnTo>
                  <a:pt x="6203" y="19241"/>
                </a:lnTo>
                <a:lnTo>
                  <a:pt x="5784" y="19613"/>
                </a:lnTo>
                <a:lnTo>
                  <a:pt x="5375" y="20004"/>
                </a:lnTo>
                <a:lnTo>
                  <a:pt x="4977" y="20413"/>
                </a:lnTo>
                <a:lnTo>
                  <a:pt x="4589" y="20840"/>
                </a:lnTo>
                <a:lnTo>
                  <a:pt x="4215" y="21282"/>
                </a:lnTo>
                <a:lnTo>
                  <a:pt x="3856" y="21737"/>
                </a:lnTo>
                <a:lnTo>
                  <a:pt x="3513" y="22205"/>
                </a:lnTo>
                <a:lnTo>
                  <a:pt x="3187" y="22686"/>
                </a:lnTo>
                <a:lnTo>
                  <a:pt x="2876" y="23179"/>
                </a:lnTo>
                <a:lnTo>
                  <a:pt x="2581" y="23685"/>
                </a:lnTo>
                <a:lnTo>
                  <a:pt x="2302" y="24204"/>
                </a:lnTo>
                <a:lnTo>
                  <a:pt x="2040" y="24736"/>
                </a:lnTo>
                <a:lnTo>
                  <a:pt x="1793" y="25280"/>
                </a:lnTo>
                <a:lnTo>
                  <a:pt x="1562" y="25838"/>
                </a:lnTo>
                <a:lnTo>
                  <a:pt x="1346" y="26407"/>
                </a:lnTo>
                <a:lnTo>
                  <a:pt x="1147" y="26990"/>
                </a:lnTo>
                <a:lnTo>
                  <a:pt x="964" y="27586"/>
                </a:lnTo>
                <a:lnTo>
                  <a:pt x="797" y="28194"/>
                </a:lnTo>
                <a:lnTo>
                  <a:pt x="645" y="28815"/>
                </a:lnTo>
                <a:lnTo>
                  <a:pt x="510" y="29448"/>
                </a:lnTo>
                <a:lnTo>
                  <a:pt x="390" y="30095"/>
                </a:lnTo>
                <a:lnTo>
                  <a:pt x="287" y="30754"/>
                </a:lnTo>
                <a:lnTo>
                  <a:pt x="199" y="31426"/>
                </a:lnTo>
                <a:lnTo>
                  <a:pt x="127" y="32111"/>
                </a:lnTo>
                <a:lnTo>
                  <a:pt x="72" y="32808"/>
                </a:lnTo>
                <a:lnTo>
                  <a:pt x="32" y="33518"/>
                </a:lnTo>
                <a:lnTo>
                  <a:pt x="8" y="34241"/>
                </a:lnTo>
                <a:lnTo>
                  <a:pt x="0" y="34977"/>
                </a:lnTo>
                <a:lnTo>
                  <a:pt x="0" y="48656"/>
                </a:lnTo>
                <a:lnTo>
                  <a:pt x="8" y="49384"/>
                </a:lnTo>
                <a:lnTo>
                  <a:pt x="32" y="50100"/>
                </a:lnTo>
                <a:lnTo>
                  <a:pt x="72" y="50803"/>
                </a:lnTo>
                <a:lnTo>
                  <a:pt x="129" y="51494"/>
                </a:lnTo>
                <a:lnTo>
                  <a:pt x="201" y="52172"/>
                </a:lnTo>
                <a:lnTo>
                  <a:pt x="290" y="52838"/>
                </a:lnTo>
                <a:lnTo>
                  <a:pt x="394" y="53492"/>
                </a:lnTo>
                <a:lnTo>
                  <a:pt x="515" y="54133"/>
                </a:lnTo>
                <a:lnTo>
                  <a:pt x="652" y="54762"/>
                </a:lnTo>
                <a:lnTo>
                  <a:pt x="805" y="55378"/>
                </a:lnTo>
                <a:lnTo>
                  <a:pt x="974" y="55982"/>
                </a:lnTo>
                <a:lnTo>
                  <a:pt x="1159" y="56573"/>
                </a:lnTo>
                <a:lnTo>
                  <a:pt x="1360" y="57152"/>
                </a:lnTo>
                <a:lnTo>
                  <a:pt x="1577" y="57719"/>
                </a:lnTo>
                <a:lnTo>
                  <a:pt x="1811" y="58273"/>
                </a:lnTo>
                <a:lnTo>
                  <a:pt x="2060" y="58815"/>
                </a:lnTo>
                <a:lnTo>
                  <a:pt x="2326" y="59344"/>
                </a:lnTo>
                <a:lnTo>
                  <a:pt x="2607" y="59861"/>
                </a:lnTo>
                <a:lnTo>
                  <a:pt x="2905" y="60366"/>
                </a:lnTo>
                <a:lnTo>
                  <a:pt x="3219" y="60858"/>
                </a:lnTo>
                <a:lnTo>
                  <a:pt x="3549" y="61337"/>
                </a:lnTo>
                <a:lnTo>
                  <a:pt x="3895" y="61805"/>
                </a:lnTo>
                <a:lnTo>
                  <a:pt x="4257" y="62259"/>
                </a:lnTo>
                <a:lnTo>
                  <a:pt x="4635" y="62702"/>
                </a:lnTo>
                <a:lnTo>
                  <a:pt x="5027" y="63129"/>
                </a:lnTo>
                <a:lnTo>
                  <a:pt x="5428" y="63537"/>
                </a:lnTo>
                <a:lnTo>
                  <a:pt x="5840" y="63928"/>
                </a:lnTo>
                <a:lnTo>
                  <a:pt x="6261" y="64300"/>
                </a:lnTo>
                <a:lnTo>
                  <a:pt x="6693" y="64655"/>
                </a:lnTo>
                <a:lnTo>
                  <a:pt x="7134" y="64991"/>
                </a:lnTo>
                <a:lnTo>
                  <a:pt x="7586" y="65309"/>
                </a:lnTo>
                <a:lnTo>
                  <a:pt x="8048" y="65608"/>
                </a:lnTo>
                <a:lnTo>
                  <a:pt x="8519" y="65890"/>
                </a:lnTo>
                <a:lnTo>
                  <a:pt x="9001" y="66153"/>
                </a:lnTo>
                <a:lnTo>
                  <a:pt x="9493" y="66399"/>
                </a:lnTo>
                <a:lnTo>
                  <a:pt x="9995" y="66626"/>
                </a:lnTo>
                <a:lnTo>
                  <a:pt x="10507" y="66835"/>
                </a:lnTo>
                <a:lnTo>
                  <a:pt x="11029" y="67025"/>
                </a:lnTo>
                <a:lnTo>
                  <a:pt x="11561" y="67198"/>
                </a:lnTo>
                <a:lnTo>
                  <a:pt x="12103" y="67352"/>
                </a:lnTo>
                <a:lnTo>
                  <a:pt x="12655" y="67489"/>
                </a:lnTo>
                <a:lnTo>
                  <a:pt x="13217" y="67607"/>
                </a:lnTo>
                <a:lnTo>
                  <a:pt x="13789" y="67707"/>
                </a:lnTo>
                <a:lnTo>
                  <a:pt x="14371" y="67788"/>
                </a:lnTo>
                <a:lnTo>
                  <a:pt x="14963" y="67852"/>
                </a:lnTo>
                <a:lnTo>
                  <a:pt x="15565" y="67897"/>
                </a:lnTo>
                <a:lnTo>
                  <a:pt x="16178" y="67925"/>
                </a:lnTo>
                <a:lnTo>
                  <a:pt x="16800" y="67934"/>
                </a:lnTo>
                <a:lnTo>
                  <a:pt x="17316" y="67928"/>
                </a:lnTo>
                <a:lnTo>
                  <a:pt x="17822" y="67909"/>
                </a:lnTo>
                <a:lnTo>
                  <a:pt x="18320" y="67878"/>
                </a:lnTo>
                <a:lnTo>
                  <a:pt x="18809" y="67835"/>
                </a:lnTo>
                <a:lnTo>
                  <a:pt x="19289" y="67780"/>
                </a:lnTo>
                <a:lnTo>
                  <a:pt x="19760" y="67713"/>
                </a:lnTo>
                <a:lnTo>
                  <a:pt x="20222" y="67633"/>
                </a:lnTo>
                <a:lnTo>
                  <a:pt x="20676" y="67541"/>
                </a:lnTo>
                <a:lnTo>
                  <a:pt x="21120" y="67437"/>
                </a:lnTo>
                <a:lnTo>
                  <a:pt x="21555" y="67320"/>
                </a:lnTo>
                <a:lnTo>
                  <a:pt x="21982" y="67191"/>
                </a:lnTo>
                <a:lnTo>
                  <a:pt x="22399" y="67050"/>
                </a:lnTo>
                <a:lnTo>
                  <a:pt x="22808" y="66897"/>
                </a:lnTo>
                <a:lnTo>
                  <a:pt x="23208" y="66731"/>
                </a:lnTo>
                <a:lnTo>
                  <a:pt x="23598" y="66553"/>
                </a:lnTo>
                <a:lnTo>
                  <a:pt x="23980" y="66363"/>
                </a:lnTo>
                <a:lnTo>
                  <a:pt x="24353" y="66160"/>
                </a:lnTo>
                <a:lnTo>
                  <a:pt x="24717" y="65946"/>
                </a:lnTo>
                <a:lnTo>
                  <a:pt x="25072" y="65719"/>
                </a:lnTo>
                <a:lnTo>
                  <a:pt x="25418" y="65479"/>
                </a:lnTo>
                <a:lnTo>
                  <a:pt x="25755" y="65228"/>
                </a:lnTo>
                <a:lnTo>
                  <a:pt x="26084" y="64964"/>
                </a:lnTo>
                <a:lnTo>
                  <a:pt x="26403" y="64688"/>
                </a:lnTo>
                <a:lnTo>
                  <a:pt x="26713" y="64399"/>
                </a:lnTo>
                <a:lnTo>
                  <a:pt x="27013" y="64100"/>
                </a:lnTo>
                <a:lnTo>
                  <a:pt x="27300" y="63792"/>
                </a:lnTo>
                <a:lnTo>
                  <a:pt x="27574" y="63475"/>
                </a:lnTo>
                <a:lnTo>
                  <a:pt x="27836" y="63149"/>
                </a:lnTo>
                <a:lnTo>
                  <a:pt x="28084" y="62813"/>
                </a:lnTo>
                <a:lnTo>
                  <a:pt x="28320" y="62469"/>
                </a:lnTo>
                <a:lnTo>
                  <a:pt x="28544" y="62115"/>
                </a:lnTo>
                <a:lnTo>
                  <a:pt x="28754" y="61753"/>
                </a:lnTo>
                <a:lnTo>
                  <a:pt x="28952" y="61381"/>
                </a:lnTo>
                <a:lnTo>
                  <a:pt x="29137" y="61000"/>
                </a:lnTo>
                <a:lnTo>
                  <a:pt x="29309" y="60610"/>
                </a:lnTo>
                <a:lnTo>
                  <a:pt x="29468" y="60211"/>
                </a:lnTo>
                <a:lnTo>
                  <a:pt x="29615" y="59803"/>
                </a:lnTo>
                <a:lnTo>
                  <a:pt x="29749" y="59386"/>
                </a:lnTo>
                <a:lnTo>
                  <a:pt x="29870" y="58959"/>
                </a:lnTo>
                <a:lnTo>
                  <a:pt x="29978" y="58524"/>
                </a:lnTo>
                <a:lnTo>
                  <a:pt x="30074" y="58080"/>
                </a:lnTo>
                <a:lnTo>
                  <a:pt x="30157" y="57626"/>
                </a:lnTo>
                <a:lnTo>
                  <a:pt x="30195" y="57377"/>
                </a:lnTo>
                <a:lnTo>
                  <a:pt x="30386" y="57377"/>
                </a:lnTo>
                <a:lnTo>
                  <a:pt x="30386" y="67016"/>
                </a:lnTo>
                <a:lnTo>
                  <a:pt x="41586" y="67016"/>
                </a:lnTo>
                <a:lnTo>
                  <a:pt x="41586" y="0"/>
                </a:lnTo>
                <a:lnTo>
                  <a:pt x="30110" y="0"/>
                </a:lnTo>
                <a:lnTo>
                  <a:pt x="30110" y="14137"/>
                </a:lnTo>
                <a:lnTo>
                  <a:pt x="30477" y="26163"/>
                </a:lnTo>
                <a:lnTo>
                  <a:pt x="30195" y="26163"/>
                </a:lnTo>
                <a:lnTo>
                  <a:pt x="30157" y="25914"/>
                </a:lnTo>
                <a:lnTo>
                  <a:pt x="30074" y="25460"/>
                </a:lnTo>
                <a:lnTo>
                  <a:pt x="29978" y="25016"/>
                </a:lnTo>
                <a:lnTo>
                  <a:pt x="29870" y="24581"/>
                </a:lnTo>
                <a:close/>
                <a:moveTo>
                  <a:pt x="19423" y="57947"/>
                </a:moveTo>
                <a:lnTo>
                  <a:pt x="19086" y="57907"/>
                </a:lnTo>
                <a:lnTo>
                  <a:pt x="18756" y="57858"/>
                </a:lnTo>
                <a:lnTo>
                  <a:pt x="18432" y="57800"/>
                </a:lnTo>
                <a:lnTo>
                  <a:pt x="18115" y="57733"/>
                </a:lnTo>
                <a:lnTo>
                  <a:pt x="17804" y="57657"/>
                </a:lnTo>
                <a:lnTo>
                  <a:pt x="17501" y="57572"/>
                </a:lnTo>
                <a:lnTo>
                  <a:pt x="17204" y="57479"/>
                </a:lnTo>
                <a:lnTo>
                  <a:pt x="16914" y="57376"/>
                </a:lnTo>
                <a:lnTo>
                  <a:pt x="16630" y="57265"/>
                </a:lnTo>
                <a:lnTo>
                  <a:pt x="16353" y="57144"/>
                </a:lnTo>
                <a:lnTo>
                  <a:pt x="16083" y="57015"/>
                </a:lnTo>
                <a:lnTo>
                  <a:pt x="15820" y="56876"/>
                </a:lnTo>
                <a:lnTo>
                  <a:pt x="15563" y="56729"/>
                </a:lnTo>
                <a:lnTo>
                  <a:pt x="15313" y="56573"/>
                </a:lnTo>
                <a:lnTo>
                  <a:pt x="15070" y="56408"/>
                </a:lnTo>
                <a:lnTo>
                  <a:pt x="14833" y="56234"/>
                </a:lnTo>
                <a:lnTo>
                  <a:pt x="14603" y="56051"/>
                </a:lnTo>
                <a:lnTo>
                  <a:pt x="14380" y="55859"/>
                </a:lnTo>
                <a:lnTo>
                  <a:pt x="14163" y="55658"/>
                </a:lnTo>
                <a:lnTo>
                  <a:pt x="13953" y="55448"/>
                </a:lnTo>
                <a:lnTo>
                  <a:pt x="13751" y="55230"/>
                </a:lnTo>
                <a:lnTo>
                  <a:pt x="13558" y="55005"/>
                </a:lnTo>
                <a:lnTo>
                  <a:pt x="13373" y="54771"/>
                </a:lnTo>
                <a:lnTo>
                  <a:pt x="13196" y="54530"/>
                </a:lnTo>
                <a:lnTo>
                  <a:pt x="13029" y="54282"/>
                </a:lnTo>
                <a:lnTo>
                  <a:pt x="12869" y="54025"/>
                </a:lnTo>
                <a:lnTo>
                  <a:pt x="12719" y="53761"/>
                </a:lnTo>
                <a:lnTo>
                  <a:pt x="12577" y="53490"/>
                </a:lnTo>
                <a:lnTo>
                  <a:pt x="12443" y="53211"/>
                </a:lnTo>
                <a:lnTo>
                  <a:pt x="12319" y="52924"/>
                </a:lnTo>
                <a:lnTo>
                  <a:pt x="12202" y="52629"/>
                </a:lnTo>
                <a:lnTo>
                  <a:pt x="12095" y="52327"/>
                </a:lnTo>
                <a:lnTo>
                  <a:pt x="11996" y="52017"/>
                </a:lnTo>
                <a:lnTo>
                  <a:pt x="11906" y="51700"/>
                </a:lnTo>
                <a:lnTo>
                  <a:pt x="11824" y="51375"/>
                </a:lnTo>
                <a:lnTo>
                  <a:pt x="11751" y="51042"/>
                </a:lnTo>
                <a:lnTo>
                  <a:pt x="11686" y="50702"/>
                </a:lnTo>
                <a:lnTo>
                  <a:pt x="11630" y="50354"/>
                </a:lnTo>
                <a:lnTo>
                  <a:pt x="11583" y="49998"/>
                </a:lnTo>
                <a:lnTo>
                  <a:pt x="11544" y="49635"/>
                </a:lnTo>
                <a:lnTo>
                  <a:pt x="11514" y="49264"/>
                </a:lnTo>
                <a:lnTo>
                  <a:pt x="11493" y="48885"/>
                </a:lnTo>
                <a:lnTo>
                  <a:pt x="11480" y="48499"/>
                </a:lnTo>
                <a:lnTo>
                  <a:pt x="11475" y="48105"/>
                </a:lnTo>
                <a:lnTo>
                  <a:pt x="11475" y="35436"/>
                </a:lnTo>
                <a:lnTo>
                  <a:pt x="11480" y="35042"/>
                </a:lnTo>
                <a:lnTo>
                  <a:pt x="11493" y="34656"/>
                </a:lnTo>
                <a:lnTo>
                  <a:pt x="11514" y="34277"/>
                </a:lnTo>
                <a:lnTo>
                  <a:pt x="11544" y="33906"/>
                </a:lnTo>
                <a:lnTo>
                  <a:pt x="11583" y="33543"/>
                </a:lnTo>
                <a:lnTo>
                  <a:pt x="11630" y="33187"/>
                </a:lnTo>
                <a:lnTo>
                  <a:pt x="11686" y="32839"/>
                </a:lnTo>
                <a:lnTo>
                  <a:pt x="11751" y="32498"/>
                </a:lnTo>
                <a:lnTo>
                  <a:pt x="11824" y="32166"/>
                </a:lnTo>
                <a:lnTo>
                  <a:pt x="11906" y="31841"/>
                </a:lnTo>
                <a:lnTo>
                  <a:pt x="11996" y="31523"/>
                </a:lnTo>
                <a:lnTo>
                  <a:pt x="12095" y="31213"/>
                </a:lnTo>
                <a:lnTo>
                  <a:pt x="12202" y="30911"/>
                </a:lnTo>
                <a:lnTo>
                  <a:pt x="12319" y="30616"/>
                </a:lnTo>
                <a:lnTo>
                  <a:pt x="12443" y="30330"/>
                </a:lnTo>
                <a:lnTo>
                  <a:pt x="12577" y="30050"/>
                </a:lnTo>
                <a:lnTo>
                  <a:pt x="12719" y="29779"/>
                </a:lnTo>
                <a:lnTo>
                  <a:pt x="12869" y="29515"/>
                </a:lnTo>
                <a:lnTo>
                  <a:pt x="13029" y="29259"/>
                </a:lnTo>
                <a:lnTo>
                  <a:pt x="13196" y="29010"/>
                </a:lnTo>
                <a:lnTo>
                  <a:pt x="13373" y="28769"/>
                </a:lnTo>
                <a:lnTo>
                  <a:pt x="13558" y="28536"/>
                </a:lnTo>
                <a:lnTo>
                  <a:pt x="13751" y="28310"/>
                </a:lnTo>
                <a:lnTo>
                  <a:pt x="13953" y="28092"/>
                </a:lnTo>
                <a:lnTo>
                  <a:pt x="14163" y="27882"/>
                </a:lnTo>
                <a:lnTo>
                  <a:pt x="14380" y="27681"/>
                </a:lnTo>
                <a:lnTo>
                  <a:pt x="14603" y="27489"/>
                </a:lnTo>
                <a:lnTo>
                  <a:pt x="14833" y="27306"/>
                </a:lnTo>
                <a:lnTo>
                  <a:pt x="15070" y="27132"/>
                </a:lnTo>
                <a:lnTo>
                  <a:pt x="15313" y="26967"/>
                </a:lnTo>
                <a:lnTo>
                  <a:pt x="15563" y="26811"/>
                </a:lnTo>
                <a:lnTo>
                  <a:pt x="15820" y="26664"/>
                </a:lnTo>
                <a:lnTo>
                  <a:pt x="16083" y="26525"/>
                </a:lnTo>
                <a:lnTo>
                  <a:pt x="16353" y="26396"/>
                </a:lnTo>
                <a:lnTo>
                  <a:pt x="16630" y="26276"/>
                </a:lnTo>
                <a:lnTo>
                  <a:pt x="16914" y="26164"/>
                </a:lnTo>
                <a:lnTo>
                  <a:pt x="17204" y="26061"/>
                </a:lnTo>
                <a:lnTo>
                  <a:pt x="17501" y="25968"/>
                </a:lnTo>
                <a:lnTo>
                  <a:pt x="17804" y="25883"/>
                </a:lnTo>
                <a:lnTo>
                  <a:pt x="18115" y="25807"/>
                </a:lnTo>
                <a:lnTo>
                  <a:pt x="18432" y="25740"/>
                </a:lnTo>
                <a:lnTo>
                  <a:pt x="18756" y="25682"/>
                </a:lnTo>
                <a:lnTo>
                  <a:pt x="19086" y="25633"/>
                </a:lnTo>
                <a:lnTo>
                  <a:pt x="19423" y="25593"/>
                </a:lnTo>
                <a:lnTo>
                  <a:pt x="19767" y="25562"/>
                </a:lnTo>
                <a:lnTo>
                  <a:pt x="20117" y="25539"/>
                </a:lnTo>
                <a:lnTo>
                  <a:pt x="20475" y="25526"/>
                </a:lnTo>
                <a:lnTo>
                  <a:pt x="20838" y="25521"/>
                </a:lnTo>
                <a:lnTo>
                  <a:pt x="21202" y="25526"/>
                </a:lnTo>
                <a:lnTo>
                  <a:pt x="21559" y="25540"/>
                </a:lnTo>
                <a:lnTo>
                  <a:pt x="21909" y="25562"/>
                </a:lnTo>
                <a:lnTo>
                  <a:pt x="22253" y="25594"/>
                </a:lnTo>
                <a:lnTo>
                  <a:pt x="22589" y="25635"/>
                </a:lnTo>
                <a:lnTo>
                  <a:pt x="22918" y="25685"/>
                </a:lnTo>
                <a:lnTo>
                  <a:pt x="23241" y="25744"/>
                </a:lnTo>
                <a:lnTo>
                  <a:pt x="23557" y="25812"/>
                </a:lnTo>
                <a:lnTo>
                  <a:pt x="23866" y="25889"/>
                </a:lnTo>
                <a:lnTo>
                  <a:pt x="24168" y="25976"/>
                </a:lnTo>
                <a:lnTo>
                  <a:pt x="24463" y="26071"/>
                </a:lnTo>
                <a:lnTo>
                  <a:pt x="24752" y="26176"/>
                </a:lnTo>
                <a:lnTo>
                  <a:pt x="25033" y="26289"/>
                </a:lnTo>
                <a:lnTo>
                  <a:pt x="25308" y="26412"/>
                </a:lnTo>
                <a:lnTo>
                  <a:pt x="25576" y="26544"/>
                </a:lnTo>
                <a:lnTo>
                  <a:pt x="25837" y="26684"/>
                </a:lnTo>
                <a:lnTo>
                  <a:pt x="26091" y="26834"/>
                </a:lnTo>
                <a:lnTo>
                  <a:pt x="26338" y="26993"/>
                </a:lnTo>
                <a:lnTo>
                  <a:pt x="26578" y="27161"/>
                </a:lnTo>
                <a:lnTo>
                  <a:pt x="26812" y="27339"/>
                </a:lnTo>
                <a:lnTo>
                  <a:pt x="27038" y="27525"/>
                </a:lnTo>
                <a:lnTo>
                  <a:pt x="27258" y="27720"/>
                </a:lnTo>
                <a:lnTo>
                  <a:pt x="27471" y="27925"/>
                </a:lnTo>
                <a:lnTo>
                  <a:pt x="27677" y="28138"/>
                </a:lnTo>
                <a:lnTo>
                  <a:pt x="27876" y="28360"/>
                </a:lnTo>
                <a:lnTo>
                  <a:pt x="28066" y="28588"/>
                </a:lnTo>
                <a:lnTo>
                  <a:pt x="28247" y="28824"/>
                </a:lnTo>
                <a:lnTo>
                  <a:pt x="28421" y="29067"/>
                </a:lnTo>
                <a:lnTo>
                  <a:pt x="28585" y="29318"/>
                </a:lnTo>
                <a:lnTo>
                  <a:pt x="28742" y="29575"/>
                </a:lnTo>
                <a:lnTo>
                  <a:pt x="28890" y="29840"/>
                </a:lnTo>
                <a:lnTo>
                  <a:pt x="29029" y="30111"/>
                </a:lnTo>
                <a:lnTo>
                  <a:pt x="29160" y="30390"/>
                </a:lnTo>
                <a:lnTo>
                  <a:pt x="29282" y="30676"/>
                </a:lnTo>
                <a:lnTo>
                  <a:pt x="29396" y="30970"/>
                </a:lnTo>
                <a:lnTo>
                  <a:pt x="29502" y="31270"/>
                </a:lnTo>
                <a:lnTo>
                  <a:pt x="29599" y="31578"/>
                </a:lnTo>
                <a:lnTo>
                  <a:pt x="29688" y="31893"/>
                </a:lnTo>
                <a:lnTo>
                  <a:pt x="29768" y="32215"/>
                </a:lnTo>
                <a:lnTo>
                  <a:pt x="29840" y="32544"/>
                </a:lnTo>
                <a:lnTo>
                  <a:pt x="29903" y="32880"/>
                </a:lnTo>
                <a:lnTo>
                  <a:pt x="29958" y="33224"/>
                </a:lnTo>
                <a:lnTo>
                  <a:pt x="30005" y="33575"/>
                </a:lnTo>
                <a:lnTo>
                  <a:pt x="30043" y="33933"/>
                </a:lnTo>
                <a:lnTo>
                  <a:pt x="30072" y="34298"/>
                </a:lnTo>
                <a:lnTo>
                  <a:pt x="30094" y="34670"/>
                </a:lnTo>
                <a:lnTo>
                  <a:pt x="30106" y="35050"/>
                </a:lnTo>
                <a:lnTo>
                  <a:pt x="30110" y="35436"/>
                </a:lnTo>
                <a:lnTo>
                  <a:pt x="30110" y="48105"/>
                </a:lnTo>
                <a:lnTo>
                  <a:pt x="30106" y="48492"/>
                </a:lnTo>
                <a:lnTo>
                  <a:pt x="30094" y="48871"/>
                </a:lnTo>
                <a:lnTo>
                  <a:pt x="30072" y="49243"/>
                </a:lnTo>
                <a:lnTo>
                  <a:pt x="30043" y="49608"/>
                </a:lnTo>
                <a:lnTo>
                  <a:pt x="30005" y="49966"/>
                </a:lnTo>
                <a:lnTo>
                  <a:pt x="29958" y="50317"/>
                </a:lnTo>
                <a:lnTo>
                  <a:pt x="29903" y="50660"/>
                </a:lnTo>
                <a:lnTo>
                  <a:pt x="29840" y="50997"/>
                </a:lnTo>
                <a:lnTo>
                  <a:pt x="29768" y="51326"/>
                </a:lnTo>
                <a:lnTo>
                  <a:pt x="29688" y="51648"/>
                </a:lnTo>
                <a:lnTo>
                  <a:pt x="29599" y="51963"/>
                </a:lnTo>
                <a:lnTo>
                  <a:pt x="29502" y="52271"/>
                </a:lnTo>
                <a:lnTo>
                  <a:pt x="29396" y="52571"/>
                </a:lnTo>
                <a:lnTo>
                  <a:pt x="29282" y="52864"/>
                </a:lnTo>
                <a:lnTo>
                  <a:pt x="29160" y="53151"/>
                </a:lnTo>
                <a:lnTo>
                  <a:pt x="29029" y="53430"/>
                </a:lnTo>
                <a:lnTo>
                  <a:pt x="28890" y="53701"/>
                </a:lnTo>
                <a:lnTo>
                  <a:pt x="28742" y="53966"/>
                </a:lnTo>
                <a:lnTo>
                  <a:pt x="28585" y="54224"/>
                </a:lnTo>
                <a:lnTo>
                  <a:pt x="28421" y="54474"/>
                </a:lnTo>
                <a:lnTo>
                  <a:pt x="28247" y="54717"/>
                </a:lnTo>
                <a:lnTo>
                  <a:pt x="28066" y="54953"/>
                </a:lnTo>
                <a:lnTo>
                  <a:pt x="27876" y="55182"/>
                </a:lnTo>
                <a:lnTo>
                  <a:pt x="27677" y="55403"/>
                </a:lnTo>
                <a:lnTo>
                  <a:pt x="27471" y="55617"/>
                </a:lnTo>
                <a:lnTo>
                  <a:pt x="27258" y="55821"/>
                </a:lnTo>
                <a:lnTo>
                  <a:pt x="27038" y="56016"/>
                </a:lnTo>
                <a:lnTo>
                  <a:pt x="26812" y="56203"/>
                </a:lnTo>
                <a:lnTo>
                  <a:pt x="26578" y="56380"/>
                </a:lnTo>
                <a:lnTo>
                  <a:pt x="26338" y="56548"/>
                </a:lnTo>
                <a:lnTo>
                  <a:pt x="26091" y="56707"/>
                </a:lnTo>
                <a:lnTo>
                  <a:pt x="25837" y="56856"/>
                </a:lnTo>
                <a:lnTo>
                  <a:pt x="25576" y="56997"/>
                </a:lnTo>
                <a:lnTo>
                  <a:pt x="25308" y="57129"/>
                </a:lnTo>
                <a:lnTo>
                  <a:pt x="25033" y="57251"/>
                </a:lnTo>
                <a:lnTo>
                  <a:pt x="24752" y="57365"/>
                </a:lnTo>
                <a:lnTo>
                  <a:pt x="24463" y="57469"/>
                </a:lnTo>
                <a:lnTo>
                  <a:pt x="24168" y="57565"/>
                </a:lnTo>
                <a:lnTo>
                  <a:pt x="23866" y="57651"/>
                </a:lnTo>
                <a:lnTo>
                  <a:pt x="23557" y="57728"/>
                </a:lnTo>
                <a:lnTo>
                  <a:pt x="23241" y="57796"/>
                </a:lnTo>
                <a:lnTo>
                  <a:pt x="22918" y="57855"/>
                </a:lnTo>
                <a:lnTo>
                  <a:pt x="22589" y="57905"/>
                </a:lnTo>
                <a:lnTo>
                  <a:pt x="22253" y="57946"/>
                </a:lnTo>
                <a:lnTo>
                  <a:pt x="21909" y="57978"/>
                </a:lnTo>
                <a:lnTo>
                  <a:pt x="21559" y="58001"/>
                </a:lnTo>
                <a:lnTo>
                  <a:pt x="21202" y="58014"/>
                </a:lnTo>
                <a:lnTo>
                  <a:pt x="20838" y="58019"/>
                </a:lnTo>
                <a:lnTo>
                  <a:pt x="20475" y="58014"/>
                </a:lnTo>
                <a:lnTo>
                  <a:pt x="20117" y="58001"/>
                </a:lnTo>
                <a:lnTo>
                  <a:pt x="19767" y="57979"/>
                </a:lnTo>
                <a:lnTo>
                  <a:pt x="19423" y="57947"/>
                </a:lnTo>
                <a:close/>
                <a:moveTo>
                  <a:pt x="78270" y="67873"/>
                </a:moveTo>
                <a:lnTo>
                  <a:pt x="78913" y="67825"/>
                </a:lnTo>
                <a:lnTo>
                  <a:pt x="79549" y="67764"/>
                </a:lnTo>
                <a:lnTo>
                  <a:pt x="80176" y="67690"/>
                </a:lnTo>
                <a:lnTo>
                  <a:pt x="80794" y="67602"/>
                </a:lnTo>
                <a:lnTo>
                  <a:pt x="81404" y="67500"/>
                </a:lnTo>
                <a:lnTo>
                  <a:pt x="82005" y="67385"/>
                </a:lnTo>
                <a:lnTo>
                  <a:pt x="82598" y="67256"/>
                </a:lnTo>
                <a:lnTo>
                  <a:pt x="83183" y="67114"/>
                </a:lnTo>
                <a:lnTo>
                  <a:pt x="83759" y="66958"/>
                </a:lnTo>
                <a:lnTo>
                  <a:pt x="84327" y="66789"/>
                </a:lnTo>
                <a:lnTo>
                  <a:pt x="84886" y="66606"/>
                </a:lnTo>
                <a:lnTo>
                  <a:pt x="85437" y="66410"/>
                </a:lnTo>
                <a:lnTo>
                  <a:pt x="85979" y="66200"/>
                </a:lnTo>
                <a:lnTo>
                  <a:pt x="86513" y="65976"/>
                </a:lnTo>
                <a:lnTo>
                  <a:pt x="87038" y="65739"/>
                </a:lnTo>
                <a:lnTo>
                  <a:pt x="87555" y="65489"/>
                </a:lnTo>
                <a:lnTo>
                  <a:pt x="88064" y="65224"/>
                </a:lnTo>
                <a:lnTo>
                  <a:pt x="88564" y="64947"/>
                </a:lnTo>
                <a:lnTo>
                  <a:pt x="89055" y="64656"/>
                </a:lnTo>
                <a:lnTo>
                  <a:pt x="89538" y="64351"/>
                </a:lnTo>
                <a:lnTo>
                  <a:pt x="90013" y="64032"/>
                </a:lnTo>
                <a:lnTo>
                  <a:pt x="90476" y="63703"/>
                </a:lnTo>
                <a:lnTo>
                  <a:pt x="90924" y="63364"/>
                </a:lnTo>
                <a:lnTo>
                  <a:pt x="91356" y="63016"/>
                </a:lnTo>
                <a:lnTo>
                  <a:pt x="91774" y="62659"/>
                </a:lnTo>
                <a:lnTo>
                  <a:pt x="92176" y="62293"/>
                </a:lnTo>
                <a:lnTo>
                  <a:pt x="92563" y="61918"/>
                </a:lnTo>
                <a:lnTo>
                  <a:pt x="92935" y="61534"/>
                </a:lnTo>
                <a:lnTo>
                  <a:pt x="93292" y="61141"/>
                </a:lnTo>
                <a:lnTo>
                  <a:pt x="93634" y="60738"/>
                </a:lnTo>
                <a:lnTo>
                  <a:pt x="93960" y="60327"/>
                </a:lnTo>
                <a:lnTo>
                  <a:pt x="94272" y="59907"/>
                </a:lnTo>
                <a:lnTo>
                  <a:pt x="94568" y="59477"/>
                </a:lnTo>
                <a:lnTo>
                  <a:pt x="94850" y="59038"/>
                </a:lnTo>
                <a:lnTo>
                  <a:pt x="95116" y="58591"/>
                </a:lnTo>
                <a:lnTo>
                  <a:pt x="95367" y="58134"/>
                </a:lnTo>
                <a:lnTo>
                  <a:pt x="95602" y="57668"/>
                </a:lnTo>
                <a:lnTo>
                  <a:pt x="95823" y="57193"/>
                </a:lnTo>
                <a:lnTo>
                  <a:pt x="96029" y="56709"/>
                </a:lnTo>
                <a:lnTo>
                  <a:pt x="96219" y="56215"/>
                </a:lnTo>
                <a:lnTo>
                  <a:pt x="96394" y="55713"/>
                </a:lnTo>
                <a:lnTo>
                  <a:pt x="96555" y="55202"/>
                </a:lnTo>
                <a:lnTo>
                  <a:pt x="96700" y="54681"/>
                </a:lnTo>
                <a:lnTo>
                  <a:pt x="96829" y="54152"/>
                </a:lnTo>
                <a:lnTo>
                  <a:pt x="96944" y="53613"/>
                </a:lnTo>
                <a:lnTo>
                  <a:pt x="85652" y="53613"/>
                </a:lnTo>
                <a:lnTo>
                  <a:pt x="85596" y="53825"/>
                </a:lnTo>
                <a:lnTo>
                  <a:pt x="85533" y="54033"/>
                </a:lnTo>
                <a:lnTo>
                  <a:pt x="85464" y="54236"/>
                </a:lnTo>
                <a:lnTo>
                  <a:pt x="85389" y="54436"/>
                </a:lnTo>
                <a:lnTo>
                  <a:pt x="85309" y="54630"/>
                </a:lnTo>
                <a:lnTo>
                  <a:pt x="85222" y="54821"/>
                </a:lnTo>
                <a:lnTo>
                  <a:pt x="85129" y="55007"/>
                </a:lnTo>
                <a:lnTo>
                  <a:pt x="85030" y="55189"/>
                </a:lnTo>
                <a:lnTo>
                  <a:pt x="84925" y="55367"/>
                </a:lnTo>
                <a:lnTo>
                  <a:pt x="84814" y="55540"/>
                </a:lnTo>
                <a:lnTo>
                  <a:pt x="84696" y="55709"/>
                </a:lnTo>
                <a:lnTo>
                  <a:pt x="84573" y="55874"/>
                </a:lnTo>
                <a:lnTo>
                  <a:pt x="84444" y="56034"/>
                </a:lnTo>
                <a:lnTo>
                  <a:pt x="84309" y="56190"/>
                </a:lnTo>
                <a:lnTo>
                  <a:pt x="84167" y="56342"/>
                </a:lnTo>
                <a:lnTo>
                  <a:pt x="84020" y="56490"/>
                </a:lnTo>
                <a:lnTo>
                  <a:pt x="83866" y="56633"/>
                </a:lnTo>
                <a:lnTo>
                  <a:pt x="83707" y="56772"/>
                </a:lnTo>
                <a:lnTo>
                  <a:pt x="83541" y="56906"/>
                </a:lnTo>
                <a:lnTo>
                  <a:pt x="83369" y="57036"/>
                </a:lnTo>
                <a:lnTo>
                  <a:pt x="83192" y="57162"/>
                </a:lnTo>
                <a:lnTo>
                  <a:pt x="83008" y="57284"/>
                </a:lnTo>
                <a:lnTo>
                  <a:pt x="82818" y="57401"/>
                </a:lnTo>
                <a:lnTo>
                  <a:pt x="82622" y="57514"/>
                </a:lnTo>
                <a:lnTo>
                  <a:pt x="82421" y="57623"/>
                </a:lnTo>
                <a:lnTo>
                  <a:pt x="82214" y="57727"/>
                </a:lnTo>
                <a:lnTo>
                  <a:pt x="82003" y="57826"/>
                </a:lnTo>
                <a:lnTo>
                  <a:pt x="81786" y="57921"/>
                </a:lnTo>
                <a:lnTo>
                  <a:pt x="81564" y="58011"/>
                </a:lnTo>
                <a:lnTo>
                  <a:pt x="81337" y="58097"/>
                </a:lnTo>
                <a:lnTo>
                  <a:pt x="81105" y="58178"/>
                </a:lnTo>
                <a:lnTo>
                  <a:pt x="80868" y="58254"/>
                </a:lnTo>
                <a:lnTo>
                  <a:pt x="80626" y="58325"/>
                </a:lnTo>
                <a:lnTo>
                  <a:pt x="80378" y="58392"/>
                </a:lnTo>
                <a:lnTo>
                  <a:pt x="80126" y="58455"/>
                </a:lnTo>
                <a:lnTo>
                  <a:pt x="79868" y="58513"/>
                </a:lnTo>
                <a:lnTo>
                  <a:pt x="79606" y="58566"/>
                </a:lnTo>
                <a:lnTo>
                  <a:pt x="79338" y="58614"/>
                </a:lnTo>
                <a:lnTo>
                  <a:pt x="79065" y="58658"/>
                </a:lnTo>
                <a:lnTo>
                  <a:pt x="78787" y="58697"/>
                </a:lnTo>
                <a:lnTo>
                  <a:pt x="78504" y="58732"/>
                </a:lnTo>
                <a:lnTo>
                  <a:pt x="78216" y="58762"/>
                </a:lnTo>
                <a:lnTo>
                  <a:pt x="77923" y="58787"/>
                </a:lnTo>
                <a:lnTo>
                  <a:pt x="77624" y="58808"/>
                </a:lnTo>
                <a:lnTo>
                  <a:pt x="77321" y="58824"/>
                </a:lnTo>
                <a:lnTo>
                  <a:pt x="77013" y="58836"/>
                </a:lnTo>
                <a:lnTo>
                  <a:pt x="76699" y="58843"/>
                </a:lnTo>
                <a:lnTo>
                  <a:pt x="76380" y="58845"/>
                </a:lnTo>
                <a:lnTo>
                  <a:pt x="75964" y="58841"/>
                </a:lnTo>
                <a:lnTo>
                  <a:pt x="75556" y="58826"/>
                </a:lnTo>
                <a:lnTo>
                  <a:pt x="75156" y="58803"/>
                </a:lnTo>
                <a:lnTo>
                  <a:pt x="74766" y="58770"/>
                </a:lnTo>
                <a:lnTo>
                  <a:pt x="74384" y="58728"/>
                </a:lnTo>
                <a:lnTo>
                  <a:pt x="74010" y="58676"/>
                </a:lnTo>
                <a:lnTo>
                  <a:pt x="73645" y="58615"/>
                </a:lnTo>
                <a:lnTo>
                  <a:pt x="73289" y="58544"/>
                </a:lnTo>
                <a:lnTo>
                  <a:pt x="72941" y="58464"/>
                </a:lnTo>
                <a:lnTo>
                  <a:pt x="72602" y="58375"/>
                </a:lnTo>
                <a:lnTo>
                  <a:pt x="72272" y="58276"/>
                </a:lnTo>
                <a:lnTo>
                  <a:pt x="71950" y="58168"/>
                </a:lnTo>
                <a:lnTo>
                  <a:pt x="71637" y="58051"/>
                </a:lnTo>
                <a:lnTo>
                  <a:pt x="71332" y="57924"/>
                </a:lnTo>
                <a:lnTo>
                  <a:pt x="71036" y="57787"/>
                </a:lnTo>
                <a:lnTo>
                  <a:pt x="70749" y="57642"/>
                </a:lnTo>
                <a:lnTo>
                  <a:pt x="70470" y="57487"/>
                </a:lnTo>
                <a:lnTo>
                  <a:pt x="70200" y="57322"/>
                </a:lnTo>
                <a:lnTo>
                  <a:pt x="69938" y="57148"/>
                </a:lnTo>
                <a:lnTo>
                  <a:pt x="69686" y="56965"/>
                </a:lnTo>
                <a:lnTo>
                  <a:pt x="69441" y="56772"/>
                </a:lnTo>
                <a:lnTo>
                  <a:pt x="69205" y="56570"/>
                </a:lnTo>
                <a:lnTo>
                  <a:pt x="68978" y="56358"/>
                </a:lnTo>
                <a:lnTo>
                  <a:pt x="68760" y="56137"/>
                </a:lnTo>
                <a:lnTo>
                  <a:pt x="68550" y="55907"/>
                </a:lnTo>
                <a:lnTo>
                  <a:pt x="68349" y="55668"/>
                </a:lnTo>
                <a:lnTo>
                  <a:pt x="68157" y="55420"/>
                </a:lnTo>
                <a:lnTo>
                  <a:pt x="67974" y="55162"/>
                </a:lnTo>
                <a:lnTo>
                  <a:pt x="67800" y="54896"/>
                </a:lnTo>
                <a:lnTo>
                  <a:pt x="67635" y="54620"/>
                </a:lnTo>
                <a:lnTo>
                  <a:pt x="67479" y="54335"/>
                </a:lnTo>
                <a:lnTo>
                  <a:pt x="67332" y="54042"/>
                </a:lnTo>
                <a:lnTo>
                  <a:pt x="67193" y="53739"/>
                </a:lnTo>
                <a:lnTo>
                  <a:pt x="67064" y="53427"/>
                </a:lnTo>
                <a:lnTo>
                  <a:pt x="66944" y="53106"/>
                </a:lnTo>
                <a:lnTo>
                  <a:pt x="66832" y="52776"/>
                </a:lnTo>
                <a:lnTo>
                  <a:pt x="66729" y="52436"/>
                </a:lnTo>
                <a:lnTo>
                  <a:pt x="66636" y="52088"/>
                </a:lnTo>
                <a:lnTo>
                  <a:pt x="66551" y="51731"/>
                </a:lnTo>
                <a:lnTo>
                  <a:pt x="66475" y="51364"/>
                </a:lnTo>
                <a:lnTo>
                  <a:pt x="66408" y="50989"/>
                </a:lnTo>
                <a:lnTo>
                  <a:pt x="66350" y="50604"/>
                </a:lnTo>
                <a:lnTo>
                  <a:pt x="66301" y="50210"/>
                </a:lnTo>
                <a:lnTo>
                  <a:pt x="66261" y="49807"/>
                </a:lnTo>
                <a:lnTo>
                  <a:pt x="66229" y="49395"/>
                </a:lnTo>
                <a:lnTo>
                  <a:pt x="66207" y="48974"/>
                </a:lnTo>
                <a:lnTo>
                  <a:pt x="66194" y="48544"/>
                </a:lnTo>
                <a:lnTo>
                  <a:pt x="66189" y="48105"/>
                </a:lnTo>
                <a:lnTo>
                  <a:pt x="66189" y="44525"/>
                </a:lnTo>
                <a:lnTo>
                  <a:pt x="97311" y="44525"/>
                </a:lnTo>
                <a:lnTo>
                  <a:pt x="97311" y="35436"/>
                </a:lnTo>
                <a:lnTo>
                  <a:pt x="97307" y="34942"/>
                </a:lnTo>
                <a:lnTo>
                  <a:pt x="97293" y="34452"/>
                </a:lnTo>
                <a:lnTo>
                  <a:pt x="97270" y="33968"/>
                </a:lnTo>
                <a:lnTo>
                  <a:pt x="97238" y="33489"/>
                </a:lnTo>
                <a:lnTo>
                  <a:pt x="97198" y="33016"/>
                </a:lnTo>
                <a:lnTo>
                  <a:pt x="97148" y="32547"/>
                </a:lnTo>
                <a:lnTo>
                  <a:pt x="97089" y="32084"/>
                </a:lnTo>
                <a:lnTo>
                  <a:pt x="97020" y="31626"/>
                </a:lnTo>
                <a:lnTo>
                  <a:pt x="96943" y="31174"/>
                </a:lnTo>
                <a:lnTo>
                  <a:pt x="96857" y="30727"/>
                </a:lnTo>
                <a:lnTo>
                  <a:pt x="96761" y="30285"/>
                </a:lnTo>
                <a:lnTo>
                  <a:pt x="96657" y="29848"/>
                </a:lnTo>
                <a:lnTo>
                  <a:pt x="96543" y="29416"/>
                </a:lnTo>
                <a:lnTo>
                  <a:pt x="96421" y="28990"/>
                </a:lnTo>
                <a:lnTo>
                  <a:pt x="96289" y="28569"/>
                </a:lnTo>
                <a:lnTo>
                  <a:pt x="96148" y="28153"/>
                </a:lnTo>
                <a:lnTo>
                  <a:pt x="95998" y="27743"/>
                </a:lnTo>
                <a:lnTo>
                  <a:pt x="95839" y="27338"/>
                </a:lnTo>
                <a:lnTo>
                  <a:pt x="95671" y="26938"/>
                </a:lnTo>
                <a:lnTo>
                  <a:pt x="95494" y="26543"/>
                </a:lnTo>
                <a:lnTo>
                  <a:pt x="95308" y="26154"/>
                </a:lnTo>
                <a:lnTo>
                  <a:pt x="95112" y="25770"/>
                </a:lnTo>
                <a:lnTo>
                  <a:pt x="94908" y="25391"/>
                </a:lnTo>
                <a:lnTo>
                  <a:pt x="94694" y="25017"/>
                </a:lnTo>
                <a:lnTo>
                  <a:pt x="94473" y="24649"/>
                </a:lnTo>
                <a:lnTo>
                  <a:pt x="94244" y="24289"/>
                </a:lnTo>
                <a:lnTo>
                  <a:pt x="94008" y="23935"/>
                </a:lnTo>
                <a:lnTo>
                  <a:pt x="93764" y="23588"/>
                </a:lnTo>
                <a:lnTo>
                  <a:pt x="93513" y="23247"/>
                </a:lnTo>
                <a:lnTo>
                  <a:pt x="93255" y="22914"/>
                </a:lnTo>
                <a:lnTo>
                  <a:pt x="92989" y="22587"/>
                </a:lnTo>
                <a:lnTo>
                  <a:pt x="92716" y="22268"/>
                </a:lnTo>
                <a:lnTo>
                  <a:pt x="92436" y="21955"/>
                </a:lnTo>
                <a:lnTo>
                  <a:pt x="92148" y="21649"/>
                </a:lnTo>
                <a:lnTo>
                  <a:pt x="91853" y="21350"/>
                </a:lnTo>
                <a:lnTo>
                  <a:pt x="91551" y="21058"/>
                </a:lnTo>
                <a:lnTo>
                  <a:pt x="91241" y="20772"/>
                </a:lnTo>
                <a:lnTo>
                  <a:pt x="90924" y="20494"/>
                </a:lnTo>
                <a:lnTo>
                  <a:pt x="90600" y="20222"/>
                </a:lnTo>
                <a:lnTo>
                  <a:pt x="90268" y="19957"/>
                </a:lnTo>
                <a:lnTo>
                  <a:pt x="89929" y="19699"/>
                </a:lnTo>
                <a:lnTo>
                  <a:pt x="89582" y="19448"/>
                </a:lnTo>
                <a:lnTo>
                  <a:pt x="89229" y="19204"/>
                </a:lnTo>
                <a:lnTo>
                  <a:pt x="88868" y="18967"/>
                </a:lnTo>
                <a:lnTo>
                  <a:pt x="88499" y="18736"/>
                </a:lnTo>
                <a:lnTo>
                  <a:pt x="88123" y="18513"/>
                </a:lnTo>
                <a:lnTo>
                  <a:pt x="87740" y="18296"/>
                </a:lnTo>
                <a:lnTo>
                  <a:pt x="87350" y="18086"/>
                </a:lnTo>
                <a:lnTo>
                  <a:pt x="86953" y="17884"/>
                </a:lnTo>
                <a:lnTo>
                  <a:pt x="86551" y="17690"/>
                </a:lnTo>
                <a:lnTo>
                  <a:pt x="86143" y="17505"/>
                </a:lnTo>
                <a:lnTo>
                  <a:pt x="85729" y="17328"/>
                </a:lnTo>
                <a:lnTo>
                  <a:pt x="85310" y="17160"/>
                </a:lnTo>
                <a:lnTo>
                  <a:pt x="84886" y="17001"/>
                </a:lnTo>
                <a:lnTo>
                  <a:pt x="84455" y="16850"/>
                </a:lnTo>
                <a:lnTo>
                  <a:pt x="84020" y="16708"/>
                </a:lnTo>
                <a:lnTo>
                  <a:pt x="83578" y="16575"/>
                </a:lnTo>
                <a:lnTo>
                  <a:pt x="83131" y="16450"/>
                </a:lnTo>
                <a:lnTo>
                  <a:pt x="82679" y="16334"/>
                </a:lnTo>
                <a:lnTo>
                  <a:pt x="82221" y="16226"/>
                </a:lnTo>
                <a:lnTo>
                  <a:pt x="81757" y="16127"/>
                </a:lnTo>
                <a:lnTo>
                  <a:pt x="81288" y="16037"/>
                </a:lnTo>
                <a:lnTo>
                  <a:pt x="80813" y="15955"/>
                </a:lnTo>
                <a:lnTo>
                  <a:pt x="80332" y="15882"/>
                </a:lnTo>
                <a:lnTo>
                  <a:pt x="79846" y="15817"/>
                </a:lnTo>
                <a:lnTo>
                  <a:pt x="79355" y="15761"/>
                </a:lnTo>
                <a:lnTo>
                  <a:pt x="78857" y="15714"/>
                </a:lnTo>
                <a:lnTo>
                  <a:pt x="78355" y="15675"/>
                </a:lnTo>
                <a:lnTo>
                  <a:pt x="77846" y="15645"/>
                </a:lnTo>
                <a:lnTo>
                  <a:pt x="77332" y="15624"/>
                </a:lnTo>
                <a:lnTo>
                  <a:pt x="76813" y="15611"/>
                </a:lnTo>
                <a:lnTo>
                  <a:pt x="76288" y="15606"/>
                </a:lnTo>
                <a:lnTo>
                  <a:pt x="75755" y="15611"/>
                </a:lnTo>
                <a:lnTo>
                  <a:pt x="75228" y="15624"/>
                </a:lnTo>
                <a:lnTo>
                  <a:pt x="74707" y="15645"/>
                </a:lnTo>
                <a:lnTo>
                  <a:pt x="74192" y="15675"/>
                </a:lnTo>
                <a:lnTo>
                  <a:pt x="73682" y="15714"/>
                </a:lnTo>
                <a:lnTo>
                  <a:pt x="73178" y="15761"/>
                </a:lnTo>
                <a:lnTo>
                  <a:pt x="72680" y="15817"/>
                </a:lnTo>
                <a:lnTo>
                  <a:pt x="72188" y="15882"/>
                </a:lnTo>
                <a:lnTo>
                  <a:pt x="71701" y="15955"/>
                </a:lnTo>
                <a:lnTo>
                  <a:pt x="71220" y="16037"/>
                </a:lnTo>
                <a:lnTo>
                  <a:pt x="70745" y="16127"/>
                </a:lnTo>
                <a:lnTo>
                  <a:pt x="70275" y="16226"/>
                </a:lnTo>
                <a:lnTo>
                  <a:pt x="69811" y="16334"/>
                </a:lnTo>
                <a:lnTo>
                  <a:pt x="69353" y="16450"/>
                </a:lnTo>
                <a:lnTo>
                  <a:pt x="68901" y="16575"/>
                </a:lnTo>
                <a:lnTo>
                  <a:pt x="68454" y="16708"/>
                </a:lnTo>
                <a:lnTo>
                  <a:pt x="68014" y="16850"/>
                </a:lnTo>
                <a:lnTo>
                  <a:pt x="67579" y="17001"/>
                </a:lnTo>
                <a:lnTo>
                  <a:pt x="67149" y="17160"/>
                </a:lnTo>
                <a:lnTo>
                  <a:pt x="66725" y="17328"/>
                </a:lnTo>
                <a:lnTo>
                  <a:pt x="66308" y="17505"/>
                </a:lnTo>
                <a:lnTo>
                  <a:pt x="65895" y="17690"/>
                </a:lnTo>
                <a:lnTo>
                  <a:pt x="65489" y="17884"/>
                </a:lnTo>
                <a:lnTo>
                  <a:pt x="65088" y="18086"/>
                </a:lnTo>
                <a:lnTo>
                  <a:pt x="64694" y="18296"/>
                </a:lnTo>
                <a:lnTo>
                  <a:pt x="64308" y="18513"/>
                </a:lnTo>
                <a:lnTo>
                  <a:pt x="63929" y="18736"/>
                </a:lnTo>
                <a:lnTo>
                  <a:pt x="63557" y="18967"/>
                </a:lnTo>
                <a:lnTo>
                  <a:pt x="63193" y="19204"/>
                </a:lnTo>
                <a:lnTo>
                  <a:pt x="62836" y="19448"/>
                </a:lnTo>
                <a:lnTo>
                  <a:pt x="62487" y="19699"/>
                </a:lnTo>
                <a:lnTo>
                  <a:pt x="62145" y="19957"/>
                </a:lnTo>
                <a:lnTo>
                  <a:pt x="61811" y="20222"/>
                </a:lnTo>
                <a:lnTo>
                  <a:pt x="61485" y="20494"/>
                </a:lnTo>
                <a:lnTo>
                  <a:pt x="61165" y="20772"/>
                </a:lnTo>
                <a:lnTo>
                  <a:pt x="60854" y="21058"/>
                </a:lnTo>
                <a:lnTo>
                  <a:pt x="60549" y="21350"/>
                </a:lnTo>
                <a:lnTo>
                  <a:pt x="60253" y="21649"/>
                </a:lnTo>
                <a:lnTo>
                  <a:pt x="59964" y="21955"/>
                </a:lnTo>
                <a:lnTo>
                  <a:pt x="59682" y="22268"/>
                </a:lnTo>
                <a:lnTo>
                  <a:pt x="59408" y="22587"/>
                </a:lnTo>
                <a:lnTo>
                  <a:pt x="59141" y="22914"/>
                </a:lnTo>
                <a:lnTo>
                  <a:pt x="58882" y="23247"/>
                </a:lnTo>
                <a:lnTo>
                  <a:pt x="58630" y="23588"/>
                </a:lnTo>
                <a:lnTo>
                  <a:pt x="58386" y="23935"/>
                </a:lnTo>
                <a:lnTo>
                  <a:pt x="58149" y="24289"/>
                </a:lnTo>
                <a:lnTo>
                  <a:pt x="57919" y="24649"/>
                </a:lnTo>
                <a:lnTo>
                  <a:pt x="57698" y="25017"/>
                </a:lnTo>
                <a:lnTo>
                  <a:pt x="57484" y="25391"/>
                </a:lnTo>
                <a:lnTo>
                  <a:pt x="57280" y="25770"/>
                </a:lnTo>
                <a:lnTo>
                  <a:pt x="57085" y="26154"/>
                </a:lnTo>
                <a:lnTo>
                  <a:pt x="56899" y="26543"/>
                </a:lnTo>
                <a:lnTo>
                  <a:pt x="56721" y="26938"/>
                </a:lnTo>
                <a:lnTo>
                  <a:pt x="56553" y="27338"/>
                </a:lnTo>
                <a:lnTo>
                  <a:pt x="56395" y="27743"/>
                </a:lnTo>
                <a:lnTo>
                  <a:pt x="56245" y="28153"/>
                </a:lnTo>
                <a:lnTo>
                  <a:pt x="56104" y="28569"/>
                </a:lnTo>
                <a:lnTo>
                  <a:pt x="55972" y="28990"/>
                </a:lnTo>
                <a:lnTo>
                  <a:pt x="55850" y="29416"/>
                </a:lnTo>
                <a:lnTo>
                  <a:pt x="55736" y="29848"/>
                </a:lnTo>
                <a:lnTo>
                  <a:pt x="55632" y="30285"/>
                </a:lnTo>
                <a:lnTo>
                  <a:pt x="55536" y="30727"/>
                </a:lnTo>
                <a:lnTo>
                  <a:pt x="55450" y="31174"/>
                </a:lnTo>
                <a:lnTo>
                  <a:pt x="55373" y="31626"/>
                </a:lnTo>
                <a:lnTo>
                  <a:pt x="55305" y="32084"/>
                </a:lnTo>
                <a:lnTo>
                  <a:pt x="55246" y="32547"/>
                </a:lnTo>
                <a:lnTo>
                  <a:pt x="55196" y="33016"/>
                </a:lnTo>
                <a:lnTo>
                  <a:pt x="55155" y="33489"/>
                </a:lnTo>
                <a:lnTo>
                  <a:pt x="55123" y="33968"/>
                </a:lnTo>
                <a:lnTo>
                  <a:pt x="55100" y="34452"/>
                </a:lnTo>
                <a:lnTo>
                  <a:pt x="55087" y="34942"/>
                </a:lnTo>
                <a:lnTo>
                  <a:pt x="55082" y="35436"/>
                </a:lnTo>
                <a:lnTo>
                  <a:pt x="55082" y="48105"/>
                </a:lnTo>
                <a:lnTo>
                  <a:pt x="55087" y="48600"/>
                </a:lnTo>
                <a:lnTo>
                  <a:pt x="55100" y="49089"/>
                </a:lnTo>
                <a:lnTo>
                  <a:pt x="55123" y="49573"/>
                </a:lnTo>
                <a:lnTo>
                  <a:pt x="55155" y="50052"/>
                </a:lnTo>
                <a:lnTo>
                  <a:pt x="55196" y="50525"/>
                </a:lnTo>
                <a:lnTo>
                  <a:pt x="55246" y="50994"/>
                </a:lnTo>
                <a:lnTo>
                  <a:pt x="55305" y="51457"/>
                </a:lnTo>
                <a:lnTo>
                  <a:pt x="55373" y="51914"/>
                </a:lnTo>
                <a:lnTo>
                  <a:pt x="55450" y="52367"/>
                </a:lnTo>
                <a:lnTo>
                  <a:pt x="55536" y="52814"/>
                </a:lnTo>
                <a:lnTo>
                  <a:pt x="55632" y="53256"/>
                </a:lnTo>
                <a:lnTo>
                  <a:pt x="55736" y="53693"/>
                </a:lnTo>
                <a:lnTo>
                  <a:pt x="55850" y="54125"/>
                </a:lnTo>
                <a:lnTo>
                  <a:pt x="55972" y="54551"/>
                </a:lnTo>
                <a:lnTo>
                  <a:pt x="56104" y="54972"/>
                </a:lnTo>
                <a:lnTo>
                  <a:pt x="56245" y="55388"/>
                </a:lnTo>
                <a:lnTo>
                  <a:pt x="56395" y="55798"/>
                </a:lnTo>
                <a:lnTo>
                  <a:pt x="56553" y="56203"/>
                </a:lnTo>
                <a:lnTo>
                  <a:pt x="56721" y="56603"/>
                </a:lnTo>
                <a:lnTo>
                  <a:pt x="56899" y="56998"/>
                </a:lnTo>
                <a:lnTo>
                  <a:pt x="57085" y="57387"/>
                </a:lnTo>
                <a:lnTo>
                  <a:pt x="57280" y="57772"/>
                </a:lnTo>
                <a:lnTo>
                  <a:pt x="57484" y="58151"/>
                </a:lnTo>
                <a:lnTo>
                  <a:pt x="57698" y="58524"/>
                </a:lnTo>
                <a:lnTo>
                  <a:pt x="57919" y="58892"/>
                </a:lnTo>
                <a:lnTo>
                  <a:pt x="58149" y="59253"/>
                </a:lnTo>
                <a:lnTo>
                  <a:pt x="58386" y="59607"/>
                </a:lnTo>
                <a:lnTo>
                  <a:pt x="58630" y="59954"/>
                </a:lnTo>
                <a:lnTo>
                  <a:pt x="58882" y="60294"/>
                </a:lnTo>
                <a:lnTo>
                  <a:pt x="59141" y="60627"/>
                </a:lnTo>
                <a:lnTo>
                  <a:pt x="59408" y="60954"/>
                </a:lnTo>
                <a:lnTo>
                  <a:pt x="59682" y="61273"/>
                </a:lnTo>
                <a:lnTo>
                  <a:pt x="59964" y="61586"/>
                </a:lnTo>
                <a:lnTo>
                  <a:pt x="60253" y="61892"/>
                </a:lnTo>
                <a:lnTo>
                  <a:pt x="60549" y="62191"/>
                </a:lnTo>
                <a:lnTo>
                  <a:pt x="60854" y="62483"/>
                </a:lnTo>
                <a:lnTo>
                  <a:pt x="61165" y="62768"/>
                </a:lnTo>
                <a:lnTo>
                  <a:pt x="61485" y="63047"/>
                </a:lnTo>
                <a:lnTo>
                  <a:pt x="61811" y="63319"/>
                </a:lnTo>
                <a:lnTo>
                  <a:pt x="62145" y="63584"/>
                </a:lnTo>
                <a:lnTo>
                  <a:pt x="62487" y="63842"/>
                </a:lnTo>
                <a:lnTo>
                  <a:pt x="62836" y="64093"/>
                </a:lnTo>
                <a:lnTo>
                  <a:pt x="63193" y="64337"/>
                </a:lnTo>
                <a:lnTo>
                  <a:pt x="63557" y="64574"/>
                </a:lnTo>
                <a:lnTo>
                  <a:pt x="63929" y="64805"/>
                </a:lnTo>
                <a:lnTo>
                  <a:pt x="64308" y="65029"/>
                </a:lnTo>
                <a:lnTo>
                  <a:pt x="64694" y="65246"/>
                </a:lnTo>
                <a:lnTo>
                  <a:pt x="65088" y="65456"/>
                </a:lnTo>
                <a:lnTo>
                  <a:pt x="65489" y="65658"/>
                </a:lnTo>
                <a:lnTo>
                  <a:pt x="65895" y="65851"/>
                </a:lnTo>
                <a:lnTo>
                  <a:pt x="66308" y="66036"/>
                </a:lnTo>
                <a:lnTo>
                  <a:pt x="66725" y="66213"/>
                </a:lnTo>
                <a:lnTo>
                  <a:pt x="67149" y="66381"/>
                </a:lnTo>
                <a:lnTo>
                  <a:pt x="67579" y="66540"/>
                </a:lnTo>
                <a:lnTo>
                  <a:pt x="68014" y="66690"/>
                </a:lnTo>
                <a:lnTo>
                  <a:pt x="68454" y="66832"/>
                </a:lnTo>
                <a:lnTo>
                  <a:pt x="68901" y="66966"/>
                </a:lnTo>
                <a:lnTo>
                  <a:pt x="69353" y="67090"/>
                </a:lnTo>
                <a:lnTo>
                  <a:pt x="69811" y="67207"/>
                </a:lnTo>
                <a:lnTo>
                  <a:pt x="70275" y="67314"/>
                </a:lnTo>
                <a:lnTo>
                  <a:pt x="70745" y="67413"/>
                </a:lnTo>
                <a:lnTo>
                  <a:pt x="71220" y="67503"/>
                </a:lnTo>
                <a:lnTo>
                  <a:pt x="71701" y="67585"/>
                </a:lnTo>
                <a:lnTo>
                  <a:pt x="72188" y="67658"/>
                </a:lnTo>
                <a:lnTo>
                  <a:pt x="72680" y="67723"/>
                </a:lnTo>
                <a:lnTo>
                  <a:pt x="73178" y="67779"/>
                </a:lnTo>
                <a:lnTo>
                  <a:pt x="73682" y="67826"/>
                </a:lnTo>
                <a:lnTo>
                  <a:pt x="74192" y="67865"/>
                </a:lnTo>
                <a:lnTo>
                  <a:pt x="74707" y="67895"/>
                </a:lnTo>
                <a:lnTo>
                  <a:pt x="75228" y="67916"/>
                </a:lnTo>
                <a:lnTo>
                  <a:pt x="75755" y="67929"/>
                </a:lnTo>
                <a:lnTo>
                  <a:pt x="76288" y="67934"/>
                </a:lnTo>
                <a:lnTo>
                  <a:pt x="76957" y="67927"/>
                </a:lnTo>
                <a:lnTo>
                  <a:pt x="77618" y="67907"/>
                </a:lnTo>
                <a:lnTo>
                  <a:pt x="78270" y="67873"/>
                </a:lnTo>
                <a:close/>
                <a:moveTo>
                  <a:pt x="66194" y="35004"/>
                </a:moveTo>
                <a:lnTo>
                  <a:pt x="66207" y="34581"/>
                </a:lnTo>
                <a:lnTo>
                  <a:pt x="66229" y="34165"/>
                </a:lnTo>
                <a:lnTo>
                  <a:pt x="66261" y="33758"/>
                </a:lnTo>
                <a:lnTo>
                  <a:pt x="66301" y="33359"/>
                </a:lnTo>
                <a:lnTo>
                  <a:pt x="66350" y="32969"/>
                </a:lnTo>
                <a:lnTo>
                  <a:pt x="66408" y="32587"/>
                </a:lnTo>
                <a:lnTo>
                  <a:pt x="66475" y="32213"/>
                </a:lnTo>
                <a:lnTo>
                  <a:pt x="66551" y="31847"/>
                </a:lnTo>
                <a:lnTo>
                  <a:pt x="66636" y="31490"/>
                </a:lnTo>
                <a:lnTo>
                  <a:pt x="66729" y="31141"/>
                </a:lnTo>
                <a:lnTo>
                  <a:pt x="66832" y="30800"/>
                </a:lnTo>
                <a:lnTo>
                  <a:pt x="66944" y="30467"/>
                </a:lnTo>
                <a:lnTo>
                  <a:pt x="67064" y="30143"/>
                </a:lnTo>
                <a:lnTo>
                  <a:pt x="67193" y="29827"/>
                </a:lnTo>
                <a:lnTo>
                  <a:pt x="67332" y="29520"/>
                </a:lnTo>
                <a:lnTo>
                  <a:pt x="67479" y="29221"/>
                </a:lnTo>
                <a:lnTo>
                  <a:pt x="67635" y="28930"/>
                </a:lnTo>
                <a:lnTo>
                  <a:pt x="67800" y="28647"/>
                </a:lnTo>
                <a:lnTo>
                  <a:pt x="67974" y="28373"/>
                </a:lnTo>
                <a:lnTo>
                  <a:pt x="68157" y="28106"/>
                </a:lnTo>
                <a:lnTo>
                  <a:pt x="68349" y="27849"/>
                </a:lnTo>
                <a:lnTo>
                  <a:pt x="68550" y="27599"/>
                </a:lnTo>
                <a:lnTo>
                  <a:pt x="68760" y="27358"/>
                </a:lnTo>
                <a:lnTo>
                  <a:pt x="68978" y="27126"/>
                </a:lnTo>
                <a:lnTo>
                  <a:pt x="69205" y="26903"/>
                </a:lnTo>
                <a:lnTo>
                  <a:pt x="69440" y="26691"/>
                </a:lnTo>
                <a:lnTo>
                  <a:pt x="69683" y="26488"/>
                </a:lnTo>
                <a:lnTo>
                  <a:pt x="69934" y="26295"/>
                </a:lnTo>
                <a:lnTo>
                  <a:pt x="70194" y="26112"/>
                </a:lnTo>
                <a:lnTo>
                  <a:pt x="70462" y="25940"/>
                </a:lnTo>
                <a:lnTo>
                  <a:pt x="70739" y="25776"/>
                </a:lnTo>
                <a:lnTo>
                  <a:pt x="71023" y="25623"/>
                </a:lnTo>
                <a:lnTo>
                  <a:pt x="71316" y="25480"/>
                </a:lnTo>
                <a:lnTo>
                  <a:pt x="71618" y="25347"/>
                </a:lnTo>
                <a:lnTo>
                  <a:pt x="71927" y="25223"/>
                </a:lnTo>
                <a:lnTo>
                  <a:pt x="72245" y="25109"/>
                </a:lnTo>
                <a:lnTo>
                  <a:pt x="72571" y="25006"/>
                </a:lnTo>
                <a:lnTo>
                  <a:pt x="72905" y="24912"/>
                </a:lnTo>
                <a:lnTo>
                  <a:pt x="73248" y="24828"/>
                </a:lnTo>
                <a:lnTo>
                  <a:pt x="73599" y="24754"/>
                </a:lnTo>
                <a:lnTo>
                  <a:pt x="73958" y="24689"/>
                </a:lnTo>
                <a:lnTo>
                  <a:pt x="74326" y="24635"/>
                </a:lnTo>
                <a:lnTo>
                  <a:pt x="74702" y="24590"/>
                </a:lnTo>
                <a:lnTo>
                  <a:pt x="75086" y="24556"/>
                </a:lnTo>
                <a:lnTo>
                  <a:pt x="75478" y="24531"/>
                </a:lnTo>
                <a:lnTo>
                  <a:pt x="75879" y="24516"/>
                </a:lnTo>
                <a:lnTo>
                  <a:pt x="76288" y="24511"/>
                </a:lnTo>
                <a:lnTo>
                  <a:pt x="76697" y="24516"/>
                </a:lnTo>
                <a:lnTo>
                  <a:pt x="77097" y="24531"/>
                </a:lnTo>
                <a:lnTo>
                  <a:pt x="77488" y="24555"/>
                </a:lnTo>
                <a:lnTo>
                  <a:pt x="77871" y="24589"/>
                </a:lnTo>
                <a:lnTo>
                  <a:pt x="78246" y="24633"/>
                </a:lnTo>
                <a:lnTo>
                  <a:pt x="78612" y="24686"/>
                </a:lnTo>
                <a:lnTo>
                  <a:pt x="78969" y="24750"/>
                </a:lnTo>
                <a:lnTo>
                  <a:pt x="79317" y="24823"/>
                </a:lnTo>
                <a:lnTo>
                  <a:pt x="79657" y="24905"/>
                </a:lnTo>
                <a:lnTo>
                  <a:pt x="79989" y="24998"/>
                </a:lnTo>
                <a:lnTo>
                  <a:pt x="80311" y="25100"/>
                </a:lnTo>
                <a:lnTo>
                  <a:pt x="80625" y="25211"/>
                </a:lnTo>
                <a:lnTo>
                  <a:pt x="80931" y="25333"/>
                </a:lnTo>
                <a:lnTo>
                  <a:pt x="81228" y="25464"/>
                </a:lnTo>
                <a:lnTo>
                  <a:pt x="81516" y="25605"/>
                </a:lnTo>
                <a:lnTo>
                  <a:pt x="81796" y="25756"/>
                </a:lnTo>
                <a:lnTo>
                  <a:pt x="82067" y="25916"/>
                </a:lnTo>
                <a:lnTo>
                  <a:pt x="82329" y="26086"/>
                </a:lnTo>
                <a:lnTo>
                  <a:pt x="82583" y="26266"/>
                </a:lnTo>
                <a:lnTo>
                  <a:pt x="82828" y="26456"/>
                </a:lnTo>
                <a:lnTo>
                  <a:pt x="83065" y="26655"/>
                </a:lnTo>
                <a:lnTo>
                  <a:pt x="83293" y="26864"/>
                </a:lnTo>
                <a:lnTo>
                  <a:pt x="83512" y="27083"/>
                </a:lnTo>
                <a:lnTo>
                  <a:pt x="83723" y="27312"/>
                </a:lnTo>
                <a:lnTo>
                  <a:pt x="83926" y="27549"/>
                </a:lnTo>
                <a:lnTo>
                  <a:pt x="84119" y="27795"/>
                </a:lnTo>
                <a:lnTo>
                  <a:pt x="84304" y="28050"/>
                </a:lnTo>
                <a:lnTo>
                  <a:pt x="84481" y="28313"/>
                </a:lnTo>
                <a:lnTo>
                  <a:pt x="84649" y="28584"/>
                </a:lnTo>
                <a:lnTo>
                  <a:pt x="84808" y="28864"/>
                </a:lnTo>
                <a:lnTo>
                  <a:pt x="84959" y="29152"/>
                </a:lnTo>
                <a:lnTo>
                  <a:pt x="85101" y="29449"/>
                </a:lnTo>
                <a:lnTo>
                  <a:pt x="85234" y="29754"/>
                </a:lnTo>
                <a:lnTo>
                  <a:pt x="85359" y="30067"/>
                </a:lnTo>
                <a:lnTo>
                  <a:pt x="85475" y="30389"/>
                </a:lnTo>
                <a:lnTo>
                  <a:pt x="85583" y="30720"/>
                </a:lnTo>
                <a:lnTo>
                  <a:pt x="85682" y="31059"/>
                </a:lnTo>
                <a:lnTo>
                  <a:pt x="85772" y="31406"/>
                </a:lnTo>
                <a:lnTo>
                  <a:pt x="85854" y="31762"/>
                </a:lnTo>
                <a:lnTo>
                  <a:pt x="85927" y="32126"/>
                </a:lnTo>
                <a:lnTo>
                  <a:pt x="85992" y="32499"/>
                </a:lnTo>
                <a:lnTo>
                  <a:pt x="86048" y="32880"/>
                </a:lnTo>
                <a:lnTo>
                  <a:pt x="86095" y="33269"/>
                </a:lnTo>
                <a:lnTo>
                  <a:pt x="86134" y="33667"/>
                </a:lnTo>
                <a:lnTo>
                  <a:pt x="86164" y="34074"/>
                </a:lnTo>
                <a:lnTo>
                  <a:pt x="86185" y="34489"/>
                </a:lnTo>
                <a:lnTo>
                  <a:pt x="86198" y="34912"/>
                </a:lnTo>
                <a:lnTo>
                  <a:pt x="86203" y="35344"/>
                </a:lnTo>
                <a:lnTo>
                  <a:pt x="86203" y="37188"/>
                </a:lnTo>
                <a:lnTo>
                  <a:pt x="66189" y="37364"/>
                </a:lnTo>
                <a:lnTo>
                  <a:pt x="66189" y="35436"/>
                </a:lnTo>
                <a:lnTo>
                  <a:pt x="66194" y="35004"/>
                </a:lnTo>
                <a:close/>
                <a:moveTo>
                  <a:pt x="122524" y="58959"/>
                </a:moveTo>
                <a:lnTo>
                  <a:pt x="122645" y="59386"/>
                </a:lnTo>
                <a:lnTo>
                  <a:pt x="122779" y="59803"/>
                </a:lnTo>
                <a:lnTo>
                  <a:pt x="122925" y="60211"/>
                </a:lnTo>
                <a:lnTo>
                  <a:pt x="123085" y="60610"/>
                </a:lnTo>
                <a:lnTo>
                  <a:pt x="123257" y="61000"/>
                </a:lnTo>
                <a:lnTo>
                  <a:pt x="123442" y="61381"/>
                </a:lnTo>
                <a:lnTo>
                  <a:pt x="123639" y="61753"/>
                </a:lnTo>
                <a:lnTo>
                  <a:pt x="123849" y="62115"/>
                </a:lnTo>
                <a:lnTo>
                  <a:pt x="124073" y="62469"/>
                </a:lnTo>
                <a:lnTo>
                  <a:pt x="124308" y="62813"/>
                </a:lnTo>
                <a:lnTo>
                  <a:pt x="124557" y="63149"/>
                </a:lnTo>
                <a:lnTo>
                  <a:pt x="124818" y="63475"/>
                </a:lnTo>
                <a:lnTo>
                  <a:pt x="125092" y="63792"/>
                </a:lnTo>
                <a:lnTo>
                  <a:pt x="125379" y="64100"/>
                </a:lnTo>
                <a:lnTo>
                  <a:pt x="125679" y="64399"/>
                </a:lnTo>
                <a:lnTo>
                  <a:pt x="125989" y="64688"/>
                </a:lnTo>
                <a:lnTo>
                  <a:pt x="126309" y="64964"/>
                </a:lnTo>
                <a:lnTo>
                  <a:pt x="126637" y="65228"/>
                </a:lnTo>
                <a:lnTo>
                  <a:pt x="126975" y="65479"/>
                </a:lnTo>
                <a:lnTo>
                  <a:pt x="127321" y="65719"/>
                </a:lnTo>
                <a:lnTo>
                  <a:pt x="127676" y="65946"/>
                </a:lnTo>
                <a:lnTo>
                  <a:pt x="128040" y="66160"/>
                </a:lnTo>
                <a:lnTo>
                  <a:pt x="128413" y="66363"/>
                </a:lnTo>
                <a:lnTo>
                  <a:pt x="128795" y="66553"/>
                </a:lnTo>
                <a:lnTo>
                  <a:pt x="129186" y="66731"/>
                </a:lnTo>
                <a:lnTo>
                  <a:pt x="129585" y="66897"/>
                </a:lnTo>
                <a:lnTo>
                  <a:pt x="129994" y="67050"/>
                </a:lnTo>
                <a:lnTo>
                  <a:pt x="130412" y="67191"/>
                </a:lnTo>
                <a:lnTo>
                  <a:pt x="130838" y="67320"/>
                </a:lnTo>
                <a:lnTo>
                  <a:pt x="131274" y="67437"/>
                </a:lnTo>
                <a:lnTo>
                  <a:pt x="131718" y="67541"/>
                </a:lnTo>
                <a:lnTo>
                  <a:pt x="132171" y="67633"/>
                </a:lnTo>
                <a:lnTo>
                  <a:pt x="132633" y="67713"/>
                </a:lnTo>
                <a:lnTo>
                  <a:pt x="133104" y="67780"/>
                </a:lnTo>
                <a:lnTo>
                  <a:pt x="133585" y="67835"/>
                </a:lnTo>
                <a:lnTo>
                  <a:pt x="134073" y="67878"/>
                </a:lnTo>
                <a:lnTo>
                  <a:pt x="134571" y="67909"/>
                </a:lnTo>
                <a:lnTo>
                  <a:pt x="135078" y="67928"/>
                </a:lnTo>
                <a:lnTo>
                  <a:pt x="135594" y="67934"/>
                </a:lnTo>
                <a:lnTo>
                  <a:pt x="136223" y="67925"/>
                </a:lnTo>
                <a:lnTo>
                  <a:pt x="136843" y="67897"/>
                </a:lnTo>
                <a:lnTo>
                  <a:pt x="137451" y="67852"/>
                </a:lnTo>
                <a:lnTo>
                  <a:pt x="138049" y="67788"/>
                </a:lnTo>
                <a:lnTo>
                  <a:pt x="138637" y="67707"/>
                </a:lnTo>
                <a:lnTo>
                  <a:pt x="139214" y="67607"/>
                </a:lnTo>
                <a:lnTo>
                  <a:pt x="139781" y="67489"/>
                </a:lnTo>
                <a:lnTo>
                  <a:pt x="140337" y="67352"/>
                </a:lnTo>
                <a:lnTo>
                  <a:pt x="140882" y="67198"/>
                </a:lnTo>
                <a:lnTo>
                  <a:pt x="141417" y="67025"/>
                </a:lnTo>
                <a:lnTo>
                  <a:pt x="141942" y="66835"/>
                </a:lnTo>
                <a:lnTo>
                  <a:pt x="142456" y="66626"/>
                </a:lnTo>
                <a:lnTo>
                  <a:pt x="142959" y="66399"/>
                </a:lnTo>
                <a:lnTo>
                  <a:pt x="143452" y="66153"/>
                </a:lnTo>
                <a:lnTo>
                  <a:pt x="143935" y="65890"/>
                </a:lnTo>
                <a:lnTo>
                  <a:pt x="144406" y="65608"/>
                </a:lnTo>
                <a:lnTo>
                  <a:pt x="144868" y="65309"/>
                </a:lnTo>
                <a:lnTo>
                  <a:pt x="145319" y="64991"/>
                </a:lnTo>
                <a:lnTo>
                  <a:pt x="145759" y="64655"/>
                </a:lnTo>
                <a:lnTo>
                  <a:pt x="146189" y="64300"/>
                </a:lnTo>
                <a:lnTo>
                  <a:pt x="146608" y="63928"/>
                </a:lnTo>
                <a:lnTo>
                  <a:pt x="147017" y="63537"/>
                </a:lnTo>
                <a:lnTo>
                  <a:pt x="147415" y="63129"/>
                </a:lnTo>
                <a:lnTo>
                  <a:pt x="147803" y="62702"/>
                </a:lnTo>
                <a:lnTo>
                  <a:pt x="148178" y="62259"/>
                </a:lnTo>
                <a:lnTo>
                  <a:pt x="148536" y="61805"/>
                </a:lnTo>
                <a:lnTo>
                  <a:pt x="148879" y="61337"/>
                </a:lnTo>
                <a:lnTo>
                  <a:pt x="149206" y="60858"/>
                </a:lnTo>
                <a:lnTo>
                  <a:pt x="149517" y="60366"/>
                </a:lnTo>
                <a:lnTo>
                  <a:pt x="149812" y="59861"/>
                </a:lnTo>
                <a:lnTo>
                  <a:pt x="150091" y="59344"/>
                </a:lnTo>
                <a:lnTo>
                  <a:pt x="150354" y="58815"/>
                </a:lnTo>
                <a:lnTo>
                  <a:pt x="150601" y="58273"/>
                </a:lnTo>
                <a:lnTo>
                  <a:pt x="150832" y="57719"/>
                </a:lnTo>
                <a:lnTo>
                  <a:pt x="151047" y="57152"/>
                </a:lnTo>
                <a:lnTo>
                  <a:pt x="151246" y="56573"/>
                </a:lnTo>
                <a:lnTo>
                  <a:pt x="151429" y="55982"/>
                </a:lnTo>
                <a:lnTo>
                  <a:pt x="151597" y="55378"/>
                </a:lnTo>
                <a:lnTo>
                  <a:pt x="151748" y="54762"/>
                </a:lnTo>
                <a:lnTo>
                  <a:pt x="151884" y="54133"/>
                </a:lnTo>
                <a:lnTo>
                  <a:pt x="152003" y="53492"/>
                </a:lnTo>
                <a:lnTo>
                  <a:pt x="152107" y="52838"/>
                </a:lnTo>
                <a:lnTo>
                  <a:pt x="152194" y="52172"/>
                </a:lnTo>
                <a:lnTo>
                  <a:pt x="152266" y="51494"/>
                </a:lnTo>
                <a:lnTo>
                  <a:pt x="152322" y="50803"/>
                </a:lnTo>
                <a:lnTo>
                  <a:pt x="152362" y="50100"/>
                </a:lnTo>
                <a:lnTo>
                  <a:pt x="152386" y="49384"/>
                </a:lnTo>
                <a:lnTo>
                  <a:pt x="152394" y="48656"/>
                </a:lnTo>
                <a:lnTo>
                  <a:pt x="152394" y="34977"/>
                </a:lnTo>
                <a:lnTo>
                  <a:pt x="152386" y="34241"/>
                </a:lnTo>
                <a:lnTo>
                  <a:pt x="152362" y="33518"/>
                </a:lnTo>
                <a:lnTo>
                  <a:pt x="152322" y="32808"/>
                </a:lnTo>
                <a:lnTo>
                  <a:pt x="152266" y="32111"/>
                </a:lnTo>
                <a:lnTo>
                  <a:pt x="152194" y="31426"/>
                </a:lnTo>
                <a:lnTo>
                  <a:pt x="152107" y="30754"/>
                </a:lnTo>
                <a:lnTo>
                  <a:pt x="152003" y="30095"/>
                </a:lnTo>
                <a:lnTo>
                  <a:pt x="151884" y="29448"/>
                </a:lnTo>
                <a:lnTo>
                  <a:pt x="151748" y="28815"/>
                </a:lnTo>
                <a:lnTo>
                  <a:pt x="151597" y="28194"/>
                </a:lnTo>
                <a:lnTo>
                  <a:pt x="151429" y="27586"/>
                </a:lnTo>
                <a:lnTo>
                  <a:pt x="151246" y="26990"/>
                </a:lnTo>
                <a:lnTo>
                  <a:pt x="151047" y="26407"/>
                </a:lnTo>
                <a:lnTo>
                  <a:pt x="150832" y="25838"/>
                </a:lnTo>
                <a:lnTo>
                  <a:pt x="150601" y="25280"/>
                </a:lnTo>
                <a:lnTo>
                  <a:pt x="150354" y="24736"/>
                </a:lnTo>
                <a:lnTo>
                  <a:pt x="150091" y="24204"/>
                </a:lnTo>
                <a:lnTo>
                  <a:pt x="149812" y="23685"/>
                </a:lnTo>
                <a:lnTo>
                  <a:pt x="149517" y="23179"/>
                </a:lnTo>
                <a:lnTo>
                  <a:pt x="149206" y="22686"/>
                </a:lnTo>
                <a:lnTo>
                  <a:pt x="148879" y="22205"/>
                </a:lnTo>
                <a:lnTo>
                  <a:pt x="148536" y="21737"/>
                </a:lnTo>
                <a:lnTo>
                  <a:pt x="148178" y="21282"/>
                </a:lnTo>
                <a:lnTo>
                  <a:pt x="147803" y="20840"/>
                </a:lnTo>
                <a:lnTo>
                  <a:pt x="147415" y="20413"/>
                </a:lnTo>
                <a:lnTo>
                  <a:pt x="147017" y="20004"/>
                </a:lnTo>
                <a:lnTo>
                  <a:pt x="146608" y="19613"/>
                </a:lnTo>
                <a:lnTo>
                  <a:pt x="146189" y="19241"/>
                </a:lnTo>
                <a:lnTo>
                  <a:pt x="145759" y="18886"/>
                </a:lnTo>
                <a:lnTo>
                  <a:pt x="145319" y="18550"/>
                </a:lnTo>
                <a:lnTo>
                  <a:pt x="144868" y="18232"/>
                </a:lnTo>
                <a:lnTo>
                  <a:pt x="144406" y="17932"/>
                </a:lnTo>
                <a:lnTo>
                  <a:pt x="143935" y="17651"/>
                </a:lnTo>
                <a:lnTo>
                  <a:pt x="143452" y="17387"/>
                </a:lnTo>
                <a:lnTo>
                  <a:pt x="142959" y="17142"/>
                </a:lnTo>
                <a:lnTo>
                  <a:pt x="142456" y="16915"/>
                </a:lnTo>
                <a:lnTo>
                  <a:pt x="141942" y="16706"/>
                </a:lnTo>
                <a:lnTo>
                  <a:pt x="141417" y="16515"/>
                </a:lnTo>
                <a:lnTo>
                  <a:pt x="140882" y="16342"/>
                </a:lnTo>
                <a:lnTo>
                  <a:pt x="140337" y="16188"/>
                </a:lnTo>
                <a:lnTo>
                  <a:pt x="139781" y="16052"/>
                </a:lnTo>
                <a:lnTo>
                  <a:pt x="139214" y="15934"/>
                </a:lnTo>
                <a:lnTo>
                  <a:pt x="138637" y="15834"/>
                </a:lnTo>
                <a:lnTo>
                  <a:pt x="138049" y="15752"/>
                </a:lnTo>
                <a:lnTo>
                  <a:pt x="137451" y="15688"/>
                </a:lnTo>
                <a:lnTo>
                  <a:pt x="136843" y="15643"/>
                </a:lnTo>
                <a:lnTo>
                  <a:pt x="136223" y="15616"/>
                </a:lnTo>
                <a:lnTo>
                  <a:pt x="135594" y="15606"/>
                </a:lnTo>
                <a:lnTo>
                  <a:pt x="135078" y="15613"/>
                </a:lnTo>
                <a:lnTo>
                  <a:pt x="134571" y="15631"/>
                </a:lnTo>
                <a:lnTo>
                  <a:pt x="134073" y="15662"/>
                </a:lnTo>
                <a:lnTo>
                  <a:pt x="133585" y="15705"/>
                </a:lnTo>
                <a:lnTo>
                  <a:pt x="133104" y="15760"/>
                </a:lnTo>
                <a:lnTo>
                  <a:pt x="132633" y="15827"/>
                </a:lnTo>
                <a:lnTo>
                  <a:pt x="132171" y="15907"/>
                </a:lnTo>
                <a:lnTo>
                  <a:pt x="131718" y="15999"/>
                </a:lnTo>
                <a:lnTo>
                  <a:pt x="131274" y="16103"/>
                </a:lnTo>
                <a:lnTo>
                  <a:pt x="130838" y="16220"/>
                </a:lnTo>
                <a:lnTo>
                  <a:pt x="130412" y="16349"/>
                </a:lnTo>
                <a:lnTo>
                  <a:pt x="129994" y="16490"/>
                </a:lnTo>
                <a:lnTo>
                  <a:pt x="129585" y="16643"/>
                </a:lnTo>
                <a:lnTo>
                  <a:pt x="129186" y="16809"/>
                </a:lnTo>
                <a:lnTo>
                  <a:pt x="128795" y="16987"/>
                </a:lnTo>
                <a:lnTo>
                  <a:pt x="128413" y="17177"/>
                </a:lnTo>
                <a:lnTo>
                  <a:pt x="128040" y="17380"/>
                </a:lnTo>
                <a:lnTo>
                  <a:pt x="127676" y="17594"/>
                </a:lnTo>
                <a:lnTo>
                  <a:pt x="127321" y="17821"/>
                </a:lnTo>
                <a:lnTo>
                  <a:pt x="126975" y="18061"/>
                </a:lnTo>
                <a:lnTo>
                  <a:pt x="126637" y="18312"/>
                </a:lnTo>
                <a:lnTo>
                  <a:pt x="126309" y="18576"/>
                </a:lnTo>
                <a:lnTo>
                  <a:pt x="125989" y="18852"/>
                </a:lnTo>
                <a:lnTo>
                  <a:pt x="125679" y="19141"/>
                </a:lnTo>
                <a:lnTo>
                  <a:pt x="125379" y="19440"/>
                </a:lnTo>
                <a:lnTo>
                  <a:pt x="125092" y="19748"/>
                </a:lnTo>
                <a:lnTo>
                  <a:pt x="124818" y="20065"/>
                </a:lnTo>
                <a:lnTo>
                  <a:pt x="124557" y="20391"/>
                </a:lnTo>
                <a:lnTo>
                  <a:pt x="124308" y="20727"/>
                </a:lnTo>
                <a:lnTo>
                  <a:pt x="124073" y="21071"/>
                </a:lnTo>
                <a:lnTo>
                  <a:pt x="123849" y="21425"/>
                </a:lnTo>
                <a:lnTo>
                  <a:pt x="123639" y="21788"/>
                </a:lnTo>
                <a:lnTo>
                  <a:pt x="123442" y="22159"/>
                </a:lnTo>
                <a:lnTo>
                  <a:pt x="123257" y="22540"/>
                </a:lnTo>
                <a:lnTo>
                  <a:pt x="123085" y="22930"/>
                </a:lnTo>
                <a:lnTo>
                  <a:pt x="122925" y="23329"/>
                </a:lnTo>
                <a:lnTo>
                  <a:pt x="122779" y="23737"/>
                </a:lnTo>
                <a:lnTo>
                  <a:pt x="122645" y="24154"/>
                </a:lnTo>
                <a:lnTo>
                  <a:pt x="122524" y="24581"/>
                </a:lnTo>
                <a:lnTo>
                  <a:pt x="122415" y="25016"/>
                </a:lnTo>
                <a:lnTo>
                  <a:pt x="122320" y="25460"/>
                </a:lnTo>
                <a:lnTo>
                  <a:pt x="122237" y="25914"/>
                </a:lnTo>
                <a:lnTo>
                  <a:pt x="122199" y="26163"/>
                </a:lnTo>
                <a:lnTo>
                  <a:pt x="121915" y="26163"/>
                </a:lnTo>
                <a:lnTo>
                  <a:pt x="122282" y="14137"/>
                </a:lnTo>
                <a:lnTo>
                  <a:pt x="122282" y="0"/>
                </a:lnTo>
                <a:lnTo>
                  <a:pt x="110806" y="0"/>
                </a:lnTo>
                <a:lnTo>
                  <a:pt x="110806" y="67016"/>
                </a:lnTo>
                <a:lnTo>
                  <a:pt x="122007" y="67016"/>
                </a:lnTo>
                <a:lnTo>
                  <a:pt x="122007" y="57377"/>
                </a:lnTo>
                <a:lnTo>
                  <a:pt x="122199" y="57377"/>
                </a:lnTo>
                <a:lnTo>
                  <a:pt x="122237" y="57626"/>
                </a:lnTo>
                <a:lnTo>
                  <a:pt x="122320" y="58080"/>
                </a:lnTo>
                <a:lnTo>
                  <a:pt x="122415" y="58524"/>
                </a:lnTo>
                <a:lnTo>
                  <a:pt x="122524" y="58959"/>
                </a:lnTo>
                <a:close/>
                <a:moveTo>
                  <a:pt x="130167" y="57946"/>
                </a:moveTo>
                <a:lnTo>
                  <a:pt x="129836" y="57905"/>
                </a:lnTo>
                <a:lnTo>
                  <a:pt x="129511" y="57855"/>
                </a:lnTo>
                <a:lnTo>
                  <a:pt x="129193" y="57796"/>
                </a:lnTo>
                <a:lnTo>
                  <a:pt x="128881" y="57728"/>
                </a:lnTo>
                <a:lnTo>
                  <a:pt x="128576" y="57651"/>
                </a:lnTo>
                <a:lnTo>
                  <a:pt x="128277" y="57565"/>
                </a:lnTo>
                <a:lnTo>
                  <a:pt x="127984" y="57469"/>
                </a:lnTo>
                <a:lnTo>
                  <a:pt x="127698" y="57365"/>
                </a:lnTo>
                <a:lnTo>
                  <a:pt x="127418" y="57251"/>
                </a:lnTo>
                <a:lnTo>
                  <a:pt x="127145" y="57129"/>
                </a:lnTo>
                <a:lnTo>
                  <a:pt x="126878" y="56997"/>
                </a:lnTo>
                <a:lnTo>
                  <a:pt x="126617" y="56856"/>
                </a:lnTo>
                <a:lnTo>
                  <a:pt x="126362" y="56707"/>
                </a:lnTo>
                <a:lnTo>
                  <a:pt x="126114" y="56548"/>
                </a:lnTo>
                <a:lnTo>
                  <a:pt x="125873" y="56380"/>
                </a:lnTo>
                <a:lnTo>
                  <a:pt x="125637" y="56203"/>
                </a:lnTo>
                <a:lnTo>
                  <a:pt x="125408" y="56016"/>
                </a:lnTo>
                <a:lnTo>
                  <a:pt x="125186" y="55821"/>
                </a:lnTo>
                <a:lnTo>
                  <a:pt x="124970" y="55617"/>
                </a:lnTo>
                <a:lnTo>
                  <a:pt x="124760" y="55403"/>
                </a:lnTo>
                <a:lnTo>
                  <a:pt x="124558" y="55182"/>
                </a:lnTo>
                <a:lnTo>
                  <a:pt x="124364" y="54953"/>
                </a:lnTo>
                <a:lnTo>
                  <a:pt x="124179" y="54717"/>
                </a:lnTo>
                <a:lnTo>
                  <a:pt x="124003" y="54474"/>
                </a:lnTo>
                <a:lnTo>
                  <a:pt x="123835" y="54224"/>
                </a:lnTo>
                <a:lnTo>
                  <a:pt x="123676" y="53966"/>
                </a:lnTo>
                <a:lnTo>
                  <a:pt x="123525" y="53701"/>
                </a:lnTo>
                <a:lnTo>
                  <a:pt x="123383" y="53430"/>
                </a:lnTo>
                <a:lnTo>
                  <a:pt x="123250" y="53151"/>
                </a:lnTo>
                <a:lnTo>
                  <a:pt x="123125" y="52864"/>
                </a:lnTo>
                <a:lnTo>
                  <a:pt x="123009" y="52571"/>
                </a:lnTo>
                <a:lnTo>
                  <a:pt x="122901" y="52271"/>
                </a:lnTo>
                <a:lnTo>
                  <a:pt x="122802" y="51963"/>
                </a:lnTo>
                <a:lnTo>
                  <a:pt x="122712" y="51648"/>
                </a:lnTo>
                <a:lnTo>
                  <a:pt x="122630" y="51326"/>
                </a:lnTo>
                <a:lnTo>
                  <a:pt x="122557" y="50997"/>
                </a:lnTo>
                <a:lnTo>
                  <a:pt x="122493" y="50660"/>
                </a:lnTo>
                <a:lnTo>
                  <a:pt x="122437" y="50317"/>
                </a:lnTo>
                <a:lnTo>
                  <a:pt x="122389" y="49966"/>
                </a:lnTo>
                <a:lnTo>
                  <a:pt x="122351" y="49608"/>
                </a:lnTo>
                <a:lnTo>
                  <a:pt x="122321" y="49243"/>
                </a:lnTo>
                <a:lnTo>
                  <a:pt x="122299" y="48871"/>
                </a:lnTo>
                <a:lnTo>
                  <a:pt x="122286" y="48492"/>
                </a:lnTo>
                <a:lnTo>
                  <a:pt x="122282" y="48105"/>
                </a:lnTo>
                <a:lnTo>
                  <a:pt x="122282" y="35436"/>
                </a:lnTo>
                <a:lnTo>
                  <a:pt x="122286" y="35050"/>
                </a:lnTo>
                <a:lnTo>
                  <a:pt x="122299" y="34670"/>
                </a:lnTo>
                <a:lnTo>
                  <a:pt x="122321" y="34298"/>
                </a:lnTo>
                <a:lnTo>
                  <a:pt x="122351" y="33933"/>
                </a:lnTo>
                <a:lnTo>
                  <a:pt x="122389" y="33575"/>
                </a:lnTo>
                <a:lnTo>
                  <a:pt x="122437" y="33224"/>
                </a:lnTo>
                <a:lnTo>
                  <a:pt x="122493" y="32880"/>
                </a:lnTo>
                <a:lnTo>
                  <a:pt x="122557" y="32544"/>
                </a:lnTo>
                <a:lnTo>
                  <a:pt x="122630" y="32215"/>
                </a:lnTo>
                <a:lnTo>
                  <a:pt x="122712" y="31893"/>
                </a:lnTo>
                <a:lnTo>
                  <a:pt x="122802" y="31578"/>
                </a:lnTo>
                <a:lnTo>
                  <a:pt x="122901" y="31270"/>
                </a:lnTo>
                <a:lnTo>
                  <a:pt x="123009" y="30970"/>
                </a:lnTo>
                <a:lnTo>
                  <a:pt x="123125" y="30676"/>
                </a:lnTo>
                <a:lnTo>
                  <a:pt x="123250" y="30390"/>
                </a:lnTo>
                <a:lnTo>
                  <a:pt x="123383" y="30111"/>
                </a:lnTo>
                <a:lnTo>
                  <a:pt x="123525" y="29840"/>
                </a:lnTo>
                <a:lnTo>
                  <a:pt x="123676" y="29575"/>
                </a:lnTo>
                <a:lnTo>
                  <a:pt x="123835" y="29318"/>
                </a:lnTo>
                <a:lnTo>
                  <a:pt x="124003" y="29067"/>
                </a:lnTo>
                <a:lnTo>
                  <a:pt x="124179" y="28824"/>
                </a:lnTo>
                <a:lnTo>
                  <a:pt x="124364" y="28588"/>
                </a:lnTo>
                <a:lnTo>
                  <a:pt x="124558" y="28360"/>
                </a:lnTo>
                <a:lnTo>
                  <a:pt x="124760" y="28138"/>
                </a:lnTo>
                <a:lnTo>
                  <a:pt x="124970" y="27925"/>
                </a:lnTo>
                <a:lnTo>
                  <a:pt x="125186" y="27720"/>
                </a:lnTo>
                <a:lnTo>
                  <a:pt x="125408" y="27525"/>
                </a:lnTo>
                <a:lnTo>
                  <a:pt x="125637" y="27339"/>
                </a:lnTo>
                <a:lnTo>
                  <a:pt x="125873" y="27161"/>
                </a:lnTo>
                <a:lnTo>
                  <a:pt x="126114" y="26993"/>
                </a:lnTo>
                <a:lnTo>
                  <a:pt x="126362" y="26834"/>
                </a:lnTo>
                <a:lnTo>
                  <a:pt x="126617" y="26684"/>
                </a:lnTo>
                <a:lnTo>
                  <a:pt x="126878" y="26544"/>
                </a:lnTo>
                <a:lnTo>
                  <a:pt x="127145" y="26412"/>
                </a:lnTo>
                <a:lnTo>
                  <a:pt x="127418" y="26289"/>
                </a:lnTo>
                <a:lnTo>
                  <a:pt x="127698" y="26176"/>
                </a:lnTo>
                <a:lnTo>
                  <a:pt x="127984" y="26071"/>
                </a:lnTo>
                <a:lnTo>
                  <a:pt x="128277" y="25976"/>
                </a:lnTo>
                <a:lnTo>
                  <a:pt x="128576" y="25889"/>
                </a:lnTo>
                <a:lnTo>
                  <a:pt x="128881" y="25812"/>
                </a:lnTo>
                <a:lnTo>
                  <a:pt x="129193" y="25744"/>
                </a:lnTo>
                <a:lnTo>
                  <a:pt x="129511" y="25685"/>
                </a:lnTo>
                <a:lnTo>
                  <a:pt x="129836" y="25635"/>
                </a:lnTo>
                <a:lnTo>
                  <a:pt x="130167" y="25594"/>
                </a:lnTo>
                <a:lnTo>
                  <a:pt x="130504" y="25562"/>
                </a:lnTo>
                <a:lnTo>
                  <a:pt x="130848" y="25540"/>
                </a:lnTo>
                <a:lnTo>
                  <a:pt x="131198" y="25526"/>
                </a:lnTo>
                <a:lnTo>
                  <a:pt x="131554" y="25521"/>
                </a:lnTo>
                <a:lnTo>
                  <a:pt x="131918" y="25526"/>
                </a:lnTo>
                <a:lnTo>
                  <a:pt x="132275" y="25539"/>
                </a:lnTo>
                <a:lnTo>
                  <a:pt x="132625" y="25562"/>
                </a:lnTo>
                <a:lnTo>
                  <a:pt x="132969" y="25593"/>
                </a:lnTo>
                <a:lnTo>
                  <a:pt x="133306" y="25633"/>
                </a:lnTo>
                <a:lnTo>
                  <a:pt x="133637" y="25682"/>
                </a:lnTo>
                <a:lnTo>
                  <a:pt x="133961" y="25740"/>
                </a:lnTo>
                <a:lnTo>
                  <a:pt x="134278" y="25807"/>
                </a:lnTo>
                <a:lnTo>
                  <a:pt x="134588" y="25883"/>
                </a:lnTo>
                <a:lnTo>
                  <a:pt x="134891" y="25968"/>
                </a:lnTo>
                <a:lnTo>
                  <a:pt x="135188" y="26061"/>
                </a:lnTo>
                <a:lnTo>
                  <a:pt x="135479" y="26164"/>
                </a:lnTo>
                <a:lnTo>
                  <a:pt x="135762" y="26276"/>
                </a:lnTo>
                <a:lnTo>
                  <a:pt x="136039" y="26396"/>
                </a:lnTo>
                <a:lnTo>
                  <a:pt x="136309" y="26525"/>
                </a:lnTo>
                <a:lnTo>
                  <a:pt x="136573" y="26664"/>
                </a:lnTo>
                <a:lnTo>
                  <a:pt x="136829" y="26811"/>
                </a:lnTo>
                <a:lnTo>
                  <a:pt x="137079" y="26967"/>
                </a:lnTo>
                <a:lnTo>
                  <a:pt x="137323" y="27132"/>
                </a:lnTo>
                <a:lnTo>
                  <a:pt x="137559" y="27306"/>
                </a:lnTo>
                <a:lnTo>
                  <a:pt x="137789" y="27489"/>
                </a:lnTo>
                <a:lnTo>
                  <a:pt x="138012" y="27681"/>
                </a:lnTo>
                <a:lnTo>
                  <a:pt x="138229" y="27882"/>
                </a:lnTo>
                <a:lnTo>
                  <a:pt x="138439" y="28092"/>
                </a:lnTo>
                <a:lnTo>
                  <a:pt x="138641" y="28310"/>
                </a:lnTo>
                <a:lnTo>
                  <a:pt x="138835" y="28536"/>
                </a:lnTo>
                <a:lnTo>
                  <a:pt x="139020" y="28769"/>
                </a:lnTo>
                <a:lnTo>
                  <a:pt x="139196" y="29010"/>
                </a:lnTo>
                <a:lnTo>
                  <a:pt x="139364" y="29259"/>
                </a:lnTo>
                <a:lnTo>
                  <a:pt x="139524" y="29515"/>
                </a:lnTo>
                <a:lnTo>
                  <a:pt x="139674" y="29779"/>
                </a:lnTo>
                <a:lnTo>
                  <a:pt x="139816" y="30050"/>
                </a:lnTo>
                <a:lnTo>
                  <a:pt x="139950" y="30330"/>
                </a:lnTo>
                <a:lnTo>
                  <a:pt x="140075" y="30616"/>
                </a:lnTo>
                <a:lnTo>
                  <a:pt x="140191" y="30911"/>
                </a:lnTo>
                <a:lnTo>
                  <a:pt x="140298" y="31213"/>
                </a:lnTo>
                <a:lnTo>
                  <a:pt x="140397" y="31523"/>
                </a:lnTo>
                <a:lnTo>
                  <a:pt x="140488" y="31841"/>
                </a:lnTo>
                <a:lnTo>
                  <a:pt x="140570" y="32166"/>
                </a:lnTo>
                <a:lnTo>
                  <a:pt x="140643" y="32498"/>
                </a:lnTo>
                <a:lnTo>
                  <a:pt x="140707" y="32839"/>
                </a:lnTo>
                <a:lnTo>
                  <a:pt x="140763" y="33187"/>
                </a:lnTo>
                <a:lnTo>
                  <a:pt x="140811" y="33543"/>
                </a:lnTo>
                <a:lnTo>
                  <a:pt x="140849" y="33906"/>
                </a:lnTo>
                <a:lnTo>
                  <a:pt x="140880" y="34277"/>
                </a:lnTo>
                <a:lnTo>
                  <a:pt x="140901" y="34656"/>
                </a:lnTo>
                <a:lnTo>
                  <a:pt x="140914" y="35042"/>
                </a:lnTo>
                <a:lnTo>
                  <a:pt x="140918" y="35436"/>
                </a:lnTo>
                <a:lnTo>
                  <a:pt x="140918" y="48105"/>
                </a:lnTo>
                <a:lnTo>
                  <a:pt x="140914" y="48499"/>
                </a:lnTo>
                <a:lnTo>
                  <a:pt x="140901" y="48885"/>
                </a:lnTo>
                <a:lnTo>
                  <a:pt x="140880" y="49264"/>
                </a:lnTo>
                <a:lnTo>
                  <a:pt x="140849" y="49635"/>
                </a:lnTo>
                <a:lnTo>
                  <a:pt x="140811" y="49998"/>
                </a:lnTo>
                <a:lnTo>
                  <a:pt x="140763" y="50354"/>
                </a:lnTo>
                <a:lnTo>
                  <a:pt x="140707" y="50702"/>
                </a:lnTo>
                <a:lnTo>
                  <a:pt x="140643" y="51042"/>
                </a:lnTo>
                <a:lnTo>
                  <a:pt x="140570" y="51375"/>
                </a:lnTo>
                <a:lnTo>
                  <a:pt x="140488" y="51700"/>
                </a:lnTo>
                <a:lnTo>
                  <a:pt x="140397" y="52017"/>
                </a:lnTo>
                <a:lnTo>
                  <a:pt x="140298" y="52327"/>
                </a:lnTo>
                <a:lnTo>
                  <a:pt x="140191" y="52629"/>
                </a:lnTo>
                <a:lnTo>
                  <a:pt x="140075" y="52924"/>
                </a:lnTo>
                <a:lnTo>
                  <a:pt x="139950" y="53211"/>
                </a:lnTo>
                <a:lnTo>
                  <a:pt x="139816" y="53490"/>
                </a:lnTo>
                <a:lnTo>
                  <a:pt x="139674" y="53761"/>
                </a:lnTo>
                <a:lnTo>
                  <a:pt x="139524" y="54025"/>
                </a:lnTo>
                <a:lnTo>
                  <a:pt x="139364" y="54282"/>
                </a:lnTo>
                <a:lnTo>
                  <a:pt x="139196" y="54530"/>
                </a:lnTo>
                <a:lnTo>
                  <a:pt x="139020" y="54771"/>
                </a:lnTo>
                <a:lnTo>
                  <a:pt x="138835" y="55005"/>
                </a:lnTo>
                <a:lnTo>
                  <a:pt x="138641" y="55230"/>
                </a:lnTo>
                <a:lnTo>
                  <a:pt x="138439" y="55448"/>
                </a:lnTo>
                <a:lnTo>
                  <a:pt x="138229" y="55658"/>
                </a:lnTo>
                <a:lnTo>
                  <a:pt x="138012" y="55859"/>
                </a:lnTo>
                <a:lnTo>
                  <a:pt x="137789" y="56051"/>
                </a:lnTo>
                <a:lnTo>
                  <a:pt x="137559" y="56234"/>
                </a:lnTo>
                <a:lnTo>
                  <a:pt x="137323" y="56408"/>
                </a:lnTo>
                <a:lnTo>
                  <a:pt x="137079" y="56573"/>
                </a:lnTo>
                <a:lnTo>
                  <a:pt x="136829" y="56729"/>
                </a:lnTo>
                <a:lnTo>
                  <a:pt x="136573" y="56876"/>
                </a:lnTo>
                <a:lnTo>
                  <a:pt x="136309" y="57015"/>
                </a:lnTo>
                <a:lnTo>
                  <a:pt x="136039" y="57144"/>
                </a:lnTo>
                <a:lnTo>
                  <a:pt x="135762" y="57265"/>
                </a:lnTo>
                <a:lnTo>
                  <a:pt x="135479" y="57376"/>
                </a:lnTo>
                <a:lnTo>
                  <a:pt x="135188" y="57479"/>
                </a:lnTo>
                <a:lnTo>
                  <a:pt x="134891" y="57572"/>
                </a:lnTo>
                <a:lnTo>
                  <a:pt x="134588" y="57657"/>
                </a:lnTo>
                <a:lnTo>
                  <a:pt x="134278" y="57733"/>
                </a:lnTo>
                <a:lnTo>
                  <a:pt x="133961" y="57800"/>
                </a:lnTo>
                <a:lnTo>
                  <a:pt x="133637" y="57858"/>
                </a:lnTo>
                <a:lnTo>
                  <a:pt x="133306" y="57907"/>
                </a:lnTo>
                <a:lnTo>
                  <a:pt x="132969" y="57947"/>
                </a:lnTo>
                <a:lnTo>
                  <a:pt x="132625" y="57979"/>
                </a:lnTo>
                <a:lnTo>
                  <a:pt x="132275" y="58001"/>
                </a:lnTo>
                <a:lnTo>
                  <a:pt x="131918" y="58014"/>
                </a:lnTo>
                <a:lnTo>
                  <a:pt x="131554" y="58019"/>
                </a:lnTo>
                <a:lnTo>
                  <a:pt x="131198" y="58014"/>
                </a:lnTo>
                <a:lnTo>
                  <a:pt x="130848" y="58001"/>
                </a:lnTo>
                <a:lnTo>
                  <a:pt x="130504" y="57978"/>
                </a:lnTo>
                <a:lnTo>
                  <a:pt x="130167" y="57946"/>
                </a:lnTo>
                <a:close/>
                <a:moveTo>
                  <a:pt x="188664" y="67850"/>
                </a:moveTo>
                <a:lnTo>
                  <a:pt x="189405" y="67785"/>
                </a:lnTo>
                <a:lnTo>
                  <a:pt x="190133" y="67701"/>
                </a:lnTo>
                <a:lnTo>
                  <a:pt x="190847" y="67598"/>
                </a:lnTo>
                <a:lnTo>
                  <a:pt x="191548" y="67477"/>
                </a:lnTo>
                <a:lnTo>
                  <a:pt x="192236" y="67337"/>
                </a:lnTo>
                <a:lnTo>
                  <a:pt x="192910" y="67179"/>
                </a:lnTo>
                <a:lnTo>
                  <a:pt x="193571" y="67002"/>
                </a:lnTo>
                <a:lnTo>
                  <a:pt x="194218" y="66806"/>
                </a:lnTo>
                <a:lnTo>
                  <a:pt x="194852" y="66591"/>
                </a:lnTo>
                <a:lnTo>
                  <a:pt x="195473" y="66358"/>
                </a:lnTo>
                <a:lnTo>
                  <a:pt x="196080" y="66107"/>
                </a:lnTo>
                <a:lnTo>
                  <a:pt x="196674" y="65836"/>
                </a:lnTo>
                <a:lnTo>
                  <a:pt x="197254" y="65547"/>
                </a:lnTo>
                <a:lnTo>
                  <a:pt x="197821" y="65240"/>
                </a:lnTo>
                <a:lnTo>
                  <a:pt x="198375" y="64913"/>
                </a:lnTo>
                <a:lnTo>
                  <a:pt x="198915" y="64569"/>
                </a:lnTo>
                <a:lnTo>
                  <a:pt x="199442" y="64205"/>
                </a:lnTo>
                <a:lnTo>
                  <a:pt x="199955" y="63823"/>
                </a:lnTo>
                <a:lnTo>
                  <a:pt x="200455" y="63422"/>
                </a:lnTo>
                <a:lnTo>
                  <a:pt x="200942" y="63002"/>
                </a:lnTo>
                <a:lnTo>
                  <a:pt x="201415" y="62564"/>
                </a:lnTo>
                <a:lnTo>
                  <a:pt x="201872" y="62110"/>
                </a:lnTo>
                <a:lnTo>
                  <a:pt x="202310" y="61642"/>
                </a:lnTo>
                <a:lnTo>
                  <a:pt x="202728" y="61161"/>
                </a:lnTo>
                <a:lnTo>
                  <a:pt x="203127" y="60666"/>
                </a:lnTo>
                <a:lnTo>
                  <a:pt x="203506" y="60157"/>
                </a:lnTo>
                <a:lnTo>
                  <a:pt x="203865" y="59635"/>
                </a:lnTo>
                <a:lnTo>
                  <a:pt x="204206" y="59100"/>
                </a:lnTo>
                <a:lnTo>
                  <a:pt x="204527" y="58550"/>
                </a:lnTo>
                <a:lnTo>
                  <a:pt x="204828" y="57988"/>
                </a:lnTo>
                <a:lnTo>
                  <a:pt x="205110" y="57411"/>
                </a:lnTo>
                <a:lnTo>
                  <a:pt x="205373" y="56822"/>
                </a:lnTo>
                <a:lnTo>
                  <a:pt x="205616" y="56218"/>
                </a:lnTo>
                <a:lnTo>
                  <a:pt x="205839" y="55601"/>
                </a:lnTo>
                <a:lnTo>
                  <a:pt x="206043" y="54971"/>
                </a:lnTo>
                <a:lnTo>
                  <a:pt x="206228" y="54327"/>
                </a:lnTo>
                <a:lnTo>
                  <a:pt x="206393" y="53670"/>
                </a:lnTo>
                <a:lnTo>
                  <a:pt x="206539" y="52998"/>
                </a:lnTo>
                <a:lnTo>
                  <a:pt x="206666" y="52314"/>
                </a:lnTo>
                <a:lnTo>
                  <a:pt x="206773" y="51616"/>
                </a:lnTo>
                <a:lnTo>
                  <a:pt x="206860" y="50904"/>
                </a:lnTo>
                <a:lnTo>
                  <a:pt x="206928" y="50179"/>
                </a:lnTo>
                <a:lnTo>
                  <a:pt x="206977" y="49440"/>
                </a:lnTo>
                <a:lnTo>
                  <a:pt x="207006" y="48688"/>
                </a:lnTo>
                <a:lnTo>
                  <a:pt x="207016" y="47922"/>
                </a:lnTo>
                <a:lnTo>
                  <a:pt x="207016" y="16524"/>
                </a:lnTo>
                <a:lnTo>
                  <a:pt x="195540" y="16524"/>
                </a:lnTo>
                <a:lnTo>
                  <a:pt x="195540" y="47829"/>
                </a:lnTo>
                <a:lnTo>
                  <a:pt x="195536" y="48231"/>
                </a:lnTo>
                <a:lnTo>
                  <a:pt x="195523" y="48624"/>
                </a:lnTo>
                <a:lnTo>
                  <a:pt x="195502" y="49010"/>
                </a:lnTo>
                <a:lnTo>
                  <a:pt x="195473" y="49388"/>
                </a:lnTo>
                <a:lnTo>
                  <a:pt x="195435" y="49759"/>
                </a:lnTo>
                <a:lnTo>
                  <a:pt x="195388" y="50121"/>
                </a:lnTo>
                <a:lnTo>
                  <a:pt x="195333" y="50476"/>
                </a:lnTo>
                <a:lnTo>
                  <a:pt x="195270" y="50823"/>
                </a:lnTo>
                <a:lnTo>
                  <a:pt x="195198" y="51162"/>
                </a:lnTo>
                <a:lnTo>
                  <a:pt x="195118" y="51493"/>
                </a:lnTo>
                <a:lnTo>
                  <a:pt x="195029" y="51817"/>
                </a:lnTo>
                <a:lnTo>
                  <a:pt x="194932" y="52132"/>
                </a:lnTo>
                <a:lnTo>
                  <a:pt x="194826" y="52440"/>
                </a:lnTo>
                <a:lnTo>
                  <a:pt x="194712" y="52740"/>
                </a:lnTo>
                <a:lnTo>
                  <a:pt x="194590" y="53032"/>
                </a:lnTo>
                <a:lnTo>
                  <a:pt x="194459" y="53317"/>
                </a:lnTo>
                <a:lnTo>
                  <a:pt x="194319" y="53593"/>
                </a:lnTo>
                <a:lnTo>
                  <a:pt x="194172" y="53862"/>
                </a:lnTo>
                <a:lnTo>
                  <a:pt x="194015" y="54123"/>
                </a:lnTo>
                <a:lnTo>
                  <a:pt x="193851" y="54376"/>
                </a:lnTo>
                <a:lnTo>
                  <a:pt x="193677" y="54622"/>
                </a:lnTo>
                <a:lnTo>
                  <a:pt x="193496" y="54859"/>
                </a:lnTo>
                <a:lnTo>
                  <a:pt x="193306" y="55089"/>
                </a:lnTo>
                <a:lnTo>
                  <a:pt x="193107" y="55311"/>
                </a:lnTo>
                <a:lnTo>
                  <a:pt x="192901" y="55524"/>
                </a:lnTo>
                <a:lnTo>
                  <a:pt x="192689" y="55729"/>
                </a:lnTo>
                <a:lnTo>
                  <a:pt x="192470" y="55924"/>
                </a:lnTo>
                <a:lnTo>
                  <a:pt x="192244" y="56111"/>
                </a:lnTo>
                <a:lnTo>
                  <a:pt x="192012" y="56288"/>
                </a:lnTo>
                <a:lnTo>
                  <a:pt x="191774" y="56456"/>
                </a:lnTo>
                <a:lnTo>
                  <a:pt x="191528" y="56615"/>
                </a:lnTo>
                <a:lnTo>
                  <a:pt x="191277" y="56765"/>
                </a:lnTo>
                <a:lnTo>
                  <a:pt x="191018" y="56906"/>
                </a:lnTo>
                <a:lnTo>
                  <a:pt x="190754" y="57037"/>
                </a:lnTo>
                <a:lnTo>
                  <a:pt x="190482" y="57160"/>
                </a:lnTo>
                <a:lnTo>
                  <a:pt x="190205" y="57274"/>
                </a:lnTo>
                <a:lnTo>
                  <a:pt x="189920" y="57378"/>
                </a:lnTo>
                <a:lnTo>
                  <a:pt x="189629" y="57473"/>
                </a:lnTo>
                <a:lnTo>
                  <a:pt x="189332" y="57560"/>
                </a:lnTo>
                <a:lnTo>
                  <a:pt x="189028" y="57637"/>
                </a:lnTo>
                <a:lnTo>
                  <a:pt x="188717" y="57705"/>
                </a:lnTo>
                <a:lnTo>
                  <a:pt x="188400" y="57764"/>
                </a:lnTo>
                <a:lnTo>
                  <a:pt x="188077" y="57814"/>
                </a:lnTo>
                <a:lnTo>
                  <a:pt x="187747" y="57855"/>
                </a:lnTo>
                <a:lnTo>
                  <a:pt x="187410" y="57887"/>
                </a:lnTo>
                <a:lnTo>
                  <a:pt x="187067" y="57910"/>
                </a:lnTo>
                <a:lnTo>
                  <a:pt x="186717" y="57923"/>
                </a:lnTo>
                <a:lnTo>
                  <a:pt x="186361" y="57928"/>
                </a:lnTo>
                <a:lnTo>
                  <a:pt x="185997" y="57923"/>
                </a:lnTo>
                <a:lnTo>
                  <a:pt x="185640" y="57910"/>
                </a:lnTo>
                <a:lnTo>
                  <a:pt x="185291" y="57887"/>
                </a:lnTo>
                <a:lnTo>
                  <a:pt x="184948" y="57855"/>
                </a:lnTo>
                <a:lnTo>
                  <a:pt x="184612" y="57814"/>
                </a:lnTo>
                <a:lnTo>
                  <a:pt x="184284" y="57764"/>
                </a:lnTo>
                <a:lnTo>
                  <a:pt x="183962" y="57705"/>
                </a:lnTo>
                <a:lnTo>
                  <a:pt x="183647" y="57637"/>
                </a:lnTo>
                <a:lnTo>
                  <a:pt x="183340" y="57560"/>
                </a:lnTo>
                <a:lnTo>
                  <a:pt x="183039" y="57473"/>
                </a:lnTo>
                <a:lnTo>
                  <a:pt x="182745" y="57378"/>
                </a:lnTo>
                <a:lnTo>
                  <a:pt x="182459" y="57274"/>
                </a:lnTo>
                <a:lnTo>
                  <a:pt x="182179" y="57160"/>
                </a:lnTo>
                <a:lnTo>
                  <a:pt x="181907" y="57037"/>
                </a:lnTo>
                <a:lnTo>
                  <a:pt x="181641" y="56906"/>
                </a:lnTo>
                <a:lnTo>
                  <a:pt x="181383" y="56765"/>
                </a:lnTo>
                <a:lnTo>
                  <a:pt x="181131" y="56615"/>
                </a:lnTo>
                <a:lnTo>
                  <a:pt x="180887" y="56456"/>
                </a:lnTo>
                <a:lnTo>
                  <a:pt x="180649" y="56288"/>
                </a:lnTo>
                <a:lnTo>
                  <a:pt x="180419" y="56111"/>
                </a:lnTo>
                <a:lnTo>
                  <a:pt x="180195" y="55924"/>
                </a:lnTo>
                <a:lnTo>
                  <a:pt x="179979" y="55729"/>
                </a:lnTo>
                <a:lnTo>
                  <a:pt x="179769" y="55524"/>
                </a:lnTo>
                <a:lnTo>
                  <a:pt x="179567" y="55311"/>
                </a:lnTo>
                <a:lnTo>
                  <a:pt x="179372" y="55089"/>
                </a:lnTo>
                <a:lnTo>
                  <a:pt x="179186" y="54859"/>
                </a:lnTo>
                <a:lnTo>
                  <a:pt x="179007" y="54622"/>
                </a:lnTo>
                <a:lnTo>
                  <a:pt x="178837" y="54376"/>
                </a:lnTo>
                <a:lnTo>
                  <a:pt x="178676" y="54123"/>
                </a:lnTo>
                <a:lnTo>
                  <a:pt x="178523" y="53862"/>
                </a:lnTo>
                <a:lnTo>
                  <a:pt x="178378" y="53593"/>
                </a:lnTo>
                <a:lnTo>
                  <a:pt x="178241" y="53317"/>
                </a:lnTo>
                <a:lnTo>
                  <a:pt x="178112" y="53032"/>
                </a:lnTo>
                <a:lnTo>
                  <a:pt x="177992" y="52740"/>
                </a:lnTo>
                <a:lnTo>
                  <a:pt x="177880" y="52440"/>
                </a:lnTo>
                <a:lnTo>
                  <a:pt x="177777" y="52132"/>
                </a:lnTo>
                <a:lnTo>
                  <a:pt x="177681" y="51817"/>
                </a:lnTo>
                <a:lnTo>
                  <a:pt x="177594" y="51493"/>
                </a:lnTo>
                <a:lnTo>
                  <a:pt x="177516" y="51162"/>
                </a:lnTo>
                <a:lnTo>
                  <a:pt x="177445" y="50823"/>
                </a:lnTo>
                <a:lnTo>
                  <a:pt x="177383" y="50476"/>
                </a:lnTo>
                <a:lnTo>
                  <a:pt x="177329" y="50121"/>
                </a:lnTo>
                <a:lnTo>
                  <a:pt x="177283" y="49759"/>
                </a:lnTo>
                <a:lnTo>
                  <a:pt x="177246" y="49388"/>
                </a:lnTo>
                <a:lnTo>
                  <a:pt x="177217" y="49010"/>
                </a:lnTo>
                <a:lnTo>
                  <a:pt x="177196" y="48624"/>
                </a:lnTo>
                <a:lnTo>
                  <a:pt x="177184" y="48231"/>
                </a:lnTo>
                <a:lnTo>
                  <a:pt x="177180" y="47829"/>
                </a:lnTo>
                <a:lnTo>
                  <a:pt x="177180" y="16524"/>
                </a:lnTo>
                <a:lnTo>
                  <a:pt x="165704" y="16524"/>
                </a:lnTo>
                <a:lnTo>
                  <a:pt x="165704" y="47922"/>
                </a:lnTo>
                <a:lnTo>
                  <a:pt x="165714" y="48688"/>
                </a:lnTo>
                <a:lnTo>
                  <a:pt x="165743" y="49440"/>
                </a:lnTo>
                <a:lnTo>
                  <a:pt x="165790" y="50179"/>
                </a:lnTo>
                <a:lnTo>
                  <a:pt x="165857" y="50904"/>
                </a:lnTo>
                <a:lnTo>
                  <a:pt x="165943" y="51616"/>
                </a:lnTo>
                <a:lnTo>
                  <a:pt x="166049" y="52314"/>
                </a:lnTo>
                <a:lnTo>
                  <a:pt x="166173" y="52998"/>
                </a:lnTo>
                <a:lnTo>
                  <a:pt x="166316" y="53670"/>
                </a:lnTo>
                <a:lnTo>
                  <a:pt x="166479" y="54327"/>
                </a:lnTo>
                <a:lnTo>
                  <a:pt x="166661" y="54971"/>
                </a:lnTo>
                <a:lnTo>
                  <a:pt x="166861" y="55601"/>
                </a:lnTo>
                <a:lnTo>
                  <a:pt x="167081" y="56218"/>
                </a:lnTo>
                <a:lnTo>
                  <a:pt x="167320" y="56822"/>
                </a:lnTo>
                <a:lnTo>
                  <a:pt x="167579" y="57411"/>
                </a:lnTo>
                <a:lnTo>
                  <a:pt x="167856" y="57988"/>
                </a:lnTo>
                <a:lnTo>
                  <a:pt x="168152" y="58550"/>
                </a:lnTo>
                <a:lnTo>
                  <a:pt x="168468" y="59100"/>
                </a:lnTo>
                <a:lnTo>
                  <a:pt x="168803" y="59635"/>
                </a:lnTo>
                <a:lnTo>
                  <a:pt x="169156" y="60157"/>
                </a:lnTo>
                <a:lnTo>
                  <a:pt x="169529" y="60666"/>
                </a:lnTo>
                <a:lnTo>
                  <a:pt x="169921" y="61161"/>
                </a:lnTo>
                <a:lnTo>
                  <a:pt x="170333" y="61642"/>
                </a:lnTo>
                <a:lnTo>
                  <a:pt x="170763" y="62110"/>
                </a:lnTo>
                <a:lnTo>
                  <a:pt x="171212" y="62564"/>
                </a:lnTo>
                <a:lnTo>
                  <a:pt x="171679" y="63002"/>
                </a:lnTo>
                <a:lnTo>
                  <a:pt x="172159" y="63422"/>
                </a:lnTo>
                <a:lnTo>
                  <a:pt x="172654" y="63823"/>
                </a:lnTo>
                <a:lnTo>
                  <a:pt x="173164" y="64205"/>
                </a:lnTo>
                <a:lnTo>
                  <a:pt x="173687" y="64569"/>
                </a:lnTo>
                <a:lnTo>
                  <a:pt x="174225" y="64913"/>
                </a:lnTo>
                <a:lnTo>
                  <a:pt x="174778" y="65240"/>
                </a:lnTo>
                <a:lnTo>
                  <a:pt x="175344" y="65547"/>
                </a:lnTo>
                <a:lnTo>
                  <a:pt x="175925" y="65836"/>
                </a:lnTo>
                <a:lnTo>
                  <a:pt x="176521" y="66107"/>
                </a:lnTo>
                <a:lnTo>
                  <a:pt x="177130" y="66358"/>
                </a:lnTo>
                <a:lnTo>
                  <a:pt x="177754" y="66591"/>
                </a:lnTo>
                <a:lnTo>
                  <a:pt x="178393" y="66806"/>
                </a:lnTo>
                <a:lnTo>
                  <a:pt x="179045" y="67002"/>
                </a:lnTo>
                <a:lnTo>
                  <a:pt x="179712" y="67179"/>
                </a:lnTo>
                <a:lnTo>
                  <a:pt x="180394" y="67337"/>
                </a:lnTo>
                <a:lnTo>
                  <a:pt x="181089" y="67477"/>
                </a:lnTo>
                <a:lnTo>
                  <a:pt x="181799" y="67598"/>
                </a:lnTo>
                <a:lnTo>
                  <a:pt x="182524" y="67701"/>
                </a:lnTo>
                <a:lnTo>
                  <a:pt x="183262" y="67785"/>
                </a:lnTo>
                <a:lnTo>
                  <a:pt x="184016" y="67850"/>
                </a:lnTo>
                <a:lnTo>
                  <a:pt x="184783" y="67896"/>
                </a:lnTo>
                <a:lnTo>
                  <a:pt x="185565" y="67924"/>
                </a:lnTo>
                <a:lnTo>
                  <a:pt x="186361" y="67934"/>
                </a:lnTo>
                <a:lnTo>
                  <a:pt x="187142" y="67924"/>
                </a:lnTo>
                <a:lnTo>
                  <a:pt x="187910" y="67896"/>
                </a:lnTo>
                <a:lnTo>
                  <a:pt x="188664" y="67850"/>
                </a:lnTo>
                <a:close/>
                <a:moveTo>
                  <a:pt x="250528" y="67028"/>
                </a:moveTo>
                <a:lnTo>
                  <a:pt x="250518" y="67311"/>
                </a:lnTo>
                <a:lnTo>
                  <a:pt x="250501" y="67587"/>
                </a:lnTo>
                <a:lnTo>
                  <a:pt x="250478" y="67859"/>
                </a:lnTo>
                <a:lnTo>
                  <a:pt x="250448" y="68124"/>
                </a:lnTo>
                <a:lnTo>
                  <a:pt x="250411" y="68384"/>
                </a:lnTo>
                <a:lnTo>
                  <a:pt x="250367" y="68639"/>
                </a:lnTo>
                <a:lnTo>
                  <a:pt x="250317" y="68888"/>
                </a:lnTo>
                <a:lnTo>
                  <a:pt x="250260" y="69131"/>
                </a:lnTo>
                <a:lnTo>
                  <a:pt x="250197" y="69369"/>
                </a:lnTo>
                <a:lnTo>
                  <a:pt x="250126" y="69601"/>
                </a:lnTo>
                <a:lnTo>
                  <a:pt x="250049" y="69828"/>
                </a:lnTo>
                <a:lnTo>
                  <a:pt x="249966" y="70049"/>
                </a:lnTo>
                <a:lnTo>
                  <a:pt x="249875" y="70264"/>
                </a:lnTo>
                <a:lnTo>
                  <a:pt x="249778" y="70474"/>
                </a:lnTo>
                <a:lnTo>
                  <a:pt x="249674" y="70678"/>
                </a:lnTo>
                <a:lnTo>
                  <a:pt x="249564" y="70877"/>
                </a:lnTo>
                <a:lnTo>
                  <a:pt x="249447" y="71070"/>
                </a:lnTo>
                <a:lnTo>
                  <a:pt x="249323" y="71257"/>
                </a:lnTo>
                <a:lnTo>
                  <a:pt x="249192" y="71439"/>
                </a:lnTo>
                <a:lnTo>
                  <a:pt x="249055" y="71615"/>
                </a:lnTo>
                <a:lnTo>
                  <a:pt x="248911" y="71786"/>
                </a:lnTo>
                <a:lnTo>
                  <a:pt x="248760" y="71951"/>
                </a:lnTo>
                <a:lnTo>
                  <a:pt x="248603" y="72111"/>
                </a:lnTo>
                <a:lnTo>
                  <a:pt x="248439" y="72265"/>
                </a:lnTo>
                <a:lnTo>
                  <a:pt x="248268" y="72412"/>
                </a:lnTo>
                <a:lnTo>
                  <a:pt x="248091" y="72552"/>
                </a:lnTo>
                <a:lnTo>
                  <a:pt x="247907" y="72686"/>
                </a:lnTo>
                <a:lnTo>
                  <a:pt x="247716" y="72814"/>
                </a:lnTo>
                <a:lnTo>
                  <a:pt x="247518" y="72935"/>
                </a:lnTo>
                <a:lnTo>
                  <a:pt x="247314" y="73049"/>
                </a:lnTo>
                <a:lnTo>
                  <a:pt x="247103" y="73157"/>
                </a:lnTo>
                <a:lnTo>
                  <a:pt x="246886" y="73258"/>
                </a:lnTo>
                <a:lnTo>
                  <a:pt x="246662" y="73353"/>
                </a:lnTo>
                <a:lnTo>
                  <a:pt x="246431" y="73441"/>
                </a:lnTo>
                <a:lnTo>
                  <a:pt x="246193" y="73523"/>
                </a:lnTo>
                <a:lnTo>
                  <a:pt x="245949" y="73598"/>
                </a:lnTo>
                <a:lnTo>
                  <a:pt x="245698" y="73667"/>
                </a:lnTo>
                <a:lnTo>
                  <a:pt x="245440" y="73729"/>
                </a:lnTo>
                <a:lnTo>
                  <a:pt x="245176" y="73784"/>
                </a:lnTo>
                <a:lnTo>
                  <a:pt x="244905" y="73833"/>
                </a:lnTo>
                <a:lnTo>
                  <a:pt x="244627" y="73876"/>
                </a:lnTo>
                <a:lnTo>
                  <a:pt x="244343" y="73912"/>
                </a:lnTo>
                <a:lnTo>
                  <a:pt x="244052" y="73941"/>
                </a:lnTo>
                <a:lnTo>
                  <a:pt x="243754" y="73964"/>
                </a:lnTo>
                <a:lnTo>
                  <a:pt x="243449" y="73981"/>
                </a:lnTo>
                <a:lnTo>
                  <a:pt x="243138" y="73990"/>
                </a:lnTo>
                <a:lnTo>
                  <a:pt x="242820" y="73994"/>
                </a:lnTo>
                <a:lnTo>
                  <a:pt x="227855" y="73994"/>
                </a:lnTo>
                <a:lnTo>
                  <a:pt x="227855" y="83540"/>
                </a:lnTo>
                <a:lnTo>
                  <a:pt x="243004" y="83540"/>
                </a:lnTo>
                <a:lnTo>
                  <a:pt x="243731" y="83532"/>
                </a:lnTo>
                <a:lnTo>
                  <a:pt x="244446" y="83509"/>
                </a:lnTo>
                <a:lnTo>
                  <a:pt x="245148" y="83471"/>
                </a:lnTo>
                <a:lnTo>
                  <a:pt x="245837" y="83416"/>
                </a:lnTo>
                <a:lnTo>
                  <a:pt x="246512" y="83347"/>
                </a:lnTo>
                <a:lnTo>
                  <a:pt x="247175" y="83262"/>
                </a:lnTo>
                <a:lnTo>
                  <a:pt x="247824" y="83161"/>
                </a:lnTo>
                <a:lnTo>
                  <a:pt x="248460" y="83045"/>
                </a:lnTo>
                <a:lnTo>
                  <a:pt x="249084" y="82914"/>
                </a:lnTo>
                <a:lnTo>
                  <a:pt x="249694" y="82767"/>
                </a:lnTo>
                <a:lnTo>
                  <a:pt x="250291" y="82605"/>
                </a:lnTo>
                <a:lnTo>
                  <a:pt x="250875" y="82427"/>
                </a:lnTo>
                <a:lnTo>
                  <a:pt x="251446" y="82234"/>
                </a:lnTo>
                <a:lnTo>
                  <a:pt x="252004" y="82025"/>
                </a:lnTo>
                <a:lnTo>
                  <a:pt x="252549" y="81801"/>
                </a:lnTo>
                <a:lnTo>
                  <a:pt x="253081" y="81561"/>
                </a:lnTo>
                <a:lnTo>
                  <a:pt x="253599" y="81306"/>
                </a:lnTo>
                <a:lnTo>
                  <a:pt x="254105" y="81035"/>
                </a:lnTo>
                <a:lnTo>
                  <a:pt x="254598" y="80749"/>
                </a:lnTo>
                <a:lnTo>
                  <a:pt x="255077" y="80448"/>
                </a:lnTo>
                <a:lnTo>
                  <a:pt x="255544" y="80131"/>
                </a:lnTo>
                <a:lnTo>
                  <a:pt x="255997" y="79798"/>
                </a:lnTo>
                <a:lnTo>
                  <a:pt x="256437" y="79450"/>
                </a:lnTo>
                <a:lnTo>
                  <a:pt x="256865" y="79087"/>
                </a:lnTo>
                <a:lnTo>
                  <a:pt x="257277" y="78710"/>
                </a:lnTo>
                <a:lnTo>
                  <a:pt x="257671" y="78323"/>
                </a:lnTo>
                <a:lnTo>
                  <a:pt x="258048" y="77924"/>
                </a:lnTo>
                <a:lnTo>
                  <a:pt x="258408" y="77515"/>
                </a:lnTo>
                <a:lnTo>
                  <a:pt x="258750" y="77095"/>
                </a:lnTo>
                <a:lnTo>
                  <a:pt x="259074" y="76663"/>
                </a:lnTo>
                <a:lnTo>
                  <a:pt x="259381" y="76221"/>
                </a:lnTo>
                <a:lnTo>
                  <a:pt x="259670" y="75767"/>
                </a:lnTo>
                <a:lnTo>
                  <a:pt x="259942" y="75303"/>
                </a:lnTo>
                <a:lnTo>
                  <a:pt x="260196" y="74827"/>
                </a:lnTo>
                <a:lnTo>
                  <a:pt x="260433" y="74341"/>
                </a:lnTo>
                <a:lnTo>
                  <a:pt x="260652" y="73843"/>
                </a:lnTo>
                <a:lnTo>
                  <a:pt x="260854" y="73335"/>
                </a:lnTo>
                <a:lnTo>
                  <a:pt x="261038" y="72815"/>
                </a:lnTo>
                <a:lnTo>
                  <a:pt x="261204" y="72285"/>
                </a:lnTo>
                <a:lnTo>
                  <a:pt x="261353" y="71744"/>
                </a:lnTo>
                <a:lnTo>
                  <a:pt x="261485" y="71191"/>
                </a:lnTo>
                <a:lnTo>
                  <a:pt x="261599" y="70628"/>
                </a:lnTo>
                <a:lnTo>
                  <a:pt x="261695" y="70053"/>
                </a:lnTo>
                <a:lnTo>
                  <a:pt x="261774" y="69468"/>
                </a:lnTo>
                <a:lnTo>
                  <a:pt x="261836" y="68871"/>
                </a:lnTo>
                <a:lnTo>
                  <a:pt x="261879" y="68264"/>
                </a:lnTo>
                <a:lnTo>
                  <a:pt x="261906" y="67646"/>
                </a:lnTo>
                <a:lnTo>
                  <a:pt x="261915" y="67016"/>
                </a:lnTo>
                <a:lnTo>
                  <a:pt x="261915" y="16524"/>
                </a:lnTo>
                <a:lnTo>
                  <a:pt x="250439" y="16524"/>
                </a:lnTo>
                <a:lnTo>
                  <a:pt x="250715" y="26163"/>
                </a:lnTo>
                <a:lnTo>
                  <a:pt x="250553" y="26163"/>
                </a:lnTo>
                <a:lnTo>
                  <a:pt x="250488" y="25736"/>
                </a:lnTo>
                <a:lnTo>
                  <a:pt x="250407" y="25285"/>
                </a:lnTo>
                <a:lnTo>
                  <a:pt x="250312" y="24843"/>
                </a:lnTo>
                <a:lnTo>
                  <a:pt x="250205" y="24410"/>
                </a:lnTo>
                <a:lnTo>
                  <a:pt x="250085" y="23987"/>
                </a:lnTo>
                <a:lnTo>
                  <a:pt x="249953" y="23573"/>
                </a:lnTo>
                <a:lnTo>
                  <a:pt x="249808" y="23169"/>
                </a:lnTo>
                <a:lnTo>
                  <a:pt x="249651" y="22774"/>
                </a:lnTo>
                <a:lnTo>
                  <a:pt x="249481" y="22388"/>
                </a:lnTo>
                <a:lnTo>
                  <a:pt x="249298" y="22012"/>
                </a:lnTo>
                <a:lnTo>
                  <a:pt x="249103" y="21645"/>
                </a:lnTo>
                <a:lnTo>
                  <a:pt x="248895" y="21288"/>
                </a:lnTo>
                <a:lnTo>
                  <a:pt x="248675" y="20940"/>
                </a:lnTo>
                <a:lnTo>
                  <a:pt x="248442" y="20601"/>
                </a:lnTo>
                <a:lnTo>
                  <a:pt x="248197" y="20272"/>
                </a:lnTo>
                <a:lnTo>
                  <a:pt x="247938" y="19952"/>
                </a:lnTo>
                <a:lnTo>
                  <a:pt x="247668" y="19642"/>
                </a:lnTo>
                <a:lnTo>
                  <a:pt x="247384" y="19341"/>
                </a:lnTo>
                <a:lnTo>
                  <a:pt x="247088" y="19050"/>
                </a:lnTo>
                <a:lnTo>
                  <a:pt x="246782" y="18769"/>
                </a:lnTo>
                <a:lnTo>
                  <a:pt x="246467" y="18500"/>
                </a:lnTo>
                <a:lnTo>
                  <a:pt x="246143" y="18243"/>
                </a:lnTo>
                <a:lnTo>
                  <a:pt x="245810" y="17998"/>
                </a:lnTo>
                <a:lnTo>
                  <a:pt x="245468" y="17764"/>
                </a:lnTo>
                <a:lnTo>
                  <a:pt x="245118" y="17543"/>
                </a:lnTo>
                <a:lnTo>
                  <a:pt x="244759" y="17334"/>
                </a:lnTo>
                <a:lnTo>
                  <a:pt x="244391" y="17137"/>
                </a:lnTo>
                <a:lnTo>
                  <a:pt x="244014" y="16951"/>
                </a:lnTo>
                <a:lnTo>
                  <a:pt x="243629" y="16778"/>
                </a:lnTo>
                <a:lnTo>
                  <a:pt x="243235" y="16617"/>
                </a:lnTo>
                <a:lnTo>
                  <a:pt x="242832" y="16467"/>
                </a:lnTo>
                <a:lnTo>
                  <a:pt x="242420" y="16330"/>
                </a:lnTo>
                <a:lnTo>
                  <a:pt x="241999" y="16204"/>
                </a:lnTo>
                <a:lnTo>
                  <a:pt x="241570" y="16091"/>
                </a:lnTo>
                <a:lnTo>
                  <a:pt x="241132" y="15989"/>
                </a:lnTo>
                <a:lnTo>
                  <a:pt x="240685" y="15899"/>
                </a:lnTo>
                <a:lnTo>
                  <a:pt x="240230" y="15822"/>
                </a:lnTo>
                <a:lnTo>
                  <a:pt x="239765" y="15756"/>
                </a:lnTo>
                <a:lnTo>
                  <a:pt x="239292" y="15702"/>
                </a:lnTo>
                <a:lnTo>
                  <a:pt x="238810" y="15660"/>
                </a:lnTo>
                <a:lnTo>
                  <a:pt x="238320" y="15630"/>
                </a:lnTo>
                <a:lnTo>
                  <a:pt x="237820" y="15612"/>
                </a:lnTo>
                <a:lnTo>
                  <a:pt x="237312" y="15606"/>
                </a:lnTo>
                <a:lnTo>
                  <a:pt x="236675" y="15616"/>
                </a:lnTo>
                <a:lnTo>
                  <a:pt x="236049" y="15643"/>
                </a:lnTo>
                <a:lnTo>
                  <a:pt x="235434" y="15688"/>
                </a:lnTo>
                <a:lnTo>
                  <a:pt x="234830" y="15752"/>
                </a:lnTo>
                <a:lnTo>
                  <a:pt x="234236" y="15834"/>
                </a:lnTo>
                <a:lnTo>
                  <a:pt x="233654" y="15934"/>
                </a:lnTo>
                <a:lnTo>
                  <a:pt x="233083" y="16052"/>
                </a:lnTo>
                <a:lnTo>
                  <a:pt x="232523" y="16188"/>
                </a:lnTo>
                <a:lnTo>
                  <a:pt x="231974" y="16342"/>
                </a:lnTo>
                <a:lnTo>
                  <a:pt x="231436" y="16515"/>
                </a:lnTo>
                <a:lnTo>
                  <a:pt x="230909" y="16706"/>
                </a:lnTo>
                <a:lnTo>
                  <a:pt x="230392" y="16915"/>
                </a:lnTo>
                <a:lnTo>
                  <a:pt x="229887" y="17142"/>
                </a:lnTo>
                <a:lnTo>
                  <a:pt x="229393" y="17387"/>
                </a:lnTo>
                <a:lnTo>
                  <a:pt x="228910" y="17651"/>
                </a:lnTo>
                <a:lnTo>
                  <a:pt x="228438" y="17932"/>
                </a:lnTo>
                <a:lnTo>
                  <a:pt x="227977" y="18232"/>
                </a:lnTo>
                <a:lnTo>
                  <a:pt x="227526" y="18550"/>
                </a:lnTo>
                <a:lnTo>
                  <a:pt x="227087" y="18886"/>
                </a:lnTo>
                <a:lnTo>
                  <a:pt x="226659" y="19241"/>
                </a:lnTo>
                <a:lnTo>
                  <a:pt x="226242" y="19613"/>
                </a:lnTo>
                <a:lnTo>
                  <a:pt x="225836" y="20004"/>
                </a:lnTo>
                <a:lnTo>
                  <a:pt x="225441" y="20413"/>
                </a:lnTo>
                <a:lnTo>
                  <a:pt x="225056" y="20840"/>
                </a:lnTo>
                <a:lnTo>
                  <a:pt x="224686" y="21282"/>
                </a:lnTo>
                <a:lnTo>
                  <a:pt x="224331" y="21737"/>
                </a:lnTo>
                <a:lnTo>
                  <a:pt x="223991" y="22204"/>
                </a:lnTo>
                <a:lnTo>
                  <a:pt x="223668" y="22683"/>
                </a:lnTo>
                <a:lnTo>
                  <a:pt x="223360" y="23175"/>
                </a:lnTo>
                <a:lnTo>
                  <a:pt x="223068" y="23680"/>
                </a:lnTo>
                <a:lnTo>
                  <a:pt x="222792" y="24196"/>
                </a:lnTo>
                <a:lnTo>
                  <a:pt x="222532" y="24726"/>
                </a:lnTo>
                <a:lnTo>
                  <a:pt x="222287" y="25267"/>
                </a:lnTo>
                <a:lnTo>
                  <a:pt x="222058" y="25821"/>
                </a:lnTo>
                <a:lnTo>
                  <a:pt x="221845" y="26388"/>
                </a:lnTo>
                <a:lnTo>
                  <a:pt x="221648" y="26967"/>
                </a:lnTo>
                <a:lnTo>
                  <a:pt x="221467" y="27558"/>
                </a:lnTo>
                <a:lnTo>
                  <a:pt x="221301" y="28162"/>
                </a:lnTo>
                <a:lnTo>
                  <a:pt x="221151" y="28778"/>
                </a:lnTo>
                <a:lnTo>
                  <a:pt x="221017" y="29407"/>
                </a:lnTo>
                <a:lnTo>
                  <a:pt x="220899" y="30048"/>
                </a:lnTo>
                <a:lnTo>
                  <a:pt x="220796" y="30702"/>
                </a:lnTo>
                <a:lnTo>
                  <a:pt x="220709" y="31368"/>
                </a:lnTo>
                <a:lnTo>
                  <a:pt x="220638" y="32046"/>
                </a:lnTo>
                <a:lnTo>
                  <a:pt x="220583" y="32737"/>
                </a:lnTo>
                <a:lnTo>
                  <a:pt x="220544" y="33440"/>
                </a:lnTo>
                <a:lnTo>
                  <a:pt x="220520" y="34156"/>
                </a:lnTo>
                <a:lnTo>
                  <a:pt x="220512" y="34884"/>
                </a:lnTo>
                <a:lnTo>
                  <a:pt x="220512" y="44708"/>
                </a:lnTo>
                <a:lnTo>
                  <a:pt x="220520" y="45444"/>
                </a:lnTo>
                <a:lnTo>
                  <a:pt x="220544" y="46167"/>
                </a:lnTo>
                <a:lnTo>
                  <a:pt x="220583" y="46877"/>
                </a:lnTo>
                <a:lnTo>
                  <a:pt x="220638" y="47575"/>
                </a:lnTo>
                <a:lnTo>
                  <a:pt x="220709" y="48259"/>
                </a:lnTo>
                <a:lnTo>
                  <a:pt x="220796" y="48931"/>
                </a:lnTo>
                <a:lnTo>
                  <a:pt x="220899" y="49590"/>
                </a:lnTo>
                <a:lnTo>
                  <a:pt x="221017" y="50237"/>
                </a:lnTo>
                <a:lnTo>
                  <a:pt x="221151" y="50871"/>
                </a:lnTo>
                <a:lnTo>
                  <a:pt x="221301" y="51492"/>
                </a:lnTo>
                <a:lnTo>
                  <a:pt x="221467" y="52100"/>
                </a:lnTo>
                <a:lnTo>
                  <a:pt x="221648" y="52695"/>
                </a:lnTo>
                <a:lnTo>
                  <a:pt x="221845" y="53278"/>
                </a:lnTo>
                <a:lnTo>
                  <a:pt x="222058" y="53848"/>
                </a:lnTo>
                <a:lnTo>
                  <a:pt x="222287" y="54405"/>
                </a:lnTo>
                <a:lnTo>
                  <a:pt x="222532" y="54950"/>
                </a:lnTo>
                <a:lnTo>
                  <a:pt x="222792" y="55481"/>
                </a:lnTo>
                <a:lnTo>
                  <a:pt x="223068" y="56000"/>
                </a:lnTo>
                <a:lnTo>
                  <a:pt x="223360" y="56507"/>
                </a:lnTo>
                <a:lnTo>
                  <a:pt x="223668" y="57000"/>
                </a:lnTo>
                <a:lnTo>
                  <a:pt x="223991" y="57481"/>
                </a:lnTo>
                <a:lnTo>
                  <a:pt x="224331" y="57949"/>
                </a:lnTo>
                <a:lnTo>
                  <a:pt x="224686" y="58404"/>
                </a:lnTo>
                <a:lnTo>
                  <a:pt x="225056" y="58847"/>
                </a:lnTo>
                <a:lnTo>
                  <a:pt x="225441" y="59274"/>
                </a:lnTo>
                <a:lnTo>
                  <a:pt x="225836" y="59682"/>
                </a:lnTo>
                <a:lnTo>
                  <a:pt x="226242" y="60073"/>
                </a:lnTo>
                <a:lnTo>
                  <a:pt x="226659" y="60445"/>
                </a:lnTo>
                <a:lnTo>
                  <a:pt x="227087" y="60800"/>
                </a:lnTo>
                <a:lnTo>
                  <a:pt x="227526" y="61136"/>
                </a:lnTo>
                <a:lnTo>
                  <a:pt x="227977" y="61454"/>
                </a:lnTo>
                <a:lnTo>
                  <a:pt x="228438" y="61753"/>
                </a:lnTo>
                <a:lnTo>
                  <a:pt x="228910" y="62035"/>
                </a:lnTo>
                <a:lnTo>
                  <a:pt x="229393" y="62298"/>
                </a:lnTo>
                <a:lnTo>
                  <a:pt x="229887" y="62544"/>
                </a:lnTo>
                <a:lnTo>
                  <a:pt x="230392" y="62771"/>
                </a:lnTo>
                <a:lnTo>
                  <a:pt x="230909" y="62980"/>
                </a:lnTo>
                <a:lnTo>
                  <a:pt x="231436" y="63170"/>
                </a:lnTo>
                <a:lnTo>
                  <a:pt x="231974" y="63343"/>
                </a:lnTo>
                <a:lnTo>
                  <a:pt x="232523" y="63497"/>
                </a:lnTo>
                <a:lnTo>
                  <a:pt x="233083" y="63634"/>
                </a:lnTo>
                <a:lnTo>
                  <a:pt x="233654" y="63752"/>
                </a:lnTo>
                <a:lnTo>
                  <a:pt x="234236" y="63852"/>
                </a:lnTo>
                <a:lnTo>
                  <a:pt x="234830" y="63933"/>
                </a:lnTo>
                <a:lnTo>
                  <a:pt x="235434" y="63997"/>
                </a:lnTo>
                <a:lnTo>
                  <a:pt x="236049" y="64042"/>
                </a:lnTo>
                <a:lnTo>
                  <a:pt x="236675" y="64070"/>
                </a:lnTo>
                <a:lnTo>
                  <a:pt x="237312" y="64079"/>
                </a:lnTo>
                <a:lnTo>
                  <a:pt x="237820" y="64073"/>
                </a:lnTo>
                <a:lnTo>
                  <a:pt x="238320" y="64055"/>
                </a:lnTo>
                <a:lnTo>
                  <a:pt x="238810" y="64025"/>
                </a:lnTo>
                <a:lnTo>
                  <a:pt x="239292" y="63983"/>
                </a:lnTo>
                <a:lnTo>
                  <a:pt x="239765" y="63929"/>
                </a:lnTo>
                <a:lnTo>
                  <a:pt x="240230" y="63864"/>
                </a:lnTo>
                <a:lnTo>
                  <a:pt x="240685" y="63786"/>
                </a:lnTo>
                <a:lnTo>
                  <a:pt x="241132" y="63696"/>
                </a:lnTo>
                <a:lnTo>
                  <a:pt x="241570" y="63595"/>
                </a:lnTo>
                <a:lnTo>
                  <a:pt x="241999" y="63481"/>
                </a:lnTo>
                <a:lnTo>
                  <a:pt x="242420" y="63356"/>
                </a:lnTo>
                <a:lnTo>
                  <a:pt x="242832" y="63218"/>
                </a:lnTo>
                <a:lnTo>
                  <a:pt x="243235" y="63069"/>
                </a:lnTo>
                <a:lnTo>
                  <a:pt x="243629" y="62907"/>
                </a:lnTo>
                <a:lnTo>
                  <a:pt x="244014" y="62734"/>
                </a:lnTo>
                <a:lnTo>
                  <a:pt x="244391" y="62549"/>
                </a:lnTo>
                <a:lnTo>
                  <a:pt x="244759" y="62352"/>
                </a:lnTo>
                <a:lnTo>
                  <a:pt x="245118" y="62143"/>
                </a:lnTo>
                <a:lnTo>
                  <a:pt x="245468" y="61922"/>
                </a:lnTo>
                <a:lnTo>
                  <a:pt x="245810" y="61689"/>
                </a:lnTo>
                <a:lnTo>
                  <a:pt x="246143" y="61444"/>
                </a:lnTo>
                <a:lnTo>
                  <a:pt x="246467" y="61187"/>
                </a:lnTo>
                <a:lnTo>
                  <a:pt x="246782" y="60918"/>
                </a:lnTo>
                <a:lnTo>
                  <a:pt x="247088" y="60637"/>
                </a:lnTo>
                <a:lnTo>
                  <a:pt x="247384" y="60345"/>
                </a:lnTo>
                <a:lnTo>
                  <a:pt x="247668" y="60044"/>
                </a:lnTo>
                <a:lnTo>
                  <a:pt x="247938" y="59734"/>
                </a:lnTo>
                <a:lnTo>
                  <a:pt x="248197" y="59414"/>
                </a:lnTo>
                <a:lnTo>
                  <a:pt x="248442" y="59085"/>
                </a:lnTo>
                <a:lnTo>
                  <a:pt x="248675" y="58746"/>
                </a:lnTo>
                <a:lnTo>
                  <a:pt x="248895" y="58398"/>
                </a:lnTo>
                <a:lnTo>
                  <a:pt x="249103" y="58041"/>
                </a:lnTo>
                <a:lnTo>
                  <a:pt x="249298" y="57674"/>
                </a:lnTo>
                <a:lnTo>
                  <a:pt x="249481" y="57297"/>
                </a:lnTo>
                <a:lnTo>
                  <a:pt x="249651" y="56912"/>
                </a:lnTo>
                <a:lnTo>
                  <a:pt x="249808" y="56517"/>
                </a:lnTo>
                <a:lnTo>
                  <a:pt x="249953" y="56112"/>
                </a:lnTo>
                <a:lnTo>
                  <a:pt x="250085" y="55698"/>
                </a:lnTo>
                <a:lnTo>
                  <a:pt x="250205" y="55275"/>
                </a:lnTo>
                <a:lnTo>
                  <a:pt x="250312" y="54842"/>
                </a:lnTo>
                <a:lnTo>
                  <a:pt x="250407" y="54400"/>
                </a:lnTo>
                <a:lnTo>
                  <a:pt x="250488" y="53949"/>
                </a:lnTo>
                <a:lnTo>
                  <a:pt x="250553" y="53521"/>
                </a:lnTo>
                <a:lnTo>
                  <a:pt x="250715" y="53521"/>
                </a:lnTo>
                <a:lnTo>
                  <a:pt x="250532" y="62976"/>
                </a:lnTo>
                <a:lnTo>
                  <a:pt x="250532" y="66740"/>
                </a:lnTo>
                <a:lnTo>
                  <a:pt x="250528" y="67028"/>
                </a:lnTo>
                <a:close/>
                <a:moveTo>
                  <a:pt x="239754" y="54092"/>
                </a:moveTo>
                <a:lnTo>
                  <a:pt x="239419" y="54052"/>
                </a:lnTo>
                <a:lnTo>
                  <a:pt x="239090" y="54003"/>
                </a:lnTo>
                <a:lnTo>
                  <a:pt x="238768" y="53945"/>
                </a:lnTo>
                <a:lnTo>
                  <a:pt x="238454" y="53878"/>
                </a:lnTo>
                <a:lnTo>
                  <a:pt x="238146" y="53802"/>
                </a:lnTo>
                <a:lnTo>
                  <a:pt x="237845" y="53717"/>
                </a:lnTo>
                <a:lnTo>
                  <a:pt x="237552" y="53624"/>
                </a:lnTo>
                <a:lnTo>
                  <a:pt x="237265" y="53521"/>
                </a:lnTo>
                <a:lnTo>
                  <a:pt x="236986" y="53410"/>
                </a:lnTo>
                <a:lnTo>
                  <a:pt x="236713" y="53289"/>
                </a:lnTo>
                <a:lnTo>
                  <a:pt x="236447" y="53160"/>
                </a:lnTo>
                <a:lnTo>
                  <a:pt x="236189" y="53021"/>
                </a:lnTo>
                <a:lnTo>
                  <a:pt x="235937" y="52874"/>
                </a:lnTo>
                <a:lnTo>
                  <a:pt x="235693" y="52718"/>
                </a:lnTo>
                <a:lnTo>
                  <a:pt x="235455" y="52553"/>
                </a:lnTo>
                <a:lnTo>
                  <a:pt x="235225" y="52379"/>
                </a:lnTo>
                <a:lnTo>
                  <a:pt x="235002" y="52196"/>
                </a:lnTo>
                <a:lnTo>
                  <a:pt x="234785" y="52004"/>
                </a:lnTo>
                <a:lnTo>
                  <a:pt x="234576" y="51803"/>
                </a:lnTo>
                <a:lnTo>
                  <a:pt x="234373" y="51593"/>
                </a:lnTo>
                <a:lnTo>
                  <a:pt x="234179" y="51375"/>
                </a:lnTo>
                <a:lnTo>
                  <a:pt x="233992" y="51150"/>
                </a:lnTo>
                <a:lnTo>
                  <a:pt x="233814" y="50916"/>
                </a:lnTo>
                <a:lnTo>
                  <a:pt x="233644" y="50675"/>
                </a:lnTo>
                <a:lnTo>
                  <a:pt x="233483" y="50427"/>
                </a:lnTo>
                <a:lnTo>
                  <a:pt x="233330" y="50170"/>
                </a:lnTo>
                <a:lnTo>
                  <a:pt x="233185" y="49906"/>
                </a:lnTo>
                <a:lnTo>
                  <a:pt x="233048" y="49635"/>
                </a:lnTo>
                <a:lnTo>
                  <a:pt x="232919" y="49355"/>
                </a:lnTo>
                <a:lnTo>
                  <a:pt x="232799" y="49069"/>
                </a:lnTo>
                <a:lnTo>
                  <a:pt x="232688" y="48774"/>
                </a:lnTo>
                <a:lnTo>
                  <a:pt x="232584" y="48472"/>
                </a:lnTo>
                <a:lnTo>
                  <a:pt x="232489" y="48162"/>
                </a:lnTo>
                <a:lnTo>
                  <a:pt x="232402" y="47845"/>
                </a:lnTo>
                <a:lnTo>
                  <a:pt x="232323" y="47519"/>
                </a:lnTo>
                <a:lnTo>
                  <a:pt x="232253" y="47187"/>
                </a:lnTo>
                <a:lnTo>
                  <a:pt x="232191" y="46846"/>
                </a:lnTo>
                <a:lnTo>
                  <a:pt x="232137" y="46498"/>
                </a:lnTo>
                <a:lnTo>
                  <a:pt x="232091" y="46142"/>
                </a:lnTo>
                <a:lnTo>
                  <a:pt x="232054" y="45779"/>
                </a:lnTo>
                <a:lnTo>
                  <a:pt x="232025" y="45408"/>
                </a:lnTo>
                <a:lnTo>
                  <a:pt x="232004" y="45029"/>
                </a:lnTo>
                <a:lnTo>
                  <a:pt x="231992" y="44643"/>
                </a:lnTo>
                <a:lnTo>
                  <a:pt x="231988" y="44249"/>
                </a:lnTo>
                <a:lnTo>
                  <a:pt x="231988" y="35436"/>
                </a:lnTo>
                <a:lnTo>
                  <a:pt x="231992" y="35042"/>
                </a:lnTo>
                <a:lnTo>
                  <a:pt x="232004" y="34656"/>
                </a:lnTo>
                <a:lnTo>
                  <a:pt x="232025" y="34277"/>
                </a:lnTo>
                <a:lnTo>
                  <a:pt x="232054" y="33906"/>
                </a:lnTo>
                <a:lnTo>
                  <a:pt x="232091" y="33543"/>
                </a:lnTo>
                <a:lnTo>
                  <a:pt x="232137" y="33187"/>
                </a:lnTo>
                <a:lnTo>
                  <a:pt x="232191" y="32839"/>
                </a:lnTo>
                <a:lnTo>
                  <a:pt x="232253" y="32498"/>
                </a:lnTo>
                <a:lnTo>
                  <a:pt x="232323" y="32166"/>
                </a:lnTo>
                <a:lnTo>
                  <a:pt x="232402" y="31841"/>
                </a:lnTo>
                <a:lnTo>
                  <a:pt x="232489" y="31523"/>
                </a:lnTo>
                <a:lnTo>
                  <a:pt x="232584" y="31213"/>
                </a:lnTo>
                <a:lnTo>
                  <a:pt x="232688" y="30911"/>
                </a:lnTo>
                <a:lnTo>
                  <a:pt x="232799" y="30616"/>
                </a:lnTo>
                <a:lnTo>
                  <a:pt x="232919" y="30330"/>
                </a:lnTo>
                <a:lnTo>
                  <a:pt x="233048" y="30050"/>
                </a:lnTo>
                <a:lnTo>
                  <a:pt x="233185" y="29779"/>
                </a:lnTo>
                <a:lnTo>
                  <a:pt x="233330" y="29515"/>
                </a:lnTo>
                <a:lnTo>
                  <a:pt x="233483" y="29259"/>
                </a:lnTo>
                <a:lnTo>
                  <a:pt x="233644" y="29010"/>
                </a:lnTo>
                <a:lnTo>
                  <a:pt x="233814" y="28769"/>
                </a:lnTo>
                <a:lnTo>
                  <a:pt x="233992" y="28536"/>
                </a:lnTo>
                <a:lnTo>
                  <a:pt x="234179" y="28310"/>
                </a:lnTo>
                <a:lnTo>
                  <a:pt x="234373" y="28092"/>
                </a:lnTo>
                <a:lnTo>
                  <a:pt x="234576" y="27882"/>
                </a:lnTo>
                <a:lnTo>
                  <a:pt x="234785" y="27681"/>
                </a:lnTo>
                <a:lnTo>
                  <a:pt x="235002" y="27489"/>
                </a:lnTo>
                <a:lnTo>
                  <a:pt x="235225" y="27306"/>
                </a:lnTo>
                <a:lnTo>
                  <a:pt x="235455" y="27132"/>
                </a:lnTo>
                <a:lnTo>
                  <a:pt x="235693" y="26967"/>
                </a:lnTo>
                <a:lnTo>
                  <a:pt x="235937" y="26811"/>
                </a:lnTo>
                <a:lnTo>
                  <a:pt x="236189" y="26664"/>
                </a:lnTo>
                <a:lnTo>
                  <a:pt x="236447" y="26525"/>
                </a:lnTo>
                <a:lnTo>
                  <a:pt x="236713" y="26396"/>
                </a:lnTo>
                <a:lnTo>
                  <a:pt x="236986" y="26276"/>
                </a:lnTo>
                <a:lnTo>
                  <a:pt x="237265" y="26164"/>
                </a:lnTo>
                <a:lnTo>
                  <a:pt x="237552" y="26061"/>
                </a:lnTo>
                <a:lnTo>
                  <a:pt x="237845" y="25968"/>
                </a:lnTo>
                <a:lnTo>
                  <a:pt x="238146" y="25883"/>
                </a:lnTo>
                <a:lnTo>
                  <a:pt x="238454" y="25807"/>
                </a:lnTo>
                <a:lnTo>
                  <a:pt x="238768" y="25740"/>
                </a:lnTo>
                <a:lnTo>
                  <a:pt x="239090" y="25682"/>
                </a:lnTo>
                <a:lnTo>
                  <a:pt x="239419" y="25633"/>
                </a:lnTo>
                <a:lnTo>
                  <a:pt x="239754" y="25593"/>
                </a:lnTo>
                <a:lnTo>
                  <a:pt x="240097" y="25562"/>
                </a:lnTo>
                <a:lnTo>
                  <a:pt x="240447" y="25539"/>
                </a:lnTo>
                <a:lnTo>
                  <a:pt x="240803" y="25526"/>
                </a:lnTo>
                <a:lnTo>
                  <a:pt x="241167" y="25521"/>
                </a:lnTo>
                <a:lnTo>
                  <a:pt x="241531" y="25526"/>
                </a:lnTo>
                <a:lnTo>
                  <a:pt x="241888" y="25540"/>
                </a:lnTo>
                <a:lnTo>
                  <a:pt x="242238" y="25562"/>
                </a:lnTo>
                <a:lnTo>
                  <a:pt x="242581" y="25594"/>
                </a:lnTo>
                <a:lnTo>
                  <a:pt x="242918" y="25635"/>
                </a:lnTo>
                <a:lnTo>
                  <a:pt x="243247" y="25685"/>
                </a:lnTo>
                <a:lnTo>
                  <a:pt x="243570" y="25744"/>
                </a:lnTo>
                <a:lnTo>
                  <a:pt x="243886" y="25812"/>
                </a:lnTo>
                <a:lnTo>
                  <a:pt x="244195" y="25889"/>
                </a:lnTo>
                <a:lnTo>
                  <a:pt x="244497" y="25976"/>
                </a:lnTo>
                <a:lnTo>
                  <a:pt x="244792" y="26071"/>
                </a:lnTo>
                <a:lnTo>
                  <a:pt x="245080" y="26176"/>
                </a:lnTo>
                <a:lnTo>
                  <a:pt x="245362" y="26289"/>
                </a:lnTo>
                <a:lnTo>
                  <a:pt x="245636" y="26412"/>
                </a:lnTo>
                <a:lnTo>
                  <a:pt x="245904" y="26544"/>
                </a:lnTo>
                <a:lnTo>
                  <a:pt x="246165" y="26684"/>
                </a:lnTo>
                <a:lnTo>
                  <a:pt x="246419" y="26834"/>
                </a:lnTo>
                <a:lnTo>
                  <a:pt x="246667" y="26993"/>
                </a:lnTo>
                <a:lnTo>
                  <a:pt x="246907" y="27161"/>
                </a:lnTo>
                <a:lnTo>
                  <a:pt x="247140" y="27339"/>
                </a:lnTo>
                <a:lnTo>
                  <a:pt x="247367" y="27525"/>
                </a:lnTo>
                <a:lnTo>
                  <a:pt x="247587" y="27720"/>
                </a:lnTo>
                <a:lnTo>
                  <a:pt x="247800" y="27925"/>
                </a:lnTo>
                <a:lnTo>
                  <a:pt x="248006" y="28138"/>
                </a:lnTo>
                <a:lnTo>
                  <a:pt x="248204" y="28360"/>
                </a:lnTo>
                <a:lnTo>
                  <a:pt x="248395" y="28588"/>
                </a:lnTo>
                <a:lnTo>
                  <a:pt x="248576" y="28824"/>
                </a:lnTo>
                <a:lnTo>
                  <a:pt x="248749" y="29067"/>
                </a:lnTo>
                <a:lnTo>
                  <a:pt x="248914" y="29318"/>
                </a:lnTo>
                <a:lnTo>
                  <a:pt x="249070" y="29575"/>
                </a:lnTo>
                <a:lnTo>
                  <a:pt x="249218" y="29840"/>
                </a:lnTo>
                <a:lnTo>
                  <a:pt x="249358" y="30111"/>
                </a:lnTo>
                <a:lnTo>
                  <a:pt x="249489" y="30390"/>
                </a:lnTo>
                <a:lnTo>
                  <a:pt x="249611" y="30676"/>
                </a:lnTo>
                <a:lnTo>
                  <a:pt x="249725" y="30970"/>
                </a:lnTo>
                <a:lnTo>
                  <a:pt x="249831" y="31270"/>
                </a:lnTo>
                <a:lnTo>
                  <a:pt x="249928" y="31578"/>
                </a:lnTo>
                <a:lnTo>
                  <a:pt x="250017" y="31893"/>
                </a:lnTo>
                <a:lnTo>
                  <a:pt x="250097" y="32215"/>
                </a:lnTo>
                <a:lnTo>
                  <a:pt x="250169" y="32544"/>
                </a:lnTo>
                <a:lnTo>
                  <a:pt x="250232" y="32880"/>
                </a:lnTo>
                <a:lnTo>
                  <a:pt x="250287" y="33224"/>
                </a:lnTo>
                <a:lnTo>
                  <a:pt x="250333" y="33575"/>
                </a:lnTo>
                <a:lnTo>
                  <a:pt x="250371" y="33933"/>
                </a:lnTo>
                <a:lnTo>
                  <a:pt x="250401" y="34298"/>
                </a:lnTo>
                <a:lnTo>
                  <a:pt x="250422" y="34670"/>
                </a:lnTo>
                <a:lnTo>
                  <a:pt x="250435" y="35050"/>
                </a:lnTo>
                <a:lnTo>
                  <a:pt x="250439" y="35436"/>
                </a:lnTo>
                <a:lnTo>
                  <a:pt x="250439" y="44249"/>
                </a:lnTo>
                <a:lnTo>
                  <a:pt x="250435" y="44635"/>
                </a:lnTo>
                <a:lnTo>
                  <a:pt x="250422" y="45015"/>
                </a:lnTo>
                <a:lnTo>
                  <a:pt x="250401" y="45387"/>
                </a:lnTo>
                <a:lnTo>
                  <a:pt x="250371" y="45752"/>
                </a:lnTo>
                <a:lnTo>
                  <a:pt x="250333" y="46110"/>
                </a:lnTo>
                <a:lnTo>
                  <a:pt x="250287" y="46460"/>
                </a:lnTo>
                <a:lnTo>
                  <a:pt x="250232" y="46804"/>
                </a:lnTo>
                <a:lnTo>
                  <a:pt x="250169" y="47140"/>
                </a:lnTo>
                <a:lnTo>
                  <a:pt x="250097" y="47470"/>
                </a:lnTo>
                <a:lnTo>
                  <a:pt x="250017" y="47792"/>
                </a:lnTo>
                <a:lnTo>
                  <a:pt x="249928" y="48106"/>
                </a:lnTo>
                <a:lnTo>
                  <a:pt x="249831" y="48414"/>
                </a:lnTo>
                <a:lnTo>
                  <a:pt x="249725" y="48715"/>
                </a:lnTo>
                <a:lnTo>
                  <a:pt x="249611" y="49008"/>
                </a:lnTo>
                <a:lnTo>
                  <a:pt x="249489" y="49294"/>
                </a:lnTo>
                <a:lnTo>
                  <a:pt x="249358" y="49573"/>
                </a:lnTo>
                <a:lnTo>
                  <a:pt x="249218" y="49845"/>
                </a:lnTo>
                <a:lnTo>
                  <a:pt x="249070" y="50110"/>
                </a:lnTo>
                <a:lnTo>
                  <a:pt x="248914" y="50367"/>
                </a:lnTo>
                <a:lnTo>
                  <a:pt x="248749" y="50617"/>
                </a:lnTo>
                <a:lnTo>
                  <a:pt x="248576" y="50861"/>
                </a:lnTo>
                <a:lnTo>
                  <a:pt x="248395" y="51097"/>
                </a:lnTo>
                <a:lnTo>
                  <a:pt x="248204" y="51325"/>
                </a:lnTo>
                <a:lnTo>
                  <a:pt x="248006" y="51547"/>
                </a:lnTo>
                <a:lnTo>
                  <a:pt x="247800" y="51761"/>
                </a:lnTo>
                <a:lnTo>
                  <a:pt x="247587" y="51965"/>
                </a:lnTo>
                <a:lnTo>
                  <a:pt x="247367" y="52160"/>
                </a:lnTo>
                <a:lnTo>
                  <a:pt x="247140" y="52347"/>
                </a:lnTo>
                <a:lnTo>
                  <a:pt x="246907" y="52524"/>
                </a:lnTo>
                <a:lnTo>
                  <a:pt x="246667" y="52692"/>
                </a:lnTo>
                <a:lnTo>
                  <a:pt x="246419" y="52851"/>
                </a:lnTo>
                <a:lnTo>
                  <a:pt x="246165" y="53001"/>
                </a:lnTo>
                <a:lnTo>
                  <a:pt x="245904" y="53142"/>
                </a:lnTo>
                <a:lnTo>
                  <a:pt x="245636" y="53273"/>
                </a:lnTo>
                <a:lnTo>
                  <a:pt x="245362" y="53396"/>
                </a:lnTo>
                <a:lnTo>
                  <a:pt x="245080" y="53510"/>
                </a:lnTo>
                <a:lnTo>
                  <a:pt x="244792" y="53614"/>
                </a:lnTo>
                <a:lnTo>
                  <a:pt x="244497" y="53709"/>
                </a:lnTo>
                <a:lnTo>
                  <a:pt x="244195" y="53796"/>
                </a:lnTo>
                <a:lnTo>
                  <a:pt x="243886" y="53873"/>
                </a:lnTo>
                <a:lnTo>
                  <a:pt x="243570" y="53941"/>
                </a:lnTo>
                <a:lnTo>
                  <a:pt x="243247" y="54000"/>
                </a:lnTo>
                <a:lnTo>
                  <a:pt x="242918" y="54050"/>
                </a:lnTo>
                <a:lnTo>
                  <a:pt x="242581" y="54091"/>
                </a:lnTo>
                <a:lnTo>
                  <a:pt x="242238" y="54123"/>
                </a:lnTo>
                <a:lnTo>
                  <a:pt x="241888" y="54146"/>
                </a:lnTo>
                <a:lnTo>
                  <a:pt x="241531" y="54159"/>
                </a:lnTo>
                <a:lnTo>
                  <a:pt x="241167" y="54164"/>
                </a:lnTo>
                <a:lnTo>
                  <a:pt x="240803" y="54159"/>
                </a:lnTo>
                <a:lnTo>
                  <a:pt x="240447" y="54146"/>
                </a:lnTo>
                <a:lnTo>
                  <a:pt x="240097" y="54124"/>
                </a:lnTo>
                <a:lnTo>
                  <a:pt x="239754" y="540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Text and">
            <a:extLst xmlns:a="http://schemas.openxmlformats.org/drawingml/2006/main">
              <a:ext uri="{FF2B5EF4-FFF2-40B4-BE49-F238E27FC236}">
                <a16:creationId xmlns:a16="http://schemas.microsoft.com/office/drawing/2014/main" id="{7DCE12C0-96E1-4A90-8068-AF10E5EF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7362" y="1360535"/>
            <a:ext cx="153036" cy="67934"/>
          </a:xfrm>
          <a:custGeom xmlns:a="http://schemas.openxmlformats.org/drawingml/2006/main">
            <a:pathLst>
              <a:path w="153036" h="67934">
                <a:moveTo>
                  <a:pt x="141429" y="25016"/>
                </a:moveTo>
                <a:lnTo>
                  <a:pt x="141320" y="24581"/>
                </a:lnTo>
                <a:lnTo>
                  <a:pt x="141199" y="24154"/>
                </a:lnTo>
                <a:lnTo>
                  <a:pt x="141065" y="23737"/>
                </a:lnTo>
                <a:lnTo>
                  <a:pt x="140919" y="23329"/>
                </a:lnTo>
                <a:lnTo>
                  <a:pt x="140759" y="22930"/>
                </a:lnTo>
                <a:lnTo>
                  <a:pt x="140587" y="22540"/>
                </a:lnTo>
                <a:lnTo>
                  <a:pt x="140402" y="22159"/>
                </a:lnTo>
                <a:lnTo>
                  <a:pt x="140205" y="21788"/>
                </a:lnTo>
                <a:lnTo>
                  <a:pt x="139994" y="21425"/>
                </a:lnTo>
                <a:lnTo>
                  <a:pt x="139771" y="21071"/>
                </a:lnTo>
                <a:lnTo>
                  <a:pt x="139535" y="20727"/>
                </a:lnTo>
                <a:lnTo>
                  <a:pt x="139286" y="20391"/>
                </a:lnTo>
                <a:lnTo>
                  <a:pt x="139025" y="20065"/>
                </a:lnTo>
                <a:lnTo>
                  <a:pt x="138751" y="19748"/>
                </a:lnTo>
                <a:lnTo>
                  <a:pt x="138464" y="19440"/>
                </a:lnTo>
                <a:lnTo>
                  <a:pt x="138164" y="19141"/>
                </a:lnTo>
                <a:lnTo>
                  <a:pt x="137854" y="18852"/>
                </a:lnTo>
                <a:lnTo>
                  <a:pt x="137534" y="18576"/>
                </a:lnTo>
                <a:lnTo>
                  <a:pt x="137206" y="18312"/>
                </a:lnTo>
                <a:lnTo>
                  <a:pt x="136869" y="18061"/>
                </a:lnTo>
                <a:lnTo>
                  <a:pt x="136523" y="17821"/>
                </a:lnTo>
                <a:lnTo>
                  <a:pt x="136168" y="17594"/>
                </a:lnTo>
                <a:lnTo>
                  <a:pt x="135804" y="17380"/>
                </a:lnTo>
                <a:lnTo>
                  <a:pt x="135431" y="17177"/>
                </a:lnTo>
                <a:lnTo>
                  <a:pt x="135049" y="16987"/>
                </a:lnTo>
                <a:lnTo>
                  <a:pt x="134658" y="16809"/>
                </a:lnTo>
                <a:lnTo>
                  <a:pt x="134258" y="16643"/>
                </a:lnTo>
                <a:lnTo>
                  <a:pt x="133850" y="16490"/>
                </a:lnTo>
                <a:lnTo>
                  <a:pt x="133432" y="16349"/>
                </a:lnTo>
                <a:lnTo>
                  <a:pt x="133006" y="16220"/>
                </a:lnTo>
                <a:lnTo>
                  <a:pt x="132571" y="16103"/>
                </a:lnTo>
                <a:lnTo>
                  <a:pt x="132126" y="15999"/>
                </a:lnTo>
                <a:lnTo>
                  <a:pt x="131673" y="15907"/>
                </a:lnTo>
                <a:lnTo>
                  <a:pt x="131211" y="15827"/>
                </a:lnTo>
                <a:lnTo>
                  <a:pt x="130740" y="15760"/>
                </a:lnTo>
                <a:lnTo>
                  <a:pt x="130260" y="15705"/>
                </a:lnTo>
                <a:lnTo>
                  <a:pt x="129771" y="15662"/>
                </a:lnTo>
                <a:lnTo>
                  <a:pt x="129273" y="15631"/>
                </a:lnTo>
                <a:lnTo>
                  <a:pt x="128766" y="15613"/>
                </a:lnTo>
                <a:lnTo>
                  <a:pt x="128250" y="15606"/>
                </a:lnTo>
                <a:lnTo>
                  <a:pt x="127621" y="15616"/>
                </a:lnTo>
                <a:lnTo>
                  <a:pt x="127001" y="15643"/>
                </a:lnTo>
                <a:lnTo>
                  <a:pt x="126393" y="15688"/>
                </a:lnTo>
                <a:lnTo>
                  <a:pt x="125795" y="15752"/>
                </a:lnTo>
                <a:lnTo>
                  <a:pt x="125207" y="15834"/>
                </a:lnTo>
                <a:lnTo>
                  <a:pt x="124630" y="15934"/>
                </a:lnTo>
                <a:lnTo>
                  <a:pt x="124063" y="16052"/>
                </a:lnTo>
                <a:lnTo>
                  <a:pt x="123507" y="16188"/>
                </a:lnTo>
                <a:lnTo>
                  <a:pt x="122961" y="16342"/>
                </a:lnTo>
                <a:lnTo>
                  <a:pt x="122426" y="16515"/>
                </a:lnTo>
                <a:lnTo>
                  <a:pt x="121902" y="16706"/>
                </a:lnTo>
                <a:lnTo>
                  <a:pt x="121388" y="16915"/>
                </a:lnTo>
                <a:lnTo>
                  <a:pt x="120884" y="17142"/>
                </a:lnTo>
                <a:lnTo>
                  <a:pt x="120391" y="17387"/>
                </a:lnTo>
                <a:lnTo>
                  <a:pt x="119909" y="17651"/>
                </a:lnTo>
                <a:lnTo>
                  <a:pt x="119437" y="17932"/>
                </a:lnTo>
                <a:lnTo>
                  <a:pt x="118975" y="18232"/>
                </a:lnTo>
                <a:lnTo>
                  <a:pt x="118524" y="18550"/>
                </a:lnTo>
                <a:lnTo>
                  <a:pt x="118084" y="18886"/>
                </a:lnTo>
                <a:lnTo>
                  <a:pt x="117654" y="19241"/>
                </a:lnTo>
                <a:lnTo>
                  <a:pt x="117235" y="19613"/>
                </a:lnTo>
                <a:lnTo>
                  <a:pt x="116826" y="20004"/>
                </a:lnTo>
                <a:lnTo>
                  <a:pt x="116427" y="20413"/>
                </a:lnTo>
                <a:lnTo>
                  <a:pt x="116040" y="20840"/>
                </a:lnTo>
                <a:lnTo>
                  <a:pt x="115665" y="21282"/>
                </a:lnTo>
                <a:lnTo>
                  <a:pt x="115307" y="21737"/>
                </a:lnTo>
                <a:lnTo>
                  <a:pt x="114964" y="22205"/>
                </a:lnTo>
                <a:lnTo>
                  <a:pt x="114637" y="22686"/>
                </a:lnTo>
                <a:lnTo>
                  <a:pt x="114327" y="23179"/>
                </a:lnTo>
                <a:lnTo>
                  <a:pt x="114032" y="23685"/>
                </a:lnTo>
                <a:lnTo>
                  <a:pt x="113753" y="24204"/>
                </a:lnTo>
                <a:lnTo>
                  <a:pt x="113490" y="24736"/>
                </a:lnTo>
                <a:lnTo>
                  <a:pt x="113243" y="25280"/>
                </a:lnTo>
                <a:lnTo>
                  <a:pt x="113012" y="25838"/>
                </a:lnTo>
                <a:lnTo>
                  <a:pt x="112797" y="26407"/>
                </a:lnTo>
                <a:lnTo>
                  <a:pt x="112598" y="26990"/>
                </a:lnTo>
                <a:lnTo>
                  <a:pt x="112415" y="27586"/>
                </a:lnTo>
                <a:lnTo>
                  <a:pt x="112247" y="28194"/>
                </a:lnTo>
                <a:lnTo>
                  <a:pt x="112096" y="28815"/>
                </a:lnTo>
                <a:lnTo>
                  <a:pt x="111960" y="29448"/>
                </a:lnTo>
                <a:lnTo>
                  <a:pt x="111841" y="30095"/>
                </a:lnTo>
                <a:lnTo>
                  <a:pt x="111737" y="30754"/>
                </a:lnTo>
                <a:lnTo>
                  <a:pt x="111650" y="31426"/>
                </a:lnTo>
                <a:lnTo>
                  <a:pt x="111578" y="32111"/>
                </a:lnTo>
                <a:lnTo>
                  <a:pt x="111522" y="32808"/>
                </a:lnTo>
                <a:lnTo>
                  <a:pt x="111482" y="33518"/>
                </a:lnTo>
                <a:lnTo>
                  <a:pt x="111459" y="34241"/>
                </a:lnTo>
                <a:lnTo>
                  <a:pt x="111451" y="34977"/>
                </a:lnTo>
                <a:lnTo>
                  <a:pt x="111451" y="48656"/>
                </a:lnTo>
                <a:lnTo>
                  <a:pt x="111459" y="49384"/>
                </a:lnTo>
                <a:lnTo>
                  <a:pt x="111483" y="50100"/>
                </a:lnTo>
                <a:lnTo>
                  <a:pt x="111523" y="50803"/>
                </a:lnTo>
                <a:lnTo>
                  <a:pt x="111579" y="51494"/>
                </a:lnTo>
                <a:lnTo>
                  <a:pt x="111652" y="52172"/>
                </a:lnTo>
                <a:lnTo>
                  <a:pt x="111740" y="52838"/>
                </a:lnTo>
                <a:lnTo>
                  <a:pt x="111845" y="53492"/>
                </a:lnTo>
                <a:lnTo>
                  <a:pt x="111966" y="54133"/>
                </a:lnTo>
                <a:lnTo>
                  <a:pt x="112102" y="54762"/>
                </a:lnTo>
                <a:lnTo>
                  <a:pt x="112255" y="55378"/>
                </a:lnTo>
                <a:lnTo>
                  <a:pt x="112424" y="55982"/>
                </a:lnTo>
                <a:lnTo>
                  <a:pt x="112609" y="56573"/>
                </a:lnTo>
                <a:lnTo>
                  <a:pt x="112811" y="57152"/>
                </a:lnTo>
                <a:lnTo>
                  <a:pt x="113028" y="57719"/>
                </a:lnTo>
                <a:lnTo>
                  <a:pt x="113261" y="58273"/>
                </a:lnTo>
                <a:lnTo>
                  <a:pt x="113511" y="58815"/>
                </a:lnTo>
                <a:lnTo>
                  <a:pt x="113776" y="59344"/>
                </a:lnTo>
                <a:lnTo>
                  <a:pt x="114058" y="59861"/>
                </a:lnTo>
                <a:lnTo>
                  <a:pt x="114356" y="60366"/>
                </a:lnTo>
                <a:lnTo>
                  <a:pt x="114670" y="60858"/>
                </a:lnTo>
                <a:lnTo>
                  <a:pt x="114999" y="61337"/>
                </a:lnTo>
                <a:lnTo>
                  <a:pt x="115345" y="61805"/>
                </a:lnTo>
                <a:lnTo>
                  <a:pt x="115708" y="62259"/>
                </a:lnTo>
                <a:lnTo>
                  <a:pt x="116086" y="62702"/>
                </a:lnTo>
                <a:lnTo>
                  <a:pt x="116477" y="63129"/>
                </a:lnTo>
                <a:lnTo>
                  <a:pt x="116879" y="63537"/>
                </a:lnTo>
                <a:lnTo>
                  <a:pt x="117290" y="63928"/>
                </a:lnTo>
                <a:lnTo>
                  <a:pt x="117712" y="64300"/>
                </a:lnTo>
                <a:lnTo>
                  <a:pt x="118143" y="64655"/>
                </a:lnTo>
                <a:lnTo>
                  <a:pt x="118585" y="64991"/>
                </a:lnTo>
                <a:lnTo>
                  <a:pt x="119037" y="65309"/>
                </a:lnTo>
                <a:lnTo>
                  <a:pt x="119498" y="65608"/>
                </a:lnTo>
                <a:lnTo>
                  <a:pt x="119970" y="65890"/>
                </a:lnTo>
                <a:lnTo>
                  <a:pt x="120452" y="66153"/>
                </a:lnTo>
                <a:lnTo>
                  <a:pt x="120944" y="66399"/>
                </a:lnTo>
                <a:lnTo>
                  <a:pt x="121445" y="66626"/>
                </a:lnTo>
                <a:lnTo>
                  <a:pt x="121957" y="66835"/>
                </a:lnTo>
                <a:lnTo>
                  <a:pt x="122479" y="67025"/>
                </a:lnTo>
                <a:lnTo>
                  <a:pt x="123011" y="67198"/>
                </a:lnTo>
                <a:lnTo>
                  <a:pt x="123553" y="67352"/>
                </a:lnTo>
                <a:lnTo>
                  <a:pt x="124105" y="67489"/>
                </a:lnTo>
                <a:lnTo>
                  <a:pt x="124667" y="67607"/>
                </a:lnTo>
                <a:lnTo>
                  <a:pt x="125239" y="67707"/>
                </a:lnTo>
                <a:lnTo>
                  <a:pt x="125821" y="67788"/>
                </a:lnTo>
                <a:lnTo>
                  <a:pt x="126414" y="67852"/>
                </a:lnTo>
                <a:lnTo>
                  <a:pt x="127016" y="67897"/>
                </a:lnTo>
                <a:lnTo>
                  <a:pt x="127628" y="67925"/>
                </a:lnTo>
                <a:lnTo>
                  <a:pt x="128250" y="67934"/>
                </a:lnTo>
                <a:lnTo>
                  <a:pt x="128766" y="67928"/>
                </a:lnTo>
                <a:lnTo>
                  <a:pt x="129273" y="67909"/>
                </a:lnTo>
                <a:lnTo>
                  <a:pt x="129771" y="67878"/>
                </a:lnTo>
                <a:lnTo>
                  <a:pt x="130260" y="67835"/>
                </a:lnTo>
                <a:lnTo>
                  <a:pt x="130740" y="67780"/>
                </a:lnTo>
                <a:lnTo>
                  <a:pt x="131211" y="67713"/>
                </a:lnTo>
                <a:lnTo>
                  <a:pt x="131673" y="67633"/>
                </a:lnTo>
                <a:lnTo>
                  <a:pt x="132126" y="67541"/>
                </a:lnTo>
                <a:lnTo>
                  <a:pt x="132571" y="67437"/>
                </a:lnTo>
                <a:lnTo>
                  <a:pt x="133006" y="67320"/>
                </a:lnTo>
                <a:lnTo>
                  <a:pt x="133432" y="67191"/>
                </a:lnTo>
                <a:lnTo>
                  <a:pt x="133850" y="67050"/>
                </a:lnTo>
                <a:lnTo>
                  <a:pt x="134258" y="66897"/>
                </a:lnTo>
                <a:lnTo>
                  <a:pt x="134658" y="66731"/>
                </a:lnTo>
                <a:lnTo>
                  <a:pt x="135049" y="66553"/>
                </a:lnTo>
                <a:lnTo>
                  <a:pt x="135431" y="66363"/>
                </a:lnTo>
                <a:lnTo>
                  <a:pt x="135804" y="66160"/>
                </a:lnTo>
                <a:lnTo>
                  <a:pt x="136168" y="65946"/>
                </a:lnTo>
                <a:lnTo>
                  <a:pt x="136523" y="65719"/>
                </a:lnTo>
                <a:lnTo>
                  <a:pt x="136869" y="65479"/>
                </a:lnTo>
                <a:lnTo>
                  <a:pt x="137206" y="65228"/>
                </a:lnTo>
                <a:lnTo>
                  <a:pt x="137534" y="64964"/>
                </a:lnTo>
                <a:lnTo>
                  <a:pt x="137854" y="64688"/>
                </a:lnTo>
                <a:lnTo>
                  <a:pt x="138164" y="64399"/>
                </a:lnTo>
                <a:lnTo>
                  <a:pt x="138464" y="64100"/>
                </a:lnTo>
                <a:lnTo>
                  <a:pt x="138751" y="63792"/>
                </a:lnTo>
                <a:lnTo>
                  <a:pt x="139025" y="63475"/>
                </a:lnTo>
                <a:lnTo>
                  <a:pt x="139286" y="63149"/>
                </a:lnTo>
                <a:lnTo>
                  <a:pt x="139535" y="62813"/>
                </a:lnTo>
                <a:lnTo>
                  <a:pt x="139771" y="62469"/>
                </a:lnTo>
                <a:lnTo>
                  <a:pt x="139994" y="62115"/>
                </a:lnTo>
                <a:lnTo>
                  <a:pt x="140205" y="61753"/>
                </a:lnTo>
                <a:lnTo>
                  <a:pt x="140402" y="61381"/>
                </a:lnTo>
                <a:lnTo>
                  <a:pt x="140587" y="61000"/>
                </a:lnTo>
                <a:lnTo>
                  <a:pt x="140759" y="60610"/>
                </a:lnTo>
                <a:lnTo>
                  <a:pt x="140919" y="60211"/>
                </a:lnTo>
                <a:lnTo>
                  <a:pt x="141065" y="59803"/>
                </a:lnTo>
                <a:lnTo>
                  <a:pt x="141199" y="59386"/>
                </a:lnTo>
                <a:lnTo>
                  <a:pt x="141320" y="58959"/>
                </a:lnTo>
                <a:lnTo>
                  <a:pt x="141429" y="58524"/>
                </a:lnTo>
                <a:lnTo>
                  <a:pt x="141524" y="58080"/>
                </a:lnTo>
                <a:lnTo>
                  <a:pt x="141607" y="57626"/>
                </a:lnTo>
                <a:lnTo>
                  <a:pt x="141645" y="57377"/>
                </a:lnTo>
                <a:lnTo>
                  <a:pt x="141837" y="57377"/>
                </a:lnTo>
                <a:lnTo>
                  <a:pt x="141837" y="67016"/>
                </a:lnTo>
                <a:lnTo>
                  <a:pt x="153036" y="67016"/>
                </a:lnTo>
                <a:lnTo>
                  <a:pt x="153036" y="0"/>
                </a:lnTo>
                <a:lnTo>
                  <a:pt x="141561" y="0"/>
                </a:lnTo>
                <a:lnTo>
                  <a:pt x="141561" y="14137"/>
                </a:lnTo>
                <a:lnTo>
                  <a:pt x="141928" y="26163"/>
                </a:lnTo>
                <a:lnTo>
                  <a:pt x="141645" y="26163"/>
                </a:lnTo>
                <a:lnTo>
                  <a:pt x="141607" y="25914"/>
                </a:lnTo>
                <a:lnTo>
                  <a:pt x="141524" y="25460"/>
                </a:lnTo>
                <a:lnTo>
                  <a:pt x="141429" y="25016"/>
                </a:lnTo>
                <a:close/>
                <a:moveTo>
                  <a:pt x="131217" y="57979"/>
                </a:moveTo>
                <a:lnTo>
                  <a:pt x="130874" y="57947"/>
                </a:lnTo>
                <a:lnTo>
                  <a:pt x="130537" y="57907"/>
                </a:lnTo>
                <a:lnTo>
                  <a:pt x="130206" y="57858"/>
                </a:lnTo>
                <a:lnTo>
                  <a:pt x="129882" y="57800"/>
                </a:lnTo>
                <a:lnTo>
                  <a:pt x="129565" y="57733"/>
                </a:lnTo>
                <a:lnTo>
                  <a:pt x="129255" y="57657"/>
                </a:lnTo>
                <a:lnTo>
                  <a:pt x="128951" y="57572"/>
                </a:lnTo>
                <a:lnTo>
                  <a:pt x="128655" y="57479"/>
                </a:lnTo>
                <a:lnTo>
                  <a:pt x="128364" y="57376"/>
                </a:lnTo>
                <a:lnTo>
                  <a:pt x="128081" y="57265"/>
                </a:lnTo>
                <a:lnTo>
                  <a:pt x="127804" y="57144"/>
                </a:lnTo>
                <a:lnTo>
                  <a:pt x="127534" y="57015"/>
                </a:lnTo>
                <a:lnTo>
                  <a:pt x="127270" y="56876"/>
                </a:lnTo>
                <a:lnTo>
                  <a:pt x="127014" y="56729"/>
                </a:lnTo>
                <a:lnTo>
                  <a:pt x="126764" y="56573"/>
                </a:lnTo>
                <a:lnTo>
                  <a:pt x="126520" y="56408"/>
                </a:lnTo>
                <a:lnTo>
                  <a:pt x="126284" y="56234"/>
                </a:lnTo>
                <a:lnTo>
                  <a:pt x="126054" y="56051"/>
                </a:lnTo>
                <a:lnTo>
                  <a:pt x="125830" y="55859"/>
                </a:lnTo>
                <a:lnTo>
                  <a:pt x="125614" y="55658"/>
                </a:lnTo>
                <a:lnTo>
                  <a:pt x="125404" y="55448"/>
                </a:lnTo>
                <a:lnTo>
                  <a:pt x="125202" y="55230"/>
                </a:lnTo>
                <a:lnTo>
                  <a:pt x="125008" y="55005"/>
                </a:lnTo>
                <a:lnTo>
                  <a:pt x="124823" y="54771"/>
                </a:lnTo>
                <a:lnTo>
                  <a:pt x="124647" y="54530"/>
                </a:lnTo>
                <a:lnTo>
                  <a:pt x="124479" y="54282"/>
                </a:lnTo>
                <a:lnTo>
                  <a:pt x="124320" y="54025"/>
                </a:lnTo>
                <a:lnTo>
                  <a:pt x="124169" y="53761"/>
                </a:lnTo>
                <a:lnTo>
                  <a:pt x="124027" y="53490"/>
                </a:lnTo>
                <a:lnTo>
                  <a:pt x="123894" y="53211"/>
                </a:lnTo>
                <a:lnTo>
                  <a:pt x="123769" y="52924"/>
                </a:lnTo>
                <a:lnTo>
                  <a:pt x="123653" y="52629"/>
                </a:lnTo>
                <a:lnTo>
                  <a:pt x="123546" y="52327"/>
                </a:lnTo>
                <a:lnTo>
                  <a:pt x="123447" y="52017"/>
                </a:lnTo>
                <a:lnTo>
                  <a:pt x="123356" y="51700"/>
                </a:lnTo>
                <a:lnTo>
                  <a:pt x="123274" y="51375"/>
                </a:lnTo>
                <a:lnTo>
                  <a:pt x="123201" y="51042"/>
                </a:lnTo>
                <a:lnTo>
                  <a:pt x="123137" y="50702"/>
                </a:lnTo>
                <a:lnTo>
                  <a:pt x="123081" y="50354"/>
                </a:lnTo>
                <a:lnTo>
                  <a:pt x="123034" y="49998"/>
                </a:lnTo>
                <a:lnTo>
                  <a:pt x="122995" y="49635"/>
                </a:lnTo>
                <a:lnTo>
                  <a:pt x="122965" y="49264"/>
                </a:lnTo>
                <a:lnTo>
                  <a:pt x="122943" y="48885"/>
                </a:lnTo>
                <a:lnTo>
                  <a:pt x="122930" y="48499"/>
                </a:lnTo>
                <a:lnTo>
                  <a:pt x="122926" y="48105"/>
                </a:lnTo>
                <a:lnTo>
                  <a:pt x="122926" y="35436"/>
                </a:lnTo>
                <a:lnTo>
                  <a:pt x="122930" y="35042"/>
                </a:lnTo>
                <a:lnTo>
                  <a:pt x="122943" y="34656"/>
                </a:lnTo>
                <a:lnTo>
                  <a:pt x="122965" y="34277"/>
                </a:lnTo>
                <a:lnTo>
                  <a:pt x="122995" y="33906"/>
                </a:lnTo>
                <a:lnTo>
                  <a:pt x="123034" y="33543"/>
                </a:lnTo>
                <a:lnTo>
                  <a:pt x="123081" y="33187"/>
                </a:lnTo>
                <a:lnTo>
                  <a:pt x="123137" y="32839"/>
                </a:lnTo>
                <a:lnTo>
                  <a:pt x="123201" y="32498"/>
                </a:lnTo>
                <a:lnTo>
                  <a:pt x="123274" y="32166"/>
                </a:lnTo>
                <a:lnTo>
                  <a:pt x="123356" y="31841"/>
                </a:lnTo>
                <a:lnTo>
                  <a:pt x="123447" y="31523"/>
                </a:lnTo>
                <a:lnTo>
                  <a:pt x="123546" y="31213"/>
                </a:lnTo>
                <a:lnTo>
                  <a:pt x="123653" y="30911"/>
                </a:lnTo>
                <a:lnTo>
                  <a:pt x="123769" y="30616"/>
                </a:lnTo>
                <a:lnTo>
                  <a:pt x="123894" y="30330"/>
                </a:lnTo>
                <a:lnTo>
                  <a:pt x="124027" y="30050"/>
                </a:lnTo>
                <a:lnTo>
                  <a:pt x="124169" y="29779"/>
                </a:lnTo>
                <a:lnTo>
                  <a:pt x="124320" y="29515"/>
                </a:lnTo>
                <a:lnTo>
                  <a:pt x="124479" y="29259"/>
                </a:lnTo>
                <a:lnTo>
                  <a:pt x="124647" y="29010"/>
                </a:lnTo>
                <a:lnTo>
                  <a:pt x="124823" y="28769"/>
                </a:lnTo>
                <a:lnTo>
                  <a:pt x="125008" y="28536"/>
                </a:lnTo>
                <a:lnTo>
                  <a:pt x="125202" y="28310"/>
                </a:lnTo>
                <a:lnTo>
                  <a:pt x="125404" y="28092"/>
                </a:lnTo>
                <a:lnTo>
                  <a:pt x="125614" y="27882"/>
                </a:lnTo>
                <a:lnTo>
                  <a:pt x="125830" y="27681"/>
                </a:lnTo>
                <a:lnTo>
                  <a:pt x="126054" y="27489"/>
                </a:lnTo>
                <a:lnTo>
                  <a:pt x="126284" y="27306"/>
                </a:lnTo>
                <a:lnTo>
                  <a:pt x="126520" y="27132"/>
                </a:lnTo>
                <a:lnTo>
                  <a:pt x="126764" y="26967"/>
                </a:lnTo>
                <a:lnTo>
                  <a:pt x="127014" y="26811"/>
                </a:lnTo>
                <a:lnTo>
                  <a:pt x="127270" y="26664"/>
                </a:lnTo>
                <a:lnTo>
                  <a:pt x="127534" y="26525"/>
                </a:lnTo>
                <a:lnTo>
                  <a:pt x="127804" y="26396"/>
                </a:lnTo>
                <a:lnTo>
                  <a:pt x="128081" y="26276"/>
                </a:lnTo>
                <a:lnTo>
                  <a:pt x="128364" y="26164"/>
                </a:lnTo>
                <a:lnTo>
                  <a:pt x="128655" y="26061"/>
                </a:lnTo>
                <a:lnTo>
                  <a:pt x="128951" y="25968"/>
                </a:lnTo>
                <a:lnTo>
                  <a:pt x="129255" y="25883"/>
                </a:lnTo>
                <a:lnTo>
                  <a:pt x="129565" y="25807"/>
                </a:lnTo>
                <a:lnTo>
                  <a:pt x="129882" y="25740"/>
                </a:lnTo>
                <a:lnTo>
                  <a:pt x="130206" y="25682"/>
                </a:lnTo>
                <a:lnTo>
                  <a:pt x="130537" y="25633"/>
                </a:lnTo>
                <a:lnTo>
                  <a:pt x="130874" y="25593"/>
                </a:lnTo>
                <a:lnTo>
                  <a:pt x="131217" y="25562"/>
                </a:lnTo>
                <a:lnTo>
                  <a:pt x="131568" y="25539"/>
                </a:lnTo>
                <a:lnTo>
                  <a:pt x="131925" y="25526"/>
                </a:lnTo>
                <a:lnTo>
                  <a:pt x="132289" y="25521"/>
                </a:lnTo>
                <a:lnTo>
                  <a:pt x="132653" y="25526"/>
                </a:lnTo>
                <a:lnTo>
                  <a:pt x="133010" y="25540"/>
                </a:lnTo>
                <a:lnTo>
                  <a:pt x="133360" y="25562"/>
                </a:lnTo>
                <a:lnTo>
                  <a:pt x="133703" y="25594"/>
                </a:lnTo>
                <a:lnTo>
                  <a:pt x="134040" y="25635"/>
                </a:lnTo>
                <a:lnTo>
                  <a:pt x="134369" y="25685"/>
                </a:lnTo>
                <a:lnTo>
                  <a:pt x="134692" y="25744"/>
                </a:lnTo>
                <a:lnTo>
                  <a:pt x="135008" y="25812"/>
                </a:lnTo>
                <a:lnTo>
                  <a:pt x="135316" y="25889"/>
                </a:lnTo>
                <a:lnTo>
                  <a:pt x="135619" y="25976"/>
                </a:lnTo>
                <a:lnTo>
                  <a:pt x="135914" y="26071"/>
                </a:lnTo>
                <a:lnTo>
                  <a:pt x="136202" y="26176"/>
                </a:lnTo>
                <a:lnTo>
                  <a:pt x="136484" y="26289"/>
                </a:lnTo>
                <a:lnTo>
                  <a:pt x="136758" y="26412"/>
                </a:lnTo>
                <a:lnTo>
                  <a:pt x="137026" y="26544"/>
                </a:lnTo>
                <a:lnTo>
                  <a:pt x="137287" y="26684"/>
                </a:lnTo>
                <a:lnTo>
                  <a:pt x="137541" y="26834"/>
                </a:lnTo>
                <a:lnTo>
                  <a:pt x="137788" y="26993"/>
                </a:lnTo>
                <a:lnTo>
                  <a:pt x="138029" y="27161"/>
                </a:lnTo>
                <a:lnTo>
                  <a:pt x="138262" y="27339"/>
                </a:lnTo>
                <a:lnTo>
                  <a:pt x="138489" y="27525"/>
                </a:lnTo>
                <a:lnTo>
                  <a:pt x="138709" y="27720"/>
                </a:lnTo>
                <a:lnTo>
                  <a:pt x="138922" y="27925"/>
                </a:lnTo>
                <a:lnTo>
                  <a:pt x="139128" y="28138"/>
                </a:lnTo>
                <a:lnTo>
                  <a:pt x="139326" y="28360"/>
                </a:lnTo>
                <a:lnTo>
                  <a:pt x="139516" y="28588"/>
                </a:lnTo>
                <a:lnTo>
                  <a:pt x="139698" y="28824"/>
                </a:lnTo>
                <a:lnTo>
                  <a:pt x="139871" y="29067"/>
                </a:lnTo>
                <a:lnTo>
                  <a:pt x="140036" y="29318"/>
                </a:lnTo>
                <a:lnTo>
                  <a:pt x="140192" y="29575"/>
                </a:lnTo>
                <a:lnTo>
                  <a:pt x="140340" y="29840"/>
                </a:lnTo>
                <a:lnTo>
                  <a:pt x="140480" y="30111"/>
                </a:lnTo>
                <a:lnTo>
                  <a:pt x="140611" y="30390"/>
                </a:lnTo>
                <a:lnTo>
                  <a:pt x="140733" y="30676"/>
                </a:lnTo>
                <a:lnTo>
                  <a:pt x="140847" y="30970"/>
                </a:lnTo>
                <a:lnTo>
                  <a:pt x="140953" y="31270"/>
                </a:lnTo>
                <a:lnTo>
                  <a:pt x="141050" y="31578"/>
                </a:lnTo>
                <a:lnTo>
                  <a:pt x="141139" y="31893"/>
                </a:lnTo>
                <a:lnTo>
                  <a:pt x="141219" y="32215"/>
                </a:lnTo>
                <a:lnTo>
                  <a:pt x="141291" y="32544"/>
                </a:lnTo>
                <a:lnTo>
                  <a:pt x="141354" y="32880"/>
                </a:lnTo>
                <a:lnTo>
                  <a:pt x="141409" y="33224"/>
                </a:lnTo>
                <a:lnTo>
                  <a:pt x="141455" y="33575"/>
                </a:lnTo>
                <a:lnTo>
                  <a:pt x="141493" y="33933"/>
                </a:lnTo>
                <a:lnTo>
                  <a:pt x="141523" y="34298"/>
                </a:lnTo>
                <a:lnTo>
                  <a:pt x="141544" y="34670"/>
                </a:lnTo>
                <a:lnTo>
                  <a:pt x="141557" y="35050"/>
                </a:lnTo>
                <a:lnTo>
                  <a:pt x="141561" y="35436"/>
                </a:lnTo>
                <a:lnTo>
                  <a:pt x="141561" y="48105"/>
                </a:lnTo>
                <a:lnTo>
                  <a:pt x="141557" y="48492"/>
                </a:lnTo>
                <a:lnTo>
                  <a:pt x="141544" y="48871"/>
                </a:lnTo>
                <a:lnTo>
                  <a:pt x="141523" y="49243"/>
                </a:lnTo>
                <a:lnTo>
                  <a:pt x="141493" y="49608"/>
                </a:lnTo>
                <a:lnTo>
                  <a:pt x="141455" y="49966"/>
                </a:lnTo>
                <a:lnTo>
                  <a:pt x="141409" y="50317"/>
                </a:lnTo>
                <a:lnTo>
                  <a:pt x="141354" y="50660"/>
                </a:lnTo>
                <a:lnTo>
                  <a:pt x="141291" y="50997"/>
                </a:lnTo>
                <a:lnTo>
                  <a:pt x="141219" y="51326"/>
                </a:lnTo>
                <a:lnTo>
                  <a:pt x="141139" y="51648"/>
                </a:lnTo>
                <a:lnTo>
                  <a:pt x="141050" y="51963"/>
                </a:lnTo>
                <a:lnTo>
                  <a:pt x="140953" y="52271"/>
                </a:lnTo>
                <a:lnTo>
                  <a:pt x="140847" y="52571"/>
                </a:lnTo>
                <a:lnTo>
                  <a:pt x="140733" y="52864"/>
                </a:lnTo>
                <a:lnTo>
                  <a:pt x="140611" y="53151"/>
                </a:lnTo>
                <a:lnTo>
                  <a:pt x="140480" y="53430"/>
                </a:lnTo>
                <a:lnTo>
                  <a:pt x="140340" y="53701"/>
                </a:lnTo>
                <a:lnTo>
                  <a:pt x="140192" y="53966"/>
                </a:lnTo>
                <a:lnTo>
                  <a:pt x="140036" y="54224"/>
                </a:lnTo>
                <a:lnTo>
                  <a:pt x="139871" y="54474"/>
                </a:lnTo>
                <a:lnTo>
                  <a:pt x="139698" y="54717"/>
                </a:lnTo>
                <a:lnTo>
                  <a:pt x="139516" y="54953"/>
                </a:lnTo>
                <a:lnTo>
                  <a:pt x="139326" y="55182"/>
                </a:lnTo>
                <a:lnTo>
                  <a:pt x="139128" y="55403"/>
                </a:lnTo>
                <a:lnTo>
                  <a:pt x="138922" y="55617"/>
                </a:lnTo>
                <a:lnTo>
                  <a:pt x="138709" y="55821"/>
                </a:lnTo>
                <a:lnTo>
                  <a:pt x="138489" y="56016"/>
                </a:lnTo>
                <a:lnTo>
                  <a:pt x="138262" y="56203"/>
                </a:lnTo>
                <a:lnTo>
                  <a:pt x="138029" y="56380"/>
                </a:lnTo>
                <a:lnTo>
                  <a:pt x="137788" y="56548"/>
                </a:lnTo>
                <a:lnTo>
                  <a:pt x="137541" y="56707"/>
                </a:lnTo>
                <a:lnTo>
                  <a:pt x="137287" y="56856"/>
                </a:lnTo>
                <a:lnTo>
                  <a:pt x="137026" y="56997"/>
                </a:lnTo>
                <a:lnTo>
                  <a:pt x="136758" y="57129"/>
                </a:lnTo>
                <a:lnTo>
                  <a:pt x="136484" y="57251"/>
                </a:lnTo>
                <a:lnTo>
                  <a:pt x="136202" y="57365"/>
                </a:lnTo>
                <a:lnTo>
                  <a:pt x="135914" y="57469"/>
                </a:lnTo>
                <a:lnTo>
                  <a:pt x="135619" y="57565"/>
                </a:lnTo>
                <a:lnTo>
                  <a:pt x="135316" y="57651"/>
                </a:lnTo>
                <a:lnTo>
                  <a:pt x="135008" y="57728"/>
                </a:lnTo>
                <a:lnTo>
                  <a:pt x="134692" y="57796"/>
                </a:lnTo>
                <a:lnTo>
                  <a:pt x="134369" y="57855"/>
                </a:lnTo>
                <a:lnTo>
                  <a:pt x="134040" y="57905"/>
                </a:lnTo>
                <a:lnTo>
                  <a:pt x="133703" y="57946"/>
                </a:lnTo>
                <a:lnTo>
                  <a:pt x="133360" y="57978"/>
                </a:lnTo>
                <a:lnTo>
                  <a:pt x="133010" y="58001"/>
                </a:lnTo>
                <a:lnTo>
                  <a:pt x="132653" y="58014"/>
                </a:lnTo>
                <a:lnTo>
                  <a:pt x="132289" y="58019"/>
                </a:lnTo>
                <a:lnTo>
                  <a:pt x="131925" y="58014"/>
                </a:lnTo>
                <a:lnTo>
                  <a:pt x="131568" y="58001"/>
                </a:lnTo>
                <a:lnTo>
                  <a:pt x="131217" y="57979"/>
                </a:lnTo>
                <a:close/>
                <a:moveTo>
                  <a:pt x="57010" y="16524"/>
                </a:moveTo>
                <a:lnTo>
                  <a:pt x="57010" y="67016"/>
                </a:lnTo>
                <a:lnTo>
                  <a:pt x="68486" y="67016"/>
                </a:lnTo>
                <a:lnTo>
                  <a:pt x="68486" y="35436"/>
                </a:lnTo>
                <a:lnTo>
                  <a:pt x="68490" y="35042"/>
                </a:lnTo>
                <a:lnTo>
                  <a:pt x="68503" y="34656"/>
                </a:lnTo>
                <a:lnTo>
                  <a:pt x="68524" y="34277"/>
                </a:lnTo>
                <a:lnTo>
                  <a:pt x="68553" y="33906"/>
                </a:lnTo>
                <a:lnTo>
                  <a:pt x="68591" y="33543"/>
                </a:lnTo>
                <a:lnTo>
                  <a:pt x="68638" y="33187"/>
                </a:lnTo>
                <a:lnTo>
                  <a:pt x="68693" y="32839"/>
                </a:lnTo>
                <a:lnTo>
                  <a:pt x="68756" y="32498"/>
                </a:lnTo>
                <a:lnTo>
                  <a:pt x="68828" y="32166"/>
                </a:lnTo>
                <a:lnTo>
                  <a:pt x="68908" y="31841"/>
                </a:lnTo>
                <a:lnTo>
                  <a:pt x="68997" y="31523"/>
                </a:lnTo>
                <a:lnTo>
                  <a:pt x="69094" y="31213"/>
                </a:lnTo>
                <a:lnTo>
                  <a:pt x="69200" y="30911"/>
                </a:lnTo>
                <a:lnTo>
                  <a:pt x="69314" y="30616"/>
                </a:lnTo>
                <a:lnTo>
                  <a:pt x="69436" y="30330"/>
                </a:lnTo>
                <a:lnTo>
                  <a:pt x="69567" y="30050"/>
                </a:lnTo>
                <a:lnTo>
                  <a:pt x="69707" y="29779"/>
                </a:lnTo>
                <a:lnTo>
                  <a:pt x="69855" y="29515"/>
                </a:lnTo>
                <a:lnTo>
                  <a:pt x="70011" y="29259"/>
                </a:lnTo>
                <a:lnTo>
                  <a:pt x="70176" y="29010"/>
                </a:lnTo>
                <a:lnTo>
                  <a:pt x="70349" y="28769"/>
                </a:lnTo>
                <a:lnTo>
                  <a:pt x="70530" y="28536"/>
                </a:lnTo>
                <a:lnTo>
                  <a:pt x="70720" y="28310"/>
                </a:lnTo>
                <a:lnTo>
                  <a:pt x="70919" y="28092"/>
                </a:lnTo>
                <a:lnTo>
                  <a:pt x="71125" y="27882"/>
                </a:lnTo>
                <a:lnTo>
                  <a:pt x="71337" y="27681"/>
                </a:lnTo>
                <a:lnTo>
                  <a:pt x="71555" y="27489"/>
                </a:lnTo>
                <a:lnTo>
                  <a:pt x="71780" y="27306"/>
                </a:lnTo>
                <a:lnTo>
                  <a:pt x="72011" y="27132"/>
                </a:lnTo>
                <a:lnTo>
                  <a:pt x="72247" y="26967"/>
                </a:lnTo>
                <a:lnTo>
                  <a:pt x="72491" y="26811"/>
                </a:lnTo>
                <a:lnTo>
                  <a:pt x="72740" y="26664"/>
                </a:lnTo>
                <a:lnTo>
                  <a:pt x="72995" y="26525"/>
                </a:lnTo>
                <a:lnTo>
                  <a:pt x="73257" y="26396"/>
                </a:lnTo>
                <a:lnTo>
                  <a:pt x="73525" y="26276"/>
                </a:lnTo>
                <a:lnTo>
                  <a:pt x="73799" y="26164"/>
                </a:lnTo>
                <a:lnTo>
                  <a:pt x="74080" y="26061"/>
                </a:lnTo>
                <a:lnTo>
                  <a:pt x="74366" y="25968"/>
                </a:lnTo>
                <a:lnTo>
                  <a:pt x="74659" y="25883"/>
                </a:lnTo>
                <a:lnTo>
                  <a:pt x="74958" y="25807"/>
                </a:lnTo>
                <a:lnTo>
                  <a:pt x="75264" y="25740"/>
                </a:lnTo>
                <a:lnTo>
                  <a:pt x="75575" y="25682"/>
                </a:lnTo>
                <a:lnTo>
                  <a:pt x="75893" y="25633"/>
                </a:lnTo>
                <a:lnTo>
                  <a:pt x="76217" y="25593"/>
                </a:lnTo>
                <a:lnTo>
                  <a:pt x="76547" y="25562"/>
                </a:lnTo>
                <a:lnTo>
                  <a:pt x="76883" y="25539"/>
                </a:lnTo>
                <a:lnTo>
                  <a:pt x="77226" y="25526"/>
                </a:lnTo>
                <a:lnTo>
                  <a:pt x="77574" y="25521"/>
                </a:lnTo>
                <a:lnTo>
                  <a:pt x="77931" y="25526"/>
                </a:lnTo>
                <a:lnTo>
                  <a:pt x="78280" y="25539"/>
                </a:lnTo>
                <a:lnTo>
                  <a:pt x="78623" y="25560"/>
                </a:lnTo>
                <a:lnTo>
                  <a:pt x="78959" y="25590"/>
                </a:lnTo>
                <a:lnTo>
                  <a:pt x="79289" y="25629"/>
                </a:lnTo>
                <a:lnTo>
                  <a:pt x="79612" y="25676"/>
                </a:lnTo>
                <a:lnTo>
                  <a:pt x="79928" y="25732"/>
                </a:lnTo>
                <a:lnTo>
                  <a:pt x="80237" y="25797"/>
                </a:lnTo>
                <a:lnTo>
                  <a:pt x="80540" y="25870"/>
                </a:lnTo>
                <a:lnTo>
                  <a:pt x="80836" y="25952"/>
                </a:lnTo>
                <a:lnTo>
                  <a:pt x="81125" y="26042"/>
                </a:lnTo>
                <a:lnTo>
                  <a:pt x="81408" y="26141"/>
                </a:lnTo>
                <a:lnTo>
                  <a:pt x="81683" y="26249"/>
                </a:lnTo>
                <a:lnTo>
                  <a:pt x="81953" y="26365"/>
                </a:lnTo>
                <a:lnTo>
                  <a:pt x="82215" y="26490"/>
                </a:lnTo>
                <a:lnTo>
                  <a:pt x="82471" y="26623"/>
                </a:lnTo>
                <a:lnTo>
                  <a:pt x="82720" y="26765"/>
                </a:lnTo>
                <a:lnTo>
                  <a:pt x="82962" y="26916"/>
                </a:lnTo>
                <a:lnTo>
                  <a:pt x="83198" y="27075"/>
                </a:lnTo>
                <a:lnTo>
                  <a:pt x="83427" y="27243"/>
                </a:lnTo>
                <a:lnTo>
                  <a:pt x="83649" y="27420"/>
                </a:lnTo>
                <a:lnTo>
                  <a:pt x="83865" y="27605"/>
                </a:lnTo>
                <a:lnTo>
                  <a:pt x="84074" y="27798"/>
                </a:lnTo>
                <a:lnTo>
                  <a:pt x="84276" y="28001"/>
                </a:lnTo>
                <a:lnTo>
                  <a:pt x="84471" y="28211"/>
                </a:lnTo>
                <a:lnTo>
                  <a:pt x="84657" y="28428"/>
                </a:lnTo>
                <a:lnTo>
                  <a:pt x="84835" y="28653"/>
                </a:lnTo>
                <a:lnTo>
                  <a:pt x="85005" y="28885"/>
                </a:lnTo>
                <a:lnTo>
                  <a:pt x="85167" y="29125"/>
                </a:lnTo>
                <a:lnTo>
                  <a:pt x="85320" y="29372"/>
                </a:lnTo>
                <a:lnTo>
                  <a:pt x="85465" y="29626"/>
                </a:lnTo>
                <a:lnTo>
                  <a:pt x="85602" y="29887"/>
                </a:lnTo>
                <a:lnTo>
                  <a:pt x="85730" y="30156"/>
                </a:lnTo>
                <a:lnTo>
                  <a:pt x="85851" y="30432"/>
                </a:lnTo>
                <a:lnTo>
                  <a:pt x="85962" y="30716"/>
                </a:lnTo>
                <a:lnTo>
                  <a:pt x="86066" y="31007"/>
                </a:lnTo>
                <a:lnTo>
                  <a:pt x="86161" y="31305"/>
                </a:lnTo>
                <a:lnTo>
                  <a:pt x="86248" y="31610"/>
                </a:lnTo>
                <a:lnTo>
                  <a:pt x="86327" y="31923"/>
                </a:lnTo>
                <a:lnTo>
                  <a:pt x="86398" y="32243"/>
                </a:lnTo>
                <a:lnTo>
                  <a:pt x="86460" y="32571"/>
                </a:lnTo>
                <a:lnTo>
                  <a:pt x="86514" y="32905"/>
                </a:lnTo>
                <a:lnTo>
                  <a:pt x="86559" y="33247"/>
                </a:lnTo>
                <a:lnTo>
                  <a:pt x="86596" y="33597"/>
                </a:lnTo>
                <a:lnTo>
                  <a:pt x="86625" y="33954"/>
                </a:lnTo>
                <a:lnTo>
                  <a:pt x="86646" y="34318"/>
                </a:lnTo>
                <a:lnTo>
                  <a:pt x="86659" y="34689"/>
                </a:lnTo>
                <a:lnTo>
                  <a:pt x="86663" y="35068"/>
                </a:lnTo>
                <a:lnTo>
                  <a:pt x="86663" y="67016"/>
                </a:lnTo>
                <a:lnTo>
                  <a:pt x="98138" y="67016"/>
                </a:lnTo>
                <a:lnTo>
                  <a:pt x="98138" y="33876"/>
                </a:lnTo>
                <a:lnTo>
                  <a:pt x="98130" y="33185"/>
                </a:lnTo>
                <a:lnTo>
                  <a:pt x="98107" y="32507"/>
                </a:lnTo>
                <a:lnTo>
                  <a:pt x="98069" y="31840"/>
                </a:lnTo>
                <a:lnTo>
                  <a:pt x="98014" y="31185"/>
                </a:lnTo>
                <a:lnTo>
                  <a:pt x="97945" y="30542"/>
                </a:lnTo>
                <a:lnTo>
                  <a:pt x="97860" y="29911"/>
                </a:lnTo>
                <a:lnTo>
                  <a:pt x="97759" y="29291"/>
                </a:lnTo>
                <a:lnTo>
                  <a:pt x="97643" y="28684"/>
                </a:lnTo>
                <a:lnTo>
                  <a:pt x="97512" y="28088"/>
                </a:lnTo>
                <a:lnTo>
                  <a:pt x="97365" y="27504"/>
                </a:lnTo>
                <a:lnTo>
                  <a:pt x="97203" y="26931"/>
                </a:lnTo>
                <a:lnTo>
                  <a:pt x="97025" y="26371"/>
                </a:lnTo>
                <a:lnTo>
                  <a:pt x="96832" y="25822"/>
                </a:lnTo>
                <a:lnTo>
                  <a:pt x="96623" y="25285"/>
                </a:lnTo>
                <a:lnTo>
                  <a:pt x="96399" y="24760"/>
                </a:lnTo>
                <a:lnTo>
                  <a:pt x="96159" y="24246"/>
                </a:lnTo>
                <a:lnTo>
                  <a:pt x="95904" y="23745"/>
                </a:lnTo>
                <a:lnTo>
                  <a:pt x="95633" y="23255"/>
                </a:lnTo>
                <a:lnTo>
                  <a:pt x="95347" y="22777"/>
                </a:lnTo>
                <a:lnTo>
                  <a:pt x="95046" y="22311"/>
                </a:lnTo>
                <a:lnTo>
                  <a:pt x="94729" y="21856"/>
                </a:lnTo>
                <a:lnTo>
                  <a:pt x="94396" y="21414"/>
                </a:lnTo>
                <a:lnTo>
                  <a:pt x="94048" y="20983"/>
                </a:lnTo>
                <a:lnTo>
                  <a:pt x="93685" y="20564"/>
                </a:lnTo>
                <a:lnTo>
                  <a:pt x="93309" y="20159"/>
                </a:lnTo>
                <a:lnTo>
                  <a:pt x="92922" y="19772"/>
                </a:lnTo>
                <a:lnTo>
                  <a:pt x="92525" y="19402"/>
                </a:lnTo>
                <a:lnTo>
                  <a:pt x="92118" y="19049"/>
                </a:lnTo>
                <a:lnTo>
                  <a:pt x="91701" y="18713"/>
                </a:lnTo>
                <a:lnTo>
                  <a:pt x="91273" y="18395"/>
                </a:lnTo>
                <a:lnTo>
                  <a:pt x="90834" y="18094"/>
                </a:lnTo>
                <a:lnTo>
                  <a:pt x="90386" y="17810"/>
                </a:lnTo>
                <a:lnTo>
                  <a:pt x="89927" y="17543"/>
                </a:lnTo>
                <a:lnTo>
                  <a:pt x="89457" y="17293"/>
                </a:lnTo>
                <a:lnTo>
                  <a:pt x="88977" y="17061"/>
                </a:lnTo>
                <a:lnTo>
                  <a:pt x="88487" y="16846"/>
                </a:lnTo>
                <a:lnTo>
                  <a:pt x="87987" y="16648"/>
                </a:lnTo>
                <a:lnTo>
                  <a:pt x="87476" y="16467"/>
                </a:lnTo>
                <a:lnTo>
                  <a:pt x="86955" y="16304"/>
                </a:lnTo>
                <a:lnTo>
                  <a:pt x="86423" y="16157"/>
                </a:lnTo>
                <a:lnTo>
                  <a:pt x="85881" y="16028"/>
                </a:lnTo>
                <a:lnTo>
                  <a:pt x="85329" y="15916"/>
                </a:lnTo>
                <a:lnTo>
                  <a:pt x="84766" y="15822"/>
                </a:lnTo>
                <a:lnTo>
                  <a:pt x="84193" y="15744"/>
                </a:lnTo>
                <a:lnTo>
                  <a:pt x="83610" y="15684"/>
                </a:lnTo>
                <a:lnTo>
                  <a:pt x="83016" y="15641"/>
                </a:lnTo>
                <a:lnTo>
                  <a:pt x="82412" y="15615"/>
                </a:lnTo>
                <a:lnTo>
                  <a:pt x="81798" y="15606"/>
                </a:lnTo>
                <a:lnTo>
                  <a:pt x="81275" y="15612"/>
                </a:lnTo>
                <a:lnTo>
                  <a:pt x="80761" y="15631"/>
                </a:lnTo>
                <a:lnTo>
                  <a:pt x="80256" y="15661"/>
                </a:lnTo>
                <a:lnTo>
                  <a:pt x="79761" y="15703"/>
                </a:lnTo>
                <a:lnTo>
                  <a:pt x="79276" y="15758"/>
                </a:lnTo>
                <a:lnTo>
                  <a:pt x="78800" y="15825"/>
                </a:lnTo>
                <a:lnTo>
                  <a:pt x="78333" y="15903"/>
                </a:lnTo>
                <a:lnTo>
                  <a:pt x="77876" y="15994"/>
                </a:lnTo>
                <a:lnTo>
                  <a:pt x="77428" y="16097"/>
                </a:lnTo>
                <a:lnTo>
                  <a:pt x="76989" y="16212"/>
                </a:lnTo>
                <a:lnTo>
                  <a:pt x="76560" y="16339"/>
                </a:lnTo>
                <a:lnTo>
                  <a:pt x="76140" y="16479"/>
                </a:lnTo>
                <a:lnTo>
                  <a:pt x="75730" y="16630"/>
                </a:lnTo>
                <a:lnTo>
                  <a:pt x="75329" y="16794"/>
                </a:lnTo>
                <a:lnTo>
                  <a:pt x="74937" y="16969"/>
                </a:lnTo>
                <a:lnTo>
                  <a:pt x="74555" y="17157"/>
                </a:lnTo>
                <a:lnTo>
                  <a:pt x="74182" y="17357"/>
                </a:lnTo>
                <a:lnTo>
                  <a:pt x="73819" y="17569"/>
                </a:lnTo>
                <a:lnTo>
                  <a:pt x="73465" y="17793"/>
                </a:lnTo>
                <a:lnTo>
                  <a:pt x="73121" y="18030"/>
                </a:lnTo>
                <a:lnTo>
                  <a:pt x="72786" y="18278"/>
                </a:lnTo>
                <a:lnTo>
                  <a:pt x="72460" y="18539"/>
                </a:lnTo>
                <a:lnTo>
                  <a:pt x="72143" y="18811"/>
                </a:lnTo>
                <a:lnTo>
                  <a:pt x="71837" y="19096"/>
                </a:lnTo>
                <a:lnTo>
                  <a:pt x="71541" y="19391"/>
                </a:lnTo>
                <a:lnTo>
                  <a:pt x="71258" y="19696"/>
                </a:lnTo>
                <a:lnTo>
                  <a:pt x="70987" y="20011"/>
                </a:lnTo>
                <a:lnTo>
                  <a:pt x="70729" y="20335"/>
                </a:lnTo>
                <a:lnTo>
                  <a:pt x="70483" y="20669"/>
                </a:lnTo>
                <a:lnTo>
                  <a:pt x="70251" y="21012"/>
                </a:lnTo>
                <a:lnTo>
                  <a:pt x="70030" y="21365"/>
                </a:lnTo>
                <a:lnTo>
                  <a:pt x="69823" y="21727"/>
                </a:lnTo>
                <a:lnTo>
                  <a:pt x="69627" y="22099"/>
                </a:lnTo>
                <a:lnTo>
                  <a:pt x="69445" y="22481"/>
                </a:lnTo>
                <a:lnTo>
                  <a:pt x="69275" y="22872"/>
                </a:lnTo>
                <a:lnTo>
                  <a:pt x="69118" y="23272"/>
                </a:lnTo>
                <a:lnTo>
                  <a:pt x="68973" y="23683"/>
                </a:lnTo>
                <a:lnTo>
                  <a:pt x="68841" y="24102"/>
                </a:lnTo>
                <a:lnTo>
                  <a:pt x="68721" y="24532"/>
                </a:lnTo>
                <a:lnTo>
                  <a:pt x="68614" y="24971"/>
                </a:lnTo>
                <a:lnTo>
                  <a:pt x="68520" y="25419"/>
                </a:lnTo>
                <a:lnTo>
                  <a:pt x="68438" y="25877"/>
                </a:lnTo>
                <a:lnTo>
                  <a:pt x="68396" y="26163"/>
                </a:lnTo>
                <a:lnTo>
                  <a:pt x="68211" y="26163"/>
                </a:lnTo>
                <a:lnTo>
                  <a:pt x="68211" y="16524"/>
                </a:lnTo>
                <a:lnTo>
                  <a:pt x="57010" y="16524"/>
                </a:lnTo>
                <a:close/>
                <a:moveTo>
                  <a:pt x="43055" y="67016"/>
                </a:moveTo>
                <a:lnTo>
                  <a:pt x="43055" y="32773"/>
                </a:lnTo>
                <a:lnTo>
                  <a:pt x="43046" y="32121"/>
                </a:lnTo>
                <a:lnTo>
                  <a:pt x="43018" y="31480"/>
                </a:lnTo>
                <a:lnTo>
                  <a:pt x="42971" y="30851"/>
                </a:lnTo>
                <a:lnTo>
                  <a:pt x="42906" y="30232"/>
                </a:lnTo>
                <a:lnTo>
                  <a:pt x="42822" y="29625"/>
                </a:lnTo>
                <a:lnTo>
                  <a:pt x="42720" y="29030"/>
                </a:lnTo>
                <a:lnTo>
                  <a:pt x="42598" y="28445"/>
                </a:lnTo>
                <a:lnTo>
                  <a:pt x="42459" y="27872"/>
                </a:lnTo>
                <a:lnTo>
                  <a:pt x="42300" y="27311"/>
                </a:lnTo>
                <a:lnTo>
                  <a:pt x="42123" y="26760"/>
                </a:lnTo>
                <a:lnTo>
                  <a:pt x="41927" y="26221"/>
                </a:lnTo>
                <a:lnTo>
                  <a:pt x="41713" y="25693"/>
                </a:lnTo>
                <a:lnTo>
                  <a:pt x="41480" y="25177"/>
                </a:lnTo>
                <a:lnTo>
                  <a:pt x="41228" y="24672"/>
                </a:lnTo>
                <a:lnTo>
                  <a:pt x="40957" y="24178"/>
                </a:lnTo>
                <a:lnTo>
                  <a:pt x="40668" y="23695"/>
                </a:lnTo>
                <a:lnTo>
                  <a:pt x="40361" y="23224"/>
                </a:lnTo>
                <a:lnTo>
                  <a:pt x="40034" y="22764"/>
                </a:lnTo>
                <a:lnTo>
                  <a:pt x="39689" y="22316"/>
                </a:lnTo>
                <a:lnTo>
                  <a:pt x="39326" y="21879"/>
                </a:lnTo>
                <a:lnTo>
                  <a:pt x="38943" y="21453"/>
                </a:lnTo>
                <a:lnTo>
                  <a:pt x="38542" y="21038"/>
                </a:lnTo>
                <a:lnTo>
                  <a:pt x="38123" y="20635"/>
                </a:lnTo>
                <a:lnTo>
                  <a:pt x="37685" y="20243"/>
                </a:lnTo>
                <a:lnTo>
                  <a:pt x="37230" y="19865"/>
                </a:lnTo>
                <a:lnTo>
                  <a:pt x="36763" y="19503"/>
                </a:lnTo>
                <a:lnTo>
                  <a:pt x="36281" y="19156"/>
                </a:lnTo>
                <a:lnTo>
                  <a:pt x="35786" y="18826"/>
                </a:lnTo>
                <a:lnTo>
                  <a:pt x="35278" y="18512"/>
                </a:lnTo>
                <a:lnTo>
                  <a:pt x="34756" y="18215"/>
                </a:lnTo>
                <a:lnTo>
                  <a:pt x="34220" y="17933"/>
                </a:lnTo>
                <a:lnTo>
                  <a:pt x="33671" y="17667"/>
                </a:lnTo>
                <a:lnTo>
                  <a:pt x="33109" y="17418"/>
                </a:lnTo>
                <a:lnTo>
                  <a:pt x="32533" y="17184"/>
                </a:lnTo>
                <a:lnTo>
                  <a:pt x="31943" y="16967"/>
                </a:lnTo>
                <a:lnTo>
                  <a:pt x="31340" y="16766"/>
                </a:lnTo>
                <a:lnTo>
                  <a:pt x="30723" y="16580"/>
                </a:lnTo>
                <a:lnTo>
                  <a:pt x="30092" y="16411"/>
                </a:lnTo>
                <a:lnTo>
                  <a:pt x="29448" y="16258"/>
                </a:lnTo>
                <a:lnTo>
                  <a:pt x="28791" y="16122"/>
                </a:lnTo>
                <a:lnTo>
                  <a:pt x="28120" y="16001"/>
                </a:lnTo>
                <a:lnTo>
                  <a:pt x="27435" y="15896"/>
                </a:lnTo>
                <a:lnTo>
                  <a:pt x="26737" y="15808"/>
                </a:lnTo>
                <a:lnTo>
                  <a:pt x="26026" y="15735"/>
                </a:lnTo>
                <a:lnTo>
                  <a:pt x="25300" y="15679"/>
                </a:lnTo>
                <a:lnTo>
                  <a:pt x="24562" y="15639"/>
                </a:lnTo>
                <a:lnTo>
                  <a:pt x="23809" y="15614"/>
                </a:lnTo>
                <a:lnTo>
                  <a:pt x="23043" y="15606"/>
                </a:lnTo>
                <a:lnTo>
                  <a:pt x="22322" y="15614"/>
                </a:lnTo>
                <a:lnTo>
                  <a:pt x="21611" y="15636"/>
                </a:lnTo>
                <a:lnTo>
                  <a:pt x="20912" y="15672"/>
                </a:lnTo>
                <a:lnTo>
                  <a:pt x="20223" y="15724"/>
                </a:lnTo>
                <a:lnTo>
                  <a:pt x="19545" y="15790"/>
                </a:lnTo>
                <a:lnTo>
                  <a:pt x="18878" y="15870"/>
                </a:lnTo>
                <a:lnTo>
                  <a:pt x="18221" y="15966"/>
                </a:lnTo>
                <a:lnTo>
                  <a:pt x="17576" y="16076"/>
                </a:lnTo>
                <a:lnTo>
                  <a:pt x="16941" y="16200"/>
                </a:lnTo>
                <a:lnTo>
                  <a:pt x="16317" y="16340"/>
                </a:lnTo>
                <a:lnTo>
                  <a:pt x="15704" y="16494"/>
                </a:lnTo>
                <a:lnTo>
                  <a:pt x="15102" y="16662"/>
                </a:lnTo>
                <a:lnTo>
                  <a:pt x="14511" y="16846"/>
                </a:lnTo>
                <a:lnTo>
                  <a:pt x="13930" y="17044"/>
                </a:lnTo>
                <a:lnTo>
                  <a:pt x="13361" y="17256"/>
                </a:lnTo>
                <a:lnTo>
                  <a:pt x="12802" y="17484"/>
                </a:lnTo>
                <a:lnTo>
                  <a:pt x="12254" y="17725"/>
                </a:lnTo>
                <a:lnTo>
                  <a:pt x="11717" y="17982"/>
                </a:lnTo>
                <a:lnTo>
                  <a:pt x="11190" y="18253"/>
                </a:lnTo>
                <a:lnTo>
                  <a:pt x="10675" y="18539"/>
                </a:lnTo>
                <a:lnTo>
                  <a:pt x="10170" y="18840"/>
                </a:lnTo>
                <a:lnTo>
                  <a:pt x="9677" y="19155"/>
                </a:lnTo>
                <a:lnTo>
                  <a:pt x="9194" y="19485"/>
                </a:lnTo>
                <a:lnTo>
                  <a:pt x="8721" y="19830"/>
                </a:lnTo>
                <a:lnTo>
                  <a:pt x="8263" y="20187"/>
                </a:lnTo>
                <a:lnTo>
                  <a:pt x="7821" y="20554"/>
                </a:lnTo>
                <a:lnTo>
                  <a:pt x="7396" y="20931"/>
                </a:lnTo>
                <a:lnTo>
                  <a:pt x="6987" y="21319"/>
                </a:lnTo>
                <a:lnTo>
                  <a:pt x="6595" y="21717"/>
                </a:lnTo>
                <a:lnTo>
                  <a:pt x="6220" y="22125"/>
                </a:lnTo>
                <a:lnTo>
                  <a:pt x="5861" y="22543"/>
                </a:lnTo>
                <a:lnTo>
                  <a:pt x="5518" y="22971"/>
                </a:lnTo>
                <a:lnTo>
                  <a:pt x="5192" y="23410"/>
                </a:lnTo>
                <a:lnTo>
                  <a:pt x="4883" y="23858"/>
                </a:lnTo>
                <a:lnTo>
                  <a:pt x="4591" y="24317"/>
                </a:lnTo>
                <a:lnTo>
                  <a:pt x="4314" y="24787"/>
                </a:lnTo>
                <a:lnTo>
                  <a:pt x="4055" y="25266"/>
                </a:lnTo>
                <a:lnTo>
                  <a:pt x="3812" y="25756"/>
                </a:lnTo>
                <a:lnTo>
                  <a:pt x="3586" y="26255"/>
                </a:lnTo>
                <a:lnTo>
                  <a:pt x="3376" y="26765"/>
                </a:lnTo>
                <a:lnTo>
                  <a:pt x="3183" y="27286"/>
                </a:lnTo>
                <a:lnTo>
                  <a:pt x="3006" y="27816"/>
                </a:lnTo>
                <a:lnTo>
                  <a:pt x="2846" y="28357"/>
                </a:lnTo>
                <a:lnTo>
                  <a:pt x="2703" y="28907"/>
                </a:lnTo>
                <a:lnTo>
                  <a:pt x="2576" y="29469"/>
                </a:lnTo>
                <a:lnTo>
                  <a:pt x="2465" y="30040"/>
                </a:lnTo>
                <a:lnTo>
                  <a:pt x="2372" y="30621"/>
                </a:lnTo>
                <a:lnTo>
                  <a:pt x="2295" y="31213"/>
                </a:lnTo>
                <a:lnTo>
                  <a:pt x="13495" y="31213"/>
                </a:lnTo>
                <a:lnTo>
                  <a:pt x="13537" y="30978"/>
                </a:lnTo>
                <a:lnTo>
                  <a:pt x="13586" y="30747"/>
                </a:lnTo>
                <a:lnTo>
                  <a:pt x="13641" y="30520"/>
                </a:lnTo>
                <a:lnTo>
                  <a:pt x="13704" y="30297"/>
                </a:lnTo>
                <a:lnTo>
                  <a:pt x="13774" y="30079"/>
                </a:lnTo>
                <a:lnTo>
                  <a:pt x="13851" y="29864"/>
                </a:lnTo>
                <a:lnTo>
                  <a:pt x="13934" y="29654"/>
                </a:lnTo>
                <a:lnTo>
                  <a:pt x="14025" y="29448"/>
                </a:lnTo>
                <a:lnTo>
                  <a:pt x="14123" y="29246"/>
                </a:lnTo>
                <a:lnTo>
                  <a:pt x="14228" y="29048"/>
                </a:lnTo>
                <a:lnTo>
                  <a:pt x="14340" y="28855"/>
                </a:lnTo>
                <a:lnTo>
                  <a:pt x="14458" y="28665"/>
                </a:lnTo>
                <a:lnTo>
                  <a:pt x="14584" y="28480"/>
                </a:lnTo>
                <a:lnTo>
                  <a:pt x="14717" y="28299"/>
                </a:lnTo>
                <a:lnTo>
                  <a:pt x="14857" y="28122"/>
                </a:lnTo>
                <a:lnTo>
                  <a:pt x="15004" y="27949"/>
                </a:lnTo>
                <a:lnTo>
                  <a:pt x="15158" y="27780"/>
                </a:lnTo>
                <a:lnTo>
                  <a:pt x="15319" y="27615"/>
                </a:lnTo>
                <a:lnTo>
                  <a:pt x="15487" y="27455"/>
                </a:lnTo>
                <a:lnTo>
                  <a:pt x="15662" y="27299"/>
                </a:lnTo>
                <a:lnTo>
                  <a:pt x="15844" y="27146"/>
                </a:lnTo>
                <a:lnTo>
                  <a:pt x="16033" y="26998"/>
                </a:lnTo>
                <a:lnTo>
                  <a:pt x="16229" y="26855"/>
                </a:lnTo>
                <a:lnTo>
                  <a:pt x="16431" y="26715"/>
                </a:lnTo>
                <a:lnTo>
                  <a:pt x="16640" y="26580"/>
                </a:lnTo>
                <a:lnTo>
                  <a:pt x="16854" y="26451"/>
                </a:lnTo>
                <a:lnTo>
                  <a:pt x="17071" y="26327"/>
                </a:lnTo>
                <a:lnTo>
                  <a:pt x="17294" y="26210"/>
                </a:lnTo>
                <a:lnTo>
                  <a:pt x="17520" y="26098"/>
                </a:lnTo>
                <a:lnTo>
                  <a:pt x="17752" y="25992"/>
                </a:lnTo>
                <a:lnTo>
                  <a:pt x="17987" y="25891"/>
                </a:lnTo>
                <a:lnTo>
                  <a:pt x="18227" y="25797"/>
                </a:lnTo>
                <a:lnTo>
                  <a:pt x="18472" y="25708"/>
                </a:lnTo>
                <a:lnTo>
                  <a:pt x="18721" y="25624"/>
                </a:lnTo>
                <a:lnTo>
                  <a:pt x="18974" y="25547"/>
                </a:lnTo>
                <a:lnTo>
                  <a:pt x="19232" y="25475"/>
                </a:lnTo>
                <a:lnTo>
                  <a:pt x="19494" y="25409"/>
                </a:lnTo>
                <a:lnTo>
                  <a:pt x="19761" y="25349"/>
                </a:lnTo>
                <a:lnTo>
                  <a:pt x="20033" y="25294"/>
                </a:lnTo>
                <a:lnTo>
                  <a:pt x="20308" y="25246"/>
                </a:lnTo>
                <a:lnTo>
                  <a:pt x="20589" y="25203"/>
                </a:lnTo>
                <a:lnTo>
                  <a:pt x="20873" y="25165"/>
                </a:lnTo>
                <a:lnTo>
                  <a:pt x="21162" y="25134"/>
                </a:lnTo>
                <a:lnTo>
                  <a:pt x="21456" y="25108"/>
                </a:lnTo>
                <a:lnTo>
                  <a:pt x="21754" y="25088"/>
                </a:lnTo>
                <a:lnTo>
                  <a:pt x="22057" y="25073"/>
                </a:lnTo>
                <a:lnTo>
                  <a:pt x="22363" y="25065"/>
                </a:lnTo>
                <a:lnTo>
                  <a:pt x="22675" y="25062"/>
                </a:lnTo>
                <a:lnTo>
                  <a:pt x="23016" y="25065"/>
                </a:lnTo>
                <a:lnTo>
                  <a:pt x="23352" y="25076"/>
                </a:lnTo>
                <a:lnTo>
                  <a:pt x="23681" y="25094"/>
                </a:lnTo>
                <a:lnTo>
                  <a:pt x="24004" y="25119"/>
                </a:lnTo>
                <a:lnTo>
                  <a:pt x="24321" y="25152"/>
                </a:lnTo>
                <a:lnTo>
                  <a:pt x="24632" y="25191"/>
                </a:lnTo>
                <a:lnTo>
                  <a:pt x="24937" y="25238"/>
                </a:lnTo>
                <a:lnTo>
                  <a:pt x="25236" y="25291"/>
                </a:lnTo>
                <a:lnTo>
                  <a:pt x="25529" y="25352"/>
                </a:lnTo>
                <a:lnTo>
                  <a:pt x="25815" y="25421"/>
                </a:lnTo>
                <a:lnTo>
                  <a:pt x="26096" y="25496"/>
                </a:lnTo>
                <a:lnTo>
                  <a:pt x="26371" y="25578"/>
                </a:lnTo>
                <a:lnTo>
                  <a:pt x="26639" y="25668"/>
                </a:lnTo>
                <a:lnTo>
                  <a:pt x="26902" y="25765"/>
                </a:lnTo>
                <a:lnTo>
                  <a:pt x="27158" y="25869"/>
                </a:lnTo>
                <a:lnTo>
                  <a:pt x="27408" y="25980"/>
                </a:lnTo>
                <a:lnTo>
                  <a:pt x="27653" y="26099"/>
                </a:lnTo>
                <a:lnTo>
                  <a:pt x="27891" y="26224"/>
                </a:lnTo>
                <a:lnTo>
                  <a:pt x="28123" y="26357"/>
                </a:lnTo>
                <a:lnTo>
                  <a:pt x="28349" y="26497"/>
                </a:lnTo>
                <a:lnTo>
                  <a:pt x="28569" y="26644"/>
                </a:lnTo>
                <a:lnTo>
                  <a:pt x="28783" y="26798"/>
                </a:lnTo>
                <a:lnTo>
                  <a:pt x="28991" y="26959"/>
                </a:lnTo>
                <a:lnTo>
                  <a:pt x="29193" y="27128"/>
                </a:lnTo>
                <a:lnTo>
                  <a:pt x="29388" y="27303"/>
                </a:lnTo>
                <a:lnTo>
                  <a:pt x="29574" y="27483"/>
                </a:lnTo>
                <a:lnTo>
                  <a:pt x="29752" y="27669"/>
                </a:lnTo>
                <a:lnTo>
                  <a:pt x="29922" y="27861"/>
                </a:lnTo>
                <a:lnTo>
                  <a:pt x="30084" y="28058"/>
                </a:lnTo>
                <a:lnTo>
                  <a:pt x="30237" y="28261"/>
                </a:lnTo>
                <a:lnTo>
                  <a:pt x="30382" y="28469"/>
                </a:lnTo>
                <a:lnTo>
                  <a:pt x="30519" y="28683"/>
                </a:lnTo>
                <a:lnTo>
                  <a:pt x="30647" y="28903"/>
                </a:lnTo>
                <a:lnTo>
                  <a:pt x="30768" y="29128"/>
                </a:lnTo>
                <a:lnTo>
                  <a:pt x="30880" y="29359"/>
                </a:lnTo>
                <a:lnTo>
                  <a:pt x="30983" y="29595"/>
                </a:lnTo>
                <a:lnTo>
                  <a:pt x="31078" y="29837"/>
                </a:lnTo>
                <a:lnTo>
                  <a:pt x="31165" y="30084"/>
                </a:lnTo>
                <a:lnTo>
                  <a:pt x="31244" y="30337"/>
                </a:lnTo>
                <a:lnTo>
                  <a:pt x="31315" y="30596"/>
                </a:lnTo>
                <a:lnTo>
                  <a:pt x="31377" y="30860"/>
                </a:lnTo>
                <a:lnTo>
                  <a:pt x="31431" y="31130"/>
                </a:lnTo>
                <a:lnTo>
                  <a:pt x="31476" y="31405"/>
                </a:lnTo>
                <a:lnTo>
                  <a:pt x="31514" y="31686"/>
                </a:lnTo>
                <a:lnTo>
                  <a:pt x="31543" y="31973"/>
                </a:lnTo>
                <a:lnTo>
                  <a:pt x="31563" y="32265"/>
                </a:lnTo>
                <a:lnTo>
                  <a:pt x="31576" y="32563"/>
                </a:lnTo>
                <a:lnTo>
                  <a:pt x="31580" y="32866"/>
                </a:lnTo>
                <a:lnTo>
                  <a:pt x="31580" y="37180"/>
                </a:lnTo>
                <a:lnTo>
                  <a:pt x="19003" y="37180"/>
                </a:lnTo>
                <a:lnTo>
                  <a:pt x="18253" y="37187"/>
                </a:lnTo>
                <a:lnTo>
                  <a:pt x="17517" y="37208"/>
                </a:lnTo>
                <a:lnTo>
                  <a:pt x="16796" y="37243"/>
                </a:lnTo>
                <a:lnTo>
                  <a:pt x="16089" y="37293"/>
                </a:lnTo>
                <a:lnTo>
                  <a:pt x="15396" y="37356"/>
                </a:lnTo>
                <a:lnTo>
                  <a:pt x="14717" y="37433"/>
                </a:lnTo>
                <a:lnTo>
                  <a:pt x="14053" y="37524"/>
                </a:lnTo>
                <a:lnTo>
                  <a:pt x="13403" y="37629"/>
                </a:lnTo>
                <a:lnTo>
                  <a:pt x="12768" y="37748"/>
                </a:lnTo>
                <a:lnTo>
                  <a:pt x="12147" y="37882"/>
                </a:lnTo>
                <a:lnTo>
                  <a:pt x="11540" y="38029"/>
                </a:lnTo>
                <a:lnTo>
                  <a:pt x="10948" y="38190"/>
                </a:lnTo>
                <a:lnTo>
                  <a:pt x="10370" y="38366"/>
                </a:lnTo>
                <a:lnTo>
                  <a:pt x="9806" y="38555"/>
                </a:lnTo>
                <a:lnTo>
                  <a:pt x="9256" y="38758"/>
                </a:lnTo>
                <a:lnTo>
                  <a:pt x="8721" y="38976"/>
                </a:lnTo>
                <a:lnTo>
                  <a:pt x="8201" y="39207"/>
                </a:lnTo>
                <a:lnTo>
                  <a:pt x="7694" y="39453"/>
                </a:lnTo>
                <a:lnTo>
                  <a:pt x="7202" y="39712"/>
                </a:lnTo>
                <a:lnTo>
                  <a:pt x="6725" y="39986"/>
                </a:lnTo>
                <a:lnTo>
                  <a:pt x="6261" y="40273"/>
                </a:lnTo>
                <a:lnTo>
                  <a:pt x="5812" y="40575"/>
                </a:lnTo>
                <a:lnTo>
                  <a:pt x="5378" y="40891"/>
                </a:lnTo>
                <a:lnTo>
                  <a:pt x="4957" y="41220"/>
                </a:lnTo>
                <a:lnTo>
                  <a:pt x="4553" y="41563"/>
                </a:lnTo>
                <a:lnTo>
                  <a:pt x="4166" y="41917"/>
                </a:lnTo>
                <a:lnTo>
                  <a:pt x="3796" y="42283"/>
                </a:lnTo>
                <a:lnTo>
                  <a:pt x="3443" y="42661"/>
                </a:lnTo>
                <a:lnTo>
                  <a:pt x="3107" y="43050"/>
                </a:lnTo>
                <a:lnTo>
                  <a:pt x="2789" y="43452"/>
                </a:lnTo>
                <a:lnTo>
                  <a:pt x="2487" y="43865"/>
                </a:lnTo>
                <a:lnTo>
                  <a:pt x="2203" y="44290"/>
                </a:lnTo>
                <a:lnTo>
                  <a:pt x="1937" y="44727"/>
                </a:lnTo>
                <a:lnTo>
                  <a:pt x="1687" y="45175"/>
                </a:lnTo>
                <a:lnTo>
                  <a:pt x="1455" y="45636"/>
                </a:lnTo>
                <a:lnTo>
                  <a:pt x="1239" y="46108"/>
                </a:lnTo>
                <a:lnTo>
                  <a:pt x="1041" y="46592"/>
                </a:lnTo>
                <a:lnTo>
                  <a:pt x="861" y="47088"/>
                </a:lnTo>
                <a:lnTo>
                  <a:pt x="697" y="47595"/>
                </a:lnTo>
                <a:lnTo>
                  <a:pt x="551" y="48115"/>
                </a:lnTo>
                <a:lnTo>
                  <a:pt x="422" y="48646"/>
                </a:lnTo>
                <a:lnTo>
                  <a:pt x="310" y="49189"/>
                </a:lnTo>
                <a:lnTo>
                  <a:pt x="215" y="49744"/>
                </a:lnTo>
                <a:lnTo>
                  <a:pt x="138" y="50310"/>
                </a:lnTo>
                <a:lnTo>
                  <a:pt x="77" y="50888"/>
                </a:lnTo>
                <a:lnTo>
                  <a:pt x="34" y="51479"/>
                </a:lnTo>
                <a:lnTo>
                  <a:pt x="9" y="52081"/>
                </a:lnTo>
                <a:lnTo>
                  <a:pt x="0" y="52694"/>
                </a:lnTo>
                <a:lnTo>
                  <a:pt x="8" y="53271"/>
                </a:lnTo>
                <a:lnTo>
                  <a:pt x="31" y="53837"/>
                </a:lnTo>
                <a:lnTo>
                  <a:pt x="70" y="54394"/>
                </a:lnTo>
                <a:lnTo>
                  <a:pt x="125" y="54941"/>
                </a:lnTo>
                <a:lnTo>
                  <a:pt x="195" y="55478"/>
                </a:lnTo>
                <a:lnTo>
                  <a:pt x="281" y="56005"/>
                </a:lnTo>
                <a:lnTo>
                  <a:pt x="383" y="56522"/>
                </a:lnTo>
                <a:lnTo>
                  <a:pt x="500" y="57030"/>
                </a:lnTo>
                <a:lnTo>
                  <a:pt x="633" y="57527"/>
                </a:lnTo>
                <a:lnTo>
                  <a:pt x="781" y="58015"/>
                </a:lnTo>
                <a:lnTo>
                  <a:pt x="945" y="58492"/>
                </a:lnTo>
                <a:lnTo>
                  <a:pt x="1125" y="58960"/>
                </a:lnTo>
                <a:lnTo>
                  <a:pt x="1320" y="59418"/>
                </a:lnTo>
                <a:lnTo>
                  <a:pt x="1531" y="59866"/>
                </a:lnTo>
                <a:lnTo>
                  <a:pt x="1757" y="60304"/>
                </a:lnTo>
                <a:lnTo>
                  <a:pt x="1999" y="60732"/>
                </a:lnTo>
                <a:lnTo>
                  <a:pt x="2257" y="61151"/>
                </a:lnTo>
                <a:lnTo>
                  <a:pt x="2530" y="61559"/>
                </a:lnTo>
                <a:lnTo>
                  <a:pt x="2819" y="61958"/>
                </a:lnTo>
                <a:lnTo>
                  <a:pt x="3124" y="62347"/>
                </a:lnTo>
                <a:lnTo>
                  <a:pt x="3444" y="62725"/>
                </a:lnTo>
                <a:lnTo>
                  <a:pt x="3780" y="63094"/>
                </a:lnTo>
                <a:lnTo>
                  <a:pt x="4131" y="63453"/>
                </a:lnTo>
                <a:lnTo>
                  <a:pt x="4498" y="63803"/>
                </a:lnTo>
                <a:lnTo>
                  <a:pt x="4879" y="64140"/>
                </a:lnTo>
                <a:lnTo>
                  <a:pt x="5271" y="64462"/>
                </a:lnTo>
                <a:lnTo>
                  <a:pt x="5674" y="64771"/>
                </a:lnTo>
                <a:lnTo>
                  <a:pt x="6090" y="65065"/>
                </a:lnTo>
                <a:lnTo>
                  <a:pt x="6516" y="65345"/>
                </a:lnTo>
                <a:lnTo>
                  <a:pt x="6954" y="65610"/>
                </a:lnTo>
                <a:lnTo>
                  <a:pt x="7404" y="65861"/>
                </a:lnTo>
                <a:lnTo>
                  <a:pt x="7865" y="66098"/>
                </a:lnTo>
                <a:lnTo>
                  <a:pt x="8337" y="66320"/>
                </a:lnTo>
                <a:lnTo>
                  <a:pt x="8821" y="66528"/>
                </a:lnTo>
                <a:lnTo>
                  <a:pt x="9316" y="66722"/>
                </a:lnTo>
                <a:lnTo>
                  <a:pt x="9823" y="66901"/>
                </a:lnTo>
                <a:lnTo>
                  <a:pt x="10341" y="67066"/>
                </a:lnTo>
                <a:lnTo>
                  <a:pt x="10871" y="67216"/>
                </a:lnTo>
                <a:lnTo>
                  <a:pt x="11413" y="67353"/>
                </a:lnTo>
                <a:lnTo>
                  <a:pt x="11965" y="67475"/>
                </a:lnTo>
                <a:lnTo>
                  <a:pt x="12529" y="67582"/>
                </a:lnTo>
                <a:lnTo>
                  <a:pt x="13105" y="67675"/>
                </a:lnTo>
                <a:lnTo>
                  <a:pt x="13692" y="67754"/>
                </a:lnTo>
                <a:lnTo>
                  <a:pt x="14291" y="67819"/>
                </a:lnTo>
                <a:lnTo>
                  <a:pt x="14901" y="67869"/>
                </a:lnTo>
                <a:lnTo>
                  <a:pt x="15522" y="67905"/>
                </a:lnTo>
                <a:lnTo>
                  <a:pt x="16155" y="67926"/>
                </a:lnTo>
                <a:lnTo>
                  <a:pt x="16800" y="67934"/>
                </a:lnTo>
                <a:lnTo>
                  <a:pt x="17369" y="67928"/>
                </a:lnTo>
                <a:lnTo>
                  <a:pt x="17928" y="67911"/>
                </a:lnTo>
                <a:lnTo>
                  <a:pt x="18478" y="67882"/>
                </a:lnTo>
                <a:lnTo>
                  <a:pt x="19018" y="67842"/>
                </a:lnTo>
                <a:lnTo>
                  <a:pt x="19549" y="67790"/>
                </a:lnTo>
                <a:lnTo>
                  <a:pt x="20070" y="67727"/>
                </a:lnTo>
                <a:lnTo>
                  <a:pt x="20582" y="67653"/>
                </a:lnTo>
                <a:lnTo>
                  <a:pt x="21084" y="67567"/>
                </a:lnTo>
                <a:lnTo>
                  <a:pt x="21576" y="67469"/>
                </a:lnTo>
                <a:lnTo>
                  <a:pt x="22059" y="67360"/>
                </a:lnTo>
                <a:lnTo>
                  <a:pt x="22533" y="67239"/>
                </a:lnTo>
                <a:lnTo>
                  <a:pt x="22996" y="67108"/>
                </a:lnTo>
                <a:lnTo>
                  <a:pt x="23451" y="66964"/>
                </a:lnTo>
                <a:lnTo>
                  <a:pt x="23895" y="66809"/>
                </a:lnTo>
                <a:lnTo>
                  <a:pt x="24330" y="66643"/>
                </a:lnTo>
                <a:lnTo>
                  <a:pt x="24756" y="66465"/>
                </a:lnTo>
                <a:lnTo>
                  <a:pt x="25172" y="66276"/>
                </a:lnTo>
                <a:lnTo>
                  <a:pt x="25578" y="66075"/>
                </a:lnTo>
                <a:lnTo>
                  <a:pt x="25975" y="65863"/>
                </a:lnTo>
                <a:lnTo>
                  <a:pt x="26362" y="65639"/>
                </a:lnTo>
                <a:lnTo>
                  <a:pt x="26740" y="65404"/>
                </a:lnTo>
                <a:lnTo>
                  <a:pt x="27108" y="65157"/>
                </a:lnTo>
                <a:lnTo>
                  <a:pt x="27467" y="64899"/>
                </a:lnTo>
                <a:lnTo>
                  <a:pt x="27816" y="64629"/>
                </a:lnTo>
                <a:lnTo>
                  <a:pt x="28153" y="64350"/>
                </a:lnTo>
                <a:lnTo>
                  <a:pt x="28476" y="64062"/>
                </a:lnTo>
                <a:lnTo>
                  <a:pt x="28784" y="63767"/>
                </a:lnTo>
                <a:lnTo>
                  <a:pt x="29079" y="63464"/>
                </a:lnTo>
                <a:lnTo>
                  <a:pt x="29358" y="63153"/>
                </a:lnTo>
                <a:lnTo>
                  <a:pt x="29624" y="62833"/>
                </a:lnTo>
                <a:lnTo>
                  <a:pt x="29875" y="62506"/>
                </a:lnTo>
                <a:lnTo>
                  <a:pt x="30112" y="62171"/>
                </a:lnTo>
                <a:lnTo>
                  <a:pt x="30334" y="61828"/>
                </a:lnTo>
                <a:lnTo>
                  <a:pt x="30542" y="61477"/>
                </a:lnTo>
                <a:lnTo>
                  <a:pt x="30736" y="61118"/>
                </a:lnTo>
                <a:lnTo>
                  <a:pt x="30915" y="60751"/>
                </a:lnTo>
                <a:lnTo>
                  <a:pt x="31080" y="60376"/>
                </a:lnTo>
                <a:lnTo>
                  <a:pt x="31231" y="59993"/>
                </a:lnTo>
                <a:lnTo>
                  <a:pt x="31367" y="59602"/>
                </a:lnTo>
                <a:lnTo>
                  <a:pt x="31489" y="59203"/>
                </a:lnTo>
                <a:lnTo>
                  <a:pt x="31597" y="58796"/>
                </a:lnTo>
                <a:lnTo>
                  <a:pt x="31690" y="58381"/>
                </a:lnTo>
                <a:lnTo>
                  <a:pt x="31723" y="58204"/>
                </a:lnTo>
                <a:lnTo>
                  <a:pt x="31948" y="58204"/>
                </a:lnTo>
                <a:lnTo>
                  <a:pt x="31948" y="67016"/>
                </a:lnTo>
                <a:lnTo>
                  <a:pt x="43055" y="67016"/>
                </a:lnTo>
                <a:close/>
                <a:moveTo>
                  <a:pt x="19536" y="59272"/>
                </a:moveTo>
                <a:lnTo>
                  <a:pt x="19206" y="59247"/>
                </a:lnTo>
                <a:lnTo>
                  <a:pt x="18882" y="59215"/>
                </a:lnTo>
                <a:lnTo>
                  <a:pt x="18564" y="59176"/>
                </a:lnTo>
                <a:lnTo>
                  <a:pt x="18253" y="59129"/>
                </a:lnTo>
                <a:lnTo>
                  <a:pt x="17947" y="59075"/>
                </a:lnTo>
                <a:lnTo>
                  <a:pt x="17648" y="59014"/>
                </a:lnTo>
                <a:lnTo>
                  <a:pt x="17355" y="58946"/>
                </a:lnTo>
                <a:lnTo>
                  <a:pt x="17068" y="58871"/>
                </a:lnTo>
                <a:lnTo>
                  <a:pt x="16788" y="58788"/>
                </a:lnTo>
                <a:lnTo>
                  <a:pt x="16514" y="58699"/>
                </a:lnTo>
                <a:lnTo>
                  <a:pt x="16246" y="58602"/>
                </a:lnTo>
                <a:lnTo>
                  <a:pt x="15984" y="58498"/>
                </a:lnTo>
                <a:lnTo>
                  <a:pt x="15728" y="58387"/>
                </a:lnTo>
                <a:lnTo>
                  <a:pt x="15479" y="58269"/>
                </a:lnTo>
                <a:lnTo>
                  <a:pt x="15236" y="58143"/>
                </a:lnTo>
                <a:lnTo>
                  <a:pt x="14999" y="58011"/>
                </a:lnTo>
                <a:lnTo>
                  <a:pt x="14768" y="57871"/>
                </a:lnTo>
                <a:lnTo>
                  <a:pt x="14544" y="57724"/>
                </a:lnTo>
                <a:lnTo>
                  <a:pt x="14325" y="57570"/>
                </a:lnTo>
                <a:lnTo>
                  <a:pt x="14113" y="57408"/>
                </a:lnTo>
                <a:lnTo>
                  <a:pt x="13907" y="57240"/>
                </a:lnTo>
                <a:lnTo>
                  <a:pt x="13709" y="57065"/>
                </a:lnTo>
                <a:lnTo>
                  <a:pt x="13519" y="56885"/>
                </a:lnTo>
                <a:lnTo>
                  <a:pt x="13337" y="56700"/>
                </a:lnTo>
                <a:lnTo>
                  <a:pt x="13164" y="56509"/>
                </a:lnTo>
                <a:lnTo>
                  <a:pt x="13000" y="56313"/>
                </a:lnTo>
                <a:lnTo>
                  <a:pt x="12843" y="56112"/>
                </a:lnTo>
                <a:lnTo>
                  <a:pt x="12696" y="55906"/>
                </a:lnTo>
                <a:lnTo>
                  <a:pt x="12556" y="55694"/>
                </a:lnTo>
                <a:lnTo>
                  <a:pt x="12425" y="55477"/>
                </a:lnTo>
                <a:lnTo>
                  <a:pt x="12303" y="55255"/>
                </a:lnTo>
                <a:lnTo>
                  <a:pt x="12189" y="55028"/>
                </a:lnTo>
                <a:lnTo>
                  <a:pt x="12083" y="54795"/>
                </a:lnTo>
                <a:lnTo>
                  <a:pt x="11986" y="54557"/>
                </a:lnTo>
                <a:lnTo>
                  <a:pt x="11898" y="54314"/>
                </a:lnTo>
                <a:lnTo>
                  <a:pt x="11817" y="54066"/>
                </a:lnTo>
                <a:lnTo>
                  <a:pt x="11746" y="53812"/>
                </a:lnTo>
                <a:lnTo>
                  <a:pt x="11682" y="53553"/>
                </a:lnTo>
                <a:lnTo>
                  <a:pt x="11627" y="53289"/>
                </a:lnTo>
                <a:lnTo>
                  <a:pt x="11581" y="53019"/>
                </a:lnTo>
                <a:lnTo>
                  <a:pt x="11543" y="52745"/>
                </a:lnTo>
                <a:lnTo>
                  <a:pt x="11513" y="52465"/>
                </a:lnTo>
                <a:lnTo>
                  <a:pt x="11492" y="52179"/>
                </a:lnTo>
                <a:lnTo>
                  <a:pt x="11480" y="51889"/>
                </a:lnTo>
                <a:lnTo>
                  <a:pt x="11475" y="51593"/>
                </a:lnTo>
                <a:lnTo>
                  <a:pt x="11479" y="51320"/>
                </a:lnTo>
                <a:lnTo>
                  <a:pt x="11490" y="51051"/>
                </a:lnTo>
                <a:lnTo>
                  <a:pt x="11508" y="50787"/>
                </a:lnTo>
                <a:lnTo>
                  <a:pt x="11534" y="50527"/>
                </a:lnTo>
                <a:lnTo>
                  <a:pt x="11567" y="50272"/>
                </a:lnTo>
                <a:lnTo>
                  <a:pt x="11607" y="50021"/>
                </a:lnTo>
                <a:lnTo>
                  <a:pt x="11655" y="49775"/>
                </a:lnTo>
                <a:lnTo>
                  <a:pt x="11710" y="49533"/>
                </a:lnTo>
                <a:lnTo>
                  <a:pt x="11772" y="49295"/>
                </a:lnTo>
                <a:lnTo>
                  <a:pt x="11842" y="49062"/>
                </a:lnTo>
                <a:lnTo>
                  <a:pt x="11919" y="48834"/>
                </a:lnTo>
                <a:lnTo>
                  <a:pt x="12003" y="48610"/>
                </a:lnTo>
                <a:lnTo>
                  <a:pt x="12095" y="48390"/>
                </a:lnTo>
                <a:lnTo>
                  <a:pt x="12194" y="48175"/>
                </a:lnTo>
                <a:lnTo>
                  <a:pt x="12300" y="47964"/>
                </a:lnTo>
                <a:lnTo>
                  <a:pt x="12414" y="47758"/>
                </a:lnTo>
                <a:lnTo>
                  <a:pt x="12535" y="47556"/>
                </a:lnTo>
                <a:lnTo>
                  <a:pt x="12663" y="47359"/>
                </a:lnTo>
                <a:lnTo>
                  <a:pt x="12798" y="47166"/>
                </a:lnTo>
                <a:lnTo>
                  <a:pt x="12941" y="46978"/>
                </a:lnTo>
                <a:lnTo>
                  <a:pt x="13092" y="46794"/>
                </a:lnTo>
                <a:lnTo>
                  <a:pt x="13249" y="46614"/>
                </a:lnTo>
                <a:lnTo>
                  <a:pt x="13414" y="46439"/>
                </a:lnTo>
                <a:lnTo>
                  <a:pt x="13586" y="46269"/>
                </a:lnTo>
                <a:lnTo>
                  <a:pt x="13765" y="46104"/>
                </a:lnTo>
                <a:lnTo>
                  <a:pt x="13948" y="45946"/>
                </a:lnTo>
                <a:lnTo>
                  <a:pt x="14136" y="45795"/>
                </a:lnTo>
                <a:lnTo>
                  <a:pt x="14329" y="45652"/>
                </a:lnTo>
                <a:lnTo>
                  <a:pt x="14526" y="45515"/>
                </a:lnTo>
                <a:lnTo>
                  <a:pt x="14729" y="45385"/>
                </a:lnTo>
                <a:lnTo>
                  <a:pt x="14936" y="45262"/>
                </a:lnTo>
                <a:lnTo>
                  <a:pt x="15148" y="45147"/>
                </a:lnTo>
                <a:lnTo>
                  <a:pt x="15364" y="45038"/>
                </a:lnTo>
                <a:lnTo>
                  <a:pt x="15586" y="44936"/>
                </a:lnTo>
                <a:lnTo>
                  <a:pt x="15812" y="44841"/>
                </a:lnTo>
                <a:lnTo>
                  <a:pt x="16043" y="44754"/>
                </a:lnTo>
                <a:lnTo>
                  <a:pt x="16279" y="44673"/>
                </a:lnTo>
                <a:lnTo>
                  <a:pt x="16519" y="44599"/>
                </a:lnTo>
                <a:lnTo>
                  <a:pt x="16764" y="44533"/>
                </a:lnTo>
                <a:lnTo>
                  <a:pt x="17014" y="44473"/>
                </a:lnTo>
                <a:lnTo>
                  <a:pt x="17269" y="44421"/>
                </a:lnTo>
                <a:lnTo>
                  <a:pt x="17529" y="44375"/>
                </a:lnTo>
                <a:lnTo>
                  <a:pt x="17793" y="44336"/>
                </a:lnTo>
                <a:lnTo>
                  <a:pt x="18062" y="44305"/>
                </a:lnTo>
                <a:lnTo>
                  <a:pt x="18336" y="44280"/>
                </a:lnTo>
                <a:lnTo>
                  <a:pt x="18615" y="44263"/>
                </a:lnTo>
                <a:lnTo>
                  <a:pt x="18899" y="44252"/>
                </a:lnTo>
                <a:lnTo>
                  <a:pt x="19187" y="44249"/>
                </a:lnTo>
                <a:lnTo>
                  <a:pt x="31580" y="44249"/>
                </a:lnTo>
                <a:lnTo>
                  <a:pt x="31580" y="50400"/>
                </a:lnTo>
                <a:lnTo>
                  <a:pt x="31575" y="50726"/>
                </a:lnTo>
                <a:lnTo>
                  <a:pt x="31558" y="51047"/>
                </a:lnTo>
                <a:lnTo>
                  <a:pt x="31532" y="51364"/>
                </a:lnTo>
                <a:lnTo>
                  <a:pt x="31494" y="51675"/>
                </a:lnTo>
                <a:lnTo>
                  <a:pt x="31446" y="51981"/>
                </a:lnTo>
                <a:lnTo>
                  <a:pt x="31388" y="52282"/>
                </a:lnTo>
                <a:lnTo>
                  <a:pt x="31318" y="52578"/>
                </a:lnTo>
                <a:lnTo>
                  <a:pt x="31238" y="52868"/>
                </a:lnTo>
                <a:lnTo>
                  <a:pt x="31147" y="53154"/>
                </a:lnTo>
                <a:lnTo>
                  <a:pt x="31046" y="53434"/>
                </a:lnTo>
                <a:lnTo>
                  <a:pt x="30934" y="53710"/>
                </a:lnTo>
                <a:lnTo>
                  <a:pt x="30811" y="53980"/>
                </a:lnTo>
                <a:lnTo>
                  <a:pt x="30677" y="54245"/>
                </a:lnTo>
                <a:lnTo>
                  <a:pt x="30533" y="54506"/>
                </a:lnTo>
                <a:lnTo>
                  <a:pt x="30378" y="54761"/>
                </a:lnTo>
                <a:lnTo>
                  <a:pt x="30213" y="55011"/>
                </a:lnTo>
                <a:lnTo>
                  <a:pt x="30036" y="55255"/>
                </a:lnTo>
                <a:lnTo>
                  <a:pt x="29850" y="55495"/>
                </a:lnTo>
                <a:lnTo>
                  <a:pt x="29652" y="55730"/>
                </a:lnTo>
                <a:lnTo>
                  <a:pt x="29444" y="55959"/>
                </a:lnTo>
                <a:lnTo>
                  <a:pt x="29225" y="56184"/>
                </a:lnTo>
                <a:lnTo>
                  <a:pt x="28995" y="56403"/>
                </a:lnTo>
                <a:lnTo>
                  <a:pt x="28755" y="56617"/>
                </a:lnTo>
                <a:lnTo>
                  <a:pt x="28504" y="56827"/>
                </a:lnTo>
                <a:lnTo>
                  <a:pt x="28244" y="57029"/>
                </a:lnTo>
                <a:lnTo>
                  <a:pt x="27979" y="57222"/>
                </a:lnTo>
                <a:lnTo>
                  <a:pt x="27707" y="57407"/>
                </a:lnTo>
                <a:lnTo>
                  <a:pt x="27429" y="57584"/>
                </a:lnTo>
                <a:lnTo>
                  <a:pt x="27145" y="57752"/>
                </a:lnTo>
                <a:lnTo>
                  <a:pt x="26854" y="57911"/>
                </a:lnTo>
                <a:lnTo>
                  <a:pt x="26558" y="58061"/>
                </a:lnTo>
                <a:lnTo>
                  <a:pt x="26255" y="58203"/>
                </a:lnTo>
                <a:lnTo>
                  <a:pt x="25946" y="58337"/>
                </a:lnTo>
                <a:lnTo>
                  <a:pt x="25631" y="58461"/>
                </a:lnTo>
                <a:lnTo>
                  <a:pt x="25309" y="58578"/>
                </a:lnTo>
                <a:lnTo>
                  <a:pt x="24981" y="58685"/>
                </a:lnTo>
                <a:lnTo>
                  <a:pt x="24647" y="58784"/>
                </a:lnTo>
                <a:lnTo>
                  <a:pt x="24307" y="58874"/>
                </a:lnTo>
                <a:lnTo>
                  <a:pt x="23961" y="58956"/>
                </a:lnTo>
                <a:lnTo>
                  <a:pt x="23608" y="59029"/>
                </a:lnTo>
                <a:lnTo>
                  <a:pt x="23250" y="59094"/>
                </a:lnTo>
                <a:lnTo>
                  <a:pt x="22885" y="59150"/>
                </a:lnTo>
                <a:lnTo>
                  <a:pt x="22513" y="59197"/>
                </a:lnTo>
                <a:lnTo>
                  <a:pt x="22136" y="59236"/>
                </a:lnTo>
                <a:lnTo>
                  <a:pt x="21752" y="59266"/>
                </a:lnTo>
                <a:lnTo>
                  <a:pt x="21362" y="59287"/>
                </a:lnTo>
                <a:lnTo>
                  <a:pt x="20966" y="59300"/>
                </a:lnTo>
                <a:lnTo>
                  <a:pt x="20564" y="59305"/>
                </a:lnTo>
                <a:lnTo>
                  <a:pt x="20215" y="59301"/>
                </a:lnTo>
                <a:lnTo>
                  <a:pt x="19872" y="59290"/>
                </a:lnTo>
                <a:lnTo>
                  <a:pt x="19536" y="59272"/>
                </a:lnTo>
                <a:close/>
              </a:path>
            </a:pathLst>
          </a:custGeom>
          <a:solidFill xmlns:a="http://schemas.openxmlformats.org/drawingml/2006/main">
            <a:srgbClr val="0550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Text name:">
            <a:extLst xmlns:a="http://schemas.openxmlformats.org/drawingml/2006/main">
              <a:ext uri="{FF2B5EF4-FFF2-40B4-BE49-F238E27FC236}">
                <a16:creationId xmlns:a16="http://schemas.microsoft.com/office/drawing/2014/main" id="{57694C2C-ED1A-4706-B705-1CCA7217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9406" y="1376141"/>
            <a:ext cx="249340" cy="52327"/>
          </a:xfrm>
          <a:custGeom xmlns:a="http://schemas.openxmlformats.org/drawingml/2006/main">
            <a:pathLst>
              <a:path w="249340" h="52327">
                <a:moveTo>
                  <a:pt x="0" y="51410"/>
                </a:moveTo>
                <a:lnTo>
                  <a:pt x="11475" y="51410"/>
                </a:lnTo>
                <a:lnTo>
                  <a:pt x="11475" y="19830"/>
                </a:lnTo>
                <a:lnTo>
                  <a:pt x="11480" y="19436"/>
                </a:lnTo>
                <a:lnTo>
                  <a:pt x="11492" y="19050"/>
                </a:lnTo>
                <a:lnTo>
                  <a:pt x="11513" y="18671"/>
                </a:lnTo>
                <a:lnTo>
                  <a:pt x="11543" y="18300"/>
                </a:lnTo>
                <a:lnTo>
                  <a:pt x="11581" y="17936"/>
                </a:lnTo>
                <a:lnTo>
                  <a:pt x="11628" y="17581"/>
                </a:lnTo>
                <a:lnTo>
                  <a:pt x="11682" y="17233"/>
                </a:lnTo>
                <a:lnTo>
                  <a:pt x="11746" y="16892"/>
                </a:lnTo>
                <a:lnTo>
                  <a:pt x="11818" y="16559"/>
                </a:lnTo>
                <a:lnTo>
                  <a:pt x="11898" y="16234"/>
                </a:lnTo>
                <a:lnTo>
                  <a:pt x="11987" y="15917"/>
                </a:lnTo>
                <a:lnTo>
                  <a:pt x="12084" y="15607"/>
                </a:lnTo>
                <a:lnTo>
                  <a:pt x="12189" y="15305"/>
                </a:lnTo>
                <a:lnTo>
                  <a:pt x="12303" y="15010"/>
                </a:lnTo>
                <a:lnTo>
                  <a:pt x="12426" y="14723"/>
                </a:lnTo>
                <a:lnTo>
                  <a:pt x="12557" y="14444"/>
                </a:lnTo>
                <a:lnTo>
                  <a:pt x="12696" y="14172"/>
                </a:lnTo>
                <a:lnTo>
                  <a:pt x="12844" y="13908"/>
                </a:lnTo>
                <a:lnTo>
                  <a:pt x="13000" y="13652"/>
                </a:lnTo>
                <a:lnTo>
                  <a:pt x="13165" y="13403"/>
                </a:lnTo>
                <a:lnTo>
                  <a:pt x="13338" y="13162"/>
                </a:lnTo>
                <a:lnTo>
                  <a:pt x="13520" y="12929"/>
                </a:lnTo>
                <a:lnTo>
                  <a:pt x="13710" y="12703"/>
                </a:lnTo>
                <a:lnTo>
                  <a:pt x="13909" y="12485"/>
                </a:lnTo>
                <a:lnTo>
                  <a:pt x="14115" y="12276"/>
                </a:lnTo>
                <a:lnTo>
                  <a:pt x="14327" y="12075"/>
                </a:lnTo>
                <a:lnTo>
                  <a:pt x="14545" y="11883"/>
                </a:lnTo>
                <a:lnTo>
                  <a:pt x="14769" y="11700"/>
                </a:lnTo>
                <a:lnTo>
                  <a:pt x="15000" y="11526"/>
                </a:lnTo>
                <a:lnTo>
                  <a:pt x="15237" y="11361"/>
                </a:lnTo>
                <a:lnTo>
                  <a:pt x="15480" y="11205"/>
                </a:lnTo>
                <a:lnTo>
                  <a:pt x="15730" y="11057"/>
                </a:lnTo>
                <a:lnTo>
                  <a:pt x="15985" y="10919"/>
                </a:lnTo>
                <a:lnTo>
                  <a:pt x="16247" y="10790"/>
                </a:lnTo>
                <a:lnTo>
                  <a:pt x="16515" y="10669"/>
                </a:lnTo>
                <a:lnTo>
                  <a:pt x="16789" y="10558"/>
                </a:lnTo>
                <a:lnTo>
                  <a:pt x="17069" y="10455"/>
                </a:lnTo>
                <a:lnTo>
                  <a:pt x="17356" y="10361"/>
                </a:lnTo>
                <a:lnTo>
                  <a:pt x="17649" y="10276"/>
                </a:lnTo>
                <a:lnTo>
                  <a:pt x="17948" y="10201"/>
                </a:lnTo>
                <a:lnTo>
                  <a:pt x="18253" y="10134"/>
                </a:lnTo>
                <a:lnTo>
                  <a:pt x="18565" y="10076"/>
                </a:lnTo>
                <a:lnTo>
                  <a:pt x="18882" y="10026"/>
                </a:lnTo>
                <a:lnTo>
                  <a:pt x="19206" y="9986"/>
                </a:lnTo>
                <a:lnTo>
                  <a:pt x="19536" y="9955"/>
                </a:lnTo>
                <a:lnTo>
                  <a:pt x="19873" y="9933"/>
                </a:lnTo>
                <a:lnTo>
                  <a:pt x="20215" y="9919"/>
                </a:lnTo>
                <a:lnTo>
                  <a:pt x="20564" y="9915"/>
                </a:lnTo>
                <a:lnTo>
                  <a:pt x="20920" y="9919"/>
                </a:lnTo>
                <a:lnTo>
                  <a:pt x="21270" y="9932"/>
                </a:lnTo>
                <a:lnTo>
                  <a:pt x="21613" y="9954"/>
                </a:lnTo>
                <a:lnTo>
                  <a:pt x="21949" y="9984"/>
                </a:lnTo>
                <a:lnTo>
                  <a:pt x="22278" y="10023"/>
                </a:lnTo>
                <a:lnTo>
                  <a:pt x="22601" y="10070"/>
                </a:lnTo>
                <a:lnTo>
                  <a:pt x="22917" y="10126"/>
                </a:lnTo>
                <a:lnTo>
                  <a:pt x="23227" y="10190"/>
                </a:lnTo>
                <a:lnTo>
                  <a:pt x="23529" y="10264"/>
                </a:lnTo>
                <a:lnTo>
                  <a:pt x="23825" y="10345"/>
                </a:lnTo>
                <a:lnTo>
                  <a:pt x="24115" y="10436"/>
                </a:lnTo>
                <a:lnTo>
                  <a:pt x="24397" y="10535"/>
                </a:lnTo>
                <a:lnTo>
                  <a:pt x="24673" y="10642"/>
                </a:lnTo>
                <a:lnTo>
                  <a:pt x="24942" y="10759"/>
                </a:lnTo>
                <a:lnTo>
                  <a:pt x="25205" y="10883"/>
                </a:lnTo>
                <a:lnTo>
                  <a:pt x="25460" y="11017"/>
                </a:lnTo>
                <a:lnTo>
                  <a:pt x="25710" y="11159"/>
                </a:lnTo>
                <a:lnTo>
                  <a:pt x="25952" y="11310"/>
                </a:lnTo>
                <a:lnTo>
                  <a:pt x="26188" y="11469"/>
                </a:lnTo>
                <a:lnTo>
                  <a:pt x="26417" y="11637"/>
                </a:lnTo>
                <a:lnTo>
                  <a:pt x="26639" y="11813"/>
                </a:lnTo>
                <a:lnTo>
                  <a:pt x="26854" y="11998"/>
                </a:lnTo>
                <a:lnTo>
                  <a:pt x="27063" y="12192"/>
                </a:lnTo>
                <a:lnTo>
                  <a:pt x="27265" y="12394"/>
                </a:lnTo>
                <a:lnTo>
                  <a:pt x="27460" y="12605"/>
                </a:lnTo>
                <a:lnTo>
                  <a:pt x="27647" y="12822"/>
                </a:lnTo>
                <a:lnTo>
                  <a:pt x="27825" y="13047"/>
                </a:lnTo>
                <a:lnTo>
                  <a:pt x="27995" y="13279"/>
                </a:lnTo>
                <a:lnTo>
                  <a:pt x="28156" y="13519"/>
                </a:lnTo>
                <a:lnTo>
                  <a:pt x="28310" y="13765"/>
                </a:lnTo>
                <a:lnTo>
                  <a:pt x="28455" y="14019"/>
                </a:lnTo>
                <a:lnTo>
                  <a:pt x="28591" y="14281"/>
                </a:lnTo>
                <a:lnTo>
                  <a:pt x="28720" y="14550"/>
                </a:lnTo>
                <a:lnTo>
                  <a:pt x="28840" y="14826"/>
                </a:lnTo>
                <a:lnTo>
                  <a:pt x="28952" y="15109"/>
                </a:lnTo>
                <a:lnTo>
                  <a:pt x="29056" y="15400"/>
                </a:lnTo>
                <a:lnTo>
                  <a:pt x="29151" y="15698"/>
                </a:lnTo>
                <a:lnTo>
                  <a:pt x="29238" y="16004"/>
                </a:lnTo>
                <a:lnTo>
                  <a:pt x="29317" y="16317"/>
                </a:lnTo>
                <a:lnTo>
                  <a:pt x="29387" y="16637"/>
                </a:lnTo>
                <a:lnTo>
                  <a:pt x="29449" y="16964"/>
                </a:lnTo>
                <a:lnTo>
                  <a:pt x="29503" y="17299"/>
                </a:lnTo>
                <a:lnTo>
                  <a:pt x="29549" y="17641"/>
                </a:lnTo>
                <a:lnTo>
                  <a:pt x="29586" y="17990"/>
                </a:lnTo>
                <a:lnTo>
                  <a:pt x="29615" y="18347"/>
                </a:lnTo>
                <a:lnTo>
                  <a:pt x="29636" y="18711"/>
                </a:lnTo>
                <a:lnTo>
                  <a:pt x="29648" y="19083"/>
                </a:lnTo>
                <a:lnTo>
                  <a:pt x="29652" y="19461"/>
                </a:lnTo>
                <a:lnTo>
                  <a:pt x="29652" y="51410"/>
                </a:lnTo>
                <a:lnTo>
                  <a:pt x="41128" y="51410"/>
                </a:lnTo>
                <a:lnTo>
                  <a:pt x="41128" y="18269"/>
                </a:lnTo>
                <a:lnTo>
                  <a:pt x="41120" y="17579"/>
                </a:lnTo>
                <a:lnTo>
                  <a:pt x="41097" y="16901"/>
                </a:lnTo>
                <a:lnTo>
                  <a:pt x="41058" y="16234"/>
                </a:lnTo>
                <a:lnTo>
                  <a:pt x="41004" y="15579"/>
                </a:lnTo>
                <a:lnTo>
                  <a:pt x="40934" y="14936"/>
                </a:lnTo>
                <a:lnTo>
                  <a:pt x="40849" y="14304"/>
                </a:lnTo>
                <a:lnTo>
                  <a:pt x="40749" y="13685"/>
                </a:lnTo>
                <a:lnTo>
                  <a:pt x="40633" y="13077"/>
                </a:lnTo>
                <a:lnTo>
                  <a:pt x="40502" y="12481"/>
                </a:lnTo>
                <a:lnTo>
                  <a:pt x="40355" y="11897"/>
                </a:lnTo>
                <a:lnTo>
                  <a:pt x="40192" y="11325"/>
                </a:lnTo>
                <a:lnTo>
                  <a:pt x="40014" y="10764"/>
                </a:lnTo>
                <a:lnTo>
                  <a:pt x="39821" y="10215"/>
                </a:lnTo>
                <a:lnTo>
                  <a:pt x="39612" y="9678"/>
                </a:lnTo>
                <a:lnTo>
                  <a:pt x="39388" y="9153"/>
                </a:lnTo>
                <a:lnTo>
                  <a:pt x="39149" y="8640"/>
                </a:lnTo>
                <a:lnTo>
                  <a:pt x="38893" y="8138"/>
                </a:lnTo>
                <a:lnTo>
                  <a:pt x="38623" y="7649"/>
                </a:lnTo>
                <a:lnTo>
                  <a:pt x="38337" y="7171"/>
                </a:lnTo>
                <a:lnTo>
                  <a:pt x="38035" y="6704"/>
                </a:lnTo>
                <a:lnTo>
                  <a:pt x="37718" y="6250"/>
                </a:lnTo>
                <a:lnTo>
                  <a:pt x="37386" y="5807"/>
                </a:lnTo>
                <a:lnTo>
                  <a:pt x="37038" y="5376"/>
                </a:lnTo>
                <a:lnTo>
                  <a:pt x="36675" y="4957"/>
                </a:lnTo>
                <a:lnTo>
                  <a:pt x="36298" y="4553"/>
                </a:lnTo>
                <a:lnTo>
                  <a:pt x="35912" y="4166"/>
                </a:lnTo>
                <a:lnTo>
                  <a:pt x="35515" y="3796"/>
                </a:lnTo>
                <a:lnTo>
                  <a:pt x="35108" y="3443"/>
                </a:lnTo>
                <a:lnTo>
                  <a:pt x="34690" y="3107"/>
                </a:lnTo>
                <a:lnTo>
                  <a:pt x="34262" y="2789"/>
                </a:lnTo>
                <a:lnTo>
                  <a:pt x="33824" y="2487"/>
                </a:lnTo>
                <a:lnTo>
                  <a:pt x="33375" y="2203"/>
                </a:lnTo>
                <a:lnTo>
                  <a:pt x="32916" y="1937"/>
                </a:lnTo>
                <a:lnTo>
                  <a:pt x="32447" y="1687"/>
                </a:lnTo>
                <a:lnTo>
                  <a:pt x="31967" y="1455"/>
                </a:lnTo>
                <a:lnTo>
                  <a:pt x="31477" y="1239"/>
                </a:lnTo>
                <a:lnTo>
                  <a:pt x="30976" y="1041"/>
                </a:lnTo>
                <a:lnTo>
                  <a:pt x="30466" y="861"/>
                </a:lnTo>
                <a:lnTo>
                  <a:pt x="29944" y="697"/>
                </a:lnTo>
                <a:lnTo>
                  <a:pt x="29413" y="551"/>
                </a:lnTo>
                <a:lnTo>
                  <a:pt x="28871" y="422"/>
                </a:lnTo>
                <a:lnTo>
                  <a:pt x="28319" y="310"/>
                </a:lnTo>
                <a:lnTo>
                  <a:pt x="27756" y="215"/>
                </a:lnTo>
                <a:lnTo>
                  <a:pt x="27183" y="138"/>
                </a:lnTo>
                <a:lnTo>
                  <a:pt x="26600" y="77"/>
                </a:lnTo>
                <a:lnTo>
                  <a:pt x="26006" y="34"/>
                </a:lnTo>
                <a:lnTo>
                  <a:pt x="25402" y="9"/>
                </a:lnTo>
                <a:lnTo>
                  <a:pt x="24787" y="0"/>
                </a:lnTo>
                <a:lnTo>
                  <a:pt x="24264" y="6"/>
                </a:lnTo>
                <a:lnTo>
                  <a:pt x="23750" y="24"/>
                </a:lnTo>
                <a:lnTo>
                  <a:pt x="23246" y="55"/>
                </a:lnTo>
                <a:lnTo>
                  <a:pt x="22751" y="97"/>
                </a:lnTo>
                <a:lnTo>
                  <a:pt x="22265" y="151"/>
                </a:lnTo>
                <a:lnTo>
                  <a:pt x="21789" y="218"/>
                </a:lnTo>
                <a:lnTo>
                  <a:pt x="21323" y="297"/>
                </a:lnTo>
                <a:lnTo>
                  <a:pt x="20865" y="388"/>
                </a:lnTo>
                <a:lnTo>
                  <a:pt x="20417" y="491"/>
                </a:lnTo>
                <a:lnTo>
                  <a:pt x="19979" y="606"/>
                </a:lnTo>
                <a:lnTo>
                  <a:pt x="19550" y="733"/>
                </a:lnTo>
                <a:lnTo>
                  <a:pt x="19130" y="872"/>
                </a:lnTo>
                <a:lnTo>
                  <a:pt x="18719" y="1024"/>
                </a:lnTo>
                <a:lnTo>
                  <a:pt x="18319" y="1187"/>
                </a:lnTo>
                <a:lnTo>
                  <a:pt x="17927" y="1363"/>
                </a:lnTo>
                <a:lnTo>
                  <a:pt x="17545" y="1551"/>
                </a:lnTo>
                <a:lnTo>
                  <a:pt x="17172" y="1751"/>
                </a:lnTo>
                <a:lnTo>
                  <a:pt x="16809" y="1963"/>
                </a:lnTo>
                <a:lnTo>
                  <a:pt x="16455" y="2187"/>
                </a:lnTo>
                <a:lnTo>
                  <a:pt x="16110" y="2423"/>
                </a:lnTo>
                <a:lnTo>
                  <a:pt x="15775" y="2672"/>
                </a:lnTo>
                <a:lnTo>
                  <a:pt x="15449" y="2932"/>
                </a:lnTo>
                <a:lnTo>
                  <a:pt x="15133" y="3205"/>
                </a:lnTo>
                <a:lnTo>
                  <a:pt x="14826" y="3489"/>
                </a:lnTo>
                <a:lnTo>
                  <a:pt x="14530" y="3785"/>
                </a:lnTo>
                <a:lnTo>
                  <a:pt x="14247" y="4090"/>
                </a:lnTo>
                <a:lnTo>
                  <a:pt x="13976" y="4404"/>
                </a:lnTo>
                <a:lnTo>
                  <a:pt x="13718" y="4729"/>
                </a:lnTo>
                <a:lnTo>
                  <a:pt x="13473" y="5062"/>
                </a:lnTo>
                <a:lnTo>
                  <a:pt x="13240" y="5406"/>
                </a:lnTo>
                <a:lnTo>
                  <a:pt x="13020" y="5758"/>
                </a:lnTo>
                <a:lnTo>
                  <a:pt x="12812" y="6121"/>
                </a:lnTo>
                <a:lnTo>
                  <a:pt x="12617" y="6493"/>
                </a:lnTo>
                <a:lnTo>
                  <a:pt x="12434" y="6874"/>
                </a:lnTo>
                <a:lnTo>
                  <a:pt x="12265" y="7265"/>
                </a:lnTo>
                <a:lnTo>
                  <a:pt x="12107" y="7666"/>
                </a:lnTo>
                <a:lnTo>
                  <a:pt x="11962" y="8076"/>
                </a:lnTo>
                <a:lnTo>
                  <a:pt x="11830" y="8496"/>
                </a:lnTo>
                <a:lnTo>
                  <a:pt x="11711" y="8925"/>
                </a:lnTo>
                <a:lnTo>
                  <a:pt x="11604" y="9364"/>
                </a:lnTo>
                <a:lnTo>
                  <a:pt x="11509" y="9813"/>
                </a:lnTo>
                <a:lnTo>
                  <a:pt x="11427" y="10271"/>
                </a:lnTo>
                <a:lnTo>
                  <a:pt x="11385" y="10557"/>
                </a:lnTo>
                <a:lnTo>
                  <a:pt x="11201" y="10557"/>
                </a:lnTo>
                <a:lnTo>
                  <a:pt x="11201" y="918"/>
                </a:lnTo>
                <a:lnTo>
                  <a:pt x="0" y="918"/>
                </a:lnTo>
                <a:lnTo>
                  <a:pt x="0" y="51410"/>
                </a:lnTo>
                <a:close/>
                <a:moveTo>
                  <a:pt x="107870" y="918"/>
                </a:moveTo>
                <a:lnTo>
                  <a:pt x="107870" y="51410"/>
                </a:lnTo>
                <a:lnTo>
                  <a:pt x="117968" y="51410"/>
                </a:lnTo>
                <a:lnTo>
                  <a:pt x="117968" y="13403"/>
                </a:lnTo>
                <a:lnTo>
                  <a:pt x="117970" y="13191"/>
                </a:lnTo>
                <a:lnTo>
                  <a:pt x="117976" y="12983"/>
                </a:lnTo>
                <a:lnTo>
                  <a:pt x="117985" y="12779"/>
                </a:lnTo>
                <a:lnTo>
                  <a:pt x="117998" y="12579"/>
                </a:lnTo>
                <a:lnTo>
                  <a:pt x="118014" y="12384"/>
                </a:lnTo>
                <a:lnTo>
                  <a:pt x="118034" y="12192"/>
                </a:lnTo>
                <a:lnTo>
                  <a:pt x="118058" y="12005"/>
                </a:lnTo>
                <a:lnTo>
                  <a:pt x="118085" y="11822"/>
                </a:lnTo>
                <a:lnTo>
                  <a:pt x="118117" y="11643"/>
                </a:lnTo>
                <a:lnTo>
                  <a:pt x="118151" y="11468"/>
                </a:lnTo>
                <a:lnTo>
                  <a:pt x="118190" y="11297"/>
                </a:lnTo>
                <a:lnTo>
                  <a:pt x="118232" y="11131"/>
                </a:lnTo>
                <a:lnTo>
                  <a:pt x="118278" y="10968"/>
                </a:lnTo>
                <a:lnTo>
                  <a:pt x="118327" y="10810"/>
                </a:lnTo>
                <a:lnTo>
                  <a:pt x="118380" y="10656"/>
                </a:lnTo>
                <a:lnTo>
                  <a:pt x="118437" y="10506"/>
                </a:lnTo>
                <a:lnTo>
                  <a:pt x="118497" y="10360"/>
                </a:lnTo>
                <a:lnTo>
                  <a:pt x="118562" y="10219"/>
                </a:lnTo>
                <a:lnTo>
                  <a:pt x="118629" y="10081"/>
                </a:lnTo>
                <a:lnTo>
                  <a:pt x="118701" y="9948"/>
                </a:lnTo>
                <a:lnTo>
                  <a:pt x="118776" y="9818"/>
                </a:lnTo>
                <a:lnTo>
                  <a:pt x="118855" y="9693"/>
                </a:lnTo>
                <a:lnTo>
                  <a:pt x="118937" y="9572"/>
                </a:lnTo>
                <a:lnTo>
                  <a:pt x="119023" y="9455"/>
                </a:lnTo>
                <a:lnTo>
                  <a:pt x="119113" y="9343"/>
                </a:lnTo>
                <a:lnTo>
                  <a:pt x="119206" y="9236"/>
                </a:lnTo>
                <a:lnTo>
                  <a:pt x="119304" y="9133"/>
                </a:lnTo>
                <a:lnTo>
                  <a:pt x="119404" y="9035"/>
                </a:lnTo>
                <a:lnTo>
                  <a:pt x="119509" y="8941"/>
                </a:lnTo>
                <a:lnTo>
                  <a:pt x="119617" y="8853"/>
                </a:lnTo>
                <a:lnTo>
                  <a:pt x="119729" y="8769"/>
                </a:lnTo>
                <a:lnTo>
                  <a:pt x="119844" y="8690"/>
                </a:lnTo>
                <a:lnTo>
                  <a:pt x="119964" y="8616"/>
                </a:lnTo>
                <a:lnTo>
                  <a:pt x="120086" y="8547"/>
                </a:lnTo>
                <a:lnTo>
                  <a:pt x="120213" y="8482"/>
                </a:lnTo>
                <a:lnTo>
                  <a:pt x="120343" y="8423"/>
                </a:lnTo>
                <a:lnTo>
                  <a:pt x="120477" y="8368"/>
                </a:lnTo>
                <a:lnTo>
                  <a:pt x="120614" y="8318"/>
                </a:lnTo>
                <a:lnTo>
                  <a:pt x="120755" y="8272"/>
                </a:lnTo>
                <a:lnTo>
                  <a:pt x="120900" y="8231"/>
                </a:lnTo>
                <a:lnTo>
                  <a:pt x="121049" y="8196"/>
                </a:lnTo>
                <a:lnTo>
                  <a:pt x="121201" y="8165"/>
                </a:lnTo>
                <a:lnTo>
                  <a:pt x="121356" y="8138"/>
                </a:lnTo>
                <a:lnTo>
                  <a:pt x="121516" y="8117"/>
                </a:lnTo>
                <a:lnTo>
                  <a:pt x="121679" y="8100"/>
                </a:lnTo>
                <a:lnTo>
                  <a:pt x="121846" y="8088"/>
                </a:lnTo>
                <a:lnTo>
                  <a:pt x="122016" y="8081"/>
                </a:lnTo>
                <a:lnTo>
                  <a:pt x="122190" y="8078"/>
                </a:lnTo>
                <a:lnTo>
                  <a:pt x="122365" y="8081"/>
                </a:lnTo>
                <a:lnTo>
                  <a:pt x="122535" y="8088"/>
                </a:lnTo>
                <a:lnTo>
                  <a:pt x="122703" y="8100"/>
                </a:lnTo>
                <a:lnTo>
                  <a:pt x="122866" y="8117"/>
                </a:lnTo>
                <a:lnTo>
                  <a:pt x="123027" y="8138"/>
                </a:lnTo>
                <a:lnTo>
                  <a:pt x="123183" y="8165"/>
                </a:lnTo>
                <a:lnTo>
                  <a:pt x="123337" y="8196"/>
                </a:lnTo>
                <a:lnTo>
                  <a:pt x="123486" y="8231"/>
                </a:lnTo>
                <a:lnTo>
                  <a:pt x="123632" y="8272"/>
                </a:lnTo>
                <a:lnTo>
                  <a:pt x="123775" y="8318"/>
                </a:lnTo>
                <a:lnTo>
                  <a:pt x="123914" y="8368"/>
                </a:lnTo>
                <a:lnTo>
                  <a:pt x="124050" y="8423"/>
                </a:lnTo>
                <a:lnTo>
                  <a:pt x="124182" y="8482"/>
                </a:lnTo>
                <a:lnTo>
                  <a:pt x="124311" y="8547"/>
                </a:lnTo>
                <a:lnTo>
                  <a:pt x="124436" y="8616"/>
                </a:lnTo>
                <a:lnTo>
                  <a:pt x="124557" y="8690"/>
                </a:lnTo>
                <a:lnTo>
                  <a:pt x="124675" y="8769"/>
                </a:lnTo>
                <a:lnTo>
                  <a:pt x="124790" y="8853"/>
                </a:lnTo>
                <a:lnTo>
                  <a:pt x="124901" y="8941"/>
                </a:lnTo>
                <a:lnTo>
                  <a:pt x="125009" y="9035"/>
                </a:lnTo>
                <a:lnTo>
                  <a:pt x="125113" y="9133"/>
                </a:lnTo>
                <a:lnTo>
                  <a:pt x="125213" y="9236"/>
                </a:lnTo>
                <a:lnTo>
                  <a:pt x="125310" y="9343"/>
                </a:lnTo>
                <a:lnTo>
                  <a:pt x="125404" y="9455"/>
                </a:lnTo>
                <a:lnTo>
                  <a:pt x="125494" y="9572"/>
                </a:lnTo>
                <a:lnTo>
                  <a:pt x="125580" y="9693"/>
                </a:lnTo>
                <a:lnTo>
                  <a:pt x="125662" y="9818"/>
                </a:lnTo>
                <a:lnTo>
                  <a:pt x="125741" y="9948"/>
                </a:lnTo>
                <a:lnTo>
                  <a:pt x="125815" y="10081"/>
                </a:lnTo>
                <a:lnTo>
                  <a:pt x="125886" y="10219"/>
                </a:lnTo>
                <a:lnTo>
                  <a:pt x="125953" y="10360"/>
                </a:lnTo>
                <a:lnTo>
                  <a:pt x="126016" y="10506"/>
                </a:lnTo>
                <a:lnTo>
                  <a:pt x="126076" y="10656"/>
                </a:lnTo>
                <a:lnTo>
                  <a:pt x="126131" y="10810"/>
                </a:lnTo>
                <a:lnTo>
                  <a:pt x="126183" y="10968"/>
                </a:lnTo>
                <a:lnTo>
                  <a:pt x="126231" y="11131"/>
                </a:lnTo>
                <a:lnTo>
                  <a:pt x="126275" y="11297"/>
                </a:lnTo>
                <a:lnTo>
                  <a:pt x="126315" y="11468"/>
                </a:lnTo>
                <a:lnTo>
                  <a:pt x="126351" y="11643"/>
                </a:lnTo>
                <a:lnTo>
                  <a:pt x="126384" y="11822"/>
                </a:lnTo>
                <a:lnTo>
                  <a:pt x="126412" y="12005"/>
                </a:lnTo>
                <a:lnTo>
                  <a:pt x="126437" y="12192"/>
                </a:lnTo>
                <a:lnTo>
                  <a:pt x="126458" y="12384"/>
                </a:lnTo>
                <a:lnTo>
                  <a:pt x="126476" y="12579"/>
                </a:lnTo>
                <a:lnTo>
                  <a:pt x="126489" y="12779"/>
                </a:lnTo>
                <a:lnTo>
                  <a:pt x="126499" y="12983"/>
                </a:lnTo>
                <a:lnTo>
                  <a:pt x="126504" y="13191"/>
                </a:lnTo>
                <a:lnTo>
                  <a:pt x="126506" y="13403"/>
                </a:lnTo>
                <a:lnTo>
                  <a:pt x="126506" y="51410"/>
                </a:lnTo>
                <a:lnTo>
                  <a:pt x="134768" y="51410"/>
                </a:lnTo>
                <a:lnTo>
                  <a:pt x="134768" y="13403"/>
                </a:lnTo>
                <a:lnTo>
                  <a:pt x="134770" y="13191"/>
                </a:lnTo>
                <a:lnTo>
                  <a:pt x="134776" y="12983"/>
                </a:lnTo>
                <a:lnTo>
                  <a:pt x="134786" y="12779"/>
                </a:lnTo>
                <a:lnTo>
                  <a:pt x="134800" y="12579"/>
                </a:lnTo>
                <a:lnTo>
                  <a:pt x="134818" y="12384"/>
                </a:lnTo>
                <a:lnTo>
                  <a:pt x="134840" y="12192"/>
                </a:lnTo>
                <a:lnTo>
                  <a:pt x="134866" y="12005"/>
                </a:lnTo>
                <a:lnTo>
                  <a:pt x="134896" y="11822"/>
                </a:lnTo>
                <a:lnTo>
                  <a:pt x="134929" y="11643"/>
                </a:lnTo>
                <a:lnTo>
                  <a:pt x="134967" y="11468"/>
                </a:lnTo>
                <a:lnTo>
                  <a:pt x="135009" y="11297"/>
                </a:lnTo>
                <a:lnTo>
                  <a:pt x="135055" y="11131"/>
                </a:lnTo>
                <a:lnTo>
                  <a:pt x="135105" y="10968"/>
                </a:lnTo>
                <a:lnTo>
                  <a:pt x="135159" y="10810"/>
                </a:lnTo>
                <a:lnTo>
                  <a:pt x="135216" y="10656"/>
                </a:lnTo>
                <a:lnTo>
                  <a:pt x="135278" y="10506"/>
                </a:lnTo>
                <a:lnTo>
                  <a:pt x="135344" y="10360"/>
                </a:lnTo>
                <a:lnTo>
                  <a:pt x="135414" y="10219"/>
                </a:lnTo>
                <a:lnTo>
                  <a:pt x="135487" y="10081"/>
                </a:lnTo>
                <a:lnTo>
                  <a:pt x="135565" y="9948"/>
                </a:lnTo>
                <a:lnTo>
                  <a:pt x="135647" y="9818"/>
                </a:lnTo>
                <a:lnTo>
                  <a:pt x="135732" y="9693"/>
                </a:lnTo>
                <a:lnTo>
                  <a:pt x="135822" y="9572"/>
                </a:lnTo>
                <a:lnTo>
                  <a:pt x="135915" y="9455"/>
                </a:lnTo>
                <a:lnTo>
                  <a:pt x="136013" y="9343"/>
                </a:lnTo>
                <a:lnTo>
                  <a:pt x="136113" y="9236"/>
                </a:lnTo>
                <a:lnTo>
                  <a:pt x="136216" y="9133"/>
                </a:lnTo>
                <a:lnTo>
                  <a:pt x="136322" y="9035"/>
                </a:lnTo>
                <a:lnTo>
                  <a:pt x="136431" y="8941"/>
                </a:lnTo>
                <a:lnTo>
                  <a:pt x="136544" y="8853"/>
                </a:lnTo>
                <a:lnTo>
                  <a:pt x="136659" y="8769"/>
                </a:lnTo>
                <a:lnTo>
                  <a:pt x="136777" y="8690"/>
                </a:lnTo>
                <a:lnTo>
                  <a:pt x="136899" y="8616"/>
                </a:lnTo>
                <a:lnTo>
                  <a:pt x="137023" y="8547"/>
                </a:lnTo>
                <a:lnTo>
                  <a:pt x="137150" y="8482"/>
                </a:lnTo>
                <a:lnTo>
                  <a:pt x="137281" y="8423"/>
                </a:lnTo>
                <a:lnTo>
                  <a:pt x="137414" y="8368"/>
                </a:lnTo>
                <a:lnTo>
                  <a:pt x="137551" y="8318"/>
                </a:lnTo>
                <a:lnTo>
                  <a:pt x="137690" y="8272"/>
                </a:lnTo>
                <a:lnTo>
                  <a:pt x="137833" y="8231"/>
                </a:lnTo>
                <a:lnTo>
                  <a:pt x="137979" y="8196"/>
                </a:lnTo>
                <a:lnTo>
                  <a:pt x="138127" y="8165"/>
                </a:lnTo>
                <a:lnTo>
                  <a:pt x="138279" y="8138"/>
                </a:lnTo>
                <a:lnTo>
                  <a:pt x="138434" y="8117"/>
                </a:lnTo>
                <a:lnTo>
                  <a:pt x="138591" y="8100"/>
                </a:lnTo>
                <a:lnTo>
                  <a:pt x="138752" y="8088"/>
                </a:lnTo>
                <a:lnTo>
                  <a:pt x="138916" y="8081"/>
                </a:lnTo>
                <a:lnTo>
                  <a:pt x="139083" y="8078"/>
                </a:lnTo>
                <a:lnTo>
                  <a:pt x="139257" y="8081"/>
                </a:lnTo>
                <a:lnTo>
                  <a:pt x="139427" y="8088"/>
                </a:lnTo>
                <a:lnTo>
                  <a:pt x="139595" y="8101"/>
                </a:lnTo>
                <a:lnTo>
                  <a:pt x="139758" y="8118"/>
                </a:lnTo>
                <a:lnTo>
                  <a:pt x="139918" y="8140"/>
                </a:lnTo>
                <a:lnTo>
                  <a:pt x="140075" y="8167"/>
                </a:lnTo>
                <a:lnTo>
                  <a:pt x="140228" y="8200"/>
                </a:lnTo>
                <a:lnTo>
                  <a:pt x="140378" y="8237"/>
                </a:lnTo>
                <a:lnTo>
                  <a:pt x="140524" y="8279"/>
                </a:lnTo>
                <a:lnTo>
                  <a:pt x="140666" y="8326"/>
                </a:lnTo>
                <a:lnTo>
                  <a:pt x="140806" y="8377"/>
                </a:lnTo>
                <a:lnTo>
                  <a:pt x="140941" y="8434"/>
                </a:lnTo>
                <a:lnTo>
                  <a:pt x="141073" y="8496"/>
                </a:lnTo>
                <a:lnTo>
                  <a:pt x="141202" y="8563"/>
                </a:lnTo>
                <a:lnTo>
                  <a:pt x="141327" y="8634"/>
                </a:lnTo>
                <a:lnTo>
                  <a:pt x="141448" y="8711"/>
                </a:lnTo>
                <a:lnTo>
                  <a:pt x="141567" y="8793"/>
                </a:lnTo>
                <a:lnTo>
                  <a:pt x="141681" y="8879"/>
                </a:lnTo>
                <a:lnTo>
                  <a:pt x="141792" y="8970"/>
                </a:lnTo>
                <a:lnTo>
                  <a:pt x="141900" y="9067"/>
                </a:lnTo>
                <a:lnTo>
                  <a:pt x="142004" y="9168"/>
                </a:lnTo>
                <a:lnTo>
                  <a:pt x="142104" y="9274"/>
                </a:lnTo>
                <a:lnTo>
                  <a:pt x="142201" y="9386"/>
                </a:lnTo>
                <a:lnTo>
                  <a:pt x="142295" y="9502"/>
                </a:lnTo>
                <a:lnTo>
                  <a:pt x="142385" y="9622"/>
                </a:lnTo>
                <a:lnTo>
                  <a:pt x="142471" y="9746"/>
                </a:lnTo>
                <a:lnTo>
                  <a:pt x="142553" y="9874"/>
                </a:lnTo>
                <a:lnTo>
                  <a:pt x="142632" y="10005"/>
                </a:lnTo>
                <a:lnTo>
                  <a:pt x="142706" y="10140"/>
                </a:lnTo>
                <a:lnTo>
                  <a:pt x="142777" y="10279"/>
                </a:lnTo>
                <a:lnTo>
                  <a:pt x="142844" y="10422"/>
                </a:lnTo>
                <a:lnTo>
                  <a:pt x="142907" y="10568"/>
                </a:lnTo>
                <a:lnTo>
                  <a:pt x="142967" y="10717"/>
                </a:lnTo>
                <a:lnTo>
                  <a:pt x="143022" y="10871"/>
                </a:lnTo>
                <a:lnTo>
                  <a:pt x="143074" y="11028"/>
                </a:lnTo>
                <a:lnTo>
                  <a:pt x="143122" y="11189"/>
                </a:lnTo>
                <a:lnTo>
                  <a:pt x="143166" y="11353"/>
                </a:lnTo>
                <a:lnTo>
                  <a:pt x="143206" y="11521"/>
                </a:lnTo>
                <a:lnTo>
                  <a:pt x="143242" y="11693"/>
                </a:lnTo>
                <a:lnTo>
                  <a:pt x="143275" y="11868"/>
                </a:lnTo>
                <a:lnTo>
                  <a:pt x="143303" y="12047"/>
                </a:lnTo>
                <a:lnTo>
                  <a:pt x="143328" y="12230"/>
                </a:lnTo>
                <a:lnTo>
                  <a:pt x="143349" y="12416"/>
                </a:lnTo>
                <a:lnTo>
                  <a:pt x="143367" y="12606"/>
                </a:lnTo>
                <a:lnTo>
                  <a:pt x="143380" y="12800"/>
                </a:lnTo>
                <a:lnTo>
                  <a:pt x="143389" y="12997"/>
                </a:lnTo>
                <a:lnTo>
                  <a:pt x="143395" y="13198"/>
                </a:lnTo>
                <a:lnTo>
                  <a:pt x="143397" y="13403"/>
                </a:lnTo>
                <a:lnTo>
                  <a:pt x="143397" y="51410"/>
                </a:lnTo>
                <a:lnTo>
                  <a:pt x="153496" y="51410"/>
                </a:lnTo>
                <a:lnTo>
                  <a:pt x="153496" y="12943"/>
                </a:lnTo>
                <a:lnTo>
                  <a:pt x="153491" y="12451"/>
                </a:lnTo>
                <a:lnTo>
                  <a:pt x="153476" y="11966"/>
                </a:lnTo>
                <a:lnTo>
                  <a:pt x="153453" y="11491"/>
                </a:lnTo>
                <a:lnTo>
                  <a:pt x="153419" y="11024"/>
                </a:lnTo>
                <a:lnTo>
                  <a:pt x="153376" y="10565"/>
                </a:lnTo>
                <a:lnTo>
                  <a:pt x="153323" y="10115"/>
                </a:lnTo>
                <a:lnTo>
                  <a:pt x="153261" y="9674"/>
                </a:lnTo>
                <a:lnTo>
                  <a:pt x="153190" y="9241"/>
                </a:lnTo>
                <a:lnTo>
                  <a:pt x="153108" y="8817"/>
                </a:lnTo>
                <a:lnTo>
                  <a:pt x="153017" y="8402"/>
                </a:lnTo>
                <a:lnTo>
                  <a:pt x="152917" y="7995"/>
                </a:lnTo>
                <a:lnTo>
                  <a:pt x="152807" y="7597"/>
                </a:lnTo>
                <a:lnTo>
                  <a:pt x="152688" y="7207"/>
                </a:lnTo>
                <a:lnTo>
                  <a:pt x="152558" y="6826"/>
                </a:lnTo>
                <a:lnTo>
                  <a:pt x="152420" y="6454"/>
                </a:lnTo>
                <a:lnTo>
                  <a:pt x="152272" y="6090"/>
                </a:lnTo>
                <a:lnTo>
                  <a:pt x="152114" y="5735"/>
                </a:lnTo>
                <a:lnTo>
                  <a:pt x="151946" y="5388"/>
                </a:lnTo>
                <a:lnTo>
                  <a:pt x="151770" y="5050"/>
                </a:lnTo>
                <a:lnTo>
                  <a:pt x="151583" y="4721"/>
                </a:lnTo>
                <a:lnTo>
                  <a:pt x="151387" y="4400"/>
                </a:lnTo>
                <a:lnTo>
                  <a:pt x="151181" y="4088"/>
                </a:lnTo>
                <a:lnTo>
                  <a:pt x="150966" y="3784"/>
                </a:lnTo>
                <a:lnTo>
                  <a:pt x="150742" y="3489"/>
                </a:lnTo>
                <a:lnTo>
                  <a:pt x="150509" y="3205"/>
                </a:lnTo>
                <a:lnTo>
                  <a:pt x="150269" y="2932"/>
                </a:lnTo>
                <a:lnTo>
                  <a:pt x="150023" y="2672"/>
                </a:lnTo>
                <a:lnTo>
                  <a:pt x="149770" y="2423"/>
                </a:lnTo>
                <a:lnTo>
                  <a:pt x="149510" y="2187"/>
                </a:lnTo>
                <a:lnTo>
                  <a:pt x="149244" y="1963"/>
                </a:lnTo>
                <a:lnTo>
                  <a:pt x="148971" y="1751"/>
                </a:lnTo>
                <a:lnTo>
                  <a:pt x="148691" y="1551"/>
                </a:lnTo>
                <a:lnTo>
                  <a:pt x="148405" y="1363"/>
                </a:lnTo>
                <a:lnTo>
                  <a:pt x="148112" y="1187"/>
                </a:lnTo>
                <a:lnTo>
                  <a:pt x="147812" y="1024"/>
                </a:lnTo>
                <a:lnTo>
                  <a:pt x="147506" y="872"/>
                </a:lnTo>
                <a:lnTo>
                  <a:pt x="147193" y="733"/>
                </a:lnTo>
                <a:lnTo>
                  <a:pt x="146873" y="606"/>
                </a:lnTo>
                <a:lnTo>
                  <a:pt x="146546" y="491"/>
                </a:lnTo>
                <a:lnTo>
                  <a:pt x="146213" y="388"/>
                </a:lnTo>
                <a:lnTo>
                  <a:pt x="145873" y="297"/>
                </a:lnTo>
                <a:lnTo>
                  <a:pt x="145526" y="218"/>
                </a:lnTo>
                <a:lnTo>
                  <a:pt x="145173" y="151"/>
                </a:lnTo>
                <a:lnTo>
                  <a:pt x="144813" y="97"/>
                </a:lnTo>
                <a:lnTo>
                  <a:pt x="144446" y="55"/>
                </a:lnTo>
                <a:lnTo>
                  <a:pt x="144073" y="24"/>
                </a:lnTo>
                <a:lnTo>
                  <a:pt x="143693" y="6"/>
                </a:lnTo>
                <a:lnTo>
                  <a:pt x="143306" y="0"/>
                </a:lnTo>
                <a:lnTo>
                  <a:pt x="142980" y="4"/>
                </a:lnTo>
                <a:lnTo>
                  <a:pt x="142659" y="18"/>
                </a:lnTo>
                <a:lnTo>
                  <a:pt x="142344" y="40"/>
                </a:lnTo>
                <a:lnTo>
                  <a:pt x="142034" y="71"/>
                </a:lnTo>
                <a:lnTo>
                  <a:pt x="141729" y="112"/>
                </a:lnTo>
                <a:lnTo>
                  <a:pt x="141430" y="161"/>
                </a:lnTo>
                <a:lnTo>
                  <a:pt x="141136" y="219"/>
                </a:lnTo>
                <a:lnTo>
                  <a:pt x="140848" y="286"/>
                </a:lnTo>
                <a:lnTo>
                  <a:pt x="140565" y="361"/>
                </a:lnTo>
                <a:lnTo>
                  <a:pt x="140287" y="446"/>
                </a:lnTo>
                <a:lnTo>
                  <a:pt x="140015" y="540"/>
                </a:lnTo>
                <a:lnTo>
                  <a:pt x="139749" y="643"/>
                </a:lnTo>
                <a:lnTo>
                  <a:pt x="139488" y="754"/>
                </a:lnTo>
                <a:lnTo>
                  <a:pt x="139232" y="875"/>
                </a:lnTo>
                <a:lnTo>
                  <a:pt x="138981" y="1004"/>
                </a:lnTo>
                <a:lnTo>
                  <a:pt x="138736" y="1142"/>
                </a:lnTo>
                <a:lnTo>
                  <a:pt x="138497" y="1290"/>
                </a:lnTo>
                <a:lnTo>
                  <a:pt x="138263" y="1446"/>
                </a:lnTo>
                <a:lnTo>
                  <a:pt x="138034" y="1611"/>
                </a:lnTo>
                <a:lnTo>
                  <a:pt x="137811" y="1785"/>
                </a:lnTo>
                <a:lnTo>
                  <a:pt x="137593" y="1968"/>
                </a:lnTo>
                <a:lnTo>
                  <a:pt x="137380" y="2160"/>
                </a:lnTo>
                <a:lnTo>
                  <a:pt x="137173" y="2361"/>
                </a:lnTo>
                <a:lnTo>
                  <a:pt x="136972" y="2570"/>
                </a:lnTo>
                <a:lnTo>
                  <a:pt x="136777" y="2788"/>
                </a:lnTo>
                <a:lnTo>
                  <a:pt x="136590" y="3010"/>
                </a:lnTo>
                <a:lnTo>
                  <a:pt x="136412" y="3239"/>
                </a:lnTo>
                <a:lnTo>
                  <a:pt x="136242" y="3473"/>
                </a:lnTo>
                <a:lnTo>
                  <a:pt x="136081" y="3713"/>
                </a:lnTo>
                <a:lnTo>
                  <a:pt x="135927" y="3959"/>
                </a:lnTo>
                <a:lnTo>
                  <a:pt x="135782" y="4211"/>
                </a:lnTo>
                <a:lnTo>
                  <a:pt x="135646" y="4468"/>
                </a:lnTo>
                <a:lnTo>
                  <a:pt x="135517" y="4731"/>
                </a:lnTo>
                <a:lnTo>
                  <a:pt x="135397" y="5000"/>
                </a:lnTo>
                <a:lnTo>
                  <a:pt x="135285" y="5274"/>
                </a:lnTo>
                <a:lnTo>
                  <a:pt x="135181" y="5554"/>
                </a:lnTo>
                <a:lnTo>
                  <a:pt x="135086" y="5840"/>
                </a:lnTo>
                <a:lnTo>
                  <a:pt x="134999" y="6132"/>
                </a:lnTo>
                <a:lnTo>
                  <a:pt x="134920" y="6429"/>
                </a:lnTo>
                <a:lnTo>
                  <a:pt x="134850" y="6732"/>
                </a:lnTo>
                <a:lnTo>
                  <a:pt x="134788" y="7041"/>
                </a:lnTo>
                <a:lnTo>
                  <a:pt x="134734" y="7356"/>
                </a:lnTo>
                <a:lnTo>
                  <a:pt x="134688" y="7676"/>
                </a:lnTo>
                <a:lnTo>
                  <a:pt x="134684" y="7711"/>
                </a:lnTo>
                <a:lnTo>
                  <a:pt x="134236" y="7711"/>
                </a:lnTo>
                <a:lnTo>
                  <a:pt x="134203" y="7558"/>
                </a:lnTo>
                <a:lnTo>
                  <a:pt x="134113" y="7183"/>
                </a:lnTo>
                <a:lnTo>
                  <a:pt x="134016" y="6816"/>
                </a:lnTo>
                <a:lnTo>
                  <a:pt x="133910" y="6457"/>
                </a:lnTo>
                <a:lnTo>
                  <a:pt x="133797" y="6106"/>
                </a:lnTo>
                <a:lnTo>
                  <a:pt x="133676" y="5763"/>
                </a:lnTo>
                <a:lnTo>
                  <a:pt x="133547" y="5427"/>
                </a:lnTo>
                <a:lnTo>
                  <a:pt x="133410" y="5100"/>
                </a:lnTo>
                <a:lnTo>
                  <a:pt x="133266" y="4781"/>
                </a:lnTo>
                <a:lnTo>
                  <a:pt x="133113" y="4470"/>
                </a:lnTo>
                <a:lnTo>
                  <a:pt x="132953" y="4167"/>
                </a:lnTo>
                <a:lnTo>
                  <a:pt x="132785" y="3871"/>
                </a:lnTo>
                <a:lnTo>
                  <a:pt x="132610" y="3584"/>
                </a:lnTo>
                <a:lnTo>
                  <a:pt x="132426" y="3305"/>
                </a:lnTo>
                <a:lnTo>
                  <a:pt x="132236" y="3035"/>
                </a:lnTo>
                <a:lnTo>
                  <a:pt x="132039" y="2777"/>
                </a:lnTo>
                <a:lnTo>
                  <a:pt x="131836" y="2530"/>
                </a:lnTo>
                <a:lnTo>
                  <a:pt x="131627" y="2295"/>
                </a:lnTo>
                <a:lnTo>
                  <a:pt x="131412" y="2071"/>
                </a:lnTo>
                <a:lnTo>
                  <a:pt x="131190" y="1859"/>
                </a:lnTo>
                <a:lnTo>
                  <a:pt x="130962" y="1658"/>
                </a:lnTo>
                <a:lnTo>
                  <a:pt x="130728" y="1469"/>
                </a:lnTo>
                <a:lnTo>
                  <a:pt x="130488" y="1291"/>
                </a:lnTo>
                <a:lnTo>
                  <a:pt x="130242" y="1124"/>
                </a:lnTo>
                <a:lnTo>
                  <a:pt x="129989" y="970"/>
                </a:lnTo>
                <a:lnTo>
                  <a:pt x="129730" y="826"/>
                </a:lnTo>
                <a:lnTo>
                  <a:pt x="129465" y="694"/>
                </a:lnTo>
                <a:lnTo>
                  <a:pt x="129194" y="574"/>
                </a:lnTo>
                <a:lnTo>
                  <a:pt x="128916" y="465"/>
                </a:lnTo>
                <a:lnTo>
                  <a:pt x="128633" y="367"/>
                </a:lnTo>
                <a:lnTo>
                  <a:pt x="128343" y="281"/>
                </a:lnTo>
                <a:lnTo>
                  <a:pt x="128047" y="207"/>
                </a:lnTo>
                <a:lnTo>
                  <a:pt x="127744" y="143"/>
                </a:lnTo>
                <a:lnTo>
                  <a:pt x="127436" y="92"/>
                </a:lnTo>
                <a:lnTo>
                  <a:pt x="127121" y="52"/>
                </a:lnTo>
                <a:lnTo>
                  <a:pt x="126800" y="23"/>
                </a:lnTo>
                <a:lnTo>
                  <a:pt x="126473" y="6"/>
                </a:lnTo>
                <a:lnTo>
                  <a:pt x="126139" y="0"/>
                </a:lnTo>
                <a:lnTo>
                  <a:pt x="125828" y="4"/>
                </a:lnTo>
                <a:lnTo>
                  <a:pt x="125521" y="18"/>
                </a:lnTo>
                <a:lnTo>
                  <a:pt x="125220" y="40"/>
                </a:lnTo>
                <a:lnTo>
                  <a:pt x="124923" y="71"/>
                </a:lnTo>
                <a:lnTo>
                  <a:pt x="124631" y="112"/>
                </a:lnTo>
                <a:lnTo>
                  <a:pt x="124343" y="161"/>
                </a:lnTo>
                <a:lnTo>
                  <a:pt x="124061" y="219"/>
                </a:lnTo>
                <a:lnTo>
                  <a:pt x="123783" y="286"/>
                </a:lnTo>
                <a:lnTo>
                  <a:pt x="123510" y="361"/>
                </a:lnTo>
                <a:lnTo>
                  <a:pt x="123242" y="446"/>
                </a:lnTo>
                <a:lnTo>
                  <a:pt x="122978" y="540"/>
                </a:lnTo>
                <a:lnTo>
                  <a:pt x="122719" y="643"/>
                </a:lnTo>
                <a:lnTo>
                  <a:pt x="122466" y="754"/>
                </a:lnTo>
                <a:lnTo>
                  <a:pt x="122216" y="875"/>
                </a:lnTo>
                <a:lnTo>
                  <a:pt x="121972" y="1004"/>
                </a:lnTo>
                <a:lnTo>
                  <a:pt x="121733" y="1142"/>
                </a:lnTo>
                <a:lnTo>
                  <a:pt x="121498" y="1290"/>
                </a:lnTo>
                <a:lnTo>
                  <a:pt x="121268" y="1446"/>
                </a:lnTo>
                <a:lnTo>
                  <a:pt x="121043" y="1611"/>
                </a:lnTo>
                <a:lnTo>
                  <a:pt x="120822" y="1785"/>
                </a:lnTo>
                <a:lnTo>
                  <a:pt x="120606" y="1968"/>
                </a:lnTo>
                <a:lnTo>
                  <a:pt x="120396" y="2160"/>
                </a:lnTo>
                <a:lnTo>
                  <a:pt x="120190" y="2361"/>
                </a:lnTo>
                <a:lnTo>
                  <a:pt x="119988" y="2570"/>
                </a:lnTo>
                <a:lnTo>
                  <a:pt x="119793" y="2788"/>
                </a:lnTo>
                <a:lnTo>
                  <a:pt x="119607" y="3010"/>
                </a:lnTo>
                <a:lnTo>
                  <a:pt x="119429" y="3239"/>
                </a:lnTo>
                <a:lnTo>
                  <a:pt x="119259" y="3473"/>
                </a:lnTo>
                <a:lnTo>
                  <a:pt x="119097" y="3713"/>
                </a:lnTo>
                <a:lnTo>
                  <a:pt x="118944" y="3959"/>
                </a:lnTo>
                <a:lnTo>
                  <a:pt x="118799" y="4211"/>
                </a:lnTo>
                <a:lnTo>
                  <a:pt x="118662" y="4468"/>
                </a:lnTo>
                <a:lnTo>
                  <a:pt x="118534" y="4731"/>
                </a:lnTo>
                <a:lnTo>
                  <a:pt x="118413" y="5000"/>
                </a:lnTo>
                <a:lnTo>
                  <a:pt x="118302" y="5274"/>
                </a:lnTo>
                <a:lnTo>
                  <a:pt x="118198" y="5554"/>
                </a:lnTo>
                <a:lnTo>
                  <a:pt x="118103" y="5840"/>
                </a:lnTo>
                <a:lnTo>
                  <a:pt x="118016" y="6132"/>
                </a:lnTo>
                <a:lnTo>
                  <a:pt x="117937" y="6429"/>
                </a:lnTo>
                <a:lnTo>
                  <a:pt x="117866" y="6732"/>
                </a:lnTo>
                <a:lnTo>
                  <a:pt x="117804" y="7041"/>
                </a:lnTo>
                <a:lnTo>
                  <a:pt x="117750" y="7356"/>
                </a:lnTo>
                <a:lnTo>
                  <a:pt x="117705" y="7676"/>
                </a:lnTo>
                <a:lnTo>
                  <a:pt x="117701" y="7711"/>
                </a:lnTo>
                <a:lnTo>
                  <a:pt x="117234" y="7711"/>
                </a:lnTo>
                <a:lnTo>
                  <a:pt x="117234" y="918"/>
                </a:lnTo>
                <a:lnTo>
                  <a:pt x="107870" y="918"/>
                </a:lnTo>
                <a:close/>
                <a:moveTo>
                  <a:pt x="96211" y="17167"/>
                </a:moveTo>
                <a:lnTo>
                  <a:pt x="96201" y="16515"/>
                </a:lnTo>
                <a:lnTo>
                  <a:pt x="96173" y="15874"/>
                </a:lnTo>
                <a:lnTo>
                  <a:pt x="96127" y="15244"/>
                </a:lnTo>
                <a:lnTo>
                  <a:pt x="96061" y="14626"/>
                </a:lnTo>
                <a:lnTo>
                  <a:pt x="95978" y="14019"/>
                </a:lnTo>
                <a:lnTo>
                  <a:pt x="95875" y="13423"/>
                </a:lnTo>
                <a:lnTo>
                  <a:pt x="95754" y="12839"/>
                </a:lnTo>
                <a:lnTo>
                  <a:pt x="95614" y="12266"/>
                </a:lnTo>
                <a:lnTo>
                  <a:pt x="95455" y="11704"/>
                </a:lnTo>
                <a:lnTo>
                  <a:pt x="95278" y="11154"/>
                </a:lnTo>
                <a:lnTo>
                  <a:pt x="95082" y="10615"/>
                </a:lnTo>
                <a:lnTo>
                  <a:pt x="94868" y="10087"/>
                </a:lnTo>
                <a:lnTo>
                  <a:pt x="94635" y="9570"/>
                </a:lnTo>
                <a:lnTo>
                  <a:pt x="94383" y="9065"/>
                </a:lnTo>
                <a:lnTo>
                  <a:pt x="94113" y="8572"/>
                </a:lnTo>
                <a:lnTo>
                  <a:pt x="93824" y="8089"/>
                </a:lnTo>
                <a:lnTo>
                  <a:pt x="93516" y="7618"/>
                </a:lnTo>
                <a:lnTo>
                  <a:pt x="93190" y="7158"/>
                </a:lnTo>
                <a:lnTo>
                  <a:pt x="92845" y="6710"/>
                </a:lnTo>
                <a:lnTo>
                  <a:pt x="92481" y="6272"/>
                </a:lnTo>
                <a:lnTo>
                  <a:pt x="92099" y="5846"/>
                </a:lnTo>
                <a:lnTo>
                  <a:pt x="91698" y="5432"/>
                </a:lnTo>
                <a:lnTo>
                  <a:pt x="91278" y="5029"/>
                </a:lnTo>
                <a:lnTo>
                  <a:pt x="90840" y="4637"/>
                </a:lnTo>
                <a:lnTo>
                  <a:pt x="90386" y="4258"/>
                </a:lnTo>
                <a:lnTo>
                  <a:pt x="89918" y="3896"/>
                </a:lnTo>
                <a:lnTo>
                  <a:pt x="89437" y="3550"/>
                </a:lnTo>
                <a:lnTo>
                  <a:pt x="88942" y="3220"/>
                </a:lnTo>
                <a:lnTo>
                  <a:pt x="88433" y="2906"/>
                </a:lnTo>
                <a:lnTo>
                  <a:pt x="87911" y="2608"/>
                </a:lnTo>
                <a:lnTo>
                  <a:pt x="87376" y="2326"/>
                </a:lnTo>
                <a:lnTo>
                  <a:pt x="86827" y="2061"/>
                </a:lnTo>
                <a:lnTo>
                  <a:pt x="86264" y="1811"/>
                </a:lnTo>
                <a:lnTo>
                  <a:pt x="85688" y="1578"/>
                </a:lnTo>
                <a:lnTo>
                  <a:pt x="85098" y="1360"/>
                </a:lnTo>
                <a:lnTo>
                  <a:pt x="84495" y="1159"/>
                </a:lnTo>
                <a:lnTo>
                  <a:pt x="83878" y="974"/>
                </a:lnTo>
                <a:lnTo>
                  <a:pt x="83248" y="805"/>
                </a:lnTo>
                <a:lnTo>
                  <a:pt x="82604" y="652"/>
                </a:lnTo>
                <a:lnTo>
                  <a:pt x="81946" y="515"/>
                </a:lnTo>
                <a:lnTo>
                  <a:pt x="81275" y="394"/>
                </a:lnTo>
                <a:lnTo>
                  <a:pt x="80591" y="290"/>
                </a:lnTo>
                <a:lnTo>
                  <a:pt x="79893" y="201"/>
                </a:lnTo>
                <a:lnTo>
                  <a:pt x="79181" y="129"/>
                </a:lnTo>
                <a:lnTo>
                  <a:pt x="78456" y="72"/>
                </a:lnTo>
                <a:lnTo>
                  <a:pt x="77717" y="32"/>
                </a:lnTo>
                <a:lnTo>
                  <a:pt x="76965" y="8"/>
                </a:lnTo>
                <a:lnTo>
                  <a:pt x="76199" y="0"/>
                </a:lnTo>
                <a:lnTo>
                  <a:pt x="75477" y="7"/>
                </a:lnTo>
                <a:lnTo>
                  <a:pt x="74767" y="29"/>
                </a:lnTo>
                <a:lnTo>
                  <a:pt x="74067" y="66"/>
                </a:lnTo>
                <a:lnTo>
                  <a:pt x="73378" y="117"/>
                </a:lnTo>
                <a:lnTo>
                  <a:pt x="72700" y="183"/>
                </a:lnTo>
                <a:lnTo>
                  <a:pt x="72033" y="264"/>
                </a:lnTo>
                <a:lnTo>
                  <a:pt x="71377" y="359"/>
                </a:lnTo>
                <a:lnTo>
                  <a:pt x="70731" y="469"/>
                </a:lnTo>
                <a:lnTo>
                  <a:pt x="70097" y="594"/>
                </a:lnTo>
                <a:lnTo>
                  <a:pt x="69473" y="733"/>
                </a:lnTo>
                <a:lnTo>
                  <a:pt x="68860" y="887"/>
                </a:lnTo>
                <a:lnTo>
                  <a:pt x="68258" y="1056"/>
                </a:lnTo>
                <a:lnTo>
                  <a:pt x="67666" y="1239"/>
                </a:lnTo>
                <a:lnTo>
                  <a:pt x="67086" y="1437"/>
                </a:lnTo>
                <a:lnTo>
                  <a:pt x="66516" y="1650"/>
                </a:lnTo>
                <a:lnTo>
                  <a:pt x="65957" y="1877"/>
                </a:lnTo>
                <a:lnTo>
                  <a:pt x="65409" y="2119"/>
                </a:lnTo>
                <a:lnTo>
                  <a:pt x="64872" y="2376"/>
                </a:lnTo>
                <a:lnTo>
                  <a:pt x="64346" y="2647"/>
                </a:lnTo>
                <a:lnTo>
                  <a:pt x="63830" y="2933"/>
                </a:lnTo>
                <a:lnTo>
                  <a:pt x="63326" y="3234"/>
                </a:lnTo>
                <a:lnTo>
                  <a:pt x="62832" y="3549"/>
                </a:lnTo>
                <a:lnTo>
                  <a:pt x="62349" y="3879"/>
                </a:lnTo>
                <a:lnTo>
                  <a:pt x="61877" y="4223"/>
                </a:lnTo>
                <a:lnTo>
                  <a:pt x="61418" y="4580"/>
                </a:lnTo>
                <a:lnTo>
                  <a:pt x="60977" y="4948"/>
                </a:lnTo>
                <a:lnTo>
                  <a:pt x="60551" y="5325"/>
                </a:lnTo>
                <a:lnTo>
                  <a:pt x="60143" y="5712"/>
                </a:lnTo>
                <a:lnTo>
                  <a:pt x="59750" y="6110"/>
                </a:lnTo>
                <a:lnTo>
                  <a:pt x="59375" y="6518"/>
                </a:lnTo>
                <a:lnTo>
                  <a:pt x="59016" y="6936"/>
                </a:lnTo>
                <a:lnTo>
                  <a:pt x="58674" y="7365"/>
                </a:lnTo>
                <a:lnTo>
                  <a:pt x="58348" y="7803"/>
                </a:lnTo>
                <a:lnTo>
                  <a:pt x="58039" y="8252"/>
                </a:lnTo>
                <a:lnTo>
                  <a:pt x="57746" y="8711"/>
                </a:lnTo>
                <a:lnTo>
                  <a:pt x="57470" y="9180"/>
                </a:lnTo>
                <a:lnTo>
                  <a:pt x="57210" y="9660"/>
                </a:lnTo>
                <a:lnTo>
                  <a:pt x="56967" y="10149"/>
                </a:lnTo>
                <a:lnTo>
                  <a:pt x="56741" y="10649"/>
                </a:lnTo>
                <a:lnTo>
                  <a:pt x="56531" y="11159"/>
                </a:lnTo>
                <a:lnTo>
                  <a:pt x="56338" y="11679"/>
                </a:lnTo>
                <a:lnTo>
                  <a:pt x="56162" y="12210"/>
                </a:lnTo>
                <a:lnTo>
                  <a:pt x="56001" y="12750"/>
                </a:lnTo>
                <a:lnTo>
                  <a:pt x="55858" y="13301"/>
                </a:lnTo>
                <a:lnTo>
                  <a:pt x="55731" y="13862"/>
                </a:lnTo>
                <a:lnTo>
                  <a:pt x="55621" y="14433"/>
                </a:lnTo>
                <a:lnTo>
                  <a:pt x="55527" y="15015"/>
                </a:lnTo>
                <a:lnTo>
                  <a:pt x="55450" y="15606"/>
                </a:lnTo>
                <a:lnTo>
                  <a:pt x="66651" y="15606"/>
                </a:lnTo>
                <a:lnTo>
                  <a:pt x="66692" y="15371"/>
                </a:lnTo>
                <a:lnTo>
                  <a:pt x="66741" y="15140"/>
                </a:lnTo>
                <a:lnTo>
                  <a:pt x="66797" y="14913"/>
                </a:lnTo>
                <a:lnTo>
                  <a:pt x="66860" y="14691"/>
                </a:lnTo>
                <a:lnTo>
                  <a:pt x="66929" y="14472"/>
                </a:lnTo>
                <a:lnTo>
                  <a:pt x="67006" y="14258"/>
                </a:lnTo>
                <a:lnTo>
                  <a:pt x="67090" y="14048"/>
                </a:lnTo>
                <a:lnTo>
                  <a:pt x="67181" y="13842"/>
                </a:lnTo>
                <a:lnTo>
                  <a:pt x="67278" y="13640"/>
                </a:lnTo>
                <a:lnTo>
                  <a:pt x="67383" y="13442"/>
                </a:lnTo>
                <a:lnTo>
                  <a:pt x="67495" y="13248"/>
                </a:lnTo>
                <a:lnTo>
                  <a:pt x="67614" y="13059"/>
                </a:lnTo>
                <a:lnTo>
                  <a:pt x="67740" y="12873"/>
                </a:lnTo>
                <a:lnTo>
                  <a:pt x="67873" y="12692"/>
                </a:lnTo>
                <a:lnTo>
                  <a:pt x="68012" y="12515"/>
                </a:lnTo>
                <a:lnTo>
                  <a:pt x="68159" y="12342"/>
                </a:lnTo>
                <a:lnTo>
                  <a:pt x="68313" y="12173"/>
                </a:lnTo>
                <a:lnTo>
                  <a:pt x="68474" y="12009"/>
                </a:lnTo>
                <a:lnTo>
                  <a:pt x="68642" y="11848"/>
                </a:lnTo>
                <a:lnTo>
                  <a:pt x="68817" y="11692"/>
                </a:lnTo>
                <a:lnTo>
                  <a:pt x="68999" y="11540"/>
                </a:lnTo>
                <a:lnTo>
                  <a:pt x="69188" y="11392"/>
                </a:lnTo>
                <a:lnTo>
                  <a:pt x="69384" y="11248"/>
                </a:lnTo>
                <a:lnTo>
                  <a:pt x="69587" y="11108"/>
                </a:lnTo>
                <a:lnTo>
                  <a:pt x="69796" y="10974"/>
                </a:lnTo>
                <a:lnTo>
                  <a:pt x="70009" y="10844"/>
                </a:lnTo>
                <a:lnTo>
                  <a:pt x="70227" y="10721"/>
                </a:lnTo>
                <a:lnTo>
                  <a:pt x="70449" y="10603"/>
                </a:lnTo>
                <a:lnTo>
                  <a:pt x="70676" y="10491"/>
                </a:lnTo>
                <a:lnTo>
                  <a:pt x="70907" y="10385"/>
                </a:lnTo>
                <a:lnTo>
                  <a:pt x="71142" y="10285"/>
                </a:lnTo>
                <a:lnTo>
                  <a:pt x="71383" y="10190"/>
                </a:lnTo>
                <a:lnTo>
                  <a:pt x="71627" y="10101"/>
                </a:lnTo>
                <a:lnTo>
                  <a:pt x="71876" y="10018"/>
                </a:lnTo>
                <a:lnTo>
                  <a:pt x="72130" y="9940"/>
                </a:lnTo>
                <a:lnTo>
                  <a:pt x="72387" y="9869"/>
                </a:lnTo>
                <a:lnTo>
                  <a:pt x="72650" y="9803"/>
                </a:lnTo>
                <a:lnTo>
                  <a:pt x="72917" y="9742"/>
                </a:lnTo>
                <a:lnTo>
                  <a:pt x="73188" y="9688"/>
                </a:lnTo>
                <a:lnTo>
                  <a:pt x="73464" y="9639"/>
                </a:lnTo>
                <a:lnTo>
                  <a:pt x="73744" y="9596"/>
                </a:lnTo>
                <a:lnTo>
                  <a:pt x="74029" y="9559"/>
                </a:lnTo>
                <a:lnTo>
                  <a:pt x="74318" y="9527"/>
                </a:lnTo>
                <a:lnTo>
                  <a:pt x="74611" y="9501"/>
                </a:lnTo>
                <a:lnTo>
                  <a:pt x="74909" y="9481"/>
                </a:lnTo>
                <a:lnTo>
                  <a:pt x="75212" y="9467"/>
                </a:lnTo>
                <a:lnTo>
                  <a:pt x="75519" y="9458"/>
                </a:lnTo>
                <a:lnTo>
                  <a:pt x="75830" y="9455"/>
                </a:lnTo>
                <a:lnTo>
                  <a:pt x="76172" y="9459"/>
                </a:lnTo>
                <a:lnTo>
                  <a:pt x="76507" y="9470"/>
                </a:lnTo>
                <a:lnTo>
                  <a:pt x="76836" y="9488"/>
                </a:lnTo>
                <a:lnTo>
                  <a:pt x="77159" y="9513"/>
                </a:lnTo>
                <a:lnTo>
                  <a:pt x="77476" y="9545"/>
                </a:lnTo>
                <a:lnTo>
                  <a:pt x="77787" y="9585"/>
                </a:lnTo>
                <a:lnTo>
                  <a:pt x="78092" y="9631"/>
                </a:lnTo>
                <a:lnTo>
                  <a:pt x="78391" y="9685"/>
                </a:lnTo>
                <a:lnTo>
                  <a:pt x="78684" y="9746"/>
                </a:lnTo>
                <a:lnTo>
                  <a:pt x="78971" y="9814"/>
                </a:lnTo>
                <a:lnTo>
                  <a:pt x="79251" y="9890"/>
                </a:lnTo>
                <a:lnTo>
                  <a:pt x="79526" y="9972"/>
                </a:lnTo>
                <a:lnTo>
                  <a:pt x="79795" y="10062"/>
                </a:lnTo>
                <a:lnTo>
                  <a:pt x="80057" y="10159"/>
                </a:lnTo>
                <a:lnTo>
                  <a:pt x="80313" y="10263"/>
                </a:lnTo>
                <a:lnTo>
                  <a:pt x="80564" y="10374"/>
                </a:lnTo>
                <a:lnTo>
                  <a:pt x="80808" y="10492"/>
                </a:lnTo>
                <a:lnTo>
                  <a:pt x="81046" y="10618"/>
                </a:lnTo>
                <a:lnTo>
                  <a:pt x="81278" y="10750"/>
                </a:lnTo>
                <a:lnTo>
                  <a:pt x="81505" y="10890"/>
                </a:lnTo>
                <a:lnTo>
                  <a:pt x="81725" y="11037"/>
                </a:lnTo>
                <a:lnTo>
                  <a:pt x="81939" y="11192"/>
                </a:lnTo>
                <a:lnTo>
                  <a:pt x="82146" y="11353"/>
                </a:lnTo>
                <a:lnTo>
                  <a:pt x="82348" y="11522"/>
                </a:lnTo>
                <a:lnTo>
                  <a:pt x="82543" y="11697"/>
                </a:lnTo>
                <a:lnTo>
                  <a:pt x="82730" y="11877"/>
                </a:lnTo>
                <a:lnTo>
                  <a:pt x="82908" y="12063"/>
                </a:lnTo>
                <a:lnTo>
                  <a:pt x="83078" y="12255"/>
                </a:lnTo>
                <a:lnTo>
                  <a:pt x="83239" y="12452"/>
                </a:lnTo>
                <a:lnTo>
                  <a:pt x="83393" y="12655"/>
                </a:lnTo>
                <a:lnTo>
                  <a:pt x="83538" y="12863"/>
                </a:lnTo>
                <a:lnTo>
                  <a:pt x="83674" y="13077"/>
                </a:lnTo>
                <a:lnTo>
                  <a:pt x="83803" y="13296"/>
                </a:lnTo>
                <a:lnTo>
                  <a:pt x="83923" y="13522"/>
                </a:lnTo>
                <a:lnTo>
                  <a:pt x="84035" y="13752"/>
                </a:lnTo>
                <a:lnTo>
                  <a:pt x="84138" y="13988"/>
                </a:lnTo>
                <a:lnTo>
                  <a:pt x="84234" y="14230"/>
                </a:lnTo>
                <a:lnTo>
                  <a:pt x="84321" y="14478"/>
                </a:lnTo>
                <a:lnTo>
                  <a:pt x="84400" y="14731"/>
                </a:lnTo>
                <a:lnTo>
                  <a:pt x="84470" y="14989"/>
                </a:lnTo>
                <a:lnTo>
                  <a:pt x="84532" y="15254"/>
                </a:lnTo>
                <a:lnTo>
                  <a:pt x="84586" y="15523"/>
                </a:lnTo>
                <a:lnTo>
                  <a:pt x="84632" y="15799"/>
                </a:lnTo>
                <a:lnTo>
                  <a:pt x="84669" y="16080"/>
                </a:lnTo>
                <a:lnTo>
                  <a:pt x="84698" y="16366"/>
                </a:lnTo>
                <a:lnTo>
                  <a:pt x="84719" y="16658"/>
                </a:lnTo>
                <a:lnTo>
                  <a:pt x="84731" y="16956"/>
                </a:lnTo>
                <a:lnTo>
                  <a:pt x="84735" y="17259"/>
                </a:lnTo>
                <a:lnTo>
                  <a:pt x="84735" y="21574"/>
                </a:lnTo>
                <a:lnTo>
                  <a:pt x="72159" y="21574"/>
                </a:lnTo>
                <a:lnTo>
                  <a:pt x="71409" y="21581"/>
                </a:lnTo>
                <a:lnTo>
                  <a:pt x="70673" y="21602"/>
                </a:lnTo>
                <a:lnTo>
                  <a:pt x="69951" y="21637"/>
                </a:lnTo>
                <a:lnTo>
                  <a:pt x="69244" y="21686"/>
                </a:lnTo>
                <a:lnTo>
                  <a:pt x="68551" y="21749"/>
                </a:lnTo>
                <a:lnTo>
                  <a:pt x="67873" y="21826"/>
                </a:lnTo>
                <a:lnTo>
                  <a:pt x="67209" y="21918"/>
                </a:lnTo>
                <a:lnTo>
                  <a:pt x="66559" y="22023"/>
                </a:lnTo>
                <a:lnTo>
                  <a:pt x="65923" y="22142"/>
                </a:lnTo>
                <a:lnTo>
                  <a:pt x="65302" y="22275"/>
                </a:lnTo>
                <a:lnTo>
                  <a:pt x="64695" y="22423"/>
                </a:lnTo>
                <a:lnTo>
                  <a:pt x="64103" y="22584"/>
                </a:lnTo>
                <a:lnTo>
                  <a:pt x="63525" y="22759"/>
                </a:lnTo>
                <a:lnTo>
                  <a:pt x="62961" y="22949"/>
                </a:lnTo>
                <a:lnTo>
                  <a:pt x="62412" y="23152"/>
                </a:lnTo>
                <a:lnTo>
                  <a:pt x="61877" y="23369"/>
                </a:lnTo>
                <a:lnTo>
                  <a:pt x="61356" y="23601"/>
                </a:lnTo>
                <a:lnTo>
                  <a:pt x="60850" y="23846"/>
                </a:lnTo>
                <a:lnTo>
                  <a:pt x="60358" y="24106"/>
                </a:lnTo>
                <a:lnTo>
                  <a:pt x="59880" y="24379"/>
                </a:lnTo>
                <a:lnTo>
                  <a:pt x="59417" y="24667"/>
                </a:lnTo>
                <a:lnTo>
                  <a:pt x="58968" y="24969"/>
                </a:lnTo>
                <a:lnTo>
                  <a:pt x="58533" y="25284"/>
                </a:lnTo>
                <a:lnTo>
                  <a:pt x="58113" y="25614"/>
                </a:lnTo>
                <a:lnTo>
                  <a:pt x="57708" y="25956"/>
                </a:lnTo>
                <a:lnTo>
                  <a:pt x="57321" y="26310"/>
                </a:lnTo>
                <a:lnTo>
                  <a:pt x="56951" y="26677"/>
                </a:lnTo>
                <a:lnTo>
                  <a:pt x="56598" y="27054"/>
                </a:lnTo>
                <a:lnTo>
                  <a:pt x="56262" y="27444"/>
                </a:lnTo>
                <a:lnTo>
                  <a:pt x="55944" y="27845"/>
                </a:lnTo>
                <a:lnTo>
                  <a:pt x="55643" y="28259"/>
                </a:lnTo>
                <a:lnTo>
                  <a:pt x="55359" y="28684"/>
                </a:lnTo>
                <a:lnTo>
                  <a:pt x="55092" y="29120"/>
                </a:lnTo>
                <a:lnTo>
                  <a:pt x="54842" y="29569"/>
                </a:lnTo>
                <a:lnTo>
                  <a:pt x="54610" y="30029"/>
                </a:lnTo>
                <a:lnTo>
                  <a:pt x="54395" y="30502"/>
                </a:lnTo>
                <a:lnTo>
                  <a:pt x="54197" y="30986"/>
                </a:lnTo>
                <a:lnTo>
                  <a:pt x="54016" y="31481"/>
                </a:lnTo>
                <a:lnTo>
                  <a:pt x="53853" y="31989"/>
                </a:lnTo>
                <a:lnTo>
                  <a:pt x="53706" y="32508"/>
                </a:lnTo>
                <a:lnTo>
                  <a:pt x="53577" y="33039"/>
                </a:lnTo>
                <a:lnTo>
                  <a:pt x="53465" y="33582"/>
                </a:lnTo>
                <a:lnTo>
                  <a:pt x="53371" y="34137"/>
                </a:lnTo>
                <a:lnTo>
                  <a:pt x="53293" y="34704"/>
                </a:lnTo>
                <a:lnTo>
                  <a:pt x="53233" y="35282"/>
                </a:lnTo>
                <a:lnTo>
                  <a:pt x="53190" y="35872"/>
                </a:lnTo>
                <a:lnTo>
                  <a:pt x="53164" y="36474"/>
                </a:lnTo>
                <a:lnTo>
                  <a:pt x="53155" y="37088"/>
                </a:lnTo>
                <a:lnTo>
                  <a:pt x="53163" y="37664"/>
                </a:lnTo>
                <a:lnTo>
                  <a:pt x="53187" y="38231"/>
                </a:lnTo>
                <a:lnTo>
                  <a:pt x="53226" y="38788"/>
                </a:lnTo>
                <a:lnTo>
                  <a:pt x="53280" y="39335"/>
                </a:lnTo>
                <a:lnTo>
                  <a:pt x="53351" y="39872"/>
                </a:lnTo>
                <a:lnTo>
                  <a:pt x="53436" y="40399"/>
                </a:lnTo>
                <a:lnTo>
                  <a:pt x="53538" y="40916"/>
                </a:lnTo>
                <a:lnTo>
                  <a:pt x="53655" y="41423"/>
                </a:lnTo>
                <a:lnTo>
                  <a:pt x="53788" y="41921"/>
                </a:lnTo>
                <a:lnTo>
                  <a:pt x="53936" y="42408"/>
                </a:lnTo>
                <a:lnTo>
                  <a:pt x="54100" y="42886"/>
                </a:lnTo>
                <a:lnTo>
                  <a:pt x="54280" y="43354"/>
                </a:lnTo>
                <a:lnTo>
                  <a:pt x="54475" y="43812"/>
                </a:lnTo>
                <a:lnTo>
                  <a:pt x="54686" y="44260"/>
                </a:lnTo>
                <a:lnTo>
                  <a:pt x="54912" y="44698"/>
                </a:lnTo>
                <a:lnTo>
                  <a:pt x="55154" y="45126"/>
                </a:lnTo>
                <a:lnTo>
                  <a:pt x="55412" y="45544"/>
                </a:lnTo>
                <a:lnTo>
                  <a:pt x="55685" y="45953"/>
                </a:lnTo>
                <a:lnTo>
                  <a:pt x="55974" y="46351"/>
                </a:lnTo>
                <a:lnTo>
                  <a:pt x="56279" y="46740"/>
                </a:lnTo>
                <a:lnTo>
                  <a:pt x="56599" y="47119"/>
                </a:lnTo>
                <a:lnTo>
                  <a:pt x="56935" y="47488"/>
                </a:lnTo>
                <a:lnTo>
                  <a:pt x="57286" y="47847"/>
                </a:lnTo>
                <a:lnTo>
                  <a:pt x="57653" y="48196"/>
                </a:lnTo>
                <a:lnTo>
                  <a:pt x="58034" y="48533"/>
                </a:lnTo>
                <a:lnTo>
                  <a:pt x="58426" y="48856"/>
                </a:lnTo>
                <a:lnTo>
                  <a:pt x="58830" y="49164"/>
                </a:lnTo>
                <a:lnTo>
                  <a:pt x="59245" y="49459"/>
                </a:lnTo>
                <a:lnTo>
                  <a:pt x="59671" y="49738"/>
                </a:lnTo>
                <a:lnTo>
                  <a:pt x="60110" y="50004"/>
                </a:lnTo>
                <a:lnTo>
                  <a:pt x="60559" y="50255"/>
                </a:lnTo>
                <a:lnTo>
                  <a:pt x="61020" y="50491"/>
                </a:lnTo>
                <a:lnTo>
                  <a:pt x="61492" y="50714"/>
                </a:lnTo>
                <a:lnTo>
                  <a:pt x="61976" y="50922"/>
                </a:lnTo>
                <a:lnTo>
                  <a:pt x="62472" y="51115"/>
                </a:lnTo>
                <a:lnTo>
                  <a:pt x="62979" y="51295"/>
                </a:lnTo>
                <a:lnTo>
                  <a:pt x="63497" y="51459"/>
                </a:lnTo>
                <a:lnTo>
                  <a:pt x="64027" y="51610"/>
                </a:lnTo>
                <a:lnTo>
                  <a:pt x="64568" y="51746"/>
                </a:lnTo>
                <a:lnTo>
                  <a:pt x="65121" y="51868"/>
                </a:lnTo>
                <a:lnTo>
                  <a:pt x="65685" y="51976"/>
                </a:lnTo>
                <a:lnTo>
                  <a:pt x="66260" y="52069"/>
                </a:lnTo>
                <a:lnTo>
                  <a:pt x="66848" y="52148"/>
                </a:lnTo>
                <a:lnTo>
                  <a:pt x="67446" y="52213"/>
                </a:lnTo>
                <a:lnTo>
                  <a:pt x="68056" y="52263"/>
                </a:lnTo>
                <a:lnTo>
                  <a:pt x="68678" y="52299"/>
                </a:lnTo>
                <a:lnTo>
                  <a:pt x="69311" y="52320"/>
                </a:lnTo>
                <a:lnTo>
                  <a:pt x="69955" y="52327"/>
                </a:lnTo>
                <a:lnTo>
                  <a:pt x="70524" y="52322"/>
                </a:lnTo>
                <a:lnTo>
                  <a:pt x="71084" y="52304"/>
                </a:lnTo>
                <a:lnTo>
                  <a:pt x="71633" y="52276"/>
                </a:lnTo>
                <a:lnTo>
                  <a:pt x="72174" y="52235"/>
                </a:lnTo>
                <a:lnTo>
                  <a:pt x="72704" y="52184"/>
                </a:lnTo>
                <a:lnTo>
                  <a:pt x="73226" y="52121"/>
                </a:lnTo>
                <a:lnTo>
                  <a:pt x="73737" y="52046"/>
                </a:lnTo>
                <a:lnTo>
                  <a:pt x="74239" y="51960"/>
                </a:lnTo>
                <a:lnTo>
                  <a:pt x="74732" y="51863"/>
                </a:lnTo>
                <a:lnTo>
                  <a:pt x="75215" y="51754"/>
                </a:lnTo>
                <a:lnTo>
                  <a:pt x="75688" y="51633"/>
                </a:lnTo>
                <a:lnTo>
                  <a:pt x="76152" y="51501"/>
                </a:lnTo>
                <a:lnTo>
                  <a:pt x="76606" y="51358"/>
                </a:lnTo>
                <a:lnTo>
                  <a:pt x="77051" y="51203"/>
                </a:lnTo>
                <a:lnTo>
                  <a:pt x="77486" y="51036"/>
                </a:lnTo>
                <a:lnTo>
                  <a:pt x="77911" y="50859"/>
                </a:lnTo>
                <a:lnTo>
                  <a:pt x="78327" y="50669"/>
                </a:lnTo>
                <a:lnTo>
                  <a:pt x="78734" y="50468"/>
                </a:lnTo>
                <a:lnTo>
                  <a:pt x="79130" y="50256"/>
                </a:lnTo>
                <a:lnTo>
                  <a:pt x="79518" y="50032"/>
                </a:lnTo>
                <a:lnTo>
                  <a:pt x="79895" y="49797"/>
                </a:lnTo>
                <a:lnTo>
                  <a:pt x="80264" y="49551"/>
                </a:lnTo>
                <a:lnTo>
                  <a:pt x="80622" y="49292"/>
                </a:lnTo>
                <a:lnTo>
                  <a:pt x="80971" y="49023"/>
                </a:lnTo>
                <a:lnTo>
                  <a:pt x="81308" y="48743"/>
                </a:lnTo>
                <a:lnTo>
                  <a:pt x="81631" y="48456"/>
                </a:lnTo>
                <a:lnTo>
                  <a:pt x="81940" y="48161"/>
                </a:lnTo>
                <a:lnTo>
                  <a:pt x="82234" y="47857"/>
                </a:lnTo>
                <a:lnTo>
                  <a:pt x="82514" y="47546"/>
                </a:lnTo>
                <a:lnTo>
                  <a:pt x="82779" y="47227"/>
                </a:lnTo>
                <a:lnTo>
                  <a:pt x="83030" y="46900"/>
                </a:lnTo>
                <a:lnTo>
                  <a:pt x="83267" y="46565"/>
                </a:lnTo>
                <a:lnTo>
                  <a:pt x="83489" y="46221"/>
                </a:lnTo>
                <a:lnTo>
                  <a:pt x="83697" y="45870"/>
                </a:lnTo>
                <a:lnTo>
                  <a:pt x="83891" y="45511"/>
                </a:lnTo>
                <a:lnTo>
                  <a:pt x="84071" y="45144"/>
                </a:lnTo>
                <a:lnTo>
                  <a:pt x="84236" y="44769"/>
                </a:lnTo>
                <a:lnTo>
                  <a:pt x="84386" y="44386"/>
                </a:lnTo>
                <a:lnTo>
                  <a:pt x="84523" y="43995"/>
                </a:lnTo>
                <a:lnTo>
                  <a:pt x="84644" y="43596"/>
                </a:lnTo>
                <a:lnTo>
                  <a:pt x="84752" y="43189"/>
                </a:lnTo>
                <a:lnTo>
                  <a:pt x="84845" y="42775"/>
                </a:lnTo>
                <a:lnTo>
                  <a:pt x="84878" y="42597"/>
                </a:lnTo>
                <a:lnTo>
                  <a:pt x="85104" y="42597"/>
                </a:lnTo>
                <a:lnTo>
                  <a:pt x="85104" y="51410"/>
                </a:lnTo>
                <a:lnTo>
                  <a:pt x="96211" y="51410"/>
                </a:lnTo>
                <a:lnTo>
                  <a:pt x="96211" y="17167"/>
                </a:lnTo>
                <a:close/>
                <a:moveTo>
                  <a:pt x="72361" y="43641"/>
                </a:moveTo>
                <a:lnTo>
                  <a:pt x="72037" y="43609"/>
                </a:lnTo>
                <a:lnTo>
                  <a:pt x="71719" y="43569"/>
                </a:lnTo>
                <a:lnTo>
                  <a:pt x="71408" y="43523"/>
                </a:lnTo>
                <a:lnTo>
                  <a:pt x="71103" y="43469"/>
                </a:lnTo>
                <a:lnTo>
                  <a:pt x="70803" y="43408"/>
                </a:lnTo>
                <a:lnTo>
                  <a:pt x="70511" y="43340"/>
                </a:lnTo>
                <a:lnTo>
                  <a:pt x="70224" y="43265"/>
                </a:lnTo>
                <a:lnTo>
                  <a:pt x="69943" y="43182"/>
                </a:lnTo>
                <a:lnTo>
                  <a:pt x="69669" y="43092"/>
                </a:lnTo>
                <a:lnTo>
                  <a:pt x="69401" y="42996"/>
                </a:lnTo>
                <a:lnTo>
                  <a:pt x="69139" y="42892"/>
                </a:lnTo>
                <a:lnTo>
                  <a:pt x="68884" y="42781"/>
                </a:lnTo>
                <a:lnTo>
                  <a:pt x="68634" y="42662"/>
                </a:lnTo>
                <a:lnTo>
                  <a:pt x="68391" y="42537"/>
                </a:lnTo>
                <a:lnTo>
                  <a:pt x="68154" y="42404"/>
                </a:lnTo>
                <a:lnTo>
                  <a:pt x="67923" y="42264"/>
                </a:lnTo>
                <a:lnTo>
                  <a:pt x="67699" y="42117"/>
                </a:lnTo>
                <a:lnTo>
                  <a:pt x="67481" y="41963"/>
                </a:lnTo>
                <a:lnTo>
                  <a:pt x="67268" y="41802"/>
                </a:lnTo>
                <a:lnTo>
                  <a:pt x="67063" y="41633"/>
                </a:lnTo>
                <a:lnTo>
                  <a:pt x="66864" y="41459"/>
                </a:lnTo>
                <a:lnTo>
                  <a:pt x="66674" y="41279"/>
                </a:lnTo>
                <a:lnTo>
                  <a:pt x="66493" y="41093"/>
                </a:lnTo>
                <a:lnTo>
                  <a:pt x="66320" y="40903"/>
                </a:lnTo>
                <a:lnTo>
                  <a:pt x="66155" y="40707"/>
                </a:lnTo>
                <a:lnTo>
                  <a:pt x="65999" y="40506"/>
                </a:lnTo>
                <a:lnTo>
                  <a:pt x="65851" y="40299"/>
                </a:lnTo>
                <a:lnTo>
                  <a:pt x="65712" y="40088"/>
                </a:lnTo>
                <a:lnTo>
                  <a:pt x="65581" y="39871"/>
                </a:lnTo>
                <a:lnTo>
                  <a:pt x="65458" y="39649"/>
                </a:lnTo>
                <a:lnTo>
                  <a:pt x="65344" y="39421"/>
                </a:lnTo>
                <a:lnTo>
                  <a:pt x="65239" y="39189"/>
                </a:lnTo>
                <a:lnTo>
                  <a:pt x="65142" y="38951"/>
                </a:lnTo>
                <a:lnTo>
                  <a:pt x="65053" y="38708"/>
                </a:lnTo>
                <a:lnTo>
                  <a:pt x="64973" y="38459"/>
                </a:lnTo>
                <a:lnTo>
                  <a:pt x="64901" y="38206"/>
                </a:lnTo>
                <a:lnTo>
                  <a:pt x="64838" y="37947"/>
                </a:lnTo>
                <a:lnTo>
                  <a:pt x="64783" y="37682"/>
                </a:lnTo>
                <a:lnTo>
                  <a:pt x="64736" y="37413"/>
                </a:lnTo>
                <a:lnTo>
                  <a:pt x="64698" y="37138"/>
                </a:lnTo>
                <a:lnTo>
                  <a:pt x="64669" y="36858"/>
                </a:lnTo>
                <a:lnTo>
                  <a:pt x="64648" y="36573"/>
                </a:lnTo>
                <a:lnTo>
                  <a:pt x="64635" y="36283"/>
                </a:lnTo>
                <a:lnTo>
                  <a:pt x="64631" y="35987"/>
                </a:lnTo>
                <a:lnTo>
                  <a:pt x="64634" y="35714"/>
                </a:lnTo>
                <a:lnTo>
                  <a:pt x="64645" y="35445"/>
                </a:lnTo>
                <a:lnTo>
                  <a:pt x="64664" y="35181"/>
                </a:lnTo>
                <a:lnTo>
                  <a:pt x="64689" y="34921"/>
                </a:lnTo>
                <a:lnTo>
                  <a:pt x="64722" y="34666"/>
                </a:lnTo>
                <a:lnTo>
                  <a:pt x="64763" y="34415"/>
                </a:lnTo>
                <a:lnTo>
                  <a:pt x="64810" y="34168"/>
                </a:lnTo>
                <a:lnTo>
                  <a:pt x="64865" y="33927"/>
                </a:lnTo>
                <a:lnTo>
                  <a:pt x="64928" y="33689"/>
                </a:lnTo>
                <a:lnTo>
                  <a:pt x="64997" y="33456"/>
                </a:lnTo>
                <a:lnTo>
                  <a:pt x="65074" y="33228"/>
                </a:lnTo>
                <a:lnTo>
                  <a:pt x="65159" y="33003"/>
                </a:lnTo>
                <a:lnTo>
                  <a:pt x="65250" y="32784"/>
                </a:lnTo>
                <a:lnTo>
                  <a:pt x="65349" y="32569"/>
                </a:lnTo>
                <a:lnTo>
                  <a:pt x="65455" y="32358"/>
                </a:lnTo>
                <a:lnTo>
                  <a:pt x="65569" y="32152"/>
                </a:lnTo>
                <a:lnTo>
                  <a:pt x="65690" y="31950"/>
                </a:lnTo>
                <a:lnTo>
                  <a:pt x="65818" y="31753"/>
                </a:lnTo>
                <a:lnTo>
                  <a:pt x="65954" y="31560"/>
                </a:lnTo>
                <a:lnTo>
                  <a:pt x="66097" y="31371"/>
                </a:lnTo>
                <a:lnTo>
                  <a:pt x="66247" y="31187"/>
                </a:lnTo>
                <a:lnTo>
                  <a:pt x="66405" y="31008"/>
                </a:lnTo>
                <a:lnTo>
                  <a:pt x="66570" y="30833"/>
                </a:lnTo>
                <a:lnTo>
                  <a:pt x="66742" y="30662"/>
                </a:lnTo>
                <a:lnTo>
                  <a:pt x="66920" y="30498"/>
                </a:lnTo>
                <a:lnTo>
                  <a:pt x="67103" y="30340"/>
                </a:lnTo>
                <a:lnTo>
                  <a:pt x="67291" y="30189"/>
                </a:lnTo>
                <a:lnTo>
                  <a:pt x="67484" y="30045"/>
                </a:lnTo>
                <a:lnTo>
                  <a:pt x="67682" y="29908"/>
                </a:lnTo>
                <a:lnTo>
                  <a:pt x="67884" y="29779"/>
                </a:lnTo>
                <a:lnTo>
                  <a:pt x="68091" y="29656"/>
                </a:lnTo>
                <a:lnTo>
                  <a:pt x="68303" y="29540"/>
                </a:lnTo>
                <a:lnTo>
                  <a:pt x="68520" y="29431"/>
                </a:lnTo>
                <a:lnTo>
                  <a:pt x="68741" y="29330"/>
                </a:lnTo>
                <a:lnTo>
                  <a:pt x="68967" y="29235"/>
                </a:lnTo>
                <a:lnTo>
                  <a:pt x="69198" y="29147"/>
                </a:lnTo>
                <a:lnTo>
                  <a:pt x="69434" y="29067"/>
                </a:lnTo>
                <a:lnTo>
                  <a:pt x="69674" y="28993"/>
                </a:lnTo>
                <a:lnTo>
                  <a:pt x="69920" y="28926"/>
                </a:lnTo>
                <a:lnTo>
                  <a:pt x="70170" y="28867"/>
                </a:lnTo>
                <a:lnTo>
                  <a:pt x="70425" y="28814"/>
                </a:lnTo>
                <a:lnTo>
                  <a:pt x="70684" y="28769"/>
                </a:lnTo>
                <a:lnTo>
                  <a:pt x="70949" y="28730"/>
                </a:lnTo>
                <a:lnTo>
                  <a:pt x="71218" y="28698"/>
                </a:lnTo>
                <a:lnTo>
                  <a:pt x="71492" y="28674"/>
                </a:lnTo>
                <a:lnTo>
                  <a:pt x="71770" y="28656"/>
                </a:lnTo>
                <a:lnTo>
                  <a:pt x="72054" y="28646"/>
                </a:lnTo>
                <a:lnTo>
                  <a:pt x="72342" y="28642"/>
                </a:lnTo>
                <a:lnTo>
                  <a:pt x="84735" y="28642"/>
                </a:lnTo>
                <a:lnTo>
                  <a:pt x="84735" y="34793"/>
                </a:lnTo>
                <a:lnTo>
                  <a:pt x="84730" y="35120"/>
                </a:lnTo>
                <a:lnTo>
                  <a:pt x="84714" y="35441"/>
                </a:lnTo>
                <a:lnTo>
                  <a:pt x="84687" y="35757"/>
                </a:lnTo>
                <a:lnTo>
                  <a:pt x="84650" y="36068"/>
                </a:lnTo>
                <a:lnTo>
                  <a:pt x="84602" y="36374"/>
                </a:lnTo>
                <a:lnTo>
                  <a:pt x="84543" y="36675"/>
                </a:lnTo>
                <a:lnTo>
                  <a:pt x="84474" y="36971"/>
                </a:lnTo>
                <a:lnTo>
                  <a:pt x="84393" y="37262"/>
                </a:lnTo>
                <a:lnTo>
                  <a:pt x="84303" y="37547"/>
                </a:lnTo>
                <a:lnTo>
                  <a:pt x="84201" y="37828"/>
                </a:lnTo>
                <a:lnTo>
                  <a:pt x="84089" y="38103"/>
                </a:lnTo>
                <a:lnTo>
                  <a:pt x="83966" y="38374"/>
                </a:lnTo>
                <a:lnTo>
                  <a:pt x="83833" y="38639"/>
                </a:lnTo>
                <a:lnTo>
                  <a:pt x="83688" y="38899"/>
                </a:lnTo>
                <a:lnTo>
                  <a:pt x="83534" y="39154"/>
                </a:lnTo>
                <a:lnTo>
                  <a:pt x="83368" y="39404"/>
                </a:lnTo>
                <a:lnTo>
                  <a:pt x="83192" y="39649"/>
                </a:lnTo>
                <a:lnTo>
                  <a:pt x="83005" y="39889"/>
                </a:lnTo>
                <a:lnTo>
                  <a:pt x="82807" y="40123"/>
                </a:lnTo>
                <a:lnTo>
                  <a:pt x="82599" y="40353"/>
                </a:lnTo>
                <a:lnTo>
                  <a:pt x="82380" y="40577"/>
                </a:lnTo>
                <a:lnTo>
                  <a:pt x="82150" y="40797"/>
                </a:lnTo>
                <a:lnTo>
                  <a:pt x="81910" y="41011"/>
                </a:lnTo>
                <a:lnTo>
                  <a:pt x="81659" y="41220"/>
                </a:lnTo>
                <a:lnTo>
                  <a:pt x="81400" y="41422"/>
                </a:lnTo>
                <a:lnTo>
                  <a:pt x="81134" y="41616"/>
                </a:lnTo>
                <a:lnTo>
                  <a:pt x="80862" y="41801"/>
                </a:lnTo>
                <a:lnTo>
                  <a:pt x="80584" y="41977"/>
                </a:lnTo>
                <a:lnTo>
                  <a:pt x="80300" y="42145"/>
                </a:lnTo>
                <a:lnTo>
                  <a:pt x="80010" y="42304"/>
                </a:lnTo>
                <a:lnTo>
                  <a:pt x="79713" y="42455"/>
                </a:lnTo>
                <a:lnTo>
                  <a:pt x="79410" y="42597"/>
                </a:lnTo>
                <a:lnTo>
                  <a:pt x="79101" y="42730"/>
                </a:lnTo>
                <a:lnTo>
                  <a:pt x="78786" y="42855"/>
                </a:lnTo>
                <a:lnTo>
                  <a:pt x="78464" y="42971"/>
                </a:lnTo>
                <a:lnTo>
                  <a:pt x="78137" y="43079"/>
                </a:lnTo>
                <a:lnTo>
                  <a:pt x="77803" y="43178"/>
                </a:lnTo>
                <a:lnTo>
                  <a:pt x="77463" y="43268"/>
                </a:lnTo>
                <a:lnTo>
                  <a:pt x="77116" y="43350"/>
                </a:lnTo>
                <a:lnTo>
                  <a:pt x="76764" y="43423"/>
                </a:lnTo>
                <a:lnTo>
                  <a:pt x="76405" y="43487"/>
                </a:lnTo>
                <a:lnTo>
                  <a:pt x="76040" y="43543"/>
                </a:lnTo>
                <a:lnTo>
                  <a:pt x="75669" y="43591"/>
                </a:lnTo>
                <a:lnTo>
                  <a:pt x="75291" y="43629"/>
                </a:lnTo>
                <a:lnTo>
                  <a:pt x="74908" y="43660"/>
                </a:lnTo>
                <a:lnTo>
                  <a:pt x="74518" y="43681"/>
                </a:lnTo>
                <a:lnTo>
                  <a:pt x="74122" y="43694"/>
                </a:lnTo>
                <a:lnTo>
                  <a:pt x="73719" y="43698"/>
                </a:lnTo>
                <a:lnTo>
                  <a:pt x="73370" y="43695"/>
                </a:lnTo>
                <a:lnTo>
                  <a:pt x="73028" y="43684"/>
                </a:lnTo>
                <a:lnTo>
                  <a:pt x="72691" y="43666"/>
                </a:lnTo>
                <a:lnTo>
                  <a:pt x="72361" y="43641"/>
                </a:lnTo>
                <a:close/>
                <a:moveTo>
                  <a:pt x="241742" y="15389"/>
                </a:moveTo>
                <a:lnTo>
                  <a:pt x="242045" y="15363"/>
                </a:lnTo>
                <a:lnTo>
                  <a:pt x="242343" y="15329"/>
                </a:lnTo>
                <a:lnTo>
                  <a:pt x="242635" y="15288"/>
                </a:lnTo>
                <a:lnTo>
                  <a:pt x="242922" y="15239"/>
                </a:lnTo>
                <a:lnTo>
                  <a:pt x="243204" y="15183"/>
                </a:lnTo>
                <a:lnTo>
                  <a:pt x="243480" y="15120"/>
                </a:lnTo>
                <a:lnTo>
                  <a:pt x="243752" y="15048"/>
                </a:lnTo>
                <a:lnTo>
                  <a:pt x="244018" y="14970"/>
                </a:lnTo>
                <a:lnTo>
                  <a:pt x="244279" y="14884"/>
                </a:lnTo>
                <a:lnTo>
                  <a:pt x="244534" y="14790"/>
                </a:lnTo>
                <a:lnTo>
                  <a:pt x="244784" y="14689"/>
                </a:lnTo>
                <a:lnTo>
                  <a:pt x="245029" y="14580"/>
                </a:lnTo>
                <a:lnTo>
                  <a:pt x="245269" y="14464"/>
                </a:lnTo>
                <a:lnTo>
                  <a:pt x="245504" y="14341"/>
                </a:lnTo>
                <a:lnTo>
                  <a:pt x="245733" y="14209"/>
                </a:lnTo>
                <a:lnTo>
                  <a:pt x="245957" y="14071"/>
                </a:lnTo>
                <a:lnTo>
                  <a:pt x="246176" y="13925"/>
                </a:lnTo>
                <a:lnTo>
                  <a:pt x="246389" y="13771"/>
                </a:lnTo>
                <a:lnTo>
                  <a:pt x="246597" y="13610"/>
                </a:lnTo>
                <a:lnTo>
                  <a:pt x="246800" y="13442"/>
                </a:lnTo>
                <a:lnTo>
                  <a:pt x="246998" y="13266"/>
                </a:lnTo>
                <a:lnTo>
                  <a:pt x="247189" y="13084"/>
                </a:lnTo>
                <a:lnTo>
                  <a:pt x="247372" y="12898"/>
                </a:lnTo>
                <a:lnTo>
                  <a:pt x="247547" y="12707"/>
                </a:lnTo>
                <a:lnTo>
                  <a:pt x="247714" y="12512"/>
                </a:lnTo>
                <a:lnTo>
                  <a:pt x="247872" y="12313"/>
                </a:lnTo>
                <a:lnTo>
                  <a:pt x="248023" y="12110"/>
                </a:lnTo>
                <a:lnTo>
                  <a:pt x="248165" y="11902"/>
                </a:lnTo>
                <a:lnTo>
                  <a:pt x="248299" y="11690"/>
                </a:lnTo>
                <a:lnTo>
                  <a:pt x="248425" y="11473"/>
                </a:lnTo>
                <a:lnTo>
                  <a:pt x="248543" y="11253"/>
                </a:lnTo>
                <a:lnTo>
                  <a:pt x="248653" y="11028"/>
                </a:lnTo>
                <a:lnTo>
                  <a:pt x="248754" y="10798"/>
                </a:lnTo>
                <a:lnTo>
                  <a:pt x="248848" y="10565"/>
                </a:lnTo>
                <a:lnTo>
                  <a:pt x="248933" y="10327"/>
                </a:lnTo>
                <a:lnTo>
                  <a:pt x="249011" y="10085"/>
                </a:lnTo>
                <a:lnTo>
                  <a:pt x="249080" y="9838"/>
                </a:lnTo>
                <a:lnTo>
                  <a:pt x="249141" y="9588"/>
                </a:lnTo>
                <a:lnTo>
                  <a:pt x="249194" y="9332"/>
                </a:lnTo>
                <a:lnTo>
                  <a:pt x="249238" y="9073"/>
                </a:lnTo>
                <a:lnTo>
                  <a:pt x="249275" y="8809"/>
                </a:lnTo>
                <a:lnTo>
                  <a:pt x="249303" y="8541"/>
                </a:lnTo>
                <a:lnTo>
                  <a:pt x="249324" y="8269"/>
                </a:lnTo>
                <a:lnTo>
                  <a:pt x="249336" y="7992"/>
                </a:lnTo>
                <a:lnTo>
                  <a:pt x="249340" y="7711"/>
                </a:lnTo>
                <a:lnTo>
                  <a:pt x="249336" y="7423"/>
                </a:lnTo>
                <a:lnTo>
                  <a:pt x="249324" y="7139"/>
                </a:lnTo>
                <a:lnTo>
                  <a:pt x="249303" y="6861"/>
                </a:lnTo>
                <a:lnTo>
                  <a:pt x="249275" y="6587"/>
                </a:lnTo>
                <a:lnTo>
                  <a:pt x="249238" y="6317"/>
                </a:lnTo>
                <a:lnTo>
                  <a:pt x="249194" y="6053"/>
                </a:lnTo>
                <a:lnTo>
                  <a:pt x="249141" y="5793"/>
                </a:lnTo>
                <a:lnTo>
                  <a:pt x="249080" y="5538"/>
                </a:lnTo>
                <a:lnTo>
                  <a:pt x="249011" y="5288"/>
                </a:lnTo>
                <a:lnTo>
                  <a:pt x="248933" y="5043"/>
                </a:lnTo>
                <a:lnTo>
                  <a:pt x="248848" y="4802"/>
                </a:lnTo>
                <a:lnTo>
                  <a:pt x="248754" y="4567"/>
                </a:lnTo>
                <a:lnTo>
                  <a:pt x="248653" y="4336"/>
                </a:lnTo>
                <a:lnTo>
                  <a:pt x="248543" y="4110"/>
                </a:lnTo>
                <a:lnTo>
                  <a:pt x="248425" y="3888"/>
                </a:lnTo>
                <a:lnTo>
                  <a:pt x="248299" y="3672"/>
                </a:lnTo>
                <a:lnTo>
                  <a:pt x="248165" y="3460"/>
                </a:lnTo>
                <a:lnTo>
                  <a:pt x="248023" y="3253"/>
                </a:lnTo>
                <a:lnTo>
                  <a:pt x="247872" y="3050"/>
                </a:lnTo>
                <a:lnTo>
                  <a:pt x="247714" y="2853"/>
                </a:lnTo>
                <a:lnTo>
                  <a:pt x="247547" y="2660"/>
                </a:lnTo>
                <a:lnTo>
                  <a:pt x="247372" y="2472"/>
                </a:lnTo>
                <a:lnTo>
                  <a:pt x="247189" y="2289"/>
                </a:lnTo>
                <a:lnTo>
                  <a:pt x="246998" y="2111"/>
                </a:lnTo>
                <a:lnTo>
                  <a:pt x="246800" y="1939"/>
                </a:lnTo>
                <a:lnTo>
                  <a:pt x="246597" y="1774"/>
                </a:lnTo>
                <a:lnTo>
                  <a:pt x="246389" y="1616"/>
                </a:lnTo>
                <a:lnTo>
                  <a:pt x="246176" y="1466"/>
                </a:lnTo>
                <a:lnTo>
                  <a:pt x="245957" y="1323"/>
                </a:lnTo>
                <a:lnTo>
                  <a:pt x="245733" y="1187"/>
                </a:lnTo>
                <a:lnTo>
                  <a:pt x="245504" y="1059"/>
                </a:lnTo>
                <a:lnTo>
                  <a:pt x="245269" y="938"/>
                </a:lnTo>
                <a:lnTo>
                  <a:pt x="245029" y="825"/>
                </a:lnTo>
                <a:lnTo>
                  <a:pt x="244784" y="718"/>
                </a:lnTo>
                <a:lnTo>
                  <a:pt x="244534" y="619"/>
                </a:lnTo>
                <a:lnTo>
                  <a:pt x="244279" y="528"/>
                </a:lnTo>
                <a:lnTo>
                  <a:pt x="244018" y="443"/>
                </a:lnTo>
                <a:lnTo>
                  <a:pt x="243752" y="366"/>
                </a:lnTo>
                <a:lnTo>
                  <a:pt x="243480" y="297"/>
                </a:lnTo>
                <a:lnTo>
                  <a:pt x="243204" y="235"/>
                </a:lnTo>
                <a:lnTo>
                  <a:pt x="242922" y="180"/>
                </a:lnTo>
                <a:lnTo>
                  <a:pt x="242635" y="132"/>
                </a:lnTo>
                <a:lnTo>
                  <a:pt x="242343" y="92"/>
                </a:lnTo>
                <a:lnTo>
                  <a:pt x="242045" y="59"/>
                </a:lnTo>
                <a:lnTo>
                  <a:pt x="241742" y="33"/>
                </a:lnTo>
                <a:lnTo>
                  <a:pt x="241434" y="15"/>
                </a:lnTo>
                <a:lnTo>
                  <a:pt x="241121" y="4"/>
                </a:lnTo>
                <a:lnTo>
                  <a:pt x="240802" y="0"/>
                </a:lnTo>
                <a:lnTo>
                  <a:pt x="240483" y="4"/>
                </a:lnTo>
                <a:lnTo>
                  <a:pt x="240170" y="15"/>
                </a:lnTo>
                <a:lnTo>
                  <a:pt x="239862" y="33"/>
                </a:lnTo>
                <a:lnTo>
                  <a:pt x="239559" y="59"/>
                </a:lnTo>
                <a:lnTo>
                  <a:pt x="239261" y="92"/>
                </a:lnTo>
                <a:lnTo>
                  <a:pt x="238969" y="132"/>
                </a:lnTo>
                <a:lnTo>
                  <a:pt x="238681" y="180"/>
                </a:lnTo>
                <a:lnTo>
                  <a:pt x="238400" y="235"/>
                </a:lnTo>
                <a:lnTo>
                  <a:pt x="238123" y="297"/>
                </a:lnTo>
                <a:lnTo>
                  <a:pt x="237852" y="366"/>
                </a:lnTo>
                <a:lnTo>
                  <a:pt x="237585" y="443"/>
                </a:lnTo>
                <a:lnTo>
                  <a:pt x="237325" y="528"/>
                </a:lnTo>
                <a:lnTo>
                  <a:pt x="237069" y="619"/>
                </a:lnTo>
                <a:lnTo>
                  <a:pt x="236819" y="718"/>
                </a:lnTo>
                <a:lnTo>
                  <a:pt x="236574" y="825"/>
                </a:lnTo>
                <a:lnTo>
                  <a:pt x="236334" y="938"/>
                </a:lnTo>
                <a:lnTo>
                  <a:pt x="236099" y="1059"/>
                </a:lnTo>
                <a:lnTo>
                  <a:pt x="235870" y="1187"/>
                </a:lnTo>
                <a:lnTo>
                  <a:pt x="235646" y="1323"/>
                </a:lnTo>
                <a:lnTo>
                  <a:pt x="235427" y="1466"/>
                </a:lnTo>
                <a:lnTo>
                  <a:pt x="235214" y="1616"/>
                </a:lnTo>
                <a:lnTo>
                  <a:pt x="235006" y="1774"/>
                </a:lnTo>
                <a:lnTo>
                  <a:pt x="234803" y="1939"/>
                </a:lnTo>
                <a:lnTo>
                  <a:pt x="234605" y="2111"/>
                </a:lnTo>
                <a:lnTo>
                  <a:pt x="234414" y="2289"/>
                </a:lnTo>
                <a:lnTo>
                  <a:pt x="234231" y="2472"/>
                </a:lnTo>
                <a:lnTo>
                  <a:pt x="234056" y="2660"/>
                </a:lnTo>
                <a:lnTo>
                  <a:pt x="233890" y="2853"/>
                </a:lnTo>
                <a:lnTo>
                  <a:pt x="233731" y="3050"/>
                </a:lnTo>
                <a:lnTo>
                  <a:pt x="233581" y="3253"/>
                </a:lnTo>
                <a:lnTo>
                  <a:pt x="233439" y="3460"/>
                </a:lnTo>
                <a:lnTo>
                  <a:pt x="233304" y="3672"/>
                </a:lnTo>
                <a:lnTo>
                  <a:pt x="233179" y="3888"/>
                </a:lnTo>
                <a:lnTo>
                  <a:pt x="233061" y="4110"/>
                </a:lnTo>
                <a:lnTo>
                  <a:pt x="232951" y="4336"/>
                </a:lnTo>
                <a:lnTo>
                  <a:pt x="232849" y="4567"/>
                </a:lnTo>
                <a:lnTo>
                  <a:pt x="232756" y="4802"/>
                </a:lnTo>
                <a:lnTo>
                  <a:pt x="232671" y="5043"/>
                </a:lnTo>
                <a:lnTo>
                  <a:pt x="232593" y="5288"/>
                </a:lnTo>
                <a:lnTo>
                  <a:pt x="232524" y="5538"/>
                </a:lnTo>
                <a:lnTo>
                  <a:pt x="232463" y="5793"/>
                </a:lnTo>
                <a:lnTo>
                  <a:pt x="232410" y="6053"/>
                </a:lnTo>
                <a:lnTo>
                  <a:pt x="232366" y="6317"/>
                </a:lnTo>
                <a:lnTo>
                  <a:pt x="232329" y="6587"/>
                </a:lnTo>
                <a:lnTo>
                  <a:pt x="232301" y="6861"/>
                </a:lnTo>
                <a:lnTo>
                  <a:pt x="232280" y="7139"/>
                </a:lnTo>
                <a:lnTo>
                  <a:pt x="232268" y="7423"/>
                </a:lnTo>
                <a:lnTo>
                  <a:pt x="232264" y="7711"/>
                </a:lnTo>
                <a:lnTo>
                  <a:pt x="232268" y="7992"/>
                </a:lnTo>
                <a:lnTo>
                  <a:pt x="232280" y="8269"/>
                </a:lnTo>
                <a:lnTo>
                  <a:pt x="232301" y="8541"/>
                </a:lnTo>
                <a:lnTo>
                  <a:pt x="232329" y="8809"/>
                </a:lnTo>
                <a:lnTo>
                  <a:pt x="232366" y="9073"/>
                </a:lnTo>
                <a:lnTo>
                  <a:pt x="232410" y="9332"/>
                </a:lnTo>
                <a:lnTo>
                  <a:pt x="232463" y="9588"/>
                </a:lnTo>
                <a:lnTo>
                  <a:pt x="232524" y="9838"/>
                </a:lnTo>
                <a:lnTo>
                  <a:pt x="232593" y="10085"/>
                </a:lnTo>
                <a:lnTo>
                  <a:pt x="232671" y="10327"/>
                </a:lnTo>
                <a:lnTo>
                  <a:pt x="232756" y="10565"/>
                </a:lnTo>
                <a:lnTo>
                  <a:pt x="232849" y="10798"/>
                </a:lnTo>
                <a:lnTo>
                  <a:pt x="232951" y="11028"/>
                </a:lnTo>
                <a:lnTo>
                  <a:pt x="233061" y="11253"/>
                </a:lnTo>
                <a:lnTo>
                  <a:pt x="233179" y="11473"/>
                </a:lnTo>
                <a:lnTo>
                  <a:pt x="233304" y="11690"/>
                </a:lnTo>
                <a:lnTo>
                  <a:pt x="233439" y="11902"/>
                </a:lnTo>
                <a:lnTo>
                  <a:pt x="233581" y="12110"/>
                </a:lnTo>
                <a:lnTo>
                  <a:pt x="233731" y="12313"/>
                </a:lnTo>
                <a:lnTo>
                  <a:pt x="233890" y="12512"/>
                </a:lnTo>
                <a:lnTo>
                  <a:pt x="234056" y="12707"/>
                </a:lnTo>
                <a:lnTo>
                  <a:pt x="234231" y="12898"/>
                </a:lnTo>
                <a:lnTo>
                  <a:pt x="234414" y="13084"/>
                </a:lnTo>
                <a:lnTo>
                  <a:pt x="234605" y="13266"/>
                </a:lnTo>
                <a:lnTo>
                  <a:pt x="234803" y="13442"/>
                </a:lnTo>
                <a:lnTo>
                  <a:pt x="235006" y="13610"/>
                </a:lnTo>
                <a:lnTo>
                  <a:pt x="235214" y="13771"/>
                </a:lnTo>
                <a:lnTo>
                  <a:pt x="235427" y="13925"/>
                </a:lnTo>
                <a:lnTo>
                  <a:pt x="235646" y="14071"/>
                </a:lnTo>
                <a:lnTo>
                  <a:pt x="235870" y="14209"/>
                </a:lnTo>
                <a:lnTo>
                  <a:pt x="236099" y="14341"/>
                </a:lnTo>
                <a:lnTo>
                  <a:pt x="236334" y="14464"/>
                </a:lnTo>
                <a:lnTo>
                  <a:pt x="236574" y="14580"/>
                </a:lnTo>
                <a:lnTo>
                  <a:pt x="236819" y="14689"/>
                </a:lnTo>
                <a:lnTo>
                  <a:pt x="237069" y="14790"/>
                </a:lnTo>
                <a:lnTo>
                  <a:pt x="237325" y="14884"/>
                </a:lnTo>
                <a:lnTo>
                  <a:pt x="237585" y="14970"/>
                </a:lnTo>
                <a:lnTo>
                  <a:pt x="237852" y="15048"/>
                </a:lnTo>
                <a:lnTo>
                  <a:pt x="238123" y="15120"/>
                </a:lnTo>
                <a:lnTo>
                  <a:pt x="238400" y="15183"/>
                </a:lnTo>
                <a:lnTo>
                  <a:pt x="238681" y="15239"/>
                </a:lnTo>
                <a:lnTo>
                  <a:pt x="238969" y="15288"/>
                </a:lnTo>
                <a:lnTo>
                  <a:pt x="239261" y="15329"/>
                </a:lnTo>
                <a:lnTo>
                  <a:pt x="239559" y="15363"/>
                </a:lnTo>
                <a:lnTo>
                  <a:pt x="239862" y="15389"/>
                </a:lnTo>
                <a:lnTo>
                  <a:pt x="240170" y="15408"/>
                </a:lnTo>
                <a:lnTo>
                  <a:pt x="240483" y="15419"/>
                </a:lnTo>
                <a:lnTo>
                  <a:pt x="240802" y="15423"/>
                </a:lnTo>
                <a:lnTo>
                  <a:pt x="241121" y="15419"/>
                </a:lnTo>
                <a:lnTo>
                  <a:pt x="241434" y="15408"/>
                </a:lnTo>
                <a:lnTo>
                  <a:pt x="241742" y="15389"/>
                </a:lnTo>
                <a:close/>
                <a:moveTo>
                  <a:pt x="188436" y="52219"/>
                </a:moveTo>
                <a:lnTo>
                  <a:pt x="189071" y="52158"/>
                </a:lnTo>
                <a:lnTo>
                  <a:pt x="189698" y="52083"/>
                </a:lnTo>
                <a:lnTo>
                  <a:pt x="190316" y="51995"/>
                </a:lnTo>
                <a:lnTo>
                  <a:pt x="190926" y="51894"/>
                </a:lnTo>
                <a:lnTo>
                  <a:pt x="191528" y="51779"/>
                </a:lnTo>
                <a:lnTo>
                  <a:pt x="192121" y="51650"/>
                </a:lnTo>
                <a:lnTo>
                  <a:pt x="192705" y="51508"/>
                </a:lnTo>
                <a:lnTo>
                  <a:pt x="193281" y="51352"/>
                </a:lnTo>
                <a:lnTo>
                  <a:pt x="193849" y="51183"/>
                </a:lnTo>
                <a:lnTo>
                  <a:pt x="194408" y="51000"/>
                </a:lnTo>
                <a:lnTo>
                  <a:pt x="194959" y="50803"/>
                </a:lnTo>
                <a:lnTo>
                  <a:pt x="195501" y="50593"/>
                </a:lnTo>
                <a:lnTo>
                  <a:pt x="196035" y="50370"/>
                </a:lnTo>
                <a:lnTo>
                  <a:pt x="196561" y="50133"/>
                </a:lnTo>
                <a:lnTo>
                  <a:pt x="197078" y="49882"/>
                </a:lnTo>
                <a:lnTo>
                  <a:pt x="197586" y="49618"/>
                </a:lnTo>
                <a:lnTo>
                  <a:pt x="198086" y="49340"/>
                </a:lnTo>
                <a:lnTo>
                  <a:pt x="198578" y="49049"/>
                </a:lnTo>
                <a:lnTo>
                  <a:pt x="199061" y="48744"/>
                </a:lnTo>
                <a:lnTo>
                  <a:pt x="199535" y="48426"/>
                </a:lnTo>
                <a:lnTo>
                  <a:pt x="199998" y="48096"/>
                </a:lnTo>
                <a:lnTo>
                  <a:pt x="200446" y="47758"/>
                </a:lnTo>
                <a:lnTo>
                  <a:pt x="200879" y="47410"/>
                </a:lnTo>
                <a:lnTo>
                  <a:pt x="201296" y="47053"/>
                </a:lnTo>
                <a:lnTo>
                  <a:pt x="201698" y="46687"/>
                </a:lnTo>
                <a:lnTo>
                  <a:pt x="202086" y="46312"/>
                </a:lnTo>
                <a:lnTo>
                  <a:pt x="202458" y="45928"/>
                </a:lnTo>
                <a:lnTo>
                  <a:pt x="202815" y="45534"/>
                </a:lnTo>
                <a:lnTo>
                  <a:pt x="203156" y="45132"/>
                </a:lnTo>
                <a:lnTo>
                  <a:pt x="203483" y="44721"/>
                </a:lnTo>
                <a:lnTo>
                  <a:pt x="203794" y="44300"/>
                </a:lnTo>
                <a:lnTo>
                  <a:pt x="204091" y="43871"/>
                </a:lnTo>
                <a:lnTo>
                  <a:pt x="204372" y="43432"/>
                </a:lnTo>
                <a:lnTo>
                  <a:pt x="204638" y="42984"/>
                </a:lnTo>
                <a:lnTo>
                  <a:pt x="204889" y="42527"/>
                </a:lnTo>
                <a:lnTo>
                  <a:pt x="205125" y="42061"/>
                </a:lnTo>
                <a:lnTo>
                  <a:pt x="205346" y="41586"/>
                </a:lnTo>
                <a:lnTo>
                  <a:pt x="205551" y="41102"/>
                </a:lnTo>
                <a:lnTo>
                  <a:pt x="205742" y="40609"/>
                </a:lnTo>
                <a:lnTo>
                  <a:pt x="205917" y="40107"/>
                </a:lnTo>
                <a:lnTo>
                  <a:pt x="206077" y="39595"/>
                </a:lnTo>
                <a:lnTo>
                  <a:pt x="206222" y="39075"/>
                </a:lnTo>
                <a:lnTo>
                  <a:pt x="206352" y="38545"/>
                </a:lnTo>
                <a:lnTo>
                  <a:pt x="206467" y="38007"/>
                </a:lnTo>
                <a:lnTo>
                  <a:pt x="195175" y="38007"/>
                </a:lnTo>
                <a:lnTo>
                  <a:pt x="195118" y="38219"/>
                </a:lnTo>
                <a:lnTo>
                  <a:pt x="195055" y="38427"/>
                </a:lnTo>
                <a:lnTo>
                  <a:pt x="194987" y="38630"/>
                </a:lnTo>
                <a:lnTo>
                  <a:pt x="194912" y="38829"/>
                </a:lnTo>
                <a:lnTo>
                  <a:pt x="194831" y="39024"/>
                </a:lnTo>
                <a:lnTo>
                  <a:pt x="194744" y="39215"/>
                </a:lnTo>
                <a:lnTo>
                  <a:pt x="194651" y="39401"/>
                </a:lnTo>
                <a:lnTo>
                  <a:pt x="194552" y="39583"/>
                </a:lnTo>
                <a:lnTo>
                  <a:pt x="194447" y="39760"/>
                </a:lnTo>
                <a:lnTo>
                  <a:pt x="194336" y="39934"/>
                </a:lnTo>
                <a:lnTo>
                  <a:pt x="194219" y="40103"/>
                </a:lnTo>
                <a:lnTo>
                  <a:pt x="194096" y="40267"/>
                </a:lnTo>
                <a:lnTo>
                  <a:pt x="193966" y="40428"/>
                </a:lnTo>
                <a:lnTo>
                  <a:pt x="193831" y="40584"/>
                </a:lnTo>
                <a:lnTo>
                  <a:pt x="193690" y="40736"/>
                </a:lnTo>
                <a:lnTo>
                  <a:pt x="193542" y="40883"/>
                </a:lnTo>
                <a:lnTo>
                  <a:pt x="193389" y="41026"/>
                </a:lnTo>
                <a:lnTo>
                  <a:pt x="193229" y="41165"/>
                </a:lnTo>
                <a:lnTo>
                  <a:pt x="193064" y="41300"/>
                </a:lnTo>
                <a:lnTo>
                  <a:pt x="192892" y="41430"/>
                </a:lnTo>
                <a:lnTo>
                  <a:pt x="192714" y="41556"/>
                </a:lnTo>
                <a:lnTo>
                  <a:pt x="192530" y="41678"/>
                </a:lnTo>
                <a:lnTo>
                  <a:pt x="192341" y="41795"/>
                </a:lnTo>
                <a:lnTo>
                  <a:pt x="192145" y="41908"/>
                </a:lnTo>
                <a:lnTo>
                  <a:pt x="191943" y="42017"/>
                </a:lnTo>
                <a:lnTo>
                  <a:pt x="191737" y="42121"/>
                </a:lnTo>
                <a:lnTo>
                  <a:pt x="191525" y="42220"/>
                </a:lnTo>
                <a:lnTo>
                  <a:pt x="191308" y="42315"/>
                </a:lnTo>
                <a:lnTo>
                  <a:pt x="191086" y="42405"/>
                </a:lnTo>
                <a:lnTo>
                  <a:pt x="190859" y="42490"/>
                </a:lnTo>
                <a:lnTo>
                  <a:pt x="190627" y="42571"/>
                </a:lnTo>
                <a:lnTo>
                  <a:pt x="190390" y="42647"/>
                </a:lnTo>
                <a:lnTo>
                  <a:pt x="190148" y="42719"/>
                </a:lnTo>
                <a:lnTo>
                  <a:pt x="189901" y="42786"/>
                </a:lnTo>
                <a:lnTo>
                  <a:pt x="189648" y="42848"/>
                </a:lnTo>
                <a:lnTo>
                  <a:pt x="189391" y="42906"/>
                </a:lnTo>
                <a:lnTo>
                  <a:pt x="189128" y="42959"/>
                </a:lnTo>
                <a:lnTo>
                  <a:pt x="188860" y="43008"/>
                </a:lnTo>
                <a:lnTo>
                  <a:pt x="188588" y="43052"/>
                </a:lnTo>
                <a:lnTo>
                  <a:pt x="188310" y="43091"/>
                </a:lnTo>
                <a:lnTo>
                  <a:pt x="188027" y="43126"/>
                </a:lnTo>
                <a:lnTo>
                  <a:pt x="187738" y="43156"/>
                </a:lnTo>
                <a:lnTo>
                  <a:pt x="187445" y="43181"/>
                </a:lnTo>
                <a:lnTo>
                  <a:pt x="187147" y="43202"/>
                </a:lnTo>
                <a:lnTo>
                  <a:pt x="186844" y="43218"/>
                </a:lnTo>
                <a:lnTo>
                  <a:pt x="186535" y="43230"/>
                </a:lnTo>
                <a:lnTo>
                  <a:pt x="186221" y="43236"/>
                </a:lnTo>
                <a:lnTo>
                  <a:pt x="185903" y="43239"/>
                </a:lnTo>
                <a:lnTo>
                  <a:pt x="185486" y="43234"/>
                </a:lnTo>
                <a:lnTo>
                  <a:pt x="185078" y="43220"/>
                </a:lnTo>
                <a:lnTo>
                  <a:pt x="184679" y="43196"/>
                </a:lnTo>
                <a:lnTo>
                  <a:pt x="184288" y="43164"/>
                </a:lnTo>
                <a:lnTo>
                  <a:pt x="183906" y="43121"/>
                </a:lnTo>
                <a:lnTo>
                  <a:pt x="183533" y="43070"/>
                </a:lnTo>
                <a:lnTo>
                  <a:pt x="183168" y="43008"/>
                </a:lnTo>
                <a:lnTo>
                  <a:pt x="182812" y="42938"/>
                </a:lnTo>
                <a:lnTo>
                  <a:pt x="182464" y="42858"/>
                </a:lnTo>
                <a:lnTo>
                  <a:pt x="182125" y="42769"/>
                </a:lnTo>
                <a:lnTo>
                  <a:pt x="181794" y="42670"/>
                </a:lnTo>
                <a:lnTo>
                  <a:pt x="181473" y="42562"/>
                </a:lnTo>
                <a:lnTo>
                  <a:pt x="181159" y="42444"/>
                </a:lnTo>
                <a:lnTo>
                  <a:pt x="180855" y="42317"/>
                </a:lnTo>
                <a:lnTo>
                  <a:pt x="180559" y="42181"/>
                </a:lnTo>
                <a:lnTo>
                  <a:pt x="180271" y="42035"/>
                </a:lnTo>
                <a:lnTo>
                  <a:pt x="179993" y="41880"/>
                </a:lnTo>
                <a:lnTo>
                  <a:pt x="179723" y="41716"/>
                </a:lnTo>
                <a:lnTo>
                  <a:pt x="179461" y="41542"/>
                </a:lnTo>
                <a:lnTo>
                  <a:pt x="179208" y="41358"/>
                </a:lnTo>
                <a:lnTo>
                  <a:pt x="178964" y="41166"/>
                </a:lnTo>
                <a:lnTo>
                  <a:pt x="178728" y="40964"/>
                </a:lnTo>
                <a:lnTo>
                  <a:pt x="178501" y="40752"/>
                </a:lnTo>
                <a:lnTo>
                  <a:pt x="178282" y="40531"/>
                </a:lnTo>
                <a:lnTo>
                  <a:pt x="178073" y="40301"/>
                </a:lnTo>
                <a:lnTo>
                  <a:pt x="177872" y="40062"/>
                </a:lnTo>
                <a:lnTo>
                  <a:pt x="177680" y="39813"/>
                </a:lnTo>
                <a:lnTo>
                  <a:pt x="177497" y="39556"/>
                </a:lnTo>
                <a:lnTo>
                  <a:pt x="177323" y="39289"/>
                </a:lnTo>
                <a:lnTo>
                  <a:pt x="177158" y="39014"/>
                </a:lnTo>
                <a:lnTo>
                  <a:pt x="177002" y="38729"/>
                </a:lnTo>
                <a:lnTo>
                  <a:pt x="176854" y="38435"/>
                </a:lnTo>
                <a:lnTo>
                  <a:pt x="176716" y="38132"/>
                </a:lnTo>
                <a:lnTo>
                  <a:pt x="176586" y="37820"/>
                </a:lnTo>
                <a:lnTo>
                  <a:pt x="176466" y="37499"/>
                </a:lnTo>
                <a:lnTo>
                  <a:pt x="176354" y="37169"/>
                </a:lnTo>
                <a:lnTo>
                  <a:pt x="176252" y="36830"/>
                </a:lnTo>
                <a:lnTo>
                  <a:pt x="176158" y="36482"/>
                </a:lnTo>
                <a:lnTo>
                  <a:pt x="176073" y="36124"/>
                </a:lnTo>
                <a:lnTo>
                  <a:pt x="175997" y="35758"/>
                </a:lnTo>
                <a:lnTo>
                  <a:pt x="175930" y="35382"/>
                </a:lnTo>
                <a:lnTo>
                  <a:pt x="175872" y="34997"/>
                </a:lnTo>
                <a:lnTo>
                  <a:pt x="175823" y="34604"/>
                </a:lnTo>
                <a:lnTo>
                  <a:pt x="175783" y="34201"/>
                </a:lnTo>
                <a:lnTo>
                  <a:pt x="175752" y="33789"/>
                </a:lnTo>
                <a:lnTo>
                  <a:pt x="175730" y="33368"/>
                </a:lnTo>
                <a:lnTo>
                  <a:pt x="175716" y="32938"/>
                </a:lnTo>
                <a:lnTo>
                  <a:pt x="175712" y="32499"/>
                </a:lnTo>
                <a:lnTo>
                  <a:pt x="175712" y="28918"/>
                </a:lnTo>
                <a:lnTo>
                  <a:pt x="206834" y="28918"/>
                </a:lnTo>
                <a:lnTo>
                  <a:pt x="206834" y="19830"/>
                </a:lnTo>
                <a:lnTo>
                  <a:pt x="206829" y="19335"/>
                </a:lnTo>
                <a:lnTo>
                  <a:pt x="206815" y="18846"/>
                </a:lnTo>
                <a:lnTo>
                  <a:pt x="206793" y="18362"/>
                </a:lnTo>
                <a:lnTo>
                  <a:pt x="206761" y="17883"/>
                </a:lnTo>
                <a:lnTo>
                  <a:pt x="206720" y="17409"/>
                </a:lnTo>
                <a:lnTo>
                  <a:pt x="206670" y="16941"/>
                </a:lnTo>
                <a:lnTo>
                  <a:pt x="206611" y="16478"/>
                </a:lnTo>
                <a:lnTo>
                  <a:pt x="206543" y="16020"/>
                </a:lnTo>
                <a:lnTo>
                  <a:pt x="206466" y="15567"/>
                </a:lnTo>
                <a:lnTo>
                  <a:pt x="206379" y="15120"/>
                </a:lnTo>
                <a:lnTo>
                  <a:pt x="206284" y="14678"/>
                </a:lnTo>
                <a:lnTo>
                  <a:pt x="206179" y="14241"/>
                </a:lnTo>
                <a:lnTo>
                  <a:pt x="206066" y="13810"/>
                </a:lnTo>
                <a:lnTo>
                  <a:pt x="205943" y="13384"/>
                </a:lnTo>
                <a:lnTo>
                  <a:pt x="205811" y="12963"/>
                </a:lnTo>
                <a:lnTo>
                  <a:pt x="205671" y="12547"/>
                </a:lnTo>
                <a:lnTo>
                  <a:pt x="205521" y="12136"/>
                </a:lnTo>
                <a:lnTo>
                  <a:pt x="205362" y="11731"/>
                </a:lnTo>
                <a:lnTo>
                  <a:pt x="205194" y="11331"/>
                </a:lnTo>
                <a:lnTo>
                  <a:pt x="205016" y="10937"/>
                </a:lnTo>
                <a:lnTo>
                  <a:pt x="204830" y="10547"/>
                </a:lnTo>
                <a:lnTo>
                  <a:pt x="204635" y="10163"/>
                </a:lnTo>
                <a:lnTo>
                  <a:pt x="204430" y="9784"/>
                </a:lnTo>
                <a:lnTo>
                  <a:pt x="204217" y="9411"/>
                </a:lnTo>
                <a:lnTo>
                  <a:pt x="203995" y="9043"/>
                </a:lnTo>
                <a:lnTo>
                  <a:pt x="203766" y="8682"/>
                </a:lnTo>
                <a:lnTo>
                  <a:pt x="203530" y="8328"/>
                </a:lnTo>
                <a:lnTo>
                  <a:pt x="203286" y="7981"/>
                </a:lnTo>
                <a:lnTo>
                  <a:pt x="203035" y="7641"/>
                </a:lnTo>
                <a:lnTo>
                  <a:pt x="202777" y="7308"/>
                </a:lnTo>
                <a:lnTo>
                  <a:pt x="202511" y="6981"/>
                </a:lnTo>
                <a:lnTo>
                  <a:pt x="202238" y="6661"/>
                </a:lnTo>
                <a:lnTo>
                  <a:pt x="201958" y="6349"/>
                </a:lnTo>
                <a:lnTo>
                  <a:pt x="201670" y="6043"/>
                </a:lnTo>
                <a:lnTo>
                  <a:pt x="201375" y="5743"/>
                </a:lnTo>
                <a:lnTo>
                  <a:pt x="201073" y="5451"/>
                </a:lnTo>
                <a:lnTo>
                  <a:pt x="200763" y="5166"/>
                </a:lnTo>
                <a:lnTo>
                  <a:pt x="200446" y="4887"/>
                </a:lnTo>
                <a:lnTo>
                  <a:pt x="200122" y="4616"/>
                </a:lnTo>
                <a:lnTo>
                  <a:pt x="199790" y="4351"/>
                </a:lnTo>
                <a:lnTo>
                  <a:pt x="199451" y="4093"/>
                </a:lnTo>
                <a:lnTo>
                  <a:pt x="199105" y="3842"/>
                </a:lnTo>
                <a:lnTo>
                  <a:pt x="198751" y="3598"/>
                </a:lnTo>
                <a:lnTo>
                  <a:pt x="198390" y="3360"/>
                </a:lnTo>
                <a:lnTo>
                  <a:pt x="198022" y="3130"/>
                </a:lnTo>
                <a:lnTo>
                  <a:pt x="197646" y="2906"/>
                </a:lnTo>
                <a:lnTo>
                  <a:pt x="197263" y="2689"/>
                </a:lnTo>
                <a:lnTo>
                  <a:pt x="196872" y="2479"/>
                </a:lnTo>
                <a:lnTo>
                  <a:pt x="196476" y="2277"/>
                </a:lnTo>
                <a:lnTo>
                  <a:pt x="196073" y="2083"/>
                </a:lnTo>
                <a:lnTo>
                  <a:pt x="195665" y="1898"/>
                </a:lnTo>
                <a:lnTo>
                  <a:pt x="195252" y="1722"/>
                </a:lnTo>
                <a:lnTo>
                  <a:pt x="194833" y="1554"/>
                </a:lnTo>
                <a:lnTo>
                  <a:pt x="194408" y="1395"/>
                </a:lnTo>
                <a:lnTo>
                  <a:pt x="193978" y="1244"/>
                </a:lnTo>
                <a:lnTo>
                  <a:pt x="193542" y="1102"/>
                </a:lnTo>
                <a:lnTo>
                  <a:pt x="193101" y="969"/>
                </a:lnTo>
                <a:lnTo>
                  <a:pt x="192654" y="844"/>
                </a:lnTo>
                <a:lnTo>
                  <a:pt x="192201" y="727"/>
                </a:lnTo>
                <a:lnTo>
                  <a:pt x="191743" y="620"/>
                </a:lnTo>
                <a:lnTo>
                  <a:pt x="191279" y="521"/>
                </a:lnTo>
                <a:lnTo>
                  <a:pt x="190810" y="430"/>
                </a:lnTo>
                <a:lnTo>
                  <a:pt x="190335" y="349"/>
                </a:lnTo>
                <a:lnTo>
                  <a:pt x="189855" y="275"/>
                </a:lnTo>
                <a:lnTo>
                  <a:pt x="189369" y="211"/>
                </a:lnTo>
                <a:lnTo>
                  <a:pt x="188877" y="155"/>
                </a:lnTo>
                <a:lnTo>
                  <a:pt x="188380" y="108"/>
                </a:lnTo>
                <a:lnTo>
                  <a:pt x="187877" y="69"/>
                </a:lnTo>
                <a:lnTo>
                  <a:pt x="187369" y="39"/>
                </a:lnTo>
                <a:lnTo>
                  <a:pt x="186855" y="17"/>
                </a:lnTo>
                <a:lnTo>
                  <a:pt x="186335" y="4"/>
                </a:lnTo>
                <a:lnTo>
                  <a:pt x="185810" y="0"/>
                </a:lnTo>
                <a:lnTo>
                  <a:pt x="185278" y="4"/>
                </a:lnTo>
                <a:lnTo>
                  <a:pt x="184751" y="17"/>
                </a:lnTo>
                <a:lnTo>
                  <a:pt x="184230" y="39"/>
                </a:lnTo>
                <a:lnTo>
                  <a:pt x="183714" y="69"/>
                </a:lnTo>
                <a:lnTo>
                  <a:pt x="183205" y="108"/>
                </a:lnTo>
                <a:lnTo>
                  <a:pt x="182701" y="155"/>
                </a:lnTo>
                <a:lnTo>
                  <a:pt x="182203" y="211"/>
                </a:lnTo>
                <a:lnTo>
                  <a:pt x="181710" y="275"/>
                </a:lnTo>
                <a:lnTo>
                  <a:pt x="181223" y="349"/>
                </a:lnTo>
                <a:lnTo>
                  <a:pt x="180742" y="430"/>
                </a:lnTo>
                <a:lnTo>
                  <a:pt x="180267" y="521"/>
                </a:lnTo>
                <a:lnTo>
                  <a:pt x="179798" y="620"/>
                </a:lnTo>
                <a:lnTo>
                  <a:pt x="179334" y="727"/>
                </a:lnTo>
                <a:lnTo>
                  <a:pt x="178876" y="844"/>
                </a:lnTo>
                <a:lnTo>
                  <a:pt x="178424" y="969"/>
                </a:lnTo>
                <a:lnTo>
                  <a:pt x="177977" y="1102"/>
                </a:lnTo>
                <a:lnTo>
                  <a:pt x="177536" y="1244"/>
                </a:lnTo>
                <a:lnTo>
                  <a:pt x="177101" y="1395"/>
                </a:lnTo>
                <a:lnTo>
                  <a:pt x="176672" y="1554"/>
                </a:lnTo>
                <a:lnTo>
                  <a:pt x="176248" y="1722"/>
                </a:lnTo>
                <a:lnTo>
                  <a:pt x="175830" y="1898"/>
                </a:lnTo>
                <a:lnTo>
                  <a:pt x="175418" y="2083"/>
                </a:lnTo>
                <a:lnTo>
                  <a:pt x="175011" y="2277"/>
                </a:lnTo>
                <a:lnTo>
                  <a:pt x="174611" y="2479"/>
                </a:lnTo>
                <a:lnTo>
                  <a:pt x="174217" y="2689"/>
                </a:lnTo>
                <a:lnTo>
                  <a:pt x="173830" y="2906"/>
                </a:lnTo>
                <a:lnTo>
                  <a:pt x="173451" y="3130"/>
                </a:lnTo>
                <a:lnTo>
                  <a:pt x="173079" y="3360"/>
                </a:lnTo>
                <a:lnTo>
                  <a:pt x="172715" y="3598"/>
                </a:lnTo>
                <a:lnTo>
                  <a:pt x="172359" y="3842"/>
                </a:lnTo>
                <a:lnTo>
                  <a:pt x="172009" y="4093"/>
                </a:lnTo>
                <a:lnTo>
                  <a:pt x="171668" y="4351"/>
                </a:lnTo>
                <a:lnTo>
                  <a:pt x="171334" y="4616"/>
                </a:lnTo>
                <a:lnTo>
                  <a:pt x="171007" y="4887"/>
                </a:lnTo>
                <a:lnTo>
                  <a:pt x="170688" y="5166"/>
                </a:lnTo>
                <a:lnTo>
                  <a:pt x="170376" y="5451"/>
                </a:lnTo>
                <a:lnTo>
                  <a:pt x="170072" y="5743"/>
                </a:lnTo>
                <a:lnTo>
                  <a:pt x="169775" y="6043"/>
                </a:lnTo>
                <a:lnTo>
                  <a:pt x="169486" y="6349"/>
                </a:lnTo>
                <a:lnTo>
                  <a:pt x="169204" y="6661"/>
                </a:lnTo>
                <a:lnTo>
                  <a:pt x="168930" y="6981"/>
                </a:lnTo>
                <a:lnTo>
                  <a:pt x="168663" y="7308"/>
                </a:lnTo>
                <a:lnTo>
                  <a:pt x="168404" y="7641"/>
                </a:lnTo>
                <a:lnTo>
                  <a:pt x="168152" y="7981"/>
                </a:lnTo>
                <a:lnTo>
                  <a:pt x="167908" y="8328"/>
                </a:lnTo>
                <a:lnTo>
                  <a:pt x="167671" y="8682"/>
                </a:lnTo>
                <a:lnTo>
                  <a:pt x="167442" y="9043"/>
                </a:lnTo>
                <a:lnTo>
                  <a:pt x="167220" y="9411"/>
                </a:lnTo>
                <a:lnTo>
                  <a:pt x="167007" y="9784"/>
                </a:lnTo>
                <a:lnTo>
                  <a:pt x="166802" y="10163"/>
                </a:lnTo>
                <a:lnTo>
                  <a:pt x="166607" y="10547"/>
                </a:lnTo>
                <a:lnTo>
                  <a:pt x="166421" y="10937"/>
                </a:lnTo>
                <a:lnTo>
                  <a:pt x="166244" y="11331"/>
                </a:lnTo>
                <a:lnTo>
                  <a:pt x="166076" y="11731"/>
                </a:lnTo>
                <a:lnTo>
                  <a:pt x="165917" y="12136"/>
                </a:lnTo>
                <a:lnTo>
                  <a:pt x="165767" y="12547"/>
                </a:lnTo>
                <a:lnTo>
                  <a:pt x="165626" y="12963"/>
                </a:lnTo>
                <a:lnTo>
                  <a:pt x="165495" y="13384"/>
                </a:lnTo>
                <a:lnTo>
                  <a:pt x="165372" y="13810"/>
                </a:lnTo>
                <a:lnTo>
                  <a:pt x="165259" y="14241"/>
                </a:lnTo>
                <a:lnTo>
                  <a:pt x="165154" y="14678"/>
                </a:lnTo>
                <a:lnTo>
                  <a:pt x="165059" y="15120"/>
                </a:lnTo>
                <a:lnTo>
                  <a:pt x="164973" y="15567"/>
                </a:lnTo>
                <a:lnTo>
                  <a:pt x="164895" y="16020"/>
                </a:lnTo>
                <a:lnTo>
                  <a:pt x="164827" y="16478"/>
                </a:lnTo>
                <a:lnTo>
                  <a:pt x="164768" y="16941"/>
                </a:lnTo>
                <a:lnTo>
                  <a:pt x="164718" y="17409"/>
                </a:lnTo>
                <a:lnTo>
                  <a:pt x="164677" y="17883"/>
                </a:lnTo>
                <a:lnTo>
                  <a:pt x="164646" y="18362"/>
                </a:lnTo>
                <a:lnTo>
                  <a:pt x="164623" y="18846"/>
                </a:lnTo>
                <a:lnTo>
                  <a:pt x="164609" y="19335"/>
                </a:lnTo>
                <a:lnTo>
                  <a:pt x="164605" y="19830"/>
                </a:lnTo>
                <a:lnTo>
                  <a:pt x="164605" y="32499"/>
                </a:lnTo>
                <a:lnTo>
                  <a:pt x="164609" y="32993"/>
                </a:lnTo>
                <a:lnTo>
                  <a:pt x="164623" y="33483"/>
                </a:lnTo>
                <a:lnTo>
                  <a:pt x="164646" y="33967"/>
                </a:lnTo>
                <a:lnTo>
                  <a:pt x="164677" y="34445"/>
                </a:lnTo>
                <a:lnTo>
                  <a:pt x="164718" y="34919"/>
                </a:lnTo>
                <a:lnTo>
                  <a:pt x="164768" y="35387"/>
                </a:lnTo>
                <a:lnTo>
                  <a:pt x="164827" y="35850"/>
                </a:lnTo>
                <a:lnTo>
                  <a:pt x="164895" y="36308"/>
                </a:lnTo>
                <a:lnTo>
                  <a:pt x="164973" y="36761"/>
                </a:lnTo>
                <a:lnTo>
                  <a:pt x="165059" y="37208"/>
                </a:lnTo>
                <a:lnTo>
                  <a:pt x="165154" y="37650"/>
                </a:lnTo>
                <a:lnTo>
                  <a:pt x="165259" y="38087"/>
                </a:lnTo>
                <a:lnTo>
                  <a:pt x="165372" y="38518"/>
                </a:lnTo>
                <a:lnTo>
                  <a:pt x="165495" y="38944"/>
                </a:lnTo>
                <a:lnTo>
                  <a:pt x="165626" y="39365"/>
                </a:lnTo>
                <a:lnTo>
                  <a:pt x="165767" y="39781"/>
                </a:lnTo>
                <a:lnTo>
                  <a:pt x="165917" y="40192"/>
                </a:lnTo>
                <a:lnTo>
                  <a:pt x="166076" y="40597"/>
                </a:lnTo>
                <a:lnTo>
                  <a:pt x="166244" y="40997"/>
                </a:lnTo>
                <a:lnTo>
                  <a:pt x="166421" y="41392"/>
                </a:lnTo>
                <a:lnTo>
                  <a:pt x="166607" y="41781"/>
                </a:lnTo>
                <a:lnTo>
                  <a:pt x="166802" y="42165"/>
                </a:lnTo>
                <a:lnTo>
                  <a:pt x="167007" y="42544"/>
                </a:lnTo>
                <a:lnTo>
                  <a:pt x="167220" y="42918"/>
                </a:lnTo>
                <a:lnTo>
                  <a:pt x="167442" y="43286"/>
                </a:lnTo>
                <a:lnTo>
                  <a:pt x="167671" y="43646"/>
                </a:lnTo>
                <a:lnTo>
                  <a:pt x="167908" y="44000"/>
                </a:lnTo>
                <a:lnTo>
                  <a:pt x="168152" y="44347"/>
                </a:lnTo>
                <a:lnTo>
                  <a:pt x="168404" y="44687"/>
                </a:lnTo>
                <a:lnTo>
                  <a:pt x="168663" y="45021"/>
                </a:lnTo>
                <a:lnTo>
                  <a:pt x="168930" y="45347"/>
                </a:lnTo>
                <a:lnTo>
                  <a:pt x="169204" y="45667"/>
                </a:lnTo>
                <a:lnTo>
                  <a:pt x="169486" y="45979"/>
                </a:lnTo>
                <a:lnTo>
                  <a:pt x="169775" y="46285"/>
                </a:lnTo>
                <a:lnTo>
                  <a:pt x="170072" y="46584"/>
                </a:lnTo>
                <a:lnTo>
                  <a:pt x="170376" y="46877"/>
                </a:lnTo>
                <a:lnTo>
                  <a:pt x="170688" y="47162"/>
                </a:lnTo>
                <a:lnTo>
                  <a:pt x="171007" y="47441"/>
                </a:lnTo>
                <a:lnTo>
                  <a:pt x="171334" y="47712"/>
                </a:lnTo>
                <a:lnTo>
                  <a:pt x="171668" y="47977"/>
                </a:lnTo>
                <a:lnTo>
                  <a:pt x="172009" y="48235"/>
                </a:lnTo>
                <a:lnTo>
                  <a:pt x="172359" y="48486"/>
                </a:lnTo>
                <a:lnTo>
                  <a:pt x="172715" y="48731"/>
                </a:lnTo>
                <a:lnTo>
                  <a:pt x="173079" y="48968"/>
                </a:lnTo>
                <a:lnTo>
                  <a:pt x="173451" y="49199"/>
                </a:lnTo>
                <a:lnTo>
                  <a:pt x="173830" y="49422"/>
                </a:lnTo>
                <a:lnTo>
                  <a:pt x="174217" y="49639"/>
                </a:lnTo>
                <a:lnTo>
                  <a:pt x="174611" y="49849"/>
                </a:lnTo>
                <a:lnTo>
                  <a:pt x="175011" y="50051"/>
                </a:lnTo>
                <a:lnTo>
                  <a:pt x="175418" y="50245"/>
                </a:lnTo>
                <a:lnTo>
                  <a:pt x="175830" y="50430"/>
                </a:lnTo>
                <a:lnTo>
                  <a:pt x="176248" y="50606"/>
                </a:lnTo>
                <a:lnTo>
                  <a:pt x="176672" y="50774"/>
                </a:lnTo>
                <a:lnTo>
                  <a:pt x="177101" y="50933"/>
                </a:lnTo>
                <a:lnTo>
                  <a:pt x="177536" y="51084"/>
                </a:lnTo>
                <a:lnTo>
                  <a:pt x="177977" y="51226"/>
                </a:lnTo>
                <a:lnTo>
                  <a:pt x="178424" y="51359"/>
                </a:lnTo>
                <a:lnTo>
                  <a:pt x="178876" y="51484"/>
                </a:lnTo>
                <a:lnTo>
                  <a:pt x="179334" y="51600"/>
                </a:lnTo>
                <a:lnTo>
                  <a:pt x="179798" y="51708"/>
                </a:lnTo>
                <a:lnTo>
                  <a:pt x="180267" y="51807"/>
                </a:lnTo>
                <a:lnTo>
                  <a:pt x="180742" y="51897"/>
                </a:lnTo>
                <a:lnTo>
                  <a:pt x="181223" y="51979"/>
                </a:lnTo>
                <a:lnTo>
                  <a:pt x="181710" y="52052"/>
                </a:lnTo>
                <a:lnTo>
                  <a:pt x="182203" y="52116"/>
                </a:lnTo>
                <a:lnTo>
                  <a:pt x="182701" y="52172"/>
                </a:lnTo>
                <a:lnTo>
                  <a:pt x="183205" y="52220"/>
                </a:lnTo>
                <a:lnTo>
                  <a:pt x="183714" y="52258"/>
                </a:lnTo>
                <a:lnTo>
                  <a:pt x="184230" y="52289"/>
                </a:lnTo>
                <a:lnTo>
                  <a:pt x="184751" y="52310"/>
                </a:lnTo>
                <a:lnTo>
                  <a:pt x="185278" y="52323"/>
                </a:lnTo>
                <a:lnTo>
                  <a:pt x="185810" y="52327"/>
                </a:lnTo>
                <a:lnTo>
                  <a:pt x="186479" y="52320"/>
                </a:lnTo>
                <a:lnTo>
                  <a:pt x="187140" y="52300"/>
                </a:lnTo>
                <a:lnTo>
                  <a:pt x="187792" y="52266"/>
                </a:lnTo>
                <a:lnTo>
                  <a:pt x="188436" y="52219"/>
                </a:lnTo>
                <a:close/>
                <a:moveTo>
                  <a:pt x="175730" y="18974"/>
                </a:moveTo>
                <a:lnTo>
                  <a:pt x="175752" y="18559"/>
                </a:lnTo>
                <a:lnTo>
                  <a:pt x="175783" y="18152"/>
                </a:lnTo>
                <a:lnTo>
                  <a:pt x="175823" y="17753"/>
                </a:lnTo>
                <a:lnTo>
                  <a:pt x="175872" y="17362"/>
                </a:lnTo>
                <a:lnTo>
                  <a:pt x="175930" y="16980"/>
                </a:lnTo>
                <a:lnTo>
                  <a:pt x="175997" y="16606"/>
                </a:lnTo>
                <a:lnTo>
                  <a:pt x="176073" y="16241"/>
                </a:lnTo>
                <a:lnTo>
                  <a:pt x="176158" y="15883"/>
                </a:lnTo>
                <a:lnTo>
                  <a:pt x="176252" y="15534"/>
                </a:lnTo>
                <a:lnTo>
                  <a:pt x="176354" y="15194"/>
                </a:lnTo>
                <a:lnTo>
                  <a:pt x="176466" y="14861"/>
                </a:lnTo>
                <a:lnTo>
                  <a:pt x="176586" y="14537"/>
                </a:lnTo>
                <a:lnTo>
                  <a:pt x="176716" y="14221"/>
                </a:lnTo>
                <a:lnTo>
                  <a:pt x="176854" y="13913"/>
                </a:lnTo>
                <a:lnTo>
                  <a:pt x="177002" y="13614"/>
                </a:lnTo>
                <a:lnTo>
                  <a:pt x="177158" y="13323"/>
                </a:lnTo>
                <a:lnTo>
                  <a:pt x="177323" y="13040"/>
                </a:lnTo>
                <a:lnTo>
                  <a:pt x="177497" y="12766"/>
                </a:lnTo>
                <a:lnTo>
                  <a:pt x="177680" y="12500"/>
                </a:lnTo>
                <a:lnTo>
                  <a:pt x="177872" y="12242"/>
                </a:lnTo>
                <a:lnTo>
                  <a:pt x="178073" y="11993"/>
                </a:lnTo>
                <a:lnTo>
                  <a:pt x="178282" y="11751"/>
                </a:lnTo>
                <a:lnTo>
                  <a:pt x="178501" y="11519"/>
                </a:lnTo>
                <a:lnTo>
                  <a:pt x="178727" y="11297"/>
                </a:lnTo>
                <a:lnTo>
                  <a:pt x="178962" y="11084"/>
                </a:lnTo>
                <a:lnTo>
                  <a:pt x="179205" y="10882"/>
                </a:lnTo>
                <a:lnTo>
                  <a:pt x="179457" y="10689"/>
                </a:lnTo>
                <a:lnTo>
                  <a:pt x="179717" y="10506"/>
                </a:lnTo>
                <a:lnTo>
                  <a:pt x="179985" y="10333"/>
                </a:lnTo>
                <a:lnTo>
                  <a:pt x="180261" y="10170"/>
                </a:lnTo>
                <a:lnTo>
                  <a:pt x="180546" y="10017"/>
                </a:lnTo>
                <a:lnTo>
                  <a:pt x="180839" y="9874"/>
                </a:lnTo>
                <a:lnTo>
                  <a:pt x="181140" y="9740"/>
                </a:lnTo>
                <a:lnTo>
                  <a:pt x="181450" y="9617"/>
                </a:lnTo>
                <a:lnTo>
                  <a:pt x="181767" y="9503"/>
                </a:lnTo>
                <a:lnTo>
                  <a:pt x="182093" y="9399"/>
                </a:lnTo>
                <a:lnTo>
                  <a:pt x="182428" y="9305"/>
                </a:lnTo>
                <a:lnTo>
                  <a:pt x="182770" y="9221"/>
                </a:lnTo>
                <a:lnTo>
                  <a:pt x="183121" y="9147"/>
                </a:lnTo>
                <a:lnTo>
                  <a:pt x="183481" y="9083"/>
                </a:lnTo>
                <a:lnTo>
                  <a:pt x="183848" y="9028"/>
                </a:lnTo>
                <a:lnTo>
                  <a:pt x="184224" y="8984"/>
                </a:lnTo>
                <a:lnTo>
                  <a:pt x="184608" y="8949"/>
                </a:lnTo>
                <a:lnTo>
                  <a:pt x="185001" y="8925"/>
                </a:lnTo>
                <a:lnTo>
                  <a:pt x="185401" y="8910"/>
                </a:lnTo>
                <a:lnTo>
                  <a:pt x="185810" y="8905"/>
                </a:lnTo>
                <a:lnTo>
                  <a:pt x="186219" y="8910"/>
                </a:lnTo>
                <a:lnTo>
                  <a:pt x="186619" y="8924"/>
                </a:lnTo>
                <a:lnTo>
                  <a:pt x="187011" y="8949"/>
                </a:lnTo>
                <a:lnTo>
                  <a:pt x="187394" y="8983"/>
                </a:lnTo>
                <a:lnTo>
                  <a:pt x="187768" y="9026"/>
                </a:lnTo>
                <a:lnTo>
                  <a:pt x="188134" y="9080"/>
                </a:lnTo>
                <a:lnTo>
                  <a:pt x="188491" y="9143"/>
                </a:lnTo>
                <a:lnTo>
                  <a:pt x="188840" y="9216"/>
                </a:lnTo>
                <a:lnTo>
                  <a:pt x="189180" y="9299"/>
                </a:lnTo>
                <a:lnTo>
                  <a:pt x="189511" y="9391"/>
                </a:lnTo>
                <a:lnTo>
                  <a:pt x="189834" y="9493"/>
                </a:lnTo>
                <a:lnTo>
                  <a:pt x="190148" y="9605"/>
                </a:lnTo>
                <a:lnTo>
                  <a:pt x="190453" y="9727"/>
                </a:lnTo>
                <a:lnTo>
                  <a:pt x="190750" y="9858"/>
                </a:lnTo>
                <a:lnTo>
                  <a:pt x="191039" y="9999"/>
                </a:lnTo>
                <a:lnTo>
                  <a:pt x="191318" y="10149"/>
                </a:lnTo>
                <a:lnTo>
                  <a:pt x="191589" y="10310"/>
                </a:lnTo>
                <a:lnTo>
                  <a:pt x="191852" y="10480"/>
                </a:lnTo>
                <a:lnTo>
                  <a:pt x="192106" y="10660"/>
                </a:lnTo>
                <a:lnTo>
                  <a:pt x="192351" y="10850"/>
                </a:lnTo>
                <a:lnTo>
                  <a:pt x="192588" y="11049"/>
                </a:lnTo>
                <a:lnTo>
                  <a:pt x="192816" y="11258"/>
                </a:lnTo>
                <a:lnTo>
                  <a:pt x="193035" y="11477"/>
                </a:lnTo>
                <a:lnTo>
                  <a:pt x="193246" y="11705"/>
                </a:lnTo>
                <a:lnTo>
                  <a:pt x="193448" y="11943"/>
                </a:lnTo>
                <a:lnTo>
                  <a:pt x="193642" y="12189"/>
                </a:lnTo>
                <a:lnTo>
                  <a:pt x="193827" y="12443"/>
                </a:lnTo>
                <a:lnTo>
                  <a:pt x="194003" y="12706"/>
                </a:lnTo>
                <a:lnTo>
                  <a:pt x="194171" y="12977"/>
                </a:lnTo>
                <a:lnTo>
                  <a:pt x="194331" y="13257"/>
                </a:lnTo>
                <a:lnTo>
                  <a:pt x="194481" y="13546"/>
                </a:lnTo>
                <a:lnTo>
                  <a:pt x="194623" y="13842"/>
                </a:lnTo>
                <a:lnTo>
                  <a:pt x="194757" y="14147"/>
                </a:lnTo>
                <a:lnTo>
                  <a:pt x="194881" y="14461"/>
                </a:lnTo>
                <a:lnTo>
                  <a:pt x="194998" y="14783"/>
                </a:lnTo>
                <a:lnTo>
                  <a:pt x="195105" y="15113"/>
                </a:lnTo>
                <a:lnTo>
                  <a:pt x="195204" y="15452"/>
                </a:lnTo>
                <a:lnTo>
                  <a:pt x="195295" y="15800"/>
                </a:lnTo>
                <a:lnTo>
                  <a:pt x="195377" y="16155"/>
                </a:lnTo>
                <a:lnTo>
                  <a:pt x="195450" y="16520"/>
                </a:lnTo>
                <a:lnTo>
                  <a:pt x="195514" y="16892"/>
                </a:lnTo>
                <a:lnTo>
                  <a:pt x="195570" y="17273"/>
                </a:lnTo>
                <a:lnTo>
                  <a:pt x="195618" y="17663"/>
                </a:lnTo>
                <a:lnTo>
                  <a:pt x="195656" y="18061"/>
                </a:lnTo>
                <a:lnTo>
                  <a:pt x="195686" y="18467"/>
                </a:lnTo>
                <a:lnTo>
                  <a:pt x="195708" y="18882"/>
                </a:lnTo>
                <a:lnTo>
                  <a:pt x="195721" y="19306"/>
                </a:lnTo>
                <a:lnTo>
                  <a:pt x="195725" y="19737"/>
                </a:lnTo>
                <a:lnTo>
                  <a:pt x="195725" y="21581"/>
                </a:lnTo>
                <a:lnTo>
                  <a:pt x="175712" y="21757"/>
                </a:lnTo>
                <a:lnTo>
                  <a:pt x="175712" y="19830"/>
                </a:lnTo>
                <a:lnTo>
                  <a:pt x="175716" y="19398"/>
                </a:lnTo>
                <a:lnTo>
                  <a:pt x="175730" y="18974"/>
                </a:lnTo>
                <a:close/>
                <a:moveTo>
                  <a:pt x="242045" y="52269"/>
                </a:moveTo>
                <a:lnTo>
                  <a:pt x="242343" y="52236"/>
                </a:lnTo>
                <a:lnTo>
                  <a:pt x="242635" y="52195"/>
                </a:lnTo>
                <a:lnTo>
                  <a:pt x="242922" y="52148"/>
                </a:lnTo>
                <a:lnTo>
                  <a:pt x="243204" y="52093"/>
                </a:lnTo>
                <a:lnTo>
                  <a:pt x="243480" y="52030"/>
                </a:lnTo>
                <a:lnTo>
                  <a:pt x="243752" y="51961"/>
                </a:lnTo>
                <a:lnTo>
                  <a:pt x="244018" y="51884"/>
                </a:lnTo>
                <a:lnTo>
                  <a:pt x="244279" y="51799"/>
                </a:lnTo>
                <a:lnTo>
                  <a:pt x="244534" y="51708"/>
                </a:lnTo>
                <a:lnTo>
                  <a:pt x="244784" y="51609"/>
                </a:lnTo>
                <a:lnTo>
                  <a:pt x="245029" y="51503"/>
                </a:lnTo>
                <a:lnTo>
                  <a:pt x="245269" y="51389"/>
                </a:lnTo>
                <a:lnTo>
                  <a:pt x="245504" y="51268"/>
                </a:lnTo>
                <a:lnTo>
                  <a:pt x="245733" y="51140"/>
                </a:lnTo>
                <a:lnTo>
                  <a:pt x="245957" y="51004"/>
                </a:lnTo>
                <a:lnTo>
                  <a:pt x="246176" y="50861"/>
                </a:lnTo>
                <a:lnTo>
                  <a:pt x="246389" y="50711"/>
                </a:lnTo>
                <a:lnTo>
                  <a:pt x="246597" y="50553"/>
                </a:lnTo>
                <a:lnTo>
                  <a:pt x="246800" y="50388"/>
                </a:lnTo>
                <a:lnTo>
                  <a:pt x="246998" y="50216"/>
                </a:lnTo>
                <a:lnTo>
                  <a:pt x="247189" y="50038"/>
                </a:lnTo>
                <a:lnTo>
                  <a:pt x="247372" y="49855"/>
                </a:lnTo>
                <a:lnTo>
                  <a:pt x="247547" y="49667"/>
                </a:lnTo>
                <a:lnTo>
                  <a:pt x="247714" y="49474"/>
                </a:lnTo>
                <a:lnTo>
                  <a:pt x="247872" y="49277"/>
                </a:lnTo>
                <a:lnTo>
                  <a:pt x="248023" y="49075"/>
                </a:lnTo>
                <a:lnTo>
                  <a:pt x="248165" y="48868"/>
                </a:lnTo>
                <a:lnTo>
                  <a:pt x="248299" y="48656"/>
                </a:lnTo>
                <a:lnTo>
                  <a:pt x="248425" y="48439"/>
                </a:lnTo>
                <a:lnTo>
                  <a:pt x="248543" y="48218"/>
                </a:lnTo>
                <a:lnTo>
                  <a:pt x="248653" y="47992"/>
                </a:lnTo>
                <a:lnTo>
                  <a:pt x="248754" y="47761"/>
                </a:lnTo>
                <a:lnTo>
                  <a:pt x="248848" y="47525"/>
                </a:lnTo>
                <a:lnTo>
                  <a:pt x="248933" y="47284"/>
                </a:lnTo>
                <a:lnTo>
                  <a:pt x="249011" y="47039"/>
                </a:lnTo>
                <a:lnTo>
                  <a:pt x="249080" y="46789"/>
                </a:lnTo>
                <a:lnTo>
                  <a:pt x="249141" y="46534"/>
                </a:lnTo>
                <a:lnTo>
                  <a:pt x="249194" y="46274"/>
                </a:lnTo>
                <a:lnTo>
                  <a:pt x="249238" y="46010"/>
                </a:lnTo>
                <a:lnTo>
                  <a:pt x="249275" y="45741"/>
                </a:lnTo>
                <a:lnTo>
                  <a:pt x="249303" y="45467"/>
                </a:lnTo>
                <a:lnTo>
                  <a:pt x="249324" y="45188"/>
                </a:lnTo>
                <a:lnTo>
                  <a:pt x="249336" y="44904"/>
                </a:lnTo>
                <a:lnTo>
                  <a:pt x="249340" y="44616"/>
                </a:lnTo>
                <a:lnTo>
                  <a:pt x="249336" y="44328"/>
                </a:lnTo>
                <a:lnTo>
                  <a:pt x="249324" y="44044"/>
                </a:lnTo>
                <a:lnTo>
                  <a:pt x="249303" y="43765"/>
                </a:lnTo>
                <a:lnTo>
                  <a:pt x="249275" y="43491"/>
                </a:lnTo>
                <a:lnTo>
                  <a:pt x="249238" y="43222"/>
                </a:lnTo>
                <a:lnTo>
                  <a:pt x="249194" y="42958"/>
                </a:lnTo>
                <a:lnTo>
                  <a:pt x="249141" y="42698"/>
                </a:lnTo>
                <a:lnTo>
                  <a:pt x="249080" y="42443"/>
                </a:lnTo>
                <a:lnTo>
                  <a:pt x="249011" y="42193"/>
                </a:lnTo>
                <a:lnTo>
                  <a:pt x="248933" y="41948"/>
                </a:lnTo>
                <a:lnTo>
                  <a:pt x="248848" y="41708"/>
                </a:lnTo>
                <a:lnTo>
                  <a:pt x="248754" y="41472"/>
                </a:lnTo>
                <a:lnTo>
                  <a:pt x="248653" y="41241"/>
                </a:lnTo>
                <a:lnTo>
                  <a:pt x="248543" y="41015"/>
                </a:lnTo>
                <a:lnTo>
                  <a:pt x="248425" y="40794"/>
                </a:lnTo>
                <a:lnTo>
                  <a:pt x="248299" y="40577"/>
                </a:lnTo>
                <a:lnTo>
                  <a:pt x="248165" y="40365"/>
                </a:lnTo>
                <a:lnTo>
                  <a:pt x="248023" y="40158"/>
                </a:lnTo>
                <a:lnTo>
                  <a:pt x="247872" y="39956"/>
                </a:lnTo>
                <a:lnTo>
                  <a:pt x="247714" y="39759"/>
                </a:lnTo>
                <a:lnTo>
                  <a:pt x="247547" y="39566"/>
                </a:lnTo>
                <a:lnTo>
                  <a:pt x="247372" y="39378"/>
                </a:lnTo>
                <a:lnTo>
                  <a:pt x="247189" y="39195"/>
                </a:lnTo>
                <a:lnTo>
                  <a:pt x="246998" y="39017"/>
                </a:lnTo>
                <a:lnTo>
                  <a:pt x="246800" y="38844"/>
                </a:lnTo>
                <a:lnTo>
                  <a:pt x="246597" y="38679"/>
                </a:lnTo>
                <a:lnTo>
                  <a:pt x="246389" y="38522"/>
                </a:lnTo>
                <a:lnTo>
                  <a:pt x="246176" y="38371"/>
                </a:lnTo>
                <a:lnTo>
                  <a:pt x="245957" y="38228"/>
                </a:lnTo>
                <a:lnTo>
                  <a:pt x="245733" y="38093"/>
                </a:lnTo>
                <a:lnTo>
                  <a:pt x="245504" y="37964"/>
                </a:lnTo>
                <a:lnTo>
                  <a:pt x="245269" y="37843"/>
                </a:lnTo>
                <a:lnTo>
                  <a:pt x="245029" y="37730"/>
                </a:lnTo>
                <a:lnTo>
                  <a:pt x="244784" y="37623"/>
                </a:lnTo>
                <a:lnTo>
                  <a:pt x="244534" y="37524"/>
                </a:lnTo>
                <a:lnTo>
                  <a:pt x="244279" y="37432"/>
                </a:lnTo>
                <a:lnTo>
                  <a:pt x="244018" y="37348"/>
                </a:lnTo>
                <a:lnTo>
                  <a:pt x="243752" y="37271"/>
                </a:lnTo>
                <a:lnTo>
                  <a:pt x="243480" y="37201"/>
                </a:lnTo>
                <a:lnTo>
                  <a:pt x="243204" y="37139"/>
                </a:lnTo>
                <a:lnTo>
                  <a:pt x="242922" y="37084"/>
                </a:lnTo>
                <a:lnTo>
                  <a:pt x="242635" y="37036"/>
                </a:lnTo>
                <a:lnTo>
                  <a:pt x="242343" y="36996"/>
                </a:lnTo>
                <a:lnTo>
                  <a:pt x="242045" y="36963"/>
                </a:lnTo>
                <a:lnTo>
                  <a:pt x="241742" y="36937"/>
                </a:lnTo>
                <a:lnTo>
                  <a:pt x="241434" y="36919"/>
                </a:lnTo>
                <a:lnTo>
                  <a:pt x="241121" y="36908"/>
                </a:lnTo>
                <a:lnTo>
                  <a:pt x="240802" y="36904"/>
                </a:lnTo>
                <a:lnTo>
                  <a:pt x="240483" y="36908"/>
                </a:lnTo>
                <a:lnTo>
                  <a:pt x="240170" y="36919"/>
                </a:lnTo>
                <a:lnTo>
                  <a:pt x="239862" y="36937"/>
                </a:lnTo>
                <a:lnTo>
                  <a:pt x="239559" y="36963"/>
                </a:lnTo>
                <a:lnTo>
                  <a:pt x="239261" y="36996"/>
                </a:lnTo>
                <a:lnTo>
                  <a:pt x="238969" y="37036"/>
                </a:lnTo>
                <a:lnTo>
                  <a:pt x="238681" y="37084"/>
                </a:lnTo>
                <a:lnTo>
                  <a:pt x="238400" y="37139"/>
                </a:lnTo>
                <a:lnTo>
                  <a:pt x="238123" y="37201"/>
                </a:lnTo>
                <a:lnTo>
                  <a:pt x="237852" y="37271"/>
                </a:lnTo>
                <a:lnTo>
                  <a:pt x="237585" y="37348"/>
                </a:lnTo>
                <a:lnTo>
                  <a:pt x="237325" y="37432"/>
                </a:lnTo>
                <a:lnTo>
                  <a:pt x="237069" y="37524"/>
                </a:lnTo>
                <a:lnTo>
                  <a:pt x="236819" y="37623"/>
                </a:lnTo>
                <a:lnTo>
                  <a:pt x="236574" y="37730"/>
                </a:lnTo>
                <a:lnTo>
                  <a:pt x="236334" y="37843"/>
                </a:lnTo>
                <a:lnTo>
                  <a:pt x="236099" y="37964"/>
                </a:lnTo>
                <a:lnTo>
                  <a:pt x="235870" y="38093"/>
                </a:lnTo>
                <a:lnTo>
                  <a:pt x="235646" y="38228"/>
                </a:lnTo>
                <a:lnTo>
                  <a:pt x="235427" y="38371"/>
                </a:lnTo>
                <a:lnTo>
                  <a:pt x="235214" y="38522"/>
                </a:lnTo>
                <a:lnTo>
                  <a:pt x="235006" y="38679"/>
                </a:lnTo>
                <a:lnTo>
                  <a:pt x="234803" y="38844"/>
                </a:lnTo>
                <a:lnTo>
                  <a:pt x="234605" y="39017"/>
                </a:lnTo>
                <a:lnTo>
                  <a:pt x="234414" y="39195"/>
                </a:lnTo>
                <a:lnTo>
                  <a:pt x="234231" y="39378"/>
                </a:lnTo>
                <a:lnTo>
                  <a:pt x="234056" y="39566"/>
                </a:lnTo>
                <a:lnTo>
                  <a:pt x="233890" y="39759"/>
                </a:lnTo>
                <a:lnTo>
                  <a:pt x="233731" y="39956"/>
                </a:lnTo>
                <a:lnTo>
                  <a:pt x="233581" y="40158"/>
                </a:lnTo>
                <a:lnTo>
                  <a:pt x="233439" y="40365"/>
                </a:lnTo>
                <a:lnTo>
                  <a:pt x="233304" y="40577"/>
                </a:lnTo>
                <a:lnTo>
                  <a:pt x="233179" y="40794"/>
                </a:lnTo>
                <a:lnTo>
                  <a:pt x="233061" y="41015"/>
                </a:lnTo>
                <a:lnTo>
                  <a:pt x="232951" y="41241"/>
                </a:lnTo>
                <a:lnTo>
                  <a:pt x="232849" y="41472"/>
                </a:lnTo>
                <a:lnTo>
                  <a:pt x="232756" y="41708"/>
                </a:lnTo>
                <a:lnTo>
                  <a:pt x="232671" y="41948"/>
                </a:lnTo>
                <a:lnTo>
                  <a:pt x="232593" y="42193"/>
                </a:lnTo>
                <a:lnTo>
                  <a:pt x="232524" y="42443"/>
                </a:lnTo>
                <a:lnTo>
                  <a:pt x="232463" y="42698"/>
                </a:lnTo>
                <a:lnTo>
                  <a:pt x="232410" y="42958"/>
                </a:lnTo>
                <a:lnTo>
                  <a:pt x="232366" y="43222"/>
                </a:lnTo>
                <a:lnTo>
                  <a:pt x="232329" y="43491"/>
                </a:lnTo>
                <a:lnTo>
                  <a:pt x="232301" y="43765"/>
                </a:lnTo>
                <a:lnTo>
                  <a:pt x="232280" y="44044"/>
                </a:lnTo>
                <a:lnTo>
                  <a:pt x="232268" y="44328"/>
                </a:lnTo>
                <a:lnTo>
                  <a:pt x="232264" y="44616"/>
                </a:lnTo>
                <a:lnTo>
                  <a:pt x="232268" y="44904"/>
                </a:lnTo>
                <a:lnTo>
                  <a:pt x="232280" y="45188"/>
                </a:lnTo>
                <a:lnTo>
                  <a:pt x="232301" y="45467"/>
                </a:lnTo>
                <a:lnTo>
                  <a:pt x="232329" y="45741"/>
                </a:lnTo>
                <a:lnTo>
                  <a:pt x="232366" y="46010"/>
                </a:lnTo>
                <a:lnTo>
                  <a:pt x="232410" y="46274"/>
                </a:lnTo>
                <a:lnTo>
                  <a:pt x="232463" y="46534"/>
                </a:lnTo>
                <a:lnTo>
                  <a:pt x="232524" y="46789"/>
                </a:lnTo>
                <a:lnTo>
                  <a:pt x="232593" y="47039"/>
                </a:lnTo>
                <a:lnTo>
                  <a:pt x="232671" y="47284"/>
                </a:lnTo>
                <a:lnTo>
                  <a:pt x="232756" y="47525"/>
                </a:lnTo>
                <a:lnTo>
                  <a:pt x="232849" y="47761"/>
                </a:lnTo>
                <a:lnTo>
                  <a:pt x="232951" y="47992"/>
                </a:lnTo>
                <a:lnTo>
                  <a:pt x="233061" y="48218"/>
                </a:lnTo>
                <a:lnTo>
                  <a:pt x="233179" y="48439"/>
                </a:lnTo>
                <a:lnTo>
                  <a:pt x="233304" y="48656"/>
                </a:lnTo>
                <a:lnTo>
                  <a:pt x="233439" y="48868"/>
                </a:lnTo>
                <a:lnTo>
                  <a:pt x="233581" y="49075"/>
                </a:lnTo>
                <a:lnTo>
                  <a:pt x="233731" y="49277"/>
                </a:lnTo>
                <a:lnTo>
                  <a:pt x="233890" y="49474"/>
                </a:lnTo>
                <a:lnTo>
                  <a:pt x="234056" y="49667"/>
                </a:lnTo>
                <a:lnTo>
                  <a:pt x="234231" y="49855"/>
                </a:lnTo>
                <a:lnTo>
                  <a:pt x="234414" y="50038"/>
                </a:lnTo>
                <a:lnTo>
                  <a:pt x="234605" y="50216"/>
                </a:lnTo>
                <a:lnTo>
                  <a:pt x="234803" y="50388"/>
                </a:lnTo>
                <a:lnTo>
                  <a:pt x="235006" y="50553"/>
                </a:lnTo>
                <a:lnTo>
                  <a:pt x="235214" y="50711"/>
                </a:lnTo>
                <a:lnTo>
                  <a:pt x="235427" y="50861"/>
                </a:lnTo>
                <a:lnTo>
                  <a:pt x="235646" y="51004"/>
                </a:lnTo>
                <a:lnTo>
                  <a:pt x="235870" y="51140"/>
                </a:lnTo>
                <a:lnTo>
                  <a:pt x="236099" y="51268"/>
                </a:lnTo>
                <a:lnTo>
                  <a:pt x="236334" y="51389"/>
                </a:lnTo>
                <a:lnTo>
                  <a:pt x="236574" y="51503"/>
                </a:lnTo>
                <a:lnTo>
                  <a:pt x="236819" y="51609"/>
                </a:lnTo>
                <a:lnTo>
                  <a:pt x="237069" y="51708"/>
                </a:lnTo>
                <a:lnTo>
                  <a:pt x="237325" y="51799"/>
                </a:lnTo>
                <a:lnTo>
                  <a:pt x="237585" y="51884"/>
                </a:lnTo>
                <a:lnTo>
                  <a:pt x="237852" y="51961"/>
                </a:lnTo>
                <a:lnTo>
                  <a:pt x="238123" y="52030"/>
                </a:lnTo>
                <a:lnTo>
                  <a:pt x="238400" y="52093"/>
                </a:lnTo>
                <a:lnTo>
                  <a:pt x="238681" y="52148"/>
                </a:lnTo>
                <a:lnTo>
                  <a:pt x="238969" y="52195"/>
                </a:lnTo>
                <a:lnTo>
                  <a:pt x="239261" y="52236"/>
                </a:lnTo>
                <a:lnTo>
                  <a:pt x="239559" y="52269"/>
                </a:lnTo>
                <a:lnTo>
                  <a:pt x="239862" y="52294"/>
                </a:lnTo>
                <a:lnTo>
                  <a:pt x="240170" y="52313"/>
                </a:lnTo>
                <a:lnTo>
                  <a:pt x="240483" y="52324"/>
                </a:lnTo>
                <a:lnTo>
                  <a:pt x="240802" y="52327"/>
                </a:lnTo>
                <a:lnTo>
                  <a:pt x="241121" y="52324"/>
                </a:lnTo>
                <a:lnTo>
                  <a:pt x="241434" y="52313"/>
                </a:lnTo>
                <a:lnTo>
                  <a:pt x="241742" y="52294"/>
                </a:lnTo>
                <a:lnTo>
                  <a:pt x="242045" y="522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Text .">
            <a:extLst xmlns:a="http://schemas.openxmlformats.org/drawingml/2006/main">
              <a:ext uri="{FF2B5EF4-FFF2-40B4-BE49-F238E27FC236}">
                <a16:creationId xmlns:a16="http://schemas.microsoft.com/office/drawing/2014/main" id="{FB0456E8-10A4-44DB-8E7A-AB456713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9448" y="1514581"/>
            <a:ext cx="111174" cy="17167"/>
          </a:xfrm>
          <a:custGeom xmlns:a="http://schemas.openxmlformats.org/drawingml/2006/main">
            <a:pathLst>
              <a:path w="111174" h="17167">
                <a:moveTo>
                  <a:pt x="8630" y="17167"/>
                </a:moveTo>
                <a:cubicBezTo>
                  <a:pt x="5999" y="17167"/>
                  <a:pt x="3903" y="16402"/>
                  <a:pt x="2342" y="14872"/>
                </a:cubicBezTo>
                <a:cubicBezTo>
                  <a:pt x="781" y="13343"/>
                  <a:pt x="0" y="11262"/>
                  <a:pt x="0" y="8630"/>
                </a:cubicBezTo>
                <a:cubicBezTo>
                  <a:pt x="0" y="5998"/>
                  <a:pt x="781" y="3901"/>
                  <a:pt x="2342" y="2341"/>
                </a:cubicBezTo>
                <a:cubicBezTo>
                  <a:pt x="3903" y="780"/>
                  <a:pt x="5999" y="0"/>
                  <a:pt x="8630" y="0"/>
                </a:cubicBezTo>
                <a:cubicBezTo>
                  <a:pt x="11262" y="0"/>
                  <a:pt x="13358" y="780"/>
                  <a:pt x="14919" y="2341"/>
                </a:cubicBezTo>
                <a:cubicBezTo>
                  <a:pt x="16479" y="3901"/>
                  <a:pt x="17259" y="5998"/>
                  <a:pt x="17259" y="8630"/>
                </a:cubicBezTo>
                <a:cubicBezTo>
                  <a:pt x="17259" y="11262"/>
                  <a:pt x="16479" y="13343"/>
                  <a:pt x="14919" y="14872"/>
                </a:cubicBezTo>
                <a:cubicBezTo>
                  <a:pt x="13358" y="16402"/>
                  <a:pt x="11262" y="17167"/>
                  <a:pt x="8630" y="17167"/>
                </a:cubicBezTo>
                <a:moveTo>
                  <a:pt x="55541" y="17167"/>
                </a:moveTo>
                <a:cubicBezTo>
                  <a:pt x="52909" y="17167"/>
                  <a:pt x="50813" y="16402"/>
                  <a:pt x="49252" y="14872"/>
                </a:cubicBezTo>
                <a:cubicBezTo>
                  <a:pt x="47691" y="13343"/>
                  <a:pt x="46910" y="11262"/>
                  <a:pt x="46910" y="8630"/>
                </a:cubicBezTo>
                <a:cubicBezTo>
                  <a:pt x="46910" y="5998"/>
                  <a:pt x="47691" y="3901"/>
                  <a:pt x="49252" y="2341"/>
                </a:cubicBezTo>
                <a:cubicBezTo>
                  <a:pt x="50813" y="780"/>
                  <a:pt x="52909" y="0"/>
                  <a:pt x="55541" y="0"/>
                </a:cubicBezTo>
                <a:cubicBezTo>
                  <a:pt x="58172" y="0"/>
                  <a:pt x="60268" y="780"/>
                  <a:pt x="61829" y="2341"/>
                </a:cubicBezTo>
                <a:cubicBezTo>
                  <a:pt x="63389" y="3901"/>
                  <a:pt x="64170" y="5998"/>
                  <a:pt x="64170" y="8630"/>
                </a:cubicBezTo>
                <a:cubicBezTo>
                  <a:pt x="64170" y="11262"/>
                  <a:pt x="63389" y="13343"/>
                  <a:pt x="61829" y="14872"/>
                </a:cubicBezTo>
                <a:cubicBezTo>
                  <a:pt x="60268" y="16402"/>
                  <a:pt x="58172" y="17167"/>
                  <a:pt x="55541" y="17167"/>
                </a:cubicBezTo>
                <a:moveTo>
                  <a:pt x="102545" y="17167"/>
                </a:moveTo>
                <a:cubicBezTo>
                  <a:pt x="99913" y="17167"/>
                  <a:pt x="97817" y="16402"/>
                  <a:pt x="96255" y="14872"/>
                </a:cubicBezTo>
                <a:cubicBezTo>
                  <a:pt x="94695" y="13343"/>
                  <a:pt x="93914" y="11262"/>
                  <a:pt x="93914" y="8630"/>
                </a:cubicBezTo>
                <a:cubicBezTo>
                  <a:pt x="93914" y="5998"/>
                  <a:pt x="94695" y="3901"/>
                  <a:pt x="96255" y="2341"/>
                </a:cubicBezTo>
                <a:cubicBezTo>
                  <a:pt x="97817" y="780"/>
                  <a:pt x="99913" y="0"/>
                  <a:pt x="102545" y="0"/>
                </a:cubicBezTo>
                <a:cubicBezTo>
                  <a:pt x="105177" y="0"/>
                  <a:pt x="107273" y="780"/>
                  <a:pt x="108833" y="2341"/>
                </a:cubicBezTo>
                <a:cubicBezTo>
                  <a:pt x="110394" y="3901"/>
                  <a:pt x="111174" y="5998"/>
                  <a:pt x="111174" y="8630"/>
                </a:cubicBezTo>
                <a:cubicBezTo>
                  <a:pt x="111174" y="11262"/>
                  <a:pt x="110394" y="13343"/>
                  <a:pt x="108833" y="14872"/>
                </a:cubicBezTo>
                <a:cubicBezTo>
                  <a:pt x="107273" y="16402"/>
                  <a:pt x="105177" y="17167"/>
                  <a:pt x="102545" y="171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0D6803-C7CF-439D-BDD3-63BB67B6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556" y="1863609"/>
            <a:ext cx="1304404" cy="689610"/>
          </a:xfrm>
          <a:custGeom xmlns:a="http://schemas.openxmlformats.org/drawingml/2006/main">
            <a:pathLst>
              <a:path w="1304404" h="689610">
                <a:moveTo>
                  <a:pt x="0" y="29198"/>
                </a:moveTo>
                <a:lnTo>
                  <a:pt x="0" y="29198"/>
                </a:lnTo>
                <a:cubicBezTo>
                  <a:pt x="0" y="13072"/>
                  <a:pt x="13073" y="0"/>
                  <a:pt x="29198" y="0"/>
                </a:cubicBezTo>
                <a:lnTo>
                  <a:pt x="1275206" y="0"/>
                </a:lnTo>
                <a:cubicBezTo>
                  <a:pt x="1282950" y="0"/>
                  <a:pt x="1290377" y="3076"/>
                  <a:pt x="1295852" y="8552"/>
                </a:cubicBezTo>
                <a:cubicBezTo>
                  <a:pt x="1301328" y="14028"/>
                  <a:pt x="1304404" y="21454"/>
                  <a:pt x="1304404" y="29198"/>
                </a:cubicBezTo>
                <a:lnTo>
                  <a:pt x="1304404" y="660412"/>
                </a:lnTo>
                <a:cubicBezTo>
                  <a:pt x="1304404" y="676538"/>
                  <a:pt x="1291332" y="689610"/>
                  <a:pt x="1275206" y="689610"/>
                </a:cubicBezTo>
                <a:lnTo>
                  <a:pt x="29198" y="689610"/>
                </a:lnTo>
                <a:cubicBezTo>
                  <a:pt x="13073" y="689610"/>
                  <a:pt x="0" y="676538"/>
                  <a:pt x="0" y="660412"/>
                </a:cubicBezTo>
                <a:lnTo>
                  <a:pt x="0" y="2919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Text class">
            <a:extLst xmlns:a="http://schemas.openxmlformats.org/drawingml/2006/main">
              <a:ext uri="{FF2B5EF4-FFF2-40B4-BE49-F238E27FC236}">
                <a16:creationId xmlns:a16="http://schemas.microsoft.com/office/drawing/2014/main" id="{9F33E105-8F17-422A-B816-6A47939E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9536" y="1893277"/>
            <a:ext cx="263292" cy="67934"/>
          </a:xfrm>
          <a:custGeom xmlns:a="http://schemas.openxmlformats.org/drawingml/2006/main">
            <a:pathLst>
              <a:path w="263292" h="67934">
                <a:moveTo>
                  <a:pt x="99974" y="56642"/>
                </a:moveTo>
                <a:lnTo>
                  <a:pt x="84735" y="56642"/>
                </a:lnTo>
                <a:lnTo>
                  <a:pt x="84507" y="56639"/>
                </a:lnTo>
                <a:lnTo>
                  <a:pt x="84284" y="56631"/>
                </a:lnTo>
                <a:lnTo>
                  <a:pt x="84064" y="56617"/>
                </a:lnTo>
                <a:lnTo>
                  <a:pt x="83849" y="56597"/>
                </a:lnTo>
                <a:lnTo>
                  <a:pt x="83637" y="56572"/>
                </a:lnTo>
                <a:lnTo>
                  <a:pt x="83429" y="56541"/>
                </a:lnTo>
                <a:lnTo>
                  <a:pt x="83226" y="56505"/>
                </a:lnTo>
                <a:lnTo>
                  <a:pt x="83026" y="56463"/>
                </a:lnTo>
                <a:lnTo>
                  <a:pt x="82830" y="56416"/>
                </a:lnTo>
                <a:lnTo>
                  <a:pt x="82639" y="56363"/>
                </a:lnTo>
                <a:lnTo>
                  <a:pt x="82451" y="56305"/>
                </a:lnTo>
                <a:lnTo>
                  <a:pt x="82267" y="56240"/>
                </a:lnTo>
                <a:lnTo>
                  <a:pt x="82088" y="56171"/>
                </a:lnTo>
                <a:lnTo>
                  <a:pt x="81912" y="56095"/>
                </a:lnTo>
                <a:lnTo>
                  <a:pt x="81740" y="56015"/>
                </a:lnTo>
                <a:lnTo>
                  <a:pt x="81573" y="55928"/>
                </a:lnTo>
                <a:lnTo>
                  <a:pt x="81409" y="55836"/>
                </a:lnTo>
                <a:lnTo>
                  <a:pt x="81249" y="55739"/>
                </a:lnTo>
                <a:lnTo>
                  <a:pt x="81093" y="55636"/>
                </a:lnTo>
                <a:lnTo>
                  <a:pt x="80941" y="55527"/>
                </a:lnTo>
                <a:lnTo>
                  <a:pt x="80794" y="55413"/>
                </a:lnTo>
                <a:lnTo>
                  <a:pt x="80650" y="55293"/>
                </a:lnTo>
                <a:lnTo>
                  <a:pt x="80510" y="55167"/>
                </a:lnTo>
                <a:lnTo>
                  <a:pt x="80374" y="55036"/>
                </a:lnTo>
                <a:lnTo>
                  <a:pt x="80243" y="54901"/>
                </a:lnTo>
                <a:lnTo>
                  <a:pt x="80117" y="54761"/>
                </a:lnTo>
                <a:lnTo>
                  <a:pt x="79997" y="54617"/>
                </a:lnTo>
                <a:lnTo>
                  <a:pt x="79883" y="54469"/>
                </a:lnTo>
                <a:lnTo>
                  <a:pt x="79774" y="54317"/>
                </a:lnTo>
                <a:lnTo>
                  <a:pt x="79671" y="54161"/>
                </a:lnTo>
                <a:lnTo>
                  <a:pt x="79573" y="54002"/>
                </a:lnTo>
                <a:lnTo>
                  <a:pt x="79481" y="53838"/>
                </a:lnTo>
                <a:lnTo>
                  <a:pt x="79395" y="53670"/>
                </a:lnTo>
                <a:lnTo>
                  <a:pt x="79314" y="53498"/>
                </a:lnTo>
                <a:lnTo>
                  <a:pt x="79239" y="53323"/>
                </a:lnTo>
                <a:lnTo>
                  <a:pt x="79169" y="53143"/>
                </a:lnTo>
                <a:lnTo>
                  <a:pt x="79105" y="52959"/>
                </a:lnTo>
                <a:lnTo>
                  <a:pt x="79046" y="52772"/>
                </a:lnTo>
                <a:lnTo>
                  <a:pt x="78993" y="52580"/>
                </a:lnTo>
                <a:lnTo>
                  <a:pt x="78946" y="52384"/>
                </a:lnTo>
                <a:lnTo>
                  <a:pt x="78904" y="52185"/>
                </a:lnTo>
                <a:lnTo>
                  <a:pt x="78868" y="51981"/>
                </a:lnTo>
                <a:lnTo>
                  <a:pt x="78837" y="51773"/>
                </a:lnTo>
                <a:lnTo>
                  <a:pt x="78812" y="51562"/>
                </a:lnTo>
                <a:lnTo>
                  <a:pt x="78792" y="51346"/>
                </a:lnTo>
                <a:lnTo>
                  <a:pt x="78778" y="51127"/>
                </a:lnTo>
                <a:lnTo>
                  <a:pt x="78770" y="50903"/>
                </a:lnTo>
                <a:lnTo>
                  <a:pt x="78767" y="50676"/>
                </a:lnTo>
                <a:lnTo>
                  <a:pt x="78767" y="0"/>
                </a:lnTo>
                <a:lnTo>
                  <a:pt x="51133" y="0"/>
                </a:lnTo>
                <a:lnTo>
                  <a:pt x="51133" y="10373"/>
                </a:lnTo>
                <a:lnTo>
                  <a:pt x="67292" y="10373"/>
                </a:lnTo>
                <a:lnTo>
                  <a:pt x="67292" y="50676"/>
                </a:lnTo>
                <a:lnTo>
                  <a:pt x="67295" y="51079"/>
                </a:lnTo>
                <a:lnTo>
                  <a:pt x="67306" y="51479"/>
                </a:lnTo>
                <a:lnTo>
                  <a:pt x="67325" y="51874"/>
                </a:lnTo>
                <a:lnTo>
                  <a:pt x="67350" y="52265"/>
                </a:lnTo>
                <a:lnTo>
                  <a:pt x="67383" y="52653"/>
                </a:lnTo>
                <a:lnTo>
                  <a:pt x="67424" y="53036"/>
                </a:lnTo>
                <a:lnTo>
                  <a:pt x="67471" y="53416"/>
                </a:lnTo>
                <a:lnTo>
                  <a:pt x="67526" y="53792"/>
                </a:lnTo>
                <a:lnTo>
                  <a:pt x="67589" y="54163"/>
                </a:lnTo>
                <a:lnTo>
                  <a:pt x="67658" y="54531"/>
                </a:lnTo>
                <a:lnTo>
                  <a:pt x="67735" y="54894"/>
                </a:lnTo>
                <a:lnTo>
                  <a:pt x="67820" y="55254"/>
                </a:lnTo>
                <a:lnTo>
                  <a:pt x="67911" y="55610"/>
                </a:lnTo>
                <a:lnTo>
                  <a:pt x="68010" y="55961"/>
                </a:lnTo>
                <a:lnTo>
                  <a:pt x="68116" y="56309"/>
                </a:lnTo>
                <a:lnTo>
                  <a:pt x="68230" y="56652"/>
                </a:lnTo>
                <a:lnTo>
                  <a:pt x="68351" y="56992"/>
                </a:lnTo>
                <a:lnTo>
                  <a:pt x="68479" y="57328"/>
                </a:lnTo>
                <a:lnTo>
                  <a:pt x="68615" y="57660"/>
                </a:lnTo>
                <a:lnTo>
                  <a:pt x="68758" y="57987"/>
                </a:lnTo>
                <a:lnTo>
                  <a:pt x="68908" y="58311"/>
                </a:lnTo>
                <a:lnTo>
                  <a:pt x="69066" y="58631"/>
                </a:lnTo>
                <a:lnTo>
                  <a:pt x="69231" y="58947"/>
                </a:lnTo>
                <a:lnTo>
                  <a:pt x="69403" y="59258"/>
                </a:lnTo>
                <a:lnTo>
                  <a:pt x="69582" y="59565"/>
                </a:lnTo>
                <a:lnTo>
                  <a:pt x="69766" y="59866"/>
                </a:lnTo>
                <a:lnTo>
                  <a:pt x="69956" y="60161"/>
                </a:lnTo>
                <a:lnTo>
                  <a:pt x="70151" y="60451"/>
                </a:lnTo>
                <a:lnTo>
                  <a:pt x="70352" y="60734"/>
                </a:lnTo>
                <a:lnTo>
                  <a:pt x="70559" y="61011"/>
                </a:lnTo>
                <a:lnTo>
                  <a:pt x="70771" y="61283"/>
                </a:lnTo>
                <a:lnTo>
                  <a:pt x="70989" y="61548"/>
                </a:lnTo>
                <a:lnTo>
                  <a:pt x="71212" y="61808"/>
                </a:lnTo>
                <a:lnTo>
                  <a:pt x="71441" y="62062"/>
                </a:lnTo>
                <a:lnTo>
                  <a:pt x="71675" y="62310"/>
                </a:lnTo>
                <a:lnTo>
                  <a:pt x="71915" y="62552"/>
                </a:lnTo>
                <a:lnTo>
                  <a:pt x="72161" y="62788"/>
                </a:lnTo>
                <a:lnTo>
                  <a:pt x="72412" y="63018"/>
                </a:lnTo>
                <a:lnTo>
                  <a:pt x="72669" y="63242"/>
                </a:lnTo>
                <a:lnTo>
                  <a:pt x="72932" y="63461"/>
                </a:lnTo>
                <a:lnTo>
                  <a:pt x="73200" y="63673"/>
                </a:lnTo>
                <a:lnTo>
                  <a:pt x="73473" y="63880"/>
                </a:lnTo>
                <a:lnTo>
                  <a:pt x="73752" y="64081"/>
                </a:lnTo>
                <a:lnTo>
                  <a:pt x="74037" y="64276"/>
                </a:lnTo>
                <a:lnTo>
                  <a:pt x="74327" y="64465"/>
                </a:lnTo>
                <a:lnTo>
                  <a:pt x="74623" y="64648"/>
                </a:lnTo>
                <a:lnTo>
                  <a:pt x="74925" y="64825"/>
                </a:lnTo>
                <a:lnTo>
                  <a:pt x="75232" y="64996"/>
                </a:lnTo>
                <a:lnTo>
                  <a:pt x="75544" y="65161"/>
                </a:lnTo>
                <a:lnTo>
                  <a:pt x="75860" y="65319"/>
                </a:lnTo>
                <a:lnTo>
                  <a:pt x="76181" y="65470"/>
                </a:lnTo>
                <a:lnTo>
                  <a:pt x="76506" y="65613"/>
                </a:lnTo>
                <a:lnTo>
                  <a:pt x="76835" y="65750"/>
                </a:lnTo>
                <a:lnTo>
                  <a:pt x="77169" y="65880"/>
                </a:lnTo>
                <a:lnTo>
                  <a:pt x="77506" y="66003"/>
                </a:lnTo>
                <a:lnTo>
                  <a:pt x="77849" y="66118"/>
                </a:lnTo>
                <a:lnTo>
                  <a:pt x="78195" y="66227"/>
                </a:lnTo>
                <a:lnTo>
                  <a:pt x="78546" y="66329"/>
                </a:lnTo>
                <a:lnTo>
                  <a:pt x="78901" y="66423"/>
                </a:lnTo>
                <a:lnTo>
                  <a:pt x="79260" y="66511"/>
                </a:lnTo>
                <a:lnTo>
                  <a:pt x="79624" y="66592"/>
                </a:lnTo>
                <a:lnTo>
                  <a:pt x="79992" y="66665"/>
                </a:lnTo>
                <a:lnTo>
                  <a:pt x="80364" y="66732"/>
                </a:lnTo>
                <a:lnTo>
                  <a:pt x="80741" y="66792"/>
                </a:lnTo>
                <a:lnTo>
                  <a:pt x="81122" y="66844"/>
                </a:lnTo>
                <a:lnTo>
                  <a:pt x="81507" y="66890"/>
                </a:lnTo>
                <a:lnTo>
                  <a:pt x="81896" y="66928"/>
                </a:lnTo>
                <a:lnTo>
                  <a:pt x="82290" y="66960"/>
                </a:lnTo>
                <a:lnTo>
                  <a:pt x="82688" y="66985"/>
                </a:lnTo>
                <a:lnTo>
                  <a:pt x="83091" y="67002"/>
                </a:lnTo>
                <a:lnTo>
                  <a:pt x="83497" y="67013"/>
                </a:lnTo>
                <a:lnTo>
                  <a:pt x="83908" y="67016"/>
                </a:lnTo>
                <a:lnTo>
                  <a:pt x="99974" y="67016"/>
                </a:lnTo>
                <a:lnTo>
                  <a:pt x="99974" y="56642"/>
                </a:lnTo>
                <a:close/>
                <a:moveTo>
                  <a:pt x="190061" y="67814"/>
                </a:moveTo>
                <a:lnTo>
                  <a:pt x="190831" y="67779"/>
                </a:lnTo>
                <a:lnTo>
                  <a:pt x="191584" y="67729"/>
                </a:lnTo>
                <a:lnTo>
                  <a:pt x="192321" y="67665"/>
                </a:lnTo>
                <a:lnTo>
                  <a:pt x="193042" y="67587"/>
                </a:lnTo>
                <a:lnTo>
                  <a:pt x="193746" y="67495"/>
                </a:lnTo>
                <a:lnTo>
                  <a:pt x="194434" y="67389"/>
                </a:lnTo>
                <a:lnTo>
                  <a:pt x="195105" y="67268"/>
                </a:lnTo>
                <a:lnTo>
                  <a:pt x="195760" y="67133"/>
                </a:lnTo>
                <a:lnTo>
                  <a:pt x="196399" y="66985"/>
                </a:lnTo>
                <a:lnTo>
                  <a:pt x="197021" y="66821"/>
                </a:lnTo>
                <a:lnTo>
                  <a:pt x="197627" y="66644"/>
                </a:lnTo>
                <a:lnTo>
                  <a:pt x="198216" y="66453"/>
                </a:lnTo>
                <a:lnTo>
                  <a:pt x="198789" y="66247"/>
                </a:lnTo>
                <a:lnTo>
                  <a:pt x="199345" y="66027"/>
                </a:lnTo>
                <a:lnTo>
                  <a:pt x="199885" y="65793"/>
                </a:lnTo>
                <a:lnTo>
                  <a:pt x="200409" y="65545"/>
                </a:lnTo>
                <a:lnTo>
                  <a:pt x="200916" y="65283"/>
                </a:lnTo>
                <a:lnTo>
                  <a:pt x="201407" y="65006"/>
                </a:lnTo>
                <a:lnTo>
                  <a:pt x="201881" y="64715"/>
                </a:lnTo>
                <a:lnTo>
                  <a:pt x="202339" y="64410"/>
                </a:lnTo>
                <a:lnTo>
                  <a:pt x="202780" y="64091"/>
                </a:lnTo>
                <a:lnTo>
                  <a:pt x="203206" y="63758"/>
                </a:lnTo>
                <a:lnTo>
                  <a:pt x="203614" y="63412"/>
                </a:lnTo>
                <a:lnTo>
                  <a:pt x="204005" y="63054"/>
                </a:lnTo>
                <a:lnTo>
                  <a:pt x="204378" y="62685"/>
                </a:lnTo>
                <a:lnTo>
                  <a:pt x="204734" y="62305"/>
                </a:lnTo>
                <a:lnTo>
                  <a:pt x="205073" y="61914"/>
                </a:lnTo>
                <a:lnTo>
                  <a:pt x="205395" y="61511"/>
                </a:lnTo>
                <a:lnTo>
                  <a:pt x="205699" y="61097"/>
                </a:lnTo>
                <a:lnTo>
                  <a:pt x="205985" y="60672"/>
                </a:lnTo>
                <a:lnTo>
                  <a:pt x="206255" y="60235"/>
                </a:lnTo>
                <a:lnTo>
                  <a:pt x="206507" y="59787"/>
                </a:lnTo>
                <a:lnTo>
                  <a:pt x="206741" y="59328"/>
                </a:lnTo>
                <a:lnTo>
                  <a:pt x="206958" y="58857"/>
                </a:lnTo>
                <a:lnTo>
                  <a:pt x="207158" y="58375"/>
                </a:lnTo>
                <a:lnTo>
                  <a:pt x="207341" y="57882"/>
                </a:lnTo>
                <a:lnTo>
                  <a:pt x="207506" y="57377"/>
                </a:lnTo>
                <a:lnTo>
                  <a:pt x="207653" y="56862"/>
                </a:lnTo>
                <a:lnTo>
                  <a:pt x="207784" y="56334"/>
                </a:lnTo>
                <a:lnTo>
                  <a:pt x="207896" y="55796"/>
                </a:lnTo>
                <a:lnTo>
                  <a:pt x="207992" y="55246"/>
                </a:lnTo>
                <a:lnTo>
                  <a:pt x="208070" y="54685"/>
                </a:lnTo>
                <a:lnTo>
                  <a:pt x="208131" y="54112"/>
                </a:lnTo>
                <a:lnTo>
                  <a:pt x="208174" y="53529"/>
                </a:lnTo>
                <a:lnTo>
                  <a:pt x="208201" y="52934"/>
                </a:lnTo>
                <a:lnTo>
                  <a:pt x="208209" y="52327"/>
                </a:lnTo>
                <a:lnTo>
                  <a:pt x="208202" y="51759"/>
                </a:lnTo>
                <a:lnTo>
                  <a:pt x="208180" y="51203"/>
                </a:lnTo>
                <a:lnTo>
                  <a:pt x="208143" y="50658"/>
                </a:lnTo>
                <a:lnTo>
                  <a:pt x="208091" y="50125"/>
                </a:lnTo>
                <a:lnTo>
                  <a:pt x="208024" y="49604"/>
                </a:lnTo>
                <a:lnTo>
                  <a:pt x="207942" y="49094"/>
                </a:lnTo>
                <a:lnTo>
                  <a:pt x="207846" y="48596"/>
                </a:lnTo>
                <a:lnTo>
                  <a:pt x="207735" y="48110"/>
                </a:lnTo>
                <a:lnTo>
                  <a:pt x="207609" y="47635"/>
                </a:lnTo>
                <a:lnTo>
                  <a:pt x="207468" y="47171"/>
                </a:lnTo>
                <a:lnTo>
                  <a:pt x="207313" y="46720"/>
                </a:lnTo>
                <a:lnTo>
                  <a:pt x="207142" y="46280"/>
                </a:lnTo>
                <a:lnTo>
                  <a:pt x="206957" y="45852"/>
                </a:lnTo>
                <a:lnTo>
                  <a:pt x="206757" y="45435"/>
                </a:lnTo>
                <a:lnTo>
                  <a:pt x="206542" y="45030"/>
                </a:lnTo>
                <a:lnTo>
                  <a:pt x="206312" y="44636"/>
                </a:lnTo>
                <a:lnTo>
                  <a:pt x="206068" y="44255"/>
                </a:lnTo>
                <a:lnTo>
                  <a:pt x="205808" y="43885"/>
                </a:lnTo>
                <a:lnTo>
                  <a:pt x="205534" y="43526"/>
                </a:lnTo>
                <a:lnTo>
                  <a:pt x="205245" y="43179"/>
                </a:lnTo>
                <a:lnTo>
                  <a:pt x="204941" y="42844"/>
                </a:lnTo>
                <a:lnTo>
                  <a:pt x="204623" y="42520"/>
                </a:lnTo>
                <a:lnTo>
                  <a:pt x="204289" y="42208"/>
                </a:lnTo>
                <a:lnTo>
                  <a:pt x="203941" y="41908"/>
                </a:lnTo>
                <a:lnTo>
                  <a:pt x="203577" y="41617"/>
                </a:lnTo>
                <a:lnTo>
                  <a:pt x="203197" y="41335"/>
                </a:lnTo>
                <a:lnTo>
                  <a:pt x="202800" y="41060"/>
                </a:lnTo>
                <a:lnTo>
                  <a:pt x="202387" y="40792"/>
                </a:lnTo>
                <a:lnTo>
                  <a:pt x="201957" y="40533"/>
                </a:lnTo>
                <a:lnTo>
                  <a:pt x="201511" y="40281"/>
                </a:lnTo>
                <a:lnTo>
                  <a:pt x="201049" y="40038"/>
                </a:lnTo>
                <a:lnTo>
                  <a:pt x="200570" y="39802"/>
                </a:lnTo>
                <a:lnTo>
                  <a:pt x="200075" y="39574"/>
                </a:lnTo>
                <a:lnTo>
                  <a:pt x="199563" y="39353"/>
                </a:lnTo>
                <a:lnTo>
                  <a:pt x="199035" y="39141"/>
                </a:lnTo>
                <a:lnTo>
                  <a:pt x="198490" y="38936"/>
                </a:lnTo>
                <a:lnTo>
                  <a:pt x="197929" y="38739"/>
                </a:lnTo>
                <a:lnTo>
                  <a:pt x="197352" y="38550"/>
                </a:lnTo>
                <a:lnTo>
                  <a:pt x="196758" y="38368"/>
                </a:lnTo>
                <a:lnTo>
                  <a:pt x="196148" y="38195"/>
                </a:lnTo>
                <a:lnTo>
                  <a:pt x="195521" y="38029"/>
                </a:lnTo>
                <a:lnTo>
                  <a:pt x="194878" y="37871"/>
                </a:lnTo>
                <a:lnTo>
                  <a:pt x="194219" y="37721"/>
                </a:lnTo>
                <a:lnTo>
                  <a:pt x="193543" y="37579"/>
                </a:lnTo>
                <a:lnTo>
                  <a:pt x="192851" y="37444"/>
                </a:lnTo>
                <a:lnTo>
                  <a:pt x="192142" y="37318"/>
                </a:lnTo>
                <a:lnTo>
                  <a:pt x="191417" y="37199"/>
                </a:lnTo>
                <a:lnTo>
                  <a:pt x="190675" y="37088"/>
                </a:lnTo>
                <a:lnTo>
                  <a:pt x="184157" y="36170"/>
                </a:lnTo>
                <a:lnTo>
                  <a:pt x="183870" y="36123"/>
                </a:lnTo>
                <a:lnTo>
                  <a:pt x="183589" y="36074"/>
                </a:lnTo>
                <a:lnTo>
                  <a:pt x="183315" y="36022"/>
                </a:lnTo>
                <a:lnTo>
                  <a:pt x="183048" y="35968"/>
                </a:lnTo>
                <a:lnTo>
                  <a:pt x="182788" y="35911"/>
                </a:lnTo>
                <a:lnTo>
                  <a:pt x="182534" y="35852"/>
                </a:lnTo>
                <a:lnTo>
                  <a:pt x="182286" y="35791"/>
                </a:lnTo>
                <a:lnTo>
                  <a:pt x="182046" y="35727"/>
                </a:lnTo>
                <a:lnTo>
                  <a:pt x="181812" y="35661"/>
                </a:lnTo>
                <a:lnTo>
                  <a:pt x="181585" y="35592"/>
                </a:lnTo>
                <a:lnTo>
                  <a:pt x="181365" y="35521"/>
                </a:lnTo>
                <a:lnTo>
                  <a:pt x="181151" y="35447"/>
                </a:lnTo>
                <a:lnTo>
                  <a:pt x="180944" y="35372"/>
                </a:lnTo>
                <a:lnTo>
                  <a:pt x="180743" y="35294"/>
                </a:lnTo>
                <a:lnTo>
                  <a:pt x="180550" y="35213"/>
                </a:lnTo>
                <a:lnTo>
                  <a:pt x="180363" y="35130"/>
                </a:lnTo>
                <a:lnTo>
                  <a:pt x="180182" y="35045"/>
                </a:lnTo>
                <a:lnTo>
                  <a:pt x="180009" y="34957"/>
                </a:lnTo>
                <a:lnTo>
                  <a:pt x="179842" y="34867"/>
                </a:lnTo>
                <a:lnTo>
                  <a:pt x="179682" y="34774"/>
                </a:lnTo>
                <a:lnTo>
                  <a:pt x="179528" y="34679"/>
                </a:lnTo>
                <a:lnTo>
                  <a:pt x="179381" y="34582"/>
                </a:lnTo>
                <a:lnTo>
                  <a:pt x="179241" y="34482"/>
                </a:lnTo>
                <a:lnTo>
                  <a:pt x="179107" y="34380"/>
                </a:lnTo>
                <a:lnTo>
                  <a:pt x="178980" y="34274"/>
                </a:lnTo>
                <a:lnTo>
                  <a:pt x="178858" y="34164"/>
                </a:lnTo>
                <a:lnTo>
                  <a:pt x="178742" y="34049"/>
                </a:lnTo>
                <a:lnTo>
                  <a:pt x="178631" y="33930"/>
                </a:lnTo>
                <a:lnTo>
                  <a:pt x="178525" y="33806"/>
                </a:lnTo>
                <a:lnTo>
                  <a:pt x="178425" y="33677"/>
                </a:lnTo>
                <a:lnTo>
                  <a:pt x="178330" y="33544"/>
                </a:lnTo>
                <a:lnTo>
                  <a:pt x="178240" y="33406"/>
                </a:lnTo>
                <a:lnTo>
                  <a:pt x="178156" y="33263"/>
                </a:lnTo>
                <a:lnTo>
                  <a:pt x="178078" y="33116"/>
                </a:lnTo>
                <a:lnTo>
                  <a:pt x="178005" y="32964"/>
                </a:lnTo>
                <a:lnTo>
                  <a:pt x="177937" y="32808"/>
                </a:lnTo>
                <a:lnTo>
                  <a:pt x="177875" y="32647"/>
                </a:lnTo>
                <a:lnTo>
                  <a:pt x="177818" y="32481"/>
                </a:lnTo>
                <a:lnTo>
                  <a:pt x="177766" y="32311"/>
                </a:lnTo>
                <a:lnTo>
                  <a:pt x="177720" y="32136"/>
                </a:lnTo>
                <a:lnTo>
                  <a:pt x="177680" y="31956"/>
                </a:lnTo>
                <a:lnTo>
                  <a:pt x="177644" y="31772"/>
                </a:lnTo>
                <a:lnTo>
                  <a:pt x="177615" y="31583"/>
                </a:lnTo>
                <a:lnTo>
                  <a:pt x="177590" y="31390"/>
                </a:lnTo>
                <a:lnTo>
                  <a:pt x="177571" y="31192"/>
                </a:lnTo>
                <a:lnTo>
                  <a:pt x="177558" y="30989"/>
                </a:lnTo>
                <a:lnTo>
                  <a:pt x="177550" y="30782"/>
                </a:lnTo>
                <a:lnTo>
                  <a:pt x="177547" y="30570"/>
                </a:lnTo>
                <a:lnTo>
                  <a:pt x="177550" y="30343"/>
                </a:lnTo>
                <a:lnTo>
                  <a:pt x="177559" y="30120"/>
                </a:lnTo>
                <a:lnTo>
                  <a:pt x="177575" y="29902"/>
                </a:lnTo>
                <a:lnTo>
                  <a:pt x="177597" y="29689"/>
                </a:lnTo>
                <a:lnTo>
                  <a:pt x="177625" y="29480"/>
                </a:lnTo>
                <a:lnTo>
                  <a:pt x="177659" y="29276"/>
                </a:lnTo>
                <a:lnTo>
                  <a:pt x="177699" y="29077"/>
                </a:lnTo>
                <a:lnTo>
                  <a:pt x="177746" y="28882"/>
                </a:lnTo>
                <a:lnTo>
                  <a:pt x="177799" y="28692"/>
                </a:lnTo>
                <a:lnTo>
                  <a:pt x="177858" y="28506"/>
                </a:lnTo>
                <a:lnTo>
                  <a:pt x="177923" y="28325"/>
                </a:lnTo>
                <a:lnTo>
                  <a:pt x="177994" y="28149"/>
                </a:lnTo>
                <a:lnTo>
                  <a:pt x="178072" y="27977"/>
                </a:lnTo>
                <a:lnTo>
                  <a:pt x="178156" y="27810"/>
                </a:lnTo>
                <a:lnTo>
                  <a:pt x="178246" y="27648"/>
                </a:lnTo>
                <a:lnTo>
                  <a:pt x="178343" y="27490"/>
                </a:lnTo>
                <a:lnTo>
                  <a:pt x="178445" y="27337"/>
                </a:lnTo>
                <a:lnTo>
                  <a:pt x="178554" y="27188"/>
                </a:lnTo>
                <a:lnTo>
                  <a:pt x="178669" y="27044"/>
                </a:lnTo>
                <a:lnTo>
                  <a:pt x="178790" y="26905"/>
                </a:lnTo>
                <a:lnTo>
                  <a:pt x="178918" y="26770"/>
                </a:lnTo>
                <a:lnTo>
                  <a:pt x="179051" y="26640"/>
                </a:lnTo>
                <a:lnTo>
                  <a:pt x="179191" y="26515"/>
                </a:lnTo>
                <a:lnTo>
                  <a:pt x="179337" y="26394"/>
                </a:lnTo>
                <a:lnTo>
                  <a:pt x="179490" y="26278"/>
                </a:lnTo>
                <a:lnTo>
                  <a:pt x="179650" y="26167"/>
                </a:lnTo>
                <a:lnTo>
                  <a:pt x="179818" y="26060"/>
                </a:lnTo>
                <a:lnTo>
                  <a:pt x="179994" y="25959"/>
                </a:lnTo>
                <a:lnTo>
                  <a:pt x="180177" y="25863"/>
                </a:lnTo>
                <a:lnTo>
                  <a:pt x="180367" y="25771"/>
                </a:lnTo>
                <a:lnTo>
                  <a:pt x="180565" y="25685"/>
                </a:lnTo>
                <a:lnTo>
                  <a:pt x="180770" y="25603"/>
                </a:lnTo>
                <a:lnTo>
                  <a:pt x="180983" y="25527"/>
                </a:lnTo>
                <a:lnTo>
                  <a:pt x="181203" y="25455"/>
                </a:lnTo>
                <a:lnTo>
                  <a:pt x="181431" y="25388"/>
                </a:lnTo>
                <a:lnTo>
                  <a:pt x="181667" y="25327"/>
                </a:lnTo>
                <a:lnTo>
                  <a:pt x="181909" y="25270"/>
                </a:lnTo>
                <a:lnTo>
                  <a:pt x="182160" y="25218"/>
                </a:lnTo>
                <a:lnTo>
                  <a:pt x="182418" y="25171"/>
                </a:lnTo>
                <a:lnTo>
                  <a:pt x="182683" y="25129"/>
                </a:lnTo>
                <a:lnTo>
                  <a:pt x="182956" y="25092"/>
                </a:lnTo>
                <a:lnTo>
                  <a:pt x="183236" y="25060"/>
                </a:lnTo>
                <a:lnTo>
                  <a:pt x="183524" y="25033"/>
                </a:lnTo>
                <a:lnTo>
                  <a:pt x="183819" y="25010"/>
                </a:lnTo>
                <a:lnTo>
                  <a:pt x="184122" y="24993"/>
                </a:lnTo>
                <a:lnTo>
                  <a:pt x="184432" y="24981"/>
                </a:lnTo>
                <a:lnTo>
                  <a:pt x="184750" y="24973"/>
                </a:lnTo>
                <a:lnTo>
                  <a:pt x="185075" y="24971"/>
                </a:lnTo>
                <a:lnTo>
                  <a:pt x="188564" y="24971"/>
                </a:lnTo>
                <a:lnTo>
                  <a:pt x="188830" y="24973"/>
                </a:lnTo>
                <a:lnTo>
                  <a:pt x="189091" y="24980"/>
                </a:lnTo>
                <a:lnTo>
                  <a:pt x="189348" y="24991"/>
                </a:lnTo>
                <a:lnTo>
                  <a:pt x="189601" y="25007"/>
                </a:lnTo>
                <a:lnTo>
                  <a:pt x="189849" y="25027"/>
                </a:lnTo>
                <a:lnTo>
                  <a:pt x="190093" y="25051"/>
                </a:lnTo>
                <a:lnTo>
                  <a:pt x="190333" y="25080"/>
                </a:lnTo>
                <a:lnTo>
                  <a:pt x="190568" y="25114"/>
                </a:lnTo>
                <a:lnTo>
                  <a:pt x="190799" y="25152"/>
                </a:lnTo>
                <a:lnTo>
                  <a:pt x="191026" y="25194"/>
                </a:lnTo>
                <a:lnTo>
                  <a:pt x="191249" y="25241"/>
                </a:lnTo>
                <a:lnTo>
                  <a:pt x="191467" y="25292"/>
                </a:lnTo>
                <a:lnTo>
                  <a:pt x="191681" y="25348"/>
                </a:lnTo>
                <a:lnTo>
                  <a:pt x="191890" y="25408"/>
                </a:lnTo>
                <a:lnTo>
                  <a:pt x="192096" y="25473"/>
                </a:lnTo>
                <a:lnTo>
                  <a:pt x="192297" y="25542"/>
                </a:lnTo>
                <a:lnTo>
                  <a:pt x="192493" y="25616"/>
                </a:lnTo>
                <a:lnTo>
                  <a:pt x="192686" y="25694"/>
                </a:lnTo>
                <a:lnTo>
                  <a:pt x="192874" y="25777"/>
                </a:lnTo>
                <a:lnTo>
                  <a:pt x="193058" y="25864"/>
                </a:lnTo>
                <a:lnTo>
                  <a:pt x="193237" y="25955"/>
                </a:lnTo>
                <a:lnTo>
                  <a:pt x="193412" y="26051"/>
                </a:lnTo>
                <a:lnTo>
                  <a:pt x="193583" y="26152"/>
                </a:lnTo>
                <a:lnTo>
                  <a:pt x="193750" y="26257"/>
                </a:lnTo>
                <a:lnTo>
                  <a:pt x="193912" y="26365"/>
                </a:lnTo>
                <a:lnTo>
                  <a:pt x="194067" y="26476"/>
                </a:lnTo>
                <a:lnTo>
                  <a:pt x="194217" y="26589"/>
                </a:lnTo>
                <a:lnTo>
                  <a:pt x="194361" y="26705"/>
                </a:lnTo>
                <a:lnTo>
                  <a:pt x="194499" y="26824"/>
                </a:lnTo>
                <a:lnTo>
                  <a:pt x="194631" y="26945"/>
                </a:lnTo>
                <a:lnTo>
                  <a:pt x="194757" y="27069"/>
                </a:lnTo>
                <a:lnTo>
                  <a:pt x="194877" y="27195"/>
                </a:lnTo>
                <a:lnTo>
                  <a:pt x="194992" y="27323"/>
                </a:lnTo>
                <a:lnTo>
                  <a:pt x="195100" y="27455"/>
                </a:lnTo>
                <a:lnTo>
                  <a:pt x="195203" y="27588"/>
                </a:lnTo>
                <a:lnTo>
                  <a:pt x="195299" y="27725"/>
                </a:lnTo>
                <a:lnTo>
                  <a:pt x="195390" y="27864"/>
                </a:lnTo>
                <a:lnTo>
                  <a:pt x="195475" y="28005"/>
                </a:lnTo>
                <a:lnTo>
                  <a:pt x="195554" y="28149"/>
                </a:lnTo>
                <a:lnTo>
                  <a:pt x="195627" y="28296"/>
                </a:lnTo>
                <a:lnTo>
                  <a:pt x="195694" y="28445"/>
                </a:lnTo>
                <a:lnTo>
                  <a:pt x="195756" y="28596"/>
                </a:lnTo>
                <a:lnTo>
                  <a:pt x="195811" y="28751"/>
                </a:lnTo>
                <a:lnTo>
                  <a:pt x="195861" y="28907"/>
                </a:lnTo>
                <a:lnTo>
                  <a:pt x="195904" y="29067"/>
                </a:lnTo>
                <a:lnTo>
                  <a:pt x="195942" y="29229"/>
                </a:lnTo>
                <a:lnTo>
                  <a:pt x="195974" y="29393"/>
                </a:lnTo>
                <a:lnTo>
                  <a:pt x="196000" y="29560"/>
                </a:lnTo>
                <a:lnTo>
                  <a:pt x="207475" y="29560"/>
                </a:lnTo>
                <a:lnTo>
                  <a:pt x="207436" y="29036"/>
                </a:lnTo>
                <a:lnTo>
                  <a:pt x="207381" y="28522"/>
                </a:lnTo>
                <a:lnTo>
                  <a:pt x="207310" y="28016"/>
                </a:lnTo>
                <a:lnTo>
                  <a:pt x="207223" y="27520"/>
                </a:lnTo>
                <a:lnTo>
                  <a:pt x="207119" y="27032"/>
                </a:lnTo>
                <a:lnTo>
                  <a:pt x="206999" y="26553"/>
                </a:lnTo>
                <a:lnTo>
                  <a:pt x="206863" y="26083"/>
                </a:lnTo>
                <a:lnTo>
                  <a:pt x="206710" y="25623"/>
                </a:lnTo>
                <a:lnTo>
                  <a:pt x="206541" y="25171"/>
                </a:lnTo>
                <a:lnTo>
                  <a:pt x="206356" y="24727"/>
                </a:lnTo>
                <a:lnTo>
                  <a:pt x="206155" y="24293"/>
                </a:lnTo>
                <a:lnTo>
                  <a:pt x="205937" y="23868"/>
                </a:lnTo>
                <a:lnTo>
                  <a:pt x="205704" y="23452"/>
                </a:lnTo>
                <a:lnTo>
                  <a:pt x="205454" y="23044"/>
                </a:lnTo>
                <a:lnTo>
                  <a:pt x="205187" y="22646"/>
                </a:lnTo>
                <a:lnTo>
                  <a:pt x="204905" y="22256"/>
                </a:lnTo>
                <a:lnTo>
                  <a:pt x="204606" y="21876"/>
                </a:lnTo>
                <a:lnTo>
                  <a:pt x="204291" y="21504"/>
                </a:lnTo>
                <a:lnTo>
                  <a:pt x="203959" y="21141"/>
                </a:lnTo>
                <a:lnTo>
                  <a:pt x="203611" y="20788"/>
                </a:lnTo>
                <a:lnTo>
                  <a:pt x="203248" y="20443"/>
                </a:lnTo>
                <a:lnTo>
                  <a:pt x="202867" y="20107"/>
                </a:lnTo>
                <a:lnTo>
                  <a:pt x="202471" y="19780"/>
                </a:lnTo>
                <a:lnTo>
                  <a:pt x="202058" y="19461"/>
                </a:lnTo>
                <a:lnTo>
                  <a:pt x="201632" y="19154"/>
                </a:lnTo>
                <a:lnTo>
                  <a:pt x="201193" y="18860"/>
                </a:lnTo>
                <a:lnTo>
                  <a:pt x="200743" y="18579"/>
                </a:lnTo>
                <a:lnTo>
                  <a:pt x="200281" y="18311"/>
                </a:lnTo>
                <a:lnTo>
                  <a:pt x="199807" y="18056"/>
                </a:lnTo>
                <a:lnTo>
                  <a:pt x="199322" y="17815"/>
                </a:lnTo>
                <a:lnTo>
                  <a:pt x="198824" y="17586"/>
                </a:lnTo>
                <a:lnTo>
                  <a:pt x="198315" y="17370"/>
                </a:lnTo>
                <a:lnTo>
                  <a:pt x="197794" y="17168"/>
                </a:lnTo>
                <a:lnTo>
                  <a:pt x="197261" y="16978"/>
                </a:lnTo>
                <a:lnTo>
                  <a:pt x="196717" y="16802"/>
                </a:lnTo>
                <a:lnTo>
                  <a:pt x="196160" y="16638"/>
                </a:lnTo>
                <a:lnTo>
                  <a:pt x="195592" y="16488"/>
                </a:lnTo>
                <a:lnTo>
                  <a:pt x="195012" y="16351"/>
                </a:lnTo>
                <a:lnTo>
                  <a:pt x="194421" y="16227"/>
                </a:lnTo>
                <a:lnTo>
                  <a:pt x="193817" y="16116"/>
                </a:lnTo>
                <a:lnTo>
                  <a:pt x="193202" y="16018"/>
                </a:lnTo>
                <a:lnTo>
                  <a:pt x="192575" y="15933"/>
                </a:lnTo>
                <a:lnTo>
                  <a:pt x="191936" y="15861"/>
                </a:lnTo>
                <a:lnTo>
                  <a:pt x="191285" y="15802"/>
                </a:lnTo>
                <a:lnTo>
                  <a:pt x="190623" y="15756"/>
                </a:lnTo>
                <a:lnTo>
                  <a:pt x="189948" y="15724"/>
                </a:lnTo>
                <a:lnTo>
                  <a:pt x="189262" y="15704"/>
                </a:lnTo>
                <a:lnTo>
                  <a:pt x="188564" y="15697"/>
                </a:lnTo>
                <a:lnTo>
                  <a:pt x="185075" y="15697"/>
                </a:lnTo>
                <a:lnTo>
                  <a:pt x="184310" y="15704"/>
                </a:lnTo>
                <a:lnTo>
                  <a:pt x="183561" y="15725"/>
                </a:lnTo>
                <a:lnTo>
                  <a:pt x="182827" y="15758"/>
                </a:lnTo>
                <a:lnTo>
                  <a:pt x="182109" y="15806"/>
                </a:lnTo>
                <a:lnTo>
                  <a:pt x="181407" y="15867"/>
                </a:lnTo>
                <a:lnTo>
                  <a:pt x="180720" y="15941"/>
                </a:lnTo>
                <a:lnTo>
                  <a:pt x="180049" y="16029"/>
                </a:lnTo>
                <a:lnTo>
                  <a:pt x="179393" y="16131"/>
                </a:lnTo>
                <a:lnTo>
                  <a:pt x="178753" y="16246"/>
                </a:lnTo>
                <a:lnTo>
                  <a:pt x="178129" y="16375"/>
                </a:lnTo>
                <a:lnTo>
                  <a:pt x="177520" y="16517"/>
                </a:lnTo>
                <a:lnTo>
                  <a:pt x="176927" y="16673"/>
                </a:lnTo>
                <a:lnTo>
                  <a:pt x="176350" y="16843"/>
                </a:lnTo>
                <a:lnTo>
                  <a:pt x="175788" y="17025"/>
                </a:lnTo>
                <a:lnTo>
                  <a:pt x="175242" y="17222"/>
                </a:lnTo>
                <a:lnTo>
                  <a:pt x="174711" y="17432"/>
                </a:lnTo>
                <a:lnTo>
                  <a:pt x="174196" y="17656"/>
                </a:lnTo>
                <a:lnTo>
                  <a:pt x="173697" y="17893"/>
                </a:lnTo>
                <a:lnTo>
                  <a:pt x="173213" y="18143"/>
                </a:lnTo>
                <a:lnTo>
                  <a:pt x="172745" y="18408"/>
                </a:lnTo>
                <a:lnTo>
                  <a:pt x="172293" y="18685"/>
                </a:lnTo>
                <a:lnTo>
                  <a:pt x="171856" y="18977"/>
                </a:lnTo>
                <a:lnTo>
                  <a:pt x="171435" y="19282"/>
                </a:lnTo>
                <a:lnTo>
                  <a:pt x="171029" y="19600"/>
                </a:lnTo>
                <a:lnTo>
                  <a:pt x="170639" y="19931"/>
                </a:lnTo>
                <a:lnTo>
                  <a:pt x="170266" y="20272"/>
                </a:lnTo>
                <a:lnTo>
                  <a:pt x="169910" y="20625"/>
                </a:lnTo>
                <a:lnTo>
                  <a:pt x="169570" y="20989"/>
                </a:lnTo>
                <a:lnTo>
                  <a:pt x="169247" y="21363"/>
                </a:lnTo>
                <a:lnTo>
                  <a:pt x="168940" y="21749"/>
                </a:lnTo>
                <a:lnTo>
                  <a:pt x="168650" y="22145"/>
                </a:lnTo>
                <a:lnTo>
                  <a:pt x="168377" y="22553"/>
                </a:lnTo>
                <a:lnTo>
                  <a:pt x="168120" y="22971"/>
                </a:lnTo>
                <a:lnTo>
                  <a:pt x="167879" y="23401"/>
                </a:lnTo>
                <a:lnTo>
                  <a:pt x="167656" y="23842"/>
                </a:lnTo>
                <a:lnTo>
                  <a:pt x="167448" y="24293"/>
                </a:lnTo>
                <a:lnTo>
                  <a:pt x="167258" y="24756"/>
                </a:lnTo>
                <a:lnTo>
                  <a:pt x="167084" y="25229"/>
                </a:lnTo>
                <a:lnTo>
                  <a:pt x="166926" y="25714"/>
                </a:lnTo>
                <a:lnTo>
                  <a:pt x="166785" y="26209"/>
                </a:lnTo>
                <a:lnTo>
                  <a:pt x="166661" y="26716"/>
                </a:lnTo>
                <a:lnTo>
                  <a:pt x="166553" y="27234"/>
                </a:lnTo>
                <a:lnTo>
                  <a:pt x="166462" y="27762"/>
                </a:lnTo>
                <a:lnTo>
                  <a:pt x="166388" y="28302"/>
                </a:lnTo>
                <a:lnTo>
                  <a:pt x="166330" y="28852"/>
                </a:lnTo>
                <a:lnTo>
                  <a:pt x="166288" y="29414"/>
                </a:lnTo>
                <a:lnTo>
                  <a:pt x="166263" y="29986"/>
                </a:lnTo>
                <a:lnTo>
                  <a:pt x="166255" y="30570"/>
                </a:lnTo>
                <a:lnTo>
                  <a:pt x="166262" y="31130"/>
                </a:lnTo>
                <a:lnTo>
                  <a:pt x="166283" y="31679"/>
                </a:lnTo>
                <a:lnTo>
                  <a:pt x="166318" y="32215"/>
                </a:lnTo>
                <a:lnTo>
                  <a:pt x="166367" y="32740"/>
                </a:lnTo>
                <a:lnTo>
                  <a:pt x="166430" y="33253"/>
                </a:lnTo>
                <a:lnTo>
                  <a:pt x="166507" y="33755"/>
                </a:lnTo>
                <a:lnTo>
                  <a:pt x="166599" y="34244"/>
                </a:lnTo>
                <a:lnTo>
                  <a:pt x="166704" y="34722"/>
                </a:lnTo>
                <a:lnTo>
                  <a:pt x="166823" y="35188"/>
                </a:lnTo>
                <a:lnTo>
                  <a:pt x="166956" y="35642"/>
                </a:lnTo>
                <a:lnTo>
                  <a:pt x="167104" y="36084"/>
                </a:lnTo>
                <a:lnTo>
                  <a:pt x="167265" y="36515"/>
                </a:lnTo>
                <a:lnTo>
                  <a:pt x="167440" y="36933"/>
                </a:lnTo>
                <a:lnTo>
                  <a:pt x="167630" y="37340"/>
                </a:lnTo>
                <a:lnTo>
                  <a:pt x="167833" y="37735"/>
                </a:lnTo>
                <a:lnTo>
                  <a:pt x="168050" y="38119"/>
                </a:lnTo>
                <a:lnTo>
                  <a:pt x="168282" y="38490"/>
                </a:lnTo>
                <a:lnTo>
                  <a:pt x="168527" y="38850"/>
                </a:lnTo>
                <a:lnTo>
                  <a:pt x="168787" y="39198"/>
                </a:lnTo>
                <a:lnTo>
                  <a:pt x="169060" y="39534"/>
                </a:lnTo>
                <a:lnTo>
                  <a:pt x="169348" y="39858"/>
                </a:lnTo>
                <a:lnTo>
                  <a:pt x="169650" y="40171"/>
                </a:lnTo>
                <a:lnTo>
                  <a:pt x="169965" y="40472"/>
                </a:lnTo>
                <a:lnTo>
                  <a:pt x="170295" y="40761"/>
                </a:lnTo>
                <a:lnTo>
                  <a:pt x="170640" y="41040"/>
                </a:lnTo>
                <a:lnTo>
                  <a:pt x="171000" y="41312"/>
                </a:lnTo>
                <a:lnTo>
                  <a:pt x="171377" y="41576"/>
                </a:lnTo>
                <a:lnTo>
                  <a:pt x="171769" y="41832"/>
                </a:lnTo>
                <a:lnTo>
                  <a:pt x="172177" y="42081"/>
                </a:lnTo>
                <a:lnTo>
                  <a:pt x="172602" y="42322"/>
                </a:lnTo>
                <a:lnTo>
                  <a:pt x="173042" y="42555"/>
                </a:lnTo>
                <a:lnTo>
                  <a:pt x="173498" y="42781"/>
                </a:lnTo>
                <a:lnTo>
                  <a:pt x="173970" y="42999"/>
                </a:lnTo>
                <a:lnTo>
                  <a:pt x="174458" y="43209"/>
                </a:lnTo>
                <a:lnTo>
                  <a:pt x="174962" y="43412"/>
                </a:lnTo>
                <a:lnTo>
                  <a:pt x="175482" y="43607"/>
                </a:lnTo>
                <a:lnTo>
                  <a:pt x="176018" y="43794"/>
                </a:lnTo>
                <a:lnTo>
                  <a:pt x="176570" y="43974"/>
                </a:lnTo>
                <a:lnTo>
                  <a:pt x="177137" y="44146"/>
                </a:lnTo>
                <a:lnTo>
                  <a:pt x="177721" y="44311"/>
                </a:lnTo>
                <a:lnTo>
                  <a:pt x="178321" y="44468"/>
                </a:lnTo>
                <a:lnTo>
                  <a:pt x="178936" y="44617"/>
                </a:lnTo>
                <a:lnTo>
                  <a:pt x="179568" y="44758"/>
                </a:lnTo>
                <a:lnTo>
                  <a:pt x="180215" y="44892"/>
                </a:lnTo>
                <a:lnTo>
                  <a:pt x="180878" y="45018"/>
                </a:lnTo>
                <a:lnTo>
                  <a:pt x="181558" y="45137"/>
                </a:lnTo>
                <a:lnTo>
                  <a:pt x="182253" y="45248"/>
                </a:lnTo>
                <a:lnTo>
                  <a:pt x="182964" y="45351"/>
                </a:lnTo>
                <a:lnTo>
                  <a:pt x="189206" y="46269"/>
                </a:lnTo>
                <a:lnTo>
                  <a:pt x="189531" y="46309"/>
                </a:lnTo>
                <a:lnTo>
                  <a:pt x="189849" y="46353"/>
                </a:lnTo>
                <a:lnTo>
                  <a:pt x="190160" y="46400"/>
                </a:lnTo>
                <a:lnTo>
                  <a:pt x="190464" y="46451"/>
                </a:lnTo>
                <a:lnTo>
                  <a:pt x="190761" y="46506"/>
                </a:lnTo>
                <a:lnTo>
                  <a:pt x="191050" y="46564"/>
                </a:lnTo>
                <a:lnTo>
                  <a:pt x="191333" y="46627"/>
                </a:lnTo>
                <a:lnTo>
                  <a:pt x="191608" y="46692"/>
                </a:lnTo>
                <a:lnTo>
                  <a:pt x="191876" y="46762"/>
                </a:lnTo>
                <a:lnTo>
                  <a:pt x="192137" y="46835"/>
                </a:lnTo>
                <a:lnTo>
                  <a:pt x="192390" y="46912"/>
                </a:lnTo>
                <a:lnTo>
                  <a:pt x="192637" y="46992"/>
                </a:lnTo>
                <a:lnTo>
                  <a:pt x="192876" y="47076"/>
                </a:lnTo>
                <a:lnTo>
                  <a:pt x="193108" y="47164"/>
                </a:lnTo>
                <a:lnTo>
                  <a:pt x="193333" y="47255"/>
                </a:lnTo>
                <a:lnTo>
                  <a:pt x="193551" y="47350"/>
                </a:lnTo>
                <a:lnTo>
                  <a:pt x="193761" y="47449"/>
                </a:lnTo>
                <a:lnTo>
                  <a:pt x="193965" y="47551"/>
                </a:lnTo>
                <a:lnTo>
                  <a:pt x="194161" y="47657"/>
                </a:lnTo>
                <a:lnTo>
                  <a:pt x="194350" y="47767"/>
                </a:lnTo>
                <a:lnTo>
                  <a:pt x="194532" y="47880"/>
                </a:lnTo>
                <a:lnTo>
                  <a:pt x="194707" y="47997"/>
                </a:lnTo>
                <a:lnTo>
                  <a:pt x="194874" y="48118"/>
                </a:lnTo>
                <a:lnTo>
                  <a:pt x="195035" y="48242"/>
                </a:lnTo>
                <a:lnTo>
                  <a:pt x="195188" y="48371"/>
                </a:lnTo>
                <a:lnTo>
                  <a:pt x="195335" y="48503"/>
                </a:lnTo>
                <a:lnTo>
                  <a:pt x="195476" y="48639"/>
                </a:lnTo>
                <a:lnTo>
                  <a:pt x="195610" y="48779"/>
                </a:lnTo>
                <a:lnTo>
                  <a:pt x="195737" y="48923"/>
                </a:lnTo>
                <a:lnTo>
                  <a:pt x="195858" y="49071"/>
                </a:lnTo>
                <a:lnTo>
                  <a:pt x="195973" y="49224"/>
                </a:lnTo>
                <a:lnTo>
                  <a:pt x="196081" y="49380"/>
                </a:lnTo>
                <a:lnTo>
                  <a:pt x="196182" y="49540"/>
                </a:lnTo>
                <a:lnTo>
                  <a:pt x="196277" y="49704"/>
                </a:lnTo>
                <a:lnTo>
                  <a:pt x="196365" y="49872"/>
                </a:lnTo>
                <a:lnTo>
                  <a:pt x="196447" y="50044"/>
                </a:lnTo>
                <a:lnTo>
                  <a:pt x="196522" y="50220"/>
                </a:lnTo>
                <a:lnTo>
                  <a:pt x="196590" y="50400"/>
                </a:lnTo>
                <a:lnTo>
                  <a:pt x="196653" y="50584"/>
                </a:lnTo>
                <a:lnTo>
                  <a:pt x="196708" y="50772"/>
                </a:lnTo>
                <a:lnTo>
                  <a:pt x="196757" y="50964"/>
                </a:lnTo>
                <a:lnTo>
                  <a:pt x="196800" y="51160"/>
                </a:lnTo>
                <a:lnTo>
                  <a:pt x="196836" y="51360"/>
                </a:lnTo>
                <a:lnTo>
                  <a:pt x="196865" y="51564"/>
                </a:lnTo>
                <a:lnTo>
                  <a:pt x="196888" y="51772"/>
                </a:lnTo>
                <a:lnTo>
                  <a:pt x="196904" y="51984"/>
                </a:lnTo>
                <a:lnTo>
                  <a:pt x="196914" y="52200"/>
                </a:lnTo>
                <a:lnTo>
                  <a:pt x="196917" y="52420"/>
                </a:lnTo>
                <a:lnTo>
                  <a:pt x="196914" y="52655"/>
                </a:lnTo>
                <a:lnTo>
                  <a:pt x="196903" y="52886"/>
                </a:lnTo>
                <a:lnTo>
                  <a:pt x="196884" y="53112"/>
                </a:lnTo>
                <a:lnTo>
                  <a:pt x="196859" y="53335"/>
                </a:lnTo>
                <a:lnTo>
                  <a:pt x="196826" y="53553"/>
                </a:lnTo>
                <a:lnTo>
                  <a:pt x="196785" y="53768"/>
                </a:lnTo>
                <a:lnTo>
                  <a:pt x="196738" y="53978"/>
                </a:lnTo>
                <a:lnTo>
                  <a:pt x="196683" y="54184"/>
                </a:lnTo>
                <a:lnTo>
                  <a:pt x="196620" y="54386"/>
                </a:lnTo>
                <a:lnTo>
                  <a:pt x="196551" y="54584"/>
                </a:lnTo>
                <a:lnTo>
                  <a:pt x="196474" y="54777"/>
                </a:lnTo>
                <a:lnTo>
                  <a:pt x="196390" y="54967"/>
                </a:lnTo>
                <a:lnTo>
                  <a:pt x="196298" y="55152"/>
                </a:lnTo>
                <a:lnTo>
                  <a:pt x="196199" y="55333"/>
                </a:lnTo>
                <a:lnTo>
                  <a:pt x="196093" y="55510"/>
                </a:lnTo>
                <a:lnTo>
                  <a:pt x="195979" y="55683"/>
                </a:lnTo>
                <a:lnTo>
                  <a:pt x="195858" y="55852"/>
                </a:lnTo>
                <a:lnTo>
                  <a:pt x="195730" y="56017"/>
                </a:lnTo>
                <a:lnTo>
                  <a:pt x="195594" y="56177"/>
                </a:lnTo>
                <a:lnTo>
                  <a:pt x="195451" y="56334"/>
                </a:lnTo>
                <a:lnTo>
                  <a:pt x="195301" y="56486"/>
                </a:lnTo>
                <a:lnTo>
                  <a:pt x="195143" y="56634"/>
                </a:lnTo>
                <a:lnTo>
                  <a:pt x="194979" y="56778"/>
                </a:lnTo>
                <a:lnTo>
                  <a:pt x="194806" y="56918"/>
                </a:lnTo>
                <a:lnTo>
                  <a:pt x="194627" y="57053"/>
                </a:lnTo>
                <a:lnTo>
                  <a:pt x="194440" y="57182"/>
                </a:lnTo>
                <a:lnTo>
                  <a:pt x="194245" y="57305"/>
                </a:lnTo>
                <a:lnTo>
                  <a:pt x="194044" y="57423"/>
                </a:lnTo>
                <a:lnTo>
                  <a:pt x="193835" y="57535"/>
                </a:lnTo>
                <a:lnTo>
                  <a:pt x="193619" y="57641"/>
                </a:lnTo>
                <a:lnTo>
                  <a:pt x="193395" y="57741"/>
                </a:lnTo>
                <a:lnTo>
                  <a:pt x="193164" y="57836"/>
                </a:lnTo>
                <a:lnTo>
                  <a:pt x="192926" y="57925"/>
                </a:lnTo>
                <a:lnTo>
                  <a:pt x="192680" y="58008"/>
                </a:lnTo>
                <a:lnTo>
                  <a:pt x="192427" y="58086"/>
                </a:lnTo>
                <a:lnTo>
                  <a:pt x="192167" y="58157"/>
                </a:lnTo>
                <a:lnTo>
                  <a:pt x="191900" y="58223"/>
                </a:lnTo>
                <a:lnTo>
                  <a:pt x="191625" y="58284"/>
                </a:lnTo>
                <a:lnTo>
                  <a:pt x="191342" y="58338"/>
                </a:lnTo>
                <a:lnTo>
                  <a:pt x="191053" y="58387"/>
                </a:lnTo>
                <a:lnTo>
                  <a:pt x="190756" y="58430"/>
                </a:lnTo>
                <a:lnTo>
                  <a:pt x="190451" y="58467"/>
                </a:lnTo>
                <a:lnTo>
                  <a:pt x="190140" y="58499"/>
                </a:lnTo>
                <a:lnTo>
                  <a:pt x="189821" y="58525"/>
                </a:lnTo>
                <a:lnTo>
                  <a:pt x="189495" y="58545"/>
                </a:lnTo>
                <a:lnTo>
                  <a:pt x="189161" y="58559"/>
                </a:lnTo>
                <a:lnTo>
                  <a:pt x="188820" y="58568"/>
                </a:lnTo>
                <a:lnTo>
                  <a:pt x="188472" y="58571"/>
                </a:lnTo>
                <a:lnTo>
                  <a:pt x="184433" y="58571"/>
                </a:lnTo>
                <a:lnTo>
                  <a:pt x="184145" y="58568"/>
                </a:lnTo>
                <a:lnTo>
                  <a:pt x="183861" y="58560"/>
                </a:lnTo>
                <a:lnTo>
                  <a:pt x="183582" y="58548"/>
                </a:lnTo>
                <a:lnTo>
                  <a:pt x="183307" y="58530"/>
                </a:lnTo>
                <a:lnTo>
                  <a:pt x="183037" y="58507"/>
                </a:lnTo>
                <a:lnTo>
                  <a:pt x="182772" y="58479"/>
                </a:lnTo>
                <a:lnTo>
                  <a:pt x="182511" y="58446"/>
                </a:lnTo>
                <a:lnTo>
                  <a:pt x="182255" y="58408"/>
                </a:lnTo>
                <a:lnTo>
                  <a:pt x="182004" y="58364"/>
                </a:lnTo>
                <a:lnTo>
                  <a:pt x="181757" y="58316"/>
                </a:lnTo>
                <a:lnTo>
                  <a:pt x="181514" y="58262"/>
                </a:lnTo>
                <a:lnTo>
                  <a:pt x="181277" y="58204"/>
                </a:lnTo>
                <a:lnTo>
                  <a:pt x="181044" y="58140"/>
                </a:lnTo>
                <a:lnTo>
                  <a:pt x="180816" y="58071"/>
                </a:lnTo>
                <a:lnTo>
                  <a:pt x="180592" y="57997"/>
                </a:lnTo>
                <a:lnTo>
                  <a:pt x="180373" y="57918"/>
                </a:lnTo>
                <a:lnTo>
                  <a:pt x="180158" y="57834"/>
                </a:lnTo>
                <a:lnTo>
                  <a:pt x="179948" y="57745"/>
                </a:lnTo>
                <a:lnTo>
                  <a:pt x="179743" y="57651"/>
                </a:lnTo>
                <a:lnTo>
                  <a:pt x="179543" y="57551"/>
                </a:lnTo>
                <a:lnTo>
                  <a:pt x="179347" y="57447"/>
                </a:lnTo>
                <a:lnTo>
                  <a:pt x="179155" y="57337"/>
                </a:lnTo>
                <a:lnTo>
                  <a:pt x="178969" y="57222"/>
                </a:lnTo>
                <a:lnTo>
                  <a:pt x="178787" y="57103"/>
                </a:lnTo>
                <a:lnTo>
                  <a:pt x="178610" y="56979"/>
                </a:lnTo>
                <a:lnTo>
                  <a:pt x="178441" y="56851"/>
                </a:lnTo>
                <a:lnTo>
                  <a:pt x="178278" y="56721"/>
                </a:lnTo>
                <a:lnTo>
                  <a:pt x="178122" y="56587"/>
                </a:lnTo>
                <a:lnTo>
                  <a:pt x="177973" y="56451"/>
                </a:lnTo>
                <a:lnTo>
                  <a:pt x="177831" y="56311"/>
                </a:lnTo>
                <a:lnTo>
                  <a:pt x="177696" y="56167"/>
                </a:lnTo>
                <a:lnTo>
                  <a:pt x="177568" y="56021"/>
                </a:lnTo>
                <a:lnTo>
                  <a:pt x="177446" y="55871"/>
                </a:lnTo>
                <a:lnTo>
                  <a:pt x="177332" y="55719"/>
                </a:lnTo>
                <a:lnTo>
                  <a:pt x="177224" y="55563"/>
                </a:lnTo>
                <a:lnTo>
                  <a:pt x="177123" y="55404"/>
                </a:lnTo>
                <a:lnTo>
                  <a:pt x="177029" y="55242"/>
                </a:lnTo>
                <a:lnTo>
                  <a:pt x="176941" y="55076"/>
                </a:lnTo>
                <a:lnTo>
                  <a:pt x="176861" y="54907"/>
                </a:lnTo>
                <a:lnTo>
                  <a:pt x="176787" y="54736"/>
                </a:lnTo>
                <a:lnTo>
                  <a:pt x="176721" y="54561"/>
                </a:lnTo>
                <a:lnTo>
                  <a:pt x="176661" y="54382"/>
                </a:lnTo>
                <a:lnTo>
                  <a:pt x="176608" y="54201"/>
                </a:lnTo>
                <a:lnTo>
                  <a:pt x="176562" y="54016"/>
                </a:lnTo>
                <a:lnTo>
                  <a:pt x="176523" y="53829"/>
                </a:lnTo>
                <a:lnTo>
                  <a:pt x="176490" y="53638"/>
                </a:lnTo>
                <a:lnTo>
                  <a:pt x="176465" y="53444"/>
                </a:lnTo>
                <a:lnTo>
                  <a:pt x="176446" y="53246"/>
                </a:lnTo>
                <a:lnTo>
                  <a:pt x="164970" y="53246"/>
                </a:lnTo>
                <a:lnTo>
                  <a:pt x="164990" y="53611"/>
                </a:lnTo>
                <a:lnTo>
                  <a:pt x="165017" y="53972"/>
                </a:lnTo>
                <a:lnTo>
                  <a:pt x="165051" y="54330"/>
                </a:lnTo>
                <a:lnTo>
                  <a:pt x="165094" y="54683"/>
                </a:lnTo>
                <a:lnTo>
                  <a:pt x="165144" y="55032"/>
                </a:lnTo>
                <a:lnTo>
                  <a:pt x="165203" y="55377"/>
                </a:lnTo>
                <a:lnTo>
                  <a:pt x="165269" y="55719"/>
                </a:lnTo>
                <a:lnTo>
                  <a:pt x="165343" y="56056"/>
                </a:lnTo>
                <a:lnTo>
                  <a:pt x="165424" y="56389"/>
                </a:lnTo>
                <a:lnTo>
                  <a:pt x="165514" y="56719"/>
                </a:lnTo>
                <a:lnTo>
                  <a:pt x="165611" y="57044"/>
                </a:lnTo>
                <a:lnTo>
                  <a:pt x="165716" y="57365"/>
                </a:lnTo>
                <a:lnTo>
                  <a:pt x="165829" y="57683"/>
                </a:lnTo>
                <a:lnTo>
                  <a:pt x="165950" y="57996"/>
                </a:lnTo>
                <a:lnTo>
                  <a:pt x="166078" y="58306"/>
                </a:lnTo>
                <a:lnTo>
                  <a:pt x="166214" y="58611"/>
                </a:lnTo>
                <a:lnTo>
                  <a:pt x="166358" y="58912"/>
                </a:lnTo>
                <a:lnTo>
                  <a:pt x="166510" y="59210"/>
                </a:lnTo>
                <a:lnTo>
                  <a:pt x="166670" y="59503"/>
                </a:lnTo>
                <a:lnTo>
                  <a:pt x="166838" y="59793"/>
                </a:lnTo>
                <a:lnTo>
                  <a:pt x="167013" y="60079"/>
                </a:lnTo>
                <a:lnTo>
                  <a:pt x="167196" y="60360"/>
                </a:lnTo>
                <a:lnTo>
                  <a:pt x="167387" y="60638"/>
                </a:lnTo>
                <a:lnTo>
                  <a:pt x="167586" y="60911"/>
                </a:lnTo>
                <a:lnTo>
                  <a:pt x="167792" y="61180"/>
                </a:lnTo>
                <a:lnTo>
                  <a:pt x="168004" y="61445"/>
                </a:lnTo>
                <a:lnTo>
                  <a:pt x="168223" y="61704"/>
                </a:lnTo>
                <a:lnTo>
                  <a:pt x="168449" y="61958"/>
                </a:lnTo>
                <a:lnTo>
                  <a:pt x="168681" y="62207"/>
                </a:lnTo>
                <a:lnTo>
                  <a:pt x="168920" y="62452"/>
                </a:lnTo>
                <a:lnTo>
                  <a:pt x="169165" y="62691"/>
                </a:lnTo>
                <a:lnTo>
                  <a:pt x="169417" y="62926"/>
                </a:lnTo>
                <a:lnTo>
                  <a:pt x="169675" y="63155"/>
                </a:lnTo>
                <a:lnTo>
                  <a:pt x="169940" y="63380"/>
                </a:lnTo>
                <a:lnTo>
                  <a:pt x="170211" y="63599"/>
                </a:lnTo>
                <a:lnTo>
                  <a:pt x="170489" y="63814"/>
                </a:lnTo>
                <a:lnTo>
                  <a:pt x="170774" y="64024"/>
                </a:lnTo>
                <a:lnTo>
                  <a:pt x="171065" y="64229"/>
                </a:lnTo>
                <a:lnTo>
                  <a:pt x="171362" y="64429"/>
                </a:lnTo>
                <a:lnTo>
                  <a:pt x="171666" y="64624"/>
                </a:lnTo>
                <a:lnTo>
                  <a:pt x="171977" y="64814"/>
                </a:lnTo>
                <a:lnTo>
                  <a:pt x="172294" y="64999"/>
                </a:lnTo>
                <a:lnTo>
                  <a:pt x="172617" y="65179"/>
                </a:lnTo>
                <a:lnTo>
                  <a:pt x="172948" y="65355"/>
                </a:lnTo>
                <a:lnTo>
                  <a:pt x="173284" y="65525"/>
                </a:lnTo>
                <a:lnTo>
                  <a:pt x="173627" y="65690"/>
                </a:lnTo>
                <a:lnTo>
                  <a:pt x="173977" y="65851"/>
                </a:lnTo>
                <a:lnTo>
                  <a:pt x="174333" y="66006"/>
                </a:lnTo>
                <a:lnTo>
                  <a:pt x="174696" y="66156"/>
                </a:lnTo>
                <a:lnTo>
                  <a:pt x="175063" y="66299"/>
                </a:lnTo>
                <a:lnTo>
                  <a:pt x="175435" y="66437"/>
                </a:lnTo>
                <a:lnTo>
                  <a:pt x="175813" y="66567"/>
                </a:lnTo>
                <a:lnTo>
                  <a:pt x="176195" y="66692"/>
                </a:lnTo>
                <a:lnTo>
                  <a:pt x="176583" y="66810"/>
                </a:lnTo>
                <a:lnTo>
                  <a:pt x="176976" y="66921"/>
                </a:lnTo>
                <a:lnTo>
                  <a:pt x="177374" y="67026"/>
                </a:lnTo>
                <a:lnTo>
                  <a:pt x="177777" y="67125"/>
                </a:lnTo>
                <a:lnTo>
                  <a:pt x="178185" y="67218"/>
                </a:lnTo>
                <a:lnTo>
                  <a:pt x="178598" y="67304"/>
                </a:lnTo>
                <a:lnTo>
                  <a:pt x="179016" y="67384"/>
                </a:lnTo>
                <a:lnTo>
                  <a:pt x="179440" y="67457"/>
                </a:lnTo>
                <a:lnTo>
                  <a:pt x="179868" y="67524"/>
                </a:lnTo>
                <a:lnTo>
                  <a:pt x="180302" y="67584"/>
                </a:lnTo>
                <a:lnTo>
                  <a:pt x="180740" y="67639"/>
                </a:lnTo>
                <a:lnTo>
                  <a:pt x="181184" y="67686"/>
                </a:lnTo>
                <a:lnTo>
                  <a:pt x="181633" y="67728"/>
                </a:lnTo>
                <a:lnTo>
                  <a:pt x="182087" y="67763"/>
                </a:lnTo>
                <a:lnTo>
                  <a:pt x="182546" y="67792"/>
                </a:lnTo>
                <a:lnTo>
                  <a:pt x="183010" y="67814"/>
                </a:lnTo>
                <a:lnTo>
                  <a:pt x="183479" y="67830"/>
                </a:lnTo>
                <a:lnTo>
                  <a:pt x="183954" y="67839"/>
                </a:lnTo>
                <a:lnTo>
                  <a:pt x="184433" y="67843"/>
                </a:lnTo>
                <a:lnTo>
                  <a:pt x="188472" y="67843"/>
                </a:lnTo>
                <a:lnTo>
                  <a:pt x="189275" y="67836"/>
                </a:lnTo>
                <a:lnTo>
                  <a:pt x="190061" y="67814"/>
                </a:lnTo>
                <a:close/>
                <a:moveTo>
                  <a:pt x="245143" y="67814"/>
                </a:moveTo>
                <a:lnTo>
                  <a:pt x="245913" y="67779"/>
                </a:lnTo>
                <a:lnTo>
                  <a:pt x="246667" y="67729"/>
                </a:lnTo>
                <a:lnTo>
                  <a:pt x="247404" y="67665"/>
                </a:lnTo>
                <a:lnTo>
                  <a:pt x="248124" y="67587"/>
                </a:lnTo>
                <a:lnTo>
                  <a:pt x="248828" y="67495"/>
                </a:lnTo>
                <a:lnTo>
                  <a:pt x="249516" y="67389"/>
                </a:lnTo>
                <a:lnTo>
                  <a:pt x="250188" y="67268"/>
                </a:lnTo>
                <a:lnTo>
                  <a:pt x="250843" y="67133"/>
                </a:lnTo>
                <a:lnTo>
                  <a:pt x="251481" y="66985"/>
                </a:lnTo>
                <a:lnTo>
                  <a:pt x="252103" y="66821"/>
                </a:lnTo>
                <a:lnTo>
                  <a:pt x="252709" y="66644"/>
                </a:lnTo>
                <a:lnTo>
                  <a:pt x="253298" y="66453"/>
                </a:lnTo>
                <a:lnTo>
                  <a:pt x="253871" y="66247"/>
                </a:lnTo>
                <a:lnTo>
                  <a:pt x="254428" y="66027"/>
                </a:lnTo>
                <a:lnTo>
                  <a:pt x="254968" y="65793"/>
                </a:lnTo>
                <a:lnTo>
                  <a:pt x="255491" y="65545"/>
                </a:lnTo>
                <a:lnTo>
                  <a:pt x="255998" y="65283"/>
                </a:lnTo>
                <a:lnTo>
                  <a:pt x="256489" y="65006"/>
                </a:lnTo>
                <a:lnTo>
                  <a:pt x="256963" y="64715"/>
                </a:lnTo>
                <a:lnTo>
                  <a:pt x="257421" y="64410"/>
                </a:lnTo>
                <a:lnTo>
                  <a:pt x="257863" y="64091"/>
                </a:lnTo>
                <a:lnTo>
                  <a:pt x="258288" y="63758"/>
                </a:lnTo>
                <a:lnTo>
                  <a:pt x="258696" y="63412"/>
                </a:lnTo>
                <a:lnTo>
                  <a:pt x="259087" y="63054"/>
                </a:lnTo>
                <a:lnTo>
                  <a:pt x="259461" y="62685"/>
                </a:lnTo>
                <a:lnTo>
                  <a:pt x="259817" y="62305"/>
                </a:lnTo>
                <a:lnTo>
                  <a:pt x="260156" y="61914"/>
                </a:lnTo>
                <a:lnTo>
                  <a:pt x="260477" y="61511"/>
                </a:lnTo>
                <a:lnTo>
                  <a:pt x="260781" y="61097"/>
                </a:lnTo>
                <a:lnTo>
                  <a:pt x="261068" y="60672"/>
                </a:lnTo>
                <a:lnTo>
                  <a:pt x="261337" y="60235"/>
                </a:lnTo>
                <a:lnTo>
                  <a:pt x="261589" y="59787"/>
                </a:lnTo>
                <a:lnTo>
                  <a:pt x="261823" y="59328"/>
                </a:lnTo>
                <a:lnTo>
                  <a:pt x="262041" y="58857"/>
                </a:lnTo>
                <a:lnTo>
                  <a:pt x="262240" y="58375"/>
                </a:lnTo>
                <a:lnTo>
                  <a:pt x="262423" y="57882"/>
                </a:lnTo>
                <a:lnTo>
                  <a:pt x="262588" y="57377"/>
                </a:lnTo>
                <a:lnTo>
                  <a:pt x="262736" y="56862"/>
                </a:lnTo>
                <a:lnTo>
                  <a:pt x="262866" y="56334"/>
                </a:lnTo>
                <a:lnTo>
                  <a:pt x="262979" y="55796"/>
                </a:lnTo>
                <a:lnTo>
                  <a:pt x="263074" y="55246"/>
                </a:lnTo>
                <a:lnTo>
                  <a:pt x="263153" y="54685"/>
                </a:lnTo>
                <a:lnTo>
                  <a:pt x="263213" y="54112"/>
                </a:lnTo>
                <a:lnTo>
                  <a:pt x="263257" y="53529"/>
                </a:lnTo>
                <a:lnTo>
                  <a:pt x="263283" y="52934"/>
                </a:lnTo>
                <a:lnTo>
                  <a:pt x="263292" y="52327"/>
                </a:lnTo>
                <a:lnTo>
                  <a:pt x="263284" y="51759"/>
                </a:lnTo>
                <a:lnTo>
                  <a:pt x="263262" y="51203"/>
                </a:lnTo>
                <a:lnTo>
                  <a:pt x="263225" y="50658"/>
                </a:lnTo>
                <a:lnTo>
                  <a:pt x="263173" y="50125"/>
                </a:lnTo>
                <a:lnTo>
                  <a:pt x="263106" y="49604"/>
                </a:lnTo>
                <a:lnTo>
                  <a:pt x="263025" y="49094"/>
                </a:lnTo>
                <a:lnTo>
                  <a:pt x="262928" y="48596"/>
                </a:lnTo>
                <a:lnTo>
                  <a:pt x="262817" y="48110"/>
                </a:lnTo>
                <a:lnTo>
                  <a:pt x="262691" y="47635"/>
                </a:lnTo>
                <a:lnTo>
                  <a:pt x="262550" y="47171"/>
                </a:lnTo>
                <a:lnTo>
                  <a:pt x="262395" y="46720"/>
                </a:lnTo>
                <a:lnTo>
                  <a:pt x="262224" y="46280"/>
                </a:lnTo>
                <a:lnTo>
                  <a:pt x="262039" y="45852"/>
                </a:lnTo>
                <a:lnTo>
                  <a:pt x="261839" y="45435"/>
                </a:lnTo>
                <a:lnTo>
                  <a:pt x="261624" y="45030"/>
                </a:lnTo>
                <a:lnTo>
                  <a:pt x="261395" y="44636"/>
                </a:lnTo>
                <a:lnTo>
                  <a:pt x="261150" y="44255"/>
                </a:lnTo>
                <a:lnTo>
                  <a:pt x="260891" y="43885"/>
                </a:lnTo>
                <a:lnTo>
                  <a:pt x="260616" y="43526"/>
                </a:lnTo>
                <a:lnTo>
                  <a:pt x="260327" y="43179"/>
                </a:lnTo>
                <a:lnTo>
                  <a:pt x="260024" y="42844"/>
                </a:lnTo>
                <a:lnTo>
                  <a:pt x="259705" y="42520"/>
                </a:lnTo>
                <a:lnTo>
                  <a:pt x="259372" y="42208"/>
                </a:lnTo>
                <a:lnTo>
                  <a:pt x="259023" y="41908"/>
                </a:lnTo>
                <a:lnTo>
                  <a:pt x="258659" y="41617"/>
                </a:lnTo>
                <a:lnTo>
                  <a:pt x="258279" y="41335"/>
                </a:lnTo>
                <a:lnTo>
                  <a:pt x="257882" y="41060"/>
                </a:lnTo>
                <a:lnTo>
                  <a:pt x="257469" y="40792"/>
                </a:lnTo>
                <a:lnTo>
                  <a:pt x="257040" y="40533"/>
                </a:lnTo>
                <a:lnTo>
                  <a:pt x="256594" y="40281"/>
                </a:lnTo>
                <a:lnTo>
                  <a:pt x="256131" y="40038"/>
                </a:lnTo>
                <a:lnTo>
                  <a:pt x="255652" y="39802"/>
                </a:lnTo>
                <a:lnTo>
                  <a:pt x="255157" y="39574"/>
                </a:lnTo>
                <a:lnTo>
                  <a:pt x="254645" y="39353"/>
                </a:lnTo>
                <a:lnTo>
                  <a:pt x="254117" y="39141"/>
                </a:lnTo>
                <a:lnTo>
                  <a:pt x="253573" y="38936"/>
                </a:lnTo>
                <a:lnTo>
                  <a:pt x="253012" y="38739"/>
                </a:lnTo>
                <a:lnTo>
                  <a:pt x="252434" y="38550"/>
                </a:lnTo>
                <a:lnTo>
                  <a:pt x="251841" y="38368"/>
                </a:lnTo>
                <a:lnTo>
                  <a:pt x="251230" y="38195"/>
                </a:lnTo>
                <a:lnTo>
                  <a:pt x="250604" y="38029"/>
                </a:lnTo>
                <a:lnTo>
                  <a:pt x="249961" y="37871"/>
                </a:lnTo>
                <a:lnTo>
                  <a:pt x="249301" y="37721"/>
                </a:lnTo>
                <a:lnTo>
                  <a:pt x="248625" y="37579"/>
                </a:lnTo>
                <a:lnTo>
                  <a:pt x="247933" y="37444"/>
                </a:lnTo>
                <a:lnTo>
                  <a:pt x="247224" y="37318"/>
                </a:lnTo>
                <a:lnTo>
                  <a:pt x="246499" y="37199"/>
                </a:lnTo>
                <a:lnTo>
                  <a:pt x="245758" y="37088"/>
                </a:lnTo>
                <a:lnTo>
                  <a:pt x="239240" y="36170"/>
                </a:lnTo>
                <a:lnTo>
                  <a:pt x="238952" y="36123"/>
                </a:lnTo>
                <a:lnTo>
                  <a:pt x="238672" y="36074"/>
                </a:lnTo>
                <a:lnTo>
                  <a:pt x="238398" y="36022"/>
                </a:lnTo>
                <a:lnTo>
                  <a:pt x="238130" y="35968"/>
                </a:lnTo>
                <a:lnTo>
                  <a:pt x="237870" y="35911"/>
                </a:lnTo>
                <a:lnTo>
                  <a:pt x="237616" y="35852"/>
                </a:lnTo>
                <a:lnTo>
                  <a:pt x="237369" y="35791"/>
                </a:lnTo>
                <a:lnTo>
                  <a:pt x="237128" y="35727"/>
                </a:lnTo>
                <a:lnTo>
                  <a:pt x="236894" y="35661"/>
                </a:lnTo>
                <a:lnTo>
                  <a:pt x="236667" y="35592"/>
                </a:lnTo>
                <a:lnTo>
                  <a:pt x="236447" y="35521"/>
                </a:lnTo>
                <a:lnTo>
                  <a:pt x="236233" y="35447"/>
                </a:lnTo>
                <a:lnTo>
                  <a:pt x="236026" y="35372"/>
                </a:lnTo>
                <a:lnTo>
                  <a:pt x="235826" y="35294"/>
                </a:lnTo>
                <a:lnTo>
                  <a:pt x="235632" y="35213"/>
                </a:lnTo>
                <a:lnTo>
                  <a:pt x="235445" y="35130"/>
                </a:lnTo>
                <a:lnTo>
                  <a:pt x="235265" y="35045"/>
                </a:lnTo>
                <a:lnTo>
                  <a:pt x="235091" y="34957"/>
                </a:lnTo>
                <a:lnTo>
                  <a:pt x="234924" y="34867"/>
                </a:lnTo>
                <a:lnTo>
                  <a:pt x="234764" y="34774"/>
                </a:lnTo>
                <a:lnTo>
                  <a:pt x="234610" y="34679"/>
                </a:lnTo>
                <a:lnTo>
                  <a:pt x="234463" y="34582"/>
                </a:lnTo>
                <a:lnTo>
                  <a:pt x="234323" y="34482"/>
                </a:lnTo>
                <a:lnTo>
                  <a:pt x="234190" y="34380"/>
                </a:lnTo>
                <a:lnTo>
                  <a:pt x="234062" y="34274"/>
                </a:lnTo>
                <a:lnTo>
                  <a:pt x="233940" y="34164"/>
                </a:lnTo>
                <a:lnTo>
                  <a:pt x="233824" y="34049"/>
                </a:lnTo>
                <a:lnTo>
                  <a:pt x="233713" y="33930"/>
                </a:lnTo>
                <a:lnTo>
                  <a:pt x="233607" y="33806"/>
                </a:lnTo>
                <a:lnTo>
                  <a:pt x="233507" y="33677"/>
                </a:lnTo>
                <a:lnTo>
                  <a:pt x="233412" y="33544"/>
                </a:lnTo>
                <a:lnTo>
                  <a:pt x="233323" y="33406"/>
                </a:lnTo>
                <a:lnTo>
                  <a:pt x="233239" y="33263"/>
                </a:lnTo>
                <a:lnTo>
                  <a:pt x="233160" y="33116"/>
                </a:lnTo>
                <a:lnTo>
                  <a:pt x="233087" y="32964"/>
                </a:lnTo>
                <a:lnTo>
                  <a:pt x="233019" y="32808"/>
                </a:lnTo>
                <a:lnTo>
                  <a:pt x="232957" y="32647"/>
                </a:lnTo>
                <a:lnTo>
                  <a:pt x="232900" y="32481"/>
                </a:lnTo>
                <a:lnTo>
                  <a:pt x="232849" y="32311"/>
                </a:lnTo>
                <a:lnTo>
                  <a:pt x="232803" y="32136"/>
                </a:lnTo>
                <a:lnTo>
                  <a:pt x="232762" y="31956"/>
                </a:lnTo>
                <a:lnTo>
                  <a:pt x="232727" y="31772"/>
                </a:lnTo>
                <a:lnTo>
                  <a:pt x="232697" y="31583"/>
                </a:lnTo>
                <a:lnTo>
                  <a:pt x="232673" y="31390"/>
                </a:lnTo>
                <a:lnTo>
                  <a:pt x="232654" y="31192"/>
                </a:lnTo>
                <a:lnTo>
                  <a:pt x="232640" y="30989"/>
                </a:lnTo>
                <a:lnTo>
                  <a:pt x="232632" y="30782"/>
                </a:lnTo>
                <a:lnTo>
                  <a:pt x="232629" y="30570"/>
                </a:lnTo>
                <a:lnTo>
                  <a:pt x="232632" y="30343"/>
                </a:lnTo>
                <a:lnTo>
                  <a:pt x="232642" y="30120"/>
                </a:lnTo>
                <a:lnTo>
                  <a:pt x="232657" y="29902"/>
                </a:lnTo>
                <a:lnTo>
                  <a:pt x="232679" y="29689"/>
                </a:lnTo>
                <a:lnTo>
                  <a:pt x="232707" y="29480"/>
                </a:lnTo>
                <a:lnTo>
                  <a:pt x="232741" y="29276"/>
                </a:lnTo>
                <a:lnTo>
                  <a:pt x="232781" y="29077"/>
                </a:lnTo>
                <a:lnTo>
                  <a:pt x="232828" y="28882"/>
                </a:lnTo>
                <a:lnTo>
                  <a:pt x="232881" y="28692"/>
                </a:lnTo>
                <a:lnTo>
                  <a:pt x="232940" y="28506"/>
                </a:lnTo>
                <a:lnTo>
                  <a:pt x="233005" y="28325"/>
                </a:lnTo>
                <a:lnTo>
                  <a:pt x="233077" y="28149"/>
                </a:lnTo>
                <a:lnTo>
                  <a:pt x="233154" y="27977"/>
                </a:lnTo>
                <a:lnTo>
                  <a:pt x="233238" y="27810"/>
                </a:lnTo>
                <a:lnTo>
                  <a:pt x="233329" y="27648"/>
                </a:lnTo>
                <a:lnTo>
                  <a:pt x="233425" y="27490"/>
                </a:lnTo>
                <a:lnTo>
                  <a:pt x="233527" y="27337"/>
                </a:lnTo>
                <a:lnTo>
                  <a:pt x="233636" y="27188"/>
                </a:lnTo>
                <a:lnTo>
                  <a:pt x="233751" y="27044"/>
                </a:lnTo>
                <a:lnTo>
                  <a:pt x="233872" y="26905"/>
                </a:lnTo>
                <a:lnTo>
                  <a:pt x="234000" y="26770"/>
                </a:lnTo>
                <a:lnTo>
                  <a:pt x="234133" y="26640"/>
                </a:lnTo>
                <a:lnTo>
                  <a:pt x="234273" y="26515"/>
                </a:lnTo>
                <a:lnTo>
                  <a:pt x="234419" y="26394"/>
                </a:lnTo>
                <a:lnTo>
                  <a:pt x="234572" y="26278"/>
                </a:lnTo>
                <a:lnTo>
                  <a:pt x="234733" y="26167"/>
                </a:lnTo>
                <a:lnTo>
                  <a:pt x="234901" y="26060"/>
                </a:lnTo>
                <a:lnTo>
                  <a:pt x="235076" y="25959"/>
                </a:lnTo>
                <a:lnTo>
                  <a:pt x="235259" y="25863"/>
                </a:lnTo>
                <a:lnTo>
                  <a:pt x="235449" y="25771"/>
                </a:lnTo>
                <a:lnTo>
                  <a:pt x="235647" y="25685"/>
                </a:lnTo>
                <a:lnTo>
                  <a:pt x="235853" y="25603"/>
                </a:lnTo>
                <a:lnTo>
                  <a:pt x="236065" y="25527"/>
                </a:lnTo>
                <a:lnTo>
                  <a:pt x="236286" y="25455"/>
                </a:lnTo>
                <a:lnTo>
                  <a:pt x="236514" y="25388"/>
                </a:lnTo>
                <a:lnTo>
                  <a:pt x="236749" y="25327"/>
                </a:lnTo>
                <a:lnTo>
                  <a:pt x="236992" y="25270"/>
                </a:lnTo>
                <a:lnTo>
                  <a:pt x="237242" y="25218"/>
                </a:lnTo>
                <a:lnTo>
                  <a:pt x="237500" y="25171"/>
                </a:lnTo>
                <a:lnTo>
                  <a:pt x="237765" y="25129"/>
                </a:lnTo>
                <a:lnTo>
                  <a:pt x="238038" y="25092"/>
                </a:lnTo>
                <a:lnTo>
                  <a:pt x="238318" y="25060"/>
                </a:lnTo>
                <a:lnTo>
                  <a:pt x="238606" y="25033"/>
                </a:lnTo>
                <a:lnTo>
                  <a:pt x="238901" y="25010"/>
                </a:lnTo>
                <a:lnTo>
                  <a:pt x="239204" y="24993"/>
                </a:lnTo>
                <a:lnTo>
                  <a:pt x="239514" y="24981"/>
                </a:lnTo>
                <a:lnTo>
                  <a:pt x="239832" y="24973"/>
                </a:lnTo>
                <a:lnTo>
                  <a:pt x="240157" y="24971"/>
                </a:lnTo>
                <a:lnTo>
                  <a:pt x="243647" y="24971"/>
                </a:lnTo>
                <a:lnTo>
                  <a:pt x="243912" y="24973"/>
                </a:lnTo>
                <a:lnTo>
                  <a:pt x="244173" y="24980"/>
                </a:lnTo>
                <a:lnTo>
                  <a:pt x="244430" y="24991"/>
                </a:lnTo>
                <a:lnTo>
                  <a:pt x="244683" y="25007"/>
                </a:lnTo>
                <a:lnTo>
                  <a:pt x="244931" y="25027"/>
                </a:lnTo>
                <a:lnTo>
                  <a:pt x="245175" y="25051"/>
                </a:lnTo>
                <a:lnTo>
                  <a:pt x="245415" y="25080"/>
                </a:lnTo>
                <a:lnTo>
                  <a:pt x="245650" y="25114"/>
                </a:lnTo>
                <a:lnTo>
                  <a:pt x="245881" y="25152"/>
                </a:lnTo>
                <a:lnTo>
                  <a:pt x="246108" y="25194"/>
                </a:lnTo>
                <a:lnTo>
                  <a:pt x="246331" y="25241"/>
                </a:lnTo>
                <a:lnTo>
                  <a:pt x="246549" y="25292"/>
                </a:lnTo>
                <a:lnTo>
                  <a:pt x="246763" y="25348"/>
                </a:lnTo>
                <a:lnTo>
                  <a:pt x="246973" y="25408"/>
                </a:lnTo>
                <a:lnTo>
                  <a:pt x="247178" y="25473"/>
                </a:lnTo>
                <a:lnTo>
                  <a:pt x="247379" y="25542"/>
                </a:lnTo>
                <a:lnTo>
                  <a:pt x="247576" y="25616"/>
                </a:lnTo>
                <a:lnTo>
                  <a:pt x="247768" y="25694"/>
                </a:lnTo>
                <a:lnTo>
                  <a:pt x="247956" y="25777"/>
                </a:lnTo>
                <a:lnTo>
                  <a:pt x="248140" y="25864"/>
                </a:lnTo>
                <a:lnTo>
                  <a:pt x="248320" y="25955"/>
                </a:lnTo>
                <a:lnTo>
                  <a:pt x="248495" y="26051"/>
                </a:lnTo>
                <a:lnTo>
                  <a:pt x="248666" y="26152"/>
                </a:lnTo>
                <a:lnTo>
                  <a:pt x="248832" y="26257"/>
                </a:lnTo>
                <a:lnTo>
                  <a:pt x="248994" y="26365"/>
                </a:lnTo>
                <a:lnTo>
                  <a:pt x="249150" y="26476"/>
                </a:lnTo>
                <a:lnTo>
                  <a:pt x="249299" y="26589"/>
                </a:lnTo>
                <a:lnTo>
                  <a:pt x="249443" y="26705"/>
                </a:lnTo>
                <a:lnTo>
                  <a:pt x="249581" y="26824"/>
                </a:lnTo>
                <a:lnTo>
                  <a:pt x="249713" y="26945"/>
                </a:lnTo>
                <a:lnTo>
                  <a:pt x="249839" y="27069"/>
                </a:lnTo>
                <a:lnTo>
                  <a:pt x="249960" y="27195"/>
                </a:lnTo>
                <a:lnTo>
                  <a:pt x="250074" y="27323"/>
                </a:lnTo>
                <a:lnTo>
                  <a:pt x="250182" y="27455"/>
                </a:lnTo>
                <a:lnTo>
                  <a:pt x="250285" y="27588"/>
                </a:lnTo>
                <a:lnTo>
                  <a:pt x="250382" y="27725"/>
                </a:lnTo>
                <a:lnTo>
                  <a:pt x="250472" y="27864"/>
                </a:lnTo>
                <a:lnTo>
                  <a:pt x="250557" y="28005"/>
                </a:lnTo>
                <a:lnTo>
                  <a:pt x="250636" y="28149"/>
                </a:lnTo>
                <a:lnTo>
                  <a:pt x="250709" y="28296"/>
                </a:lnTo>
                <a:lnTo>
                  <a:pt x="250777" y="28445"/>
                </a:lnTo>
                <a:lnTo>
                  <a:pt x="250838" y="28596"/>
                </a:lnTo>
                <a:lnTo>
                  <a:pt x="250893" y="28751"/>
                </a:lnTo>
                <a:lnTo>
                  <a:pt x="250943" y="28907"/>
                </a:lnTo>
                <a:lnTo>
                  <a:pt x="250987" y="29067"/>
                </a:lnTo>
                <a:lnTo>
                  <a:pt x="251024" y="29229"/>
                </a:lnTo>
                <a:lnTo>
                  <a:pt x="251056" y="29393"/>
                </a:lnTo>
                <a:lnTo>
                  <a:pt x="251082" y="29560"/>
                </a:lnTo>
                <a:lnTo>
                  <a:pt x="262557" y="29560"/>
                </a:lnTo>
                <a:lnTo>
                  <a:pt x="262519" y="29036"/>
                </a:lnTo>
                <a:lnTo>
                  <a:pt x="262464" y="28522"/>
                </a:lnTo>
                <a:lnTo>
                  <a:pt x="262393" y="28016"/>
                </a:lnTo>
                <a:lnTo>
                  <a:pt x="262305" y="27520"/>
                </a:lnTo>
                <a:lnTo>
                  <a:pt x="262201" y="27032"/>
                </a:lnTo>
                <a:lnTo>
                  <a:pt x="262081" y="26553"/>
                </a:lnTo>
                <a:lnTo>
                  <a:pt x="261945" y="26083"/>
                </a:lnTo>
                <a:lnTo>
                  <a:pt x="261792" y="25623"/>
                </a:lnTo>
                <a:lnTo>
                  <a:pt x="261624" y="25171"/>
                </a:lnTo>
                <a:lnTo>
                  <a:pt x="261439" y="24727"/>
                </a:lnTo>
                <a:lnTo>
                  <a:pt x="261237" y="24293"/>
                </a:lnTo>
                <a:lnTo>
                  <a:pt x="261020" y="23868"/>
                </a:lnTo>
                <a:lnTo>
                  <a:pt x="260786" y="23452"/>
                </a:lnTo>
                <a:lnTo>
                  <a:pt x="260536" y="23044"/>
                </a:lnTo>
                <a:lnTo>
                  <a:pt x="260269" y="22646"/>
                </a:lnTo>
                <a:lnTo>
                  <a:pt x="259987" y="22256"/>
                </a:lnTo>
                <a:lnTo>
                  <a:pt x="259688" y="21876"/>
                </a:lnTo>
                <a:lnTo>
                  <a:pt x="259373" y="21504"/>
                </a:lnTo>
                <a:lnTo>
                  <a:pt x="259041" y="21141"/>
                </a:lnTo>
                <a:lnTo>
                  <a:pt x="258694" y="20788"/>
                </a:lnTo>
                <a:lnTo>
                  <a:pt x="258330" y="20443"/>
                </a:lnTo>
                <a:lnTo>
                  <a:pt x="257950" y="20107"/>
                </a:lnTo>
                <a:lnTo>
                  <a:pt x="257553" y="19780"/>
                </a:lnTo>
                <a:lnTo>
                  <a:pt x="257141" y="19461"/>
                </a:lnTo>
                <a:lnTo>
                  <a:pt x="256714" y="19154"/>
                </a:lnTo>
                <a:lnTo>
                  <a:pt x="256276" y="18860"/>
                </a:lnTo>
                <a:lnTo>
                  <a:pt x="255825" y="18579"/>
                </a:lnTo>
                <a:lnTo>
                  <a:pt x="255363" y="18311"/>
                </a:lnTo>
                <a:lnTo>
                  <a:pt x="254890" y="18056"/>
                </a:lnTo>
                <a:lnTo>
                  <a:pt x="254404" y="17815"/>
                </a:lnTo>
                <a:lnTo>
                  <a:pt x="253907" y="17586"/>
                </a:lnTo>
                <a:lnTo>
                  <a:pt x="253397" y="17370"/>
                </a:lnTo>
                <a:lnTo>
                  <a:pt x="252876" y="17168"/>
                </a:lnTo>
                <a:lnTo>
                  <a:pt x="252344" y="16978"/>
                </a:lnTo>
                <a:lnTo>
                  <a:pt x="251799" y="16802"/>
                </a:lnTo>
                <a:lnTo>
                  <a:pt x="251243" y="16638"/>
                </a:lnTo>
                <a:lnTo>
                  <a:pt x="250675" y="16488"/>
                </a:lnTo>
                <a:lnTo>
                  <a:pt x="250095" y="16351"/>
                </a:lnTo>
                <a:lnTo>
                  <a:pt x="249503" y="16227"/>
                </a:lnTo>
                <a:lnTo>
                  <a:pt x="248899" y="16116"/>
                </a:lnTo>
                <a:lnTo>
                  <a:pt x="248284" y="16018"/>
                </a:lnTo>
                <a:lnTo>
                  <a:pt x="247657" y="15933"/>
                </a:lnTo>
                <a:lnTo>
                  <a:pt x="247018" y="15861"/>
                </a:lnTo>
                <a:lnTo>
                  <a:pt x="246367" y="15802"/>
                </a:lnTo>
                <a:lnTo>
                  <a:pt x="245705" y="15756"/>
                </a:lnTo>
                <a:lnTo>
                  <a:pt x="245031" y="15724"/>
                </a:lnTo>
                <a:lnTo>
                  <a:pt x="244344" y="15704"/>
                </a:lnTo>
                <a:lnTo>
                  <a:pt x="243647" y="15697"/>
                </a:lnTo>
                <a:lnTo>
                  <a:pt x="240157" y="15697"/>
                </a:lnTo>
                <a:lnTo>
                  <a:pt x="239392" y="15704"/>
                </a:lnTo>
                <a:lnTo>
                  <a:pt x="238643" y="15725"/>
                </a:lnTo>
                <a:lnTo>
                  <a:pt x="237909" y="15758"/>
                </a:lnTo>
                <a:lnTo>
                  <a:pt x="237191" y="15806"/>
                </a:lnTo>
                <a:lnTo>
                  <a:pt x="236489" y="15867"/>
                </a:lnTo>
                <a:lnTo>
                  <a:pt x="235802" y="15941"/>
                </a:lnTo>
                <a:lnTo>
                  <a:pt x="235131" y="16029"/>
                </a:lnTo>
                <a:lnTo>
                  <a:pt x="234476" y="16131"/>
                </a:lnTo>
                <a:lnTo>
                  <a:pt x="233836" y="16246"/>
                </a:lnTo>
                <a:lnTo>
                  <a:pt x="233211" y="16375"/>
                </a:lnTo>
                <a:lnTo>
                  <a:pt x="232603" y="16517"/>
                </a:lnTo>
                <a:lnTo>
                  <a:pt x="232010" y="16673"/>
                </a:lnTo>
                <a:lnTo>
                  <a:pt x="231432" y="16843"/>
                </a:lnTo>
                <a:lnTo>
                  <a:pt x="230870" y="17025"/>
                </a:lnTo>
                <a:lnTo>
                  <a:pt x="230324" y="17222"/>
                </a:lnTo>
                <a:lnTo>
                  <a:pt x="229794" y="17432"/>
                </a:lnTo>
                <a:lnTo>
                  <a:pt x="229279" y="17656"/>
                </a:lnTo>
                <a:lnTo>
                  <a:pt x="228779" y="17893"/>
                </a:lnTo>
                <a:lnTo>
                  <a:pt x="228296" y="18143"/>
                </a:lnTo>
                <a:lnTo>
                  <a:pt x="227827" y="18408"/>
                </a:lnTo>
                <a:lnTo>
                  <a:pt x="227375" y="18685"/>
                </a:lnTo>
                <a:lnTo>
                  <a:pt x="226938" y="18977"/>
                </a:lnTo>
                <a:lnTo>
                  <a:pt x="226517" y="19282"/>
                </a:lnTo>
                <a:lnTo>
                  <a:pt x="226111" y="19600"/>
                </a:lnTo>
                <a:lnTo>
                  <a:pt x="225722" y="19931"/>
                </a:lnTo>
                <a:lnTo>
                  <a:pt x="225349" y="20272"/>
                </a:lnTo>
                <a:lnTo>
                  <a:pt x="224992" y="20625"/>
                </a:lnTo>
                <a:lnTo>
                  <a:pt x="224653" y="20989"/>
                </a:lnTo>
                <a:lnTo>
                  <a:pt x="224329" y="21363"/>
                </a:lnTo>
                <a:lnTo>
                  <a:pt x="224023" y="21749"/>
                </a:lnTo>
                <a:lnTo>
                  <a:pt x="223733" y="22145"/>
                </a:lnTo>
                <a:lnTo>
                  <a:pt x="223459" y="22553"/>
                </a:lnTo>
                <a:lnTo>
                  <a:pt x="223202" y="22971"/>
                </a:lnTo>
                <a:lnTo>
                  <a:pt x="222962" y="23401"/>
                </a:lnTo>
                <a:lnTo>
                  <a:pt x="222738" y="23842"/>
                </a:lnTo>
                <a:lnTo>
                  <a:pt x="222531" y="24293"/>
                </a:lnTo>
                <a:lnTo>
                  <a:pt x="222340" y="24756"/>
                </a:lnTo>
                <a:lnTo>
                  <a:pt x="222166" y="25229"/>
                </a:lnTo>
                <a:lnTo>
                  <a:pt x="222009" y="25714"/>
                </a:lnTo>
                <a:lnTo>
                  <a:pt x="221868" y="26209"/>
                </a:lnTo>
                <a:lnTo>
                  <a:pt x="221743" y="26716"/>
                </a:lnTo>
                <a:lnTo>
                  <a:pt x="221636" y="27234"/>
                </a:lnTo>
                <a:lnTo>
                  <a:pt x="221544" y="27762"/>
                </a:lnTo>
                <a:lnTo>
                  <a:pt x="221470" y="28302"/>
                </a:lnTo>
                <a:lnTo>
                  <a:pt x="221412" y="28852"/>
                </a:lnTo>
                <a:lnTo>
                  <a:pt x="221370" y="29414"/>
                </a:lnTo>
                <a:lnTo>
                  <a:pt x="221346" y="29986"/>
                </a:lnTo>
                <a:lnTo>
                  <a:pt x="221337" y="30570"/>
                </a:lnTo>
                <a:lnTo>
                  <a:pt x="221344" y="31130"/>
                </a:lnTo>
                <a:lnTo>
                  <a:pt x="221365" y="31679"/>
                </a:lnTo>
                <a:lnTo>
                  <a:pt x="221400" y="32215"/>
                </a:lnTo>
                <a:lnTo>
                  <a:pt x="221449" y="32740"/>
                </a:lnTo>
                <a:lnTo>
                  <a:pt x="221513" y="33253"/>
                </a:lnTo>
                <a:lnTo>
                  <a:pt x="221590" y="33755"/>
                </a:lnTo>
                <a:lnTo>
                  <a:pt x="221681" y="34244"/>
                </a:lnTo>
                <a:lnTo>
                  <a:pt x="221786" y="34722"/>
                </a:lnTo>
                <a:lnTo>
                  <a:pt x="221905" y="35188"/>
                </a:lnTo>
                <a:lnTo>
                  <a:pt x="222039" y="35642"/>
                </a:lnTo>
                <a:lnTo>
                  <a:pt x="222186" y="36084"/>
                </a:lnTo>
                <a:lnTo>
                  <a:pt x="222347" y="36515"/>
                </a:lnTo>
                <a:lnTo>
                  <a:pt x="222523" y="36933"/>
                </a:lnTo>
                <a:lnTo>
                  <a:pt x="222712" y="37340"/>
                </a:lnTo>
                <a:lnTo>
                  <a:pt x="222915" y="37735"/>
                </a:lnTo>
                <a:lnTo>
                  <a:pt x="223133" y="38119"/>
                </a:lnTo>
                <a:lnTo>
                  <a:pt x="223364" y="38490"/>
                </a:lnTo>
                <a:lnTo>
                  <a:pt x="223610" y="38850"/>
                </a:lnTo>
                <a:lnTo>
                  <a:pt x="223869" y="39198"/>
                </a:lnTo>
                <a:lnTo>
                  <a:pt x="224143" y="39534"/>
                </a:lnTo>
                <a:lnTo>
                  <a:pt x="224430" y="39858"/>
                </a:lnTo>
                <a:lnTo>
                  <a:pt x="224732" y="40171"/>
                </a:lnTo>
                <a:lnTo>
                  <a:pt x="225048" y="40472"/>
                </a:lnTo>
                <a:lnTo>
                  <a:pt x="225377" y="40761"/>
                </a:lnTo>
                <a:lnTo>
                  <a:pt x="225722" y="41040"/>
                </a:lnTo>
                <a:lnTo>
                  <a:pt x="226082" y="41312"/>
                </a:lnTo>
                <a:lnTo>
                  <a:pt x="226459" y="41576"/>
                </a:lnTo>
                <a:lnTo>
                  <a:pt x="226851" y="41832"/>
                </a:lnTo>
                <a:lnTo>
                  <a:pt x="227260" y="42081"/>
                </a:lnTo>
                <a:lnTo>
                  <a:pt x="227684" y="42322"/>
                </a:lnTo>
                <a:lnTo>
                  <a:pt x="228124" y="42555"/>
                </a:lnTo>
                <a:lnTo>
                  <a:pt x="228580" y="42781"/>
                </a:lnTo>
                <a:lnTo>
                  <a:pt x="229052" y="42999"/>
                </a:lnTo>
                <a:lnTo>
                  <a:pt x="229541" y="43209"/>
                </a:lnTo>
                <a:lnTo>
                  <a:pt x="230044" y="43412"/>
                </a:lnTo>
                <a:lnTo>
                  <a:pt x="230564" y="43607"/>
                </a:lnTo>
                <a:lnTo>
                  <a:pt x="231100" y="43794"/>
                </a:lnTo>
                <a:lnTo>
                  <a:pt x="231652" y="43974"/>
                </a:lnTo>
                <a:lnTo>
                  <a:pt x="232220" y="44146"/>
                </a:lnTo>
                <a:lnTo>
                  <a:pt x="232803" y="44311"/>
                </a:lnTo>
                <a:lnTo>
                  <a:pt x="233403" y="44468"/>
                </a:lnTo>
                <a:lnTo>
                  <a:pt x="234018" y="44617"/>
                </a:lnTo>
                <a:lnTo>
                  <a:pt x="234650" y="44758"/>
                </a:lnTo>
                <a:lnTo>
                  <a:pt x="235297" y="44892"/>
                </a:lnTo>
                <a:lnTo>
                  <a:pt x="235961" y="45018"/>
                </a:lnTo>
                <a:lnTo>
                  <a:pt x="236640" y="45137"/>
                </a:lnTo>
                <a:lnTo>
                  <a:pt x="237335" y="45248"/>
                </a:lnTo>
                <a:lnTo>
                  <a:pt x="238046" y="45351"/>
                </a:lnTo>
                <a:lnTo>
                  <a:pt x="244288" y="46269"/>
                </a:lnTo>
                <a:lnTo>
                  <a:pt x="244614" y="46309"/>
                </a:lnTo>
                <a:lnTo>
                  <a:pt x="244932" y="46353"/>
                </a:lnTo>
                <a:lnTo>
                  <a:pt x="245243" y="46400"/>
                </a:lnTo>
                <a:lnTo>
                  <a:pt x="245547" y="46451"/>
                </a:lnTo>
                <a:lnTo>
                  <a:pt x="245843" y="46506"/>
                </a:lnTo>
                <a:lnTo>
                  <a:pt x="246133" y="46564"/>
                </a:lnTo>
                <a:lnTo>
                  <a:pt x="246415" y="46627"/>
                </a:lnTo>
                <a:lnTo>
                  <a:pt x="246690" y="46692"/>
                </a:lnTo>
                <a:lnTo>
                  <a:pt x="246958" y="46762"/>
                </a:lnTo>
                <a:lnTo>
                  <a:pt x="247219" y="46835"/>
                </a:lnTo>
                <a:lnTo>
                  <a:pt x="247473" y="46912"/>
                </a:lnTo>
                <a:lnTo>
                  <a:pt x="247719" y="46992"/>
                </a:lnTo>
                <a:lnTo>
                  <a:pt x="247958" y="47076"/>
                </a:lnTo>
                <a:lnTo>
                  <a:pt x="248190" y="47164"/>
                </a:lnTo>
                <a:lnTo>
                  <a:pt x="248415" y="47255"/>
                </a:lnTo>
                <a:lnTo>
                  <a:pt x="248633" y="47350"/>
                </a:lnTo>
                <a:lnTo>
                  <a:pt x="248844" y="47449"/>
                </a:lnTo>
                <a:lnTo>
                  <a:pt x="249047" y="47551"/>
                </a:lnTo>
                <a:lnTo>
                  <a:pt x="249243" y="47657"/>
                </a:lnTo>
                <a:lnTo>
                  <a:pt x="249432" y="47767"/>
                </a:lnTo>
                <a:lnTo>
                  <a:pt x="249614" y="47880"/>
                </a:lnTo>
                <a:lnTo>
                  <a:pt x="249789" y="47997"/>
                </a:lnTo>
                <a:lnTo>
                  <a:pt x="249957" y="48118"/>
                </a:lnTo>
                <a:lnTo>
                  <a:pt x="250117" y="48242"/>
                </a:lnTo>
                <a:lnTo>
                  <a:pt x="250271" y="48371"/>
                </a:lnTo>
                <a:lnTo>
                  <a:pt x="250418" y="48503"/>
                </a:lnTo>
                <a:lnTo>
                  <a:pt x="250558" y="48639"/>
                </a:lnTo>
                <a:lnTo>
                  <a:pt x="250692" y="48779"/>
                </a:lnTo>
                <a:lnTo>
                  <a:pt x="250820" y="48923"/>
                </a:lnTo>
                <a:lnTo>
                  <a:pt x="250941" y="49071"/>
                </a:lnTo>
                <a:lnTo>
                  <a:pt x="251055" y="49224"/>
                </a:lnTo>
                <a:lnTo>
                  <a:pt x="251163" y="49380"/>
                </a:lnTo>
                <a:lnTo>
                  <a:pt x="251264" y="49540"/>
                </a:lnTo>
                <a:lnTo>
                  <a:pt x="251359" y="49704"/>
                </a:lnTo>
                <a:lnTo>
                  <a:pt x="251447" y="49872"/>
                </a:lnTo>
                <a:lnTo>
                  <a:pt x="251529" y="50044"/>
                </a:lnTo>
                <a:lnTo>
                  <a:pt x="251604" y="50220"/>
                </a:lnTo>
                <a:lnTo>
                  <a:pt x="251673" y="50400"/>
                </a:lnTo>
                <a:lnTo>
                  <a:pt x="251735" y="50584"/>
                </a:lnTo>
                <a:lnTo>
                  <a:pt x="251790" y="50772"/>
                </a:lnTo>
                <a:lnTo>
                  <a:pt x="251839" y="50964"/>
                </a:lnTo>
                <a:lnTo>
                  <a:pt x="251882" y="51160"/>
                </a:lnTo>
                <a:lnTo>
                  <a:pt x="251918" y="51360"/>
                </a:lnTo>
                <a:lnTo>
                  <a:pt x="251947" y="51564"/>
                </a:lnTo>
                <a:lnTo>
                  <a:pt x="251970" y="51772"/>
                </a:lnTo>
                <a:lnTo>
                  <a:pt x="251987" y="51984"/>
                </a:lnTo>
                <a:lnTo>
                  <a:pt x="251996" y="52200"/>
                </a:lnTo>
                <a:lnTo>
                  <a:pt x="252000" y="52420"/>
                </a:lnTo>
                <a:lnTo>
                  <a:pt x="251996" y="52655"/>
                </a:lnTo>
                <a:lnTo>
                  <a:pt x="251985" y="52886"/>
                </a:lnTo>
                <a:lnTo>
                  <a:pt x="251967" y="53112"/>
                </a:lnTo>
                <a:lnTo>
                  <a:pt x="251941" y="53335"/>
                </a:lnTo>
                <a:lnTo>
                  <a:pt x="251908" y="53553"/>
                </a:lnTo>
                <a:lnTo>
                  <a:pt x="251868" y="53768"/>
                </a:lnTo>
                <a:lnTo>
                  <a:pt x="251820" y="53978"/>
                </a:lnTo>
                <a:lnTo>
                  <a:pt x="251765" y="54184"/>
                </a:lnTo>
                <a:lnTo>
                  <a:pt x="251703" y="54386"/>
                </a:lnTo>
                <a:lnTo>
                  <a:pt x="251633" y="54584"/>
                </a:lnTo>
                <a:lnTo>
                  <a:pt x="251556" y="54777"/>
                </a:lnTo>
                <a:lnTo>
                  <a:pt x="251472" y="54967"/>
                </a:lnTo>
                <a:lnTo>
                  <a:pt x="251380" y="55152"/>
                </a:lnTo>
                <a:lnTo>
                  <a:pt x="251281" y="55333"/>
                </a:lnTo>
                <a:lnTo>
                  <a:pt x="251175" y="55510"/>
                </a:lnTo>
                <a:lnTo>
                  <a:pt x="251061" y="55683"/>
                </a:lnTo>
                <a:lnTo>
                  <a:pt x="250940" y="55852"/>
                </a:lnTo>
                <a:lnTo>
                  <a:pt x="250812" y="56017"/>
                </a:lnTo>
                <a:lnTo>
                  <a:pt x="250677" y="56177"/>
                </a:lnTo>
                <a:lnTo>
                  <a:pt x="250534" y="56334"/>
                </a:lnTo>
                <a:lnTo>
                  <a:pt x="250383" y="56486"/>
                </a:lnTo>
                <a:lnTo>
                  <a:pt x="250226" y="56634"/>
                </a:lnTo>
                <a:lnTo>
                  <a:pt x="250061" y="56778"/>
                </a:lnTo>
                <a:lnTo>
                  <a:pt x="249889" y="56918"/>
                </a:lnTo>
                <a:lnTo>
                  <a:pt x="249709" y="57053"/>
                </a:lnTo>
                <a:lnTo>
                  <a:pt x="249522" y="57182"/>
                </a:lnTo>
                <a:lnTo>
                  <a:pt x="249328" y="57305"/>
                </a:lnTo>
                <a:lnTo>
                  <a:pt x="249126" y="57423"/>
                </a:lnTo>
                <a:lnTo>
                  <a:pt x="248917" y="57535"/>
                </a:lnTo>
                <a:lnTo>
                  <a:pt x="248701" y="57641"/>
                </a:lnTo>
                <a:lnTo>
                  <a:pt x="248477" y="57741"/>
                </a:lnTo>
                <a:lnTo>
                  <a:pt x="248247" y="57836"/>
                </a:lnTo>
                <a:lnTo>
                  <a:pt x="248008" y="57925"/>
                </a:lnTo>
                <a:lnTo>
                  <a:pt x="247763" y="58008"/>
                </a:lnTo>
                <a:lnTo>
                  <a:pt x="247510" y="58086"/>
                </a:lnTo>
                <a:lnTo>
                  <a:pt x="247249" y="58157"/>
                </a:lnTo>
                <a:lnTo>
                  <a:pt x="246982" y="58223"/>
                </a:lnTo>
                <a:lnTo>
                  <a:pt x="246707" y="58284"/>
                </a:lnTo>
                <a:lnTo>
                  <a:pt x="246425" y="58338"/>
                </a:lnTo>
                <a:lnTo>
                  <a:pt x="246135" y="58387"/>
                </a:lnTo>
                <a:lnTo>
                  <a:pt x="245838" y="58430"/>
                </a:lnTo>
                <a:lnTo>
                  <a:pt x="245534" y="58467"/>
                </a:lnTo>
                <a:lnTo>
                  <a:pt x="245222" y="58499"/>
                </a:lnTo>
                <a:lnTo>
                  <a:pt x="244903" y="58525"/>
                </a:lnTo>
                <a:lnTo>
                  <a:pt x="244577" y="58545"/>
                </a:lnTo>
                <a:lnTo>
                  <a:pt x="244243" y="58559"/>
                </a:lnTo>
                <a:lnTo>
                  <a:pt x="243902" y="58568"/>
                </a:lnTo>
                <a:lnTo>
                  <a:pt x="243554" y="58571"/>
                </a:lnTo>
                <a:lnTo>
                  <a:pt x="239516" y="58571"/>
                </a:lnTo>
                <a:lnTo>
                  <a:pt x="239227" y="58568"/>
                </a:lnTo>
                <a:lnTo>
                  <a:pt x="238943" y="58560"/>
                </a:lnTo>
                <a:lnTo>
                  <a:pt x="238664" y="58548"/>
                </a:lnTo>
                <a:lnTo>
                  <a:pt x="238389" y="58530"/>
                </a:lnTo>
                <a:lnTo>
                  <a:pt x="238119" y="58507"/>
                </a:lnTo>
                <a:lnTo>
                  <a:pt x="237854" y="58479"/>
                </a:lnTo>
                <a:lnTo>
                  <a:pt x="237593" y="58446"/>
                </a:lnTo>
                <a:lnTo>
                  <a:pt x="237337" y="58408"/>
                </a:lnTo>
                <a:lnTo>
                  <a:pt x="237086" y="58364"/>
                </a:lnTo>
                <a:lnTo>
                  <a:pt x="236839" y="58316"/>
                </a:lnTo>
                <a:lnTo>
                  <a:pt x="236597" y="58262"/>
                </a:lnTo>
                <a:lnTo>
                  <a:pt x="236359" y="58204"/>
                </a:lnTo>
                <a:lnTo>
                  <a:pt x="236126" y="58140"/>
                </a:lnTo>
                <a:lnTo>
                  <a:pt x="235898" y="58071"/>
                </a:lnTo>
                <a:lnTo>
                  <a:pt x="235674" y="57997"/>
                </a:lnTo>
                <a:lnTo>
                  <a:pt x="235455" y="57918"/>
                </a:lnTo>
                <a:lnTo>
                  <a:pt x="235241" y="57834"/>
                </a:lnTo>
                <a:lnTo>
                  <a:pt x="235031" y="57745"/>
                </a:lnTo>
                <a:lnTo>
                  <a:pt x="234826" y="57651"/>
                </a:lnTo>
                <a:lnTo>
                  <a:pt x="234625" y="57551"/>
                </a:lnTo>
                <a:lnTo>
                  <a:pt x="234429" y="57447"/>
                </a:lnTo>
                <a:lnTo>
                  <a:pt x="234238" y="57337"/>
                </a:lnTo>
                <a:lnTo>
                  <a:pt x="234051" y="57222"/>
                </a:lnTo>
                <a:lnTo>
                  <a:pt x="233869" y="57103"/>
                </a:lnTo>
                <a:lnTo>
                  <a:pt x="233693" y="56979"/>
                </a:lnTo>
                <a:lnTo>
                  <a:pt x="233523" y="56851"/>
                </a:lnTo>
                <a:lnTo>
                  <a:pt x="233360" y="56721"/>
                </a:lnTo>
                <a:lnTo>
                  <a:pt x="233205" y="56587"/>
                </a:lnTo>
                <a:lnTo>
                  <a:pt x="233056" y="56451"/>
                </a:lnTo>
                <a:lnTo>
                  <a:pt x="232914" y="56311"/>
                </a:lnTo>
                <a:lnTo>
                  <a:pt x="232778" y="56167"/>
                </a:lnTo>
                <a:lnTo>
                  <a:pt x="232650" y="56021"/>
                </a:lnTo>
                <a:lnTo>
                  <a:pt x="232529" y="55871"/>
                </a:lnTo>
                <a:lnTo>
                  <a:pt x="232414" y="55719"/>
                </a:lnTo>
                <a:lnTo>
                  <a:pt x="232306" y="55563"/>
                </a:lnTo>
                <a:lnTo>
                  <a:pt x="232205" y="55404"/>
                </a:lnTo>
                <a:lnTo>
                  <a:pt x="232111" y="55242"/>
                </a:lnTo>
                <a:lnTo>
                  <a:pt x="232024" y="55076"/>
                </a:lnTo>
                <a:lnTo>
                  <a:pt x="231943" y="54907"/>
                </a:lnTo>
                <a:lnTo>
                  <a:pt x="231870" y="54736"/>
                </a:lnTo>
                <a:lnTo>
                  <a:pt x="231803" y="54561"/>
                </a:lnTo>
                <a:lnTo>
                  <a:pt x="231743" y="54382"/>
                </a:lnTo>
                <a:lnTo>
                  <a:pt x="231690" y="54201"/>
                </a:lnTo>
                <a:lnTo>
                  <a:pt x="231644" y="54016"/>
                </a:lnTo>
                <a:lnTo>
                  <a:pt x="231605" y="53829"/>
                </a:lnTo>
                <a:lnTo>
                  <a:pt x="231572" y="53638"/>
                </a:lnTo>
                <a:lnTo>
                  <a:pt x="231547" y="53444"/>
                </a:lnTo>
                <a:lnTo>
                  <a:pt x="231528" y="53246"/>
                </a:lnTo>
                <a:lnTo>
                  <a:pt x="220053" y="53246"/>
                </a:lnTo>
                <a:lnTo>
                  <a:pt x="220072" y="53611"/>
                </a:lnTo>
                <a:lnTo>
                  <a:pt x="220099" y="53972"/>
                </a:lnTo>
                <a:lnTo>
                  <a:pt x="220134" y="54330"/>
                </a:lnTo>
                <a:lnTo>
                  <a:pt x="220176" y="54683"/>
                </a:lnTo>
                <a:lnTo>
                  <a:pt x="220227" y="55032"/>
                </a:lnTo>
                <a:lnTo>
                  <a:pt x="220285" y="55377"/>
                </a:lnTo>
                <a:lnTo>
                  <a:pt x="220351" y="55719"/>
                </a:lnTo>
                <a:lnTo>
                  <a:pt x="220425" y="56056"/>
                </a:lnTo>
                <a:lnTo>
                  <a:pt x="220507" y="56389"/>
                </a:lnTo>
                <a:lnTo>
                  <a:pt x="220596" y="56719"/>
                </a:lnTo>
                <a:lnTo>
                  <a:pt x="220693" y="57044"/>
                </a:lnTo>
                <a:lnTo>
                  <a:pt x="220798" y="57365"/>
                </a:lnTo>
                <a:lnTo>
                  <a:pt x="220911" y="57683"/>
                </a:lnTo>
                <a:lnTo>
                  <a:pt x="221032" y="57996"/>
                </a:lnTo>
                <a:lnTo>
                  <a:pt x="221160" y="58306"/>
                </a:lnTo>
                <a:lnTo>
                  <a:pt x="221297" y="58611"/>
                </a:lnTo>
                <a:lnTo>
                  <a:pt x="221441" y="58912"/>
                </a:lnTo>
                <a:lnTo>
                  <a:pt x="221593" y="59210"/>
                </a:lnTo>
                <a:lnTo>
                  <a:pt x="221752" y="59503"/>
                </a:lnTo>
                <a:lnTo>
                  <a:pt x="221920" y="59793"/>
                </a:lnTo>
                <a:lnTo>
                  <a:pt x="222095" y="60079"/>
                </a:lnTo>
                <a:lnTo>
                  <a:pt x="222278" y="60360"/>
                </a:lnTo>
                <a:lnTo>
                  <a:pt x="222469" y="60638"/>
                </a:lnTo>
                <a:lnTo>
                  <a:pt x="222668" y="60911"/>
                </a:lnTo>
                <a:lnTo>
                  <a:pt x="222874" y="61180"/>
                </a:lnTo>
                <a:lnTo>
                  <a:pt x="223087" y="61445"/>
                </a:lnTo>
                <a:lnTo>
                  <a:pt x="223306" y="61704"/>
                </a:lnTo>
                <a:lnTo>
                  <a:pt x="223531" y="61958"/>
                </a:lnTo>
                <a:lnTo>
                  <a:pt x="223764" y="62207"/>
                </a:lnTo>
                <a:lnTo>
                  <a:pt x="224002" y="62452"/>
                </a:lnTo>
                <a:lnTo>
                  <a:pt x="224247" y="62691"/>
                </a:lnTo>
                <a:lnTo>
                  <a:pt x="224499" y="62926"/>
                </a:lnTo>
                <a:lnTo>
                  <a:pt x="224757" y="63155"/>
                </a:lnTo>
                <a:lnTo>
                  <a:pt x="225022" y="63380"/>
                </a:lnTo>
                <a:lnTo>
                  <a:pt x="225294" y="63599"/>
                </a:lnTo>
                <a:lnTo>
                  <a:pt x="225572" y="63814"/>
                </a:lnTo>
                <a:lnTo>
                  <a:pt x="225856" y="64024"/>
                </a:lnTo>
                <a:lnTo>
                  <a:pt x="226147" y="64229"/>
                </a:lnTo>
                <a:lnTo>
                  <a:pt x="226444" y="64429"/>
                </a:lnTo>
                <a:lnTo>
                  <a:pt x="226748" y="64624"/>
                </a:lnTo>
                <a:lnTo>
                  <a:pt x="227059" y="64814"/>
                </a:lnTo>
                <a:lnTo>
                  <a:pt x="227376" y="64999"/>
                </a:lnTo>
                <a:lnTo>
                  <a:pt x="227700" y="65179"/>
                </a:lnTo>
                <a:lnTo>
                  <a:pt x="228030" y="65355"/>
                </a:lnTo>
                <a:lnTo>
                  <a:pt x="228367" y="65525"/>
                </a:lnTo>
                <a:lnTo>
                  <a:pt x="228710" y="65690"/>
                </a:lnTo>
                <a:lnTo>
                  <a:pt x="229059" y="65851"/>
                </a:lnTo>
                <a:lnTo>
                  <a:pt x="229416" y="66006"/>
                </a:lnTo>
                <a:lnTo>
                  <a:pt x="229778" y="66156"/>
                </a:lnTo>
                <a:lnTo>
                  <a:pt x="230145" y="66299"/>
                </a:lnTo>
                <a:lnTo>
                  <a:pt x="230518" y="66437"/>
                </a:lnTo>
                <a:lnTo>
                  <a:pt x="230895" y="66567"/>
                </a:lnTo>
                <a:lnTo>
                  <a:pt x="231278" y="66692"/>
                </a:lnTo>
                <a:lnTo>
                  <a:pt x="231665" y="66810"/>
                </a:lnTo>
                <a:lnTo>
                  <a:pt x="232058" y="66921"/>
                </a:lnTo>
                <a:lnTo>
                  <a:pt x="232456" y="67026"/>
                </a:lnTo>
                <a:lnTo>
                  <a:pt x="232859" y="67125"/>
                </a:lnTo>
                <a:lnTo>
                  <a:pt x="233267" y="67218"/>
                </a:lnTo>
                <a:lnTo>
                  <a:pt x="233680" y="67304"/>
                </a:lnTo>
                <a:lnTo>
                  <a:pt x="234099" y="67384"/>
                </a:lnTo>
                <a:lnTo>
                  <a:pt x="234522" y="67457"/>
                </a:lnTo>
                <a:lnTo>
                  <a:pt x="234950" y="67524"/>
                </a:lnTo>
                <a:lnTo>
                  <a:pt x="235384" y="67584"/>
                </a:lnTo>
                <a:lnTo>
                  <a:pt x="235823" y="67639"/>
                </a:lnTo>
                <a:lnTo>
                  <a:pt x="236266" y="67686"/>
                </a:lnTo>
                <a:lnTo>
                  <a:pt x="236715" y="67728"/>
                </a:lnTo>
                <a:lnTo>
                  <a:pt x="237169" y="67763"/>
                </a:lnTo>
                <a:lnTo>
                  <a:pt x="237628" y="67792"/>
                </a:lnTo>
                <a:lnTo>
                  <a:pt x="238093" y="67814"/>
                </a:lnTo>
                <a:lnTo>
                  <a:pt x="238562" y="67830"/>
                </a:lnTo>
                <a:lnTo>
                  <a:pt x="239036" y="67839"/>
                </a:lnTo>
                <a:lnTo>
                  <a:pt x="239516" y="67843"/>
                </a:lnTo>
                <a:lnTo>
                  <a:pt x="243554" y="67843"/>
                </a:lnTo>
                <a:lnTo>
                  <a:pt x="244357" y="67836"/>
                </a:lnTo>
                <a:lnTo>
                  <a:pt x="245143" y="67814"/>
                </a:lnTo>
                <a:close/>
                <a:moveTo>
                  <a:pt x="22954" y="67900"/>
                </a:moveTo>
                <a:lnTo>
                  <a:pt x="23716" y="67857"/>
                </a:lnTo>
                <a:lnTo>
                  <a:pt x="24464" y="67797"/>
                </a:lnTo>
                <a:lnTo>
                  <a:pt x="25200" y="67721"/>
                </a:lnTo>
                <a:lnTo>
                  <a:pt x="25922" y="67627"/>
                </a:lnTo>
                <a:lnTo>
                  <a:pt x="26631" y="67516"/>
                </a:lnTo>
                <a:lnTo>
                  <a:pt x="27326" y="67388"/>
                </a:lnTo>
                <a:lnTo>
                  <a:pt x="28008" y="67243"/>
                </a:lnTo>
                <a:lnTo>
                  <a:pt x="28676" y="67081"/>
                </a:lnTo>
                <a:lnTo>
                  <a:pt x="29331" y="66902"/>
                </a:lnTo>
                <a:lnTo>
                  <a:pt x="29973" y="66706"/>
                </a:lnTo>
                <a:lnTo>
                  <a:pt x="30601" y="66493"/>
                </a:lnTo>
                <a:lnTo>
                  <a:pt x="31216" y="66262"/>
                </a:lnTo>
                <a:lnTo>
                  <a:pt x="31817" y="66015"/>
                </a:lnTo>
                <a:lnTo>
                  <a:pt x="32406" y="65751"/>
                </a:lnTo>
                <a:lnTo>
                  <a:pt x="32980" y="65470"/>
                </a:lnTo>
                <a:lnTo>
                  <a:pt x="33542" y="65171"/>
                </a:lnTo>
                <a:lnTo>
                  <a:pt x="34090" y="64856"/>
                </a:lnTo>
                <a:lnTo>
                  <a:pt x="34624" y="64523"/>
                </a:lnTo>
                <a:lnTo>
                  <a:pt x="35145" y="64174"/>
                </a:lnTo>
                <a:lnTo>
                  <a:pt x="35653" y="63807"/>
                </a:lnTo>
                <a:lnTo>
                  <a:pt x="36147" y="63423"/>
                </a:lnTo>
                <a:lnTo>
                  <a:pt x="36628" y="63022"/>
                </a:lnTo>
                <a:lnTo>
                  <a:pt x="37093" y="62607"/>
                </a:lnTo>
                <a:lnTo>
                  <a:pt x="37540" y="62179"/>
                </a:lnTo>
                <a:lnTo>
                  <a:pt x="37967" y="61739"/>
                </a:lnTo>
                <a:lnTo>
                  <a:pt x="38375" y="61287"/>
                </a:lnTo>
                <a:lnTo>
                  <a:pt x="38765" y="60823"/>
                </a:lnTo>
                <a:lnTo>
                  <a:pt x="39136" y="60346"/>
                </a:lnTo>
                <a:lnTo>
                  <a:pt x="39488" y="59857"/>
                </a:lnTo>
                <a:lnTo>
                  <a:pt x="39822" y="59356"/>
                </a:lnTo>
                <a:lnTo>
                  <a:pt x="40136" y="58842"/>
                </a:lnTo>
                <a:lnTo>
                  <a:pt x="40432" y="58316"/>
                </a:lnTo>
                <a:lnTo>
                  <a:pt x="40709" y="57778"/>
                </a:lnTo>
                <a:lnTo>
                  <a:pt x="40967" y="57228"/>
                </a:lnTo>
                <a:lnTo>
                  <a:pt x="41206" y="56665"/>
                </a:lnTo>
                <a:lnTo>
                  <a:pt x="41426" y="56090"/>
                </a:lnTo>
                <a:lnTo>
                  <a:pt x="41628" y="55503"/>
                </a:lnTo>
                <a:lnTo>
                  <a:pt x="41811" y="54903"/>
                </a:lnTo>
                <a:lnTo>
                  <a:pt x="41975" y="54292"/>
                </a:lnTo>
                <a:lnTo>
                  <a:pt x="42120" y="53668"/>
                </a:lnTo>
                <a:lnTo>
                  <a:pt x="42246" y="53031"/>
                </a:lnTo>
                <a:lnTo>
                  <a:pt x="42354" y="52383"/>
                </a:lnTo>
                <a:lnTo>
                  <a:pt x="42443" y="51722"/>
                </a:lnTo>
                <a:lnTo>
                  <a:pt x="42512" y="51049"/>
                </a:lnTo>
                <a:lnTo>
                  <a:pt x="42564" y="50363"/>
                </a:lnTo>
                <a:lnTo>
                  <a:pt x="42596" y="49666"/>
                </a:lnTo>
                <a:lnTo>
                  <a:pt x="31120" y="49666"/>
                </a:lnTo>
                <a:lnTo>
                  <a:pt x="31094" y="49992"/>
                </a:lnTo>
                <a:lnTo>
                  <a:pt x="31059" y="50311"/>
                </a:lnTo>
                <a:lnTo>
                  <a:pt x="31017" y="50625"/>
                </a:lnTo>
                <a:lnTo>
                  <a:pt x="30966" y="50932"/>
                </a:lnTo>
                <a:lnTo>
                  <a:pt x="30908" y="51233"/>
                </a:lnTo>
                <a:lnTo>
                  <a:pt x="30842" y="51528"/>
                </a:lnTo>
                <a:lnTo>
                  <a:pt x="30769" y="51816"/>
                </a:lnTo>
                <a:lnTo>
                  <a:pt x="30687" y="52098"/>
                </a:lnTo>
                <a:lnTo>
                  <a:pt x="30598" y="52375"/>
                </a:lnTo>
                <a:lnTo>
                  <a:pt x="30501" y="52644"/>
                </a:lnTo>
                <a:lnTo>
                  <a:pt x="30396" y="52908"/>
                </a:lnTo>
                <a:lnTo>
                  <a:pt x="30283" y="53166"/>
                </a:lnTo>
                <a:lnTo>
                  <a:pt x="30162" y="53417"/>
                </a:lnTo>
                <a:lnTo>
                  <a:pt x="30034" y="53662"/>
                </a:lnTo>
                <a:lnTo>
                  <a:pt x="29898" y="53901"/>
                </a:lnTo>
                <a:lnTo>
                  <a:pt x="29754" y="54133"/>
                </a:lnTo>
                <a:lnTo>
                  <a:pt x="29602" y="54360"/>
                </a:lnTo>
                <a:lnTo>
                  <a:pt x="29442" y="54580"/>
                </a:lnTo>
                <a:lnTo>
                  <a:pt x="29275" y="54794"/>
                </a:lnTo>
                <a:lnTo>
                  <a:pt x="29100" y="55002"/>
                </a:lnTo>
                <a:lnTo>
                  <a:pt x="28916" y="55203"/>
                </a:lnTo>
                <a:lnTo>
                  <a:pt x="28725" y="55398"/>
                </a:lnTo>
                <a:lnTo>
                  <a:pt x="28527" y="55588"/>
                </a:lnTo>
                <a:lnTo>
                  <a:pt x="28320" y="55770"/>
                </a:lnTo>
                <a:lnTo>
                  <a:pt x="28107" y="55946"/>
                </a:lnTo>
                <a:lnTo>
                  <a:pt x="27886" y="56115"/>
                </a:lnTo>
                <a:lnTo>
                  <a:pt x="27660" y="56276"/>
                </a:lnTo>
                <a:lnTo>
                  <a:pt x="27426" y="56430"/>
                </a:lnTo>
                <a:lnTo>
                  <a:pt x="27187" y="56576"/>
                </a:lnTo>
                <a:lnTo>
                  <a:pt x="26940" y="56714"/>
                </a:lnTo>
                <a:lnTo>
                  <a:pt x="26688" y="56845"/>
                </a:lnTo>
                <a:lnTo>
                  <a:pt x="26428" y="56969"/>
                </a:lnTo>
                <a:lnTo>
                  <a:pt x="26162" y="57085"/>
                </a:lnTo>
                <a:lnTo>
                  <a:pt x="25890" y="57194"/>
                </a:lnTo>
                <a:lnTo>
                  <a:pt x="25611" y="57295"/>
                </a:lnTo>
                <a:lnTo>
                  <a:pt x="25325" y="57388"/>
                </a:lnTo>
                <a:lnTo>
                  <a:pt x="25033" y="57475"/>
                </a:lnTo>
                <a:lnTo>
                  <a:pt x="24735" y="57553"/>
                </a:lnTo>
                <a:lnTo>
                  <a:pt x="24429" y="57624"/>
                </a:lnTo>
                <a:lnTo>
                  <a:pt x="24118" y="57688"/>
                </a:lnTo>
                <a:lnTo>
                  <a:pt x="23800" y="57744"/>
                </a:lnTo>
                <a:lnTo>
                  <a:pt x="23475" y="57793"/>
                </a:lnTo>
                <a:lnTo>
                  <a:pt x="23143" y="57834"/>
                </a:lnTo>
                <a:lnTo>
                  <a:pt x="22806" y="57868"/>
                </a:lnTo>
                <a:lnTo>
                  <a:pt x="22461" y="57894"/>
                </a:lnTo>
                <a:lnTo>
                  <a:pt x="22110" y="57913"/>
                </a:lnTo>
                <a:lnTo>
                  <a:pt x="21753" y="57924"/>
                </a:lnTo>
                <a:lnTo>
                  <a:pt x="21389" y="57928"/>
                </a:lnTo>
                <a:lnTo>
                  <a:pt x="21010" y="57923"/>
                </a:lnTo>
                <a:lnTo>
                  <a:pt x="20637" y="57910"/>
                </a:lnTo>
                <a:lnTo>
                  <a:pt x="20272" y="57888"/>
                </a:lnTo>
                <a:lnTo>
                  <a:pt x="19913" y="57856"/>
                </a:lnTo>
                <a:lnTo>
                  <a:pt x="19560" y="57816"/>
                </a:lnTo>
                <a:lnTo>
                  <a:pt x="19215" y="57767"/>
                </a:lnTo>
                <a:lnTo>
                  <a:pt x="18876" y="57709"/>
                </a:lnTo>
                <a:lnTo>
                  <a:pt x="18544" y="57642"/>
                </a:lnTo>
                <a:lnTo>
                  <a:pt x="18218" y="57566"/>
                </a:lnTo>
                <a:lnTo>
                  <a:pt x="17899" y="57481"/>
                </a:lnTo>
                <a:lnTo>
                  <a:pt x="17587" y="57388"/>
                </a:lnTo>
                <a:lnTo>
                  <a:pt x="17281" y="57285"/>
                </a:lnTo>
                <a:lnTo>
                  <a:pt x="16983" y="57173"/>
                </a:lnTo>
                <a:lnTo>
                  <a:pt x="16690" y="57053"/>
                </a:lnTo>
                <a:lnTo>
                  <a:pt x="16405" y="56924"/>
                </a:lnTo>
                <a:lnTo>
                  <a:pt x="16126" y="56785"/>
                </a:lnTo>
                <a:lnTo>
                  <a:pt x="15854" y="56638"/>
                </a:lnTo>
                <a:lnTo>
                  <a:pt x="15589" y="56482"/>
                </a:lnTo>
                <a:lnTo>
                  <a:pt x="15330" y="56317"/>
                </a:lnTo>
                <a:lnTo>
                  <a:pt x="15078" y="56143"/>
                </a:lnTo>
                <a:lnTo>
                  <a:pt x="14833" y="55960"/>
                </a:lnTo>
                <a:lnTo>
                  <a:pt x="14594" y="55768"/>
                </a:lnTo>
                <a:lnTo>
                  <a:pt x="14362" y="55567"/>
                </a:lnTo>
                <a:lnTo>
                  <a:pt x="14137" y="55357"/>
                </a:lnTo>
                <a:lnTo>
                  <a:pt x="13920" y="55139"/>
                </a:lnTo>
                <a:lnTo>
                  <a:pt x="13712" y="54914"/>
                </a:lnTo>
                <a:lnTo>
                  <a:pt x="13513" y="54682"/>
                </a:lnTo>
                <a:lnTo>
                  <a:pt x="13324" y="54442"/>
                </a:lnTo>
                <a:lnTo>
                  <a:pt x="13144" y="54195"/>
                </a:lnTo>
                <a:lnTo>
                  <a:pt x="12973" y="53940"/>
                </a:lnTo>
                <a:lnTo>
                  <a:pt x="12811" y="53678"/>
                </a:lnTo>
                <a:lnTo>
                  <a:pt x="12658" y="53409"/>
                </a:lnTo>
                <a:lnTo>
                  <a:pt x="12515" y="53132"/>
                </a:lnTo>
                <a:lnTo>
                  <a:pt x="12381" y="52849"/>
                </a:lnTo>
                <a:lnTo>
                  <a:pt x="12256" y="52557"/>
                </a:lnTo>
                <a:lnTo>
                  <a:pt x="12141" y="52259"/>
                </a:lnTo>
                <a:lnTo>
                  <a:pt x="12035" y="51953"/>
                </a:lnTo>
                <a:lnTo>
                  <a:pt x="11938" y="51640"/>
                </a:lnTo>
                <a:lnTo>
                  <a:pt x="11850" y="51319"/>
                </a:lnTo>
                <a:lnTo>
                  <a:pt x="11771" y="50992"/>
                </a:lnTo>
                <a:lnTo>
                  <a:pt x="11702" y="50657"/>
                </a:lnTo>
                <a:lnTo>
                  <a:pt x="11642" y="50314"/>
                </a:lnTo>
                <a:lnTo>
                  <a:pt x="11591" y="49964"/>
                </a:lnTo>
                <a:lnTo>
                  <a:pt x="11549" y="49607"/>
                </a:lnTo>
                <a:lnTo>
                  <a:pt x="11517" y="49243"/>
                </a:lnTo>
                <a:lnTo>
                  <a:pt x="11494" y="48871"/>
                </a:lnTo>
                <a:lnTo>
                  <a:pt x="11480" y="48492"/>
                </a:lnTo>
                <a:lnTo>
                  <a:pt x="11475" y="48105"/>
                </a:lnTo>
                <a:lnTo>
                  <a:pt x="11475" y="35344"/>
                </a:lnTo>
                <a:lnTo>
                  <a:pt x="11480" y="34957"/>
                </a:lnTo>
                <a:lnTo>
                  <a:pt x="11494" y="34579"/>
                </a:lnTo>
                <a:lnTo>
                  <a:pt x="11517" y="34207"/>
                </a:lnTo>
                <a:lnTo>
                  <a:pt x="11549" y="33843"/>
                </a:lnTo>
                <a:lnTo>
                  <a:pt x="11591" y="33487"/>
                </a:lnTo>
                <a:lnTo>
                  <a:pt x="11642" y="33138"/>
                </a:lnTo>
                <a:lnTo>
                  <a:pt x="11702" y="32796"/>
                </a:lnTo>
                <a:lnTo>
                  <a:pt x="11771" y="32463"/>
                </a:lnTo>
                <a:lnTo>
                  <a:pt x="11850" y="32136"/>
                </a:lnTo>
                <a:lnTo>
                  <a:pt x="11938" y="31817"/>
                </a:lnTo>
                <a:lnTo>
                  <a:pt x="12035" y="31506"/>
                </a:lnTo>
                <a:lnTo>
                  <a:pt x="12141" y="31202"/>
                </a:lnTo>
                <a:lnTo>
                  <a:pt x="12256" y="30905"/>
                </a:lnTo>
                <a:lnTo>
                  <a:pt x="12381" y="30616"/>
                </a:lnTo>
                <a:lnTo>
                  <a:pt x="12515" y="30335"/>
                </a:lnTo>
                <a:lnTo>
                  <a:pt x="12658" y="30061"/>
                </a:lnTo>
                <a:lnTo>
                  <a:pt x="12811" y="29794"/>
                </a:lnTo>
                <a:lnTo>
                  <a:pt x="12973" y="29535"/>
                </a:lnTo>
                <a:lnTo>
                  <a:pt x="13144" y="29283"/>
                </a:lnTo>
                <a:lnTo>
                  <a:pt x="13324" y="29039"/>
                </a:lnTo>
                <a:lnTo>
                  <a:pt x="13513" y="28803"/>
                </a:lnTo>
                <a:lnTo>
                  <a:pt x="13712" y="28574"/>
                </a:lnTo>
                <a:lnTo>
                  <a:pt x="13920" y="28352"/>
                </a:lnTo>
                <a:lnTo>
                  <a:pt x="14137" y="28138"/>
                </a:lnTo>
                <a:lnTo>
                  <a:pt x="14362" y="27932"/>
                </a:lnTo>
                <a:lnTo>
                  <a:pt x="14594" y="27735"/>
                </a:lnTo>
                <a:lnTo>
                  <a:pt x="14833" y="27546"/>
                </a:lnTo>
                <a:lnTo>
                  <a:pt x="15078" y="27366"/>
                </a:lnTo>
                <a:lnTo>
                  <a:pt x="15330" y="27195"/>
                </a:lnTo>
                <a:lnTo>
                  <a:pt x="15589" y="27033"/>
                </a:lnTo>
                <a:lnTo>
                  <a:pt x="15854" y="26880"/>
                </a:lnTo>
                <a:lnTo>
                  <a:pt x="16126" y="26735"/>
                </a:lnTo>
                <a:lnTo>
                  <a:pt x="16405" y="26599"/>
                </a:lnTo>
                <a:lnTo>
                  <a:pt x="16690" y="26472"/>
                </a:lnTo>
                <a:lnTo>
                  <a:pt x="16983" y="26353"/>
                </a:lnTo>
                <a:lnTo>
                  <a:pt x="17281" y="26244"/>
                </a:lnTo>
                <a:lnTo>
                  <a:pt x="17587" y="26143"/>
                </a:lnTo>
                <a:lnTo>
                  <a:pt x="17899" y="26051"/>
                </a:lnTo>
                <a:lnTo>
                  <a:pt x="18218" y="25968"/>
                </a:lnTo>
                <a:lnTo>
                  <a:pt x="18544" y="25893"/>
                </a:lnTo>
                <a:lnTo>
                  <a:pt x="18876" y="25827"/>
                </a:lnTo>
                <a:lnTo>
                  <a:pt x="19215" y="25770"/>
                </a:lnTo>
                <a:lnTo>
                  <a:pt x="19560" y="25722"/>
                </a:lnTo>
                <a:lnTo>
                  <a:pt x="19913" y="25683"/>
                </a:lnTo>
                <a:lnTo>
                  <a:pt x="20272" y="25652"/>
                </a:lnTo>
                <a:lnTo>
                  <a:pt x="20637" y="25630"/>
                </a:lnTo>
                <a:lnTo>
                  <a:pt x="21010" y="25617"/>
                </a:lnTo>
                <a:lnTo>
                  <a:pt x="21389" y="25612"/>
                </a:lnTo>
                <a:lnTo>
                  <a:pt x="21753" y="25616"/>
                </a:lnTo>
                <a:lnTo>
                  <a:pt x="22110" y="25627"/>
                </a:lnTo>
                <a:lnTo>
                  <a:pt x="22461" y="25646"/>
                </a:lnTo>
                <a:lnTo>
                  <a:pt x="22806" y="25672"/>
                </a:lnTo>
                <a:lnTo>
                  <a:pt x="23143" y="25706"/>
                </a:lnTo>
                <a:lnTo>
                  <a:pt x="23475" y="25747"/>
                </a:lnTo>
                <a:lnTo>
                  <a:pt x="23800" y="25796"/>
                </a:lnTo>
                <a:lnTo>
                  <a:pt x="24118" y="25852"/>
                </a:lnTo>
                <a:lnTo>
                  <a:pt x="24429" y="25916"/>
                </a:lnTo>
                <a:lnTo>
                  <a:pt x="24735" y="25987"/>
                </a:lnTo>
                <a:lnTo>
                  <a:pt x="25033" y="26066"/>
                </a:lnTo>
                <a:lnTo>
                  <a:pt x="25325" y="26152"/>
                </a:lnTo>
                <a:lnTo>
                  <a:pt x="25611" y="26245"/>
                </a:lnTo>
                <a:lnTo>
                  <a:pt x="25890" y="26346"/>
                </a:lnTo>
                <a:lnTo>
                  <a:pt x="26162" y="26455"/>
                </a:lnTo>
                <a:lnTo>
                  <a:pt x="26428" y="26571"/>
                </a:lnTo>
                <a:lnTo>
                  <a:pt x="26688" y="26695"/>
                </a:lnTo>
                <a:lnTo>
                  <a:pt x="26940" y="26826"/>
                </a:lnTo>
                <a:lnTo>
                  <a:pt x="27187" y="26964"/>
                </a:lnTo>
                <a:lnTo>
                  <a:pt x="27426" y="27110"/>
                </a:lnTo>
                <a:lnTo>
                  <a:pt x="27660" y="27264"/>
                </a:lnTo>
                <a:lnTo>
                  <a:pt x="27886" y="27425"/>
                </a:lnTo>
                <a:lnTo>
                  <a:pt x="28107" y="27594"/>
                </a:lnTo>
                <a:lnTo>
                  <a:pt x="28320" y="27770"/>
                </a:lnTo>
                <a:lnTo>
                  <a:pt x="28527" y="27953"/>
                </a:lnTo>
                <a:lnTo>
                  <a:pt x="28725" y="28142"/>
                </a:lnTo>
                <a:lnTo>
                  <a:pt x="28916" y="28337"/>
                </a:lnTo>
                <a:lnTo>
                  <a:pt x="29100" y="28539"/>
                </a:lnTo>
                <a:lnTo>
                  <a:pt x="29275" y="28746"/>
                </a:lnTo>
                <a:lnTo>
                  <a:pt x="29442" y="28960"/>
                </a:lnTo>
                <a:lnTo>
                  <a:pt x="29602" y="29180"/>
                </a:lnTo>
                <a:lnTo>
                  <a:pt x="29754" y="29407"/>
                </a:lnTo>
                <a:lnTo>
                  <a:pt x="29898" y="29640"/>
                </a:lnTo>
                <a:lnTo>
                  <a:pt x="30034" y="29878"/>
                </a:lnTo>
                <a:lnTo>
                  <a:pt x="30162" y="30123"/>
                </a:lnTo>
                <a:lnTo>
                  <a:pt x="30283" y="30375"/>
                </a:lnTo>
                <a:lnTo>
                  <a:pt x="30396" y="30632"/>
                </a:lnTo>
                <a:lnTo>
                  <a:pt x="30501" y="30896"/>
                </a:lnTo>
                <a:lnTo>
                  <a:pt x="30598" y="31166"/>
                </a:lnTo>
                <a:lnTo>
                  <a:pt x="30687" y="31442"/>
                </a:lnTo>
                <a:lnTo>
                  <a:pt x="30769" y="31725"/>
                </a:lnTo>
                <a:lnTo>
                  <a:pt x="30842" y="32013"/>
                </a:lnTo>
                <a:lnTo>
                  <a:pt x="30908" y="32308"/>
                </a:lnTo>
                <a:lnTo>
                  <a:pt x="30966" y="32609"/>
                </a:lnTo>
                <a:lnTo>
                  <a:pt x="31017" y="32917"/>
                </a:lnTo>
                <a:lnTo>
                  <a:pt x="31059" y="33230"/>
                </a:lnTo>
                <a:lnTo>
                  <a:pt x="31094" y="33550"/>
                </a:lnTo>
                <a:lnTo>
                  <a:pt x="31120" y="33876"/>
                </a:lnTo>
                <a:lnTo>
                  <a:pt x="42596" y="33876"/>
                </a:lnTo>
                <a:lnTo>
                  <a:pt x="42564" y="33178"/>
                </a:lnTo>
                <a:lnTo>
                  <a:pt x="42512" y="32493"/>
                </a:lnTo>
                <a:lnTo>
                  <a:pt x="42443" y="31819"/>
                </a:lnTo>
                <a:lnTo>
                  <a:pt x="42354" y="31158"/>
                </a:lnTo>
                <a:lnTo>
                  <a:pt x="42246" y="30510"/>
                </a:lnTo>
                <a:lnTo>
                  <a:pt x="42120" y="29873"/>
                </a:lnTo>
                <a:lnTo>
                  <a:pt x="41975" y="29249"/>
                </a:lnTo>
                <a:lnTo>
                  <a:pt x="41811" y="28637"/>
                </a:lnTo>
                <a:lnTo>
                  <a:pt x="41628" y="28038"/>
                </a:lnTo>
                <a:lnTo>
                  <a:pt x="41426" y="27451"/>
                </a:lnTo>
                <a:lnTo>
                  <a:pt x="41206" y="26876"/>
                </a:lnTo>
                <a:lnTo>
                  <a:pt x="40967" y="26313"/>
                </a:lnTo>
                <a:lnTo>
                  <a:pt x="40709" y="25762"/>
                </a:lnTo>
                <a:lnTo>
                  <a:pt x="40432" y="25224"/>
                </a:lnTo>
                <a:lnTo>
                  <a:pt x="40136" y="24698"/>
                </a:lnTo>
                <a:lnTo>
                  <a:pt x="39822" y="24185"/>
                </a:lnTo>
                <a:lnTo>
                  <a:pt x="39488" y="23683"/>
                </a:lnTo>
                <a:lnTo>
                  <a:pt x="39136" y="23194"/>
                </a:lnTo>
                <a:lnTo>
                  <a:pt x="38765" y="22717"/>
                </a:lnTo>
                <a:lnTo>
                  <a:pt x="38375" y="22253"/>
                </a:lnTo>
                <a:lnTo>
                  <a:pt x="37967" y="21801"/>
                </a:lnTo>
                <a:lnTo>
                  <a:pt x="37540" y="21361"/>
                </a:lnTo>
                <a:lnTo>
                  <a:pt x="37093" y="20933"/>
                </a:lnTo>
                <a:lnTo>
                  <a:pt x="36628" y="20518"/>
                </a:lnTo>
                <a:lnTo>
                  <a:pt x="36147" y="20117"/>
                </a:lnTo>
                <a:lnTo>
                  <a:pt x="35653" y="19733"/>
                </a:lnTo>
                <a:lnTo>
                  <a:pt x="35145" y="19367"/>
                </a:lnTo>
                <a:lnTo>
                  <a:pt x="34624" y="19017"/>
                </a:lnTo>
                <a:lnTo>
                  <a:pt x="34090" y="18684"/>
                </a:lnTo>
                <a:lnTo>
                  <a:pt x="33542" y="18369"/>
                </a:lnTo>
                <a:lnTo>
                  <a:pt x="32980" y="18071"/>
                </a:lnTo>
                <a:lnTo>
                  <a:pt x="32406" y="17789"/>
                </a:lnTo>
                <a:lnTo>
                  <a:pt x="31817" y="17525"/>
                </a:lnTo>
                <a:lnTo>
                  <a:pt x="31216" y="17278"/>
                </a:lnTo>
                <a:lnTo>
                  <a:pt x="30601" y="17047"/>
                </a:lnTo>
                <a:lnTo>
                  <a:pt x="29973" y="16834"/>
                </a:lnTo>
                <a:lnTo>
                  <a:pt x="29331" y="16638"/>
                </a:lnTo>
                <a:lnTo>
                  <a:pt x="28676" y="16459"/>
                </a:lnTo>
                <a:lnTo>
                  <a:pt x="28008" y="16297"/>
                </a:lnTo>
                <a:lnTo>
                  <a:pt x="27326" y="16152"/>
                </a:lnTo>
                <a:lnTo>
                  <a:pt x="26631" y="16024"/>
                </a:lnTo>
                <a:lnTo>
                  <a:pt x="25922" y="15913"/>
                </a:lnTo>
                <a:lnTo>
                  <a:pt x="25200" y="15820"/>
                </a:lnTo>
                <a:lnTo>
                  <a:pt x="24464" y="15743"/>
                </a:lnTo>
                <a:lnTo>
                  <a:pt x="23716" y="15683"/>
                </a:lnTo>
                <a:lnTo>
                  <a:pt x="22954" y="15641"/>
                </a:lnTo>
                <a:lnTo>
                  <a:pt x="22178" y="15615"/>
                </a:lnTo>
                <a:lnTo>
                  <a:pt x="21389" y="15606"/>
                </a:lnTo>
                <a:lnTo>
                  <a:pt x="20856" y="15611"/>
                </a:lnTo>
                <a:lnTo>
                  <a:pt x="20329" y="15623"/>
                </a:lnTo>
                <a:lnTo>
                  <a:pt x="19808" y="15644"/>
                </a:lnTo>
                <a:lnTo>
                  <a:pt x="19292" y="15674"/>
                </a:lnTo>
                <a:lnTo>
                  <a:pt x="18781" y="15712"/>
                </a:lnTo>
                <a:lnTo>
                  <a:pt x="18277" y="15758"/>
                </a:lnTo>
                <a:lnTo>
                  <a:pt x="17777" y="15813"/>
                </a:lnTo>
                <a:lnTo>
                  <a:pt x="17284" y="15877"/>
                </a:lnTo>
                <a:lnTo>
                  <a:pt x="16796" y="15949"/>
                </a:lnTo>
                <a:lnTo>
                  <a:pt x="16313" y="16029"/>
                </a:lnTo>
                <a:lnTo>
                  <a:pt x="15836" y="16118"/>
                </a:lnTo>
                <a:lnTo>
                  <a:pt x="15365" y="16215"/>
                </a:lnTo>
                <a:lnTo>
                  <a:pt x="14899" y="16320"/>
                </a:lnTo>
                <a:lnTo>
                  <a:pt x="14439" y="16434"/>
                </a:lnTo>
                <a:lnTo>
                  <a:pt x="13984" y="16557"/>
                </a:lnTo>
                <a:lnTo>
                  <a:pt x="13535" y="16688"/>
                </a:lnTo>
                <a:lnTo>
                  <a:pt x="13092" y="16827"/>
                </a:lnTo>
                <a:lnTo>
                  <a:pt x="12654" y="16975"/>
                </a:lnTo>
                <a:lnTo>
                  <a:pt x="12221" y="17131"/>
                </a:lnTo>
                <a:lnTo>
                  <a:pt x="11795" y="17296"/>
                </a:lnTo>
                <a:lnTo>
                  <a:pt x="11373" y="17469"/>
                </a:lnTo>
                <a:lnTo>
                  <a:pt x="10958" y="17651"/>
                </a:lnTo>
                <a:lnTo>
                  <a:pt x="10548" y="17841"/>
                </a:lnTo>
                <a:lnTo>
                  <a:pt x="10143" y="18040"/>
                </a:lnTo>
                <a:lnTo>
                  <a:pt x="9745" y="18246"/>
                </a:lnTo>
                <a:lnTo>
                  <a:pt x="9355" y="18459"/>
                </a:lnTo>
                <a:lnTo>
                  <a:pt x="8972" y="18678"/>
                </a:lnTo>
                <a:lnTo>
                  <a:pt x="8597" y="18905"/>
                </a:lnTo>
                <a:lnTo>
                  <a:pt x="8229" y="19139"/>
                </a:lnTo>
                <a:lnTo>
                  <a:pt x="7869" y="19379"/>
                </a:lnTo>
                <a:lnTo>
                  <a:pt x="7516" y="19626"/>
                </a:lnTo>
                <a:lnTo>
                  <a:pt x="7170" y="19880"/>
                </a:lnTo>
                <a:lnTo>
                  <a:pt x="6832" y="20141"/>
                </a:lnTo>
                <a:lnTo>
                  <a:pt x="6502" y="20409"/>
                </a:lnTo>
                <a:lnTo>
                  <a:pt x="6179" y="20684"/>
                </a:lnTo>
                <a:lnTo>
                  <a:pt x="5863" y="20965"/>
                </a:lnTo>
                <a:lnTo>
                  <a:pt x="5555" y="21254"/>
                </a:lnTo>
                <a:lnTo>
                  <a:pt x="5255" y="21549"/>
                </a:lnTo>
                <a:lnTo>
                  <a:pt x="4962" y="21851"/>
                </a:lnTo>
                <a:lnTo>
                  <a:pt x="4676" y="22160"/>
                </a:lnTo>
                <a:lnTo>
                  <a:pt x="4398" y="22476"/>
                </a:lnTo>
                <a:lnTo>
                  <a:pt x="4128" y="22798"/>
                </a:lnTo>
                <a:lnTo>
                  <a:pt x="3865" y="23128"/>
                </a:lnTo>
                <a:lnTo>
                  <a:pt x="3609" y="23464"/>
                </a:lnTo>
                <a:lnTo>
                  <a:pt x="3361" y="23808"/>
                </a:lnTo>
                <a:lnTo>
                  <a:pt x="3120" y="24158"/>
                </a:lnTo>
                <a:lnTo>
                  <a:pt x="2887" y="24515"/>
                </a:lnTo>
                <a:lnTo>
                  <a:pt x="2662" y="24878"/>
                </a:lnTo>
                <a:lnTo>
                  <a:pt x="2444" y="25249"/>
                </a:lnTo>
                <a:lnTo>
                  <a:pt x="2236" y="25625"/>
                </a:lnTo>
                <a:lnTo>
                  <a:pt x="2038" y="26007"/>
                </a:lnTo>
                <a:lnTo>
                  <a:pt x="1848" y="26396"/>
                </a:lnTo>
                <a:lnTo>
                  <a:pt x="1668" y="26790"/>
                </a:lnTo>
                <a:lnTo>
                  <a:pt x="1497" y="27191"/>
                </a:lnTo>
                <a:lnTo>
                  <a:pt x="1335" y="27597"/>
                </a:lnTo>
                <a:lnTo>
                  <a:pt x="1183" y="28010"/>
                </a:lnTo>
                <a:lnTo>
                  <a:pt x="1040" y="28429"/>
                </a:lnTo>
                <a:lnTo>
                  <a:pt x="906" y="28854"/>
                </a:lnTo>
                <a:lnTo>
                  <a:pt x="781" y="29284"/>
                </a:lnTo>
                <a:lnTo>
                  <a:pt x="665" y="29721"/>
                </a:lnTo>
                <a:lnTo>
                  <a:pt x="559" y="30164"/>
                </a:lnTo>
                <a:lnTo>
                  <a:pt x="462" y="30613"/>
                </a:lnTo>
                <a:lnTo>
                  <a:pt x="374" y="31068"/>
                </a:lnTo>
                <a:lnTo>
                  <a:pt x="296" y="31529"/>
                </a:lnTo>
                <a:lnTo>
                  <a:pt x="226" y="31997"/>
                </a:lnTo>
                <a:lnTo>
                  <a:pt x="166" y="32470"/>
                </a:lnTo>
                <a:lnTo>
                  <a:pt x="116" y="32949"/>
                </a:lnTo>
                <a:lnTo>
                  <a:pt x="74" y="33434"/>
                </a:lnTo>
                <a:lnTo>
                  <a:pt x="42" y="33926"/>
                </a:lnTo>
                <a:lnTo>
                  <a:pt x="18" y="34423"/>
                </a:lnTo>
                <a:lnTo>
                  <a:pt x="5" y="34927"/>
                </a:lnTo>
                <a:lnTo>
                  <a:pt x="0" y="35436"/>
                </a:lnTo>
                <a:lnTo>
                  <a:pt x="0" y="48105"/>
                </a:lnTo>
                <a:lnTo>
                  <a:pt x="5" y="48607"/>
                </a:lnTo>
                <a:lnTo>
                  <a:pt x="18" y="49104"/>
                </a:lnTo>
                <a:lnTo>
                  <a:pt x="42" y="49595"/>
                </a:lnTo>
                <a:lnTo>
                  <a:pt x="74" y="50080"/>
                </a:lnTo>
                <a:lnTo>
                  <a:pt x="116" y="50560"/>
                </a:lnTo>
                <a:lnTo>
                  <a:pt x="166" y="51034"/>
                </a:lnTo>
                <a:lnTo>
                  <a:pt x="226" y="51503"/>
                </a:lnTo>
                <a:lnTo>
                  <a:pt x="296" y="51966"/>
                </a:lnTo>
                <a:lnTo>
                  <a:pt x="374" y="52423"/>
                </a:lnTo>
                <a:lnTo>
                  <a:pt x="462" y="52875"/>
                </a:lnTo>
                <a:lnTo>
                  <a:pt x="559" y="53322"/>
                </a:lnTo>
                <a:lnTo>
                  <a:pt x="665" y="53762"/>
                </a:lnTo>
                <a:lnTo>
                  <a:pt x="781" y="54198"/>
                </a:lnTo>
                <a:lnTo>
                  <a:pt x="906" y="54627"/>
                </a:lnTo>
                <a:lnTo>
                  <a:pt x="1040" y="55051"/>
                </a:lnTo>
                <a:lnTo>
                  <a:pt x="1183" y="55470"/>
                </a:lnTo>
                <a:lnTo>
                  <a:pt x="1335" y="55883"/>
                </a:lnTo>
                <a:lnTo>
                  <a:pt x="1497" y="56290"/>
                </a:lnTo>
                <a:lnTo>
                  <a:pt x="1668" y="56692"/>
                </a:lnTo>
                <a:lnTo>
                  <a:pt x="1848" y="57088"/>
                </a:lnTo>
                <a:lnTo>
                  <a:pt x="2038" y="57479"/>
                </a:lnTo>
                <a:lnTo>
                  <a:pt x="2236" y="57864"/>
                </a:lnTo>
                <a:lnTo>
                  <a:pt x="2444" y="58243"/>
                </a:lnTo>
                <a:lnTo>
                  <a:pt x="2662" y="58617"/>
                </a:lnTo>
                <a:lnTo>
                  <a:pt x="2887" y="58984"/>
                </a:lnTo>
                <a:lnTo>
                  <a:pt x="3120" y="59345"/>
                </a:lnTo>
                <a:lnTo>
                  <a:pt x="3361" y="59698"/>
                </a:lnTo>
                <a:lnTo>
                  <a:pt x="3609" y="60045"/>
                </a:lnTo>
                <a:lnTo>
                  <a:pt x="3865" y="60384"/>
                </a:lnTo>
                <a:lnTo>
                  <a:pt x="4128" y="60717"/>
                </a:lnTo>
                <a:lnTo>
                  <a:pt x="4398" y="61042"/>
                </a:lnTo>
                <a:lnTo>
                  <a:pt x="4676" y="61360"/>
                </a:lnTo>
                <a:lnTo>
                  <a:pt x="4962" y="61672"/>
                </a:lnTo>
                <a:lnTo>
                  <a:pt x="5255" y="61976"/>
                </a:lnTo>
                <a:lnTo>
                  <a:pt x="5555" y="62274"/>
                </a:lnTo>
                <a:lnTo>
                  <a:pt x="5863" y="62564"/>
                </a:lnTo>
                <a:lnTo>
                  <a:pt x="6179" y="62847"/>
                </a:lnTo>
                <a:lnTo>
                  <a:pt x="6502" y="63124"/>
                </a:lnTo>
                <a:lnTo>
                  <a:pt x="6832" y="63393"/>
                </a:lnTo>
                <a:lnTo>
                  <a:pt x="7170" y="63655"/>
                </a:lnTo>
                <a:lnTo>
                  <a:pt x="7516" y="63911"/>
                </a:lnTo>
                <a:lnTo>
                  <a:pt x="7869" y="64159"/>
                </a:lnTo>
                <a:lnTo>
                  <a:pt x="8229" y="64400"/>
                </a:lnTo>
                <a:lnTo>
                  <a:pt x="8597" y="64635"/>
                </a:lnTo>
                <a:lnTo>
                  <a:pt x="8972" y="64862"/>
                </a:lnTo>
                <a:lnTo>
                  <a:pt x="9355" y="65082"/>
                </a:lnTo>
                <a:lnTo>
                  <a:pt x="9745" y="65296"/>
                </a:lnTo>
                <a:lnTo>
                  <a:pt x="10143" y="65502"/>
                </a:lnTo>
                <a:lnTo>
                  <a:pt x="10548" y="65700"/>
                </a:lnTo>
                <a:lnTo>
                  <a:pt x="10958" y="65890"/>
                </a:lnTo>
                <a:lnTo>
                  <a:pt x="11373" y="66072"/>
                </a:lnTo>
                <a:lnTo>
                  <a:pt x="11795" y="66245"/>
                </a:lnTo>
                <a:lnTo>
                  <a:pt x="12221" y="66410"/>
                </a:lnTo>
                <a:lnTo>
                  <a:pt x="12654" y="66566"/>
                </a:lnTo>
                <a:lnTo>
                  <a:pt x="13092" y="66714"/>
                </a:lnTo>
                <a:lnTo>
                  <a:pt x="13535" y="66853"/>
                </a:lnTo>
                <a:lnTo>
                  <a:pt x="13984" y="66984"/>
                </a:lnTo>
                <a:lnTo>
                  <a:pt x="14439" y="67106"/>
                </a:lnTo>
                <a:lnTo>
                  <a:pt x="14899" y="67220"/>
                </a:lnTo>
                <a:lnTo>
                  <a:pt x="15365" y="67326"/>
                </a:lnTo>
                <a:lnTo>
                  <a:pt x="15836" y="67423"/>
                </a:lnTo>
                <a:lnTo>
                  <a:pt x="16313" y="67511"/>
                </a:lnTo>
                <a:lnTo>
                  <a:pt x="16796" y="67592"/>
                </a:lnTo>
                <a:lnTo>
                  <a:pt x="17284" y="67663"/>
                </a:lnTo>
                <a:lnTo>
                  <a:pt x="17777" y="67727"/>
                </a:lnTo>
                <a:lnTo>
                  <a:pt x="18277" y="67782"/>
                </a:lnTo>
                <a:lnTo>
                  <a:pt x="18781" y="67828"/>
                </a:lnTo>
                <a:lnTo>
                  <a:pt x="19292" y="67866"/>
                </a:lnTo>
                <a:lnTo>
                  <a:pt x="19808" y="67896"/>
                </a:lnTo>
                <a:lnTo>
                  <a:pt x="20329" y="67917"/>
                </a:lnTo>
                <a:lnTo>
                  <a:pt x="20856" y="67929"/>
                </a:lnTo>
                <a:lnTo>
                  <a:pt x="21389" y="67934"/>
                </a:lnTo>
                <a:lnTo>
                  <a:pt x="22178" y="67925"/>
                </a:lnTo>
                <a:lnTo>
                  <a:pt x="22954" y="67900"/>
                </a:lnTo>
                <a:close/>
                <a:moveTo>
                  <a:pt x="151933" y="67016"/>
                </a:moveTo>
                <a:lnTo>
                  <a:pt x="151933" y="32773"/>
                </a:lnTo>
                <a:lnTo>
                  <a:pt x="151924" y="32121"/>
                </a:lnTo>
                <a:lnTo>
                  <a:pt x="151896" y="31480"/>
                </a:lnTo>
                <a:lnTo>
                  <a:pt x="151849" y="30851"/>
                </a:lnTo>
                <a:lnTo>
                  <a:pt x="151784" y="30232"/>
                </a:lnTo>
                <a:lnTo>
                  <a:pt x="151700" y="29625"/>
                </a:lnTo>
                <a:lnTo>
                  <a:pt x="151597" y="29030"/>
                </a:lnTo>
                <a:lnTo>
                  <a:pt x="151476" y="28445"/>
                </a:lnTo>
                <a:lnTo>
                  <a:pt x="151336" y="27872"/>
                </a:lnTo>
                <a:lnTo>
                  <a:pt x="151178" y="27311"/>
                </a:lnTo>
                <a:lnTo>
                  <a:pt x="151001" y="26760"/>
                </a:lnTo>
                <a:lnTo>
                  <a:pt x="150805" y="26221"/>
                </a:lnTo>
                <a:lnTo>
                  <a:pt x="150590" y="25693"/>
                </a:lnTo>
                <a:lnTo>
                  <a:pt x="150357" y="25177"/>
                </a:lnTo>
                <a:lnTo>
                  <a:pt x="150106" y="24672"/>
                </a:lnTo>
                <a:lnTo>
                  <a:pt x="149835" y="24178"/>
                </a:lnTo>
                <a:lnTo>
                  <a:pt x="149546" y="23695"/>
                </a:lnTo>
                <a:lnTo>
                  <a:pt x="149238" y="23224"/>
                </a:lnTo>
                <a:lnTo>
                  <a:pt x="148912" y="22764"/>
                </a:lnTo>
                <a:lnTo>
                  <a:pt x="148567" y="22316"/>
                </a:lnTo>
                <a:lnTo>
                  <a:pt x="148203" y="21879"/>
                </a:lnTo>
                <a:lnTo>
                  <a:pt x="147821" y="21453"/>
                </a:lnTo>
                <a:lnTo>
                  <a:pt x="147420" y="21038"/>
                </a:lnTo>
                <a:lnTo>
                  <a:pt x="147001" y="20635"/>
                </a:lnTo>
                <a:lnTo>
                  <a:pt x="146562" y="20243"/>
                </a:lnTo>
                <a:lnTo>
                  <a:pt x="146108" y="19865"/>
                </a:lnTo>
                <a:lnTo>
                  <a:pt x="145640" y="19503"/>
                </a:lnTo>
                <a:lnTo>
                  <a:pt x="145159" y="19156"/>
                </a:lnTo>
                <a:lnTo>
                  <a:pt x="144664" y="18826"/>
                </a:lnTo>
                <a:lnTo>
                  <a:pt x="144156" y="18512"/>
                </a:lnTo>
                <a:lnTo>
                  <a:pt x="143634" y="18215"/>
                </a:lnTo>
                <a:lnTo>
                  <a:pt x="143098" y="17933"/>
                </a:lnTo>
                <a:lnTo>
                  <a:pt x="142549" y="17667"/>
                </a:lnTo>
                <a:lnTo>
                  <a:pt x="141987" y="17418"/>
                </a:lnTo>
                <a:lnTo>
                  <a:pt x="141410" y="17184"/>
                </a:lnTo>
                <a:lnTo>
                  <a:pt x="140821" y="16967"/>
                </a:lnTo>
                <a:lnTo>
                  <a:pt x="140217" y="16766"/>
                </a:lnTo>
                <a:lnTo>
                  <a:pt x="139601" y="16580"/>
                </a:lnTo>
                <a:lnTo>
                  <a:pt x="138970" y="16411"/>
                </a:lnTo>
                <a:lnTo>
                  <a:pt x="138326" y="16258"/>
                </a:lnTo>
                <a:lnTo>
                  <a:pt x="137669" y="16122"/>
                </a:lnTo>
                <a:lnTo>
                  <a:pt x="136998" y="16001"/>
                </a:lnTo>
                <a:lnTo>
                  <a:pt x="136313" y="15896"/>
                </a:lnTo>
                <a:lnTo>
                  <a:pt x="135615" y="15808"/>
                </a:lnTo>
                <a:lnTo>
                  <a:pt x="134903" y="15735"/>
                </a:lnTo>
                <a:lnTo>
                  <a:pt x="134178" y="15679"/>
                </a:lnTo>
                <a:lnTo>
                  <a:pt x="133439" y="15639"/>
                </a:lnTo>
                <a:lnTo>
                  <a:pt x="132687" y="15614"/>
                </a:lnTo>
                <a:lnTo>
                  <a:pt x="131921" y="15606"/>
                </a:lnTo>
                <a:lnTo>
                  <a:pt x="131200" y="15614"/>
                </a:lnTo>
                <a:lnTo>
                  <a:pt x="130489" y="15636"/>
                </a:lnTo>
                <a:lnTo>
                  <a:pt x="129790" y="15672"/>
                </a:lnTo>
                <a:lnTo>
                  <a:pt x="129101" y="15724"/>
                </a:lnTo>
                <a:lnTo>
                  <a:pt x="128423" y="15790"/>
                </a:lnTo>
                <a:lnTo>
                  <a:pt x="127755" y="15870"/>
                </a:lnTo>
                <a:lnTo>
                  <a:pt x="127099" y="15966"/>
                </a:lnTo>
                <a:lnTo>
                  <a:pt x="126454" y="16076"/>
                </a:lnTo>
                <a:lnTo>
                  <a:pt x="125819" y="16200"/>
                </a:lnTo>
                <a:lnTo>
                  <a:pt x="125195" y="16340"/>
                </a:lnTo>
                <a:lnTo>
                  <a:pt x="124582" y="16494"/>
                </a:lnTo>
                <a:lnTo>
                  <a:pt x="123980" y="16662"/>
                </a:lnTo>
                <a:lnTo>
                  <a:pt x="123389" y="16846"/>
                </a:lnTo>
                <a:lnTo>
                  <a:pt x="122808" y="17044"/>
                </a:lnTo>
                <a:lnTo>
                  <a:pt x="122238" y="17256"/>
                </a:lnTo>
                <a:lnTo>
                  <a:pt x="121680" y="17484"/>
                </a:lnTo>
                <a:lnTo>
                  <a:pt x="121132" y="17725"/>
                </a:lnTo>
                <a:lnTo>
                  <a:pt x="120595" y="17982"/>
                </a:lnTo>
                <a:lnTo>
                  <a:pt x="120068" y="18253"/>
                </a:lnTo>
                <a:lnTo>
                  <a:pt x="119553" y="18539"/>
                </a:lnTo>
                <a:lnTo>
                  <a:pt x="119048" y="18840"/>
                </a:lnTo>
                <a:lnTo>
                  <a:pt x="118554" y="19155"/>
                </a:lnTo>
                <a:lnTo>
                  <a:pt x="118071" y="19485"/>
                </a:lnTo>
                <a:lnTo>
                  <a:pt x="117599" y="19830"/>
                </a:lnTo>
                <a:lnTo>
                  <a:pt x="117141" y="20187"/>
                </a:lnTo>
                <a:lnTo>
                  <a:pt x="116699" y="20554"/>
                </a:lnTo>
                <a:lnTo>
                  <a:pt x="116274" y="20931"/>
                </a:lnTo>
                <a:lnTo>
                  <a:pt x="115865" y="21319"/>
                </a:lnTo>
                <a:lnTo>
                  <a:pt x="115473" y="21717"/>
                </a:lnTo>
                <a:lnTo>
                  <a:pt x="115097" y="22125"/>
                </a:lnTo>
                <a:lnTo>
                  <a:pt x="114738" y="22543"/>
                </a:lnTo>
                <a:lnTo>
                  <a:pt x="114396" y="22971"/>
                </a:lnTo>
                <a:lnTo>
                  <a:pt x="114070" y="23410"/>
                </a:lnTo>
                <a:lnTo>
                  <a:pt x="113761" y="23858"/>
                </a:lnTo>
                <a:lnTo>
                  <a:pt x="113468" y="24317"/>
                </a:lnTo>
                <a:lnTo>
                  <a:pt x="113192" y="24787"/>
                </a:lnTo>
                <a:lnTo>
                  <a:pt x="112933" y="25266"/>
                </a:lnTo>
                <a:lnTo>
                  <a:pt x="112690" y="25756"/>
                </a:lnTo>
                <a:lnTo>
                  <a:pt x="112464" y="26255"/>
                </a:lnTo>
                <a:lnTo>
                  <a:pt x="112254" y="26765"/>
                </a:lnTo>
                <a:lnTo>
                  <a:pt x="112061" y="27286"/>
                </a:lnTo>
                <a:lnTo>
                  <a:pt x="111884" y="27816"/>
                </a:lnTo>
                <a:lnTo>
                  <a:pt x="111724" y="28357"/>
                </a:lnTo>
                <a:lnTo>
                  <a:pt x="111580" y="28907"/>
                </a:lnTo>
                <a:lnTo>
                  <a:pt x="111454" y="29469"/>
                </a:lnTo>
                <a:lnTo>
                  <a:pt x="111343" y="30040"/>
                </a:lnTo>
                <a:lnTo>
                  <a:pt x="111250" y="30621"/>
                </a:lnTo>
                <a:lnTo>
                  <a:pt x="111172" y="31213"/>
                </a:lnTo>
                <a:lnTo>
                  <a:pt x="122373" y="31213"/>
                </a:lnTo>
                <a:lnTo>
                  <a:pt x="122415" y="30978"/>
                </a:lnTo>
                <a:lnTo>
                  <a:pt x="122464" y="30747"/>
                </a:lnTo>
                <a:lnTo>
                  <a:pt x="122519" y="30520"/>
                </a:lnTo>
                <a:lnTo>
                  <a:pt x="122582" y="30297"/>
                </a:lnTo>
                <a:lnTo>
                  <a:pt x="122652" y="30079"/>
                </a:lnTo>
                <a:lnTo>
                  <a:pt x="122729" y="29864"/>
                </a:lnTo>
                <a:lnTo>
                  <a:pt x="122812" y="29654"/>
                </a:lnTo>
                <a:lnTo>
                  <a:pt x="122903" y="29448"/>
                </a:lnTo>
                <a:lnTo>
                  <a:pt x="123001" y="29246"/>
                </a:lnTo>
                <a:lnTo>
                  <a:pt x="123106" y="29048"/>
                </a:lnTo>
                <a:lnTo>
                  <a:pt x="123217" y="28855"/>
                </a:lnTo>
                <a:lnTo>
                  <a:pt x="123336" y="28665"/>
                </a:lnTo>
                <a:lnTo>
                  <a:pt x="123462" y="28480"/>
                </a:lnTo>
                <a:lnTo>
                  <a:pt x="123595" y="28299"/>
                </a:lnTo>
                <a:lnTo>
                  <a:pt x="123735" y="28122"/>
                </a:lnTo>
                <a:lnTo>
                  <a:pt x="123882" y="27949"/>
                </a:lnTo>
                <a:lnTo>
                  <a:pt x="124036" y="27780"/>
                </a:lnTo>
                <a:lnTo>
                  <a:pt x="124197" y="27615"/>
                </a:lnTo>
                <a:lnTo>
                  <a:pt x="124364" y="27455"/>
                </a:lnTo>
                <a:lnTo>
                  <a:pt x="124539" y="27299"/>
                </a:lnTo>
                <a:lnTo>
                  <a:pt x="124721" y="27146"/>
                </a:lnTo>
                <a:lnTo>
                  <a:pt x="124910" y="26998"/>
                </a:lnTo>
                <a:lnTo>
                  <a:pt x="125106" y="26855"/>
                </a:lnTo>
                <a:lnTo>
                  <a:pt x="125309" y="26715"/>
                </a:lnTo>
                <a:lnTo>
                  <a:pt x="125518" y="26580"/>
                </a:lnTo>
                <a:lnTo>
                  <a:pt x="125731" y="26451"/>
                </a:lnTo>
                <a:lnTo>
                  <a:pt x="125949" y="26327"/>
                </a:lnTo>
                <a:lnTo>
                  <a:pt x="126171" y="26210"/>
                </a:lnTo>
                <a:lnTo>
                  <a:pt x="126398" y="26098"/>
                </a:lnTo>
                <a:lnTo>
                  <a:pt x="126629" y="25992"/>
                </a:lnTo>
                <a:lnTo>
                  <a:pt x="126865" y="25891"/>
                </a:lnTo>
                <a:lnTo>
                  <a:pt x="127105" y="25797"/>
                </a:lnTo>
                <a:lnTo>
                  <a:pt x="127350" y="25708"/>
                </a:lnTo>
                <a:lnTo>
                  <a:pt x="127599" y="25624"/>
                </a:lnTo>
                <a:lnTo>
                  <a:pt x="127852" y="25547"/>
                </a:lnTo>
                <a:lnTo>
                  <a:pt x="128110" y="25475"/>
                </a:lnTo>
                <a:lnTo>
                  <a:pt x="128372" y="25409"/>
                </a:lnTo>
                <a:lnTo>
                  <a:pt x="128639" y="25349"/>
                </a:lnTo>
                <a:lnTo>
                  <a:pt x="128910" y="25294"/>
                </a:lnTo>
                <a:lnTo>
                  <a:pt x="129186" y="25246"/>
                </a:lnTo>
                <a:lnTo>
                  <a:pt x="129466" y="25203"/>
                </a:lnTo>
                <a:lnTo>
                  <a:pt x="129751" y="25165"/>
                </a:lnTo>
                <a:lnTo>
                  <a:pt x="130040" y="25134"/>
                </a:lnTo>
                <a:lnTo>
                  <a:pt x="130334" y="25108"/>
                </a:lnTo>
                <a:lnTo>
                  <a:pt x="130632" y="25088"/>
                </a:lnTo>
                <a:lnTo>
                  <a:pt x="130934" y="25073"/>
                </a:lnTo>
                <a:lnTo>
                  <a:pt x="131241" y="25065"/>
                </a:lnTo>
                <a:lnTo>
                  <a:pt x="131553" y="25062"/>
                </a:lnTo>
                <a:lnTo>
                  <a:pt x="131894" y="25065"/>
                </a:lnTo>
                <a:lnTo>
                  <a:pt x="132229" y="25076"/>
                </a:lnTo>
                <a:lnTo>
                  <a:pt x="132559" y="25094"/>
                </a:lnTo>
                <a:lnTo>
                  <a:pt x="132882" y="25119"/>
                </a:lnTo>
                <a:lnTo>
                  <a:pt x="133199" y="25152"/>
                </a:lnTo>
                <a:lnTo>
                  <a:pt x="133510" y="25191"/>
                </a:lnTo>
                <a:lnTo>
                  <a:pt x="133815" y="25238"/>
                </a:lnTo>
                <a:lnTo>
                  <a:pt x="134114" y="25291"/>
                </a:lnTo>
                <a:lnTo>
                  <a:pt x="134406" y="25352"/>
                </a:lnTo>
                <a:lnTo>
                  <a:pt x="134693" y="25421"/>
                </a:lnTo>
                <a:lnTo>
                  <a:pt x="134974" y="25496"/>
                </a:lnTo>
                <a:lnTo>
                  <a:pt x="135248" y="25578"/>
                </a:lnTo>
                <a:lnTo>
                  <a:pt x="135517" y="25668"/>
                </a:lnTo>
                <a:lnTo>
                  <a:pt x="135779" y="25765"/>
                </a:lnTo>
                <a:lnTo>
                  <a:pt x="136036" y="25869"/>
                </a:lnTo>
                <a:lnTo>
                  <a:pt x="136286" y="25980"/>
                </a:lnTo>
                <a:lnTo>
                  <a:pt x="136531" y="26099"/>
                </a:lnTo>
                <a:lnTo>
                  <a:pt x="136769" y="26224"/>
                </a:lnTo>
                <a:lnTo>
                  <a:pt x="137001" y="26357"/>
                </a:lnTo>
                <a:lnTo>
                  <a:pt x="137227" y="26497"/>
                </a:lnTo>
                <a:lnTo>
                  <a:pt x="137447" y="26644"/>
                </a:lnTo>
                <a:lnTo>
                  <a:pt x="137661" y="26798"/>
                </a:lnTo>
                <a:lnTo>
                  <a:pt x="137869" y="26959"/>
                </a:lnTo>
                <a:lnTo>
                  <a:pt x="138071" y="27128"/>
                </a:lnTo>
                <a:lnTo>
                  <a:pt x="138265" y="27303"/>
                </a:lnTo>
                <a:lnTo>
                  <a:pt x="138452" y="27483"/>
                </a:lnTo>
                <a:lnTo>
                  <a:pt x="138630" y="27669"/>
                </a:lnTo>
                <a:lnTo>
                  <a:pt x="138800" y="27861"/>
                </a:lnTo>
                <a:lnTo>
                  <a:pt x="138962" y="28058"/>
                </a:lnTo>
                <a:lnTo>
                  <a:pt x="139115" y="28261"/>
                </a:lnTo>
                <a:lnTo>
                  <a:pt x="139260" y="28469"/>
                </a:lnTo>
                <a:lnTo>
                  <a:pt x="139397" y="28683"/>
                </a:lnTo>
                <a:lnTo>
                  <a:pt x="139525" y="28903"/>
                </a:lnTo>
                <a:lnTo>
                  <a:pt x="139645" y="29128"/>
                </a:lnTo>
                <a:lnTo>
                  <a:pt x="139757" y="29359"/>
                </a:lnTo>
                <a:lnTo>
                  <a:pt x="139861" y="29595"/>
                </a:lnTo>
                <a:lnTo>
                  <a:pt x="139956" y="29837"/>
                </a:lnTo>
                <a:lnTo>
                  <a:pt x="140043" y="30084"/>
                </a:lnTo>
                <a:lnTo>
                  <a:pt x="140122" y="30337"/>
                </a:lnTo>
                <a:lnTo>
                  <a:pt x="140192" y="30596"/>
                </a:lnTo>
                <a:lnTo>
                  <a:pt x="140255" y="30860"/>
                </a:lnTo>
                <a:lnTo>
                  <a:pt x="140308" y="31130"/>
                </a:lnTo>
                <a:lnTo>
                  <a:pt x="140354" y="31405"/>
                </a:lnTo>
                <a:lnTo>
                  <a:pt x="140391" y="31686"/>
                </a:lnTo>
                <a:lnTo>
                  <a:pt x="140420" y="31973"/>
                </a:lnTo>
                <a:lnTo>
                  <a:pt x="140441" y="32265"/>
                </a:lnTo>
                <a:lnTo>
                  <a:pt x="140454" y="32563"/>
                </a:lnTo>
                <a:lnTo>
                  <a:pt x="140458" y="32866"/>
                </a:lnTo>
                <a:lnTo>
                  <a:pt x="140458" y="37180"/>
                </a:lnTo>
                <a:lnTo>
                  <a:pt x="127881" y="37180"/>
                </a:lnTo>
                <a:lnTo>
                  <a:pt x="127131" y="37187"/>
                </a:lnTo>
                <a:lnTo>
                  <a:pt x="126395" y="37208"/>
                </a:lnTo>
                <a:lnTo>
                  <a:pt x="125674" y="37243"/>
                </a:lnTo>
                <a:lnTo>
                  <a:pt x="124966" y="37293"/>
                </a:lnTo>
                <a:lnTo>
                  <a:pt x="124274" y="37356"/>
                </a:lnTo>
                <a:lnTo>
                  <a:pt x="123595" y="37433"/>
                </a:lnTo>
                <a:lnTo>
                  <a:pt x="122931" y="37524"/>
                </a:lnTo>
                <a:lnTo>
                  <a:pt x="122281" y="37629"/>
                </a:lnTo>
                <a:lnTo>
                  <a:pt x="121646" y="37748"/>
                </a:lnTo>
                <a:lnTo>
                  <a:pt x="121025" y="37882"/>
                </a:lnTo>
                <a:lnTo>
                  <a:pt x="120418" y="38029"/>
                </a:lnTo>
                <a:lnTo>
                  <a:pt x="119826" y="38190"/>
                </a:lnTo>
                <a:lnTo>
                  <a:pt x="119247" y="38366"/>
                </a:lnTo>
                <a:lnTo>
                  <a:pt x="118684" y="38555"/>
                </a:lnTo>
                <a:lnTo>
                  <a:pt x="118134" y="38758"/>
                </a:lnTo>
                <a:lnTo>
                  <a:pt x="117599" y="38976"/>
                </a:lnTo>
                <a:lnTo>
                  <a:pt x="117079" y="39207"/>
                </a:lnTo>
                <a:lnTo>
                  <a:pt x="116572" y="39453"/>
                </a:lnTo>
                <a:lnTo>
                  <a:pt x="116080" y="39712"/>
                </a:lnTo>
                <a:lnTo>
                  <a:pt x="115603" y="39986"/>
                </a:lnTo>
                <a:lnTo>
                  <a:pt x="115139" y="40273"/>
                </a:lnTo>
                <a:lnTo>
                  <a:pt x="114690" y="40575"/>
                </a:lnTo>
                <a:lnTo>
                  <a:pt x="114256" y="40891"/>
                </a:lnTo>
                <a:lnTo>
                  <a:pt x="113835" y="41220"/>
                </a:lnTo>
                <a:lnTo>
                  <a:pt x="113431" y="41563"/>
                </a:lnTo>
                <a:lnTo>
                  <a:pt x="113043" y="41917"/>
                </a:lnTo>
                <a:lnTo>
                  <a:pt x="112673" y="42283"/>
                </a:lnTo>
                <a:lnTo>
                  <a:pt x="112321" y="42661"/>
                </a:lnTo>
                <a:lnTo>
                  <a:pt x="111985" y="43050"/>
                </a:lnTo>
                <a:lnTo>
                  <a:pt x="111666" y="43452"/>
                </a:lnTo>
                <a:lnTo>
                  <a:pt x="111365" y="43865"/>
                </a:lnTo>
                <a:lnTo>
                  <a:pt x="111081" y="44290"/>
                </a:lnTo>
                <a:lnTo>
                  <a:pt x="110814" y="44727"/>
                </a:lnTo>
                <a:lnTo>
                  <a:pt x="110565" y="45175"/>
                </a:lnTo>
                <a:lnTo>
                  <a:pt x="110332" y="45636"/>
                </a:lnTo>
                <a:lnTo>
                  <a:pt x="110117" y="46108"/>
                </a:lnTo>
                <a:lnTo>
                  <a:pt x="109919" y="46592"/>
                </a:lnTo>
                <a:lnTo>
                  <a:pt x="109738" y="47088"/>
                </a:lnTo>
                <a:lnTo>
                  <a:pt x="109575" y="47595"/>
                </a:lnTo>
                <a:lnTo>
                  <a:pt x="109429" y="48115"/>
                </a:lnTo>
                <a:lnTo>
                  <a:pt x="109300" y="48646"/>
                </a:lnTo>
                <a:lnTo>
                  <a:pt x="109188" y="49189"/>
                </a:lnTo>
                <a:lnTo>
                  <a:pt x="109093" y="49744"/>
                </a:lnTo>
                <a:lnTo>
                  <a:pt x="109016" y="50310"/>
                </a:lnTo>
                <a:lnTo>
                  <a:pt x="108955" y="50888"/>
                </a:lnTo>
                <a:lnTo>
                  <a:pt x="108912" y="51479"/>
                </a:lnTo>
                <a:lnTo>
                  <a:pt x="108886" y="52081"/>
                </a:lnTo>
                <a:lnTo>
                  <a:pt x="108878" y="52694"/>
                </a:lnTo>
                <a:lnTo>
                  <a:pt x="108886" y="53271"/>
                </a:lnTo>
                <a:lnTo>
                  <a:pt x="108909" y="53837"/>
                </a:lnTo>
                <a:lnTo>
                  <a:pt x="108948" y="54394"/>
                </a:lnTo>
                <a:lnTo>
                  <a:pt x="109003" y="54941"/>
                </a:lnTo>
                <a:lnTo>
                  <a:pt x="109073" y="55478"/>
                </a:lnTo>
                <a:lnTo>
                  <a:pt x="109159" y="56005"/>
                </a:lnTo>
                <a:lnTo>
                  <a:pt x="109260" y="56522"/>
                </a:lnTo>
                <a:lnTo>
                  <a:pt x="109378" y="57030"/>
                </a:lnTo>
                <a:lnTo>
                  <a:pt x="109510" y="57527"/>
                </a:lnTo>
                <a:lnTo>
                  <a:pt x="109659" y="58015"/>
                </a:lnTo>
                <a:lnTo>
                  <a:pt x="109823" y="58492"/>
                </a:lnTo>
                <a:lnTo>
                  <a:pt x="110002" y="58960"/>
                </a:lnTo>
                <a:lnTo>
                  <a:pt x="110198" y="59418"/>
                </a:lnTo>
                <a:lnTo>
                  <a:pt x="110408" y="59866"/>
                </a:lnTo>
                <a:lnTo>
                  <a:pt x="110635" y="60304"/>
                </a:lnTo>
                <a:lnTo>
                  <a:pt x="110877" y="60732"/>
                </a:lnTo>
                <a:lnTo>
                  <a:pt x="111135" y="61151"/>
                </a:lnTo>
                <a:lnTo>
                  <a:pt x="111408" y="61559"/>
                </a:lnTo>
                <a:lnTo>
                  <a:pt x="111697" y="61958"/>
                </a:lnTo>
                <a:lnTo>
                  <a:pt x="112001" y="62347"/>
                </a:lnTo>
                <a:lnTo>
                  <a:pt x="112322" y="62725"/>
                </a:lnTo>
                <a:lnTo>
                  <a:pt x="112657" y="63094"/>
                </a:lnTo>
                <a:lnTo>
                  <a:pt x="113009" y="63453"/>
                </a:lnTo>
                <a:lnTo>
                  <a:pt x="113376" y="63803"/>
                </a:lnTo>
                <a:lnTo>
                  <a:pt x="113757" y="64140"/>
                </a:lnTo>
                <a:lnTo>
                  <a:pt x="114149" y="64462"/>
                </a:lnTo>
                <a:lnTo>
                  <a:pt x="114552" y="64771"/>
                </a:lnTo>
                <a:lnTo>
                  <a:pt x="114967" y="65065"/>
                </a:lnTo>
                <a:lnTo>
                  <a:pt x="115394" y="65345"/>
                </a:lnTo>
                <a:lnTo>
                  <a:pt x="115832" y="65610"/>
                </a:lnTo>
                <a:lnTo>
                  <a:pt x="116281" y="65861"/>
                </a:lnTo>
                <a:lnTo>
                  <a:pt x="116742" y="66098"/>
                </a:lnTo>
                <a:lnTo>
                  <a:pt x="117215" y="66320"/>
                </a:lnTo>
                <a:lnTo>
                  <a:pt x="117699" y="66528"/>
                </a:lnTo>
                <a:lnTo>
                  <a:pt x="118194" y="66722"/>
                </a:lnTo>
                <a:lnTo>
                  <a:pt x="118701" y="66901"/>
                </a:lnTo>
                <a:lnTo>
                  <a:pt x="119219" y="67066"/>
                </a:lnTo>
                <a:lnTo>
                  <a:pt x="119749" y="67216"/>
                </a:lnTo>
                <a:lnTo>
                  <a:pt x="120290" y="67353"/>
                </a:lnTo>
                <a:lnTo>
                  <a:pt x="120843" y="67475"/>
                </a:lnTo>
                <a:lnTo>
                  <a:pt x="121407" y="67582"/>
                </a:lnTo>
                <a:lnTo>
                  <a:pt x="121983" y="67675"/>
                </a:lnTo>
                <a:lnTo>
                  <a:pt x="122570" y="67754"/>
                </a:lnTo>
                <a:lnTo>
                  <a:pt x="123169" y="67819"/>
                </a:lnTo>
                <a:lnTo>
                  <a:pt x="123779" y="67869"/>
                </a:lnTo>
                <a:lnTo>
                  <a:pt x="124400" y="67905"/>
                </a:lnTo>
                <a:lnTo>
                  <a:pt x="125033" y="67926"/>
                </a:lnTo>
                <a:lnTo>
                  <a:pt x="125678" y="67934"/>
                </a:lnTo>
                <a:lnTo>
                  <a:pt x="126247" y="67928"/>
                </a:lnTo>
                <a:lnTo>
                  <a:pt x="126806" y="67911"/>
                </a:lnTo>
                <a:lnTo>
                  <a:pt x="127356" y="67882"/>
                </a:lnTo>
                <a:lnTo>
                  <a:pt x="127896" y="67842"/>
                </a:lnTo>
                <a:lnTo>
                  <a:pt x="128427" y="67790"/>
                </a:lnTo>
                <a:lnTo>
                  <a:pt x="128948" y="67727"/>
                </a:lnTo>
                <a:lnTo>
                  <a:pt x="129460" y="67653"/>
                </a:lnTo>
                <a:lnTo>
                  <a:pt x="129962" y="67567"/>
                </a:lnTo>
                <a:lnTo>
                  <a:pt x="130454" y="67469"/>
                </a:lnTo>
                <a:lnTo>
                  <a:pt x="130937" y="67360"/>
                </a:lnTo>
                <a:lnTo>
                  <a:pt x="131410" y="67239"/>
                </a:lnTo>
                <a:lnTo>
                  <a:pt x="131874" y="67108"/>
                </a:lnTo>
                <a:lnTo>
                  <a:pt x="132328" y="66964"/>
                </a:lnTo>
                <a:lnTo>
                  <a:pt x="132773" y="66809"/>
                </a:lnTo>
                <a:lnTo>
                  <a:pt x="133208" y="66643"/>
                </a:lnTo>
                <a:lnTo>
                  <a:pt x="133634" y="66465"/>
                </a:lnTo>
                <a:lnTo>
                  <a:pt x="134050" y="66276"/>
                </a:lnTo>
                <a:lnTo>
                  <a:pt x="134456" y="66075"/>
                </a:lnTo>
                <a:lnTo>
                  <a:pt x="134853" y="65863"/>
                </a:lnTo>
                <a:lnTo>
                  <a:pt x="135240" y="65639"/>
                </a:lnTo>
                <a:lnTo>
                  <a:pt x="135618" y="65404"/>
                </a:lnTo>
                <a:lnTo>
                  <a:pt x="135986" y="65157"/>
                </a:lnTo>
                <a:lnTo>
                  <a:pt x="136345" y="64899"/>
                </a:lnTo>
                <a:lnTo>
                  <a:pt x="136694" y="64629"/>
                </a:lnTo>
                <a:lnTo>
                  <a:pt x="137031" y="64350"/>
                </a:lnTo>
                <a:lnTo>
                  <a:pt x="137354" y="64062"/>
                </a:lnTo>
                <a:lnTo>
                  <a:pt x="137662" y="63767"/>
                </a:lnTo>
                <a:lnTo>
                  <a:pt x="137956" y="63464"/>
                </a:lnTo>
                <a:lnTo>
                  <a:pt x="138236" y="63153"/>
                </a:lnTo>
                <a:lnTo>
                  <a:pt x="138502" y="62833"/>
                </a:lnTo>
                <a:lnTo>
                  <a:pt x="138753" y="62506"/>
                </a:lnTo>
                <a:lnTo>
                  <a:pt x="138989" y="62171"/>
                </a:lnTo>
                <a:lnTo>
                  <a:pt x="139212" y="61828"/>
                </a:lnTo>
                <a:lnTo>
                  <a:pt x="139420" y="61477"/>
                </a:lnTo>
                <a:lnTo>
                  <a:pt x="139614" y="61118"/>
                </a:lnTo>
                <a:lnTo>
                  <a:pt x="139793" y="60751"/>
                </a:lnTo>
                <a:lnTo>
                  <a:pt x="139958" y="60376"/>
                </a:lnTo>
                <a:lnTo>
                  <a:pt x="140109" y="59993"/>
                </a:lnTo>
                <a:lnTo>
                  <a:pt x="140245" y="59602"/>
                </a:lnTo>
                <a:lnTo>
                  <a:pt x="140367" y="59203"/>
                </a:lnTo>
                <a:lnTo>
                  <a:pt x="140475" y="58796"/>
                </a:lnTo>
                <a:lnTo>
                  <a:pt x="140568" y="58381"/>
                </a:lnTo>
                <a:lnTo>
                  <a:pt x="140601" y="58204"/>
                </a:lnTo>
                <a:lnTo>
                  <a:pt x="140826" y="58204"/>
                </a:lnTo>
                <a:lnTo>
                  <a:pt x="140826" y="67016"/>
                </a:lnTo>
                <a:lnTo>
                  <a:pt x="151933" y="67016"/>
                </a:lnTo>
                <a:close/>
                <a:moveTo>
                  <a:pt x="128414" y="59272"/>
                </a:moveTo>
                <a:lnTo>
                  <a:pt x="128084" y="59247"/>
                </a:lnTo>
                <a:lnTo>
                  <a:pt x="127760" y="59215"/>
                </a:lnTo>
                <a:lnTo>
                  <a:pt x="127442" y="59176"/>
                </a:lnTo>
                <a:lnTo>
                  <a:pt x="127130" y="59129"/>
                </a:lnTo>
                <a:lnTo>
                  <a:pt x="126825" y="59075"/>
                </a:lnTo>
                <a:lnTo>
                  <a:pt x="126526" y="59014"/>
                </a:lnTo>
                <a:lnTo>
                  <a:pt x="126233" y="58946"/>
                </a:lnTo>
                <a:lnTo>
                  <a:pt x="125946" y="58871"/>
                </a:lnTo>
                <a:lnTo>
                  <a:pt x="125666" y="58788"/>
                </a:lnTo>
                <a:lnTo>
                  <a:pt x="125392" y="58699"/>
                </a:lnTo>
                <a:lnTo>
                  <a:pt x="125124" y="58602"/>
                </a:lnTo>
                <a:lnTo>
                  <a:pt x="124862" y="58498"/>
                </a:lnTo>
                <a:lnTo>
                  <a:pt x="124606" y="58387"/>
                </a:lnTo>
                <a:lnTo>
                  <a:pt x="124357" y="58269"/>
                </a:lnTo>
                <a:lnTo>
                  <a:pt x="124114" y="58143"/>
                </a:lnTo>
                <a:lnTo>
                  <a:pt x="123877" y="58011"/>
                </a:lnTo>
                <a:lnTo>
                  <a:pt x="123646" y="57871"/>
                </a:lnTo>
                <a:lnTo>
                  <a:pt x="123421" y="57724"/>
                </a:lnTo>
                <a:lnTo>
                  <a:pt x="123203" y="57570"/>
                </a:lnTo>
                <a:lnTo>
                  <a:pt x="122991" y="57408"/>
                </a:lnTo>
                <a:lnTo>
                  <a:pt x="122785" y="57240"/>
                </a:lnTo>
                <a:lnTo>
                  <a:pt x="122587" y="57065"/>
                </a:lnTo>
                <a:lnTo>
                  <a:pt x="122397" y="56885"/>
                </a:lnTo>
                <a:lnTo>
                  <a:pt x="122215" y="56700"/>
                </a:lnTo>
                <a:lnTo>
                  <a:pt x="122042" y="56509"/>
                </a:lnTo>
                <a:lnTo>
                  <a:pt x="121877" y="56313"/>
                </a:lnTo>
                <a:lnTo>
                  <a:pt x="121721" y="56112"/>
                </a:lnTo>
                <a:lnTo>
                  <a:pt x="121573" y="55906"/>
                </a:lnTo>
                <a:lnTo>
                  <a:pt x="121434" y="55694"/>
                </a:lnTo>
                <a:lnTo>
                  <a:pt x="121303" y="55477"/>
                </a:lnTo>
                <a:lnTo>
                  <a:pt x="121181" y="55255"/>
                </a:lnTo>
                <a:lnTo>
                  <a:pt x="121067" y="55028"/>
                </a:lnTo>
                <a:lnTo>
                  <a:pt x="120961" y="54795"/>
                </a:lnTo>
                <a:lnTo>
                  <a:pt x="120864" y="54557"/>
                </a:lnTo>
                <a:lnTo>
                  <a:pt x="120775" y="54314"/>
                </a:lnTo>
                <a:lnTo>
                  <a:pt x="120695" y="54066"/>
                </a:lnTo>
                <a:lnTo>
                  <a:pt x="120623" y="53812"/>
                </a:lnTo>
                <a:lnTo>
                  <a:pt x="120560" y="53553"/>
                </a:lnTo>
                <a:lnTo>
                  <a:pt x="120505" y="53289"/>
                </a:lnTo>
                <a:lnTo>
                  <a:pt x="120459" y="53019"/>
                </a:lnTo>
                <a:lnTo>
                  <a:pt x="120421" y="52745"/>
                </a:lnTo>
                <a:lnTo>
                  <a:pt x="120391" y="52465"/>
                </a:lnTo>
                <a:lnTo>
                  <a:pt x="120370" y="52179"/>
                </a:lnTo>
                <a:lnTo>
                  <a:pt x="120357" y="51889"/>
                </a:lnTo>
                <a:lnTo>
                  <a:pt x="120353" y="51593"/>
                </a:lnTo>
                <a:lnTo>
                  <a:pt x="120357" y="51320"/>
                </a:lnTo>
                <a:lnTo>
                  <a:pt x="120368" y="51051"/>
                </a:lnTo>
                <a:lnTo>
                  <a:pt x="120386" y="50787"/>
                </a:lnTo>
                <a:lnTo>
                  <a:pt x="120412" y="50527"/>
                </a:lnTo>
                <a:lnTo>
                  <a:pt x="120445" y="50272"/>
                </a:lnTo>
                <a:lnTo>
                  <a:pt x="120485" y="50021"/>
                </a:lnTo>
                <a:lnTo>
                  <a:pt x="120533" y="49775"/>
                </a:lnTo>
                <a:lnTo>
                  <a:pt x="120588" y="49533"/>
                </a:lnTo>
                <a:lnTo>
                  <a:pt x="120650" y="49295"/>
                </a:lnTo>
                <a:lnTo>
                  <a:pt x="120720" y="49062"/>
                </a:lnTo>
                <a:lnTo>
                  <a:pt x="120797" y="48834"/>
                </a:lnTo>
                <a:lnTo>
                  <a:pt x="120881" y="48610"/>
                </a:lnTo>
                <a:lnTo>
                  <a:pt x="120973" y="48390"/>
                </a:lnTo>
                <a:lnTo>
                  <a:pt x="121072" y="48175"/>
                </a:lnTo>
                <a:lnTo>
                  <a:pt x="121178" y="47964"/>
                </a:lnTo>
                <a:lnTo>
                  <a:pt x="121291" y="47758"/>
                </a:lnTo>
                <a:lnTo>
                  <a:pt x="121412" y="47556"/>
                </a:lnTo>
                <a:lnTo>
                  <a:pt x="121541" y="47359"/>
                </a:lnTo>
                <a:lnTo>
                  <a:pt x="121676" y="47166"/>
                </a:lnTo>
                <a:lnTo>
                  <a:pt x="121819" y="46978"/>
                </a:lnTo>
                <a:lnTo>
                  <a:pt x="121970" y="46794"/>
                </a:lnTo>
                <a:lnTo>
                  <a:pt x="122127" y="46614"/>
                </a:lnTo>
                <a:lnTo>
                  <a:pt x="122292" y="46439"/>
                </a:lnTo>
                <a:lnTo>
                  <a:pt x="122464" y="46269"/>
                </a:lnTo>
                <a:lnTo>
                  <a:pt x="122643" y="46104"/>
                </a:lnTo>
                <a:lnTo>
                  <a:pt x="122826" y="45946"/>
                </a:lnTo>
                <a:lnTo>
                  <a:pt x="123014" y="45795"/>
                </a:lnTo>
                <a:lnTo>
                  <a:pt x="123207" y="45652"/>
                </a:lnTo>
                <a:lnTo>
                  <a:pt x="123404" y="45515"/>
                </a:lnTo>
                <a:lnTo>
                  <a:pt x="123606" y="45385"/>
                </a:lnTo>
                <a:lnTo>
                  <a:pt x="123814" y="45262"/>
                </a:lnTo>
                <a:lnTo>
                  <a:pt x="124025" y="45147"/>
                </a:lnTo>
                <a:lnTo>
                  <a:pt x="124242" y="45038"/>
                </a:lnTo>
                <a:lnTo>
                  <a:pt x="124463" y="44936"/>
                </a:lnTo>
                <a:lnTo>
                  <a:pt x="124690" y="44841"/>
                </a:lnTo>
                <a:lnTo>
                  <a:pt x="124921" y="44754"/>
                </a:lnTo>
                <a:lnTo>
                  <a:pt x="125156" y="44673"/>
                </a:lnTo>
                <a:lnTo>
                  <a:pt x="125397" y="44599"/>
                </a:lnTo>
                <a:lnTo>
                  <a:pt x="125642" y="44533"/>
                </a:lnTo>
                <a:lnTo>
                  <a:pt x="125892" y="44473"/>
                </a:lnTo>
                <a:lnTo>
                  <a:pt x="126147" y="44421"/>
                </a:lnTo>
                <a:lnTo>
                  <a:pt x="126407" y="44375"/>
                </a:lnTo>
                <a:lnTo>
                  <a:pt x="126671" y="44336"/>
                </a:lnTo>
                <a:lnTo>
                  <a:pt x="126940" y="44305"/>
                </a:lnTo>
                <a:lnTo>
                  <a:pt x="127214" y="44280"/>
                </a:lnTo>
                <a:lnTo>
                  <a:pt x="127493" y="44263"/>
                </a:lnTo>
                <a:lnTo>
                  <a:pt x="127776" y="44252"/>
                </a:lnTo>
                <a:lnTo>
                  <a:pt x="128065" y="44249"/>
                </a:lnTo>
                <a:lnTo>
                  <a:pt x="140458" y="44249"/>
                </a:lnTo>
                <a:lnTo>
                  <a:pt x="140458" y="50400"/>
                </a:lnTo>
                <a:lnTo>
                  <a:pt x="140452" y="50726"/>
                </a:lnTo>
                <a:lnTo>
                  <a:pt x="140436" y="51047"/>
                </a:lnTo>
                <a:lnTo>
                  <a:pt x="140410" y="51364"/>
                </a:lnTo>
                <a:lnTo>
                  <a:pt x="140372" y="51675"/>
                </a:lnTo>
                <a:lnTo>
                  <a:pt x="140324" y="51981"/>
                </a:lnTo>
                <a:lnTo>
                  <a:pt x="140265" y="52282"/>
                </a:lnTo>
                <a:lnTo>
                  <a:pt x="140196" y="52578"/>
                </a:lnTo>
                <a:lnTo>
                  <a:pt x="140116" y="52868"/>
                </a:lnTo>
                <a:lnTo>
                  <a:pt x="140025" y="53154"/>
                </a:lnTo>
                <a:lnTo>
                  <a:pt x="139924" y="53434"/>
                </a:lnTo>
                <a:lnTo>
                  <a:pt x="139811" y="53710"/>
                </a:lnTo>
                <a:lnTo>
                  <a:pt x="139689" y="53980"/>
                </a:lnTo>
                <a:lnTo>
                  <a:pt x="139555" y="54245"/>
                </a:lnTo>
                <a:lnTo>
                  <a:pt x="139411" y="54506"/>
                </a:lnTo>
                <a:lnTo>
                  <a:pt x="139256" y="54761"/>
                </a:lnTo>
                <a:lnTo>
                  <a:pt x="139090" y="55011"/>
                </a:lnTo>
                <a:lnTo>
                  <a:pt x="138914" y="55255"/>
                </a:lnTo>
                <a:lnTo>
                  <a:pt x="138727" y="55495"/>
                </a:lnTo>
                <a:lnTo>
                  <a:pt x="138530" y="55730"/>
                </a:lnTo>
                <a:lnTo>
                  <a:pt x="138321" y="55959"/>
                </a:lnTo>
                <a:lnTo>
                  <a:pt x="138102" y="56184"/>
                </a:lnTo>
                <a:lnTo>
                  <a:pt x="137873" y="56403"/>
                </a:lnTo>
                <a:lnTo>
                  <a:pt x="137633" y="56617"/>
                </a:lnTo>
                <a:lnTo>
                  <a:pt x="137382" y="56827"/>
                </a:lnTo>
                <a:lnTo>
                  <a:pt x="137122" y="57029"/>
                </a:lnTo>
                <a:lnTo>
                  <a:pt x="136857" y="57222"/>
                </a:lnTo>
                <a:lnTo>
                  <a:pt x="136585" y="57407"/>
                </a:lnTo>
                <a:lnTo>
                  <a:pt x="136307" y="57584"/>
                </a:lnTo>
                <a:lnTo>
                  <a:pt x="136023" y="57752"/>
                </a:lnTo>
                <a:lnTo>
                  <a:pt x="135732" y="57911"/>
                </a:lnTo>
                <a:lnTo>
                  <a:pt x="135436" y="58061"/>
                </a:lnTo>
                <a:lnTo>
                  <a:pt x="135133" y="58203"/>
                </a:lnTo>
                <a:lnTo>
                  <a:pt x="134824" y="58337"/>
                </a:lnTo>
                <a:lnTo>
                  <a:pt x="134508" y="58461"/>
                </a:lnTo>
                <a:lnTo>
                  <a:pt x="134187" y="58578"/>
                </a:lnTo>
                <a:lnTo>
                  <a:pt x="133859" y="58685"/>
                </a:lnTo>
                <a:lnTo>
                  <a:pt x="133525" y="58784"/>
                </a:lnTo>
                <a:lnTo>
                  <a:pt x="133185" y="58874"/>
                </a:lnTo>
                <a:lnTo>
                  <a:pt x="132839" y="58956"/>
                </a:lnTo>
                <a:lnTo>
                  <a:pt x="132486" y="59029"/>
                </a:lnTo>
                <a:lnTo>
                  <a:pt x="132127" y="59094"/>
                </a:lnTo>
                <a:lnTo>
                  <a:pt x="131762" y="59150"/>
                </a:lnTo>
                <a:lnTo>
                  <a:pt x="131391" y="59197"/>
                </a:lnTo>
                <a:lnTo>
                  <a:pt x="131014" y="59236"/>
                </a:lnTo>
                <a:lnTo>
                  <a:pt x="130630" y="59266"/>
                </a:lnTo>
                <a:lnTo>
                  <a:pt x="130240" y="59287"/>
                </a:lnTo>
                <a:lnTo>
                  <a:pt x="129844" y="59300"/>
                </a:lnTo>
                <a:lnTo>
                  <a:pt x="129442" y="59305"/>
                </a:lnTo>
                <a:lnTo>
                  <a:pt x="129093" y="59301"/>
                </a:lnTo>
                <a:lnTo>
                  <a:pt x="128750" y="59290"/>
                </a:lnTo>
                <a:lnTo>
                  <a:pt x="128414" y="59272"/>
                </a:lnTo>
                <a:close/>
              </a:path>
            </a:pathLst>
          </a:custGeom>
          <a:solidFill xmlns:a="http://schemas.openxmlformats.org/drawingml/2006/main">
            <a:srgbClr val="D222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Text Handler">
            <a:extLst xmlns:a="http://schemas.openxmlformats.org/drawingml/2006/main">
              <a:ext uri="{FF2B5EF4-FFF2-40B4-BE49-F238E27FC236}">
                <a16:creationId xmlns:a16="http://schemas.microsoft.com/office/drawing/2014/main" id="{F6DF4DE2-B655-4EE5-86CB-BC52A9AF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0351" y="1893277"/>
            <a:ext cx="374374" cy="67934"/>
          </a:xfrm>
          <a:custGeom xmlns:a="http://schemas.openxmlformats.org/drawingml/2006/main">
            <a:pathLst>
              <a:path w="374374" h="67934">
                <a:moveTo>
                  <a:pt x="29469" y="67016"/>
                </a:moveTo>
                <a:lnTo>
                  <a:pt x="40944" y="67016"/>
                </a:lnTo>
                <a:lnTo>
                  <a:pt x="40944" y="0"/>
                </a:lnTo>
                <a:lnTo>
                  <a:pt x="29469" y="0"/>
                </a:lnTo>
                <a:lnTo>
                  <a:pt x="29469" y="26898"/>
                </a:lnTo>
                <a:lnTo>
                  <a:pt x="11475" y="26898"/>
                </a:lnTo>
                <a:lnTo>
                  <a:pt x="11475" y="0"/>
                </a:lnTo>
                <a:lnTo>
                  <a:pt x="0" y="0"/>
                </a:lnTo>
                <a:lnTo>
                  <a:pt x="0" y="67016"/>
                </a:lnTo>
                <a:lnTo>
                  <a:pt x="11475" y="67016"/>
                </a:lnTo>
                <a:lnTo>
                  <a:pt x="11475" y="37547"/>
                </a:lnTo>
                <a:lnTo>
                  <a:pt x="29469" y="37547"/>
                </a:lnTo>
                <a:lnTo>
                  <a:pt x="29469" y="67016"/>
                </a:lnTo>
                <a:close/>
                <a:moveTo>
                  <a:pt x="194583" y="25016"/>
                </a:moveTo>
                <a:lnTo>
                  <a:pt x="194475" y="24581"/>
                </a:lnTo>
                <a:lnTo>
                  <a:pt x="194354" y="24154"/>
                </a:lnTo>
                <a:lnTo>
                  <a:pt x="194220" y="23737"/>
                </a:lnTo>
                <a:lnTo>
                  <a:pt x="194073" y="23329"/>
                </a:lnTo>
                <a:lnTo>
                  <a:pt x="193914" y="22930"/>
                </a:lnTo>
                <a:lnTo>
                  <a:pt x="193741" y="22540"/>
                </a:lnTo>
                <a:lnTo>
                  <a:pt x="193556" y="22159"/>
                </a:lnTo>
                <a:lnTo>
                  <a:pt x="193359" y="21788"/>
                </a:lnTo>
                <a:lnTo>
                  <a:pt x="193148" y="21425"/>
                </a:lnTo>
                <a:lnTo>
                  <a:pt x="192925" y="21071"/>
                </a:lnTo>
                <a:lnTo>
                  <a:pt x="192689" y="20727"/>
                </a:lnTo>
                <a:lnTo>
                  <a:pt x="192441" y="20391"/>
                </a:lnTo>
                <a:lnTo>
                  <a:pt x="192179" y="20065"/>
                </a:lnTo>
                <a:lnTo>
                  <a:pt x="191905" y="19748"/>
                </a:lnTo>
                <a:lnTo>
                  <a:pt x="191618" y="19440"/>
                </a:lnTo>
                <a:lnTo>
                  <a:pt x="191318" y="19141"/>
                </a:lnTo>
                <a:lnTo>
                  <a:pt x="191008" y="18852"/>
                </a:lnTo>
                <a:lnTo>
                  <a:pt x="190688" y="18576"/>
                </a:lnTo>
                <a:lnTo>
                  <a:pt x="190360" y="18312"/>
                </a:lnTo>
                <a:lnTo>
                  <a:pt x="190023" y="18061"/>
                </a:lnTo>
                <a:lnTo>
                  <a:pt x="189677" y="17821"/>
                </a:lnTo>
                <a:lnTo>
                  <a:pt x="189322" y="17594"/>
                </a:lnTo>
                <a:lnTo>
                  <a:pt x="188958" y="17380"/>
                </a:lnTo>
                <a:lnTo>
                  <a:pt x="188585" y="17177"/>
                </a:lnTo>
                <a:lnTo>
                  <a:pt x="188203" y="16987"/>
                </a:lnTo>
                <a:lnTo>
                  <a:pt x="187812" y="16809"/>
                </a:lnTo>
                <a:lnTo>
                  <a:pt x="187413" y="16643"/>
                </a:lnTo>
                <a:lnTo>
                  <a:pt x="187004" y="16490"/>
                </a:lnTo>
                <a:lnTo>
                  <a:pt x="186587" y="16349"/>
                </a:lnTo>
                <a:lnTo>
                  <a:pt x="186160" y="16220"/>
                </a:lnTo>
                <a:lnTo>
                  <a:pt x="185725" y="16103"/>
                </a:lnTo>
                <a:lnTo>
                  <a:pt x="185280" y="15999"/>
                </a:lnTo>
                <a:lnTo>
                  <a:pt x="184827" y="15907"/>
                </a:lnTo>
                <a:lnTo>
                  <a:pt x="184365" y="15827"/>
                </a:lnTo>
                <a:lnTo>
                  <a:pt x="183894" y="15760"/>
                </a:lnTo>
                <a:lnTo>
                  <a:pt x="183414" y="15705"/>
                </a:lnTo>
                <a:lnTo>
                  <a:pt x="182925" y="15662"/>
                </a:lnTo>
                <a:lnTo>
                  <a:pt x="182427" y="15631"/>
                </a:lnTo>
                <a:lnTo>
                  <a:pt x="181920" y="15613"/>
                </a:lnTo>
                <a:lnTo>
                  <a:pt x="181405" y="15606"/>
                </a:lnTo>
                <a:lnTo>
                  <a:pt x="180775" y="15616"/>
                </a:lnTo>
                <a:lnTo>
                  <a:pt x="180156" y="15643"/>
                </a:lnTo>
                <a:lnTo>
                  <a:pt x="179547" y="15688"/>
                </a:lnTo>
                <a:lnTo>
                  <a:pt x="178949" y="15752"/>
                </a:lnTo>
                <a:lnTo>
                  <a:pt x="178361" y="15834"/>
                </a:lnTo>
                <a:lnTo>
                  <a:pt x="177784" y="15934"/>
                </a:lnTo>
                <a:lnTo>
                  <a:pt x="177217" y="16052"/>
                </a:lnTo>
                <a:lnTo>
                  <a:pt x="176661" y="16188"/>
                </a:lnTo>
                <a:lnTo>
                  <a:pt x="176115" y="16342"/>
                </a:lnTo>
                <a:lnTo>
                  <a:pt x="175580" y="16515"/>
                </a:lnTo>
                <a:lnTo>
                  <a:pt x="175056" y="16706"/>
                </a:lnTo>
                <a:lnTo>
                  <a:pt x="174542" y="16915"/>
                </a:lnTo>
                <a:lnTo>
                  <a:pt x="174038" y="17142"/>
                </a:lnTo>
                <a:lnTo>
                  <a:pt x="173545" y="17387"/>
                </a:lnTo>
                <a:lnTo>
                  <a:pt x="173063" y="17651"/>
                </a:lnTo>
                <a:lnTo>
                  <a:pt x="172591" y="17932"/>
                </a:lnTo>
                <a:lnTo>
                  <a:pt x="172129" y="18232"/>
                </a:lnTo>
                <a:lnTo>
                  <a:pt x="171678" y="18550"/>
                </a:lnTo>
                <a:lnTo>
                  <a:pt x="171238" y="18886"/>
                </a:lnTo>
                <a:lnTo>
                  <a:pt x="170808" y="19241"/>
                </a:lnTo>
                <a:lnTo>
                  <a:pt x="170389" y="19613"/>
                </a:lnTo>
                <a:lnTo>
                  <a:pt x="169980" y="20004"/>
                </a:lnTo>
                <a:lnTo>
                  <a:pt x="169582" y="20413"/>
                </a:lnTo>
                <a:lnTo>
                  <a:pt x="169194" y="20840"/>
                </a:lnTo>
                <a:lnTo>
                  <a:pt x="168819" y="21282"/>
                </a:lnTo>
                <a:lnTo>
                  <a:pt x="168461" y="21737"/>
                </a:lnTo>
                <a:lnTo>
                  <a:pt x="168118" y="22205"/>
                </a:lnTo>
                <a:lnTo>
                  <a:pt x="167792" y="22686"/>
                </a:lnTo>
                <a:lnTo>
                  <a:pt x="167481" y="23179"/>
                </a:lnTo>
                <a:lnTo>
                  <a:pt x="167186" y="23685"/>
                </a:lnTo>
                <a:lnTo>
                  <a:pt x="166907" y="24204"/>
                </a:lnTo>
                <a:lnTo>
                  <a:pt x="166644" y="24736"/>
                </a:lnTo>
                <a:lnTo>
                  <a:pt x="166397" y="25280"/>
                </a:lnTo>
                <a:lnTo>
                  <a:pt x="166166" y="25838"/>
                </a:lnTo>
                <a:lnTo>
                  <a:pt x="165951" y="26407"/>
                </a:lnTo>
                <a:lnTo>
                  <a:pt x="165752" y="26990"/>
                </a:lnTo>
                <a:lnTo>
                  <a:pt x="165569" y="27586"/>
                </a:lnTo>
                <a:lnTo>
                  <a:pt x="165402" y="28194"/>
                </a:lnTo>
                <a:lnTo>
                  <a:pt x="165250" y="28815"/>
                </a:lnTo>
                <a:lnTo>
                  <a:pt x="165115" y="29448"/>
                </a:lnTo>
                <a:lnTo>
                  <a:pt x="164995" y="30095"/>
                </a:lnTo>
                <a:lnTo>
                  <a:pt x="164892" y="30754"/>
                </a:lnTo>
                <a:lnTo>
                  <a:pt x="164804" y="31426"/>
                </a:lnTo>
                <a:lnTo>
                  <a:pt x="164732" y="32111"/>
                </a:lnTo>
                <a:lnTo>
                  <a:pt x="164677" y="32808"/>
                </a:lnTo>
                <a:lnTo>
                  <a:pt x="164637" y="33518"/>
                </a:lnTo>
                <a:lnTo>
                  <a:pt x="164613" y="34241"/>
                </a:lnTo>
                <a:lnTo>
                  <a:pt x="164605" y="34977"/>
                </a:lnTo>
                <a:lnTo>
                  <a:pt x="164605" y="48656"/>
                </a:lnTo>
                <a:lnTo>
                  <a:pt x="164613" y="49384"/>
                </a:lnTo>
                <a:lnTo>
                  <a:pt x="164637" y="50100"/>
                </a:lnTo>
                <a:lnTo>
                  <a:pt x="164677" y="50803"/>
                </a:lnTo>
                <a:lnTo>
                  <a:pt x="164734" y="51494"/>
                </a:lnTo>
                <a:lnTo>
                  <a:pt x="164806" y="52172"/>
                </a:lnTo>
                <a:lnTo>
                  <a:pt x="164895" y="52838"/>
                </a:lnTo>
                <a:lnTo>
                  <a:pt x="164999" y="53492"/>
                </a:lnTo>
                <a:lnTo>
                  <a:pt x="165120" y="54133"/>
                </a:lnTo>
                <a:lnTo>
                  <a:pt x="165257" y="54762"/>
                </a:lnTo>
                <a:lnTo>
                  <a:pt x="165410" y="55378"/>
                </a:lnTo>
                <a:lnTo>
                  <a:pt x="165579" y="55982"/>
                </a:lnTo>
                <a:lnTo>
                  <a:pt x="165764" y="56573"/>
                </a:lnTo>
                <a:lnTo>
                  <a:pt x="165965" y="57152"/>
                </a:lnTo>
                <a:lnTo>
                  <a:pt x="166182" y="57719"/>
                </a:lnTo>
                <a:lnTo>
                  <a:pt x="166415" y="58273"/>
                </a:lnTo>
                <a:lnTo>
                  <a:pt x="166665" y="58815"/>
                </a:lnTo>
                <a:lnTo>
                  <a:pt x="166930" y="59344"/>
                </a:lnTo>
                <a:lnTo>
                  <a:pt x="167212" y="59861"/>
                </a:lnTo>
                <a:lnTo>
                  <a:pt x="167510" y="60366"/>
                </a:lnTo>
                <a:lnTo>
                  <a:pt x="167824" y="60858"/>
                </a:lnTo>
                <a:lnTo>
                  <a:pt x="168154" y="61337"/>
                </a:lnTo>
                <a:lnTo>
                  <a:pt x="168500" y="61805"/>
                </a:lnTo>
                <a:lnTo>
                  <a:pt x="168862" y="62259"/>
                </a:lnTo>
                <a:lnTo>
                  <a:pt x="169240" y="62702"/>
                </a:lnTo>
                <a:lnTo>
                  <a:pt x="169631" y="63129"/>
                </a:lnTo>
                <a:lnTo>
                  <a:pt x="170033" y="63537"/>
                </a:lnTo>
                <a:lnTo>
                  <a:pt x="170444" y="63928"/>
                </a:lnTo>
                <a:lnTo>
                  <a:pt x="170866" y="64300"/>
                </a:lnTo>
                <a:lnTo>
                  <a:pt x="171298" y="64655"/>
                </a:lnTo>
                <a:lnTo>
                  <a:pt x="171739" y="64991"/>
                </a:lnTo>
                <a:lnTo>
                  <a:pt x="172191" y="65309"/>
                </a:lnTo>
                <a:lnTo>
                  <a:pt x="172652" y="65608"/>
                </a:lnTo>
                <a:lnTo>
                  <a:pt x="173124" y="65890"/>
                </a:lnTo>
                <a:lnTo>
                  <a:pt x="173606" y="66153"/>
                </a:lnTo>
                <a:lnTo>
                  <a:pt x="174098" y="66399"/>
                </a:lnTo>
                <a:lnTo>
                  <a:pt x="174600" y="66626"/>
                </a:lnTo>
                <a:lnTo>
                  <a:pt x="175111" y="66835"/>
                </a:lnTo>
                <a:lnTo>
                  <a:pt x="175633" y="67025"/>
                </a:lnTo>
                <a:lnTo>
                  <a:pt x="176165" y="67198"/>
                </a:lnTo>
                <a:lnTo>
                  <a:pt x="176707" y="67352"/>
                </a:lnTo>
                <a:lnTo>
                  <a:pt x="177259" y="67489"/>
                </a:lnTo>
                <a:lnTo>
                  <a:pt x="177821" y="67607"/>
                </a:lnTo>
                <a:lnTo>
                  <a:pt x="178394" y="67707"/>
                </a:lnTo>
                <a:lnTo>
                  <a:pt x="178976" y="67788"/>
                </a:lnTo>
                <a:lnTo>
                  <a:pt x="179568" y="67852"/>
                </a:lnTo>
                <a:lnTo>
                  <a:pt x="180170" y="67897"/>
                </a:lnTo>
                <a:lnTo>
                  <a:pt x="180782" y="67925"/>
                </a:lnTo>
                <a:lnTo>
                  <a:pt x="181405" y="67934"/>
                </a:lnTo>
                <a:lnTo>
                  <a:pt x="181920" y="67928"/>
                </a:lnTo>
                <a:lnTo>
                  <a:pt x="182427" y="67909"/>
                </a:lnTo>
                <a:lnTo>
                  <a:pt x="182925" y="67878"/>
                </a:lnTo>
                <a:lnTo>
                  <a:pt x="183414" y="67835"/>
                </a:lnTo>
                <a:lnTo>
                  <a:pt x="183894" y="67780"/>
                </a:lnTo>
                <a:lnTo>
                  <a:pt x="184365" y="67713"/>
                </a:lnTo>
                <a:lnTo>
                  <a:pt x="184827" y="67633"/>
                </a:lnTo>
                <a:lnTo>
                  <a:pt x="185280" y="67541"/>
                </a:lnTo>
                <a:lnTo>
                  <a:pt x="185725" y="67437"/>
                </a:lnTo>
                <a:lnTo>
                  <a:pt x="186160" y="67320"/>
                </a:lnTo>
                <a:lnTo>
                  <a:pt x="186587" y="67191"/>
                </a:lnTo>
                <a:lnTo>
                  <a:pt x="187004" y="67050"/>
                </a:lnTo>
                <a:lnTo>
                  <a:pt x="187413" y="66897"/>
                </a:lnTo>
                <a:lnTo>
                  <a:pt x="187812" y="66731"/>
                </a:lnTo>
                <a:lnTo>
                  <a:pt x="188203" y="66553"/>
                </a:lnTo>
                <a:lnTo>
                  <a:pt x="188585" y="66363"/>
                </a:lnTo>
                <a:lnTo>
                  <a:pt x="188958" y="66160"/>
                </a:lnTo>
                <a:lnTo>
                  <a:pt x="189322" y="65946"/>
                </a:lnTo>
                <a:lnTo>
                  <a:pt x="189677" y="65719"/>
                </a:lnTo>
                <a:lnTo>
                  <a:pt x="190023" y="65479"/>
                </a:lnTo>
                <a:lnTo>
                  <a:pt x="190360" y="65228"/>
                </a:lnTo>
                <a:lnTo>
                  <a:pt x="190688" y="64964"/>
                </a:lnTo>
                <a:lnTo>
                  <a:pt x="191008" y="64688"/>
                </a:lnTo>
                <a:lnTo>
                  <a:pt x="191318" y="64399"/>
                </a:lnTo>
                <a:lnTo>
                  <a:pt x="191618" y="64100"/>
                </a:lnTo>
                <a:lnTo>
                  <a:pt x="191905" y="63792"/>
                </a:lnTo>
                <a:lnTo>
                  <a:pt x="192179" y="63475"/>
                </a:lnTo>
                <a:lnTo>
                  <a:pt x="192441" y="63149"/>
                </a:lnTo>
                <a:lnTo>
                  <a:pt x="192689" y="62813"/>
                </a:lnTo>
                <a:lnTo>
                  <a:pt x="192925" y="62469"/>
                </a:lnTo>
                <a:lnTo>
                  <a:pt x="193148" y="62115"/>
                </a:lnTo>
                <a:lnTo>
                  <a:pt x="193359" y="61753"/>
                </a:lnTo>
                <a:lnTo>
                  <a:pt x="193556" y="61381"/>
                </a:lnTo>
                <a:lnTo>
                  <a:pt x="193741" y="61000"/>
                </a:lnTo>
                <a:lnTo>
                  <a:pt x="193914" y="60610"/>
                </a:lnTo>
                <a:lnTo>
                  <a:pt x="194073" y="60211"/>
                </a:lnTo>
                <a:lnTo>
                  <a:pt x="194220" y="59803"/>
                </a:lnTo>
                <a:lnTo>
                  <a:pt x="194354" y="59386"/>
                </a:lnTo>
                <a:lnTo>
                  <a:pt x="194475" y="58959"/>
                </a:lnTo>
                <a:lnTo>
                  <a:pt x="194583" y="58524"/>
                </a:lnTo>
                <a:lnTo>
                  <a:pt x="194679" y="58080"/>
                </a:lnTo>
                <a:lnTo>
                  <a:pt x="194762" y="57626"/>
                </a:lnTo>
                <a:lnTo>
                  <a:pt x="194799" y="57377"/>
                </a:lnTo>
                <a:lnTo>
                  <a:pt x="194991" y="57377"/>
                </a:lnTo>
                <a:lnTo>
                  <a:pt x="194991" y="67016"/>
                </a:lnTo>
                <a:lnTo>
                  <a:pt x="206191" y="67016"/>
                </a:lnTo>
                <a:lnTo>
                  <a:pt x="206191" y="0"/>
                </a:lnTo>
                <a:lnTo>
                  <a:pt x="194715" y="0"/>
                </a:lnTo>
                <a:lnTo>
                  <a:pt x="194715" y="14137"/>
                </a:lnTo>
                <a:lnTo>
                  <a:pt x="195082" y="26163"/>
                </a:lnTo>
                <a:lnTo>
                  <a:pt x="194799" y="26163"/>
                </a:lnTo>
                <a:lnTo>
                  <a:pt x="194762" y="25914"/>
                </a:lnTo>
                <a:lnTo>
                  <a:pt x="194679" y="25460"/>
                </a:lnTo>
                <a:lnTo>
                  <a:pt x="194583" y="25016"/>
                </a:lnTo>
                <a:close/>
                <a:moveTo>
                  <a:pt x="184372" y="57979"/>
                </a:moveTo>
                <a:lnTo>
                  <a:pt x="184028" y="57947"/>
                </a:lnTo>
                <a:lnTo>
                  <a:pt x="183691" y="57907"/>
                </a:lnTo>
                <a:lnTo>
                  <a:pt x="183360" y="57858"/>
                </a:lnTo>
                <a:lnTo>
                  <a:pt x="183037" y="57800"/>
                </a:lnTo>
                <a:lnTo>
                  <a:pt x="182720" y="57733"/>
                </a:lnTo>
                <a:lnTo>
                  <a:pt x="182409" y="57657"/>
                </a:lnTo>
                <a:lnTo>
                  <a:pt x="182106" y="57572"/>
                </a:lnTo>
                <a:lnTo>
                  <a:pt x="181809" y="57479"/>
                </a:lnTo>
                <a:lnTo>
                  <a:pt x="181519" y="57376"/>
                </a:lnTo>
                <a:lnTo>
                  <a:pt x="181235" y="57265"/>
                </a:lnTo>
                <a:lnTo>
                  <a:pt x="180958" y="57144"/>
                </a:lnTo>
                <a:lnTo>
                  <a:pt x="180688" y="57015"/>
                </a:lnTo>
                <a:lnTo>
                  <a:pt x="180425" y="56876"/>
                </a:lnTo>
                <a:lnTo>
                  <a:pt x="180168" y="56729"/>
                </a:lnTo>
                <a:lnTo>
                  <a:pt x="179918" y="56573"/>
                </a:lnTo>
                <a:lnTo>
                  <a:pt x="179674" y="56408"/>
                </a:lnTo>
                <a:lnTo>
                  <a:pt x="179438" y="56234"/>
                </a:lnTo>
                <a:lnTo>
                  <a:pt x="179208" y="56051"/>
                </a:lnTo>
                <a:lnTo>
                  <a:pt x="178985" y="55859"/>
                </a:lnTo>
                <a:lnTo>
                  <a:pt x="178768" y="55658"/>
                </a:lnTo>
                <a:lnTo>
                  <a:pt x="178558" y="55448"/>
                </a:lnTo>
                <a:lnTo>
                  <a:pt x="178356" y="55230"/>
                </a:lnTo>
                <a:lnTo>
                  <a:pt x="178162" y="55005"/>
                </a:lnTo>
                <a:lnTo>
                  <a:pt x="177977" y="54771"/>
                </a:lnTo>
                <a:lnTo>
                  <a:pt x="177801" y="54530"/>
                </a:lnTo>
                <a:lnTo>
                  <a:pt x="177633" y="54282"/>
                </a:lnTo>
                <a:lnTo>
                  <a:pt x="177474" y="54025"/>
                </a:lnTo>
                <a:lnTo>
                  <a:pt x="177324" y="53761"/>
                </a:lnTo>
                <a:lnTo>
                  <a:pt x="177182" y="53490"/>
                </a:lnTo>
                <a:lnTo>
                  <a:pt x="177048" y="53211"/>
                </a:lnTo>
                <a:lnTo>
                  <a:pt x="176923" y="52924"/>
                </a:lnTo>
                <a:lnTo>
                  <a:pt x="176807" y="52629"/>
                </a:lnTo>
                <a:lnTo>
                  <a:pt x="176700" y="52327"/>
                </a:lnTo>
                <a:lnTo>
                  <a:pt x="176601" y="52017"/>
                </a:lnTo>
                <a:lnTo>
                  <a:pt x="176510" y="51700"/>
                </a:lnTo>
                <a:lnTo>
                  <a:pt x="176429" y="51375"/>
                </a:lnTo>
                <a:lnTo>
                  <a:pt x="176356" y="51042"/>
                </a:lnTo>
                <a:lnTo>
                  <a:pt x="176291" y="50702"/>
                </a:lnTo>
                <a:lnTo>
                  <a:pt x="176235" y="50354"/>
                </a:lnTo>
                <a:lnTo>
                  <a:pt x="176188" y="49998"/>
                </a:lnTo>
                <a:lnTo>
                  <a:pt x="176149" y="49635"/>
                </a:lnTo>
                <a:lnTo>
                  <a:pt x="176119" y="49264"/>
                </a:lnTo>
                <a:lnTo>
                  <a:pt x="176097" y="48885"/>
                </a:lnTo>
                <a:lnTo>
                  <a:pt x="176085" y="48499"/>
                </a:lnTo>
                <a:lnTo>
                  <a:pt x="176080" y="48105"/>
                </a:lnTo>
                <a:lnTo>
                  <a:pt x="176080" y="35436"/>
                </a:lnTo>
                <a:lnTo>
                  <a:pt x="176085" y="35042"/>
                </a:lnTo>
                <a:lnTo>
                  <a:pt x="176097" y="34656"/>
                </a:lnTo>
                <a:lnTo>
                  <a:pt x="176119" y="34277"/>
                </a:lnTo>
                <a:lnTo>
                  <a:pt x="176149" y="33906"/>
                </a:lnTo>
                <a:lnTo>
                  <a:pt x="176188" y="33543"/>
                </a:lnTo>
                <a:lnTo>
                  <a:pt x="176235" y="33187"/>
                </a:lnTo>
                <a:lnTo>
                  <a:pt x="176291" y="32839"/>
                </a:lnTo>
                <a:lnTo>
                  <a:pt x="176356" y="32498"/>
                </a:lnTo>
                <a:lnTo>
                  <a:pt x="176429" y="32166"/>
                </a:lnTo>
                <a:lnTo>
                  <a:pt x="176510" y="31841"/>
                </a:lnTo>
                <a:lnTo>
                  <a:pt x="176601" y="31523"/>
                </a:lnTo>
                <a:lnTo>
                  <a:pt x="176700" y="31213"/>
                </a:lnTo>
                <a:lnTo>
                  <a:pt x="176807" y="30911"/>
                </a:lnTo>
                <a:lnTo>
                  <a:pt x="176923" y="30616"/>
                </a:lnTo>
                <a:lnTo>
                  <a:pt x="177048" y="30330"/>
                </a:lnTo>
                <a:lnTo>
                  <a:pt x="177182" y="30050"/>
                </a:lnTo>
                <a:lnTo>
                  <a:pt x="177324" y="29779"/>
                </a:lnTo>
                <a:lnTo>
                  <a:pt x="177474" y="29515"/>
                </a:lnTo>
                <a:lnTo>
                  <a:pt x="177633" y="29259"/>
                </a:lnTo>
                <a:lnTo>
                  <a:pt x="177801" y="29010"/>
                </a:lnTo>
                <a:lnTo>
                  <a:pt x="177977" y="28769"/>
                </a:lnTo>
                <a:lnTo>
                  <a:pt x="178162" y="28536"/>
                </a:lnTo>
                <a:lnTo>
                  <a:pt x="178356" y="28310"/>
                </a:lnTo>
                <a:lnTo>
                  <a:pt x="178558" y="28092"/>
                </a:lnTo>
                <a:lnTo>
                  <a:pt x="178768" y="27882"/>
                </a:lnTo>
                <a:lnTo>
                  <a:pt x="178985" y="27681"/>
                </a:lnTo>
                <a:lnTo>
                  <a:pt x="179208" y="27489"/>
                </a:lnTo>
                <a:lnTo>
                  <a:pt x="179438" y="27306"/>
                </a:lnTo>
                <a:lnTo>
                  <a:pt x="179674" y="27132"/>
                </a:lnTo>
                <a:lnTo>
                  <a:pt x="179918" y="26967"/>
                </a:lnTo>
                <a:lnTo>
                  <a:pt x="180168" y="26811"/>
                </a:lnTo>
                <a:lnTo>
                  <a:pt x="180425" y="26664"/>
                </a:lnTo>
                <a:lnTo>
                  <a:pt x="180688" y="26525"/>
                </a:lnTo>
                <a:lnTo>
                  <a:pt x="180958" y="26396"/>
                </a:lnTo>
                <a:lnTo>
                  <a:pt x="181235" y="26276"/>
                </a:lnTo>
                <a:lnTo>
                  <a:pt x="181519" y="26164"/>
                </a:lnTo>
                <a:lnTo>
                  <a:pt x="181809" y="26061"/>
                </a:lnTo>
                <a:lnTo>
                  <a:pt x="182106" y="25968"/>
                </a:lnTo>
                <a:lnTo>
                  <a:pt x="182409" y="25883"/>
                </a:lnTo>
                <a:lnTo>
                  <a:pt x="182720" y="25807"/>
                </a:lnTo>
                <a:lnTo>
                  <a:pt x="183037" y="25740"/>
                </a:lnTo>
                <a:lnTo>
                  <a:pt x="183360" y="25682"/>
                </a:lnTo>
                <a:lnTo>
                  <a:pt x="183691" y="25633"/>
                </a:lnTo>
                <a:lnTo>
                  <a:pt x="184028" y="25593"/>
                </a:lnTo>
                <a:lnTo>
                  <a:pt x="184372" y="25562"/>
                </a:lnTo>
                <a:lnTo>
                  <a:pt x="184722" y="25539"/>
                </a:lnTo>
                <a:lnTo>
                  <a:pt x="185079" y="25526"/>
                </a:lnTo>
                <a:lnTo>
                  <a:pt x="185443" y="25521"/>
                </a:lnTo>
                <a:lnTo>
                  <a:pt x="185807" y="25526"/>
                </a:lnTo>
                <a:lnTo>
                  <a:pt x="186164" y="25540"/>
                </a:lnTo>
                <a:lnTo>
                  <a:pt x="186514" y="25562"/>
                </a:lnTo>
                <a:lnTo>
                  <a:pt x="186857" y="25594"/>
                </a:lnTo>
                <a:lnTo>
                  <a:pt x="187194" y="25635"/>
                </a:lnTo>
                <a:lnTo>
                  <a:pt x="187523" y="25685"/>
                </a:lnTo>
                <a:lnTo>
                  <a:pt x="187846" y="25744"/>
                </a:lnTo>
                <a:lnTo>
                  <a:pt x="188162" y="25812"/>
                </a:lnTo>
                <a:lnTo>
                  <a:pt x="188471" y="25889"/>
                </a:lnTo>
                <a:lnTo>
                  <a:pt x="188773" y="25976"/>
                </a:lnTo>
                <a:lnTo>
                  <a:pt x="189068" y="26071"/>
                </a:lnTo>
                <a:lnTo>
                  <a:pt x="189356" y="26176"/>
                </a:lnTo>
                <a:lnTo>
                  <a:pt x="189638" y="26289"/>
                </a:lnTo>
                <a:lnTo>
                  <a:pt x="189913" y="26412"/>
                </a:lnTo>
                <a:lnTo>
                  <a:pt x="190180" y="26544"/>
                </a:lnTo>
                <a:lnTo>
                  <a:pt x="190441" y="26684"/>
                </a:lnTo>
                <a:lnTo>
                  <a:pt x="190695" y="26834"/>
                </a:lnTo>
                <a:lnTo>
                  <a:pt x="190943" y="26993"/>
                </a:lnTo>
                <a:lnTo>
                  <a:pt x="191183" y="27161"/>
                </a:lnTo>
                <a:lnTo>
                  <a:pt x="191417" y="27339"/>
                </a:lnTo>
                <a:lnTo>
                  <a:pt x="191643" y="27525"/>
                </a:lnTo>
                <a:lnTo>
                  <a:pt x="191863" y="27720"/>
                </a:lnTo>
                <a:lnTo>
                  <a:pt x="192076" y="27925"/>
                </a:lnTo>
                <a:lnTo>
                  <a:pt x="192282" y="28138"/>
                </a:lnTo>
                <a:lnTo>
                  <a:pt x="192481" y="28360"/>
                </a:lnTo>
                <a:lnTo>
                  <a:pt x="192671" y="28588"/>
                </a:lnTo>
                <a:lnTo>
                  <a:pt x="192852" y="28824"/>
                </a:lnTo>
                <a:lnTo>
                  <a:pt x="193025" y="29067"/>
                </a:lnTo>
                <a:lnTo>
                  <a:pt x="193190" y="29318"/>
                </a:lnTo>
                <a:lnTo>
                  <a:pt x="193347" y="29575"/>
                </a:lnTo>
                <a:lnTo>
                  <a:pt x="193494" y="29840"/>
                </a:lnTo>
                <a:lnTo>
                  <a:pt x="193634" y="30111"/>
                </a:lnTo>
                <a:lnTo>
                  <a:pt x="193765" y="30390"/>
                </a:lnTo>
                <a:lnTo>
                  <a:pt x="193887" y="30676"/>
                </a:lnTo>
                <a:lnTo>
                  <a:pt x="194001" y="30970"/>
                </a:lnTo>
                <a:lnTo>
                  <a:pt x="194107" y="31270"/>
                </a:lnTo>
                <a:lnTo>
                  <a:pt x="194204" y="31578"/>
                </a:lnTo>
                <a:lnTo>
                  <a:pt x="194293" y="31893"/>
                </a:lnTo>
                <a:lnTo>
                  <a:pt x="194373" y="32215"/>
                </a:lnTo>
                <a:lnTo>
                  <a:pt x="194445" y="32544"/>
                </a:lnTo>
                <a:lnTo>
                  <a:pt x="194508" y="32880"/>
                </a:lnTo>
                <a:lnTo>
                  <a:pt x="194563" y="33224"/>
                </a:lnTo>
                <a:lnTo>
                  <a:pt x="194610" y="33575"/>
                </a:lnTo>
                <a:lnTo>
                  <a:pt x="194648" y="33933"/>
                </a:lnTo>
                <a:lnTo>
                  <a:pt x="194677" y="34298"/>
                </a:lnTo>
                <a:lnTo>
                  <a:pt x="194698" y="34670"/>
                </a:lnTo>
                <a:lnTo>
                  <a:pt x="194711" y="35050"/>
                </a:lnTo>
                <a:lnTo>
                  <a:pt x="194715" y="35436"/>
                </a:lnTo>
                <a:lnTo>
                  <a:pt x="194715" y="48105"/>
                </a:lnTo>
                <a:lnTo>
                  <a:pt x="194711" y="48492"/>
                </a:lnTo>
                <a:lnTo>
                  <a:pt x="194698" y="48871"/>
                </a:lnTo>
                <a:lnTo>
                  <a:pt x="194677" y="49243"/>
                </a:lnTo>
                <a:lnTo>
                  <a:pt x="194648" y="49608"/>
                </a:lnTo>
                <a:lnTo>
                  <a:pt x="194610" y="49966"/>
                </a:lnTo>
                <a:lnTo>
                  <a:pt x="194563" y="50317"/>
                </a:lnTo>
                <a:lnTo>
                  <a:pt x="194508" y="50660"/>
                </a:lnTo>
                <a:lnTo>
                  <a:pt x="194445" y="50997"/>
                </a:lnTo>
                <a:lnTo>
                  <a:pt x="194373" y="51326"/>
                </a:lnTo>
                <a:lnTo>
                  <a:pt x="194293" y="51648"/>
                </a:lnTo>
                <a:lnTo>
                  <a:pt x="194204" y="51963"/>
                </a:lnTo>
                <a:lnTo>
                  <a:pt x="194107" y="52271"/>
                </a:lnTo>
                <a:lnTo>
                  <a:pt x="194001" y="52571"/>
                </a:lnTo>
                <a:lnTo>
                  <a:pt x="193887" y="52864"/>
                </a:lnTo>
                <a:lnTo>
                  <a:pt x="193765" y="53151"/>
                </a:lnTo>
                <a:lnTo>
                  <a:pt x="193634" y="53430"/>
                </a:lnTo>
                <a:lnTo>
                  <a:pt x="193494" y="53701"/>
                </a:lnTo>
                <a:lnTo>
                  <a:pt x="193347" y="53966"/>
                </a:lnTo>
                <a:lnTo>
                  <a:pt x="193190" y="54224"/>
                </a:lnTo>
                <a:lnTo>
                  <a:pt x="193025" y="54474"/>
                </a:lnTo>
                <a:lnTo>
                  <a:pt x="192852" y="54717"/>
                </a:lnTo>
                <a:lnTo>
                  <a:pt x="192671" y="54953"/>
                </a:lnTo>
                <a:lnTo>
                  <a:pt x="192481" y="55182"/>
                </a:lnTo>
                <a:lnTo>
                  <a:pt x="192282" y="55403"/>
                </a:lnTo>
                <a:lnTo>
                  <a:pt x="192076" y="55617"/>
                </a:lnTo>
                <a:lnTo>
                  <a:pt x="191863" y="55821"/>
                </a:lnTo>
                <a:lnTo>
                  <a:pt x="191643" y="56016"/>
                </a:lnTo>
                <a:lnTo>
                  <a:pt x="191417" y="56203"/>
                </a:lnTo>
                <a:lnTo>
                  <a:pt x="191183" y="56380"/>
                </a:lnTo>
                <a:lnTo>
                  <a:pt x="190943" y="56548"/>
                </a:lnTo>
                <a:lnTo>
                  <a:pt x="190695" y="56707"/>
                </a:lnTo>
                <a:lnTo>
                  <a:pt x="190441" y="56856"/>
                </a:lnTo>
                <a:lnTo>
                  <a:pt x="190180" y="56997"/>
                </a:lnTo>
                <a:lnTo>
                  <a:pt x="189913" y="57129"/>
                </a:lnTo>
                <a:lnTo>
                  <a:pt x="189638" y="57251"/>
                </a:lnTo>
                <a:lnTo>
                  <a:pt x="189356" y="57365"/>
                </a:lnTo>
                <a:lnTo>
                  <a:pt x="189068" y="57469"/>
                </a:lnTo>
                <a:lnTo>
                  <a:pt x="188773" y="57565"/>
                </a:lnTo>
                <a:lnTo>
                  <a:pt x="188471" y="57651"/>
                </a:lnTo>
                <a:lnTo>
                  <a:pt x="188162" y="57728"/>
                </a:lnTo>
                <a:lnTo>
                  <a:pt x="187846" y="57796"/>
                </a:lnTo>
                <a:lnTo>
                  <a:pt x="187523" y="57855"/>
                </a:lnTo>
                <a:lnTo>
                  <a:pt x="187194" y="57905"/>
                </a:lnTo>
                <a:lnTo>
                  <a:pt x="186857" y="57946"/>
                </a:lnTo>
                <a:lnTo>
                  <a:pt x="186514" y="57978"/>
                </a:lnTo>
                <a:lnTo>
                  <a:pt x="186164" y="58001"/>
                </a:lnTo>
                <a:lnTo>
                  <a:pt x="185807" y="58014"/>
                </a:lnTo>
                <a:lnTo>
                  <a:pt x="185443" y="58019"/>
                </a:lnTo>
                <a:lnTo>
                  <a:pt x="185079" y="58014"/>
                </a:lnTo>
                <a:lnTo>
                  <a:pt x="184722" y="58001"/>
                </a:lnTo>
                <a:lnTo>
                  <a:pt x="184372" y="57979"/>
                </a:lnTo>
                <a:close/>
                <a:moveTo>
                  <a:pt x="110165" y="67016"/>
                </a:moveTo>
                <a:lnTo>
                  <a:pt x="121640" y="67016"/>
                </a:lnTo>
                <a:lnTo>
                  <a:pt x="121640" y="35436"/>
                </a:lnTo>
                <a:lnTo>
                  <a:pt x="121644" y="35042"/>
                </a:lnTo>
                <a:lnTo>
                  <a:pt x="121657" y="34656"/>
                </a:lnTo>
                <a:lnTo>
                  <a:pt x="121678" y="34277"/>
                </a:lnTo>
                <a:lnTo>
                  <a:pt x="121708" y="33906"/>
                </a:lnTo>
                <a:lnTo>
                  <a:pt x="121746" y="33543"/>
                </a:lnTo>
                <a:lnTo>
                  <a:pt x="121792" y="33187"/>
                </a:lnTo>
                <a:lnTo>
                  <a:pt x="121847" y="32839"/>
                </a:lnTo>
                <a:lnTo>
                  <a:pt x="121910" y="32498"/>
                </a:lnTo>
                <a:lnTo>
                  <a:pt x="121982" y="32166"/>
                </a:lnTo>
                <a:lnTo>
                  <a:pt x="122062" y="31841"/>
                </a:lnTo>
                <a:lnTo>
                  <a:pt x="122151" y="31523"/>
                </a:lnTo>
                <a:lnTo>
                  <a:pt x="122248" y="31213"/>
                </a:lnTo>
                <a:lnTo>
                  <a:pt x="122354" y="30911"/>
                </a:lnTo>
                <a:lnTo>
                  <a:pt x="122468" y="30616"/>
                </a:lnTo>
                <a:lnTo>
                  <a:pt x="122591" y="30330"/>
                </a:lnTo>
                <a:lnTo>
                  <a:pt x="122721" y="30050"/>
                </a:lnTo>
                <a:lnTo>
                  <a:pt x="122861" y="29779"/>
                </a:lnTo>
                <a:lnTo>
                  <a:pt x="123009" y="29515"/>
                </a:lnTo>
                <a:lnTo>
                  <a:pt x="123165" y="29259"/>
                </a:lnTo>
                <a:lnTo>
                  <a:pt x="123330" y="29010"/>
                </a:lnTo>
                <a:lnTo>
                  <a:pt x="123503" y="28769"/>
                </a:lnTo>
                <a:lnTo>
                  <a:pt x="123685" y="28536"/>
                </a:lnTo>
                <a:lnTo>
                  <a:pt x="123875" y="28310"/>
                </a:lnTo>
                <a:lnTo>
                  <a:pt x="124073" y="28092"/>
                </a:lnTo>
                <a:lnTo>
                  <a:pt x="124279" y="27882"/>
                </a:lnTo>
                <a:lnTo>
                  <a:pt x="124491" y="27681"/>
                </a:lnTo>
                <a:lnTo>
                  <a:pt x="124710" y="27489"/>
                </a:lnTo>
                <a:lnTo>
                  <a:pt x="124934" y="27306"/>
                </a:lnTo>
                <a:lnTo>
                  <a:pt x="125165" y="27132"/>
                </a:lnTo>
                <a:lnTo>
                  <a:pt x="125402" y="26967"/>
                </a:lnTo>
                <a:lnTo>
                  <a:pt x="125645" y="26811"/>
                </a:lnTo>
                <a:lnTo>
                  <a:pt x="125894" y="26664"/>
                </a:lnTo>
                <a:lnTo>
                  <a:pt x="126150" y="26525"/>
                </a:lnTo>
                <a:lnTo>
                  <a:pt x="126412" y="26396"/>
                </a:lnTo>
                <a:lnTo>
                  <a:pt x="126679" y="26276"/>
                </a:lnTo>
                <a:lnTo>
                  <a:pt x="126954" y="26164"/>
                </a:lnTo>
                <a:lnTo>
                  <a:pt x="127234" y="26061"/>
                </a:lnTo>
                <a:lnTo>
                  <a:pt x="127521" y="25968"/>
                </a:lnTo>
                <a:lnTo>
                  <a:pt x="127814" y="25883"/>
                </a:lnTo>
                <a:lnTo>
                  <a:pt x="128113" y="25807"/>
                </a:lnTo>
                <a:lnTo>
                  <a:pt x="128418" y="25740"/>
                </a:lnTo>
                <a:lnTo>
                  <a:pt x="128729" y="25682"/>
                </a:lnTo>
                <a:lnTo>
                  <a:pt x="129047" y="25633"/>
                </a:lnTo>
                <a:lnTo>
                  <a:pt x="129371" y="25593"/>
                </a:lnTo>
                <a:lnTo>
                  <a:pt x="129701" y="25562"/>
                </a:lnTo>
                <a:lnTo>
                  <a:pt x="130037" y="25539"/>
                </a:lnTo>
                <a:lnTo>
                  <a:pt x="130380" y="25526"/>
                </a:lnTo>
                <a:lnTo>
                  <a:pt x="130729" y="25521"/>
                </a:lnTo>
                <a:lnTo>
                  <a:pt x="131085" y="25526"/>
                </a:lnTo>
                <a:lnTo>
                  <a:pt x="131434" y="25539"/>
                </a:lnTo>
                <a:lnTo>
                  <a:pt x="131777" y="25560"/>
                </a:lnTo>
                <a:lnTo>
                  <a:pt x="132114" y="25590"/>
                </a:lnTo>
                <a:lnTo>
                  <a:pt x="132443" y="25629"/>
                </a:lnTo>
                <a:lnTo>
                  <a:pt x="132766" y="25676"/>
                </a:lnTo>
                <a:lnTo>
                  <a:pt x="133082" y="25732"/>
                </a:lnTo>
                <a:lnTo>
                  <a:pt x="133391" y="25797"/>
                </a:lnTo>
                <a:lnTo>
                  <a:pt x="133694" y="25870"/>
                </a:lnTo>
                <a:lnTo>
                  <a:pt x="133990" y="25952"/>
                </a:lnTo>
                <a:lnTo>
                  <a:pt x="134279" y="26042"/>
                </a:lnTo>
                <a:lnTo>
                  <a:pt x="134562" y="26141"/>
                </a:lnTo>
                <a:lnTo>
                  <a:pt x="134838" y="26249"/>
                </a:lnTo>
                <a:lnTo>
                  <a:pt x="135107" y="26365"/>
                </a:lnTo>
                <a:lnTo>
                  <a:pt x="135369" y="26490"/>
                </a:lnTo>
                <a:lnTo>
                  <a:pt x="135625" y="26623"/>
                </a:lnTo>
                <a:lnTo>
                  <a:pt x="135874" y="26765"/>
                </a:lnTo>
                <a:lnTo>
                  <a:pt x="136117" y="26916"/>
                </a:lnTo>
                <a:lnTo>
                  <a:pt x="136352" y="27075"/>
                </a:lnTo>
                <a:lnTo>
                  <a:pt x="136581" y="27243"/>
                </a:lnTo>
                <a:lnTo>
                  <a:pt x="136803" y="27420"/>
                </a:lnTo>
                <a:lnTo>
                  <a:pt x="137019" y="27605"/>
                </a:lnTo>
                <a:lnTo>
                  <a:pt x="137228" y="27798"/>
                </a:lnTo>
                <a:lnTo>
                  <a:pt x="137430" y="28001"/>
                </a:lnTo>
                <a:lnTo>
                  <a:pt x="137625" y="28211"/>
                </a:lnTo>
                <a:lnTo>
                  <a:pt x="137811" y="28428"/>
                </a:lnTo>
                <a:lnTo>
                  <a:pt x="137989" y="28653"/>
                </a:lnTo>
                <a:lnTo>
                  <a:pt x="138159" y="28885"/>
                </a:lnTo>
                <a:lnTo>
                  <a:pt x="138321" y="29125"/>
                </a:lnTo>
                <a:lnTo>
                  <a:pt x="138474" y="29372"/>
                </a:lnTo>
                <a:lnTo>
                  <a:pt x="138619" y="29626"/>
                </a:lnTo>
                <a:lnTo>
                  <a:pt x="138756" y="29887"/>
                </a:lnTo>
                <a:lnTo>
                  <a:pt x="138885" y="30156"/>
                </a:lnTo>
                <a:lnTo>
                  <a:pt x="139005" y="30432"/>
                </a:lnTo>
                <a:lnTo>
                  <a:pt x="139117" y="30716"/>
                </a:lnTo>
                <a:lnTo>
                  <a:pt x="139220" y="31007"/>
                </a:lnTo>
                <a:lnTo>
                  <a:pt x="139316" y="31305"/>
                </a:lnTo>
                <a:lnTo>
                  <a:pt x="139403" y="31610"/>
                </a:lnTo>
                <a:lnTo>
                  <a:pt x="139481" y="31923"/>
                </a:lnTo>
                <a:lnTo>
                  <a:pt x="139552" y="32243"/>
                </a:lnTo>
                <a:lnTo>
                  <a:pt x="139614" y="32571"/>
                </a:lnTo>
                <a:lnTo>
                  <a:pt x="139668" y="32905"/>
                </a:lnTo>
                <a:lnTo>
                  <a:pt x="139713" y="33247"/>
                </a:lnTo>
                <a:lnTo>
                  <a:pt x="139751" y="33597"/>
                </a:lnTo>
                <a:lnTo>
                  <a:pt x="139780" y="33954"/>
                </a:lnTo>
                <a:lnTo>
                  <a:pt x="139800" y="34318"/>
                </a:lnTo>
                <a:lnTo>
                  <a:pt x="139813" y="34689"/>
                </a:lnTo>
                <a:lnTo>
                  <a:pt x="139817" y="35068"/>
                </a:lnTo>
                <a:lnTo>
                  <a:pt x="139817" y="67016"/>
                </a:lnTo>
                <a:lnTo>
                  <a:pt x="151292" y="67016"/>
                </a:lnTo>
                <a:lnTo>
                  <a:pt x="151292" y="33876"/>
                </a:lnTo>
                <a:lnTo>
                  <a:pt x="151285" y="33185"/>
                </a:lnTo>
                <a:lnTo>
                  <a:pt x="151261" y="32507"/>
                </a:lnTo>
                <a:lnTo>
                  <a:pt x="151223" y="31840"/>
                </a:lnTo>
                <a:lnTo>
                  <a:pt x="151169" y="31185"/>
                </a:lnTo>
                <a:lnTo>
                  <a:pt x="151099" y="30542"/>
                </a:lnTo>
                <a:lnTo>
                  <a:pt x="151014" y="29911"/>
                </a:lnTo>
                <a:lnTo>
                  <a:pt x="150914" y="29291"/>
                </a:lnTo>
                <a:lnTo>
                  <a:pt x="150798" y="28684"/>
                </a:lnTo>
                <a:lnTo>
                  <a:pt x="150666" y="28088"/>
                </a:lnTo>
                <a:lnTo>
                  <a:pt x="150519" y="27504"/>
                </a:lnTo>
                <a:lnTo>
                  <a:pt x="150357" y="26931"/>
                </a:lnTo>
                <a:lnTo>
                  <a:pt x="150179" y="26371"/>
                </a:lnTo>
                <a:lnTo>
                  <a:pt x="149986" y="25822"/>
                </a:lnTo>
                <a:lnTo>
                  <a:pt x="149777" y="25285"/>
                </a:lnTo>
                <a:lnTo>
                  <a:pt x="149553" y="24760"/>
                </a:lnTo>
                <a:lnTo>
                  <a:pt x="149313" y="24246"/>
                </a:lnTo>
                <a:lnTo>
                  <a:pt x="149058" y="23745"/>
                </a:lnTo>
                <a:lnTo>
                  <a:pt x="148787" y="23255"/>
                </a:lnTo>
                <a:lnTo>
                  <a:pt x="148501" y="22777"/>
                </a:lnTo>
                <a:lnTo>
                  <a:pt x="148200" y="22311"/>
                </a:lnTo>
                <a:lnTo>
                  <a:pt x="147883" y="21856"/>
                </a:lnTo>
                <a:lnTo>
                  <a:pt x="147550" y="21414"/>
                </a:lnTo>
                <a:lnTo>
                  <a:pt x="147203" y="20983"/>
                </a:lnTo>
                <a:lnTo>
                  <a:pt x="146839" y="20564"/>
                </a:lnTo>
                <a:lnTo>
                  <a:pt x="146463" y="20159"/>
                </a:lnTo>
                <a:lnTo>
                  <a:pt x="146077" y="19772"/>
                </a:lnTo>
                <a:lnTo>
                  <a:pt x="145680" y="19402"/>
                </a:lnTo>
                <a:lnTo>
                  <a:pt x="145272" y="19049"/>
                </a:lnTo>
                <a:lnTo>
                  <a:pt x="144855" y="18713"/>
                </a:lnTo>
                <a:lnTo>
                  <a:pt x="144427" y="18395"/>
                </a:lnTo>
                <a:lnTo>
                  <a:pt x="143989" y="18094"/>
                </a:lnTo>
                <a:lnTo>
                  <a:pt x="143540" y="17810"/>
                </a:lnTo>
                <a:lnTo>
                  <a:pt x="143081" y="17543"/>
                </a:lnTo>
                <a:lnTo>
                  <a:pt x="142611" y="17293"/>
                </a:lnTo>
                <a:lnTo>
                  <a:pt x="142132" y="17061"/>
                </a:lnTo>
                <a:lnTo>
                  <a:pt x="141642" y="16846"/>
                </a:lnTo>
                <a:lnTo>
                  <a:pt x="141141" y="16648"/>
                </a:lnTo>
                <a:lnTo>
                  <a:pt x="140630" y="16467"/>
                </a:lnTo>
                <a:lnTo>
                  <a:pt x="140109" y="16304"/>
                </a:lnTo>
                <a:lnTo>
                  <a:pt x="139577" y="16157"/>
                </a:lnTo>
                <a:lnTo>
                  <a:pt x="139036" y="16028"/>
                </a:lnTo>
                <a:lnTo>
                  <a:pt x="138483" y="15916"/>
                </a:lnTo>
                <a:lnTo>
                  <a:pt x="137921" y="15822"/>
                </a:lnTo>
                <a:lnTo>
                  <a:pt x="137348" y="15744"/>
                </a:lnTo>
                <a:lnTo>
                  <a:pt x="136764" y="15684"/>
                </a:lnTo>
                <a:lnTo>
                  <a:pt x="136170" y="15641"/>
                </a:lnTo>
                <a:lnTo>
                  <a:pt x="135566" y="15615"/>
                </a:lnTo>
                <a:lnTo>
                  <a:pt x="134952" y="15606"/>
                </a:lnTo>
                <a:lnTo>
                  <a:pt x="134429" y="15612"/>
                </a:lnTo>
                <a:lnTo>
                  <a:pt x="133915" y="15631"/>
                </a:lnTo>
                <a:lnTo>
                  <a:pt x="133411" y="15661"/>
                </a:lnTo>
                <a:lnTo>
                  <a:pt x="132916" y="15703"/>
                </a:lnTo>
                <a:lnTo>
                  <a:pt x="132430" y="15758"/>
                </a:lnTo>
                <a:lnTo>
                  <a:pt x="131954" y="15825"/>
                </a:lnTo>
                <a:lnTo>
                  <a:pt x="131487" y="15903"/>
                </a:lnTo>
                <a:lnTo>
                  <a:pt x="131030" y="15994"/>
                </a:lnTo>
                <a:lnTo>
                  <a:pt x="130582" y="16097"/>
                </a:lnTo>
                <a:lnTo>
                  <a:pt x="130143" y="16212"/>
                </a:lnTo>
                <a:lnTo>
                  <a:pt x="129714" y="16339"/>
                </a:lnTo>
                <a:lnTo>
                  <a:pt x="129294" y="16479"/>
                </a:lnTo>
                <a:lnTo>
                  <a:pt x="128884" y="16630"/>
                </a:lnTo>
                <a:lnTo>
                  <a:pt x="128483" y="16794"/>
                </a:lnTo>
                <a:lnTo>
                  <a:pt x="128092" y="16969"/>
                </a:lnTo>
                <a:lnTo>
                  <a:pt x="127709" y="17157"/>
                </a:lnTo>
                <a:lnTo>
                  <a:pt x="127337" y="17357"/>
                </a:lnTo>
                <a:lnTo>
                  <a:pt x="126973" y="17569"/>
                </a:lnTo>
                <a:lnTo>
                  <a:pt x="126619" y="17793"/>
                </a:lnTo>
                <a:lnTo>
                  <a:pt x="126275" y="18030"/>
                </a:lnTo>
                <a:lnTo>
                  <a:pt x="125940" y="18278"/>
                </a:lnTo>
                <a:lnTo>
                  <a:pt x="125614" y="18539"/>
                </a:lnTo>
                <a:lnTo>
                  <a:pt x="125298" y="18811"/>
                </a:lnTo>
                <a:lnTo>
                  <a:pt x="124991" y="19096"/>
                </a:lnTo>
                <a:lnTo>
                  <a:pt x="124695" y="19391"/>
                </a:lnTo>
                <a:lnTo>
                  <a:pt x="124412" y="19696"/>
                </a:lnTo>
                <a:lnTo>
                  <a:pt x="124141" y="20011"/>
                </a:lnTo>
                <a:lnTo>
                  <a:pt x="123883" y="20335"/>
                </a:lnTo>
                <a:lnTo>
                  <a:pt x="123638" y="20669"/>
                </a:lnTo>
                <a:lnTo>
                  <a:pt x="123405" y="21012"/>
                </a:lnTo>
                <a:lnTo>
                  <a:pt x="123184" y="21365"/>
                </a:lnTo>
                <a:lnTo>
                  <a:pt x="122977" y="21727"/>
                </a:lnTo>
                <a:lnTo>
                  <a:pt x="122782" y="22099"/>
                </a:lnTo>
                <a:lnTo>
                  <a:pt x="122599" y="22481"/>
                </a:lnTo>
                <a:lnTo>
                  <a:pt x="122429" y="22872"/>
                </a:lnTo>
                <a:lnTo>
                  <a:pt x="122272" y="23272"/>
                </a:lnTo>
                <a:lnTo>
                  <a:pt x="122127" y="23683"/>
                </a:lnTo>
                <a:lnTo>
                  <a:pt x="121995" y="24102"/>
                </a:lnTo>
                <a:lnTo>
                  <a:pt x="121875" y="24532"/>
                </a:lnTo>
                <a:lnTo>
                  <a:pt x="121768" y="24971"/>
                </a:lnTo>
                <a:lnTo>
                  <a:pt x="121674" y="25419"/>
                </a:lnTo>
                <a:lnTo>
                  <a:pt x="121592" y="25877"/>
                </a:lnTo>
                <a:lnTo>
                  <a:pt x="121550" y="26163"/>
                </a:lnTo>
                <a:lnTo>
                  <a:pt x="121366" y="26163"/>
                </a:lnTo>
                <a:lnTo>
                  <a:pt x="121366" y="16524"/>
                </a:lnTo>
                <a:lnTo>
                  <a:pt x="110165" y="16524"/>
                </a:lnTo>
                <a:lnTo>
                  <a:pt x="110165" y="67016"/>
                </a:lnTo>
                <a:close/>
                <a:moveTo>
                  <a:pt x="96210" y="32773"/>
                </a:moveTo>
                <a:lnTo>
                  <a:pt x="96200" y="32121"/>
                </a:lnTo>
                <a:lnTo>
                  <a:pt x="96172" y="31480"/>
                </a:lnTo>
                <a:lnTo>
                  <a:pt x="96126" y="30851"/>
                </a:lnTo>
                <a:lnTo>
                  <a:pt x="96060" y="30232"/>
                </a:lnTo>
                <a:lnTo>
                  <a:pt x="95976" y="29625"/>
                </a:lnTo>
                <a:lnTo>
                  <a:pt x="95874" y="29030"/>
                </a:lnTo>
                <a:lnTo>
                  <a:pt x="95753" y="28445"/>
                </a:lnTo>
                <a:lnTo>
                  <a:pt x="95613" y="27872"/>
                </a:lnTo>
                <a:lnTo>
                  <a:pt x="95454" y="27311"/>
                </a:lnTo>
                <a:lnTo>
                  <a:pt x="95277" y="26760"/>
                </a:lnTo>
                <a:lnTo>
                  <a:pt x="95081" y="26221"/>
                </a:lnTo>
                <a:lnTo>
                  <a:pt x="94867" y="25693"/>
                </a:lnTo>
                <a:lnTo>
                  <a:pt x="94634" y="25177"/>
                </a:lnTo>
                <a:lnTo>
                  <a:pt x="94382" y="24672"/>
                </a:lnTo>
                <a:lnTo>
                  <a:pt x="94112" y="24178"/>
                </a:lnTo>
                <a:lnTo>
                  <a:pt x="93823" y="23695"/>
                </a:lnTo>
                <a:lnTo>
                  <a:pt x="93515" y="23224"/>
                </a:lnTo>
                <a:lnTo>
                  <a:pt x="93188" y="22764"/>
                </a:lnTo>
                <a:lnTo>
                  <a:pt x="92844" y="22316"/>
                </a:lnTo>
                <a:lnTo>
                  <a:pt x="92480" y="21879"/>
                </a:lnTo>
                <a:lnTo>
                  <a:pt x="92098" y="21453"/>
                </a:lnTo>
                <a:lnTo>
                  <a:pt x="91697" y="21038"/>
                </a:lnTo>
                <a:lnTo>
                  <a:pt x="91277" y="20635"/>
                </a:lnTo>
                <a:lnTo>
                  <a:pt x="90839" y="20243"/>
                </a:lnTo>
                <a:lnTo>
                  <a:pt x="90385" y="19865"/>
                </a:lnTo>
                <a:lnTo>
                  <a:pt x="89917" y="19503"/>
                </a:lnTo>
                <a:lnTo>
                  <a:pt x="89436" y="19156"/>
                </a:lnTo>
                <a:lnTo>
                  <a:pt x="88941" y="18826"/>
                </a:lnTo>
                <a:lnTo>
                  <a:pt x="88432" y="18512"/>
                </a:lnTo>
                <a:lnTo>
                  <a:pt x="87910" y="18215"/>
                </a:lnTo>
                <a:lnTo>
                  <a:pt x="87375" y="17933"/>
                </a:lnTo>
                <a:lnTo>
                  <a:pt x="86826" y="17667"/>
                </a:lnTo>
                <a:lnTo>
                  <a:pt x="86263" y="17418"/>
                </a:lnTo>
                <a:lnTo>
                  <a:pt x="85687" y="17184"/>
                </a:lnTo>
                <a:lnTo>
                  <a:pt x="85097" y="16967"/>
                </a:lnTo>
                <a:lnTo>
                  <a:pt x="84494" y="16766"/>
                </a:lnTo>
                <a:lnTo>
                  <a:pt x="83877" y="16580"/>
                </a:lnTo>
                <a:lnTo>
                  <a:pt x="83247" y="16411"/>
                </a:lnTo>
                <a:lnTo>
                  <a:pt x="82603" y="16258"/>
                </a:lnTo>
                <a:lnTo>
                  <a:pt x="81945" y="16122"/>
                </a:lnTo>
                <a:lnTo>
                  <a:pt x="81274" y="16001"/>
                </a:lnTo>
                <a:lnTo>
                  <a:pt x="80590" y="15896"/>
                </a:lnTo>
                <a:lnTo>
                  <a:pt x="79891" y="15808"/>
                </a:lnTo>
                <a:lnTo>
                  <a:pt x="79180" y="15735"/>
                </a:lnTo>
                <a:lnTo>
                  <a:pt x="78455" y="15679"/>
                </a:lnTo>
                <a:lnTo>
                  <a:pt x="77716" y="15639"/>
                </a:lnTo>
                <a:lnTo>
                  <a:pt x="76963" y="15614"/>
                </a:lnTo>
                <a:lnTo>
                  <a:pt x="76198" y="15606"/>
                </a:lnTo>
                <a:lnTo>
                  <a:pt x="75476" y="15614"/>
                </a:lnTo>
                <a:lnTo>
                  <a:pt x="74766" y="15636"/>
                </a:lnTo>
                <a:lnTo>
                  <a:pt x="74066" y="15672"/>
                </a:lnTo>
                <a:lnTo>
                  <a:pt x="73377" y="15724"/>
                </a:lnTo>
                <a:lnTo>
                  <a:pt x="72699" y="15790"/>
                </a:lnTo>
                <a:lnTo>
                  <a:pt x="72032" y="15870"/>
                </a:lnTo>
                <a:lnTo>
                  <a:pt x="71376" y="15966"/>
                </a:lnTo>
                <a:lnTo>
                  <a:pt x="70730" y="16076"/>
                </a:lnTo>
                <a:lnTo>
                  <a:pt x="70095" y="16200"/>
                </a:lnTo>
                <a:lnTo>
                  <a:pt x="69472" y="16340"/>
                </a:lnTo>
                <a:lnTo>
                  <a:pt x="68859" y="16494"/>
                </a:lnTo>
                <a:lnTo>
                  <a:pt x="68256" y="16662"/>
                </a:lnTo>
                <a:lnTo>
                  <a:pt x="67665" y="16846"/>
                </a:lnTo>
                <a:lnTo>
                  <a:pt x="67085" y="17044"/>
                </a:lnTo>
                <a:lnTo>
                  <a:pt x="66515" y="17256"/>
                </a:lnTo>
                <a:lnTo>
                  <a:pt x="65956" y="17484"/>
                </a:lnTo>
                <a:lnTo>
                  <a:pt x="65408" y="17725"/>
                </a:lnTo>
                <a:lnTo>
                  <a:pt x="64871" y="17982"/>
                </a:lnTo>
                <a:lnTo>
                  <a:pt x="64345" y="18253"/>
                </a:lnTo>
                <a:lnTo>
                  <a:pt x="63829" y="18539"/>
                </a:lnTo>
                <a:lnTo>
                  <a:pt x="63325" y="18840"/>
                </a:lnTo>
                <a:lnTo>
                  <a:pt x="62831" y="19155"/>
                </a:lnTo>
                <a:lnTo>
                  <a:pt x="62348" y="19485"/>
                </a:lnTo>
                <a:lnTo>
                  <a:pt x="61876" y="19830"/>
                </a:lnTo>
                <a:lnTo>
                  <a:pt x="61417" y="20187"/>
                </a:lnTo>
                <a:lnTo>
                  <a:pt x="60975" y="20554"/>
                </a:lnTo>
                <a:lnTo>
                  <a:pt x="60550" y="20931"/>
                </a:lnTo>
                <a:lnTo>
                  <a:pt x="60141" y="21319"/>
                </a:lnTo>
                <a:lnTo>
                  <a:pt x="59749" y="21717"/>
                </a:lnTo>
                <a:lnTo>
                  <a:pt x="59374" y="22125"/>
                </a:lnTo>
                <a:lnTo>
                  <a:pt x="59015" y="22543"/>
                </a:lnTo>
                <a:lnTo>
                  <a:pt x="58672" y="22971"/>
                </a:lnTo>
                <a:lnTo>
                  <a:pt x="58347" y="23410"/>
                </a:lnTo>
                <a:lnTo>
                  <a:pt x="58037" y="23858"/>
                </a:lnTo>
                <a:lnTo>
                  <a:pt x="57745" y="24317"/>
                </a:lnTo>
                <a:lnTo>
                  <a:pt x="57469" y="24787"/>
                </a:lnTo>
                <a:lnTo>
                  <a:pt x="57209" y="25266"/>
                </a:lnTo>
                <a:lnTo>
                  <a:pt x="56966" y="25756"/>
                </a:lnTo>
                <a:lnTo>
                  <a:pt x="56740" y="26255"/>
                </a:lnTo>
                <a:lnTo>
                  <a:pt x="56530" y="26765"/>
                </a:lnTo>
                <a:lnTo>
                  <a:pt x="56337" y="27286"/>
                </a:lnTo>
                <a:lnTo>
                  <a:pt x="56160" y="27816"/>
                </a:lnTo>
                <a:lnTo>
                  <a:pt x="56000" y="28357"/>
                </a:lnTo>
                <a:lnTo>
                  <a:pt x="55857" y="28907"/>
                </a:lnTo>
                <a:lnTo>
                  <a:pt x="55730" y="29469"/>
                </a:lnTo>
                <a:lnTo>
                  <a:pt x="55620" y="30040"/>
                </a:lnTo>
                <a:lnTo>
                  <a:pt x="55526" y="30621"/>
                </a:lnTo>
                <a:lnTo>
                  <a:pt x="55449" y="31213"/>
                </a:lnTo>
                <a:lnTo>
                  <a:pt x="66650" y="31213"/>
                </a:lnTo>
                <a:lnTo>
                  <a:pt x="66691" y="30978"/>
                </a:lnTo>
                <a:lnTo>
                  <a:pt x="66740" y="30747"/>
                </a:lnTo>
                <a:lnTo>
                  <a:pt x="66796" y="30520"/>
                </a:lnTo>
                <a:lnTo>
                  <a:pt x="66858" y="30297"/>
                </a:lnTo>
                <a:lnTo>
                  <a:pt x="66928" y="30079"/>
                </a:lnTo>
                <a:lnTo>
                  <a:pt x="67005" y="29864"/>
                </a:lnTo>
                <a:lnTo>
                  <a:pt x="67089" y="29654"/>
                </a:lnTo>
                <a:lnTo>
                  <a:pt x="67179" y="29448"/>
                </a:lnTo>
                <a:lnTo>
                  <a:pt x="67277" y="29246"/>
                </a:lnTo>
                <a:lnTo>
                  <a:pt x="67382" y="29048"/>
                </a:lnTo>
                <a:lnTo>
                  <a:pt x="67494" y="28855"/>
                </a:lnTo>
                <a:lnTo>
                  <a:pt x="67613" y="28665"/>
                </a:lnTo>
                <a:lnTo>
                  <a:pt x="67739" y="28480"/>
                </a:lnTo>
                <a:lnTo>
                  <a:pt x="67871" y="28299"/>
                </a:lnTo>
                <a:lnTo>
                  <a:pt x="68011" y="28122"/>
                </a:lnTo>
                <a:lnTo>
                  <a:pt x="68158" y="27949"/>
                </a:lnTo>
                <a:lnTo>
                  <a:pt x="68312" y="27780"/>
                </a:lnTo>
                <a:lnTo>
                  <a:pt x="68473" y="27615"/>
                </a:lnTo>
                <a:lnTo>
                  <a:pt x="68641" y="27455"/>
                </a:lnTo>
                <a:lnTo>
                  <a:pt x="68816" y="27299"/>
                </a:lnTo>
                <a:lnTo>
                  <a:pt x="68998" y="27146"/>
                </a:lnTo>
                <a:lnTo>
                  <a:pt x="69187" y="26998"/>
                </a:lnTo>
                <a:lnTo>
                  <a:pt x="69383" y="26855"/>
                </a:lnTo>
                <a:lnTo>
                  <a:pt x="69586" y="26715"/>
                </a:lnTo>
                <a:lnTo>
                  <a:pt x="69795" y="26580"/>
                </a:lnTo>
                <a:lnTo>
                  <a:pt x="70008" y="26451"/>
                </a:lnTo>
                <a:lnTo>
                  <a:pt x="70226" y="26327"/>
                </a:lnTo>
                <a:lnTo>
                  <a:pt x="70448" y="26210"/>
                </a:lnTo>
                <a:lnTo>
                  <a:pt x="70675" y="26098"/>
                </a:lnTo>
                <a:lnTo>
                  <a:pt x="70906" y="25992"/>
                </a:lnTo>
                <a:lnTo>
                  <a:pt x="71141" y="25891"/>
                </a:lnTo>
                <a:lnTo>
                  <a:pt x="71381" y="25797"/>
                </a:lnTo>
                <a:lnTo>
                  <a:pt x="71626" y="25708"/>
                </a:lnTo>
                <a:lnTo>
                  <a:pt x="71875" y="25624"/>
                </a:lnTo>
                <a:lnTo>
                  <a:pt x="72128" y="25547"/>
                </a:lnTo>
                <a:lnTo>
                  <a:pt x="72386" y="25475"/>
                </a:lnTo>
                <a:lnTo>
                  <a:pt x="72649" y="25409"/>
                </a:lnTo>
                <a:lnTo>
                  <a:pt x="72916" y="25349"/>
                </a:lnTo>
                <a:lnTo>
                  <a:pt x="73187" y="25294"/>
                </a:lnTo>
                <a:lnTo>
                  <a:pt x="73463" y="25246"/>
                </a:lnTo>
                <a:lnTo>
                  <a:pt x="73743" y="25203"/>
                </a:lnTo>
                <a:lnTo>
                  <a:pt x="74027" y="25165"/>
                </a:lnTo>
                <a:lnTo>
                  <a:pt x="74317" y="25134"/>
                </a:lnTo>
                <a:lnTo>
                  <a:pt x="74610" y="25108"/>
                </a:lnTo>
                <a:lnTo>
                  <a:pt x="74908" y="25088"/>
                </a:lnTo>
                <a:lnTo>
                  <a:pt x="75211" y="25073"/>
                </a:lnTo>
                <a:lnTo>
                  <a:pt x="75518" y="25065"/>
                </a:lnTo>
                <a:lnTo>
                  <a:pt x="75829" y="25062"/>
                </a:lnTo>
                <a:lnTo>
                  <a:pt x="76170" y="25065"/>
                </a:lnTo>
                <a:lnTo>
                  <a:pt x="76506" y="25076"/>
                </a:lnTo>
                <a:lnTo>
                  <a:pt x="76835" y="25094"/>
                </a:lnTo>
                <a:lnTo>
                  <a:pt x="77158" y="25119"/>
                </a:lnTo>
                <a:lnTo>
                  <a:pt x="77475" y="25152"/>
                </a:lnTo>
                <a:lnTo>
                  <a:pt x="77786" y="25191"/>
                </a:lnTo>
                <a:lnTo>
                  <a:pt x="78091" y="25238"/>
                </a:lnTo>
                <a:lnTo>
                  <a:pt x="78390" y="25291"/>
                </a:lnTo>
                <a:lnTo>
                  <a:pt x="78683" y="25352"/>
                </a:lnTo>
                <a:lnTo>
                  <a:pt x="78970" y="25421"/>
                </a:lnTo>
                <a:lnTo>
                  <a:pt x="79250" y="25496"/>
                </a:lnTo>
                <a:lnTo>
                  <a:pt x="79525" y="25578"/>
                </a:lnTo>
                <a:lnTo>
                  <a:pt x="79793" y="25668"/>
                </a:lnTo>
                <a:lnTo>
                  <a:pt x="80056" y="25765"/>
                </a:lnTo>
                <a:lnTo>
                  <a:pt x="80312" y="25869"/>
                </a:lnTo>
                <a:lnTo>
                  <a:pt x="80563" y="25980"/>
                </a:lnTo>
                <a:lnTo>
                  <a:pt x="80807" y="26099"/>
                </a:lnTo>
                <a:lnTo>
                  <a:pt x="81045" y="26224"/>
                </a:lnTo>
                <a:lnTo>
                  <a:pt x="81277" y="26357"/>
                </a:lnTo>
                <a:lnTo>
                  <a:pt x="81503" y="26497"/>
                </a:lnTo>
                <a:lnTo>
                  <a:pt x="81723" y="26644"/>
                </a:lnTo>
                <a:lnTo>
                  <a:pt x="81937" y="26798"/>
                </a:lnTo>
                <a:lnTo>
                  <a:pt x="82145" y="26959"/>
                </a:lnTo>
                <a:lnTo>
                  <a:pt x="82347" y="27128"/>
                </a:lnTo>
                <a:lnTo>
                  <a:pt x="82542" y="27303"/>
                </a:lnTo>
                <a:lnTo>
                  <a:pt x="82728" y="27483"/>
                </a:lnTo>
                <a:lnTo>
                  <a:pt x="82907" y="27669"/>
                </a:lnTo>
                <a:lnTo>
                  <a:pt x="83076" y="27861"/>
                </a:lnTo>
                <a:lnTo>
                  <a:pt x="83238" y="28058"/>
                </a:lnTo>
                <a:lnTo>
                  <a:pt x="83391" y="28261"/>
                </a:lnTo>
                <a:lnTo>
                  <a:pt x="83536" y="28469"/>
                </a:lnTo>
                <a:lnTo>
                  <a:pt x="83673" y="28683"/>
                </a:lnTo>
                <a:lnTo>
                  <a:pt x="83802" y="28903"/>
                </a:lnTo>
                <a:lnTo>
                  <a:pt x="83922" y="29128"/>
                </a:lnTo>
                <a:lnTo>
                  <a:pt x="84034" y="29359"/>
                </a:lnTo>
                <a:lnTo>
                  <a:pt x="84137" y="29595"/>
                </a:lnTo>
                <a:lnTo>
                  <a:pt x="84233" y="29837"/>
                </a:lnTo>
                <a:lnTo>
                  <a:pt x="84320" y="30084"/>
                </a:lnTo>
                <a:lnTo>
                  <a:pt x="84398" y="30337"/>
                </a:lnTo>
                <a:lnTo>
                  <a:pt x="84469" y="30596"/>
                </a:lnTo>
                <a:lnTo>
                  <a:pt x="84531" y="30860"/>
                </a:lnTo>
                <a:lnTo>
                  <a:pt x="84585" y="31130"/>
                </a:lnTo>
                <a:lnTo>
                  <a:pt x="84630" y="31405"/>
                </a:lnTo>
                <a:lnTo>
                  <a:pt x="84668" y="31686"/>
                </a:lnTo>
                <a:lnTo>
                  <a:pt x="84697" y="31973"/>
                </a:lnTo>
                <a:lnTo>
                  <a:pt x="84718" y="32265"/>
                </a:lnTo>
                <a:lnTo>
                  <a:pt x="84730" y="32563"/>
                </a:lnTo>
                <a:lnTo>
                  <a:pt x="84734" y="32866"/>
                </a:lnTo>
                <a:lnTo>
                  <a:pt x="84734" y="37180"/>
                </a:lnTo>
                <a:lnTo>
                  <a:pt x="72158" y="37180"/>
                </a:lnTo>
                <a:lnTo>
                  <a:pt x="71407" y="37187"/>
                </a:lnTo>
                <a:lnTo>
                  <a:pt x="70672" y="37208"/>
                </a:lnTo>
                <a:lnTo>
                  <a:pt x="69950" y="37243"/>
                </a:lnTo>
                <a:lnTo>
                  <a:pt x="69243" y="37293"/>
                </a:lnTo>
                <a:lnTo>
                  <a:pt x="68550" y="37356"/>
                </a:lnTo>
                <a:lnTo>
                  <a:pt x="67872" y="37433"/>
                </a:lnTo>
                <a:lnTo>
                  <a:pt x="67207" y="37524"/>
                </a:lnTo>
                <a:lnTo>
                  <a:pt x="66558" y="37629"/>
                </a:lnTo>
                <a:lnTo>
                  <a:pt x="65922" y="37748"/>
                </a:lnTo>
                <a:lnTo>
                  <a:pt x="65301" y="37882"/>
                </a:lnTo>
                <a:lnTo>
                  <a:pt x="64694" y="38029"/>
                </a:lnTo>
                <a:lnTo>
                  <a:pt x="64102" y="38190"/>
                </a:lnTo>
                <a:lnTo>
                  <a:pt x="63524" y="38366"/>
                </a:lnTo>
                <a:lnTo>
                  <a:pt x="62960" y="38555"/>
                </a:lnTo>
                <a:lnTo>
                  <a:pt x="62411" y="38758"/>
                </a:lnTo>
                <a:lnTo>
                  <a:pt x="61876" y="38976"/>
                </a:lnTo>
                <a:lnTo>
                  <a:pt x="61355" y="39207"/>
                </a:lnTo>
                <a:lnTo>
                  <a:pt x="60849" y="39453"/>
                </a:lnTo>
                <a:lnTo>
                  <a:pt x="60357" y="39712"/>
                </a:lnTo>
                <a:lnTo>
                  <a:pt x="59879" y="39986"/>
                </a:lnTo>
                <a:lnTo>
                  <a:pt x="59416" y="40273"/>
                </a:lnTo>
                <a:lnTo>
                  <a:pt x="58967" y="40575"/>
                </a:lnTo>
                <a:lnTo>
                  <a:pt x="58532" y="40891"/>
                </a:lnTo>
                <a:lnTo>
                  <a:pt x="58112" y="41220"/>
                </a:lnTo>
                <a:lnTo>
                  <a:pt x="57707" y="41563"/>
                </a:lnTo>
                <a:lnTo>
                  <a:pt x="57320" y="41917"/>
                </a:lnTo>
                <a:lnTo>
                  <a:pt x="56950" y="42283"/>
                </a:lnTo>
                <a:lnTo>
                  <a:pt x="56597" y="42661"/>
                </a:lnTo>
                <a:lnTo>
                  <a:pt x="56261" y="43050"/>
                </a:lnTo>
                <a:lnTo>
                  <a:pt x="55943" y="43452"/>
                </a:lnTo>
                <a:lnTo>
                  <a:pt x="55642" y="43865"/>
                </a:lnTo>
                <a:lnTo>
                  <a:pt x="55358" y="44290"/>
                </a:lnTo>
                <a:lnTo>
                  <a:pt x="55091" y="44727"/>
                </a:lnTo>
                <a:lnTo>
                  <a:pt x="54841" y="45175"/>
                </a:lnTo>
                <a:lnTo>
                  <a:pt x="54609" y="45636"/>
                </a:lnTo>
                <a:lnTo>
                  <a:pt x="54394" y="46108"/>
                </a:lnTo>
                <a:lnTo>
                  <a:pt x="54196" y="46592"/>
                </a:lnTo>
                <a:lnTo>
                  <a:pt x="54015" y="47088"/>
                </a:lnTo>
                <a:lnTo>
                  <a:pt x="53851" y="47595"/>
                </a:lnTo>
                <a:lnTo>
                  <a:pt x="53705" y="48115"/>
                </a:lnTo>
                <a:lnTo>
                  <a:pt x="53576" y="48646"/>
                </a:lnTo>
                <a:lnTo>
                  <a:pt x="53464" y="49189"/>
                </a:lnTo>
                <a:lnTo>
                  <a:pt x="53369" y="49744"/>
                </a:lnTo>
                <a:lnTo>
                  <a:pt x="53292" y="50310"/>
                </a:lnTo>
                <a:lnTo>
                  <a:pt x="53232" y="50888"/>
                </a:lnTo>
                <a:lnTo>
                  <a:pt x="53189" y="51479"/>
                </a:lnTo>
                <a:lnTo>
                  <a:pt x="53163" y="52081"/>
                </a:lnTo>
                <a:lnTo>
                  <a:pt x="53154" y="52694"/>
                </a:lnTo>
                <a:lnTo>
                  <a:pt x="53162" y="53271"/>
                </a:lnTo>
                <a:lnTo>
                  <a:pt x="53185" y="53837"/>
                </a:lnTo>
                <a:lnTo>
                  <a:pt x="53225" y="54394"/>
                </a:lnTo>
                <a:lnTo>
                  <a:pt x="53279" y="54941"/>
                </a:lnTo>
                <a:lnTo>
                  <a:pt x="53349" y="55478"/>
                </a:lnTo>
                <a:lnTo>
                  <a:pt x="53435" y="56005"/>
                </a:lnTo>
                <a:lnTo>
                  <a:pt x="53537" y="56522"/>
                </a:lnTo>
                <a:lnTo>
                  <a:pt x="53654" y="57030"/>
                </a:lnTo>
                <a:lnTo>
                  <a:pt x="53787" y="57527"/>
                </a:lnTo>
                <a:lnTo>
                  <a:pt x="53935" y="58015"/>
                </a:lnTo>
                <a:lnTo>
                  <a:pt x="54099" y="58492"/>
                </a:lnTo>
                <a:lnTo>
                  <a:pt x="54279" y="58960"/>
                </a:lnTo>
                <a:lnTo>
                  <a:pt x="54474" y="59418"/>
                </a:lnTo>
                <a:lnTo>
                  <a:pt x="54685" y="59866"/>
                </a:lnTo>
                <a:lnTo>
                  <a:pt x="54911" y="60304"/>
                </a:lnTo>
                <a:lnTo>
                  <a:pt x="55153" y="60732"/>
                </a:lnTo>
                <a:lnTo>
                  <a:pt x="55411" y="61151"/>
                </a:lnTo>
                <a:lnTo>
                  <a:pt x="55684" y="61559"/>
                </a:lnTo>
                <a:lnTo>
                  <a:pt x="55973" y="61958"/>
                </a:lnTo>
                <a:lnTo>
                  <a:pt x="56278" y="62347"/>
                </a:lnTo>
                <a:lnTo>
                  <a:pt x="56598" y="62725"/>
                </a:lnTo>
                <a:lnTo>
                  <a:pt x="56934" y="63094"/>
                </a:lnTo>
                <a:lnTo>
                  <a:pt x="57285" y="63453"/>
                </a:lnTo>
                <a:lnTo>
                  <a:pt x="57652" y="63803"/>
                </a:lnTo>
                <a:lnTo>
                  <a:pt x="58033" y="64140"/>
                </a:lnTo>
                <a:lnTo>
                  <a:pt x="58425" y="64462"/>
                </a:lnTo>
                <a:lnTo>
                  <a:pt x="58829" y="64771"/>
                </a:lnTo>
                <a:lnTo>
                  <a:pt x="59244" y="65065"/>
                </a:lnTo>
                <a:lnTo>
                  <a:pt x="59670" y="65345"/>
                </a:lnTo>
                <a:lnTo>
                  <a:pt x="60108" y="65610"/>
                </a:lnTo>
                <a:lnTo>
                  <a:pt x="60558" y="65861"/>
                </a:lnTo>
                <a:lnTo>
                  <a:pt x="61019" y="66098"/>
                </a:lnTo>
                <a:lnTo>
                  <a:pt x="61491" y="66320"/>
                </a:lnTo>
                <a:lnTo>
                  <a:pt x="61975" y="66528"/>
                </a:lnTo>
                <a:lnTo>
                  <a:pt x="62471" y="66722"/>
                </a:lnTo>
                <a:lnTo>
                  <a:pt x="62977" y="66901"/>
                </a:lnTo>
                <a:lnTo>
                  <a:pt x="63496" y="67066"/>
                </a:lnTo>
                <a:lnTo>
                  <a:pt x="64026" y="67216"/>
                </a:lnTo>
                <a:lnTo>
                  <a:pt x="64567" y="67353"/>
                </a:lnTo>
                <a:lnTo>
                  <a:pt x="65119" y="67475"/>
                </a:lnTo>
                <a:lnTo>
                  <a:pt x="65684" y="67582"/>
                </a:lnTo>
                <a:lnTo>
                  <a:pt x="66259" y="67675"/>
                </a:lnTo>
                <a:lnTo>
                  <a:pt x="66846" y="67754"/>
                </a:lnTo>
                <a:lnTo>
                  <a:pt x="67445" y="67819"/>
                </a:lnTo>
                <a:lnTo>
                  <a:pt x="68055" y="67869"/>
                </a:lnTo>
                <a:lnTo>
                  <a:pt x="68677" y="67905"/>
                </a:lnTo>
                <a:lnTo>
                  <a:pt x="69310" y="67926"/>
                </a:lnTo>
                <a:lnTo>
                  <a:pt x="69954" y="67934"/>
                </a:lnTo>
                <a:lnTo>
                  <a:pt x="70523" y="67928"/>
                </a:lnTo>
                <a:lnTo>
                  <a:pt x="71083" y="67911"/>
                </a:lnTo>
                <a:lnTo>
                  <a:pt x="71632" y="67882"/>
                </a:lnTo>
                <a:lnTo>
                  <a:pt x="72173" y="67842"/>
                </a:lnTo>
                <a:lnTo>
                  <a:pt x="72703" y="67790"/>
                </a:lnTo>
                <a:lnTo>
                  <a:pt x="73225" y="67727"/>
                </a:lnTo>
                <a:lnTo>
                  <a:pt x="73736" y="67653"/>
                </a:lnTo>
                <a:lnTo>
                  <a:pt x="74238" y="67567"/>
                </a:lnTo>
                <a:lnTo>
                  <a:pt x="74731" y="67469"/>
                </a:lnTo>
                <a:lnTo>
                  <a:pt x="75214" y="67360"/>
                </a:lnTo>
                <a:lnTo>
                  <a:pt x="75687" y="67239"/>
                </a:lnTo>
                <a:lnTo>
                  <a:pt x="76151" y="67108"/>
                </a:lnTo>
                <a:lnTo>
                  <a:pt x="76605" y="66964"/>
                </a:lnTo>
                <a:lnTo>
                  <a:pt x="77049" y="66809"/>
                </a:lnTo>
                <a:lnTo>
                  <a:pt x="77485" y="66643"/>
                </a:lnTo>
                <a:lnTo>
                  <a:pt x="77910" y="66465"/>
                </a:lnTo>
                <a:lnTo>
                  <a:pt x="78326" y="66276"/>
                </a:lnTo>
                <a:lnTo>
                  <a:pt x="78732" y="66075"/>
                </a:lnTo>
                <a:lnTo>
                  <a:pt x="79129" y="65863"/>
                </a:lnTo>
                <a:lnTo>
                  <a:pt x="79517" y="65639"/>
                </a:lnTo>
                <a:lnTo>
                  <a:pt x="79894" y="65404"/>
                </a:lnTo>
                <a:lnTo>
                  <a:pt x="80262" y="65157"/>
                </a:lnTo>
                <a:lnTo>
                  <a:pt x="80621" y="64899"/>
                </a:lnTo>
                <a:lnTo>
                  <a:pt x="80970" y="64629"/>
                </a:lnTo>
                <a:lnTo>
                  <a:pt x="81307" y="64350"/>
                </a:lnTo>
                <a:lnTo>
                  <a:pt x="81630" y="64062"/>
                </a:lnTo>
                <a:lnTo>
                  <a:pt x="81939" y="63767"/>
                </a:lnTo>
                <a:lnTo>
                  <a:pt x="82233" y="63464"/>
                </a:lnTo>
                <a:lnTo>
                  <a:pt x="82513" y="63153"/>
                </a:lnTo>
                <a:lnTo>
                  <a:pt x="82778" y="62833"/>
                </a:lnTo>
                <a:lnTo>
                  <a:pt x="83029" y="62506"/>
                </a:lnTo>
                <a:lnTo>
                  <a:pt x="83266" y="62171"/>
                </a:lnTo>
                <a:lnTo>
                  <a:pt x="83488" y="61828"/>
                </a:lnTo>
                <a:lnTo>
                  <a:pt x="83696" y="61477"/>
                </a:lnTo>
                <a:lnTo>
                  <a:pt x="83890" y="61118"/>
                </a:lnTo>
                <a:lnTo>
                  <a:pt x="84069" y="60751"/>
                </a:lnTo>
                <a:lnTo>
                  <a:pt x="84234" y="60376"/>
                </a:lnTo>
                <a:lnTo>
                  <a:pt x="84385" y="59993"/>
                </a:lnTo>
                <a:lnTo>
                  <a:pt x="84521" y="59602"/>
                </a:lnTo>
                <a:lnTo>
                  <a:pt x="84643" y="59203"/>
                </a:lnTo>
                <a:lnTo>
                  <a:pt x="84751" y="58796"/>
                </a:lnTo>
                <a:lnTo>
                  <a:pt x="84844" y="58381"/>
                </a:lnTo>
                <a:lnTo>
                  <a:pt x="84877" y="58204"/>
                </a:lnTo>
                <a:lnTo>
                  <a:pt x="85102" y="58204"/>
                </a:lnTo>
                <a:lnTo>
                  <a:pt x="85102" y="67016"/>
                </a:lnTo>
                <a:lnTo>
                  <a:pt x="96210" y="67016"/>
                </a:lnTo>
                <a:lnTo>
                  <a:pt x="96210" y="32773"/>
                </a:lnTo>
                <a:close/>
                <a:moveTo>
                  <a:pt x="72360" y="59247"/>
                </a:moveTo>
                <a:lnTo>
                  <a:pt x="72036" y="59215"/>
                </a:lnTo>
                <a:lnTo>
                  <a:pt x="71718" y="59176"/>
                </a:lnTo>
                <a:lnTo>
                  <a:pt x="71407" y="59129"/>
                </a:lnTo>
                <a:lnTo>
                  <a:pt x="71101" y="59075"/>
                </a:lnTo>
                <a:lnTo>
                  <a:pt x="70802" y="59014"/>
                </a:lnTo>
                <a:lnTo>
                  <a:pt x="70509" y="58946"/>
                </a:lnTo>
                <a:lnTo>
                  <a:pt x="70223" y="58871"/>
                </a:lnTo>
                <a:lnTo>
                  <a:pt x="69942" y="58788"/>
                </a:lnTo>
                <a:lnTo>
                  <a:pt x="69668" y="58699"/>
                </a:lnTo>
                <a:lnTo>
                  <a:pt x="69400" y="58602"/>
                </a:lnTo>
                <a:lnTo>
                  <a:pt x="69138" y="58498"/>
                </a:lnTo>
                <a:lnTo>
                  <a:pt x="68883" y="58387"/>
                </a:lnTo>
                <a:lnTo>
                  <a:pt x="68633" y="58269"/>
                </a:lnTo>
                <a:lnTo>
                  <a:pt x="68390" y="58143"/>
                </a:lnTo>
                <a:lnTo>
                  <a:pt x="68153" y="58011"/>
                </a:lnTo>
                <a:lnTo>
                  <a:pt x="67922" y="57871"/>
                </a:lnTo>
                <a:lnTo>
                  <a:pt x="67698" y="57724"/>
                </a:lnTo>
                <a:lnTo>
                  <a:pt x="67479" y="57570"/>
                </a:lnTo>
                <a:lnTo>
                  <a:pt x="67267" y="57408"/>
                </a:lnTo>
                <a:lnTo>
                  <a:pt x="67061" y="57240"/>
                </a:lnTo>
                <a:lnTo>
                  <a:pt x="66863" y="57065"/>
                </a:lnTo>
                <a:lnTo>
                  <a:pt x="66673" y="56885"/>
                </a:lnTo>
                <a:lnTo>
                  <a:pt x="66492" y="56700"/>
                </a:lnTo>
                <a:lnTo>
                  <a:pt x="66318" y="56509"/>
                </a:lnTo>
                <a:lnTo>
                  <a:pt x="66154" y="56313"/>
                </a:lnTo>
                <a:lnTo>
                  <a:pt x="65998" y="56112"/>
                </a:lnTo>
                <a:lnTo>
                  <a:pt x="65850" y="55906"/>
                </a:lnTo>
                <a:lnTo>
                  <a:pt x="65710" y="55694"/>
                </a:lnTo>
                <a:lnTo>
                  <a:pt x="65580" y="55477"/>
                </a:lnTo>
                <a:lnTo>
                  <a:pt x="65457" y="55255"/>
                </a:lnTo>
                <a:lnTo>
                  <a:pt x="65343" y="55028"/>
                </a:lnTo>
                <a:lnTo>
                  <a:pt x="65238" y="54795"/>
                </a:lnTo>
                <a:lnTo>
                  <a:pt x="65141" y="54557"/>
                </a:lnTo>
                <a:lnTo>
                  <a:pt x="65052" y="54314"/>
                </a:lnTo>
                <a:lnTo>
                  <a:pt x="64972" y="54066"/>
                </a:lnTo>
                <a:lnTo>
                  <a:pt x="64900" y="53812"/>
                </a:lnTo>
                <a:lnTo>
                  <a:pt x="64837" y="53553"/>
                </a:lnTo>
                <a:lnTo>
                  <a:pt x="64782" y="53289"/>
                </a:lnTo>
                <a:lnTo>
                  <a:pt x="64735" y="53019"/>
                </a:lnTo>
                <a:lnTo>
                  <a:pt x="64697" y="52745"/>
                </a:lnTo>
                <a:lnTo>
                  <a:pt x="64668" y="52465"/>
                </a:lnTo>
                <a:lnTo>
                  <a:pt x="64647" y="52179"/>
                </a:lnTo>
                <a:lnTo>
                  <a:pt x="64634" y="51889"/>
                </a:lnTo>
                <a:lnTo>
                  <a:pt x="64630" y="51593"/>
                </a:lnTo>
                <a:lnTo>
                  <a:pt x="64633" y="51320"/>
                </a:lnTo>
                <a:lnTo>
                  <a:pt x="64644" y="51051"/>
                </a:lnTo>
                <a:lnTo>
                  <a:pt x="64663" y="50787"/>
                </a:lnTo>
                <a:lnTo>
                  <a:pt x="64688" y="50527"/>
                </a:lnTo>
                <a:lnTo>
                  <a:pt x="64721" y="50272"/>
                </a:lnTo>
                <a:lnTo>
                  <a:pt x="64762" y="50021"/>
                </a:lnTo>
                <a:lnTo>
                  <a:pt x="64809" y="49775"/>
                </a:lnTo>
                <a:lnTo>
                  <a:pt x="64864" y="49533"/>
                </a:lnTo>
                <a:lnTo>
                  <a:pt x="64927" y="49295"/>
                </a:lnTo>
                <a:lnTo>
                  <a:pt x="64996" y="49062"/>
                </a:lnTo>
                <a:lnTo>
                  <a:pt x="65073" y="48834"/>
                </a:lnTo>
                <a:lnTo>
                  <a:pt x="65157" y="48610"/>
                </a:lnTo>
                <a:lnTo>
                  <a:pt x="65249" y="48390"/>
                </a:lnTo>
                <a:lnTo>
                  <a:pt x="65348" y="48175"/>
                </a:lnTo>
                <a:lnTo>
                  <a:pt x="65454" y="47964"/>
                </a:lnTo>
                <a:lnTo>
                  <a:pt x="65568" y="47758"/>
                </a:lnTo>
                <a:lnTo>
                  <a:pt x="65689" y="47556"/>
                </a:lnTo>
                <a:lnTo>
                  <a:pt x="65817" y="47359"/>
                </a:lnTo>
                <a:lnTo>
                  <a:pt x="65953" y="47166"/>
                </a:lnTo>
                <a:lnTo>
                  <a:pt x="66096" y="46978"/>
                </a:lnTo>
                <a:lnTo>
                  <a:pt x="66246" y="46794"/>
                </a:lnTo>
                <a:lnTo>
                  <a:pt x="66404" y="46614"/>
                </a:lnTo>
                <a:lnTo>
                  <a:pt x="66568" y="46439"/>
                </a:lnTo>
                <a:lnTo>
                  <a:pt x="66741" y="46269"/>
                </a:lnTo>
                <a:lnTo>
                  <a:pt x="66919" y="46104"/>
                </a:lnTo>
                <a:lnTo>
                  <a:pt x="67102" y="45946"/>
                </a:lnTo>
                <a:lnTo>
                  <a:pt x="67290" y="45795"/>
                </a:lnTo>
                <a:lnTo>
                  <a:pt x="67483" y="45652"/>
                </a:lnTo>
                <a:lnTo>
                  <a:pt x="67681" y="45515"/>
                </a:lnTo>
                <a:lnTo>
                  <a:pt x="67883" y="45385"/>
                </a:lnTo>
                <a:lnTo>
                  <a:pt x="68090" y="45262"/>
                </a:lnTo>
                <a:lnTo>
                  <a:pt x="68302" y="45147"/>
                </a:lnTo>
                <a:lnTo>
                  <a:pt x="68518" y="45038"/>
                </a:lnTo>
                <a:lnTo>
                  <a:pt x="68740" y="44936"/>
                </a:lnTo>
                <a:lnTo>
                  <a:pt x="68966" y="44841"/>
                </a:lnTo>
                <a:lnTo>
                  <a:pt x="69197" y="44754"/>
                </a:lnTo>
                <a:lnTo>
                  <a:pt x="69433" y="44673"/>
                </a:lnTo>
                <a:lnTo>
                  <a:pt x="69673" y="44599"/>
                </a:lnTo>
                <a:lnTo>
                  <a:pt x="69919" y="44533"/>
                </a:lnTo>
                <a:lnTo>
                  <a:pt x="70169" y="44473"/>
                </a:lnTo>
                <a:lnTo>
                  <a:pt x="70423" y="44421"/>
                </a:lnTo>
                <a:lnTo>
                  <a:pt x="70683" y="44375"/>
                </a:lnTo>
                <a:lnTo>
                  <a:pt x="70947" y="44336"/>
                </a:lnTo>
                <a:lnTo>
                  <a:pt x="71217" y="44305"/>
                </a:lnTo>
                <a:lnTo>
                  <a:pt x="71491" y="44280"/>
                </a:lnTo>
                <a:lnTo>
                  <a:pt x="71769" y="44263"/>
                </a:lnTo>
                <a:lnTo>
                  <a:pt x="72053" y="44252"/>
                </a:lnTo>
                <a:lnTo>
                  <a:pt x="72341" y="44249"/>
                </a:lnTo>
                <a:lnTo>
                  <a:pt x="84734" y="44249"/>
                </a:lnTo>
                <a:lnTo>
                  <a:pt x="84734" y="50400"/>
                </a:lnTo>
                <a:lnTo>
                  <a:pt x="84729" y="50726"/>
                </a:lnTo>
                <a:lnTo>
                  <a:pt x="84713" y="51047"/>
                </a:lnTo>
                <a:lnTo>
                  <a:pt x="84686" y="51364"/>
                </a:lnTo>
                <a:lnTo>
                  <a:pt x="84649" y="51675"/>
                </a:lnTo>
                <a:lnTo>
                  <a:pt x="84601" y="51981"/>
                </a:lnTo>
                <a:lnTo>
                  <a:pt x="84542" y="52282"/>
                </a:lnTo>
                <a:lnTo>
                  <a:pt x="84472" y="52578"/>
                </a:lnTo>
                <a:lnTo>
                  <a:pt x="84392" y="52868"/>
                </a:lnTo>
                <a:lnTo>
                  <a:pt x="84301" y="53154"/>
                </a:lnTo>
                <a:lnTo>
                  <a:pt x="84200" y="53434"/>
                </a:lnTo>
                <a:lnTo>
                  <a:pt x="84088" y="53710"/>
                </a:lnTo>
                <a:lnTo>
                  <a:pt x="83965" y="53980"/>
                </a:lnTo>
                <a:lnTo>
                  <a:pt x="83832" y="54245"/>
                </a:lnTo>
                <a:lnTo>
                  <a:pt x="83687" y="54506"/>
                </a:lnTo>
                <a:lnTo>
                  <a:pt x="83532" y="54761"/>
                </a:lnTo>
                <a:lnTo>
                  <a:pt x="83367" y="55011"/>
                </a:lnTo>
                <a:lnTo>
                  <a:pt x="83191" y="55255"/>
                </a:lnTo>
                <a:lnTo>
                  <a:pt x="83004" y="55495"/>
                </a:lnTo>
                <a:lnTo>
                  <a:pt x="82806" y="55730"/>
                </a:lnTo>
                <a:lnTo>
                  <a:pt x="82598" y="55959"/>
                </a:lnTo>
                <a:lnTo>
                  <a:pt x="82379" y="56184"/>
                </a:lnTo>
                <a:lnTo>
                  <a:pt x="82149" y="56403"/>
                </a:lnTo>
                <a:lnTo>
                  <a:pt x="81909" y="56617"/>
                </a:lnTo>
                <a:lnTo>
                  <a:pt x="81658" y="56827"/>
                </a:lnTo>
                <a:lnTo>
                  <a:pt x="81399" y="57029"/>
                </a:lnTo>
                <a:lnTo>
                  <a:pt x="81133" y="57222"/>
                </a:lnTo>
                <a:lnTo>
                  <a:pt x="80861" y="57407"/>
                </a:lnTo>
                <a:lnTo>
                  <a:pt x="80583" y="57584"/>
                </a:lnTo>
                <a:lnTo>
                  <a:pt x="80299" y="57752"/>
                </a:lnTo>
                <a:lnTo>
                  <a:pt x="80009" y="57911"/>
                </a:lnTo>
                <a:lnTo>
                  <a:pt x="79712" y="58061"/>
                </a:lnTo>
                <a:lnTo>
                  <a:pt x="79409" y="58203"/>
                </a:lnTo>
                <a:lnTo>
                  <a:pt x="79100" y="58337"/>
                </a:lnTo>
                <a:lnTo>
                  <a:pt x="78785" y="58461"/>
                </a:lnTo>
                <a:lnTo>
                  <a:pt x="78463" y="58578"/>
                </a:lnTo>
                <a:lnTo>
                  <a:pt x="78136" y="58685"/>
                </a:lnTo>
                <a:lnTo>
                  <a:pt x="77802" y="58784"/>
                </a:lnTo>
                <a:lnTo>
                  <a:pt x="77461" y="58874"/>
                </a:lnTo>
                <a:lnTo>
                  <a:pt x="77115" y="58956"/>
                </a:lnTo>
                <a:lnTo>
                  <a:pt x="76763" y="59029"/>
                </a:lnTo>
                <a:lnTo>
                  <a:pt x="76404" y="59094"/>
                </a:lnTo>
                <a:lnTo>
                  <a:pt x="76039" y="59150"/>
                </a:lnTo>
                <a:lnTo>
                  <a:pt x="75668" y="59197"/>
                </a:lnTo>
                <a:lnTo>
                  <a:pt x="75290" y="59236"/>
                </a:lnTo>
                <a:lnTo>
                  <a:pt x="74906" y="59266"/>
                </a:lnTo>
                <a:lnTo>
                  <a:pt x="74517" y="59287"/>
                </a:lnTo>
                <a:lnTo>
                  <a:pt x="74120" y="59300"/>
                </a:lnTo>
                <a:lnTo>
                  <a:pt x="73718" y="59305"/>
                </a:lnTo>
                <a:lnTo>
                  <a:pt x="73369" y="59301"/>
                </a:lnTo>
                <a:lnTo>
                  <a:pt x="73027" y="59290"/>
                </a:lnTo>
                <a:lnTo>
                  <a:pt x="72690" y="59272"/>
                </a:lnTo>
                <a:lnTo>
                  <a:pt x="72360" y="59247"/>
                </a:lnTo>
                <a:close/>
                <a:moveTo>
                  <a:pt x="249111" y="56639"/>
                </a:moveTo>
                <a:lnTo>
                  <a:pt x="248888" y="56631"/>
                </a:lnTo>
                <a:lnTo>
                  <a:pt x="248668" y="56617"/>
                </a:lnTo>
                <a:lnTo>
                  <a:pt x="248453" y="56597"/>
                </a:lnTo>
                <a:lnTo>
                  <a:pt x="248241" y="56572"/>
                </a:lnTo>
                <a:lnTo>
                  <a:pt x="248034" y="56541"/>
                </a:lnTo>
                <a:lnTo>
                  <a:pt x="247830" y="56505"/>
                </a:lnTo>
                <a:lnTo>
                  <a:pt x="247630" y="56463"/>
                </a:lnTo>
                <a:lnTo>
                  <a:pt x="247435" y="56416"/>
                </a:lnTo>
                <a:lnTo>
                  <a:pt x="247243" y="56363"/>
                </a:lnTo>
                <a:lnTo>
                  <a:pt x="247055" y="56305"/>
                </a:lnTo>
                <a:lnTo>
                  <a:pt x="246872" y="56240"/>
                </a:lnTo>
                <a:lnTo>
                  <a:pt x="246692" y="56171"/>
                </a:lnTo>
                <a:lnTo>
                  <a:pt x="246516" y="56095"/>
                </a:lnTo>
                <a:lnTo>
                  <a:pt x="246345" y="56015"/>
                </a:lnTo>
                <a:lnTo>
                  <a:pt x="246177" y="55928"/>
                </a:lnTo>
                <a:lnTo>
                  <a:pt x="246013" y="55836"/>
                </a:lnTo>
                <a:lnTo>
                  <a:pt x="245853" y="55739"/>
                </a:lnTo>
                <a:lnTo>
                  <a:pt x="245697" y="55636"/>
                </a:lnTo>
                <a:lnTo>
                  <a:pt x="245546" y="55527"/>
                </a:lnTo>
                <a:lnTo>
                  <a:pt x="245398" y="55413"/>
                </a:lnTo>
                <a:lnTo>
                  <a:pt x="245254" y="55293"/>
                </a:lnTo>
                <a:lnTo>
                  <a:pt x="245114" y="55167"/>
                </a:lnTo>
                <a:lnTo>
                  <a:pt x="244978" y="55036"/>
                </a:lnTo>
                <a:lnTo>
                  <a:pt x="244847" y="54901"/>
                </a:lnTo>
                <a:lnTo>
                  <a:pt x="244722" y="54761"/>
                </a:lnTo>
                <a:lnTo>
                  <a:pt x="244602" y="54617"/>
                </a:lnTo>
                <a:lnTo>
                  <a:pt x="244487" y="54469"/>
                </a:lnTo>
                <a:lnTo>
                  <a:pt x="244378" y="54317"/>
                </a:lnTo>
                <a:lnTo>
                  <a:pt x="244275" y="54161"/>
                </a:lnTo>
                <a:lnTo>
                  <a:pt x="244178" y="54002"/>
                </a:lnTo>
                <a:lnTo>
                  <a:pt x="244086" y="53838"/>
                </a:lnTo>
                <a:lnTo>
                  <a:pt x="243999" y="53670"/>
                </a:lnTo>
                <a:lnTo>
                  <a:pt x="243918" y="53498"/>
                </a:lnTo>
                <a:lnTo>
                  <a:pt x="243843" y="53323"/>
                </a:lnTo>
                <a:lnTo>
                  <a:pt x="243773" y="53143"/>
                </a:lnTo>
                <a:lnTo>
                  <a:pt x="243709" y="52959"/>
                </a:lnTo>
                <a:lnTo>
                  <a:pt x="243650" y="52772"/>
                </a:lnTo>
                <a:lnTo>
                  <a:pt x="243597" y="52580"/>
                </a:lnTo>
                <a:lnTo>
                  <a:pt x="243550" y="52384"/>
                </a:lnTo>
                <a:lnTo>
                  <a:pt x="243508" y="52185"/>
                </a:lnTo>
                <a:lnTo>
                  <a:pt x="243472" y="51981"/>
                </a:lnTo>
                <a:lnTo>
                  <a:pt x="243441" y="51773"/>
                </a:lnTo>
                <a:lnTo>
                  <a:pt x="243416" y="51562"/>
                </a:lnTo>
                <a:lnTo>
                  <a:pt x="243397" y="51346"/>
                </a:lnTo>
                <a:lnTo>
                  <a:pt x="243383" y="51127"/>
                </a:lnTo>
                <a:lnTo>
                  <a:pt x="243374" y="50903"/>
                </a:lnTo>
                <a:lnTo>
                  <a:pt x="243371" y="50676"/>
                </a:lnTo>
                <a:lnTo>
                  <a:pt x="243371" y="0"/>
                </a:lnTo>
                <a:lnTo>
                  <a:pt x="215738" y="0"/>
                </a:lnTo>
                <a:lnTo>
                  <a:pt x="215738" y="10373"/>
                </a:lnTo>
                <a:lnTo>
                  <a:pt x="231896" y="10373"/>
                </a:lnTo>
                <a:lnTo>
                  <a:pt x="231896" y="50676"/>
                </a:lnTo>
                <a:lnTo>
                  <a:pt x="231900" y="51079"/>
                </a:lnTo>
                <a:lnTo>
                  <a:pt x="231911" y="51479"/>
                </a:lnTo>
                <a:lnTo>
                  <a:pt x="231929" y="51874"/>
                </a:lnTo>
                <a:lnTo>
                  <a:pt x="231955" y="52265"/>
                </a:lnTo>
                <a:lnTo>
                  <a:pt x="231988" y="52653"/>
                </a:lnTo>
                <a:lnTo>
                  <a:pt x="232028" y="53036"/>
                </a:lnTo>
                <a:lnTo>
                  <a:pt x="232076" y="53416"/>
                </a:lnTo>
                <a:lnTo>
                  <a:pt x="232131" y="53792"/>
                </a:lnTo>
                <a:lnTo>
                  <a:pt x="232193" y="54163"/>
                </a:lnTo>
                <a:lnTo>
                  <a:pt x="232262" y="54531"/>
                </a:lnTo>
                <a:lnTo>
                  <a:pt x="232339" y="54894"/>
                </a:lnTo>
                <a:lnTo>
                  <a:pt x="232424" y="55254"/>
                </a:lnTo>
                <a:lnTo>
                  <a:pt x="232515" y="55610"/>
                </a:lnTo>
                <a:lnTo>
                  <a:pt x="232614" y="55961"/>
                </a:lnTo>
                <a:lnTo>
                  <a:pt x="232721" y="56309"/>
                </a:lnTo>
                <a:lnTo>
                  <a:pt x="232834" y="56652"/>
                </a:lnTo>
                <a:lnTo>
                  <a:pt x="232955" y="56992"/>
                </a:lnTo>
                <a:lnTo>
                  <a:pt x="233083" y="57328"/>
                </a:lnTo>
                <a:lnTo>
                  <a:pt x="233219" y="57660"/>
                </a:lnTo>
                <a:lnTo>
                  <a:pt x="233362" y="57987"/>
                </a:lnTo>
                <a:lnTo>
                  <a:pt x="233512" y="58311"/>
                </a:lnTo>
                <a:lnTo>
                  <a:pt x="233670" y="58631"/>
                </a:lnTo>
                <a:lnTo>
                  <a:pt x="233835" y="58947"/>
                </a:lnTo>
                <a:lnTo>
                  <a:pt x="234007" y="59258"/>
                </a:lnTo>
                <a:lnTo>
                  <a:pt x="234186" y="59565"/>
                </a:lnTo>
                <a:lnTo>
                  <a:pt x="234370" y="59866"/>
                </a:lnTo>
                <a:lnTo>
                  <a:pt x="234560" y="60161"/>
                </a:lnTo>
                <a:lnTo>
                  <a:pt x="234755" y="60451"/>
                </a:lnTo>
                <a:lnTo>
                  <a:pt x="234956" y="60734"/>
                </a:lnTo>
                <a:lnTo>
                  <a:pt x="235163" y="61011"/>
                </a:lnTo>
                <a:lnTo>
                  <a:pt x="235375" y="61283"/>
                </a:lnTo>
                <a:lnTo>
                  <a:pt x="235593" y="61548"/>
                </a:lnTo>
                <a:lnTo>
                  <a:pt x="235816" y="61808"/>
                </a:lnTo>
                <a:lnTo>
                  <a:pt x="236045" y="62062"/>
                </a:lnTo>
                <a:lnTo>
                  <a:pt x="236280" y="62310"/>
                </a:lnTo>
                <a:lnTo>
                  <a:pt x="236520" y="62552"/>
                </a:lnTo>
                <a:lnTo>
                  <a:pt x="236765" y="62788"/>
                </a:lnTo>
                <a:lnTo>
                  <a:pt x="237017" y="63018"/>
                </a:lnTo>
                <a:lnTo>
                  <a:pt x="237273" y="63242"/>
                </a:lnTo>
                <a:lnTo>
                  <a:pt x="237536" y="63461"/>
                </a:lnTo>
                <a:lnTo>
                  <a:pt x="237804" y="63673"/>
                </a:lnTo>
                <a:lnTo>
                  <a:pt x="238077" y="63880"/>
                </a:lnTo>
                <a:lnTo>
                  <a:pt x="238356" y="64081"/>
                </a:lnTo>
                <a:lnTo>
                  <a:pt x="238641" y="64276"/>
                </a:lnTo>
                <a:lnTo>
                  <a:pt x="238931" y="64465"/>
                </a:lnTo>
                <a:lnTo>
                  <a:pt x="239227" y="64648"/>
                </a:lnTo>
                <a:lnTo>
                  <a:pt x="239529" y="64825"/>
                </a:lnTo>
                <a:lnTo>
                  <a:pt x="239836" y="64996"/>
                </a:lnTo>
                <a:lnTo>
                  <a:pt x="240148" y="65161"/>
                </a:lnTo>
                <a:lnTo>
                  <a:pt x="240464" y="65319"/>
                </a:lnTo>
                <a:lnTo>
                  <a:pt x="240785" y="65470"/>
                </a:lnTo>
                <a:lnTo>
                  <a:pt x="241110" y="65613"/>
                </a:lnTo>
                <a:lnTo>
                  <a:pt x="241439" y="65750"/>
                </a:lnTo>
                <a:lnTo>
                  <a:pt x="241773" y="65880"/>
                </a:lnTo>
                <a:lnTo>
                  <a:pt x="242111" y="66003"/>
                </a:lnTo>
                <a:lnTo>
                  <a:pt x="242453" y="66118"/>
                </a:lnTo>
                <a:lnTo>
                  <a:pt x="242799" y="66227"/>
                </a:lnTo>
                <a:lnTo>
                  <a:pt x="243150" y="66329"/>
                </a:lnTo>
                <a:lnTo>
                  <a:pt x="243505" y="66423"/>
                </a:lnTo>
                <a:lnTo>
                  <a:pt x="243865" y="66511"/>
                </a:lnTo>
                <a:lnTo>
                  <a:pt x="244228" y="66592"/>
                </a:lnTo>
                <a:lnTo>
                  <a:pt x="244596" y="66665"/>
                </a:lnTo>
                <a:lnTo>
                  <a:pt x="244968" y="66732"/>
                </a:lnTo>
                <a:lnTo>
                  <a:pt x="245345" y="66792"/>
                </a:lnTo>
                <a:lnTo>
                  <a:pt x="245726" y="66844"/>
                </a:lnTo>
                <a:lnTo>
                  <a:pt x="246111" y="66890"/>
                </a:lnTo>
                <a:lnTo>
                  <a:pt x="246501" y="66928"/>
                </a:lnTo>
                <a:lnTo>
                  <a:pt x="246894" y="66960"/>
                </a:lnTo>
                <a:lnTo>
                  <a:pt x="247292" y="66985"/>
                </a:lnTo>
                <a:lnTo>
                  <a:pt x="247695" y="67002"/>
                </a:lnTo>
                <a:lnTo>
                  <a:pt x="248101" y="67013"/>
                </a:lnTo>
                <a:lnTo>
                  <a:pt x="248512" y="67016"/>
                </a:lnTo>
                <a:lnTo>
                  <a:pt x="264578" y="67016"/>
                </a:lnTo>
                <a:lnTo>
                  <a:pt x="264578" y="56642"/>
                </a:lnTo>
                <a:lnTo>
                  <a:pt x="249339" y="56642"/>
                </a:lnTo>
                <a:lnTo>
                  <a:pt x="249111" y="56639"/>
                </a:lnTo>
                <a:close/>
                <a:moveTo>
                  <a:pt x="332053" y="67016"/>
                </a:moveTo>
                <a:lnTo>
                  <a:pt x="343528" y="67016"/>
                </a:lnTo>
                <a:lnTo>
                  <a:pt x="343528" y="35436"/>
                </a:lnTo>
                <a:lnTo>
                  <a:pt x="343533" y="35035"/>
                </a:lnTo>
                <a:lnTo>
                  <a:pt x="343545" y="34641"/>
                </a:lnTo>
                <a:lnTo>
                  <a:pt x="343566" y="34254"/>
                </a:lnTo>
                <a:lnTo>
                  <a:pt x="343596" y="33875"/>
                </a:lnTo>
                <a:lnTo>
                  <a:pt x="343634" y="33504"/>
                </a:lnTo>
                <a:lnTo>
                  <a:pt x="343680" y="33141"/>
                </a:lnTo>
                <a:lnTo>
                  <a:pt x="343735" y="32785"/>
                </a:lnTo>
                <a:lnTo>
                  <a:pt x="343799" y="32437"/>
                </a:lnTo>
                <a:lnTo>
                  <a:pt x="343871" y="32097"/>
                </a:lnTo>
                <a:lnTo>
                  <a:pt x="343951" y="31764"/>
                </a:lnTo>
                <a:lnTo>
                  <a:pt x="344040" y="31439"/>
                </a:lnTo>
                <a:lnTo>
                  <a:pt x="344137" y="31121"/>
                </a:lnTo>
                <a:lnTo>
                  <a:pt x="344242" y="30811"/>
                </a:lnTo>
                <a:lnTo>
                  <a:pt x="344356" y="30509"/>
                </a:lnTo>
                <a:lnTo>
                  <a:pt x="344479" y="30215"/>
                </a:lnTo>
                <a:lnTo>
                  <a:pt x="344610" y="29928"/>
                </a:lnTo>
                <a:lnTo>
                  <a:pt x="344749" y="29648"/>
                </a:lnTo>
                <a:lnTo>
                  <a:pt x="344897" y="29377"/>
                </a:lnTo>
                <a:lnTo>
                  <a:pt x="345053" y="29113"/>
                </a:lnTo>
                <a:lnTo>
                  <a:pt x="345218" y="28857"/>
                </a:lnTo>
                <a:lnTo>
                  <a:pt x="345391" y="28608"/>
                </a:lnTo>
                <a:lnTo>
                  <a:pt x="345573" y="28367"/>
                </a:lnTo>
                <a:lnTo>
                  <a:pt x="345763" y="28134"/>
                </a:lnTo>
                <a:lnTo>
                  <a:pt x="345962" y="27908"/>
                </a:lnTo>
                <a:lnTo>
                  <a:pt x="346168" y="27691"/>
                </a:lnTo>
                <a:lnTo>
                  <a:pt x="346381" y="27483"/>
                </a:lnTo>
                <a:lnTo>
                  <a:pt x="346602" y="27284"/>
                </a:lnTo>
                <a:lnTo>
                  <a:pt x="346830" y="27095"/>
                </a:lnTo>
                <a:lnTo>
                  <a:pt x="347065" y="26914"/>
                </a:lnTo>
                <a:lnTo>
                  <a:pt x="347307" y="26743"/>
                </a:lnTo>
                <a:lnTo>
                  <a:pt x="347557" y="26581"/>
                </a:lnTo>
                <a:lnTo>
                  <a:pt x="347813" y="26429"/>
                </a:lnTo>
                <a:lnTo>
                  <a:pt x="348077" y="26286"/>
                </a:lnTo>
                <a:lnTo>
                  <a:pt x="348348" y="26152"/>
                </a:lnTo>
                <a:lnTo>
                  <a:pt x="348626" y="26027"/>
                </a:lnTo>
                <a:lnTo>
                  <a:pt x="348911" y="25911"/>
                </a:lnTo>
                <a:lnTo>
                  <a:pt x="349203" y="25805"/>
                </a:lnTo>
                <a:lnTo>
                  <a:pt x="349503" y="25708"/>
                </a:lnTo>
                <a:lnTo>
                  <a:pt x="349810" y="25620"/>
                </a:lnTo>
                <a:lnTo>
                  <a:pt x="350124" y="25541"/>
                </a:lnTo>
                <a:lnTo>
                  <a:pt x="350445" y="25472"/>
                </a:lnTo>
                <a:lnTo>
                  <a:pt x="350773" y="25412"/>
                </a:lnTo>
                <a:lnTo>
                  <a:pt x="351108" y="25361"/>
                </a:lnTo>
                <a:lnTo>
                  <a:pt x="351451" y="25319"/>
                </a:lnTo>
                <a:lnTo>
                  <a:pt x="351801" y="25287"/>
                </a:lnTo>
                <a:lnTo>
                  <a:pt x="352157" y="25264"/>
                </a:lnTo>
                <a:lnTo>
                  <a:pt x="352522" y="25250"/>
                </a:lnTo>
                <a:lnTo>
                  <a:pt x="352893" y="25245"/>
                </a:lnTo>
                <a:lnTo>
                  <a:pt x="353257" y="25250"/>
                </a:lnTo>
                <a:lnTo>
                  <a:pt x="353614" y="25264"/>
                </a:lnTo>
                <a:lnTo>
                  <a:pt x="353965" y="25287"/>
                </a:lnTo>
                <a:lnTo>
                  <a:pt x="354309" y="25319"/>
                </a:lnTo>
                <a:lnTo>
                  <a:pt x="354647" y="25361"/>
                </a:lnTo>
                <a:lnTo>
                  <a:pt x="354979" y="25412"/>
                </a:lnTo>
                <a:lnTo>
                  <a:pt x="355303" y="25472"/>
                </a:lnTo>
                <a:lnTo>
                  <a:pt x="355622" y="25541"/>
                </a:lnTo>
                <a:lnTo>
                  <a:pt x="355933" y="25620"/>
                </a:lnTo>
                <a:lnTo>
                  <a:pt x="356238" y="25708"/>
                </a:lnTo>
                <a:lnTo>
                  <a:pt x="356537" y="25805"/>
                </a:lnTo>
                <a:lnTo>
                  <a:pt x="356829" y="25911"/>
                </a:lnTo>
                <a:lnTo>
                  <a:pt x="357115" y="26027"/>
                </a:lnTo>
                <a:lnTo>
                  <a:pt x="357394" y="26152"/>
                </a:lnTo>
                <a:lnTo>
                  <a:pt x="357666" y="26286"/>
                </a:lnTo>
                <a:lnTo>
                  <a:pt x="357932" y="26429"/>
                </a:lnTo>
                <a:lnTo>
                  <a:pt x="358191" y="26581"/>
                </a:lnTo>
                <a:lnTo>
                  <a:pt x="358444" y="26743"/>
                </a:lnTo>
                <a:lnTo>
                  <a:pt x="358691" y="26914"/>
                </a:lnTo>
                <a:lnTo>
                  <a:pt x="358930" y="27095"/>
                </a:lnTo>
                <a:lnTo>
                  <a:pt x="359164" y="27284"/>
                </a:lnTo>
                <a:lnTo>
                  <a:pt x="359390" y="27483"/>
                </a:lnTo>
                <a:lnTo>
                  <a:pt x="359610" y="27691"/>
                </a:lnTo>
                <a:lnTo>
                  <a:pt x="359824" y="27908"/>
                </a:lnTo>
                <a:lnTo>
                  <a:pt x="360030" y="28134"/>
                </a:lnTo>
                <a:lnTo>
                  <a:pt x="360227" y="28367"/>
                </a:lnTo>
                <a:lnTo>
                  <a:pt x="360416" y="28608"/>
                </a:lnTo>
                <a:lnTo>
                  <a:pt x="360595" y="28857"/>
                </a:lnTo>
                <a:lnTo>
                  <a:pt x="360766" y="29113"/>
                </a:lnTo>
                <a:lnTo>
                  <a:pt x="360928" y="29377"/>
                </a:lnTo>
                <a:lnTo>
                  <a:pt x="361082" y="29648"/>
                </a:lnTo>
                <a:lnTo>
                  <a:pt x="361226" y="29928"/>
                </a:lnTo>
                <a:lnTo>
                  <a:pt x="361362" y="30215"/>
                </a:lnTo>
                <a:lnTo>
                  <a:pt x="361489" y="30509"/>
                </a:lnTo>
                <a:lnTo>
                  <a:pt x="361608" y="30811"/>
                </a:lnTo>
                <a:lnTo>
                  <a:pt x="361717" y="31121"/>
                </a:lnTo>
                <a:lnTo>
                  <a:pt x="361818" y="31439"/>
                </a:lnTo>
                <a:lnTo>
                  <a:pt x="361910" y="31764"/>
                </a:lnTo>
                <a:lnTo>
                  <a:pt x="361993" y="32097"/>
                </a:lnTo>
                <a:lnTo>
                  <a:pt x="362068" y="32437"/>
                </a:lnTo>
                <a:lnTo>
                  <a:pt x="362134" y="32785"/>
                </a:lnTo>
                <a:lnTo>
                  <a:pt x="362191" y="33141"/>
                </a:lnTo>
                <a:lnTo>
                  <a:pt x="362239" y="33504"/>
                </a:lnTo>
                <a:lnTo>
                  <a:pt x="362278" y="33875"/>
                </a:lnTo>
                <a:lnTo>
                  <a:pt x="362309" y="34254"/>
                </a:lnTo>
                <a:lnTo>
                  <a:pt x="362331" y="34641"/>
                </a:lnTo>
                <a:lnTo>
                  <a:pt x="362344" y="35035"/>
                </a:lnTo>
                <a:lnTo>
                  <a:pt x="362348" y="35436"/>
                </a:lnTo>
                <a:lnTo>
                  <a:pt x="362348" y="38281"/>
                </a:lnTo>
                <a:lnTo>
                  <a:pt x="374374" y="38281"/>
                </a:lnTo>
                <a:lnTo>
                  <a:pt x="374374" y="34610"/>
                </a:lnTo>
                <a:lnTo>
                  <a:pt x="374366" y="33874"/>
                </a:lnTo>
                <a:lnTo>
                  <a:pt x="374342" y="33152"/>
                </a:lnTo>
                <a:lnTo>
                  <a:pt x="374301" y="32444"/>
                </a:lnTo>
                <a:lnTo>
                  <a:pt x="374244" y="31749"/>
                </a:lnTo>
                <a:lnTo>
                  <a:pt x="374171" y="31067"/>
                </a:lnTo>
                <a:lnTo>
                  <a:pt x="374082" y="30398"/>
                </a:lnTo>
                <a:lnTo>
                  <a:pt x="373976" y="29743"/>
                </a:lnTo>
                <a:lnTo>
                  <a:pt x="373854" y="29102"/>
                </a:lnTo>
                <a:lnTo>
                  <a:pt x="373716" y="28473"/>
                </a:lnTo>
                <a:lnTo>
                  <a:pt x="373561" y="27859"/>
                </a:lnTo>
                <a:lnTo>
                  <a:pt x="373391" y="27257"/>
                </a:lnTo>
                <a:lnTo>
                  <a:pt x="373204" y="26669"/>
                </a:lnTo>
                <a:lnTo>
                  <a:pt x="373001" y="26094"/>
                </a:lnTo>
                <a:lnTo>
                  <a:pt x="372781" y="25533"/>
                </a:lnTo>
                <a:lnTo>
                  <a:pt x="372546" y="24985"/>
                </a:lnTo>
                <a:lnTo>
                  <a:pt x="372294" y="24451"/>
                </a:lnTo>
                <a:lnTo>
                  <a:pt x="372025" y="23929"/>
                </a:lnTo>
                <a:lnTo>
                  <a:pt x="371741" y="23422"/>
                </a:lnTo>
                <a:lnTo>
                  <a:pt x="371440" y="22927"/>
                </a:lnTo>
                <a:lnTo>
                  <a:pt x="371123" y="22446"/>
                </a:lnTo>
                <a:lnTo>
                  <a:pt x="370790" y="21979"/>
                </a:lnTo>
                <a:lnTo>
                  <a:pt x="370440" y="21525"/>
                </a:lnTo>
                <a:lnTo>
                  <a:pt x="370075" y="21084"/>
                </a:lnTo>
                <a:lnTo>
                  <a:pt x="369693" y="20656"/>
                </a:lnTo>
                <a:lnTo>
                  <a:pt x="369297" y="20244"/>
                </a:lnTo>
                <a:lnTo>
                  <a:pt x="368888" y="19850"/>
                </a:lnTo>
                <a:lnTo>
                  <a:pt x="368468" y="19473"/>
                </a:lnTo>
                <a:lnTo>
                  <a:pt x="368035" y="19113"/>
                </a:lnTo>
                <a:lnTo>
                  <a:pt x="367591" y="18771"/>
                </a:lnTo>
                <a:lnTo>
                  <a:pt x="367134" y="18447"/>
                </a:lnTo>
                <a:lnTo>
                  <a:pt x="366665" y="18140"/>
                </a:lnTo>
                <a:lnTo>
                  <a:pt x="366184" y="17851"/>
                </a:lnTo>
                <a:lnTo>
                  <a:pt x="365691" y="17579"/>
                </a:lnTo>
                <a:lnTo>
                  <a:pt x="365186" y="17325"/>
                </a:lnTo>
                <a:lnTo>
                  <a:pt x="364668" y="17088"/>
                </a:lnTo>
                <a:lnTo>
                  <a:pt x="364139" y="16869"/>
                </a:lnTo>
                <a:lnTo>
                  <a:pt x="363597" y="16667"/>
                </a:lnTo>
                <a:lnTo>
                  <a:pt x="363044" y="16483"/>
                </a:lnTo>
                <a:lnTo>
                  <a:pt x="362478" y="16317"/>
                </a:lnTo>
                <a:lnTo>
                  <a:pt x="361900" y="16168"/>
                </a:lnTo>
                <a:lnTo>
                  <a:pt x="361310" y="16036"/>
                </a:lnTo>
                <a:lnTo>
                  <a:pt x="360708" y="15922"/>
                </a:lnTo>
                <a:lnTo>
                  <a:pt x="360093" y="15826"/>
                </a:lnTo>
                <a:lnTo>
                  <a:pt x="359467" y="15747"/>
                </a:lnTo>
                <a:lnTo>
                  <a:pt x="358828" y="15685"/>
                </a:lnTo>
                <a:lnTo>
                  <a:pt x="358178" y="15641"/>
                </a:lnTo>
                <a:lnTo>
                  <a:pt x="357515" y="15615"/>
                </a:lnTo>
                <a:lnTo>
                  <a:pt x="356840" y="15606"/>
                </a:lnTo>
                <a:lnTo>
                  <a:pt x="356250" y="15614"/>
                </a:lnTo>
                <a:lnTo>
                  <a:pt x="355671" y="15635"/>
                </a:lnTo>
                <a:lnTo>
                  <a:pt x="355105" y="15671"/>
                </a:lnTo>
                <a:lnTo>
                  <a:pt x="354550" y="15721"/>
                </a:lnTo>
                <a:lnTo>
                  <a:pt x="354008" y="15786"/>
                </a:lnTo>
                <a:lnTo>
                  <a:pt x="353478" y="15865"/>
                </a:lnTo>
                <a:lnTo>
                  <a:pt x="352960" y="15958"/>
                </a:lnTo>
                <a:lnTo>
                  <a:pt x="352454" y="16065"/>
                </a:lnTo>
                <a:lnTo>
                  <a:pt x="351960" y="16187"/>
                </a:lnTo>
                <a:lnTo>
                  <a:pt x="351478" y="16324"/>
                </a:lnTo>
                <a:lnTo>
                  <a:pt x="351009" y="16474"/>
                </a:lnTo>
                <a:lnTo>
                  <a:pt x="350551" y="16639"/>
                </a:lnTo>
                <a:lnTo>
                  <a:pt x="350106" y="16818"/>
                </a:lnTo>
                <a:lnTo>
                  <a:pt x="349673" y="17012"/>
                </a:lnTo>
                <a:lnTo>
                  <a:pt x="349252" y="17220"/>
                </a:lnTo>
                <a:lnTo>
                  <a:pt x="348843" y="17442"/>
                </a:lnTo>
                <a:lnTo>
                  <a:pt x="348446" y="17679"/>
                </a:lnTo>
                <a:lnTo>
                  <a:pt x="348061" y="17930"/>
                </a:lnTo>
                <a:lnTo>
                  <a:pt x="347688" y="18195"/>
                </a:lnTo>
                <a:lnTo>
                  <a:pt x="347328" y="18475"/>
                </a:lnTo>
                <a:lnTo>
                  <a:pt x="346979" y="18769"/>
                </a:lnTo>
                <a:lnTo>
                  <a:pt x="346643" y="19078"/>
                </a:lnTo>
                <a:lnTo>
                  <a:pt x="346319" y="19400"/>
                </a:lnTo>
                <a:lnTo>
                  <a:pt x="346006" y="19737"/>
                </a:lnTo>
                <a:lnTo>
                  <a:pt x="345707" y="20089"/>
                </a:lnTo>
                <a:lnTo>
                  <a:pt x="345420" y="20454"/>
                </a:lnTo>
                <a:lnTo>
                  <a:pt x="345146" y="20833"/>
                </a:lnTo>
                <a:lnTo>
                  <a:pt x="344885" y="21227"/>
                </a:lnTo>
                <a:lnTo>
                  <a:pt x="344636" y="21634"/>
                </a:lnTo>
                <a:lnTo>
                  <a:pt x="344400" y="22055"/>
                </a:lnTo>
                <a:lnTo>
                  <a:pt x="344177" y="22491"/>
                </a:lnTo>
                <a:lnTo>
                  <a:pt x="343967" y="22940"/>
                </a:lnTo>
                <a:lnTo>
                  <a:pt x="343769" y="23404"/>
                </a:lnTo>
                <a:lnTo>
                  <a:pt x="343584" y="23881"/>
                </a:lnTo>
                <a:lnTo>
                  <a:pt x="343412" y="24373"/>
                </a:lnTo>
                <a:lnTo>
                  <a:pt x="343253" y="24878"/>
                </a:lnTo>
                <a:lnTo>
                  <a:pt x="343106" y="25398"/>
                </a:lnTo>
                <a:lnTo>
                  <a:pt x="342972" y="25932"/>
                </a:lnTo>
                <a:lnTo>
                  <a:pt x="342921" y="26163"/>
                </a:lnTo>
                <a:lnTo>
                  <a:pt x="342887" y="26163"/>
                </a:lnTo>
                <a:lnTo>
                  <a:pt x="342887" y="16524"/>
                </a:lnTo>
                <a:lnTo>
                  <a:pt x="332053" y="16524"/>
                </a:lnTo>
                <a:lnTo>
                  <a:pt x="332053" y="67016"/>
                </a:lnTo>
                <a:close/>
                <a:moveTo>
                  <a:pt x="298601" y="67825"/>
                </a:moveTo>
                <a:lnTo>
                  <a:pt x="299236" y="67764"/>
                </a:lnTo>
                <a:lnTo>
                  <a:pt x="299863" y="67690"/>
                </a:lnTo>
                <a:lnTo>
                  <a:pt x="300481" y="67602"/>
                </a:lnTo>
                <a:lnTo>
                  <a:pt x="301091" y="67500"/>
                </a:lnTo>
                <a:lnTo>
                  <a:pt x="301692" y="67385"/>
                </a:lnTo>
                <a:lnTo>
                  <a:pt x="302285" y="67256"/>
                </a:lnTo>
                <a:lnTo>
                  <a:pt x="302870" y="67114"/>
                </a:lnTo>
                <a:lnTo>
                  <a:pt x="303446" y="66958"/>
                </a:lnTo>
                <a:lnTo>
                  <a:pt x="304014" y="66789"/>
                </a:lnTo>
                <a:lnTo>
                  <a:pt x="304573" y="66606"/>
                </a:lnTo>
                <a:lnTo>
                  <a:pt x="305124" y="66410"/>
                </a:lnTo>
                <a:lnTo>
                  <a:pt x="305666" y="66200"/>
                </a:lnTo>
                <a:lnTo>
                  <a:pt x="306200" y="65976"/>
                </a:lnTo>
                <a:lnTo>
                  <a:pt x="306725" y="65739"/>
                </a:lnTo>
                <a:lnTo>
                  <a:pt x="307242" y="65489"/>
                </a:lnTo>
                <a:lnTo>
                  <a:pt x="307751" y="65224"/>
                </a:lnTo>
                <a:lnTo>
                  <a:pt x="308251" y="64947"/>
                </a:lnTo>
                <a:lnTo>
                  <a:pt x="308742" y="64656"/>
                </a:lnTo>
                <a:lnTo>
                  <a:pt x="309225" y="64351"/>
                </a:lnTo>
                <a:lnTo>
                  <a:pt x="309700" y="64032"/>
                </a:lnTo>
                <a:lnTo>
                  <a:pt x="310163" y="63703"/>
                </a:lnTo>
                <a:lnTo>
                  <a:pt x="310611" y="63364"/>
                </a:lnTo>
                <a:lnTo>
                  <a:pt x="311043" y="63016"/>
                </a:lnTo>
                <a:lnTo>
                  <a:pt x="311461" y="62659"/>
                </a:lnTo>
                <a:lnTo>
                  <a:pt x="311863" y="62293"/>
                </a:lnTo>
                <a:lnTo>
                  <a:pt x="312250" y="61918"/>
                </a:lnTo>
                <a:lnTo>
                  <a:pt x="312622" y="61534"/>
                </a:lnTo>
                <a:lnTo>
                  <a:pt x="312979" y="61141"/>
                </a:lnTo>
                <a:lnTo>
                  <a:pt x="313321" y="60738"/>
                </a:lnTo>
                <a:lnTo>
                  <a:pt x="313648" y="60327"/>
                </a:lnTo>
                <a:lnTo>
                  <a:pt x="313959" y="59907"/>
                </a:lnTo>
                <a:lnTo>
                  <a:pt x="314255" y="59477"/>
                </a:lnTo>
                <a:lnTo>
                  <a:pt x="314537" y="59038"/>
                </a:lnTo>
                <a:lnTo>
                  <a:pt x="314803" y="58591"/>
                </a:lnTo>
                <a:lnTo>
                  <a:pt x="315054" y="58134"/>
                </a:lnTo>
                <a:lnTo>
                  <a:pt x="315290" y="57668"/>
                </a:lnTo>
                <a:lnTo>
                  <a:pt x="315510" y="57193"/>
                </a:lnTo>
                <a:lnTo>
                  <a:pt x="315716" y="56709"/>
                </a:lnTo>
                <a:lnTo>
                  <a:pt x="315906" y="56215"/>
                </a:lnTo>
                <a:lnTo>
                  <a:pt x="316081" y="55713"/>
                </a:lnTo>
                <a:lnTo>
                  <a:pt x="316242" y="55202"/>
                </a:lnTo>
                <a:lnTo>
                  <a:pt x="316387" y="54681"/>
                </a:lnTo>
                <a:lnTo>
                  <a:pt x="316516" y="54152"/>
                </a:lnTo>
                <a:lnTo>
                  <a:pt x="316631" y="53613"/>
                </a:lnTo>
                <a:lnTo>
                  <a:pt x="305339" y="53613"/>
                </a:lnTo>
                <a:lnTo>
                  <a:pt x="305283" y="53825"/>
                </a:lnTo>
                <a:lnTo>
                  <a:pt x="305220" y="54033"/>
                </a:lnTo>
                <a:lnTo>
                  <a:pt x="305151" y="54236"/>
                </a:lnTo>
                <a:lnTo>
                  <a:pt x="305077" y="54436"/>
                </a:lnTo>
                <a:lnTo>
                  <a:pt x="304996" y="54630"/>
                </a:lnTo>
                <a:lnTo>
                  <a:pt x="304909" y="54821"/>
                </a:lnTo>
                <a:lnTo>
                  <a:pt x="304816" y="55007"/>
                </a:lnTo>
                <a:lnTo>
                  <a:pt x="304717" y="55189"/>
                </a:lnTo>
                <a:lnTo>
                  <a:pt x="304612" y="55367"/>
                </a:lnTo>
                <a:lnTo>
                  <a:pt x="304501" y="55540"/>
                </a:lnTo>
                <a:lnTo>
                  <a:pt x="304384" y="55709"/>
                </a:lnTo>
                <a:lnTo>
                  <a:pt x="304260" y="55874"/>
                </a:lnTo>
                <a:lnTo>
                  <a:pt x="304131" y="56034"/>
                </a:lnTo>
                <a:lnTo>
                  <a:pt x="303996" y="56190"/>
                </a:lnTo>
                <a:lnTo>
                  <a:pt x="303854" y="56342"/>
                </a:lnTo>
                <a:lnTo>
                  <a:pt x="303707" y="56490"/>
                </a:lnTo>
                <a:lnTo>
                  <a:pt x="303553" y="56633"/>
                </a:lnTo>
                <a:lnTo>
                  <a:pt x="303394" y="56772"/>
                </a:lnTo>
                <a:lnTo>
                  <a:pt x="303228" y="56906"/>
                </a:lnTo>
                <a:lnTo>
                  <a:pt x="303057" y="57036"/>
                </a:lnTo>
                <a:lnTo>
                  <a:pt x="302879" y="57162"/>
                </a:lnTo>
                <a:lnTo>
                  <a:pt x="302695" y="57284"/>
                </a:lnTo>
                <a:lnTo>
                  <a:pt x="302505" y="57401"/>
                </a:lnTo>
                <a:lnTo>
                  <a:pt x="302309" y="57514"/>
                </a:lnTo>
                <a:lnTo>
                  <a:pt x="302108" y="57623"/>
                </a:lnTo>
                <a:lnTo>
                  <a:pt x="301901" y="57727"/>
                </a:lnTo>
                <a:lnTo>
                  <a:pt x="301690" y="57826"/>
                </a:lnTo>
                <a:lnTo>
                  <a:pt x="301473" y="57921"/>
                </a:lnTo>
                <a:lnTo>
                  <a:pt x="301251" y="58011"/>
                </a:lnTo>
                <a:lnTo>
                  <a:pt x="301024" y="58097"/>
                </a:lnTo>
                <a:lnTo>
                  <a:pt x="300792" y="58178"/>
                </a:lnTo>
                <a:lnTo>
                  <a:pt x="300555" y="58254"/>
                </a:lnTo>
                <a:lnTo>
                  <a:pt x="300313" y="58325"/>
                </a:lnTo>
                <a:lnTo>
                  <a:pt x="300065" y="58392"/>
                </a:lnTo>
                <a:lnTo>
                  <a:pt x="299813" y="58455"/>
                </a:lnTo>
                <a:lnTo>
                  <a:pt x="299555" y="58513"/>
                </a:lnTo>
                <a:lnTo>
                  <a:pt x="299293" y="58566"/>
                </a:lnTo>
                <a:lnTo>
                  <a:pt x="299025" y="58614"/>
                </a:lnTo>
                <a:lnTo>
                  <a:pt x="298752" y="58658"/>
                </a:lnTo>
                <a:lnTo>
                  <a:pt x="298474" y="58697"/>
                </a:lnTo>
                <a:lnTo>
                  <a:pt x="298191" y="58732"/>
                </a:lnTo>
                <a:lnTo>
                  <a:pt x="297903" y="58762"/>
                </a:lnTo>
                <a:lnTo>
                  <a:pt x="297610" y="58787"/>
                </a:lnTo>
                <a:lnTo>
                  <a:pt x="297312" y="58808"/>
                </a:lnTo>
                <a:lnTo>
                  <a:pt x="297008" y="58824"/>
                </a:lnTo>
                <a:lnTo>
                  <a:pt x="296700" y="58836"/>
                </a:lnTo>
                <a:lnTo>
                  <a:pt x="296386" y="58843"/>
                </a:lnTo>
                <a:lnTo>
                  <a:pt x="296067" y="58845"/>
                </a:lnTo>
                <a:lnTo>
                  <a:pt x="295651" y="58841"/>
                </a:lnTo>
                <a:lnTo>
                  <a:pt x="295243" y="58826"/>
                </a:lnTo>
                <a:lnTo>
                  <a:pt x="294844" y="58803"/>
                </a:lnTo>
                <a:lnTo>
                  <a:pt x="294453" y="58770"/>
                </a:lnTo>
                <a:lnTo>
                  <a:pt x="294071" y="58728"/>
                </a:lnTo>
                <a:lnTo>
                  <a:pt x="293697" y="58676"/>
                </a:lnTo>
                <a:lnTo>
                  <a:pt x="293332" y="58615"/>
                </a:lnTo>
                <a:lnTo>
                  <a:pt x="292976" y="58544"/>
                </a:lnTo>
                <a:lnTo>
                  <a:pt x="292629" y="58464"/>
                </a:lnTo>
                <a:lnTo>
                  <a:pt x="292290" y="58375"/>
                </a:lnTo>
                <a:lnTo>
                  <a:pt x="291959" y="58276"/>
                </a:lnTo>
                <a:lnTo>
                  <a:pt x="291637" y="58168"/>
                </a:lnTo>
                <a:lnTo>
                  <a:pt x="291324" y="58051"/>
                </a:lnTo>
                <a:lnTo>
                  <a:pt x="291019" y="57924"/>
                </a:lnTo>
                <a:lnTo>
                  <a:pt x="290723" y="57787"/>
                </a:lnTo>
                <a:lnTo>
                  <a:pt x="290436" y="57642"/>
                </a:lnTo>
                <a:lnTo>
                  <a:pt x="290157" y="57487"/>
                </a:lnTo>
                <a:lnTo>
                  <a:pt x="289887" y="57322"/>
                </a:lnTo>
                <a:lnTo>
                  <a:pt x="289626" y="57148"/>
                </a:lnTo>
                <a:lnTo>
                  <a:pt x="289373" y="56965"/>
                </a:lnTo>
                <a:lnTo>
                  <a:pt x="289128" y="56772"/>
                </a:lnTo>
                <a:lnTo>
                  <a:pt x="288893" y="56570"/>
                </a:lnTo>
                <a:lnTo>
                  <a:pt x="288665" y="56358"/>
                </a:lnTo>
                <a:lnTo>
                  <a:pt x="288447" y="56137"/>
                </a:lnTo>
                <a:lnTo>
                  <a:pt x="288237" y="55907"/>
                </a:lnTo>
                <a:lnTo>
                  <a:pt x="288036" y="55668"/>
                </a:lnTo>
                <a:lnTo>
                  <a:pt x="287844" y="55420"/>
                </a:lnTo>
                <a:lnTo>
                  <a:pt x="287662" y="55162"/>
                </a:lnTo>
                <a:lnTo>
                  <a:pt x="287487" y="54896"/>
                </a:lnTo>
                <a:lnTo>
                  <a:pt x="287322" y="54620"/>
                </a:lnTo>
                <a:lnTo>
                  <a:pt x="287166" y="54335"/>
                </a:lnTo>
                <a:lnTo>
                  <a:pt x="287019" y="54042"/>
                </a:lnTo>
                <a:lnTo>
                  <a:pt x="286881" y="53739"/>
                </a:lnTo>
                <a:lnTo>
                  <a:pt x="286751" y="53427"/>
                </a:lnTo>
                <a:lnTo>
                  <a:pt x="286631" y="53106"/>
                </a:lnTo>
                <a:lnTo>
                  <a:pt x="286519" y="52776"/>
                </a:lnTo>
                <a:lnTo>
                  <a:pt x="286416" y="52436"/>
                </a:lnTo>
                <a:lnTo>
                  <a:pt x="286323" y="52088"/>
                </a:lnTo>
                <a:lnTo>
                  <a:pt x="286238" y="51731"/>
                </a:lnTo>
                <a:lnTo>
                  <a:pt x="286162" y="51364"/>
                </a:lnTo>
                <a:lnTo>
                  <a:pt x="286095" y="50989"/>
                </a:lnTo>
                <a:lnTo>
                  <a:pt x="286037" y="50604"/>
                </a:lnTo>
                <a:lnTo>
                  <a:pt x="285988" y="50210"/>
                </a:lnTo>
                <a:lnTo>
                  <a:pt x="285948" y="49807"/>
                </a:lnTo>
                <a:lnTo>
                  <a:pt x="285917" y="49395"/>
                </a:lnTo>
                <a:lnTo>
                  <a:pt x="285894" y="48974"/>
                </a:lnTo>
                <a:lnTo>
                  <a:pt x="285881" y="48544"/>
                </a:lnTo>
                <a:lnTo>
                  <a:pt x="285876" y="48105"/>
                </a:lnTo>
                <a:lnTo>
                  <a:pt x="285876" y="44525"/>
                </a:lnTo>
                <a:lnTo>
                  <a:pt x="316998" y="44525"/>
                </a:lnTo>
                <a:lnTo>
                  <a:pt x="316998" y="35436"/>
                </a:lnTo>
                <a:lnTo>
                  <a:pt x="316994" y="34942"/>
                </a:lnTo>
                <a:lnTo>
                  <a:pt x="316980" y="34452"/>
                </a:lnTo>
                <a:lnTo>
                  <a:pt x="316957" y="33968"/>
                </a:lnTo>
                <a:lnTo>
                  <a:pt x="316926" y="33489"/>
                </a:lnTo>
                <a:lnTo>
                  <a:pt x="316885" y="33016"/>
                </a:lnTo>
                <a:lnTo>
                  <a:pt x="316835" y="32547"/>
                </a:lnTo>
                <a:lnTo>
                  <a:pt x="316776" y="32084"/>
                </a:lnTo>
                <a:lnTo>
                  <a:pt x="316707" y="31626"/>
                </a:lnTo>
                <a:lnTo>
                  <a:pt x="316630" y="31174"/>
                </a:lnTo>
                <a:lnTo>
                  <a:pt x="316544" y="30727"/>
                </a:lnTo>
                <a:lnTo>
                  <a:pt x="316449" y="30285"/>
                </a:lnTo>
                <a:lnTo>
                  <a:pt x="316344" y="29848"/>
                </a:lnTo>
                <a:lnTo>
                  <a:pt x="316230" y="29416"/>
                </a:lnTo>
                <a:lnTo>
                  <a:pt x="316108" y="28990"/>
                </a:lnTo>
                <a:lnTo>
                  <a:pt x="315976" y="28569"/>
                </a:lnTo>
                <a:lnTo>
                  <a:pt x="315835" y="28153"/>
                </a:lnTo>
                <a:lnTo>
                  <a:pt x="315685" y="27743"/>
                </a:lnTo>
                <a:lnTo>
                  <a:pt x="315526" y="27338"/>
                </a:lnTo>
                <a:lnTo>
                  <a:pt x="315358" y="26938"/>
                </a:lnTo>
                <a:lnTo>
                  <a:pt x="315181" y="26543"/>
                </a:lnTo>
                <a:lnTo>
                  <a:pt x="314995" y="26154"/>
                </a:lnTo>
                <a:lnTo>
                  <a:pt x="314799" y="25770"/>
                </a:lnTo>
                <a:lnTo>
                  <a:pt x="314595" y="25391"/>
                </a:lnTo>
                <a:lnTo>
                  <a:pt x="314382" y="25017"/>
                </a:lnTo>
                <a:lnTo>
                  <a:pt x="314160" y="24649"/>
                </a:lnTo>
                <a:lnTo>
                  <a:pt x="313931" y="24289"/>
                </a:lnTo>
                <a:lnTo>
                  <a:pt x="313695" y="23935"/>
                </a:lnTo>
                <a:lnTo>
                  <a:pt x="313451" y="23588"/>
                </a:lnTo>
                <a:lnTo>
                  <a:pt x="313200" y="23247"/>
                </a:lnTo>
                <a:lnTo>
                  <a:pt x="312942" y="22914"/>
                </a:lnTo>
                <a:lnTo>
                  <a:pt x="312676" y="22587"/>
                </a:lnTo>
                <a:lnTo>
                  <a:pt x="312403" y="22268"/>
                </a:lnTo>
                <a:lnTo>
                  <a:pt x="312123" y="21955"/>
                </a:lnTo>
                <a:lnTo>
                  <a:pt x="311835" y="21649"/>
                </a:lnTo>
                <a:lnTo>
                  <a:pt x="311540" y="21350"/>
                </a:lnTo>
                <a:lnTo>
                  <a:pt x="311238" y="21058"/>
                </a:lnTo>
                <a:lnTo>
                  <a:pt x="310928" y="20772"/>
                </a:lnTo>
                <a:lnTo>
                  <a:pt x="310611" y="20494"/>
                </a:lnTo>
                <a:lnTo>
                  <a:pt x="310287" y="20222"/>
                </a:lnTo>
                <a:lnTo>
                  <a:pt x="309955" y="19957"/>
                </a:lnTo>
                <a:lnTo>
                  <a:pt x="309616" y="19699"/>
                </a:lnTo>
                <a:lnTo>
                  <a:pt x="309270" y="19448"/>
                </a:lnTo>
                <a:lnTo>
                  <a:pt x="308916" y="19204"/>
                </a:lnTo>
                <a:lnTo>
                  <a:pt x="308555" y="18967"/>
                </a:lnTo>
                <a:lnTo>
                  <a:pt x="308186" y="18736"/>
                </a:lnTo>
                <a:lnTo>
                  <a:pt x="307811" y="18513"/>
                </a:lnTo>
                <a:lnTo>
                  <a:pt x="307428" y="18296"/>
                </a:lnTo>
                <a:lnTo>
                  <a:pt x="307037" y="18086"/>
                </a:lnTo>
                <a:lnTo>
                  <a:pt x="306640" y="17884"/>
                </a:lnTo>
                <a:lnTo>
                  <a:pt x="306238" y="17690"/>
                </a:lnTo>
                <a:lnTo>
                  <a:pt x="305830" y="17505"/>
                </a:lnTo>
                <a:lnTo>
                  <a:pt x="305417" y="17328"/>
                </a:lnTo>
                <a:lnTo>
                  <a:pt x="304997" y="17160"/>
                </a:lnTo>
                <a:lnTo>
                  <a:pt x="304573" y="17001"/>
                </a:lnTo>
                <a:lnTo>
                  <a:pt x="304143" y="16850"/>
                </a:lnTo>
                <a:lnTo>
                  <a:pt x="303707" y="16708"/>
                </a:lnTo>
                <a:lnTo>
                  <a:pt x="303265" y="16575"/>
                </a:lnTo>
                <a:lnTo>
                  <a:pt x="302818" y="16450"/>
                </a:lnTo>
                <a:lnTo>
                  <a:pt x="302366" y="16334"/>
                </a:lnTo>
                <a:lnTo>
                  <a:pt x="301908" y="16226"/>
                </a:lnTo>
                <a:lnTo>
                  <a:pt x="301444" y="16127"/>
                </a:lnTo>
                <a:lnTo>
                  <a:pt x="300975" y="16037"/>
                </a:lnTo>
                <a:lnTo>
                  <a:pt x="300500" y="15955"/>
                </a:lnTo>
                <a:lnTo>
                  <a:pt x="300019" y="15882"/>
                </a:lnTo>
                <a:lnTo>
                  <a:pt x="299533" y="15817"/>
                </a:lnTo>
                <a:lnTo>
                  <a:pt x="299042" y="15761"/>
                </a:lnTo>
                <a:lnTo>
                  <a:pt x="298545" y="15714"/>
                </a:lnTo>
                <a:lnTo>
                  <a:pt x="298042" y="15675"/>
                </a:lnTo>
                <a:lnTo>
                  <a:pt x="297533" y="15645"/>
                </a:lnTo>
                <a:lnTo>
                  <a:pt x="297019" y="15624"/>
                </a:lnTo>
                <a:lnTo>
                  <a:pt x="296500" y="15611"/>
                </a:lnTo>
                <a:lnTo>
                  <a:pt x="295975" y="15606"/>
                </a:lnTo>
                <a:lnTo>
                  <a:pt x="295442" y="15611"/>
                </a:lnTo>
                <a:lnTo>
                  <a:pt x="294915" y="15624"/>
                </a:lnTo>
                <a:lnTo>
                  <a:pt x="294394" y="15645"/>
                </a:lnTo>
                <a:lnTo>
                  <a:pt x="293879" y="15675"/>
                </a:lnTo>
                <a:lnTo>
                  <a:pt x="293369" y="15714"/>
                </a:lnTo>
                <a:lnTo>
                  <a:pt x="292865" y="15761"/>
                </a:lnTo>
                <a:lnTo>
                  <a:pt x="292367" y="15817"/>
                </a:lnTo>
                <a:lnTo>
                  <a:pt x="291875" y="15882"/>
                </a:lnTo>
                <a:lnTo>
                  <a:pt x="291388" y="15955"/>
                </a:lnTo>
                <a:lnTo>
                  <a:pt x="290907" y="16037"/>
                </a:lnTo>
                <a:lnTo>
                  <a:pt x="290432" y="16127"/>
                </a:lnTo>
                <a:lnTo>
                  <a:pt x="289962" y="16226"/>
                </a:lnTo>
                <a:lnTo>
                  <a:pt x="289498" y="16334"/>
                </a:lnTo>
                <a:lnTo>
                  <a:pt x="289040" y="16450"/>
                </a:lnTo>
                <a:lnTo>
                  <a:pt x="288588" y="16575"/>
                </a:lnTo>
                <a:lnTo>
                  <a:pt x="288142" y="16708"/>
                </a:lnTo>
                <a:lnTo>
                  <a:pt x="287701" y="16850"/>
                </a:lnTo>
                <a:lnTo>
                  <a:pt x="287266" y="17001"/>
                </a:lnTo>
                <a:lnTo>
                  <a:pt x="286836" y="17160"/>
                </a:lnTo>
                <a:lnTo>
                  <a:pt x="286413" y="17328"/>
                </a:lnTo>
                <a:lnTo>
                  <a:pt x="285995" y="17505"/>
                </a:lnTo>
                <a:lnTo>
                  <a:pt x="285583" y="17690"/>
                </a:lnTo>
                <a:lnTo>
                  <a:pt x="285176" y="17884"/>
                </a:lnTo>
                <a:lnTo>
                  <a:pt x="284775" y="18086"/>
                </a:lnTo>
                <a:lnTo>
                  <a:pt x="284381" y="18296"/>
                </a:lnTo>
                <a:lnTo>
                  <a:pt x="283995" y="18513"/>
                </a:lnTo>
                <a:lnTo>
                  <a:pt x="283616" y="18736"/>
                </a:lnTo>
                <a:lnTo>
                  <a:pt x="283244" y="18967"/>
                </a:lnTo>
                <a:lnTo>
                  <a:pt x="282880" y="19204"/>
                </a:lnTo>
                <a:lnTo>
                  <a:pt x="282523" y="19448"/>
                </a:lnTo>
                <a:lnTo>
                  <a:pt x="282174" y="19699"/>
                </a:lnTo>
                <a:lnTo>
                  <a:pt x="281832" y="19957"/>
                </a:lnTo>
                <a:lnTo>
                  <a:pt x="281498" y="20222"/>
                </a:lnTo>
                <a:lnTo>
                  <a:pt x="281172" y="20494"/>
                </a:lnTo>
                <a:lnTo>
                  <a:pt x="280852" y="20772"/>
                </a:lnTo>
                <a:lnTo>
                  <a:pt x="280541" y="21058"/>
                </a:lnTo>
                <a:lnTo>
                  <a:pt x="280237" y="21350"/>
                </a:lnTo>
                <a:lnTo>
                  <a:pt x="279940" y="21649"/>
                </a:lnTo>
                <a:lnTo>
                  <a:pt x="279651" y="21955"/>
                </a:lnTo>
                <a:lnTo>
                  <a:pt x="279369" y="22268"/>
                </a:lnTo>
                <a:lnTo>
                  <a:pt x="279095" y="22587"/>
                </a:lnTo>
                <a:lnTo>
                  <a:pt x="278828" y="22914"/>
                </a:lnTo>
                <a:lnTo>
                  <a:pt x="278569" y="23247"/>
                </a:lnTo>
                <a:lnTo>
                  <a:pt x="278317" y="23588"/>
                </a:lnTo>
                <a:lnTo>
                  <a:pt x="278073" y="23935"/>
                </a:lnTo>
                <a:lnTo>
                  <a:pt x="277836" y="24289"/>
                </a:lnTo>
                <a:lnTo>
                  <a:pt x="277607" y="24649"/>
                </a:lnTo>
                <a:lnTo>
                  <a:pt x="277385" y="25017"/>
                </a:lnTo>
                <a:lnTo>
                  <a:pt x="277171" y="25391"/>
                </a:lnTo>
                <a:lnTo>
                  <a:pt x="276967" y="25770"/>
                </a:lnTo>
                <a:lnTo>
                  <a:pt x="276772" y="26154"/>
                </a:lnTo>
                <a:lnTo>
                  <a:pt x="276586" y="26543"/>
                </a:lnTo>
                <a:lnTo>
                  <a:pt x="276409" y="26938"/>
                </a:lnTo>
                <a:lnTo>
                  <a:pt x="276241" y="27338"/>
                </a:lnTo>
                <a:lnTo>
                  <a:pt x="276082" y="27743"/>
                </a:lnTo>
                <a:lnTo>
                  <a:pt x="275932" y="28153"/>
                </a:lnTo>
                <a:lnTo>
                  <a:pt x="275791" y="28569"/>
                </a:lnTo>
                <a:lnTo>
                  <a:pt x="275659" y="28990"/>
                </a:lnTo>
                <a:lnTo>
                  <a:pt x="275537" y="29416"/>
                </a:lnTo>
                <a:lnTo>
                  <a:pt x="275423" y="29848"/>
                </a:lnTo>
                <a:lnTo>
                  <a:pt x="275319" y="30285"/>
                </a:lnTo>
                <a:lnTo>
                  <a:pt x="275223" y="30727"/>
                </a:lnTo>
                <a:lnTo>
                  <a:pt x="275137" y="31174"/>
                </a:lnTo>
                <a:lnTo>
                  <a:pt x="275060" y="31626"/>
                </a:lnTo>
                <a:lnTo>
                  <a:pt x="274992" y="32084"/>
                </a:lnTo>
                <a:lnTo>
                  <a:pt x="274933" y="32547"/>
                </a:lnTo>
                <a:lnTo>
                  <a:pt x="274883" y="33016"/>
                </a:lnTo>
                <a:lnTo>
                  <a:pt x="274842" y="33489"/>
                </a:lnTo>
                <a:lnTo>
                  <a:pt x="274810" y="33968"/>
                </a:lnTo>
                <a:lnTo>
                  <a:pt x="274788" y="34452"/>
                </a:lnTo>
                <a:lnTo>
                  <a:pt x="274774" y="34942"/>
                </a:lnTo>
                <a:lnTo>
                  <a:pt x="274769" y="35436"/>
                </a:lnTo>
                <a:lnTo>
                  <a:pt x="274769" y="48105"/>
                </a:lnTo>
                <a:lnTo>
                  <a:pt x="274774" y="48600"/>
                </a:lnTo>
                <a:lnTo>
                  <a:pt x="274788" y="49089"/>
                </a:lnTo>
                <a:lnTo>
                  <a:pt x="274810" y="49573"/>
                </a:lnTo>
                <a:lnTo>
                  <a:pt x="274842" y="50052"/>
                </a:lnTo>
                <a:lnTo>
                  <a:pt x="274883" y="50525"/>
                </a:lnTo>
                <a:lnTo>
                  <a:pt x="274933" y="50994"/>
                </a:lnTo>
                <a:lnTo>
                  <a:pt x="274992" y="51457"/>
                </a:lnTo>
                <a:lnTo>
                  <a:pt x="275060" y="51914"/>
                </a:lnTo>
                <a:lnTo>
                  <a:pt x="275137" y="52367"/>
                </a:lnTo>
                <a:lnTo>
                  <a:pt x="275223" y="52814"/>
                </a:lnTo>
                <a:lnTo>
                  <a:pt x="275319" y="53256"/>
                </a:lnTo>
                <a:lnTo>
                  <a:pt x="275423" y="53693"/>
                </a:lnTo>
                <a:lnTo>
                  <a:pt x="275537" y="54125"/>
                </a:lnTo>
                <a:lnTo>
                  <a:pt x="275659" y="54551"/>
                </a:lnTo>
                <a:lnTo>
                  <a:pt x="275791" y="54972"/>
                </a:lnTo>
                <a:lnTo>
                  <a:pt x="275932" y="55388"/>
                </a:lnTo>
                <a:lnTo>
                  <a:pt x="276082" y="55798"/>
                </a:lnTo>
                <a:lnTo>
                  <a:pt x="276241" y="56203"/>
                </a:lnTo>
                <a:lnTo>
                  <a:pt x="276409" y="56603"/>
                </a:lnTo>
                <a:lnTo>
                  <a:pt x="276586" y="56998"/>
                </a:lnTo>
                <a:lnTo>
                  <a:pt x="276772" y="57387"/>
                </a:lnTo>
                <a:lnTo>
                  <a:pt x="276967" y="57772"/>
                </a:lnTo>
                <a:lnTo>
                  <a:pt x="277171" y="58151"/>
                </a:lnTo>
                <a:lnTo>
                  <a:pt x="277385" y="58524"/>
                </a:lnTo>
                <a:lnTo>
                  <a:pt x="277607" y="58892"/>
                </a:lnTo>
                <a:lnTo>
                  <a:pt x="277836" y="59253"/>
                </a:lnTo>
                <a:lnTo>
                  <a:pt x="278073" y="59607"/>
                </a:lnTo>
                <a:lnTo>
                  <a:pt x="278317" y="59954"/>
                </a:lnTo>
                <a:lnTo>
                  <a:pt x="278569" y="60294"/>
                </a:lnTo>
                <a:lnTo>
                  <a:pt x="278828" y="60627"/>
                </a:lnTo>
                <a:lnTo>
                  <a:pt x="279095" y="60954"/>
                </a:lnTo>
                <a:lnTo>
                  <a:pt x="279369" y="61273"/>
                </a:lnTo>
                <a:lnTo>
                  <a:pt x="279651" y="61586"/>
                </a:lnTo>
                <a:lnTo>
                  <a:pt x="279940" y="61892"/>
                </a:lnTo>
                <a:lnTo>
                  <a:pt x="280237" y="62191"/>
                </a:lnTo>
                <a:lnTo>
                  <a:pt x="280541" y="62483"/>
                </a:lnTo>
                <a:lnTo>
                  <a:pt x="280852" y="62768"/>
                </a:lnTo>
                <a:lnTo>
                  <a:pt x="281172" y="63047"/>
                </a:lnTo>
                <a:lnTo>
                  <a:pt x="281498" y="63319"/>
                </a:lnTo>
                <a:lnTo>
                  <a:pt x="281832" y="63584"/>
                </a:lnTo>
                <a:lnTo>
                  <a:pt x="282174" y="63842"/>
                </a:lnTo>
                <a:lnTo>
                  <a:pt x="282523" y="64093"/>
                </a:lnTo>
                <a:lnTo>
                  <a:pt x="282880" y="64337"/>
                </a:lnTo>
                <a:lnTo>
                  <a:pt x="283244" y="64574"/>
                </a:lnTo>
                <a:lnTo>
                  <a:pt x="283616" y="64805"/>
                </a:lnTo>
                <a:lnTo>
                  <a:pt x="283995" y="65029"/>
                </a:lnTo>
                <a:lnTo>
                  <a:pt x="284381" y="65246"/>
                </a:lnTo>
                <a:lnTo>
                  <a:pt x="284775" y="65456"/>
                </a:lnTo>
                <a:lnTo>
                  <a:pt x="285176" y="65658"/>
                </a:lnTo>
                <a:lnTo>
                  <a:pt x="285583" y="65851"/>
                </a:lnTo>
                <a:lnTo>
                  <a:pt x="285995" y="66036"/>
                </a:lnTo>
                <a:lnTo>
                  <a:pt x="286413" y="66213"/>
                </a:lnTo>
                <a:lnTo>
                  <a:pt x="286836" y="66381"/>
                </a:lnTo>
                <a:lnTo>
                  <a:pt x="287266" y="66540"/>
                </a:lnTo>
                <a:lnTo>
                  <a:pt x="287701" y="66690"/>
                </a:lnTo>
                <a:lnTo>
                  <a:pt x="288142" y="66832"/>
                </a:lnTo>
                <a:lnTo>
                  <a:pt x="288588" y="66966"/>
                </a:lnTo>
                <a:lnTo>
                  <a:pt x="289040" y="67090"/>
                </a:lnTo>
                <a:lnTo>
                  <a:pt x="289498" y="67207"/>
                </a:lnTo>
                <a:lnTo>
                  <a:pt x="289962" y="67314"/>
                </a:lnTo>
                <a:lnTo>
                  <a:pt x="290432" y="67413"/>
                </a:lnTo>
                <a:lnTo>
                  <a:pt x="290907" y="67503"/>
                </a:lnTo>
                <a:lnTo>
                  <a:pt x="291388" y="67585"/>
                </a:lnTo>
                <a:lnTo>
                  <a:pt x="291875" y="67658"/>
                </a:lnTo>
                <a:lnTo>
                  <a:pt x="292367" y="67723"/>
                </a:lnTo>
                <a:lnTo>
                  <a:pt x="292865" y="67779"/>
                </a:lnTo>
                <a:lnTo>
                  <a:pt x="293369" y="67826"/>
                </a:lnTo>
                <a:lnTo>
                  <a:pt x="293879" y="67865"/>
                </a:lnTo>
                <a:lnTo>
                  <a:pt x="294394" y="67895"/>
                </a:lnTo>
                <a:lnTo>
                  <a:pt x="294915" y="67916"/>
                </a:lnTo>
                <a:lnTo>
                  <a:pt x="295442" y="67929"/>
                </a:lnTo>
                <a:lnTo>
                  <a:pt x="295975" y="67934"/>
                </a:lnTo>
                <a:lnTo>
                  <a:pt x="296644" y="67927"/>
                </a:lnTo>
                <a:lnTo>
                  <a:pt x="297305" y="67907"/>
                </a:lnTo>
                <a:lnTo>
                  <a:pt x="297957" y="67873"/>
                </a:lnTo>
                <a:lnTo>
                  <a:pt x="298601" y="67825"/>
                </a:lnTo>
                <a:close/>
                <a:moveTo>
                  <a:pt x="285894" y="34581"/>
                </a:moveTo>
                <a:lnTo>
                  <a:pt x="285917" y="34165"/>
                </a:lnTo>
                <a:lnTo>
                  <a:pt x="285948" y="33758"/>
                </a:lnTo>
                <a:lnTo>
                  <a:pt x="285988" y="33359"/>
                </a:lnTo>
                <a:lnTo>
                  <a:pt x="286037" y="32969"/>
                </a:lnTo>
                <a:lnTo>
                  <a:pt x="286095" y="32587"/>
                </a:lnTo>
                <a:lnTo>
                  <a:pt x="286162" y="32213"/>
                </a:lnTo>
                <a:lnTo>
                  <a:pt x="286238" y="31847"/>
                </a:lnTo>
                <a:lnTo>
                  <a:pt x="286323" y="31490"/>
                </a:lnTo>
                <a:lnTo>
                  <a:pt x="286416" y="31141"/>
                </a:lnTo>
                <a:lnTo>
                  <a:pt x="286519" y="30800"/>
                </a:lnTo>
                <a:lnTo>
                  <a:pt x="286631" y="30467"/>
                </a:lnTo>
                <a:lnTo>
                  <a:pt x="286751" y="30143"/>
                </a:lnTo>
                <a:lnTo>
                  <a:pt x="286881" y="29827"/>
                </a:lnTo>
                <a:lnTo>
                  <a:pt x="287019" y="29520"/>
                </a:lnTo>
                <a:lnTo>
                  <a:pt x="287166" y="29221"/>
                </a:lnTo>
                <a:lnTo>
                  <a:pt x="287322" y="28930"/>
                </a:lnTo>
                <a:lnTo>
                  <a:pt x="287487" y="28647"/>
                </a:lnTo>
                <a:lnTo>
                  <a:pt x="287662" y="28373"/>
                </a:lnTo>
                <a:lnTo>
                  <a:pt x="287844" y="28106"/>
                </a:lnTo>
                <a:lnTo>
                  <a:pt x="288036" y="27849"/>
                </a:lnTo>
                <a:lnTo>
                  <a:pt x="288237" y="27599"/>
                </a:lnTo>
                <a:lnTo>
                  <a:pt x="288447" y="27358"/>
                </a:lnTo>
                <a:lnTo>
                  <a:pt x="288665" y="27126"/>
                </a:lnTo>
                <a:lnTo>
                  <a:pt x="288892" y="26903"/>
                </a:lnTo>
                <a:lnTo>
                  <a:pt x="289127" y="26691"/>
                </a:lnTo>
                <a:lnTo>
                  <a:pt x="289370" y="26488"/>
                </a:lnTo>
                <a:lnTo>
                  <a:pt x="289622" y="26295"/>
                </a:lnTo>
                <a:lnTo>
                  <a:pt x="289881" y="26112"/>
                </a:lnTo>
                <a:lnTo>
                  <a:pt x="290149" y="25940"/>
                </a:lnTo>
                <a:lnTo>
                  <a:pt x="290426" y="25776"/>
                </a:lnTo>
                <a:lnTo>
                  <a:pt x="290710" y="25623"/>
                </a:lnTo>
                <a:lnTo>
                  <a:pt x="291003" y="25480"/>
                </a:lnTo>
                <a:lnTo>
                  <a:pt x="291305" y="25347"/>
                </a:lnTo>
                <a:lnTo>
                  <a:pt x="291614" y="25223"/>
                </a:lnTo>
                <a:lnTo>
                  <a:pt x="291932" y="25109"/>
                </a:lnTo>
                <a:lnTo>
                  <a:pt x="292258" y="25006"/>
                </a:lnTo>
                <a:lnTo>
                  <a:pt x="292592" y="24912"/>
                </a:lnTo>
                <a:lnTo>
                  <a:pt x="292935" y="24828"/>
                </a:lnTo>
                <a:lnTo>
                  <a:pt x="293286" y="24754"/>
                </a:lnTo>
                <a:lnTo>
                  <a:pt x="293645" y="24689"/>
                </a:lnTo>
                <a:lnTo>
                  <a:pt x="294013" y="24635"/>
                </a:lnTo>
                <a:lnTo>
                  <a:pt x="294389" y="24590"/>
                </a:lnTo>
                <a:lnTo>
                  <a:pt x="294773" y="24556"/>
                </a:lnTo>
                <a:lnTo>
                  <a:pt x="295165" y="24531"/>
                </a:lnTo>
                <a:lnTo>
                  <a:pt x="295566" y="24516"/>
                </a:lnTo>
                <a:lnTo>
                  <a:pt x="295975" y="24511"/>
                </a:lnTo>
                <a:lnTo>
                  <a:pt x="296384" y="24516"/>
                </a:lnTo>
                <a:lnTo>
                  <a:pt x="296784" y="24531"/>
                </a:lnTo>
                <a:lnTo>
                  <a:pt x="297176" y="24555"/>
                </a:lnTo>
                <a:lnTo>
                  <a:pt x="297558" y="24589"/>
                </a:lnTo>
                <a:lnTo>
                  <a:pt x="297933" y="24633"/>
                </a:lnTo>
                <a:lnTo>
                  <a:pt x="298299" y="24686"/>
                </a:lnTo>
                <a:lnTo>
                  <a:pt x="298656" y="24750"/>
                </a:lnTo>
                <a:lnTo>
                  <a:pt x="299004" y="24823"/>
                </a:lnTo>
                <a:lnTo>
                  <a:pt x="299344" y="24905"/>
                </a:lnTo>
                <a:lnTo>
                  <a:pt x="299676" y="24998"/>
                </a:lnTo>
                <a:lnTo>
                  <a:pt x="299998" y="25100"/>
                </a:lnTo>
                <a:lnTo>
                  <a:pt x="300312" y="25211"/>
                </a:lnTo>
                <a:lnTo>
                  <a:pt x="300618" y="25333"/>
                </a:lnTo>
                <a:lnTo>
                  <a:pt x="300915" y="25464"/>
                </a:lnTo>
                <a:lnTo>
                  <a:pt x="301203" y="25605"/>
                </a:lnTo>
                <a:lnTo>
                  <a:pt x="301483" y="25756"/>
                </a:lnTo>
                <a:lnTo>
                  <a:pt x="301754" y="25916"/>
                </a:lnTo>
                <a:lnTo>
                  <a:pt x="302016" y="26086"/>
                </a:lnTo>
                <a:lnTo>
                  <a:pt x="302270" y="26266"/>
                </a:lnTo>
                <a:lnTo>
                  <a:pt x="302515" y="26456"/>
                </a:lnTo>
                <a:lnTo>
                  <a:pt x="302752" y="26655"/>
                </a:lnTo>
                <a:lnTo>
                  <a:pt x="302980" y="26864"/>
                </a:lnTo>
                <a:lnTo>
                  <a:pt x="303200" y="27083"/>
                </a:lnTo>
                <a:lnTo>
                  <a:pt x="303410" y="27312"/>
                </a:lnTo>
                <a:lnTo>
                  <a:pt x="303613" y="27549"/>
                </a:lnTo>
                <a:lnTo>
                  <a:pt x="303806" y="27795"/>
                </a:lnTo>
                <a:lnTo>
                  <a:pt x="303991" y="28050"/>
                </a:lnTo>
                <a:lnTo>
                  <a:pt x="304168" y="28313"/>
                </a:lnTo>
                <a:lnTo>
                  <a:pt x="304336" y="28584"/>
                </a:lnTo>
                <a:lnTo>
                  <a:pt x="304495" y="28864"/>
                </a:lnTo>
                <a:lnTo>
                  <a:pt x="304646" y="29152"/>
                </a:lnTo>
                <a:lnTo>
                  <a:pt x="304788" y="29449"/>
                </a:lnTo>
                <a:lnTo>
                  <a:pt x="304921" y="29754"/>
                </a:lnTo>
                <a:lnTo>
                  <a:pt x="305046" y="30067"/>
                </a:lnTo>
                <a:lnTo>
                  <a:pt x="305162" y="30389"/>
                </a:lnTo>
                <a:lnTo>
                  <a:pt x="305270" y="30720"/>
                </a:lnTo>
                <a:lnTo>
                  <a:pt x="305369" y="31059"/>
                </a:lnTo>
                <a:lnTo>
                  <a:pt x="305459" y="31406"/>
                </a:lnTo>
                <a:lnTo>
                  <a:pt x="305541" y="31762"/>
                </a:lnTo>
                <a:lnTo>
                  <a:pt x="305614" y="32126"/>
                </a:lnTo>
                <a:lnTo>
                  <a:pt x="305679" y="32499"/>
                </a:lnTo>
                <a:lnTo>
                  <a:pt x="305735" y="32880"/>
                </a:lnTo>
                <a:lnTo>
                  <a:pt x="305782" y="33269"/>
                </a:lnTo>
                <a:lnTo>
                  <a:pt x="305821" y="33667"/>
                </a:lnTo>
                <a:lnTo>
                  <a:pt x="305851" y="34074"/>
                </a:lnTo>
                <a:lnTo>
                  <a:pt x="305873" y="34489"/>
                </a:lnTo>
                <a:lnTo>
                  <a:pt x="305886" y="34912"/>
                </a:lnTo>
                <a:lnTo>
                  <a:pt x="305890" y="35344"/>
                </a:lnTo>
                <a:lnTo>
                  <a:pt x="305890" y="37188"/>
                </a:lnTo>
                <a:lnTo>
                  <a:pt x="285876" y="37364"/>
                </a:lnTo>
                <a:lnTo>
                  <a:pt x="285876" y="35436"/>
                </a:lnTo>
                <a:lnTo>
                  <a:pt x="285881" y="35004"/>
                </a:lnTo>
                <a:lnTo>
                  <a:pt x="285894" y="34581"/>
                </a:lnTo>
                <a:close/>
              </a:path>
            </a:pathLst>
          </a:custGeom>
          <a:solidFill xmlns:a="http://schemas.openxmlformats.org/drawingml/2006/main">
            <a:srgbClr val="9538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Text :">
            <a:extLst xmlns:a="http://schemas.openxmlformats.org/drawingml/2006/main">
              <a:ext uri="{FF2B5EF4-FFF2-40B4-BE49-F238E27FC236}">
                <a16:creationId xmlns:a16="http://schemas.microsoft.com/office/drawing/2014/main" id="{FD7E5B93-9588-49F6-84CF-D1DFEFA5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7489" y="1908883"/>
            <a:ext cx="17076" cy="52327"/>
          </a:xfrm>
          <a:custGeom xmlns:a="http://schemas.openxmlformats.org/drawingml/2006/main">
            <a:pathLst>
              <a:path w="17076" h="52327">
                <a:moveTo>
                  <a:pt x="8538" y="15423"/>
                </a:moveTo>
                <a:cubicBezTo>
                  <a:pt x="5967" y="15423"/>
                  <a:pt x="3901" y="14704"/>
                  <a:pt x="2341" y="13266"/>
                </a:cubicBezTo>
                <a:cubicBezTo>
                  <a:pt x="780" y="11828"/>
                  <a:pt x="0" y="9976"/>
                  <a:pt x="0" y="7711"/>
                </a:cubicBezTo>
                <a:cubicBezTo>
                  <a:pt x="0" y="5385"/>
                  <a:pt x="780" y="3518"/>
                  <a:pt x="2341" y="2111"/>
                </a:cubicBezTo>
                <a:cubicBezTo>
                  <a:pt x="3901" y="704"/>
                  <a:pt x="5967" y="0"/>
                  <a:pt x="8538" y="0"/>
                </a:cubicBezTo>
                <a:cubicBezTo>
                  <a:pt x="11108" y="0"/>
                  <a:pt x="13173" y="704"/>
                  <a:pt x="14734" y="2111"/>
                </a:cubicBezTo>
                <a:cubicBezTo>
                  <a:pt x="16295" y="3518"/>
                  <a:pt x="17076" y="5385"/>
                  <a:pt x="17076" y="7711"/>
                </a:cubicBezTo>
                <a:cubicBezTo>
                  <a:pt x="17076" y="9976"/>
                  <a:pt x="16295" y="11828"/>
                  <a:pt x="14734" y="13266"/>
                </a:cubicBezTo>
                <a:cubicBezTo>
                  <a:pt x="13173" y="14704"/>
                  <a:pt x="11108" y="15423"/>
                  <a:pt x="8538" y="15423"/>
                </a:cubicBezTo>
                <a:moveTo>
                  <a:pt x="8538" y="52327"/>
                </a:moveTo>
                <a:cubicBezTo>
                  <a:pt x="5967" y="52327"/>
                  <a:pt x="3901" y="51624"/>
                  <a:pt x="2341" y="50216"/>
                </a:cubicBezTo>
                <a:cubicBezTo>
                  <a:pt x="780" y="48809"/>
                  <a:pt x="0" y="46942"/>
                  <a:pt x="0" y="44616"/>
                </a:cubicBezTo>
                <a:cubicBezTo>
                  <a:pt x="0" y="42290"/>
                  <a:pt x="780" y="40424"/>
                  <a:pt x="2341" y="39017"/>
                </a:cubicBezTo>
                <a:cubicBezTo>
                  <a:pt x="3901" y="37608"/>
                  <a:pt x="5967" y="36904"/>
                  <a:pt x="8538" y="36904"/>
                </a:cubicBezTo>
                <a:cubicBezTo>
                  <a:pt x="11108" y="36904"/>
                  <a:pt x="13173" y="37608"/>
                  <a:pt x="14734" y="39017"/>
                </a:cubicBezTo>
                <a:cubicBezTo>
                  <a:pt x="16295" y="40424"/>
                  <a:pt x="17076" y="42290"/>
                  <a:pt x="17076" y="44616"/>
                </a:cubicBezTo>
                <a:cubicBezTo>
                  <a:pt x="17076" y="46942"/>
                  <a:pt x="16295" y="48809"/>
                  <a:pt x="14734" y="50216"/>
                </a:cubicBezTo>
                <a:cubicBezTo>
                  <a:pt x="13173" y="51624"/>
                  <a:pt x="11108" y="52327"/>
                  <a:pt x="8538" y="523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Text def">
            <a:extLst xmlns:a="http://schemas.openxmlformats.org/drawingml/2006/main">
              <a:ext uri="{FF2B5EF4-FFF2-40B4-BE49-F238E27FC236}">
                <a16:creationId xmlns:a16="http://schemas.microsoft.com/office/drawing/2014/main" id="{BFD9215C-A12F-4FAD-9DEC-81375B80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4622" y="1996555"/>
            <a:ext cx="153404" cy="67934"/>
          </a:xfrm>
          <a:custGeom xmlns:a="http://schemas.openxmlformats.org/drawingml/2006/main">
            <a:pathLst>
              <a:path w="153404" h="67934">
                <a:moveTo>
                  <a:pt x="153404" y="32497"/>
                </a:moveTo>
                <a:lnTo>
                  <a:pt x="153404" y="22124"/>
                </a:lnTo>
                <a:lnTo>
                  <a:pt x="134033" y="22124"/>
                </a:lnTo>
                <a:lnTo>
                  <a:pt x="134033" y="14687"/>
                </a:lnTo>
                <a:lnTo>
                  <a:pt x="134036" y="14513"/>
                </a:lnTo>
                <a:lnTo>
                  <a:pt x="134043" y="14342"/>
                </a:lnTo>
                <a:lnTo>
                  <a:pt x="134054" y="14173"/>
                </a:lnTo>
                <a:lnTo>
                  <a:pt x="134070" y="14008"/>
                </a:lnTo>
                <a:lnTo>
                  <a:pt x="134091" y="13846"/>
                </a:lnTo>
                <a:lnTo>
                  <a:pt x="134116" y="13687"/>
                </a:lnTo>
                <a:lnTo>
                  <a:pt x="134147" y="13530"/>
                </a:lnTo>
                <a:lnTo>
                  <a:pt x="134181" y="13377"/>
                </a:lnTo>
                <a:lnTo>
                  <a:pt x="134220" y="13227"/>
                </a:lnTo>
                <a:lnTo>
                  <a:pt x="134264" y="13080"/>
                </a:lnTo>
                <a:lnTo>
                  <a:pt x="134313" y="12936"/>
                </a:lnTo>
                <a:lnTo>
                  <a:pt x="134366" y="12795"/>
                </a:lnTo>
                <a:lnTo>
                  <a:pt x="134424" y="12657"/>
                </a:lnTo>
                <a:lnTo>
                  <a:pt x="134486" y="12522"/>
                </a:lnTo>
                <a:lnTo>
                  <a:pt x="134553" y="12390"/>
                </a:lnTo>
                <a:lnTo>
                  <a:pt x="134625" y="12261"/>
                </a:lnTo>
                <a:lnTo>
                  <a:pt x="134701" y="12135"/>
                </a:lnTo>
                <a:lnTo>
                  <a:pt x="134782" y="12012"/>
                </a:lnTo>
                <a:lnTo>
                  <a:pt x="134867" y="11892"/>
                </a:lnTo>
                <a:lnTo>
                  <a:pt x="134957" y="11775"/>
                </a:lnTo>
                <a:lnTo>
                  <a:pt x="135052" y="11661"/>
                </a:lnTo>
                <a:lnTo>
                  <a:pt x="135152" y="11551"/>
                </a:lnTo>
                <a:lnTo>
                  <a:pt x="135255" y="11443"/>
                </a:lnTo>
                <a:lnTo>
                  <a:pt x="135364" y="11338"/>
                </a:lnTo>
                <a:lnTo>
                  <a:pt x="135476" y="11237"/>
                </a:lnTo>
                <a:lnTo>
                  <a:pt x="135592" y="11140"/>
                </a:lnTo>
                <a:lnTo>
                  <a:pt x="135710" y="11048"/>
                </a:lnTo>
                <a:lnTo>
                  <a:pt x="135832" y="10959"/>
                </a:lnTo>
                <a:lnTo>
                  <a:pt x="135956" y="10875"/>
                </a:lnTo>
                <a:lnTo>
                  <a:pt x="136084" y="10796"/>
                </a:lnTo>
                <a:lnTo>
                  <a:pt x="136215" y="10720"/>
                </a:lnTo>
                <a:lnTo>
                  <a:pt x="136348" y="10649"/>
                </a:lnTo>
                <a:lnTo>
                  <a:pt x="136485" y="10583"/>
                </a:lnTo>
                <a:lnTo>
                  <a:pt x="136625" y="10520"/>
                </a:lnTo>
                <a:lnTo>
                  <a:pt x="136767" y="10462"/>
                </a:lnTo>
                <a:lnTo>
                  <a:pt x="136913" y="10408"/>
                </a:lnTo>
                <a:lnTo>
                  <a:pt x="137062" y="10359"/>
                </a:lnTo>
                <a:lnTo>
                  <a:pt x="137214" y="10314"/>
                </a:lnTo>
                <a:lnTo>
                  <a:pt x="137368" y="10273"/>
                </a:lnTo>
                <a:lnTo>
                  <a:pt x="137526" y="10236"/>
                </a:lnTo>
                <a:lnTo>
                  <a:pt x="137687" y="10204"/>
                </a:lnTo>
                <a:lnTo>
                  <a:pt x="137851" y="10176"/>
                </a:lnTo>
                <a:lnTo>
                  <a:pt x="138018" y="10152"/>
                </a:lnTo>
                <a:lnTo>
                  <a:pt x="138188" y="10133"/>
                </a:lnTo>
                <a:lnTo>
                  <a:pt x="138361" y="10118"/>
                </a:lnTo>
                <a:lnTo>
                  <a:pt x="138537" y="10107"/>
                </a:lnTo>
                <a:lnTo>
                  <a:pt x="138716" y="10101"/>
                </a:lnTo>
                <a:lnTo>
                  <a:pt x="138898" y="10098"/>
                </a:lnTo>
                <a:lnTo>
                  <a:pt x="153404" y="10098"/>
                </a:lnTo>
                <a:lnTo>
                  <a:pt x="153404" y="0"/>
                </a:lnTo>
                <a:lnTo>
                  <a:pt x="138624" y="0"/>
                </a:lnTo>
                <a:lnTo>
                  <a:pt x="138024" y="7"/>
                </a:lnTo>
                <a:lnTo>
                  <a:pt x="137435" y="27"/>
                </a:lnTo>
                <a:lnTo>
                  <a:pt x="136855" y="62"/>
                </a:lnTo>
                <a:lnTo>
                  <a:pt x="136285" y="110"/>
                </a:lnTo>
                <a:lnTo>
                  <a:pt x="135725" y="171"/>
                </a:lnTo>
                <a:lnTo>
                  <a:pt x="135175" y="247"/>
                </a:lnTo>
                <a:lnTo>
                  <a:pt x="134635" y="336"/>
                </a:lnTo>
                <a:lnTo>
                  <a:pt x="134104" y="439"/>
                </a:lnTo>
                <a:lnTo>
                  <a:pt x="133584" y="555"/>
                </a:lnTo>
                <a:lnTo>
                  <a:pt x="133073" y="685"/>
                </a:lnTo>
                <a:lnTo>
                  <a:pt x="132573" y="829"/>
                </a:lnTo>
                <a:lnTo>
                  <a:pt x="132082" y="987"/>
                </a:lnTo>
                <a:lnTo>
                  <a:pt x="131601" y="1158"/>
                </a:lnTo>
                <a:lnTo>
                  <a:pt x="131130" y="1343"/>
                </a:lnTo>
                <a:lnTo>
                  <a:pt x="130669" y="1542"/>
                </a:lnTo>
                <a:lnTo>
                  <a:pt x="130218" y="1754"/>
                </a:lnTo>
                <a:lnTo>
                  <a:pt x="129776" y="1981"/>
                </a:lnTo>
                <a:lnTo>
                  <a:pt x="129345" y="2220"/>
                </a:lnTo>
                <a:lnTo>
                  <a:pt x="128923" y="2474"/>
                </a:lnTo>
                <a:lnTo>
                  <a:pt x="128511" y="2741"/>
                </a:lnTo>
                <a:lnTo>
                  <a:pt x="128110" y="3022"/>
                </a:lnTo>
                <a:lnTo>
                  <a:pt x="127718" y="3317"/>
                </a:lnTo>
                <a:lnTo>
                  <a:pt x="127336" y="3625"/>
                </a:lnTo>
                <a:lnTo>
                  <a:pt x="126963" y="3947"/>
                </a:lnTo>
                <a:lnTo>
                  <a:pt x="126604" y="4281"/>
                </a:lnTo>
                <a:lnTo>
                  <a:pt x="126260" y="4624"/>
                </a:lnTo>
                <a:lnTo>
                  <a:pt x="125931" y="4976"/>
                </a:lnTo>
                <a:lnTo>
                  <a:pt x="125617" y="5337"/>
                </a:lnTo>
                <a:lnTo>
                  <a:pt x="125319" y="5708"/>
                </a:lnTo>
                <a:lnTo>
                  <a:pt x="125036" y="6088"/>
                </a:lnTo>
                <a:lnTo>
                  <a:pt x="124768" y="6477"/>
                </a:lnTo>
                <a:lnTo>
                  <a:pt x="124516" y="6875"/>
                </a:lnTo>
                <a:lnTo>
                  <a:pt x="124279" y="7282"/>
                </a:lnTo>
                <a:lnTo>
                  <a:pt x="124057" y="7699"/>
                </a:lnTo>
                <a:lnTo>
                  <a:pt x="123850" y="8125"/>
                </a:lnTo>
                <a:lnTo>
                  <a:pt x="123659" y="8560"/>
                </a:lnTo>
                <a:lnTo>
                  <a:pt x="123483" y="9005"/>
                </a:lnTo>
                <a:lnTo>
                  <a:pt x="123323" y="9459"/>
                </a:lnTo>
                <a:lnTo>
                  <a:pt x="123177" y="9921"/>
                </a:lnTo>
                <a:lnTo>
                  <a:pt x="123047" y="10394"/>
                </a:lnTo>
                <a:lnTo>
                  <a:pt x="122933" y="10875"/>
                </a:lnTo>
                <a:lnTo>
                  <a:pt x="122833" y="11366"/>
                </a:lnTo>
                <a:lnTo>
                  <a:pt x="122749" y="11866"/>
                </a:lnTo>
                <a:lnTo>
                  <a:pt x="122680" y="12375"/>
                </a:lnTo>
                <a:lnTo>
                  <a:pt x="122627" y="12893"/>
                </a:lnTo>
                <a:lnTo>
                  <a:pt x="122588" y="13421"/>
                </a:lnTo>
                <a:lnTo>
                  <a:pt x="122566" y="13958"/>
                </a:lnTo>
                <a:lnTo>
                  <a:pt x="122558" y="14504"/>
                </a:lnTo>
                <a:lnTo>
                  <a:pt x="122558" y="22124"/>
                </a:lnTo>
                <a:lnTo>
                  <a:pt x="108695" y="22124"/>
                </a:lnTo>
                <a:lnTo>
                  <a:pt x="108695" y="32497"/>
                </a:lnTo>
                <a:lnTo>
                  <a:pt x="122558" y="32497"/>
                </a:lnTo>
                <a:lnTo>
                  <a:pt x="122558" y="67016"/>
                </a:lnTo>
                <a:lnTo>
                  <a:pt x="134033" y="67016"/>
                </a:lnTo>
                <a:lnTo>
                  <a:pt x="134033" y="32497"/>
                </a:lnTo>
                <a:lnTo>
                  <a:pt x="153404" y="32497"/>
                </a:lnTo>
                <a:close/>
                <a:moveTo>
                  <a:pt x="29978" y="25016"/>
                </a:moveTo>
                <a:lnTo>
                  <a:pt x="29870" y="24581"/>
                </a:lnTo>
                <a:lnTo>
                  <a:pt x="29749" y="24154"/>
                </a:lnTo>
                <a:lnTo>
                  <a:pt x="29615" y="23737"/>
                </a:lnTo>
                <a:lnTo>
                  <a:pt x="29468" y="23329"/>
                </a:lnTo>
                <a:lnTo>
                  <a:pt x="29309" y="22930"/>
                </a:lnTo>
                <a:lnTo>
                  <a:pt x="29137" y="22540"/>
                </a:lnTo>
                <a:lnTo>
                  <a:pt x="28952" y="22159"/>
                </a:lnTo>
                <a:lnTo>
                  <a:pt x="28754" y="21788"/>
                </a:lnTo>
                <a:lnTo>
                  <a:pt x="28544" y="21425"/>
                </a:lnTo>
                <a:lnTo>
                  <a:pt x="28320" y="21071"/>
                </a:lnTo>
                <a:lnTo>
                  <a:pt x="28084" y="20727"/>
                </a:lnTo>
                <a:lnTo>
                  <a:pt x="27836" y="20391"/>
                </a:lnTo>
                <a:lnTo>
                  <a:pt x="27574" y="20065"/>
                </a:lnTo>
                <a:lnTo>
                  <a:pt x="27300" y="19748"/>
                </a:lnTo>
                <a:lnTo>
                  <a:pt x="27013" y="19440"/>
                </a:lnTo>
                <a:lnTo>
                  <a:pt x="26713" y="19141"/>
                </a:lnTo>
                <a:lnTo>
                  <a:pt x="26403" y="18852"/>
                </a:lnTo>
                <a:lnTo>
                  <a:pt x="26084" y="18576"/>
                </a:lnTo>
                <a:lnTo>
                  <a:pt x="25755" y="18312"/>
                </a:lnTo>
                <a:lnTo>
                  <a:pt x="25418" y="18061"/>
                </a:lnTo>
                <a:lnTo>
                  <a:pt x="25072" y="17821"/>
                </a:lnTo>
                <a:lnTo>
                  <a:pt x="24717" y="17594"/>
                </a:lnTo>
                <a:lnTo>
                  <a:pt x="24353" y="17380"/>
                </a:lnTo>
                <a:lnTo>
                  <a:pt x="23980" y="17177"/>
                </a:lnTo>
                <a:lnTo>
                  <a:pt x="23598" y="16987"/>
                </a:lnTo>
                <a:lnTo>
                  <a:pt x="23208" y="16809"/>
                </a:lnTo>
                <a:lnTo>
                  <a:pt x="22808" y="16643"/>
                </a:lnTo>
                <a:lnTo>
                  <a:pt x="22399" y="16490"/>
                </a:lnTo>
                <a:lnTo>
                  <a:pt x="21982" y="16349"/>
                </a:lnTo>
                <a:lnTo>
                  <a:pt x="21555" y="16220"/>
                </a:lnTo>
                <a:lnTo>
                  <a:pt x="21120" y="16103"/>
                </a:lnTo>
                <a:lnTo>
                  <a:pt x="20676" y="15999"/>
                </a:lnTo>
                <a:lnTo>
                  <a:pt x="20222" y="15907"/>
                </a:lnTo>
                <a:lnTo>
                  <a:pt x="19760" y="15827"/>
                </a:lnTo>
                <a:lnTo>
                  <a:pt x="19289" y="15760"/>
                </a:lnTo>
                <a:lnTo>
                  <a:pt x="18809" y="15705"/>
                </a:lnTo>
                <a:lnTo>
                  <a:pt x="18320" y="15662"/>
                </a:lnTo>
                <a:lnTo>
                  <a:pt x="17822" y="15631"/>
                </a:lnTo>
                <a:lnTo>
                  <a:pt x="17316" y="15613"/>
                </a:lnTo>
                <a:lnTo>
                  <a:pt x="16800" y="15606"/>
                </a:lnTo>
                <a:lnTo>
                  <a:pt x="16170" y="15616"/>
                </a:lnTo>
                <a:lnTo>
                  <a:pt x="15551" y="15643"/>
                </a:lnTo>
                <a:lnTo>
                  <a:pt x="14942" y="15688"/>
                </a:lnTo>
                <a:lnTo>
                  <a:pt x="14344" y="15752"/>
                </a:lnTo>
                <a:lnTo>
                  <a:pt x="13756" y="15834"/>
                </a:lnTo>
                <a:lnTo>
                  <a:pt x="13179" y="15934"/>
                </a:lnTo>
                <a:lnTo>
                  <a:pt x="12612" y="16052"/>
                </a:lnTo>
                <a:lnTo>
                  <a:pt x="12056" y="16188"/>
                </a:lnTo>
                <a:lnTo>
                  <a:pt x="11511" y="16342"/>
                </a:lnTo>
                <a:lnTo>
                  <a:pt x="10976" y="16515"/>
                </a:lnTo>
                <a:lnTo>
                  <a:pt x="10451" y="16706"/>
                </a:lnTo>
                <a:lnTo>
                  <a:pt x="9937" y="16915"/>
                </a:lnTo>
                <a:lnTo>
                  <a:pt x="9433" y="17142"/>
                </a:lnTo>
                <a:lnTo>
                  <a:pt x="8940" y="17387"/>
                </a:lnTo>
                <a:lnTo>
                  <a:pt x="8458" y="17651"/>
                </a:lnTo>
                <a:lnTo>
                  <a:pt x="7986" y="17932"/>
                </a:lnTo>
                <a:lnTo>
                  <a:pt x="7525" y="18232"/>
                </a:lnTo>
                <a:lnTo>
                  <a:pt x="7074" y="18550"/>
                </a:lnTo>
                <a:lnTo>
                  <a:pt x="6633" y="18886"/>
                </a:lnTo>
                <a:lnTo>
                  <a:pt x="6203" y="19241"/>
                </a:lnTo>
                <a:lnTo>
                  <a:pt x="5784" y="19613"/>
                </a:lnTo>
                <a:lnTo>
                  <a:pt x="5375" y="20004"/>
                </a:lnTo>
                <a:lnTo>
                  <a:pt x="4977" y="20413"/>
                </a:lnTo>
                <a:lnTo>
                  <a:pt x="4589" y="20840"/>
                </a:lnTo>
                <a:lnTo>
                  <a:pt x="4215" y="21282"/>
                </a:lnTo>
                <a:lnTo>
                  <a:pt x="3856" y="21737"/>
                </a:lnTo>
                <a:lnTo>
                  <a:pt x="3513" y="22205"/>
                </a:lnTo>
                <a:lnTo>
                  <a:pt x="3187" y="22686"/>
                </a:lnTo>
                <a:lnTo>
                  <a:pt x="2876" y="23179"/>
                </a:lnTo>
                <a:lnTo>
                  <a:pt x="2581" y="23685"/>
                </a:lnTo>
                <a:lnTo>
                  <a:pt x="2302" y="24204"/>
                </a:lnTo>
                <a:lnTo>
                  <a:pt x="2040" y="24736"/>
                </a:lnTo>
                <a:lnTo>
                  <a:pt x="1793" y="25280"/>
                </a:lnTo>
                <a:lnTo>
                  <a:pt x="1562" y="25838"/>
                </a:lnTo>
                <a:lnTo>
                  <a:pt x="1346" y="26407"/>
                </a:lnTo>
                <a:lnTo>
                  <a:pt x="1147" y="26990"/>
                </a:lnTo>
                <a:lnTo>
                  <a:pt x="964" y="27586"/>
                </a:lnTo>
                <a:lnTo>
                  <a:pt x="797" y="28194"/>
                </a:lnTo>
                <a:lnTo>
                  <a:pt x="645" y="28815"/>
                </a:lnTo>
                <a:lnTo>
                  <a:pt x="510" y="29448"/>
                </a:lnTo>
                <a:lnTo>
                  <a:pt x="390" y="30095"/>
                </a:lnTo>
                <a:lnTo>
                  <a:pt x="287" y="30754"/>
                </a:lnTo>
                <a:lnTo>
                  <a:pt x="199" y="31426"/>
                </a:lnTo>
                <a:lnTo>
                  <a:pt x="127" y="32111"/>
                </a:lnTo>
                <a:lnTo>
                  <a:pt x="72" y="32808"/>
                </a:lnTo>
                <a:lnTo>
                  <a:pt x="32" y="33518"/>
                </a:lnTo>
                <a:lnTo>
                  <a:pt x="8" y="34241"/>
                </a:lnTo>
                <a:lnTo>
                  <a:pt x="0" y="34977"/>
                </a:lnTo>
                <a:lnTo>
                  <a:pt x="0" y="48656"/>
                </a:lnTo>
                <a:lnTo>
                  <a:pt x="8" y="49384"/>
                </a:lnTo>
                <a:lnTo>
                  <a:pt x="32" y="50100"/>
                </a:lnTo>
                <a:lnTo>
                  <a:pt x="72" y="50803"/>
                </a:lnTo>
                <a:lnTo>
                  <a:pt x="129" y="51494"/>
                </a:lnTo>
                <a:lnTo>
                  <a:pt x="201" y="52172"/>
                </a:lnTo>
                <a:lnTo>
                  <a:pt x="290" y="52838"/>
                </a:lnTo>
                <a:lnTo>
                  <a:pt x="394" y="53492"/>
                </a:lnTo>
                <a:lnTo>
                  <a:pt x="515" y="54133"/>
                </a:lnTo>
                <a:lnTo>
                  <a:pt x="652" y="54762"/>
                </a:lnTo>
                <a:lnTo>
                  <a:pt x="805" y="55378"/>
                </a:lnTo>
                <a:lnTo>
                  <a:pt x="974" y="55982"/>
                </a:lnTo>
                <a:lnTo>
                  <a:pt x="1159" y="56573"/>
                </a:lnTo>
                <a:lnTo>
                  <a:pt x="1360" y="57152"/>
                </a:lnTo>
                <a:lnTo>
                  <a:pt x="1577" y="57719"/>
                </a:lnTo>
                <a:lnTo>
                  <a:pt x="1811" y="58273"/>
                </a:lnTo>
                <a:lnTo>
                  <a:pt x="2060" y="58815"/>
                </a:lnTo>
                <a:lnTo>
                  <a:pt x="2326" y="59344"/>
                </a:lnTo>
                <a:lnTo>
                  <a:pt x="2607" y="59861"/>
                </a:lnTo>
                <a:lnTo>
                  <a:pt x="2905" y="60366"/>
                </a:lnTo>
                <a:lnTo>
                  <a:pt x="3219" y="60858"/>
                </a:lnTo>
                <a:lnTo>
                  <a:pt x="3549" y="61337"/>
                </a:lnTo>
                <a:lnTo>
                  <a:pt x="3895" y="61805"/>
                </a:lnTo>
                <a:lnTo>
                  <a:pt x="4257" y="62259"/>
                </a:lnTo>
                <a:lnTo>
                  <a:pt x="4635" y="62702"/>
                </a:lnTo>
                <a:lnTo>
                  <a:pt x="5027" y="63129"/>
                </a:lnTo>
                <a:lnTo>
                  <a:pt x="5428" y="63537"/>
                </a:lnTo>
                <a:lnTo>
                  <a:pt x="5840" y="63928"/>
                </a:lnTo>
                <a:lnTo>
                  <a:pt x="6261" y="64300"/>
                </a:lnTo>
                <a:lnTo>
                  <a:pt x="6693" y="64655"/>
                </a:lnTo>
                <a:lnTo>
                  <a:pt x="7134" y="64991"/>
                </a:lnTo>
                <a:lnTo>
                  <a:pt x="7586" y="65309"/>
                </a:lnTo>
                <a:lnTo>
                  <a:pt x="8048" y="65608"/>
                </a:lnTo>
                <a:lnTo>
                  <a:pt x="8519" y="65890"/>
                </a:lnTo>
                <a:lnTo>
                  <a:pt x="9001" y="66153"/>
                </a:lnTo>
                <a:lnTo>
                  <a:pt x="9493" y="66399"/>
                </a:lnTo>
                <a:lnTo>
                  <a:pt x="9995" y="66626"/>
                </a:lnTo>
                <a:lnTo>
                  <a:pt x="10507" y="66835"/>
                </a:lnTo>
                <a:lnTo>
                  <a:pt x="11029" y="67025"/>
                </a:lnTo>
                <a:lnTo>
                  <a:pt x="11561" y="67198"/>
                </a:lnTo>
                <a:lnTo>
                  <a:pt x="12103" y="67352"/>
                </a:lnTo>
                <a:lnTo>
                  <a:pt x="12655" y="67489"/>
                </a:lnTo>
                <a:lnTo>
                  <a:pt x="13217" y="67607"/>
                </a:lnTo>
                <a:lnTo>
                  <a:pt x="13789" y="67707"/>
                </a:lnTo>
                <a:lnTo>
                  <a:pt x="14371" y="67788"/>
                </a:lnTo>
                <a:lnTo>
                  <a:pt x="14963" y="67852"/>
                </a:lnTo>
                <a:lnTo>
                  <a:pt x="15565" y="67897"/>
                </a:lnTo>
                <a:lnTo>
                  <a:pt x="16178" y="67925"/>
                </a:lnTo>
                <a:lnTo>
                  <a:pt x="16800" y="67934"/>
                </a:lnTo>
                <a:lnTo>
                  <a:pt x="17316" y="67928"/>
                </a:lnTo>
                <a:lnTo>
                  <a:pt x="17822" y="67909"/>
                </a:lnTo>
                <a:lnTo>
                  <a:pt x="18320" y="67878"/>
                </a:lnTo>
                <a:lnTo>
                  <a:pt x="18809" y="67835"/>
                </a:lnTo>
                <a:lnTo>
                  <a:pt x="19289" y="67780"/>
                </a:lnTo>
                <a:lnTo>
                  <a:pt x="19760" y="67713"/>
                </a:lnTo>
                <a:lnTo>
                  <a:pt x="20222" y="67633"/>
                </a:lnTo>
                <a:lnTo>
                  <a:pt x="20676" y="67541"/>
                </a:lnTo>
                <a:lnTo>
                  <a:pt x="21120" y="67437"/>
                </a:lnTo>
                <a:lnTo>
                  <a:pt x="21555" y="67320"/>
                </a:lnTo>
                <a:lnTo>
                  <a:pt x="21982" y="67191"/>
                </a:lnTo>
                <a:lnTo>
                  <a:pt x="22399" y="67050"/>
                </a:lnTo>
                <a:lnTo>
                  <a:pt x="22808" y="66897"/>
                </a:lnTo>
                <a:lnTo>
                  <a:pt x="23208" y="66731"/>
                </a:lnTo>
                <a:lnTo>
                  <a:pt x="23598" y="66553"/>
                </a:lnTo>
                <a:lnTo>
                  <a:pt x="23980" y="66363"/>
                </a:lnTo>
                <a:lnTo>
                  <a:pt x="24353" y="66160"/>
                </a:lnTo>
                <a:lnTo>
                  <a:pt x="24717" y="65946"/>
                </a:lnTo>
                <a:lnTo>
                  <a:pt x="25072" y="65719"/>
                </a:lnTo>
                <a:lnTo>
                  <a:pt x="25418" y="65479"/>
                </a:lnTo>
                <a:lnTo>
                  <a:pt x="25755" y="65228"/>
                </a:lnTo>
                <a:lnTo>
                  <a:pt x="26084" y="64964"/>
                </a:lnTo>
                <a:lnTo>
                  <a:pt x="26403" y="64688"/>
                </a:lnTo>
                <a:lnTo>
                  <a:pt x="26713" y="64399"/>
                </a:lnTo>
                <a:lnTo>
                  <a:pt x="27013" y="64100"/>
                </a:lnTo>
                <a:lnTo>
                  <a:pt x="27300" y="63792"/>
                </a:lnTo>
                <a:lnTo>
                  <a:pt x="27574" y="63475"/>
                </a:lnTo>
                <a:lnTo>
                  <a:pt x="27836" y="63149"/>
                </a:lnTo>
                <a:lnTo>
                  <a:pt x="28084" y="62813"/>
                </a:lnTo>
                <a:lnTo>
                  <a:pt x="28320" y="62469"/>
                </a:lnTo>
                <a:lnTo>
                  <a:pt x="28544" y="62115"/>
                </a:lnTo>
                <a:lnTo>
                  <a:pt x="28754" y="61753"/>
                </a:lnTo>
                <a:lnTo>
                  <a:pt x="28952" y="61381"/>
                </a:lnTo>
                <a:lnTo>
                  <a:pt x="29137" y="61000"/>
                </a:lnTo>
                <a:lnTo>
                  <a:pt x="29309" y="60610"/>
                </a:lnTo>
                <a:lnTo>
                  <a:pt x="29468" y="60211"/>
                </a:lnTo>
                <a:lnTo>
                  <a:pt x="29615" y="59803"/>
                </a:lnTo>
                <a:lnTo>
                  <a:pt x="29749" y="59386"/>
                </a:lnTo>
                <a:lnTo>
                  <a:pt x="29870" y="58959"/>
                </a:lnTo>
                <a:lnTo>
                  <a:pt x="29978" y="58524"/>
                </a:lnTo>
                <a:lnTo>
                  <a:pt x="30074" y="58080"/>
                </a:lnTo>
                <a:lnTo>
                  <a:pt x="30157" y="57626"/>
                </a:lnTo>
                <a:lnTo>
                  <a:pt x="30195" y="57377"/>
                </a:lnTo>
                <a:lnTo>
                  <a:pt x="30386" y="57377"/>
                </a:lnTo>
                <a:lnTo>
                  <a:pt x="30386" y="67016"/>
                </a:lnTo>
                <a:lnTo>
                  <a:pt x="41586" y="67016"/>
                </a:lnTo>
                <a:lnTo>
                  <a:pt x="41586" y="0"/>
                </a:lnTo>
                <a:lnTo>
                  <a:pt x="30110" y="0"/>
                </a:lnTo>
                <a:lnTo>
                  <a:pt x="30110" y="14137"/>
                </a:lnTo>
                <a:lnTo>
                  <a:pt x="30477" y="26163"/>
                </a:lnTo>
                <a:lnTo>
                  <a:pt x="30195" y="26163"/>
                </a:lnTo>
                <a:lnTo>
                  <a:pt x="30157" y="25914"/>
                </a:lnTo>
                <a:lnTo>
                  <a:pt x="30074" y="25460"/>
                </a:lnTo>
                <a:lnTo>
                  <a:pt x="29978" y="25016"/>
                </a:lnTo>
                <a:close/>
                <a:moveTo>
                  <a:pt x="19767" y="57979"/>
                </a:moveTo>
                <a:lnTo>
                  <a:pt x="19423" y="57947"/>
                </a:lnTo>
                <a:lnTo>
                  <a:pt x="19086" y="57907"/>
                </a:lnTo>
                <a:lnTo>
                  <a:pt x="18756" y="57858"/>
                </a:lnTo>
                <a:lnTo>
                  <a:pt x="18432" y="57800"/>
                </a:lnTo>
                <a:lnTo>
                  <a:pt x="18115" y="57733"/>
                </a:lnTo>
                <a:lnTo>
                  <a:pt x="17804" y="57657"/>
                </a:lnTo>
                <a:lnTo>
                  <a:pt x="17501" y="57572"/>
                </a:lnTo>
                <a:lnTo>
                  <a:pt x="17204" y="57479"/>
                </a:lnTo>
                <a:lnTo>
                  <a:pt x="16914" y="57376"/>
                </a:lnTo>
                <a:lnTo>
                  <a:pt x="16630" y="57265"/>
                </a:lnTo>
                <a:lnTo>
                  <a:pt x="16353" y="57144"/>
                </a:lnTo>
                <a:lnTo>
                  <a:pt x="16083" y="57015"/>
                </a:lnTo>
                <a:lnTo>
                  <a:pt x="15820" y="56876"/>
                </a:lnTo>
                <a:lnTo>
                  <a:pt x="15563" y="56729"/>
                </a:lnTo>
                <a:lnTo>
                  <a:pt x="15313" y="56573"/>
                </a:lnTo>
                <a:lnTo>
                  <a:pt x="15070" y="56408"/>
                </a:lnTo>
                <a:lnTo>
                  <a:pt x="14833" y="56234"/>
                </a:lnTo>
                <a:lnTo>
                  <a:pt x="14603" y="56051"/>
                </a:lnTo>
                <a:lnTo>
                  <a:pt x="14380" y="55859"/>
                </a:lnTo>
                <a:lnTo>
                  <a:pt x="14163" y="55658"/>
                </a:lnTo>
                <a:lnTo>
                  <a:pt x="13953" y="55448"/>
                </a:lnTo>
                <a:lnTo>
                  <a:pt x="13751" y="55230"/>
                </a:lnTo>
                <a:lnTo>
                  <a:pt x="13558" y="55005"/>
                </a:lnTo>
                <a:lnTo>
                  <a:pt x="13373" y="54771"/>
                </a:lnTo>
                <a:lnTo>
                  <a:pt x="13196" y="54530"/>
                </a:lnTo>
                <a:lnTo>
                  <a:pt x="13029" y="54282"/>
                </a:lnTo>
                <a:lnTo>
                  <a:pt x="12869" y="54025"/>
                </a:lnTo>
                <a:lnTo>
                  <a:pt x="12719" y="53761"/>
                </a:lnTo>
                <a:lnTo>
                  <a:pt x="12577" y="53490"/>
                </a:lnTo>
                <a:lnTo>
                  <a:pt x="12443" y="53211"/>
                </a:lnTo>
                <a:lnTo>
                  <a:pt x="12319" y="52924"/>
                </a:lnTo>
                <a:lnTo>
                  <a:pt x="12202" y="52629"/>
                </a:lnTo>
                <a:lnTo>
                  <a:pt x="12095" y="52327"/>
                </a:lnTo>
                <a:lnTo>
                  <a:pt x="11996" y="52017"/>
                </a:lnTo>
                <a:lnTo>
                  <a:pt x="11906" y="51700"/>
                </a:lnTo>
                <a:lnTo>
                  <a:pt x="11824" y="51375"/>
                </a:lnTo>
                <a:lnTo>
                  <a:pt x="11751" y="51042"/>
                </a:lnTo>
                <a:lnTo>
                  <a:pt x="11686" y="50702"/>
                </a:lnTo>
                <a:lnTo>
                  <a:pt x="11630" y="50354"/>
                </a:lnTo>
                <a:lnTo>
                  <a:pt x="11583" y="49998"/>
                </a:lnTo>
                <a:lnTo>
                  <a:pt x="11544" y="49635"/>
                </a:lnTo>
                <a:lnTo>
                  <a:pt x="11514" y="49264"/>
                </a:lnTo>
                <a:lnTo>
                  <a:pt x="11493" y="48885"/>
                </a:lnTo>
                <a:lnTo>
                  <a:pt x="11480" y="48499"/>
                </a:lnTo>
                <a:lnTo>
                  <a:pt x="11475" y="48105"/>
                </a:lnTo>
                <a:lnTo>
                  <a:pt x="11475" y="35436"/>
                </a:lnTo>
                <a:lnTo>
                  <a:pt x="11480" y="35042"/>
                </a:lnTo>
                <a:lnTo>
                  <a:pt x="11493" y="34656"/>
                </a:lnTo>
                <a:lnTo>
                  <a:pt x="11514" y="34277"/>
                </a:lnTo>
                <a:lnTo>
                  <a:pt x="11544" y="33906"/>
                </a:lnTo>
                <a:lnTo>
                  <a:pt x="11583" y="33543"/>
                </a:lnTo>
                <a:lnTo>
                  <a:pt x="11630" y="33187"/>
                </a:lnTo>
                <a:lnTo>
                  <a:pt x="11686" y="32839"/>
                </a:lnTo>
                <a:lnTo>
                  <a:pt x="11751" y="32498"/>
                </a:lnTo>
                <a:lnTo>
                  <a:pt x="11824" y="32166"/>
                </a:lnTo>
                <a:lnTo>
                  <a:pt x="11906" y="31841"/>
                </a:lnTo>
                <a:lnTo>
                  <a:pt x="11996" y="31523"/>
                </a:lnTo>
                <a:lnTo>
                  <a:pt x="12095" y="31213"/>
                </a:lnTo>
                <a:lnTo>
                  <a:pt x="12202" y="30911"/>
                </a:lnTo>
                <a:lnTo>
                  <a:pt x="12319" y="30616"/>
                </a:lnTo>
                <a:lnTo>
                  <a:pt x="12443" y="30330"/>
                </a:lnTo>
                <a:lnTo>
                  <a:pt x="12577" y="30050"/>
                </a:lnTo>
                <a:lnTo>
                  <a:pt x="12719" y="29779"/>
                </a:lnTo>
                <a:lnTo>
                  <a:pt x="12869" y="29515"/>
                </a:lnTo>
                <a:lnTo>
                  <a:pt x="13029" y="29259"/>
                </a:lnTo>
                <a:lnTo>
                  <a:pt x="13196" y="29010"/>
                </a:lnTo>
                <a:lnTo>
                  <a:pt x="13373" y="28769"/>
                </a:lnTo>
                <a:lnTo>
                  <a:pt x="13558" y="28536"/>
                </a:lnTo>
                <a:lnTo>
                  <a:pt x="13751" y="28310"/>
                </a:lnTo>
                <a:lnTo>
                  <a:pt x="13953" y="28092"/>
                </a:lnTo>
                <a:lnTo>
                  <a:pt x="14163" y="27882"/>
                </a:lnTo>
                <a:lnTo>
                  <a:pt x="14380" y="27681"/>
                </a:lnTo>
                <a:lnTo>
                  <a:pt x="14603" y="27489"/>
                </a:lnTo>
                <a:lnTo>
                  <a:pt x="14833" y="27306"/>
                </a:lnTo>
                <a:lnTo>
                  <a:pt x="15070" y="27132"/>
                </a:lnTo>
                <a:lnTo>
                  <a:pt x="15313" y="26967"/>
                </a:lnTo>
                <a:lnTo>
                  <a:pt x="15563" y="26811"/>
                </a:lnTo>
                <a:lnTo>
                  <a:pt x="15820" y="26664"/>
                </a:lnTo>
                <a:lnTo>
                  <a:pt x="16083" y="26525"/>
                </a:lnTo>
                <a:lnTo>
                  <a:pt x="16353" y="26396"/>
                </a:lnTo>
                <a:lnTo>
                  <a:pt x="16630" y="26276"/>
                </a:lnTo>
                <a:lnTo>
                  <a:pt x="16914" y="26164"/>
                </a:lnTo>
                <a:lnTo>
                  <a:pt x="17204" y="26061"/>
                </a:lnTo>
                <a:lnTo>
                  <a:pt x="17501" y="25968"/>
                </a:lnTo>
                <a:lnTo>
                  <a:pt x="17804" y="25883"/>
                </a:lnTo>
                <a:lnTo>
                  <a:pt x="18115" y="25807"/>
                </a:lnTo>
                <a:lnTo>
                  <a:pt x="18432" y="25740"/>
                </a:lnTo>
                <a:lnTo>
                  <a:pt x="18756" y="25682"/>
                </a:lnTo>
                <a:lnTo>
                  <a:pt x="19086" y="25633"/>
                </a:lnTo>
                <a:lnTo>
                  <a:pt x="19423" y="25593"/>
                </a:lnTo>
                <a:lnTo>
                  <a:pt x="19767" y="25562"/>
                </a:lnTo>
                <a:lnTo>
                  <a:pt x="20117" y="25539"/>
                </a:lnTo>
                <a:lnTo>
                  <a:pt x="20475" y="25526"/>
                </a:lnTo>
                <a:lnTo>
                  <a:pt x="20838" y="25521"/>
                </a:lnTo>
                <a:lnTo>
                  <a:pt x="21202" y="25526"/>
                </a:lnTo>
                <a:lnTo>
                  <a:pt x="21559" y="25540"/>
                </a:lnTo>
                <a:lnTo>
                  <a:pt x="21909" y="25562"/>
                </a:lnTo>
                <a:lnTo>
                  <a:pt x="22253" y="25594"/>
                </a:lnTo>
                <a:lnTo>
                  <a:pt x="22589" y="25635"/>
                </a:lnTo>
                <a:lnTo>
                  <a:pt x="22918" y="25685"/>
                </a:lnTo>
                <a:lnTo>
                  <a:pt x="23241" y="25744"/>
                </a:lnTo>
                <a:lnTo>
                  <a:pt x="23557" y="25812"/>
                </a:lnTo>
                <a:lnTo>
                  <a:pt x="23866" y="25889"/>
                </a:lnTo>
                <a:lnTo>
                  <a:pt x="24168" y="25976"/>
                </a:lnTo>
                <a:lnTo>
                  <a:pt x="24463" y="26071"/>
                </a:lnTo>
                <a:lnTo>
                  <a:pt x="24752" y="26176"/>
                </a:lnTo>
                <a:lnTo>
                  <a:pt x="25033" y="26289"/>
                </a:lnTo>
                <a:lnTo>
                  <a:pt x="25308" y="26412"/>
                </a:lnTo>
                <a:lnTo>
                  <a:pt x="25576" y="26544"/>
                </a:lnTo>
                <a:lnTo>
                  <a:pt x="25837" y="26684"/>
                </a:lnTo>
                <a:lnTo>
                  <a:pt x="26091" y="26834"/>
                </a:lnTo>
                <a:lnTo>
                  <a:pt x="26338" y="26993"/>
                </a:lnTo>
                <a:lnTo>
                  <a:pt x="26578" y="27161"/>
                </a:lnTo>
                <a:lnTo>
                  <a:pt x="26812" y="27339"/>
                </a:lnTo>
                <a:lnTo>
                  <a:pt x="27038" y="27525"/>
                </a:lnTo>
                <a:lnTo>
                  <a:pt x="27258" y="27720"/>
                </a:lnTo>
                <a:lnTo>
                  <a:pt x="27471" y="27925"/>
                </a:lnTo>
                <a:lnTo>
                  <a:pt x="27677" y="28138"/>
                </a:lnTo>
                <a:lnTo>
                  <a:pt x="27876" y="28360"/>
                </a:lnTo>
                <a:lnTo>
                  <a:pt x="28066" y="28588"/>
                </a:lnTo>
                <a:lnTo>
                  <a:pt x="28247" y="28824"/>
                </a:lnTo>
                <a:lnTo>
                  <a:pt x="28421" y="29067"/>
                </a:lnTo>
                <a:lnTo>
                  <a:pt x="28585" y="29318"/>
                </a:lnTo>
                <a:lnTo>
                  <a:pt x="28742" y="29575"/>
                </a:lnTo>
                <a:lnTo>
                  <a:pt x="28890" y="29840"/>
                </a:lnTo>
                <a:lnTo>
                  <a:pt x="29029" y="30111"/>
                </a:lnTo>
                <a:lnTo>
                  <a:pt x="29160" y="30390"/>
                </a:lnTo>
                <a:lnTo>
                  <a:pt x="29282" y="30676"/>
                </a:lnTo>
                <a:lnTo>
                  <a:pt x="29396" y="30970"/>
                </a:lnTo>
                <a:lnTo>
                  <a:pt x="29502" y="31270"/>
                </a:lnTo>
                <a:lnTo>
                  <a:pt x="29599" y="31578"/>
                </a:lnTo>
                <a:lnTo>
                  <a:pt x="29688" y="31893"/>
                </a:lnTo>
                <a:lnTo>
                  <a:pt x="29768" y="32215"/>
                </a:lnTo>
                <a:lnTo>
                  <a:pt x="29840" y="32544"/>
                </a:lnTo>
                <a:lnTo>
                  <a:pt x="29903" y="32880"/>
                </a:lnTo>
                <a:lnTo>
                  <a:pt x="29958" y="33224"/>
                </a:lnTo>
                <a:lnTo>
                  <a:pt x="30005" y="33575"/>
                </a:lnTo>
                <a:lnTo>
                  <a:pt x="30043" y="33933"/>
                </a:lnTo>
                <a:lnTo>
                  <a:pt x="30072" y="34298"/>
                </a:lnTo>
                <a:lnTo>
                  <a:pt x="30094" y="34670"/>
                </a:lnTo>
                <a:lnTo>
                  <a:pt x="30106" y="35050"/>
                </a:lnTo>
                <a:lnTo>
                  <a:pt x="30110" y="35436"/>
                </a:lnTo>
                <a:lnTo>
                  <a:pt x="30110" y="48105"/>
                </a:lnTo>
                <a:lnTo>
                  <a:pt x="30106" y="48492"/>
                </a:lnTo>
                <a:lnTo>
                  <a:pt x="30094" y="48871"/>
                </a:lnTo>
                <a:lnTo>
                  <a:pt x="30072" y="49243"/>
                </a:lnTo>
                <a:lnTo>
                  <a:pt x="30043" y="49608"/>
                </a:lnTo>
                <a:lnTo>
                  <a:pt x="30005" y="49966"/>
                </a:lnTo>
                <a:lnTo>
                  <a:pt x="29958" y="50317"/>
                </a:lnTo>
                <a:lnTo>
                  <a:pt x="29903" y="50660"/>
                </a:lnTo>
                <a:lnTo>
                  <a:pt x="29840" y="50997"/>
                </a:lnTo>
                <a:lnTo>
                  <a:pt x="29768" y="51326"/>
                </a:lnTo>
                <a:lnTo>
                  <a:pt x="29688" y="51648"/>
                </a:lnTo>
                <a:lnTo>
                  <a:pt x="29599" y="51963"/>
                </a:lnTo>
                <a:lnTo>
                  <a:pt x="29502" y="52271"/>
                </a:lnTo>
                <a:lnTo>
                  <a:pt x="29396" y="52571"/>
                </a:lnTo>
                <a:lnTo>
                  <a:pt x="29282" y="52864"/>
                </a:lnTo>
                <a:lnTo>
                  <a:pt x="29160" y="53151"/>
                </a:lnTo>
                <a:lnTo>
                  <a:pt x="29029" y="53430"/>
                </a:lnTo>
                <a:lnTo>
                  <a:pt x="28890" y="53701"/>
                </a:lnTo>
                <a:lnTo>
                  <a:pt x="28742" y="53966"/>
                </a:lnTo>
                <a:lnTo>
                  <a:pt x="28585" y="54224"/>
                </a:lnTo>
                <a:lnTo>
                  <a:pt x="28421" y="54474"/>
                </a:lnTo>
                <a:lnTo>
                  <a:pt x="28247" y="54717"/>
                </a:lnTo>
                <a:lnTo>
                  <a:pt x="28066" y="54953"/>
                </a:lnTo>
                <a:lnTo>
                  <a:pt x="27876" y="55182"/>
                </a:lnTo>
                <a:lnTo>
                  <a:pt x="27677" y="55403"/>
                </a:lnTo>
                <a:lnTo>
                  <a:pt x="27471" y="55617"/>
                </a:lnTo>
                <a:lnTo>
                  <a:pt x="27258" y="55821"/>
                </a:lnTo>
                <a:lnTo>
                  <a:pt x="27038" y="56016"/>
                </a:lnTo>
                <a:lnTo>
                  <a:pt x="26812" y="56203"/>
                </a:lnTo>
                <a:lnTo>
                  <a:pt x="26578" y="56380"/>
                </a:lnTo>
                <a:lnTo>
                  <a:pt x="26338" y="56548"/>
                </a:lnTo>
                <a:lnTo>
                  <a:pt x="26091" y="56707"/>
                </a:lnTo>
                <a:lnTo>
                  <a:pt x="25837" y="56856"/>
                </a:lnTo>
                <a:lnTo>
                  <a:pt x="25576" y="56997"/>
                </a:lnTo>
                <a:lnTo>
                  <a:pt x="25308" y="57129"/>
                </a:lnTo>
                <a:lnTo>
                  <a:pt x="25033" y="57251"/>
                </a:lnTo>
                <a:lnTo>
                  <a:pt x="24752" y="57365"/>
                </a:lnTo>
                <a:lnTo>
                  <a:pt x="24463" y="57469"/>
                </a:lnTo>
                <a:lnTo>
                  <a:pt x="24168" y="57565"/>
                </a:lnTo>
                <a:lnTo>
                  <a:pt x="23866" y="57651"/>
                </a:lnTo>
                <a:lnTo>
                  <a:pt x="23557" y="57728"/>
                </a:lnTo>
                <a:lnTo>
                  <a:pt x="23241" y="57796"/>
                </a:lnTo>
                <a:lnTo>
                  <a:pt x="22918" y="57855"/>
                </a:lnTo>
                <a:lnTo>
                  <a:pt x="22589" y="57905"/>
                </a:lnTo>
                <a:lnTo>
                  <a:pt x="22253" y="57946"/>
                </a:lnTo>
                <a:lnTo>
                  <a:pt x="21909" y="57978"/>
                </a:lnTo>
                <a:lnTo>
                  <a:pt x="21559" y="58001"/>
                </a:lnTo>
                <a:lnTo>
                  <a:pt x="21202" y="58014"/>
                </a:lnTo>
                <a:lnTo>
                  <a:pt x="20838" y="58019"/>
                </a:lnTo>
                <a:lnTo>
                  <a:pt x="20475" y="58014"/>
                </a:lnTo>
                <a:lnTo>
                  <a:pt x="20117" y="58001"/>
                </a:lnTo>
                <a:lnTo>
                  <a:pt x="19767" y="57979"/>
                </a:lnTo>
                <a:close/>
                <a:moveTo>
                  <a:pt x="78270" y="67873"/>
                </a:moveTo>
                <a:lnTo>
                  <a:pt x="78913" y="67825"/>
                </a:lnTo>
                <a:lnTo>
                  <a:pt x="79549" y="67764"/>
                </a:lnTo>
                <a:lnTo>
                  <a:pt x="80176" y="67690"/>
                </a:lnTo>
                <a:lnTo>
                  <a:pt x="80794" y="67602"/>
                </a:lnTo>
                <a:lnTo>
                  <a:pt x="81404" y="67500"/>
                </a:lnTo>
                <a:lnTo>
                  <a:pt x="82005" y="67385"/>
                </a:lnTo>
                <a:lnTo>
                  <a:pt x="82598" y="67256"/>
                </a:lnTo>
                <a:lnTo>
                  <a:pt x="83183" y="67114"/>
                </a:lnTo>
                <a:lnTo>
                  <a:pt x="83759" y="66958"/>
                </a:lnTo>
                <a:lnTo>
                  <a:pt x="84327" y="66789"/>
                </a:lnTo>
                <a:lnTo>
                  <a:pt x="84886" y="66606"/>
                </a:lnTo>
                <a:lnTo>
                  <a:pt x="85437" y="66410"/>
                </a:lnTo>
                <a:lnTo>
                  <a:pt x="85979" y="66200"/>
                </a:lnTo>
                <a:lnTo>
                  <a:pt x="86513" y="65976"/>
                </a:lnTo>
                <a:lnTo>
                  <a:pt x="87038" y="65739"/>
                </a:lnTo>
                <a:lnTo>
                  <a:pt x="87555" y="65489"/>
                </a:lnTo>
                <a:lnTo>
                  <a:pt x="88064" y="65224"/>
                </a:lnTo>
                <a:lnTo>
                  <a:pt x="88564" y="64947"/>
                </a:lnTo>
                <a:lnTo>
                  <a:pt x="89055" y="64656"/>
                </a:lnTo>
                <a:lnTo>
                  <a:pt x="89538" y="64351"/>
                </a:lnTo>
                <a:lnTo>
                  <a:pt x="90013" y="64032"/>
                </a:lnTo>
                <a:lnTo>
                  <a:pt x="90476" y="63703"/>
                </a:lnTo>
                <a:lnTo>
                  <a:pt x="90924" y="63364"/>
                </a:lnTo>
                <a:lnTo>
                  <a:pt x="91356" y="63016"/>
                </a:lnTo>
                <a:lnTo>
                  <a:pt x="91774" y="62659"/>
                </a:lnTo>
                <a:lnTo>
                  <a:pt x="92176" y="62293"/>
                </a:lnTo>
                <a:lnTo>
                  <a:pt x="92563" y="61918"/>
                </a:lnTo>
                <a:lnTo>
                  <a:pt x="92935" y="61534"/>
                </a:lnTo>
                <a:lnTo>
                  <a:pt x="93292" y="61141"/>
                </a:lnTo>
                <a:lnTo>
                  <a:pt x="93634" y="60738"/>
                </a:lnTo>
                <a:lnTo>
                  <a:pt x="93960" y="60327"/>
                </a:lnTo>
                <a:lnTo>
                  <a:pt x="94272" y="59907"/>
                </a:lnTo>
                <a:lnTo>
                  <a:pt x="94568" y="59477"/>
                </a:lnTo>
                <a:lnTo>
                  <a:pt x="94850" y="59038"/>
                </a:lnTo>
                <a:lnTo>
                  <a:pt x="95116" y="58591"/>
                </a:lnTo>
                <a:lnTo>
                  <a:pt x="95367" y="58134"/>
                </a:lnTo>
                <a:lnTo>
                  <a:pt x="95602" y="57668"/>
                </a:lnTo>
                <a:lnTo>
                  <a:pt x="95823" y="57193"/>
                </a:lnTo>
                <a:lnTo>
                  <a:pt x="96029" y="56709"/>
                </a:lnTo>
                <a:lnTo>
                  <a:pt x="96219" y="56215"/>
                </a:lnTo>
                <a:lnTo>
                  <a:pt x="96394" y="55713"/>
                </a:lnTo>
                <a:lnTo>
                  <a:pt x="96555" y="55202"/>
                </a:lnTo>
                <a:lnTo>
                  <a:pt x="96700" y="54681"/>
                </a:lnTo>
                <a:lnTo>
                  <a:pt x="96829" y="54152"/>
                </a:lnTo>
                <a:lnTo>
                  <a:pt x="96944" y="53613"/>
                </a:lnTo>
                <a:lnTo>
                  <a:pt x="85652" y="53613"/>
                </a:lnTo>
                <a:lnTo>
                  <a:pt x="85596" y="53825"/>
                </a:lnTo>
                <a:lnTo>
                  <a:pt x="85533" y="54033"/>
                </a:lnTo>
                <a:lnTo>
                  <a:pt x="85464" y="54236"/>
                </a:lnTo>
                <a:lnTo>
                  <a:pt x="85389" y="54436"/>
                </a:lnTo>
                <a:lnTo>
                  <a:pt x="85309" y="54630"/>
                </a:lnTo>
                <a:lnTo>
                  <a:pt x="85222" y="54821"/>
                </a:lnTo>
                <a:lnTo>
                  <a:pt x="85129" y="55007"/>
                </a:lnTo>
                <a:lnTo>
                  <a:pt x="85030" y="55189"/>
                </a:lnTo>
                <a:lnTo>
                  <a:pt x="84925" y="55367"/>
                </a:lnTo>
                <a:lnTo>
                  <a:pt x="84814" y="55540"/>
                </a:lnTo>
                <a:lnTo>
                  <a:pt x="84696" y="55709"/>
                </a:lnTo>
                <a:lnTo>
                  <a:pt x="84573" y="55874"/>
                </a:lnTo>
                <a:lnTo>
                  <a:pt x="84444" y="56034"/>
                </a:lnTo>
                <a:lnTo>
                  <a:pt x="84309" y="56190"/>
                </a:lnTo>
                <a:lnTo>
                  <a:pt x="84167" y="56342"/>
                </a:lnTo>
                <a:lnTo>
                  <a:pt x="84020" y="56490"/>
                </a:lnTo>
                <a:lnTo>
                  <a:pt x="83866" y="56633"/>
                </a:lnTo>
                <a:lnTo>
                  <a:pt x="83707" y="56772"/>
                </a:lnTo>
                <a:lnTo>
                  <a:pt x="83541" y="56906"/>
                </a:lnTo>
                <a:lnTo>
                  <a:pt x="83369" y="57036"/>
                </a:lnTo>
                <a:lnTo>
                  <a:pt x="83192" y="57162"/>
                </a:lnTo>
                <a:lnTo>
                  <a:pt x="83008" y="57284"/>
                </a:lnTo>
                <a:lnTo>
                  <a:pt x="82818" y="57401"/>
                </a:lnTo>
                <a:lnTo>
                  <a:pt x="82622" y="57514"/>
                </a:lnTo>
                <a:lnTo>
                  <a:pt x="82421" y="57623"/>
                </a:lnTo>
                <a:lnTo>
                  <a:pt x="82214" y="57727"/>
                </a:lnTo>
                <a:lnTo>
                  <a:pt x="82003" y="57826"/>
                </a:lnTo>
                <a:lnTo>
                  <a:pt x="81786" y="57921"/>
                </a:lnTo>
                <a:lnTo>
                  <a:pt x="81564" y="58011"/>
                </a:lnTo>
                <a:lnTo>
                  <a:pt x="81337" y="58097"/>
                </a:lnTo>
                <a:lnTo>
                  <a:pt x="81105" y="58178"/>
                </a:lnTo>
                <a:lnTo>
                  <a:pt x="80868" y="58254"/>
                </a:lnTo>
                <a:lnTo>
                  <a:pt x="80626" y="58325"/>
                </a:lnTo>
                <a:lnTo>
                  <a:pt x="80378" y="58392"/>
                </a:lnTo>
                <a:lnTo>
                  <a:pt x="80126" y="58455"/>
                </a:lnTo>
                <a:lnTo>
                  <a:pt x="79868" y="58513"/>
                </a:lnTo>
                <a:lnTo>
                  <a:pt x="79606" y="58566"/>
                </a:lnTo>
                <a:lnTo>
                  <a:pt x="79338" y="58614"/>
                </a:lnTo>
                <a:lnTo>
                  <a:pt x="79065" y="58658"/>
                </a:lnTo>
                <a:lnTo>
                  <a:pt x="78787" y="58697"/>
                </a:lnTo>
                <a:lnTo>
                  <a:pt x="78504" y="58732"/>
                </a:lnTo>
                <a:lnTo>
                  <a:pt x="78216" y="58762"/>
                </a:lnTo>
                <a:lnTo>
                  <a:pt x="77923" y="58787"/>
                </a:lnTo>
                <a:lnTo>
                  <a:pt x="77624" y="58808"/>
                </a:lnTo>
                <a:lnTo>
                  <a:pt x="77321" y="58824"/>
                </a:lnTo>
                <a:lnTo>
                  <a:pt x="77013" y="58836"/>
                </a:lnTo>
                <a:lnTo>
                  <a:pt x="76699" y="58843"/>
                </a:lnTo>
                <a:lnTo>
                  <a:pt x="76380" y="58845"/>
                </a:lnTo>
                <a:lnTo>
                  <a:pt x="75964" y="58841"/>
                </a:lnTo>
                <a:lnTo>
                  <a:pt x="75556" y="58826"/>
                </a:lnTo>
                <a:lnTo>
                  <a:pt x="75156" y="58803"/>
                </a:lnTo>
                <a:lnTo>
                  <a:pt x="74766" y="58770"/>
                </a:lnTo>
                <a:lnTo>
                  <a:pt x="74384" y="58728"/>
                </a:lnTo>
                <a:lnTo>
                  <a:pt x="74010" y="58676"/>
                </a:lnTo>
                <a:lnTo>
                  <a:pt x="73645" y="58615"/>
                </a:lnTo>
                <a:lnTo>
                  <a:pt x="73289" y="58544"/>
                </a:lnTo>
                <a:lnTo>
                  <a:pt x="72941" y="58464"/>
                </a:lnTo>
                <a:lnTo>
                  <a:pt x="72602" y="58375"/>
                </a:lnTo>
                <a:lnTo>
                  <a:pt x="72272" y="58276"/>
                </a:lnTo>
                <a:lnTo>
                  <a:pt x="71950" y="58168"/>
                </a:lnTo>
                <a:lnTo>
                  <a:pt x="71637" y="58051"/>
                </a:lnTo>
                <a:lnTo>
                  <a:pt x="71332" y="57924"/>
                </a:lnTo>
                <a:lnTo>
                  <a:pt x="71036" y="57787"/>
                </a:lnTo>
                <a:lnTo>
                  <a:pt x="70749" y="57642"/>
                </a:lnTo>
                <a:lnTo>
                  <a:pt x="70470" y="57487"/>
                </a:lnTo>
                <a:lnTo>
                  <a:pt x="70200" y="57322"/>
                </a:lnTo>
                <a:lnTo>
                  <a:pt x="69938" y="57148"/>
                </a:lnTo>
                <a:lnTo>
                  <a:pt x="69686" y="56965"/>
                </a:lnTo>
                <a:lnTo>
                  <a:pt x="69441" y="56772"/>
                </a:lnTo>
                <a:lnTo>
                  <a:pt x="69205" y="56570"/>
                </a:lnTo>
                <a:lnTo>
                  <a:pt x="68978" y="56358"/>
                </a:lnTo>
                <a:lnTo>
                  <a:pt x="68760" y="56137"/>
                </a:lnTo>
                <a:lnTo>
                  <a:pt x="68550" y="55907"/>
                </a:lnTo>
                <a:lnTo>
                  <a:pt x="68349" y="55668"/>
                </a:lnTo>
                <a:lnTo>
                  <a:pt x="68157" y="55420"/>
                </a:lnTo>
                <a:lnTo>
                  <a:pt x="67974" y="55162"/>
                </a:lnTo>
                <a:lnTo>
                  <a:pt x="67800" y="54896"/>
                </a:lnTo>
                <a:lnTo>
                  <a:pt x="67635" y="54620"/>
                </a:lnTo>
                <a:lnTo>
                  <a:pt x="67479" y="54335"/>
                </a:lnTo>
                <a:lnTo>
                  <a:pt x="67332" y="54042"/>
                </a:lnTo>
                <a:lnTo>
                  <a:pt x="67193" y="53739"/>
                </a:lnTo>
                <a:lnTo>
                  <a:pt x="67064" y="53427"/>
                </a:lnTo>
                <a:lnTo>
                  <a:pt x="66944" y="53106"/>
                </a:lnTo>
                <a:lnTo>
                  <a:pt x="66832" y="52776"/>
                </a:lnTo>
                <a:lnTo>
                  <a:pt x="66729" y="52436"/>
                </a:lnTo>
                <a:lnTo>
                  <a:pt x="66636" y="52088"/>
                </a:lnTo>
                <a:lnTo>
                  <a:pt x="66551" y="51731"/>
                </a:lnTo>
                <a:lnTo>
                  <a:pt x="66475" y="51364"/>
                </a:lnTo>
                <a:lnTo>
                  <a:pt x="66408" y="50989"/>
                </a:lnTo>
                <a:lnTo>
                  <a:pt x="66350" y="50604"/>
                </a:lnTo>
                <a:lnTo>
                  <a:pt x="66301" y="50210"/>
                </a:lnTo>
                <a:lnTo>
                  <a:pt x="66261" y="49807"/>
                </a:lnTo>
                <a:lnTo>
                  <a:pt x="66229" y="49395"/>
                </a:lnTo>
                <a:lnTo>
                  <a:pt x="66207" y="48974"/>
                </a:lnTo>
                <a:lnTo>
                  <a:pt x="66194" y="48544"/>
                </a:lnTo>
                <a:lnTo>
                  <a:pt x="66189" y="48105"/>
                </a:lnTo>
                <a:lnTo>
                  <a:pt x="66189" y="44525"/>
                </a:lnTo>
                <a:lnTo>
                  <a:pt x="97311" y="44525"/>
                </a:lnTo>
                <a:lnTo>
                  <a:pt x="97311" y="35436"/>
                </a:lnTo>
                <a:lnTo>
                  <a:pt x="97307" y="34942"/>
                </a:lnTo>
                <a:lnTo>
                  <a:pt x="97293" y="34452"/>
                </a:lnTo>
                <a:lnTo>
                  <a:pt x="97270" y="33968"/>
                </a:lnTo>
                <a:lnTo>
                  <a:pt x="97238" y="33489"/>
                </a:lnTo>
                <a:lnTo>
                  <a:pt x="97198" y="33016"/>
                </a:lnTo>
                <a:lnTo>
                  <a:pt x="97148" y="32547"/>
                </a:lnTo>
                <a:lnTo>
                  <a:pt x="97089" y="32084"/>
                </a:lnTo>
                <a:lnTo>
                  <a:pt x="97020" y="31626"/>
                </a:lnTo>
                <a:lnTo>
                  <a:pt x="96943" y="31174"/>
                </a:lnTo>
                <a:lnTo>
                  <a:pt x="96857" y="30727"/>
                </a:lnTo>
                <a:lnTo>
                  <a:pt x="96761" y="30285"/>
                </a:lnTo>
                <a:lnTo>
                  <a:pt x="96657" y="29848"/>
                </a:lnTo>
                <a:lnTo>
                  <a:pt x="96543" y="29416"/>
                </a:lnTo>
                <a:lnTo>
                  <a:pt x="96421" y="28990"/>
                </a:lnTo>
                <a:lnTo>
                  <a:pt x="96289" y="28569"/>
                </a:lnTo>
                <a:lnTo>
                  <a:pt x="96148" y="28153"/>
                </a:lnTo>
                <a:lnTo>
                  <a:pt x="95998" y="27743"/>
                </a:lnTo>
                <a:lnTo>
                  <a:pt x="95839" y="27338"/>
                </a:lnTo>
                <a:lnTo>
                  <a:pt x="95671" y="26938"/>
                </a:lnTo>
                <a:lnTo>
                  <a:pt x="95494" y="26543"/>
                </a:lnTo>
                <a:lnTo>
                  <a:pt x="95308" y="26154"/>
                </a:lnTo>
                <a:lnTo>
                  <a:pt x="95112" y="25770"/>
                </a:lnTo>
                <a:lnTo>
                  <a:pt x="94908" y="25391"/>
                </a:lnTo>
                <a:lnTo>
                  <a:pt x="94694" y="25017"/>
                </a:lnTo>
                <a:lnTo>
                  <a:pt x="94473" y="24649"/>
                </a:lnTo>
                <a:lnTo>
                  <a:pt x="94244" y="24289"/>
                </a:lnTo>
                <a:lnTo>
                  <a:pt x="94008" y="23935"/>
                </a:lnTo>
                <a:lnTo>
                  <a:pt x="93764" y="23588"/>
                </a:lnTo>
                <a:lnTo>
                  <a:pt x="93513" y="23247"/>
                </a:lnTo>
                <a:lnTo>
                  <a:pt x="93255" y="22914"/>
                </a:lnTo>
                <a:lnTo>
                  <a:pt x="92989" y="22587"/>
                </a:lnTo>
                <a:lnTo>
                  <a:pt x="92716" y="22268"/>
                </a:lnTo>
                <a:lnTo>
                  <a:pt x="92436" y="21955"/>
                </a:lnTo>
                <a:lnTo>
                  <a:pt x="92148" y="21649"/>
                </a:lnTo>
                <a:lnTo>
                  <a:pt x="91853" y="21350"/>
                </a:lnTo>
                <a:lnTo>
                  <a:pt x="91551" y="21058"/>
                </a:lnTo>
                <a:lnTo>
                  <a:pt x="91241" y="20772"/>
                </a:lnTo>
                <a:lnTo>
                  <a:pt x="90924" y="20494"/>
                </a:lnTo>
                <a:lnTo>
                  <a:pt x="90600" y="20222"/>
                </a:lnTo>
                <a:lnTo>
                  <a:pt x="90268" y="19957"/>
                </a:lnTo>
                <a:lnTo>
                  <a:pt x="89929" y="19699"/>
                </a:lnTo>
                <a:lnTo>
                  <a:pt x="89582" y="19448"/>
                </a:lnTo>
                <a:lnTo>
                  <a:pt x="89229" y="19204"/>
                </a:lnTo>
                <a:lnTo>
                  <a:pt x="88868" y="18967"/>
                </a:lnTo>
                <a:lnTo>
                  <a:pt x="88499" y="18736"/>
                </a:lnTo>
                <a:lnTo>
                  <a:pt x="88123" y="18513"/>
                </a:lnTo>
                <a:lnTo>
                  <a:pt x="87740" y="18296"/>
                </a:lnTo>
                <a:lnTo>
                  <a:pt x="87350" y="18086"/>
                </a:lnTo>
                <a:lnTo>
                  <a:pt x="86953" y="17884"/>
                </a:lnTo>
                <a:lnTo>
                  <a:pt x="86551" y="17690"/>
                </a:lnTo>
                <a:lnTo>
                  <a:pt x="86143" y="17505"/>
                </a:lnTo>
                <a:lnTo>
                  <a:pt x="85729" y="17328"/>
                </a:lnTo>
                <a:lnTo>
                  <a:pt x="85310" y="17160"/>
                </a:lnTo>
                <a:lnTo>
                  <a:pt x="84886" y="17001"/>
                </a:lnTo>
                <a:lnTo>
                  <a:pt x="84455" y="16850"/>
                </a:lnTo>
                <a:lnTo>
                  <a:pt x="84020" y="16708"/>
                </a:lnTo>
                <a:lnTo>
                  <a:pt x="83578" y="16575"/>
                </a:lnTo>
                <a:lnTo>
                  <a:pt x="83131" y="16450"/>
                </a:lnTo>
                <a:lnTo>
                  <a:pt x="82679" y="16334"/>
                </a:lnTo>
                <a:lnTo>
                  <a:pt x="82221" y="16226"/>
                </a:lnTo>
                <a:lnTo>
                  <a:pt x="81757" y="16127"/>
                </a:lnTo>
                <a:lnTo>
                  <a:pt x="81288" y="16037"/>
                </a:lnTo>
                <a:lnTo>
                  <a:pt x="80813" y="15955"/>
                </a:lnTo>
                <a:lnTo>
                  <a:pt x="80332" y="15882"/>
                </a:lnTo>
                <a:lnTo>
                  <a:pt x="79846" y="15817"/>
                </a:lnTo>
                <a:lnTo>
                  <a:pt x="79355" y="15761"/>
                </a:lnTo>
                <a:lnTo>
                  <a:pt x="78857" y="15714"/>
                </a:lnTo>
                <a:lnTo>
                  <a:pt x="78355" y="15675"/>
                </a:lnTo>
                <a:lnTo>
                  <a:pt x="77846" y="15645"/>
                </a:lnTo>
                <a:lnTo>
                  <a:pt x="77332" y="15624"/>
                </a:lnTo>
                <a:lnTo>
                  <a:pt x="76813" y="15611"/>
                </a:lnTo>
                <a:lnTo>
                  <a:pt x="76288" y="15606"/>
                </a:lnTo>
                <a:lnTo>
                  <a:pt x="75755" y="15611"/>
                </a:lnTo>
                <a:lnTo>
                  <a:pt x="75228" y="15624"/>
                </a:lnTo>
                <a:lnTo>
                  <a:pt x="74707" y="15645"/>
                </a:lnTo>
                <a:lnTo>
                  <a:pt x="74192" y="15675"/>
                </a:lnTo>
                <a:lnTo>
                  <a:pt x="73682" y="15714"/>
                </a:lnTo>
                <a:lnTo>
                  <a:pt x="73178" y="15761"/>
                </a:lnTo>
                <a:lnTo>
                  <a:pt x="72680" y="15817"/>
                </a:lnTo>
                <a:lnTo>
                  <a:pt x="72188" y="15882"/>
                </a:lnTo>
                <a:lnTo>
                  <a:pt x="71701" y="15955"/>
                </a:lnTo>
                <a:lnTo>
                  <a:pt x="71220" y="16037"/>
                </a:lnTo>
                <a:lnTo>
                  <a:pt x="70745" y="16127"/>
                </a:lnTo>
                <a:lnTo>
                  <a:pt x="70275" y="16226"/>
                </a:lnTo>
                <a:lnTo>
                  <a:pt x="69811" y="16334"/>
                </a:lnTo>
                <a:lnTo>
                  <a:pt x="69353" y="16450"/>
                </a:lnTo>
                <a:lnTo>
                  <a:pt x="68901" y="16575"/>
                </a:lnTo>
                <a:lnTo>
                  <a:pt x="68454" y="16708"/>
                </a:lnTo>
                <a:lnTo>
                  <a:pt x="68014" y="16850"/>
                </a:lnTo>
                <a:lnTo>
                  <a:pt x="67579" y="17001"/>
                </a:lnTo>
                <a:lnTo>
                  <a:pt x="67149" y="17160"/>
                </a:lnTo>
                <a:lnTo>
                  <a:pt x="66725" y="17328"/>
                </a:lnTo>
                <a:lnTo>
                  <a:pt x="66308" y="17505"/>
                </a:lnTo>
                <a:lnTo>
                  <a:pt x="65895" y="17690"/>
                </a:lnTo>
                <a:lnTo>
                  <a:pt x="65489" y="17884"/>
                </a:lnTo>
                <a:lnTo>
                  <a:pt x="65088" y="18086"/>
                </a:lnTo>
                <a:lnTo>
                  <a:pt x="64694" y="18296"/>
                </a:lnTo>
                <a:lnTo>
                  <a:pt x="64308" y="18513"/>
                </a:lnTo>
                <a:lnTo>
                  <a:pt x="63929" y="18736"/>
                </a:lnTo>
                <a:lnTo>
                  <a:pt x="63557" y="18967"/>
                </a:lnTo>
                <a:lnTo>
                  <a:pt x="63193" y="19204"/>
                </a:lnTo>
                <a:lnTo>
                  <a:pt x="62836" y="19448"/>
                </a:lnTo>
                <a:lnTo>
                  <a:pt x="62487" y="19699"/>
                </a:lnTo>
                <a:lnTo>
                  <a:pt x="62145" y="19957"/>
                </a:lnTo>
                <a:lnTo>
                  <a:pt x="61811" y="20222"/>
                </a:lnTo>
                <a:lnTo>
                  <a:pt x="61485" y="20494"/>
                </a:lnTo>
                <a:lnTo>
                  <a:pt x="61165" y="20772"/>
                </a:lnTo>
                <a:lnTo>
                  <a:pt x="60854" y="21058"/>
                </a:lnTo>
                <a:lnTo>
                  <a:pt x="60549" y="21350"/>
                </a:lnTo>
                <a:lnTo>
                  <a:pt x="60253" y="21649"/>
                </a:lnTo>
                <a:lnTo>
                  <a:pt x="59964" y="21955"/>
                </a:lnTo>
                <a:lnTo>
                  <a:pt x="59682" y="22268"/>
                </a:lnTo>
                <a:lnTo>
                  <a:pt x="59408" y="22587"/>
                </a:lnTo>
                <a:lnTo>
                  <a:pt x="59141" y="22914"/>
                </a:lnTo>
                <a:lnTo>
                  <a:pt x="58882" y="23247"/>
                </a:lnTo>
                <a:lnTo>
                  <a:pt x="58630" y="23588"/>
                </a:lnTo>
                <a:lnTo>
                  <a:pt x="58386" y="23935"/>
                </a:lnTo>
                <a:lnTo>
                  <a:pt x="58149" y="24289"/>
                </a:lnTo>
                <a:lnTo>
                  <a:pt x="57919" y="24649"/>
                </a:lnTo>
                <a:lnTo>
                  <a:pt x="57698" y="25017"/>
                </a:lnTo>
                <a:lnTo>
                  <a:pt x="57484" y="25391"/>
                </a:lnTo>
                <a:lnTo>
                  <a:pt x="57280" y="25770"/>
                </a:lnTo>
                <a:lnTo>
                  <a:pt x="57085" y="26154"/>
                </a:lnTo>
                <a:lnTo>
                  <a:pt x="56899" y="26543"/>
                </a:lnTo>
                <a:lnTo>
                  <a:pt x="56721" y="26938"/>
                </a:lnTo>
                <a:lnTo>
                  <a:pt x="56553" y="27338"/>
                </a:lnTo>
                <a:lnTo>
                  <a:pt x="56395" y="27743"/>
                </a:lnTo>
                <a:lnTo>
                  <a:pt x="56245" y="28153"/>
                </a:lnTo>
                <a:lnTo>
                  <a:pt x="56104" y="28569"/>
                </a:lnTo>
                <a:lnTo>
                  <a:pt x="55972" y="28990"/>
                </a:lnTo>
                <a:lnTo>
                  <a:pt x="55850" y="29416"/>
                </a:lnTo>
                <a:lnTo>
                  <a:pt x="55736" y="29848"/>
                </a:lnTo>
                <a:lnTo>
                  <a:pt x="55632" y="30285"/>
                </a:lnTo>
                <a:lnTo>
                  <a:pt x="55536" y="30727"/>
                </a:lnTo>
                <a:lnTo>
                  <a:pt x="55450" y="31174"/>
                </a:lnTo>
                <a:lnTo>
                  <a:pt x="55373" y="31626"/>
                </a:lnTo>
                <a:lnTo>
                  <a:pt x="55305" y="32084"/>
                </a:lnTo>
                <a:lnTo>
                  <a:pt x="55246" y="32547"/>
                </a:lnTo>
                <a:lnTo>
                  <a:pt x="55196" y="33016"/>
                </a:lnTo>
                <a:lnTo>
                  <a:pt x="55155" y="33489"/>
                </a:lnTo>
                <a:lnTo>
                  <a:pt x="55123" y="33968"/>
                </a:lnTo>
                <a:lnTo>
                  <a:pt x="55100" y="34452"/>
                </a:lnTo>
                <a:lnTo>
                  <a:pt x="55087" y="34942"/>
                </a:lnTo>
                <a:lnTo>
                  <a:pt x="55082" y="35436"/>
                </a:lnTo>
                <a:lnTo>
                  <a:pt x="55082" y="48105"/>
                </a:lnTo>
                <a:lnTo>
                  <a:pt x="55087" y="48600"/>
                </a:lnTo>
                <a:lnTo>
                  <a:pt x="55100" y="49089"/>
                </a:lnTo>
                <a:lnTo>
                  <a:pt x="55123" y="49573"/>
                </a:lnTo>
                <a:lnTo>
                  <a:pt x="55155" y="50052"/>
                </a:lnTo>
                <a:lnTo>
                  <a:pt x="55196" y="50525"/>
                </a:lnTo>
                <a:lnTo>
                  <a:pt x="55246" y="50994"/>
                </a:lnTo>
                <a:lnTo>
                  <a:pt x="55305" y="51457"/>
                </a:lnTo>
                <a:lnTo>
                  <a:pt x="55373" y="51914"/>
                </a:lnTo>
                <a:lnTo>
                  <a:pt x="55450" y="52367"/>
                </a:lnTo>
                <a:lnTo>
                  <a:pt x="55536" y="52814"/>
                </a:lnTo>
                <a:lnTo>
                  <a:pt x="55632" y="53256"/>
                </a:lnTo>
                <a:lnTo>
                  <a:pt x="55736" y="53693"/>
                </a:lnTo>
                <a:lnTo>
                  <a:pt x="55850" y="54125"/>
                </a:lnTo>
                <a:lnTo>
                  <a:pt x="55972" y="54551"/>
                </a:lnTo>
                <a:lnTo>
                  <a:pt x="56104" y="54972"/>
                </a:lnTo>
                <a:lnTo>
                  <a:pt x="56245" y="55388"/>
                </a:lnTo>
                <a:lnTo>
                  <a:pt x="56395" y="55798"/>
                </a:lnTo>
                <a:lnTo>
                  <a:pt x="56553" y="56203"/>
                </a:lnTo>
                <a:lnTo>
                  <a:pt x="56721" y="56603"/>
                </a:lnTo>
                <a:lnTo>
                  <a:pt x="56899" y="56998"/>
                </a:lnTo>
                <a:lnTo>
                  <a:pt x="57085" y="57387"/>
                </a:lnTo>
                <a:lnTo>
                  <a:pt x="57280" y="57772"/>
                </a:lnTo>
                <a:lnTo>
                  <a:pt x="57484" y="58151"/>
                </a:lnTo>
                <a:lnTo>
                  <a:pt x="57698" y="58524"/>
                </a:lnTo>
                <a:lnTo>
                  <a:pt x="57919" y="58892"/>
                </a:lnTo>
                <a:lnTo>
                  <a:pt x="58149" y="59253"/>
                </a:lnTo>
                <a:lnTo>
                  <a:pt x="58386" y="59607"/>
                </a:lnTo>
                <a:lnTo>
                  <a:pt x="58630" y="59954"/>
                </a:lnTo>
                <a:lnTo>
                  <a:pt x="58882" y="60294"/>
                </a:lnTo>
                <a:lnTo>
                  <a:pt x="59141" y="60627"/>
                </a:lnTo>
                <a:lnTo>
                  <a:pt x="59408" y="60954"/>
                </a:lnTo>
                <a:lnTo>
                  <a:pt x="59682" y="61273"/>
                </a:lnTo>
                <a:lnTo>
                  <a:pt x="59964" y="61586"/>
                </a:lnTo>
                <a:lnTo>
                  <a:pt x="60253" y="61892"/>
                </a:lnTo>
                <a:lnTo>
                  <a:pt x="60549" y="62191"/>
                </a:lnTo>
                <a:lnTo>
                  <a:pt x="60854" y="62483"/>
                </a:lnTo>
                <a:lnTo>
                  <a:pt x="61165" y="62768"/>
                </a:lnTo>
                <a:lnTo>
                  <a:pt x="61485" y="63047"/>
                </a:lnTo>
                <a:lnTo>
                  <a:pt x="61811" y="63319"/>
                </a:lnTo>
                <a:lnTo>
                  <a:pt x="62145" y="63584"/>
                </a:lnTo>
                <a:lnTo>
                  <a:pt x="62487" y="63842"/>
                </a:lnTo>
                <a:lnTo>
                  <a:pt x="62836" y="64093"/>
                </a:lnTo>
                <a:lnTo>
                  <a:pt x="63193" y="64337"/>
                </a:lnTo>
                <a:lnTo>
                  <a:pt x="63557" y="64574"/>
                </a:lnTo>
                <a:lnTo>
                  <a:pt x="63929" y="64805"/>
                </a:lnTo>
                <a:lnTo>
                  <a:pt x="64308" y="65029"/>
                </a:lnTo>
                <a:lnTo>
                  <a:pt x="64694" y="65246"/>
                </a:lnTo>
                <a:lnTo>
                  <a:pt x="65088" y="65456"/>
                </a:lnTo>
                <a:lnTo>
                  <a:pt x="65489" y="65658"/>
                </a:lnTo>
                <a:lnTo>
                  <a:pt x="65895" y="65851"/>
                </a:lnTo>
                <a:lnTo>
                  <a:pt x="66308" y="66036"/>
                </a:lnTo>
                <a:lnTo>
                  <a:pt x="66725" y="66213"/>
                </a:lnTo>
                <a:lnTo>
                  <a:pt x="67149" y="66381"/>
                </a:lnTo>
                <a:lnTo>
                  <a:pt x="67579" y="66540"/>
                </a:lnTo>
                <a:lnTo>
                  <a:pt x="68014" y="66690"/>
                </a:lnTo>
                <a:lnTo>
                  <a:pt x="68454" y="66832"/>
                </a:lnTo>
                <a:lnTo>
                  <a:pt x="68901" y="66966"/>
                </a:lnTo>
                <a:lnTo>
                  <a:pt x="69353" y="67090"/>
                </a:lnTo>
                <a:lnTo>
                  <a:pt x="69811" y="67207"/>
                </a:lnTo>
                <a:lnTo>
                  <a:pt x="70275" y="67314"/>
                </a:lnTo>
                <a:lnTo>
                  <a:pt x="70745" y="67413"/>
                </a:lnTo>
                <a:lnTo>
                  <a:pt x="71220" y="67503"/>
                </a:lnTo>
                <a:lnTo>
                  <a:pt x="71701" y="67585"/>
                </a:lnTo>
                <a:lnTo>
                  <a:pt x="72188" y="67658"/>
                </a:lnTo>
                <a:lnTo>
                  <a:pt x="72680" y="67723"/>
                </a:lnTo>
                <a:lnTo>
                  <a:pt x="73178" y="67779"/>
                </a:lnTo>
                <a:lnTo>
                  <a:pt x="73682" y="67826"/>
                </a:lnTo>
                <a:lnTo>
                  <a:pt x="74192" y="67865"/>
                </a:lnTo>
                <a:lnTo>
                  <a:pt x="74707" y="67895"/>
                </a:lnTo>
                <a:lnTo>
                  <a:pt x="75228" y="67916"/>
                </a:lnTo>
                <a:lnTo>
                  <a:pt x="75755" y="67929"/>
                </a:lnTo>
                <a:lnTo>
                  <a:pt x="76288" y="67934"/>
                </a:lnTo>
                <a:lnTo>
                  <a:pt x="76957" y="67927"/>
                </a:lnTo>
                <a:lnTo>
                  <a:pt x="77618" y="67907"/>
                </a:lnTo>
                <a:lnTo>
                  <a:pt x="78270" y="67873"/>
                </a:lnTo>
                <a:close/>
                <a:moveTo>
                  <a:pt x="66194" y="35004"/>
                </a:moveTo>
                <a:lnTo>
                  <a:pt x="66207" y="34581"/>
                </a:lnTo>
                <a:lnTo>
                  <a:pt x="66229" y="34165"/>
                </a:lnTo>
                <a:lnTo>
                  <a:pt x="66261" y="33758"/>
                </a:lnTo>
                <a:lnTo>
                  <a:pt x="66301" y="33359"/>
                </a:lnTo>
                <a:lnTo>
                  <a:pt x="66350" y="32969"/>
                </a:lnTo>
                <a:lnTo>
                  <a:pt x="66408" y="32587"/>
                </a:lnTo>
                <a:lnTo>
                  <a:pt x="66475" y="32213"/>
                </a:lnTo>
                <a:lnTo>
                  <a:pt x="66551" y="31847"/>
                </a:lnTo>
                <a:lnTo>
                  <a:pt x="66636" y="31490"/>
                </a:lnTo>
                <a:lnTo>
                  <a:pt x="66729" y="31141"/>
                </a:lnTo>
                <a:lnTo>
                  <a:pt x="66832" y="30800"/>
                </a:lnTo>
                <a:lnTo>
                  <a:pt x="66944" y="30467"/>
                </a:lnTo>
                <a:lnTo>
                  <a:pt x="67064" y="30143"/>
                </a:lnTo>
                <a:lnTo>
                  <a:pt x="67193" y="29827"/>
                </a:lnTo>
                <a:lnTo>
                  <a:pt x="67332" y="29520"/>
                </a:lnTo>
                <a:lnTo>
                  <a:pt x="67479" y="29221"/>
                </a:lnTo>
                <a:lnTo>
                  <a:pt x="67635" y="28930"/>
                </a:lnTo>
                <a:lnTo>
                  <a:pt x="67800" y="28647"/>
                </a:lnTo>
                <a:lnTo>
                  <a:pt x="67974" y="28373"/>
                </a:lnTo>
                <a:lnTo>
                  <a:pt x="68157" y="28106"/>
                </a:lnTo>
                <a:lnTo>
                  <a:pt x="68349" y="27849"/>
                </a:lnTo>
                <a:lnTo>
                  <a:pt x="68550" y="27599"/>
                </a:lnTo>
                <a:lnTo>
                  <a:pt x="68760" y="27358"/>
                </a:lnTo>
                <a:lnTo>
                  <a:pt x="68978" y="27126"/>
                </a:lnTo>
                <a:lnTo>
                  <a:pt x="69205" y="26903"/>
                </a:lnTo>
                <a:lnTo>
                  <a:pt x="69440" y="26691"/>
                </a:lnTo>
                <a:lnTo>
                  <a:pt x="69683" y="26488"/>
                </a:lnTo>
                <a:lnTo>
                  <a:pt x="69934" y="26295"/>
                </a:lnTo>
                <a:lnTo>
                  <a:pt x="70194" y="26112"/>
                </a:lnTo>
                <a:lnTo>
                  <a:pt x="70462" y="25940"/>
                </a:lnTo>
                <a:lnTo>
                  <a:pt x="70739" y="25776"/>
                </a:lnTo>
                <a:lnTo>
                  <a:pt x="71023" y="25623"/>
                </a:lnTo>
                <a:lnTo>
                  <a:pt x="71316" y="25480"/>
                </a:lnTo>
                <a:lnTo>
                  <a:pt x="71618" y="25347"/>
                </a:lnTo>
                <a:lnTo>
                  <a:pt x="71927" y="25223"/>
                </a:lnTo>
                <a:lnTo>
                  <a:pt x="72245" y="25109"/>
                </a:lnTo>
                <a:lnTo>
                  <a:pt x="72571" y="25006"/>
                </a:lnTo>
                <a:lnTo>
                  <a:pt x="72905" y="24912"/>
                </a:lnTo>
                <a:lnTo>
                  <a:pt x="73248" y="24828"/>
                </a:lnTo>
                <a:lnTo>
                  <a:pt x="73599" y="24754"/>
                </a:lnTo>
                <a:lnTo>
                  <a:pt x="73958" y="24689"/>
                </a:lnTo>
                <a:lnTo>
                  <a:pt x="74326" y="24635"/>
                </a:lnTo>
                <a:lnTo>
                  <a:pt x="74702" y="24590"/>
                </a:lnTo>
                <a:lnTo>
                  <a:pt x="75086" y="24556"/>
                </a:lnTo>
                <a:lnTo>
                  <a:pt x="75478" y="24531"/>
                </a:lnTo>
                <a:lnTo>
                  <a:pt x="75879" y="24516"/>
                </a:lnTo>
                <a:lnTo>
                  <a:pt x="76288" y="24511"/>
                </a:lnTo>
                <a:lnTo>
                  <a:pt x="76697" y="24516"/>
                </a:lnTo>
                <a:lnTo>
                  <a:pt x="77097" y="24531"/>
                </a:lnTo>
                <a:lnTo>
                  <a:pt x="77488" y="24555"/>
                </a:lnTo>
                <a:lnTo>
                  <a:pt x="77871" y="24589"/>
                </a:lnTo>
                <a:lnTo>
                  <a:pt x="78246" y="24633"/>
                </a:lnTo>
                <a:lnTo>
                  <a:pt x="78612" y="24686"/>
                </a:lnTo>
                <a:lnTo>
                  <a:pt x="78969" y="24750"/>
                </a:lnTo>
                <a:lnTo>
                  <a:pt x="79317" y="24823"/>
                </a:lnTo>
                <a:lnTo>
                  <a:pt x="79657" y="24905"/>
                </a:lnTo>
                <a:lnTo>
                  <a:pt x="79989" y="24998"/>
                </a:lnTo>
                <a:lnTo>
                  <a:pt x="80311" y="25100"/>
                </a:lnTo>
                <a:lnTo>
                  <a:pt x="80625" y="25211"/>
                </a:lnTo>
                <a:lnTo>
                  <a:pt x="80931" y="25333"/>
                </a:lnTo>
                <a:lnTo>
                  <a:pt x="81228" y="25464"/>
                </a:lnTo>
                <a:lnTo>
                  <a:pt x="81516" y="25605"/>
                </a:lnTo>
                <a:lnTo>
                  <a:pt x="81796" y="25756"/>
                </a:lnTo>
                <a:lnTo>
                  <a:pt x="82067" y="25916"/>
                </a:lnTo>
                <a:lnTo>
                  <a:pt x="82329" y="26086"/>
                </a:lnTo>
                <a:lnTo>
                  <a:pt x="82583" y="26266"/>
                </a:lnTo>
                <a:lnTo>
                  <a:pt x="82828" y="26456"/>
                </a:lnTo>
                <a:lnTo>
                  <a:pt x="83065" y="26655"/>
                </a:lnTo>
                <a:lnTo>
                  <a:pt x="83293" y="26864"/>
                </a:lnTo>
                <a:lnTo>
                  <a:pt x="83512" y="27083"/>
                </a:lnTo>
                <a:lnTo>
                  <a:pt x="83723" y="27312"/>
                </a:lnTo>
                <a:lnTo>
                  <a:pt x="83926" y="27549"/>
                </a:lnTo>
                <a:lnTo>
                  <a:pt x="84119" y="27795"/>
                </a:lnTo>
                <a:lnTo>
                  <a:pt x="84304" y="28050"/>
                </a:lnTo>
                <a:lnTo>
                  <a:pt x="84481" y="28313"/>
                </a:lnTo>
                <a:lnTo>
                  <a:pt x="84649" y="28584"/>
                </a:lnTo>
                <a:lnTo>
                  <a:pt x="84808" y="28864"/>
                </a:lnTo>
                <a:lnTo>
                  <a:pt x="84959" y="29152"/>
                </a:lnTo>
                <a:lnTo>
                  <a:pt x="85101" y="29449"/>
                </a:lnTo>
                <a:lnTo>
                  <a:pt x="85234" y="29754"/>
                </a:lnTo>
                <a:lnTo>
                  <a:pt x="85359" y="30067"/>
                </a:lnTo>
                <a:lnTo>
                  <a:pt x="85475" y="30389"/>
                </a:lnTo>
                <a:lnTo>
                  <a:pt x="85583" y="30720"/>
                </a:lnTo>
                <a:lnTo>
                  <a:pt x="85682" y="31059"/>
                </a:lnTo>
                <a:lnTo>
                  <a:pt x="85772" y="31406"/>
                </a:lnTo>
                <a:lnTo>
                  <a:pt x="85854" y="31762"/>
                </a:lnTo>
                <a:lnTo>
                  <a:pt x="85927" y="32126"/>
                </a:lnTo>
                <a:lnTo>
                  <a:pt x="85992" y="32499"/>
                </a:lnTo>
                <a:lnTo>
                  <a:pt x="86048" y="32880"/>
                </a:lnTo>
                <a:lnTo>
                  <a:pt x="86095" y="33269"/>
                </a:lnTo>
                <a:lnTo>
                  <a:pt x="86134" y="33667"/>
                </a:lnTo>
                <a:lnTo>
                  <a:pt x="86164" y="34074"/>
                </a:lnTo>
                <a:lnTo>
                  <a:pt x="86185" y="34489"/>
                </a:lnTo>
                <a:lnTo>
                  <a:pt x="86198" y="34912"/>
                </a:lnTo>
                <a:lnTo>
                  <a:pt x="86203" y="35344"/>
                </a:lnTo>
                <a:lnTo>
                  <a:pt x="86203" y="37188"/>
                </a:lnTo>
                <a:lnTo>
                  <a:pt x="66189" y="37364"/>
                </a:lnTo>
                <a:lnTo>
                  <a:pt x="66189" y="35436"/>
                </a:lnTo>
                <a:lnTo>
                  <a:pt x="66194" y="35004"/>
                </a:lnTo>
                <a:close/>
              </a:path>
            </a:pathLst>
          </a:custGeom>
          <a:solidFill xmlns:a="http://schemas.openxmlformats.org/drawingml/2006/main">
            <a:srgbClr val="D222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Text load_middleware">
            <a:extLst xmlns:a="http://schemas.openxmlformats.org/drawingml/2006/main">
              <a:ext uri="{FF2B5EF4-FFF2-40B4-BE49-F238E27FC236}">
                <a16:creationId xmlns:a16="http://schemas.microsoft.com/office/drawing/2014/main" id="{4791E606-614A-4969-9C69-5B538DF2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0789" y="1991415"/>
            <a:ext cx="817327" cy="84826"/>
          </a:xfrm>
          <a:custGeom xmlns:a="http://schemas.openxmlformats.org/drawingml/2006/main">
            <a:pathLst>
              <a:path w="817327" h="84826">
                <a:moveTo>
                  <a:pt x="358331" y="13170"/>
                </a:moveTo>
                <a:lnTo>
                  <a:pt x="358598" y="13142"/>
                </a:lnTo>
                <a:lnTo>
                  <a:pt x="358861" y="13108"/>
                </a:lnTo>
                <a:lnTo>
                  <a:pt x="359118" y="13067"/>
                </a:lnTo>
                <a:lnTo>
                  <a:pt x="359371" y="13021"/>
                </a:lnTo>
                <a:lnTo>
                  <a:pt x="359618" y="12968"/>
                </a:lnTo>
                <a:lnTo>
                  <a:pt x="359861" y="12909"/>
                </a:lnTo>
                <a:lnTo>
                  <a:pt x="360098" y="12843"/>
                </a:lnTo>
                <a:lnTo>
                  <a:pt x="360330" y="12772"/>
                </a:lnTo>
                <a:lnTo>
                  <a:pt x="360557" y="12694"/>
                </a:lnTo>
                <a:lnTo>
                  <a:pt x="360779" y="12610"/>
                </a:lnTo>
                <a:lnTo>
                  <a:pt x="360995" y="12520"/>
                </a:lnTo>
                <a:lnTo>
                  <a:pt x="361207" y="12424"/>
                </a:lnTo>
                <a:lnTo>
                  <a:pt x="361413" y="12321"/>
                </a:lnTo>
                <a:lnTo>
                  <a:pt x="361615" y="12212"/>
                </a:lnTo>
                <a:lnTo>
                  <a:pt x="361811" y="12097"/>
                </a:lnTo>
                <a:lnTo>
                  <a:pt x="362003" y="11976"/>
                </a:lnTo>
                <a:lnTo>
                  <a:pt x="362189" y="11849"/>
                </a:lnTo>
                <a:lnTo>
                  <a:pt x="362370" y="11715"/>
                </a:lnTo>
                <a:lnTo>
                  <a:pt x="362546" y="11575"/>
                </a:lnTo>
                <a:lnTo>
                  <a:pt x="362717" y="11429"/>
                </a:lnTo>
                <a:lnTo>
                  <a:pt x="362882" y="11278"/>
                </a:lnTo>
                <a:lnTo>
                  <a:pt x="363039" y="11122"/>
                </a:lnTo>
                <a:lnTo>
                  <a:pt x="363190" y="10962"/>
                </a:lnTo>
                <a:lnTo>
                  <a:pt x="363334" y="10798"/>
                </a:lnTo>
                <a:lnTo>
                  <a:pt x="363471" y="10629"/>
                </a:lnTo>
                <a:lnTo>
                  <a:pt x="363600" y="10457"/>
                </a:lnTo>
                <a:lnTo>
                  <a:pt x="363723" y="10279"/>
                </a:lnTo>
                <a:lnTo>
                  <a:pt x="363839" y="10098"/>
                </a:lnTo>
                <a:lnTo>
                  <a:pt x="363948" y="9912"/>
                </a:lnTo>
                <a:lnTo>
                  <a:pt x="364049" y="9722"/>
                </a:lnTo>
                <a:lnTo>
                  <a:pt x="364144" y="9528"/>
                </a:lnTo>
                <a:lnTo>
                  <a:pt x="364232" y="9329"/>
                </a:lnTo>
                <a:lnTo>
                  <a:pt x="364312" y="9126"/>
                </a:lnTo>
                <a:lnTo>
                  <a:pt x="364386" y="8919"/>
                </a:lnTo>
                <a:lnTo>
                  <a:pt x="364453" y="8707"/>
                </a:lnTo>
                <a:lnTo>
                  <a:pt x="364512" y="8491"/>
                </a:lnTo>
                <a:lnTo>
                  <a:pt x="364565" y="8271"/>
                </a:lnTo>
                <a:lnTo>
                  <a:pt x="364610" y="8047"/>
                </a:lnTo>
                <a:lnTo>
                  <a:pt x="364649" y="7818"/>
                </a:lnTo>
                <a:lnTo>
                  <a:pt x="364681" y="7585"/>
                </a:lnTo>
                <a:lnTo>
                  <a:pt x="364705" y="7347"/>
                </a:lnTo>
                <a:lnTo>
                  <a:pt x="364723" y="7105"/>
                </a:lnTo>
                <a:lnTo>
                  <a:pt x="364733" y="6859"/>
                </a:lnTo>
                <a:lnTo>
                  <a:pt x="364737" y="6609"/>
                </a:lnTo>
                <a:lnTo>
                  <a:pt x="364733" y="6359"/>
                </a:lnTo>
                <a:lnTo>
                  <a:pt x="364723" y="6113"/>
                </a:lnTo>
                <a:lnTo>
                  <a:pt x="364705" y="5871"/>
                </a:lnTo>
                <a:lnTo>
                  <a:pt x="364681" y="5634"/>
                </a:lnTo>
                <a:lnTo>
                  <a:pt x="364649" y="5401"/>
                </a:lnTo>
                <a:lnTo>
                  <a:pt x="364610" y="5172"/>
                </a:lnTo>
                <a:lnTo>
                  <a:pt x="364565" y="4948"/>
                </a:lnTo>
                <a:lnTo>
                  <a:pt x="364512" y="4728"/>
                </a:lnTo>
                <a:lnTo>
                  <a:pt x="364453" y="4512"/>
                </a:lnTo>
                <a:lnTo>
                  <a:pt x="364386" y="4300"/>
                </a:lnTo>
                <a:lnTo>
                  <a:pt x="364312" y="4093"/>
                </a:lnTo>
                <a:lnTo>
                  <a:pt x="364232" y="3890"/>
                </a:lnTo>
                <a:lnTo>
                  <a:pt x="364144" y="3691"/>
                </a:lnTo>
                <a:lnTo>
                  <a:pt x="364049" y="3497"/>
                </a:lnTo>
                <a:lnTo>
                  <a:pt x="363948" y="3307"/>
                </a:lnTo>
                <a:lnTo>
                  <a:pt x="363839" y="3121"/>
                </a:lnTo>
                <a:lnTo>
                  <a:pt x="363723" y="2940"/>
                </a:lnTo>
                <a:lnTo>
                  <a:pt x="363600" y="2763"/>
                </a:lnTo>
                <a:lnTo>
                  <a:pt x="363471" y="2590"/>
                </a:lnTo>
                <a:lnTo>
                  <a:pt x="363334" y="2421"/>
                </a:lnTo>
                <a:lnTo>
                  <a:pt x="363190" y="2257"/>
                </a:lnTo>
                <a:lnTo>
                  <a:pt x="363039" y="2097"/>
                </a:lnTo>
                <a:lnTo>
                  <a:pt x="362882" y="1942"/>
                </a:lnTo>
                <a:lnTo>
                  <a:pt x="362717" y="1790"/>
                </a:lnTo>
                <a:lnTo>
                  <a:pt x="362546" y="1644"/>
                </a:lnTo>
                <a:lnTo>
                  <a:pt x="362370" y="1504"/>
                </a:lnTo>
                <a:lnTo>
                  <a:pt x="362189" y="1371"/>
                </a:lnTo>
                <a:lnTo>
                  <a:pt x="362003" y="1243"/>
                </a:lnTo>
                <a:lnTo>
                  <a:pt x="361811" y="1122"/>
                </a:lnTo>
                <a:lnTo>
                  <a:pt x="361615" y="1007"/>
                </a:lnTo>
                <a:lnTo>
                  <a:pt x="361413" y="898"/>
                </a:lnTo>
                <a:lnTo>
                  <a:pt x="361207" y="796"/>
                </a:lnTo>
                <a:lnTo>
                  <a:pt x="360995" y="699"/>
                </a:lnTo>
                <a:lnTo>
                  <a:pt x="360779" y="609"/>
                </a:lnTo>
                <a:lnTo>
                  <a:pt x="360557" y="525"/>
                </a:lnTo>
                <a:lnTo>
                  <a:pt x="360330" y="448"/>
                </a:lnTo>
                <a:lnTo>
                  <a:pt x="360098" y="376"/>
                </a:lnTo>
                <a:lnTo>
                  <a:pt x="359861" y="311"/>
                </a:lnTo>
                <a:lnTo>
                  <a:pt x="359618" y="252"/>
                </a:lnTo>
                <a:lnTo>
                  <a:pt x="359371" y="199"/>
                </a:lnTo>
                <a:lnTo>
                  <a:pt x="359118" y="152"/>
                </a:lnTo>
                <a:lnTo>
                  <a:pt x="358861" y="112"/>
                </a:lnTo>
                <a:lnTo>
                  <a:pt x="358598" y="78"/>
                </a:lnTo>
                <a:lnTo>
                  <a:pt x="358331" y="50"/>
                </a:lnTo>
                <a:lnTo>
                  <a:pt x="358058" y="28"/>
                </a:lnTo>
                <a:lnTo>
                  <a:pt x="357780" y="12"/>
                </a:lnTo>
                <a:lnTo>
                  <a:pt x="357497" y="3"/>
                </a:lnTo>
                <a:lnTo>
                  <a:pt x="357209" y="0"/>
                </a:lnTo>
                <a:lnTo>
                  <a:pt x="356920" y="3"/>
                </a:lnTo>
                <a:lnTo>
                  <a:pt x="356637" y="12"/>
                </a:lnTo>
                <a:lnTo>
                  <a:pt x="356359" y="28"/>
                </a:lnTo>
                <a:lnTo>
                  <a:pt x="356086" y="50"/>
                </a:lnTo>
                <a:lnTo>
                  <a:pt x="355819" y="78"/>
                </a:lnTo>
                <a:lnTo>
                  <a:pt x="355556" y="112"/>
                </a:lnTo>
                <a:lnTo>
                  <a:pt x="355298" y="152"/>
                </a:lnTo>
                <a:lnTo>
                  <a:pt x="355046" y="199"/>
                </a:lnTo>
                <a:lnTo>
                  <a:pt x="354798" y="252"/>
                </a:lnTo>
                <a:lnTo>
                  <a:pt x="354556" y="311"/>
                </a:lnTo>
                <a:lnTo>
                  <a:pt x="354319" y="376"/>
                </a:lnTo>
                <a:lnTo>
                  <a:pt x="354087" y="448"/>
                </a:lnTo>
                <a:lnTo>
                  <a:pt x="353860" y="525"/>
                </a:lnTo>
                <a:lnTo>
                  <a:pt x="353638" y="609"/>
                </a:lnTo>
                <a:lnTo>
                  <a:pt x="353421" y="699"/>
                </a:lnTo>
                <a:lnTo>
                  <a:pt x="353209" y="796"/>
                </a:lnTo>
                <a:lnTo>
                  <a:pt x="353003" y="898"/>
                </a:lnTo>
                <a:lnTo>
                  <a:pt x="352801" y="1007"/>
                </a:lnTo>
                <a:lnTo>
                  <a:pt x="352605" y="1122"/>
                </a:lnTo>
                <a:lnTo>
                  <a:pt x="352413" y="1243"/>
                </a:lnTo>
                <a:lnTo>
                  <a:pt x="352227" y="1371"/>
                </a:lnTo>
                <a:lnTo>
                  <a:pt x="352046" y="1504"/>
                </a:lnTo>
                <a:lnTo>
                  <a:pt x="351870" y="1644"/>
                </a:lnTo>
                <a:lnTo>
                  <a:pt x="351699" y="1790"/>
                </a:lnTo>
                <a:lnTo>
                  <a:pt x="351535" y="1942"/>
                </a:lnTo>
                <a:lnTo>
                  <a:pt x="351377" y="2097"/>
                </a:lnTo>
                <a:lnTo>
                  <a:pt x="351226" y="2257"/>
                </a:lnTo>
                <a:lnTo>
                  <a:pt x="351083" y="2421"/>
                </a:lnTo>
                <a:lnTo>
                  <a:pt x="350946" y="2590"/>
                </a:lnTo>
                <a:lnTo>
                  <a:pt x="350816" y="2763"/>
                </a:lnTo>
                <a:lnTo>
                  <a:pt x="350694" y="2940"/>
                </a:lnTo>
                <a:lnTo>
                  <a:pt x="350578" y="3121"/>
                </a:lnTo>
                <a:lnTo>
                  <a:pt x="350469" y="3307"/>
                </a:lnTo>
                <a:lnTo>
                  <a:pt x="350368" y="3497"/>
                </a:lnTo>
                <a:lnTo>
                  <a:pt x="350273" y="3691"/>
                </a:lnTo>
                <a:lnTo>
                  <a:pt x="350185" y="3890"/>
                </a:lnTo>
                <a:lnTo>
                  <a:pt x="350105" y="4093"/>
                </a:lnTo>
                <a:lnTo>
                  <a:pt x="350031" y="4300"/>
                </a:lnTo>
                <a:lnTo>
                  <a:pt x="349965" y="4512"/>
                </a:lnTo>
                <a:lnTo>
                  <a:pt x="349905" y="4728"/>
                </a:lnTo>
                <a:lnTo>
                  <a:pt x="349852" y="4948"/>
                </a:lnTo>
                <a:lnTo>
                  <a:pt x="349807" y="5172"/>
                </a:lnTo>
                <a:lnTo>
                  <a:pt x="349768" y="5401"/>
                </a:lnTo>
                <a:lnTo>
                  <a:pt x="349737" y="5634"/>
                </a:lnTo>
                <a:lnTo>
                  <a:pt x="349712" y="5871"/>
                </a:lnTo>
                <a:lnTo>
                  <a:pt x="349695" y="6113"/>
                </a:lnTo>
                <a:lnTo>
                  <a:pt x="349684" y="6359"/>
                </a:lnTo>
                <a:lnTo>
                  <a:pt x="349681" y="6609"/>
                </a:lnTo>
                <a:lnTo>
                  <a:pt x="349684" y="6859"/>
                </a:lnTo>
                <a:lnTo>
                  <a:pt x="349695" y="7105"/>
                </a:lnTo>
                <a:lnTo>
                  <a:pt x="349712" y="7347"/>
                </a:lnTo>
                <a:lnTo>
                  <a:pt x="349737" y="7585"/>
                </a:lnTo>
                <a:lnTo>
                  <a:pt x="349768" y="7818"/>
                </a:lnTo>
                <a:lnTo>
                  <a:pt x="349807" y="8047"/>
                </a:lnTo>
                <a:lnTo>
                  <a:pt x="349852" y="8271"/>
                </a:lnTo>
                <a:lnTo>
                  <a:pt x="349905" y="8491"/>
                </a:lnTo>
                <a:lnTo>
                  <a:pt x="349965" y="8707"/>
                </a:lnTo>
                <a:lnTo>
                  <a:pt x="350031" y="8919"/>
                </a:lnTo>
                <a:lnTo>
                  <a:pt x="350105" y="9126"/>
                </a:lnTo>
                <a:lnTo>
                  <a:pt x="350185" y="9329"/>
                </a:lnTo>
                <a:lnTo>
                  <a:pt x="350273" y="9528"/>
                </a:lnTo>
                <a:lnTo>
                  <a:pt x="350368" y="9722"/>
                </a:lnTo>
                <a:lnTo>
                  <a:pt x="350469" y="9912"/>
                </a:lnTo>
                <a:lnTo>
                  <a:pt x="350578" y="10098"/>
                </a:lnTo>
                <a:lnTo>
                  <a:pt x="350694" y="10279"/>
                </a:lnTo>
                <a:lnTo>
                  <a:pt x="350816" y="10457"/>
                </a:lnTo>
                <a:lnTo>
                  <a:pt x="350946" y="10629"/>
                </a:lnTo>
                <a:lnTo>
                  <a:pt x="351083" y="10798"/>
                </a:lnTo>
                <a:lnTo>
                  <a:pt x="351226" y="10962"/>
                </a:lnTo>
                <a:lnTo>
                  <a:pt x="351377" y="11122"/>
                </a:lnTo>
                <a:lnTo>
                  <a:pt x="351535" y="11278"/>
                </a:lnTo>
                <a:lnTo>
                  <a:pt x="351699" y="11429"/>
                </a:lnTo>
                <a:lnTo>
                  <a:pt x="351870" y="11575"/>
                </a:lnTo>
                <a:lnTo>
                  <a:pt x="352046" y="11715"/>
                </a:lnTo>
                <a:lnTo>
                  <a:pt x="352227" y="11849"/>
                </a:lnTo>
                <a:lnTo>
                  <a:pt x="352413" y="11976"/>
                </a:lnTo>
                <a:lnTo>
                  <a:pt x="352605" y="12097"/>
                </a:lnTo>
                <a:lnTo>
                  <a:pt x="352801" y="12212"/>
                </a:lnTo>
                <a:lnTo>
                  <a:pt x="353003" y="12321"/>
                </a:lnTo>
                <a:lnTo>
                  <a:pt x="353209" y="12424"/>
                </a:lnTo>
                <a:lnTo>
                  <a:pt x="353421" y="12520"/>
                </a:lnTo>
                <a:lnTo>
                  <a:pt x="353638" y="12610"/>
                </a:lnTo>
                <a:lnTo>
                  <a:pt x="353860" y="12694"/>
                </a:lnTo>
                <a:lnTo>
                  <a:pt x="354087" y="12772"/>
                </a:lnTo>
                <a:lnTo>
                  <a:pt x="354319" y="12843"/>
                </a:lnTo>
                <a:lnTo>
                  <a:pt x="354556" y="12909"/>
                </a:lnTo>
                <a:lnTo>
                  <a:pt x="354798" y="12968"/>
                </a:lnTo>
                <a:lnTo>
                  <a:pt x="355046" y="13021"/>
                </a:lnTo>
                <a:lnTo>
                  <a:pt x="355298" y="13067"/>
                </a:lnTo>
                <a:lnTo>
                  <a:pt x="355556" y="13108"/>
                </a:lnTo>
                <a:lnTo>
                  <a:pt x="355819" y="13142"/>
                </a:lnTo>
                <a:lnTo>
                  <a:pt x="356086" y="13170"/>
                </a:lnTo>
                <a:lnTo>
                  <a:pt x="356359" y="13191"/>
                </a:lnTo>
                <a:lnTo>
                  <a:pt x="356637" y="13207"/>
                </a:lnTo>
                <a:lnTo>
                  <a:pt x="356920" y="13216"/>
                </a:lnTo>
                <a:lnTo>
                  <a:pt x="357209" y="13219"/>
                </a:lnTo>
                <a:lnTo>
                  <a:pt x="357497" y="13216"/>
                </a:lnTo>
                <a:lnTo>
                  <a:pt x="357780" y="13207"/>
                </a:lnTo>
                <a:lnTo>
                  <a:pt x="358058" y="13191"/>
                </a:lnTo>
                <a:lnTo>
                  <a:pt x="358331" y="13170"/>
                </a:lnTo>
                <a:close/>
                <a:moveTo>
                  <a:pt x="33150" y="61772"/>
                </a:moveTo>
                <a:lnTo>
                  <a:pt x="32931" y="61758"/>
                </a:lnTo>
                <a:lnTo>
                  <a:pt x="32715" y="61738"/>
                </a:lnTo>
                <a:lnTo>
                  <a:pt x="32504" y="61713"/>
                </a:lnTo>
                <a:lnTo>
                  <a:pt x="32296" y="61682"/>
                </a:lnTo>
                <a:lnTo>
                  <a:pt x="32092" y="61646"/>
                </a:lnTo>
                <a:lnTo>
                  <a:pt x="31893" y="61604"/>
                </a:lnTo>
                <a:lnTo>
                  <a:pt x="31697" y="61557"/>
                </a:lnTo>
                <a:lnTo>
                  <a:pt x="31505" y="61504"/>
                </a:lnTo>
                <a:lnTo>
                  <a:pt x="31318" y="61445"/>
                </a:lnTo>
                <a:lnTo>
                  <a:pt x="31134" y="61381"/>
                </a:lnTo>
                <a:lnTo>
                  <a:pt x="30954" y="61312"/>
                </a:lnTo>
                <a:lnTo>
                  <a:pt x="30779" y="61236"/>
                </a:lnTo>
                <a:lnTo>
                  <a:pt x="30607" y="61156"/>
                </a:lnTo>
                <a:lnTo>
                  <a:pt x="30439" y="61069"/>
                </a:lnTo>
                <a:lnTo>
                  <a:pt x="30275" y="60977"/>
                </a:lnTo>
                <a:lnTo>
                  <a:pt x="30116" y="60880"/>
                </a:lnTo>
                <a:lnTo>
                  <a:pt x="29960" y="60777"/>
                </a:lnTo>
                <a:lnTo>
                  <a:pt x="29808" y="60668"/>
                </a:lnTo>
                <a:lnTo>
                  <a:pt x="29660" y="60554"/>
                </a:lnTo>
                <a:lnTo>
                  <a:pt x="29516" y="60434"/>
                </a:lnTo>
                <a:lnTo>
                  <a:pt x="29376" y="60308"/>
                </a:lnTo>
                <a:lnTo>
                  <a:pt x="29241" y="60177"/>
                </a:lnTo>
                <a:lnTo>
                  <a:pt x="29109" y="60042"/>
                </a:lnTo>
                <a:lnTo>
                  <a:pt x="28984" y="59902"/>
                </a:lnTo>
                <a:lnTo>
                  <a:pt x="28864" y="59758"/>
                </a:lnTo>
                <a:lnTo>
                  <a:pt x="28750" y="59610"/>
                </a:lnTo>
                <a:lnTo>
                  <a:pt x="28641" y="59458"/>
                </a:lnTo>
                <a:lnTo>
                  <a:pt x="28538" y="59302"/>
                </a:lnTo>
                <a:lnTo>
                  <a:pt x="28440" y="59143"/>
                </a:lnTo>
                <a:lnTo>
                  <a:pt x="28348" y="58979"/>
                </a:lnTo>
                <a:lnTo>
                  <a:pt x="28261" y="58811"/>
                </a:lnTo>
                <a:lnTo>
                  <a:pt x="28181" y="58639"/>
                </a:lnTo>
                <a:lnTo>
                  <a:pt x="28105" y="58464"/>
                </a:lnTo>
                <a:lnTo>
                  <a:pt x="28035" y="58284"/>
                </a:lnTo>
                <a:lnTo>
                  <a:pt x="27971" y="58100"/>
                </a:lnTo>
                <a:lnTo>
                  <a:pt x="27913" y="57912"/>
                </a:lnTo>
                <a:lnTo>
                  <a:pt x="27860" y="57721"/>
                </a:lnTo>
                <a:lnTo>
                  <a:pt x="27812" y="57525"/>
                </a:lnTo>
                <a:lnTo>
                  <a:pt x="27770" y="57326"/>
                </a:lnTo>
                <a:lnTo>
                  <a:pt x="27734" y="57122"/>
                </a:lnTo>
                <a:lnTo>
                  <a:pt x="27704" y="56914"/>
                </a:lnTo>
                <a:lnTo>
                  <a:pt x="27678" y="56703"/>
                </a:lnTo>
                <a:lnTo>
                  <a:pt x="27659" y="56487"/>
                </a:lnTo>
                <a:lnTo>
                  <a:pt x="27645" y="56268"/>
                </a:lnTo>
                <a:lnTo>
                  <a:pt x="27637" y="56044"/>
                </a:lnTo>
                <a:lnTo>
                  <a:pt x="27634" y="55817"/>
                </a:lnTo>
                <a:lnTo>
                  <a:pt x="27634" y="5141"/>
                </a:lnTo>
                <a:lnTo>
                  <a:pt x="0" y="5141"/>
                </a:lnTo>
                <a:lnTo>
                  <a:pt x="0" y="15514"/>
                </a:lnTo>
                <a:lnTo>
                  <a:pt x="16158" y="15514"/>
                </a:lnTo>
                <a:lnTo>
                  <a:pt x="16158" y="55817"/>
                </a:lnTo>
                <a:lnTo>
                  <a:pt x="16162" y="56220"/>
                </a:lnTo>
                <a:lnTo>
                  <a:pt x="16173" y="56620"/>
                </a:lnTo>
                <a:lnTo>
                  <a:pt x="16191" y="57015"/>
                </a:lnTo>
                <a:lnTo>
                  <a:pt x="16217" y="57406"/>
                </a:lnTo>
                <a:lnTo>
                  <a:pt x="16250" y="57794"/>
                </a:lnTo>
                <a:lnTo>
                  <a:pt x="16290" y="58177"/>
                </a:lnTo>
                <a:lnTo>
                  <a:pt x="16338" y="58557"/>
                </a:lnTo>
                <a:lnTo>
                  <a:pt x="16393" y="58933"/>
                </a:lnTo>
                <a:lnTo>
                  <a:pt x="16455" y="59304"/>
                </a:lnTo>
                <a:lnTo>
                  <a:pt x="16525" y="59672"/>
                </a:lnTo>
                <a:lnTo>
                  <a:pt x="16602" y="60035"/>
                </a:lnTo>
                <a:lnTo>
                  <a:pt x="16686" y="60395"/>
                </a:lnTo>
                <a:lnTo>
                  <a:pt x="16778" y="60750"/>
                </a:lnTo>
                <a:lnTo>
                  <a:pt x="16877" y="61102"/>
                </a:lnTo>
                <a:lnTo>
                  <a:pt x="16983" y="61450"/>
                </a:lnTo>
                <a:lnTo>
                  <a:pt x="17097" y="61793"/>
                </a:lnTo>
                <a:lnTo>
                  <a:pt x="17218" y="62133"/>
                </a:lnTo>
                <a:lnTo>
                  <a:pt x="17346" y="62469"/>
                </a:lnTo>
                <a:lnTo>
                  <a:pt x="17481" y="62801"/>
                </a:lnTo>
                <a:lnTo>
                  <a:pt x="17624" y="63128"/>
                </a:lnTo>
                <a:lnTo>
                  <a:pt x="17775" y="63452"/>
                </a:lnTo>
                <a:lnTo>
                  <a:pt x="17932" y="63772"/>
                </a:lnTo>
                <a:lnTo>
                  <a:pt x="18097" y="64088"/>
                </a:lnTo>
                <a:lnTo>
                  <a:pt x="18269" y="64399"/>
                </a:lnTo>
                <a:lnTo>
                  <a:pt x="18448" y="64706"/>
                </a:lnTo>
                <a:lnTo>
                  <a:pt x="18632" y="65007"/>
                </a:lnTo>
                <a:lnTo>
                  <a:pt x="18822" y="65302"/>
                </a:lnTo>
                <a:lnTo>
                  <a:pt x="19018" y="65592"/>
                </a:lnTo>
                <a:lnTo>
                  <a:pt x="19219" y="65875"/>
                </a:lnTo>
                <a:lnTo>
                  <a:pt x="19425" y="66152"/>
                </a:lnTo>
                <a:lnTo>
                  <a:pt x="19637" y="66424"/>
                </a:lnTo>
                <a:lnTo>
                  <a:pt x="19855" y="66689"/>
                </a:lnTo>
                <a:lnTo>
                  <a:pt x="20079" y="66949"/>
                </a:lnTo>
                <a:lnTo>
                  <a:pt x="20307" y="67203"/>
                </a:lnTo>
                <a:lnTo>
                  <a:pt x="20542" y="67451"/>
                </a:lnTo>
                <a:lnTo>
                  <a:pt x="20782" y="67693"/>
                </a:lnTo>
                <a:lnTo>
                  <a:pt x="21028" y="67929"/>
                </a:lnTo>
                <a:lnTo>
                  <a:pt x="21279" y="68159"/>
                </a:lnTo>
                <a:lnTo>
                  <a:pt x="21536" y="68383"/>
                </a:lnTo>
                <a:lnTo>
                  <a:pt x="21798" y="68602"/>
                </a:lnTo>
                <a:lnTo>
                  <a:pt x="22066" y="68814"/>
                </a:lnTo>
                <a:lnTo>
                  <a:pt x="22340" y="69021"/>
                </a:lnTo>
                <a:lnTo>
                  <a:pt x="22619" y="69222"/>
                </a:lnTo>
                <a:lnTo>
                  <a:pt x="22904" y="69417"/>
                </a:lnTo>
                <a:lnTo>
                  <a:pt x="23194" y="69606"/>
                </a:lnTo>
                <a:lnTo>
                  <a:pt x="23490" y="69789"/>
                </a:lnTo>
                <a:lnTo>
                  <a:pt x="23791" y="69966"/>
                </a:lnTo>
                <a:lnTo>
                  <a:pt x="24098" y="70137"/>
                </a:lnTo>
                <a:lnTo>
                  <a:pt x="24410" y="70302"/>
                </a:lnTo>
                <a:lnTo>
                  <a:pt x="24727" y="70460"/>
                </a:lnTo>
                <a:lnTo>
                  <a:pt x="25047" y="70611"/>
                </a:lnTo>
                <a:lnTo>
                  <a:pt x="25372" y="70754"/>
                </a:lnTo>
                <a:lnTo>
                  <a:pt x="25702" y="70891"/>
                </a:lnTo>
                <a:lnTo>
                  <a:pt x="26035" y="71021"/>
                </a:lnTo>
                <a:lnTo>
                  <a:pt x="26373" y="71144"/>
                </a:lnTo>
                <a:lnTo>
                  <a:pt x="26715" y="71259"/>
                </a:lnTo>
                <a:lnTo>
                  <a:pt x="27062" y="71368"/>
                </a:lnTo>
                <a:lnTo>
                  <a:pt x="27412" y="71470"/>
                </a:lnTo>
                <a:lnTo>
                  <a:pt x="27767" y="71564"/>
                </a:lnTo>
                <a:lnTo>
                  <a:pt x="28127" y="71652"/>
                </a:lnTo>
                <a:lnTo>
                  <a:pt x="28491" y="71733"/>
                </a:lnTo>
                <a:lnTo>
                  <a:pt x="28859" y="71806"/>
                </a:lnTo>
                <a:lnTo>
                  <a:pt x="29231" y="71873"/>
                </a:lnTo>
                <a:lnTo>
                  <a:pt x="29607" y="71933"/>
                </a:lnTo>
                <a:lnTo>
                  <a:pt x="29988" y="71985"/>
                </a:lnTo>
                <a:lnTo>
                  <a:pt x="30373" y="72031"/>
                </a:lnTo>
                <a:lnTo>
                  <a:pt x="30763" y="72069"/>
                </a:lnTo>
                <a:lnTo>
                  <a:pt x="31157" y="72101"/>
                </a:lnTo>
                <a:lnTo>
                  <a:pt x="31555" y="72126"/>
                </a:lnTo>
                <a:lnTo>
                  <a:pt x="31957" y="72143"/>
                </a:lnTo>
                <a:lnTo>
                  <a:pt x="32364" y="72154"/>
                </a:lnTo>
                <a:lnTo>
                  <a:pt x="32775" y="72157"/>
                </a:lnTo>
                <a:lnTo>
                  <a:pt x="48841" y="72157"/>
                </a:lnTo>
                <a:lnTo>
                  <a:pt x="48841" y="61783"/>
                </a:lnTo>
                <a:lnTo>
                  <a:pt x="33601" y="61783"/>
                </a:lnTo>
                <a:lnTo>
                  <a:pt x="33374" y="61780"/>
                </a:lnTo>
                <a:lnTo>
                  <a:pt x="33150" y="61772"/>
                </a:lnTo>
                <a:close/>
                <a:moveTo>
                  <a:pt x="198944" y="29295"/>
                </a:moveTo>
                <a:lnTo>
                  <a:pt x="198810" y="28878"/>
                </a:lnTo>
                <a:lnTo>
                  <a:pt x="198663" y="28470"/>
                </a:lnTo>
                <a:lnTo>
                  <a:pt x="198504" y="28071"/>
                </a:lnTo>
                <a:lnTo>
                  <a:pt x="198332" y="27681"/>
                </a:lnTo>
                <a:lnTo>
                  <a:pt x="198147" y="27300"/>
                </a:lnTo>
                <a:lnTo>
                  <a:pt x="197949" y="26929"/>
                </a:lnTo>
                <a:lnTo>
                  <a:pt x="197739" y="26566"/>
                </a:lnTo>
                <a:lnTo>
                  <a:pt x="197516" y="26212"/>
                </a:lnTo>
                <a:lnTo>
                  <a:pt x="197280" y="25868"/>
                </a:lnTo>
                <a:lnTo>
                  <a:pt x="197031" y="25532"/>
                </a:lnTo>
                <a:lnTo>
                  <a:pt x="196770" y="25206"/>
                </a:lnTo>
                <a:lnTo>
                  <a:pt x="196495" y="24889"/>
                </a:lnTo>
                <a:lnTo>
                  <a:pt x="196208" y="24581"/>
                </a:lnTo>
                <a:lnTo>
                  <a:pt x="195909" y="24282"/>
                </a:lnTo>
                <a:lnTo>
                  <a:pt x="195598" y="23993"/>
                </a:lnTo>
                <a:lnTo>
                  <a:pt x="195279" y="23717"/>
                </a:lnTo>
                <a:lnTo>
                  <a:pt x="194951" y="23453"/>
                </a:lnTo>
                <a:lnTo>
                  <a:pt x="194613" y="23202"/>
                </a:lnTo>
                <a:lnTo>
                  <a:pt x="194267" y="22962"/>
                </a:lnTo>
                <a:lnTo>
                  <a:pt x="193912" y="22735"/>
                </a:lnTo>
                <a:lnTo>
                  <a:pt x="193548" y="22521"/>
                </a:lnTo>
                <a:lnTo>
                  <a:pt x="193175" y="22318"/>
                </a:lnTo>
                <a:lnTo>
                  <a:pt x="192794" y="22128"/>
                </a:lnTo>
                <a:lnTo>
                  <a:pt x="192403" y="21950"/>
                </a:lnTo>
                <a:lnTo>
                  <a:pt x="192003" y="21784"/>
                </a:lnTo>
                <a:lnTo>
                  <a:pt x="191595" y="21631"/>
                </a:lnTo>
                <a:lnTo>
                  <a:pt x="191177" y="21490"/>
                </a:lnTo>
                <a:lnTo>
                  <a:pt x="190751" y="21361"/>
                </a:lnTo>
                <a:lnTo>
                  <a:pt x="190315" y="21244"/>
                </a:lnTo>
                <a:lnTo>
                  <a:pt x="189871" y="21140"/>
                </a:lnTo>
                <a:lnTo>
                  <a:pt x="189418" y="21048"/>
                </a:lnTo>
                <a:lnTo>
                  <a:pt x="188956" y="20968"/>
                </a:lnTo>
                <a:lnTo>
                  <a:pt x="188484" y="20901"/>
                </a:lnTo>
                <a:lnTo>
                  <a:pt x="188004" y="20846"/>
                </a:lnTo>
                <a:lnTo>
                  <a:pt x="187516" y="20803"/>
                </a:lnTo>
                <a:lnTo>
                  <a:pt x="187018" y="20772"/>
                </a:lnTo>
                <a:lnTo>
                  <a:pt x="186511" y="20754"/>
                </a:lnTo>
                <a:lnTo>
                  <a:pt x="185995" y="20747"/>
                </a:lnTo>
                <a:lnTo>
                  <a:pt x="185365" y="20756"/>
                </a:lnTo>
                <a:lnTo>
                  <a:pt x="184746" y="20784"/>
                </a:lnTo>
                <a:lnTo>
                  <a:pt x="184137" y="20829"/>
                </a:lnTo>
                <a:lnTo>
                  <a:pt x="183539" y="20893"/>
                </a:lnTo>
                <a:lnTo>
                  <a:pt x="182952" y="20975"/>
                </a:lnTo>
                <a:lnTo>
                  <a:pt x="182374" y="21074"/>
                </a:lnTo>
                <a:lnTo>
                  <a:pt x="181808" y="21193"/>
                </a:lnTo>
                <a:lnTo>
                  <a:pt x="181252" y="21329"/>
                </a:lnTo>
                <a:lnTo>
                  <a:pt x="180706" y="21483"/>
                </a:lnTo>
                <a:lnTo>
                  <a:pt x="180171" y="21656"/>
                </a:lnTo>
                <a:lnTo>
                  <a:pt x="179646" y="21847"/>
                </a:lnTo>
                <a:lnTo>
                  <a:pt x="179132" y="22056"/>
                </a:lnTo>
                <a:lnTo>
                  <a:pt x="178629" y="22283"/>
                </a:lnTo>
                <a:lnTo>
                  <a:pt x="178136" y="22528"/>
                </a:lnTo>
                <a:lnTo>
                  <a:pt x="177653" y="22792"/>
                </a:lnTo>
                <a:lnTo>
                  <a:pt x="177181" y="23073"/>
                </a:lnTo>
                <a:lnTo>
                  <a:pt x="176720" y="23373"/>
                </a:lnTo>
                <a:lnTo>
                  <a:pt x="176269" y="23691"/>
                </a:lnTo>
                <a:lnTo>
                  <a:pt x="175829" y="24027"/>
                </a:lnTo>
                <a:lnTo>
                  <a:pt x="175399" y="24382"/>
                </a:lnTo>
                <a:lnTo>
                  <a:pt x="174979" y="24754"/>
                </a:lnTo>
                <a:lnTo>
                  <a:pt x="174570" y="25145"/>
                </a:lnTo>
                <a:lnTo>
                  <a:pt x="174172" y="25554"/>
                </a:lnTo>
                <a:lnTo>
                  <a:pt x="173784" y="25981"/>
                </a:lnTo>
                <a:lnTo>
                  <a:pt x="173410" y="26423"/>
                </a:lnTo>
                <a:lnTo>
                  <a:pt x="173051" y="26878"/>
                </a:lnTo>
                <a:lnTo>
                  <a:pt x="172709" y="27346"/>
                </a:lnTo>
                <a:lnTo>
                  <a:pt x="172382" y="27827"/>
                </a:lnTo>
                <a:lnTo>
                  <a:pt x="172071" y="28320"/>
                </a:lnTo>
                <a:lnTo>
                  <a:pt x="171777" y="28826"/>
                </a:lnTo>
                <a:lnTo>
                  <a:pt x="171498" y="29345"/>
                </a:lnTo>
                <a:lnTo>
                  <a:pt x="171235" y="29877"/>
                </a:lnTo>
                <a:lnTo>
                  <a:pt x="170988" y="30421"/>
                </a:lnTo>
                <a:lnTo>
                  <a:pt x="170757" y="30979"/>
                </a:lnTo>
                <a:lnTo>
                  <a:pt x="170542" y="31548"/>
                </a:lnTo>
                <a:lnTo>
                  <a:pt x="170343" y="32131"/>
                </a:lnTo>
                <a:lnTo>
                  <a:pt x="170159" y="32726"/>
                </a:lnTo>
                <a:lnTo>
                  <a:pt x="169992" y="33335"/>
                </a:lnTo>
                <a:lnTo>
                  <a:pt x="169841" y="33956"/>
                </a:lnTo>
                <a:lnTo>
                  <a:pt x="169705" y="34589"/>
                </a:lnTo>
                <a:lnTo>
                  <a:pt x="169586" y="35236"/>
                </a:lnTo>
                <a:lnTo>
                  <a:pt x="169482" y="35895"/>
                </a:lnTo>
                <a:lnTo>
                  <a:pt x="169394" y="36567"/>
                </a:lnTo>
                <a:lnTo>
                  <a:pt x="169323" y="37252"/>
                </a:lnTo>
                <a:lnTo>
                  <a:pt x="169267" y="37949"/>
                </a:lnTo>
                <a:lnTo>
                  <a:pt x="169227" y="38659"/>
                </a:lnTo>
                <a:lnTo>
                  <a:pt x="169203" y="39382"/>
                </a:lnTo>
                <a:lnTo>
                  <a:pt x="169195" y="40118"/>
                </a:lnTo>
                <a:lnTo>
                  <a:pt x="169195" y="53797"/>
                </a:lnTo>
                <a:lnTo>
                  <a:pt x="169203" y="54525"/>
                </a:lnTo>
                <a:lnTo>
                  <a:pt x="169227" y="55241"/>
                </a:lnTo>
                <a:lnTo>
                  <a:pt x="169268" y="55944"/>
                </a:lnTo>
                <a:lnTo>
                  <a:pt x="169324" y="56635"/>
                </a:lnTo>
                <a:lnTo>
                  <a:pt x="169396" y="57313"/>
                </a:lnTo>
                <a:lnTo>
                  <a:pt x="169485" y="57979"/>
                </a:lnTo>
                <a:lnTo>
                  <a:pt x="169590" y="58633"/>
                </a:lnTo>
                <a:lnTo>
                  <a:pt x="169710" y="59274"/>
                </a:lnTo>
                <a:lnTo>
                  <a:pt x="169847" y="59903"/>
                </a:lnTo>
                <a:lnTo>
                  <a:pt x="170000" y="60519"/>
                </a:lnTo>
                <a:lnTo>
                  <a:pt x="170169" y="61123"/>
                </a:lnTo>
                <a:lnTo>
                  <a:pt x="170354" y="61714"/>
                </a:lnTo>
                <a:lnTo>
                  <a:pt x="170555" y="62293"/>
                </a:lnTo>
                <a:lnTo>
                  <a:pt x="170773" y="62860"/>
                </a:lnTo>
                <a:lnTo>
                  <a:pt x="171006" y="63414"/>
                </a:lnTo>
                <a:lnTo>
                  <a:pt x="171255" y="63956"/>
                </a:lnTo>
                <a:lnTo>
                  <a:pt x="171521" y="64485"/>
                </a:lnTo>
                <a:lnTo>
                  <a:pt x="171803" y="65002"/>
                </a:lnTo>
                <a:lnTo>
                  <a:pt x="172100" y="65507"/>
                </a:lnTo>
                <a:lnTo>
                  <a:pt x="172414" y="65999"/>
                </a:lnTo>
                <a:lnTo>
                  <a:pt x="172744" y="66478"/>
                </a:lnTo>
                <a:lnTo>
                  <a:pt x="173090" y="66946"/>
                </a:lnTo>
                <a:lnTo>
                  <a:pt x="173452" y="67400"/>
                </a:lnTo>
                <a:lnTo>
                  <a:pt x="173831" y="67843"/>
                </a:lnTo>
                <a:lnTo>
                  <a:pt x="174222" y="68270"/>
                </a:lnTo>
                <a:lnTo>
                  <a:pt x="174623" y="68678"/>
                </a:lnTo>
                <a:lnTo>
                  <a:pt x="175035" y="69069"/>
                </a:lnTo>
                <a:lnTo>
                  <a:pt x="175456" y="69441"/>
                </a:lnTo>
                <a:lnTo>
                  <a:pt x="175888" y="69796"/>
                </a:lnTo>
                <a:lnTo>
                  <a:pt x="176330" y="70132"/>
                </a:lnTo>
                <a:lnTo>
                  <a:pt x="176781" y="70450"/>
                </a:lnTo>
                <a:lnTo>
                  <a:pt x="177243" y="70749"/>
                </a:lnTo>
                <a:lnTo>
                  <a:pt x="177715" y="71031"/>
                </a:lnTo>
                <a:lnTo>
                  <a:pt x="178196" y="71294"/>
                </a:lnTo>
                <a:lnTo>
                  <a:pt x="178688" y="71540"/>
                </a:lnTo>
                <a:lnTo>
                  <a:pt x="179190" y="71767"/>
                </a:lnTo>
                <a:lnTo>
                  <a:pt x="179702" y="71976"/>
                </a:lnTo>
                <a:lnTo>
                  <a:pt x="180224" y="72166"/>
                </a:lnTo>
                <a:lnTo>
                  <a:pt x="180756" y="72339"/>
                </a:lnTo>
                <a:lnTo>
                  <a:pt x="181298" y="72493"/>
                </a:lnTo>
                <a:lnTo>
                  <a:pt x="181850" y="72630"/>
                </a:lnTo>
                <a:lnTo>
                  <a:pt x="182412" y="72748"/>
                </a:lnTo>
                <a:lnTo>
                  <a:pt x="182984" y="72848"/>
                </a:lnTo>
                <a:lnTo>
                  <a:pt x="183566" y="72929"/>
                </a:lnTo>
                <a:lnTo>
                  <a:pt x="184158" y="72993"/>
                </a:lnTo>
                <a:lnTo>
                  <a:pt x="184761" y="73038"/>
                </a:lnTo>
                <a:lnTo>
                  <a:pt x="185373" y="73066"/>
                </a:lnTo>
                <a:lnTo>
                  <a:pt x="185995" y="73075"/>
                </a:lnTo>
                <a:lnTo>
                  <a:pt x="186511" y="73069"/>
                </a:lnTo>
                <a:lnTo>
                  <a:pt x="187018" y="73050"/>
                </a:lnTo>
                <a:lnTo>
                  <a:pt x="187516" y="73019"/>
                </a:lnTo>
                <a:lnTo>
                  <a:pt x="188004" y="72976"/>
                </a:lnTo>
                <a:lnTo>
                  <a:pt x="188484" y="72921"/>
                </a:lnTo>
                <a:lnTo>
                  <a:pt x="188956" y="72854"/>
                </a:lnTo>
                <a:lnTo>
                  <a:pt x="189418" y="72774"/>
                </a:lnTo>
                <a:lnTo>
                  <a:pt x="189871" y="72682"/>
                </a:lnTo>
                <a:lnTo>
                  <a:pt x="190315" y="72578"/>
                </a:lnTo>
                <a:lnTo>
                  <a:pt x="190751" y="72461"/>
                </a:lnTo>
                <a:lnTo>
                  <a:pt x="191177" y="72332"/>
                </a:lnTo>
                <a:lnTo>
                  <a:pt x="191595" y="72191"/>
                </a:lnTo>
                <a:lnTo>
                  <a:pt x="192003" y="72038"/>
                </a:lnTo>
                <a:lnTo>
                  <a:pt x="192403" y="71872"/>
                </a:lnTo>
                <a:lnTo>
                  <a:pt x="192794" y="71694"/>
                </a:lnTo>
                <a:lnTo>
                  <a:pt x="193175" y="71504"/>
                </a:lnTo>
                <a:lnTo>
                  <a:pt x="193548" y="71301"/>
                </a:lnTo>
                <a:lnTo>
                  <a:pt x="193912" y="71087"/>
                </a:lnTo>
                <a:lnTo>
                  <a:pt x="194267" y="70860"/>
                </a:lnTo>
                <a:lnTo>
                  <a:pt x="194613" y="70620"/>
                </a:lnTo>
                <a:lnTo>
                  <a:pt x="194951" y="70369"/>
                </a:lnTo>
                <a:lnTo>
                  <a:pt x="195279" y="70105"/>
                </a:lnTo>
                <a:lnTo>
                  <a:pt x="195598" y="69829"/>
                </a:lnTo>
                <a:lnTo>
                  <a:pt x="195909" y="69540"/>
                </a:lnTo>
                <a:lnTo>
                  <a:pt x="196208" y="69241"/>
                </a:lnTo>
                <a:lnTo>
                  <a:pt x="196495" y="68933"/>
                </a:lnTo>
                <a:lnTo>
                  <a:pt x="196770" y="68616"/>
                </a:lnTo>
                <a:lnTo>
                  <a:pt x="197031" y="68290"/>
                </a:lnTo>
                <a:lnTo>
                  <a:pt x="197280" y="67954"/>
                </a:lnTo>
                <a:lnTo>
                  <a:pt x="197516" y="67610"/>
                </a:lnTo>
                <a:lnTo>
                  <a:pt x="197739" y="67256"/>
                </a:lnTo>
                <a:lnTo>
                  <a:pt x="197949" y="66893"/>
                </a:lnTo>
                <a:lnTo>
                  <a:pt x="198147" y="66522"/>
                </a:lnTo>
                <a:lnTo>
                  <a:pt x="198332" y="66141"/>
                </a:lnTo>
                <a:lnTo>
                  <a:pt x="198504" y="65751"/>
                </a:lnTo>
                <a:lnTo>
                  <a:pt x="198663" y="65352"/>
                </a:lnTo>
                <a:lnTo>
                  <a:pt x="198810" y="64944"/>
                </a:lnTo>
                <a:lnTo>
                  <a:pt x="198944" y="64527"/>
                </a:lnTo>
                <a:lnTo>
                  <a:pt x="199065" y="64100"/>
                </a:lnTo>
                <a:lnTo>
                  <a:pt x="199174" y="63665"/>
                </a:lnTo>
                <a:lnTo>
                  <a:pt x="199269" y="63221"/>
                </a:lnTo>
                <a:lnTo>
                  <a:pt x="199352" y="62767"/>
                </a:lnTo>
                <a:lnTo>
                  <a:pt x="199390" y="62518"/>
                </a:lnTo>
                <a:lnTo>
                  <a:pt x="199582" y="62518"/>
                </a:lnTo>
                <a:lnTo>
                  <a:pt x="199582" y="72157"/>
                </a:lnTo>
                <a:lnTo>
                  <a:pt x="210781" y="72157"/>
                </a:lnTo>
                <a:lnTo>
                  <a:pt x="210781" y="5141"/>
                </a:lnTo>
                <a:lnTo>
                  <a:pt x="199306" y="5141"/>
                </a:lnTo>
                <a:lnTo>
                  <a:pt x="199306" y="19278"/>
                </a:lnTo>
                <a:lnTo>
                  <a:pt x="199673" y="31304"/>
                </a:lnTo>
                <a:lnTo>
                  <a:pt x="199390" y="31304"/>
                </a:lnTo>
                <a:lnTo>
                  <a:pt x="199352" y="31055"/>
                </a:lnTo>
                <a:lnTo>
                  <a:pt x="199269" y="30601"/>
                </a:lnTo>
                <a:lnTo>
                  <a:pt x="199174" y="30157"/>
                </a:lnTo>
                <a:lnTo>
                  <a:pt x="199065" y="29722"/>
                </a:lnTo>
                <a:lnTo>
                  <a:pt x="198944" y="29295"/>
                </a:lnTo>
                <a:close/>
                <a:moveTo>
                  <a:pt x="188281" y="63048"/>
                </a:moveTo>
                <a:lnTo>
                  <a:pt x="187951" y="62999"/>
                </a:lnTo>
                <a:lnTo>
                  <a:pt x="187627" y="62941"/>
                </a:lnTo>
                <a:lnTo>
                  <a:pt x="187310" y="62874"/>
                </a:lnTo>
                <a:lnTo>
                  <a:pt x="187000" y="62798"/>
                </a:lnTo>
                <a:lnTo>
                  <a:pt x="186696" y="62713"/>
                </a:lnTo>
                <a:lnTo>
                  <a:pt x="186399" y="62620"/>
                </a:lnTo>
                <a:lnTo>
                  <a:pt x="186109" y="62517"/>
                </a:lnTo>
                <a:lnTo>
                  <a:pt x="185825" y="62406"/>
                </a:lnTo>
                <a:lnTo>
                  <a:pt x="185549" y="62285"/>
                </a:lnTo>
                <a:lnTo>
                  <a:pt x="185278" y="62156"/>
                </a:lnTo>
                <a:lnTo>
                  <a:pt x="185015" y="62017"/>
                </a:lnTo>
                <a:lnTo>
                  <a:pt x="184758" y="61870"/>
                </a:lnTo>
                <a:lnTo>
                  <a:pt x="184508" y="61714"/>
                </a:lnTo>
                <a:lnTo>
                  <a:pt x="184265" y="61549"/>
                </a:lnTo>
                <a:lnTo>
                  <a:pt x="184028" y="61375"/>
                </a:lnTo>
                <a:lnTo>
                  <a:pt x="183798" y="61192"/>
                </a:lnTo>
                <a:lnTo>
                  <a:pt x="183575" y="61000"/>
                </a:lnTo>
                <a:lnTo>
                  <a:pt x="183359" y="60799"/>
                </a:lnTo>
                <a:lnTo>
                  <a:pt x="183149" y="60589"/>
                </a:lnTo>
                <a:lnTo>
                  <a:pt x="182947" y="60371"/>
                </a:lnTo>
                <a:lnTo>
                  <a:pt x="182753" y="60146"/>
                </a:lnTo>
                <a:lnTo>
                  <a:pt x="182568" y="59912"/>
                </a:lnTo>
                <a:lnTo>
                  <a:pt x="182392" y="59671"/>
                </a:lnTo>
                <a:lnTo>
                  <a:pt x="182224" y="59423"/>
                </a:lnTo>
                <a:lnTo>
                  <a:pt x="182065" y="59166"/>
                </a:lnTo>
                <a:lnTo>
                  <a:pt x="181914" y="58902"/>
                </a:lnTo>
                <a:lnTo>
                  <a:pt x="181772" y="58631"/>
                </a:lnTo>
                <a:lnTo>
                  <a:pt x="181639" y="58352"/>
                </a:lnTo>
                <a:lnTo>
                  <a:pt x="181514" y="58065"/>
                </a:lnTo>
                <a:lnTo>
                  <a:pt x="181398" y="57770"/>
                </a:lnTo>
                <a:lnTo>
                  <a:pt x="181290" y="57468"/>
                </a:lnTo>
                <a:lnTo>
                  <a:pt x="181191" y="57158"/>
                </a:lnTo>
                <a:lnTo>
                  <a:pt x="181101" y="56841"/>
                </a:lnTo>
                <a:lnTo>
                  <a:pt x="181019" y="56516"/>
                </a:lnTo>
                <a:lnTo>
                  <a:pt x="180946" y="56183"/>
                </a:lnTo>
                <a:lnTo>
                  <a:pt x="180881" y="55843"/>
                </a:lnTo>
                <a:lnTo>
                  <a:pt x="180826" y="55495"/>
                </a:lnTo>
                <a:lnTo>
                  <a:pt x="180778" y="55139"/>
                </a:lnTo>
                <a:lnTo>
                  <a:pt x="180740" y="54776"/>
                </a:lnTo>
                <a:lnTo>
                  <a:pt x="180709" y="54405"/>
                </a:lnTo>
                <a:lnTo>
                  <a:pt x="180688" y="54026"/>
                </a:lnTo>
                <a:lnTo>
                  <a:pt x="180675" y="53640"/>
                </a:lnTo>
                <a:lnTo>
                  <a:pt x="180671" y="53246"/>
                </a:lnTo>
                <a:lnTo>
                  <a:pt x="180671" y="40577"/>
                </a:lnTo>
                <a:lnTo>
                  <a:pt x="180675" y="40183"/>
                </a:lnTo>
                <a:lnTo>
                  <a:pt x="180688" y="39797"/>
                </a:lnTo>
                <a:lnTo>
                  <a:pt x="180709" y="39418"/>
                </a:lnTo>
                <a:lnTo>
                  <a:pt x="180740" y="39047"/>
                </a:lnTo>
                <a:lnTo>
                  <a:pt x="180778" y="38684"/>
                </a:lnTo>
                <a:lnTo>
                  <a:pt x="180826" y="38328"/>
                </a:lnTo>
                <a:lnTo>
                  <a:pt x="180881" y="37980"/>
                </a:lnTo>
                <a:lnTo>
                  <a:pt x="180946" y="37639"/>
                </a:lnTo>
                <a:lnTo>
                  <a:pt x="181019" y="37307"/>
                </a:lnTo>
                <a:lnTo>
                  <a:pt x="181101" y="36982"/>
                </a:lnTo>
                <a:lnTo>
                  <a:pt x="181191" y="36664"/>
                </a:lnTo>
                <a:lnTo>
                  <a:pt x="181290" y="36354"/>
                </a:lnTo>
                <a:lnTo>
                  <a:pt x="181398" y="36052"/>
                </a:lnTo>
                <a:lnTo>
                  <a:pt x="181514" y="35757"/>
                </a:lnTo>
                <a:lnTo>
                  <a:pt x="181639" y="35471"/>
                </a:lnTo>
                <a:lnTo>
                  <a:pt x="181772" y="35191"/>
                </a:lnTo>
                <a:lnTo>
                  <a:pt x="181914" y="34920"/>
                </a:lnTo>
                <a:lnTo>
                  <a:pt x="182065" y="34656"/>
                </a:lnTo>
                <a:lnTo>
                  <a:pt x="182224" y="34399"/>
                </a:lnTo>
                <a:lnTo>
                  <a:pt x="182392" y="34151"/>
                </a:lnTo>
                <a:lnTo>
                  <a:pt x="182568" y="33910"/>
                </a:lnTo>
                <a:lnTo>
                  <a:pt x="182753" y="33677"/>
                </a:lnTo>
                <a:lnTo>
                  <a:pt x="182947" y="33451"/>
                </a:lnTo>
                <a:lnTo>
                  <a:pt x="183149" y="33233"/>
                </a:lnTo>
                <a:lnTo>
                  <a:pt x="183359" y="33023"/>
                </a:lnTo>
                <a:lnTo>
                  <a:pt x="183575" y="32822"/>
                </a:lnTo>
                <a:lnTo>
                  <a:pt x="183798" y="32630"/>
                </a:lnTo>
                <a:lnTo>
                  <a:pt x="184028" y="32447"/>
                </a:lnTo>
                <a:lnTo>
                  <a:pt x="184265" y="32273"/>
                </a:lnTo>
                <a:lnTo>
                  <a:pt x="184508" y="32108"/>
                </a:lnTo>
                <a:lnTo>
                  <a:pt x="184758" y="31952"/>
                </a:lnTo>
                <a:lnTo>
                  <a:pt x="185015" y="31805"/>
                </a:lnTo>
                <a:lnTo>
                  <a:pt x="185278" y="31666"/>
                </a:lnTo>
                <a:lnTo>
                  <a:pt x="185549" y="31537"/>
                </a:lnTo>
                <a:lnTo>
                  <a:pt x="185825" y="31417"/>
                </a:lnTo>
                <a:lnTo>
                  <a:pt x="186109" y="31305"/>
                </a:lnTo>
                <a:lnTo>
                  <a:pt x="186399" y="31202"/>
                </a:lnTo>
                <a:lnTo>
                  <a:pt x="186696" y="31109"/>
                </a:lnTo>
                <a:lnTo>
                  <a:pt x="187000" y="31024"/>
                </a:lnTo>
                <a:lnTo>
                  <a:pt x="187310" y="30948"/>
                </a:lnTo>
                <a:lnTo>
                  <a:pt x="187627" y="30881"/>
                </a:lnTo>
                <a:lnTo>
                  <a:pt x="187951" y="30823"/>
                </a:lnTo>
                <a:lnTo>
                  <a:pt x="188281" y="30774"/>
                </a:lnTo>
                <a:lnTo>
                  <a:pt x="188618" y="30734"/>
                </a:lnTo>
                <a:lnTo>
                  <a:pt x="188962" y="30702"/>
                </a:lnTo>
                <a:lnTo>
                  <a:pt x="189313" y="30680"/>
                </a:lnTo>
                <a:lnTo>
                  <a:pt x="189670" y="30667"/>
                </a:lnTo>
                <a:lnTo>
                  <a:pt x="190034" y="30662"/>
                </a:lnTo>
                <a:lnTo>
                  <a:pt x="190398" y="30667"/>
                </a:lnTo>
                <a:lnTo>
                  <a:pt x="190754" y="30680"/>
                </a:lnTo>
                <a:lnTo>
                  <a:pt x="191105" y="30703"/>
                </a:lnTo>
                <a:lnTo>
                  <a:pt x="191448" y="30735"/>
                </a:lnTo>
                <a:lnTo>
                  <a:pt x="191784" y="30776"/>
                </a:lnTo>
                <a:lnTo>
                  <a:pt x="192114" y="30826"/>
                </a:lnTo>
                <a:lnTo>
                  <a:pt x="192436" y="30885"/>
                </a:lnTo>
                <a:lnTo>
                  <a:pt x="192752" y="30953"/>
                </a:lnTo>
                <a:lnTo>
                  <a:pt x="193061" y="31030"/>
                </a:lnTo>
                <a:lnTo>
                  <a:pt x="193363" y="31117"/>
                </a:lnTo>
                <a:lnTo>
                  <a:pt x="193658" y="31212"/>
                </a:lnTo>
                <a:lnTo>
                  <a:pt x="193947" y="31317"/>
                </a:lnTo>
                <a:lnTo>
                  <a:pt x="194228" y="31430"/>
                </a:lnTo>
                <a:lnTo>
                  <a:pt x="194503" y="31553"/>
                </a:lnTo>
                <a:lnTo>
                  <a:pt x="194771" y="31684"/>
                </a:lnTo>
                <a:lnTo>
                  <a:pt x="195032" y="31825"/>
                </a:lnTo>
                <a:lnTo>
                  <a:pt x="195286" y="31975"/>
                </a:lnTo>
                <a:lnTo>
                  <a:pt x="195533" y="32134"/>
                </a:lnTo>
                <a:lnTo>
                  <a:pt x="195773" y="32302"/>
                </a:lnTo>
                <a:lnTo>
                  <a:pt x="196007" y="32479"/>
                </a:lnTo>
                <a:lnTo>
                  <a:pt x="196234" y="32666"/>
                </a:lnTo>
                <a:lnTo>
                  <a:pt x="196453" y="32861"/>
                </a:lnTo>
                <a:lnTo>
                  <a:pt x="196666" y="33066"/>
                </a:lnTo>
                <a:lnTo>
                  <a:pt x="196872" y="33279"/>
                </a:lnTo>
                <a:lnTo>
                  <a:pt x="197071" y="33501"/>
                </a:lnTo>
                <a:lnTo>
                  <a:pt x="197261" y="33729"/>
                </a:lnTo>
                <a:lnTo>
                  <a:pt x="197443" y="33965"/>
                </a:lnTo>
                <a:lnTo>
                  <a:pt x="197616" y="34208"/>
                </a:lnTo>
                <a:lnTo>
                  <a:pt x="197781" y="34458"/>
                </a:lnTo>
                <a:lnTo>
                  <a:pt x="197937" y="34716"/>
                </a:lnTo>
                <a:lnTo>
                  <a:pt x="198085" y="34981"/>
                </a:lnTo>
                <a:lnTo>
                  <a:pt x="198224" y="35252"/>
                </a:lnTo>
                <a:lnTo>
                  <a:pt x="198355" y="35531"/>
                </a:lnTo>
                <a:lnTo>
                  <a:pt x="198478" y="35817"/>
                </a:lnTo>
                <a:lnTo>
                  <a:pt x="198592" y="36111"/>
                </a:lnTo>
                <a:lnTo>
                  <a:pt x="198697" y="36411"/>
                </a:lnTo>
                <a:lnTo>
                  <a:pt x="198795" y="36719"/>
                </a:lnTo>
                <a:lnTo>
                  <a:pt x="198883" y="37034"/>
                </a:lnTo>
                <a:lnTo>
                  <a:pt x="198963" y="37356"/>
                </a:lnTo>
                <a:lnTo>
                  <a:pt x="199035" y="37685"/>
                </a:lnTo>
                <a:lnTo>
                  <a:pt x="199099" y="38021"/>
                </a:lnTo>
                <a:lnTo>
                  <a:pt x="199154" y="38365"/>
                </a:lnTo>
                <a:lnTo>
                  <a:pt x="199200" y="38716"/>
                </a:lnTo>
                <a:lnTo>
                  <a:pt x="199238" y="39074"/>
                </a:lnTo>
                <a:lnTo>
                  <a:pt x="199268" y="39439"/>
                </a:lnTo>
                <a:lnTo>
                  <a:pt x="199289" y="39811"/>
                </a:lnTo>
                <a:lnTo>
                  <a:pt x="199301" y="40191"/>
                </a:lnTo>
                <a:lnTo>
                  <a:pt x="199306" y="40577"/>
                </a:lnTo>
                <a:lnTo>
                  <a:pt x="199306" y="53246"/>
                </a:lnTo>
                <a:lnTo>
                  <a:pt x="199301" y="53633"/>
                </a:lnTo>
                <a:lnTo>
                  <a:pt x="199289" y="54012"/>
                </a:lnTo>
                <a:lnTo>
                  <a:pt x="199268" y="54384"/>
                </a:lnTo>
                <a:lnTo>
                  <a:pt x="199238" y="54749"/>
                </a:lnTo>
                <a:lnTo>
                  <a:pt x="199200" y="55107"/>
                </a:lnTo>
                <a:lnTo>
                  <a:pt x="199154" y="55458"/>
                </a:lnTo>
                <a:lnTo>
                  <a:pt x="199099" y="55801"/>
                </a:lnTo>
                <a:lnTo>
                  <a:pt x="199035" y="56138"/>
                </a:lnTo>
                <a:lnTo>
                  <a:pt x="198963" y="56467"/>
                </a:lnTo>
                <a:lnTo>
                  <a:pt x="198883" y="56789"/>
                </a:lnTo>
                <a:lnTo>
                  <a:pt x="198795" y="57104"/>
                </a:lnTo>
                <a:lnTo>
                  <a:pt x="198697" y="57411"/>
                </a:lnTo>
                <a:lnTo>
                  <a:pt x="198592" y="57712"/>
                </a:lnTo>
                <a:lnTo>
                  <a:pt x="198478" y="58005"/>
                </a:lnTo>
                <a:lnTo>
                  <a:pt x="198355" y="58292"/>
                </a:lnTo>
                <a:lnTo>
                  <a:pt x="198224" y="58571"/>
                </a:lnTo>
                <a:lnTo>
                  <a:pt x="198085" y="58842"/>
                </a:lnTo>
                <a:lnTo>
                  <a:pt x="197937" y="59107"/>
                </a:lnTo>
                <a:lnTo>
                  <a:pt x="197781" y="59364"/>
                </a:lnTo>
                <a:lnTo>
                  <a:pt x="197616" y="59615"/>
                </a:lnTo>
                <a:lnTo>
                  <a:pt x="197443" y="59858"/>
                </a:lnTo>
                <a:lnTo>
                  <a:pt x="197261" y="60094"/>
                </a:lnTo>
                <a:lnTo>
                  <a:pt x="197071" y="60323"/>
                </a:lnTo>
                <a:lnTo>
                  <a:pt x="196872" y="60544"/>
                </a:lnTo>
                <a:lnTo>
                  <a:pt x="196666" y="60758"/>
                </a:lnTo>
                <a:lnTo>
                  <a:pt x="196453" y="60962"/>
                </a:lnTo>
                <a:lnTo>
                  <a:pt x="196234" y="61157"/>
                </a:lnTo>
                <a:lnTo>
                  <a:pt x="196007" y="61344"/>
                </a:lnTo>
                <a:lnTo>
                  <a:pt x="195773" y="61521"/>
                </a:lnTo>
                <a:lnTo>
                  <a:pt x="195533" y="61689"/>
                </a:lnTo>
                <a:lnTo>
                  <a:pt x="195286" y="61848"/>
                </a:lnTo>
                <a:lnTo>
                  <a:pt x="195032" y="61997"/>
                </a:lnTo>
                <a:lnTo>
                  <a:pt x="194771" y="62138"/>
                </a:lnTo>
                <a:lnTo>
                  <a:pt x="194503" y="62270"/>
                </a:lnTo>
                <a:lnTo>
                  <a:pt x="194228" y="62392"/>
                </a:lnTo>
                <a:lnTo>
                  <a:pt x="193947" y="62506"/>
                </a:lnTo>
                <a:lnTo>
                  <a:pt x="193658" y="62610"/>
                </a:lnTo>
                <a:lnTo>
                  <a:pt x="193363" y="62706"/>
                </a:lnTo>
                <a:lnTo>
                  <a:pt x="193061" y="62792"/>
                </a:lnTo>
                <a:lnTo>
                  <a:pt x="192752" y="62869"/>
                </a:lnTo>
                <a:lnTo>
                  <a:pt x="192436" y="62937"/>
                </a:lnTo>
                <a:lnTo>
                  <a:pt x="192114" y="62996"/>
                </a:lnTo>
                <a:lnTo>
                  <a:pt x="191784" y="63046"/>
                </a:lnTo>
                <a:lnTo>
                  <a:pt x="191448" y="63087"/>
                </a:lnTo>
                <a:lnTo>
                  <a:pt x="191105" y="63119"/>
                </a:lnTo>
                <a:lnTo>
                  <a:pt x="190754" y="63142"/>
                </a:lnTo>
                <a:lnTo>
                  <a:pt x="190398" y="63155"/>
                </a:lnTo>
                <a:lnTo>
                  <a:pt x="190034" y="63160"/>
                </a:lnTo>
                <a:lnTo>
                  <a:pt x="189670" y="63155"/>
                </a:lnTo>
                <a:lnTo>
                  <a:pt x="189313" y="63142"/>
                </a:lnTo>
                <a:lnTo>
                  <a:pt x="188962" y="63120"/>
                </a:lnTo>
                <a:lnTo>
                  <a:pt x="188618" y="63088"/>
                </a:lnTo>
                <a:lnTo>
                  <a:pt x="188281" y="63048"/>
                </a:lnTo>
                <a:close/>
                <a:moveTo>
                  <a:pt x="419273" y="29295"/>
                </a:moveTo>
                <a:lnTo>
                  <a:pt x="419139" y="28878"/>
                </a:lnTo>
                <a:lnTo>
                  <a:pt x="418992" y="28470"/>
                </a:lnTo>
                <a:lnTo>
                  <a:pt x="418833" y="28071"/>
                </a:lnTo>
                <a:lnTo>
                  <a:pt x="418660" y="27681"/>
                </a:lnTo>
                <a:lnTo>
                  <a:pt x="418476" y="27300"/>
                </a:lnTo>
                <a:lnTo>
                  <a:pt x="418278" y="26929"/>
                </a:lnTo>
                <a:lnTo>
                  <a:pt x="418067" y="26566"/>
                </a:lnTo>
                <a:lnTo>
                  <a:pt x="417844" y="26212"/>
                </a:lnTo>
                <a:lnTo>
                  <a:pt x="417608" y="25868"/>
                </a:lnTo>
                <a:lnTo>
                  <a:pt x="417360" y="25532"/>
                </a:lnTo>
                <a:lnTo>
                  <a:pt x="417098" y="25206"/>
                </a:lnTo>
                <a:lnTo>
                  <a:pt x="416824" y="24889"/>
                </a:lnTo>
                <a:lnTo>
                  <a:pt x="416537" y="24581"/>
                </a:lnTo>
                <a:lnTo>
                  <a:pt x="416237" y="24282"/>
                </a:lnTo>
                <a:lnTo>
                  <a:pt x="415927" y="23993"/>
                </a:lnTo>
                <a:lnTo>
                  <a:pt x="415608" y="23717"/>
                </a:lnTo>
                <a:lnTo>
                  <a:pt x="415279" y="23453"/>
                </a:lnTo>
                <a:lnTo>
                  <a:pt x="414942" y="23202"/>
                </a:lnTo>
                <a:lnTo>
                  <a:pt x="414596" y="22962"/>
                </a:lnTo>
                <a:lnTo>
                  <a:pt x="414241" y="22735"/>
                </a:lnTo>
                <a:lnTo>
                  <a:pt x="413877" y="22521"/>
                </a:lnTo>
                <a:lnTo>
                  <a:pt x="413504" y="22318"/>
                </a:lnTo>
                <a:lnTo>
                  <a:pt x="413122" y="22128"/>
                </a:lnTo>
                <a:lnTo>
                  <a:pt x="412732" y="21950"/>
                </a:lnTo>
                <a:lnTo>
                  <a:pt x="412332" y="21784"/>
                </a:lnTo>
                <a:lnTo>
                  <a:pt x="411923" y="21631"/>
                </a:lnTo>
                <a:lnTo>
                  <a:pt x="411506" y="21490"/>
                </a:lnTo>
                <a:lnTo>
                  <a:pt x="411079" y="21361"/>
                </a:lnTo>
                <a:lnTo>
                  <a:pt x="410644" y="21244"/>
                </a:lnTo>
                <a:lnTo>
                  <a:pt x="410200" y="21140"/>
                </a:lnTo>
                <a:lnTo>
                  <a:pt x="409746" y="21048"/>
                </a:lnTo>
                <a:lnTo>
                  <a:pt x="409284" y="20968"/>
                </a:lnTo>
                <a:lnTo>
                  <a:pt x="408813" y="20901"/>
                </a:lnTo>
                <a:lnTo>
                  <a:pt x="408333" y="20846"/>
                </a:lnTo>
                <a:lnTo>
                  <a:pt x="407844" y="20803"/>
                </a:lnTo>
                <a:lnTo>
                  <a:pt x="407346" y="20772"/>
                </a:lnTo>
                <a:lnTo>
                  <a:pt x="406840" y="20754"/>
                </a:lnTo>
                <a:lnTo>
                  <a:pt x="406324" y="20747"/>
                </a:lnTo>
                <a:lnTo>
                  <a:pt x="405694" y="20756"/>
                </a:lnTo>
                <a:lnTo>
                  <a:pt x="405075" y="20784"/>
                </a:lnTo>
                <a:lnTo>
                  <a:pt x="404466" y="20829"/>
                </a:lnTo>
                <a:lnTo>
                  <a:pt x="403868" y="20893"/>
                </a:lnTo>
                <a:lnTo>
                  <a:pt x="403280" y="20975"/>
                </a:lnTo>
                <a:lnTo>
                  <a:pt x="402703" y="21074"/>
                </a:lnTo>
                <a:lnTo>
                  <a:pt x="402136" y="21193"/>
                </a:lnTo>
                <a:lnTo>
                  <a:pt x="401580" y="21329"/>
                </a:lnTo>
                <a:lnTo>
                  <a:pt x="401035" y="21483"/>
                </a:lnTo>
                <a:lnTo>
                  <a:pt x="400500" y="21656"/>
                </a:lnTo>
                <a:lnTo>
                  <a:pt x="399975" y="21847"/>
                </a:lnTo>
                <a:lnTo>
                  <a:pt x="399461" y="22056"/>
                </a:lnTo>
                <a:lnTo>
                  <a:pt x="398957" y="22283"/>
                </a:lnTo>
                <a:lnTo>
                  <a:pt x="398464" y="22528"/>
                </a:lnTo>
                <a:lnTo>
                  <a:pt x="397982" y="22792"/>
                </a:lnTo>
                <a:lnTo>
                  <a:pt x="397510" y="23073"/>
                </a:lnTo>
                <a:lnTo>
                  <a:pt x="397049" y="23373"/>
                </a:lnTo>
                <a:lnTo>
                  <a:pt x="396598" y="23691"/>
                </a:lnTo>
                <a:lnTo>
                  <a:pt x="396157" y="24027"/>
                </a:lnTo>
                <a:lnTo>
                  <a:pt x="395727" y="24382"/>
                </a:lnTo>
                <a:lnTo>
                  <a:pt x="395308" y="24754"/>
                </a:lnTo>
                <a:lnTo>
                  <a:pt x="394899" y="25145"/>
                </a:lnTo>
                <a:lnTo>
                  <a:pt x="394501" y="25554"/>
                </a:lnTo>
                <a:lnTo>
                  <a:pt x="394113" y="25981"/>
                </a:lnTo>
                <a:lnTo>
                  <a:pt x="393739" y="26423"/>
                </a:lnTo>
                <a:lnTo>
                  <a:pt x="393380" y="26878"/>
                </a:lnTo>
                <a:lnTo>
                  <a:pt x="393037" y="27346"/>
                </a:lnTo>
                <a:lnTo>
                  <a:pt x="392711" y="27827"/>
                </a:lnTo>
                <a:lnTo>
                  <a:pt x="392400" y="28320"/>
                </a:lnTo>
                <a:lnTo>
                  <a:pt x="392105" y="28826"/>
                </a:lnTo>
                <a:lnTo>
                  <a:pt x="391826" y="29345"/>
                </a:lnTo>
                <a:lnTo>
                  <a:pt x="391564" y="29877"/>
                </a:lnTo>
                <a:lnTo>
                  <a:pt x="391317" y="30421"/>
                </a:lnTo>
                <a:lnTo>
                  <a:pt x="391085" y="30979"/>
                </a:lnTo>
                <a:lnTo>
                  <a:pt x="390870" y="31548"/>
                </a:lnTo>
                <a:lnTo>
                  <a:pt x="390671" y="32131"/>
                </a:lnTo>
                <a:lnTo>
                  <a:pt x="390488" y="32726"/>
                </a:lnTo>
                <a:lnTo>
                  <a:pt x="390321" y="33335"/>
                </a:lnTo>
                <a:lnTo>
                  <a:pt x="390169" y="33956"/>
                </a:lnTo>
                <a:lnTo>
                  <a:pt x="390034" y="34589"/>
                </a:lnTo>
                <a:lnTo>
                  <a:pt x="389914" y="35236"/>
                </a:lnTo>
                <a:lnTo>
                  <a:pt x="389811" y="35895"/>
                </a:lnTo>
                <a:lnTo>
                  <a:pt x="389723" y="36567"/>
                </a:lnTo>
                <a:lnTo>
                  <a:pt x="389651" y="37252"/>
                </a:lnTo>
                <a:lnTo>
                  <a:pt x="389596" y="37949"/>
                </a:lnTo>
                <a:lnTo>
                  <a:pt x="389556" y="38659"/>
                </a:lnTo>
                <a:lnTo>
                  <a:pt x="389532" y="39382"/>
                </a:lnTo>
                <a:lnTo>
                  <a:pt x="389524" y="40118"/>
                </a:lnTo>
                <a:lnTo>
                  <a:pt x="389524" y="53797"/>
                </a:lnTo>
                <a:lnTo>
                  <a:pt x="389532" y="54525"/>
                </a:lnTo>
                <a:lnTo>
                  <a:pt x="389556" y="55241"/>
                </a:lnTo>
                <a:lnTo>
                  <a:pt x="389596" y="55944"/>
                </a:lnTo>
                <a:lnTo>
                  <a:pt x="389653" y="56635"/>
                </a:lnTo>
                <a:lnTo>
                  <a:pt x="389725" y="57313"/>
                </a:lnTo>
                <a:lnTo>
                  <a:pt x="389814" y="57979"/>
                </a:lnTo>
                <a:lnTo>
                  <a:pt x="389918" y="58633"/>
                </a:lnTo>
                <a:lnTo>
                  <a:pt x="390039" y="59274"/>
                </a:lnTo>
                <a:lnTo>
                  <a:pt x="390176" y="59903"/>
                </a:lnTo>
                <a:lnTo>
                  <a:pt x="390329" y="60519"/>
                </a:lnTo>
                <a:lnTo>
                  <a:pt x="390498" y="61123"/>
                </a:lnTo>
                <a:lnTo>
                  <a:pt x="390683" y="61714"/>
                </a:lnTo>
                <a:lnTo>
                  <a:pt x="390884" y="62293"/>
                </a:lnTo>
                <a:lnTo>
                  <a:pt x="391101" y="62860"/>
                </a:lnTo>
                <a:lnTo>
                  <a:pt x="391335" y="63414"/>
                </a:lnTo>
                <a:lnTo>
                  <a:pt x="391584" y="63956"/>
                </a:lnTo>
                <a:lnTo>
                  <a:pt x="391850" y="64485"/>
                </a:lnTo>
                <a:lnTo>
                  <a:pt x="392131" y="65002"/>
                </a:lnTo>
                <a:lnTo>
                  <a:pt x="392429" y="65507"/>
                </a:lnTo>
                <a:lnTo>
                  <a:pt x="392743" y="65999"/>
                </a:lnTo>
                <a:lnTo>
                  <a:pt x="393073" y="66478"/>
                </a:lnTo>
                <a:lnTo>
                  <a:pt x="393419" y="66946"/>
                </a:lnTo>
                <a:lnTo>
                  <a:pt x="393781" y="67400"/>
                </a:lnTo>
                <a:lnTo>
                  <a:pt x="394159" y="67843"/>
                </a:lnTo>
                <a:lnTo>
                  <a:pt x="394551" y="68270"/>
                </a:lnTo>
                <a:lnTo>
                  <a:pt x="394952" y="68678"/>
                </a:lnTo>
                <a:lnTo>
                  <a:pt x="395364" y="69069"/>
                </a:lnTo>
                <a:lnTo>
                  <a:pt x="395785" y="69441"/>
                </a:lnTo>
                <a:lnTo>
                  <a:pt x="396217" y="69796"/>
                </a:lnTo>
                <a:lnTo>
                  <a:pt x="396658" y="70132"/>
                </a:lnTo>
                <a:lnTo>
                  <a:pt x="397110" y="70450"/>
                </a:lnTo>
                <a:lnTo>
                  <a:pt x="397572" y="70749"/>
                </a:lnTo>
                <a:lnTo>
                  <a:pt x="398043" y="71031"/>
                </a:lnTo>
                <a:lnTo>
                  <a:pt x="398525" y="71294"/>
                </a:lnTo>
                <a:lnTo>
                  <a:pt x="399017" y="71540"/>
                </a:lnTo>
                <a:lnTo>
                  <a:pt x="399519" y="71767"/>
                </a:lnTo>
                <a:lnTo>
                  <a:pt x="400031" y="71976"/>
                </a:lnTo>
                <a:lnTo>
                  <a:pt x="400553" y="72166"/>
                </a:lnTo>
                <a:lnTo>
                  <a:pt x="401084" y="72339"/>
                </a:lnTo>
                <a:lnTo>
                  <a:pt x="401626" y="72493"/>
                </a:lnTo>
                <a:lnTo>
                  <a:pt x="402178" y="72630"/>
                </a:lnTo>
                <a:lnTo>
                  <a:pt x="402741" y="72748"/>
                </a:lnTo>
                <a:lnTo>
                  <a:pt x="403313" y="72848"/>
                </a:lnTo>
                <a:lnTo>
                  <a:pt x="403895" y="72929"/>
                </a:lnTo>
                <a:lnTo>
                  <a:pt x="404487" y="72993"/>
                </a:lnTo>
                <a:lnTo>
                  <a:pt x="405089" y="73038"/>
                </a:lnTo>
                <a:lnTo>
                  <a:pt x="405702" y="73066"/>
                </a:lnTo>
                <a:lnTo>
                  <a:pt x="406324" y="73075"/>
                </a:lnTo>
                <a:lnTo>
                  <a:pt x="406840" y="73069"/>
                </a:lnTo>
                <a:lnTo>
                  <a:pt x="407346" y="73050"/>
                </a:lnTo>
                <a:lnTo>
                  <a:pt x="407844" y="73019"/>
                </a:lnTo>
                <a:lnTo>
                  <a:pt x="408333" y="72976"/>
                </a:lnTo>
                <a:lnTo>
                  <a:pt x="408813" y="72921"/>
                </a:lnTo>
                <a:lnTo>
                  <a:pt x="409284" y="72854"/>
                </a:lnTo>
                <a:lnTo>
                  <a:pt x="409746" y="72774"/>
                </a:lnTo>
                <a:lnTo>
                  <a:pt x="410200" y="72682"/>
                </a:lnTo>
                <a:lnTo>
                  <a:pt x="410644" y="72578"/>
                </a:lnTo>
                <a:lnTo>
                  <a:pt x="411079" y="72461"/>
                </a:lnTo>
                <a:lnTo>
                  <a:pt x="411506" y="72332"/>
                </a:lnTo>
                <a:lnTo>
                  <a:pt x="411923" y="72191"/>
                </a:lnTo>
                <a:lnTo>
                  <a:pt x="412332" y="72038"/>
                </a:lnTo>
                <a:lnTo>
                  <a:pt x="412732" y="71872"/>
                </a:lnTo>
                <a:lnTo>
                  <a:pt x="413122" y="71694"/>
                </a:lnTo>
                <a:lnTo>
                  <a:pt x="413504" y="71504"/>
                </a:lnTo>
                <a:lnTo>
                  <a:pt x="413877" y="71301"/>
                </a:lnTo>
                <a:lnTo>
                  <a:pt x="414241" y="71087"/>
                </a:lnTo>
                <a:lnTo>
                  <a:pt x="414596" y="70860"/>
                </a:lnTo>
                <a:lnTo>
                  <a:pt x="414942" y="70620"/>
                </a:lnTo>
                <a:lnTo>
                  <a:pt x="415279" y="70369"/>
                </a:lnTo>
                <a:lnTo>
                  <a:pt x="415608" y="70105"/>
                </a:lnTo>
                <a:lnTo>
                  <a:pt x="415927" y="69829"/>
                </a:lnTo>
                <a:lnTo>
                  <a:pt x="416237" y="69540"/>
                </a:lnTo>
                <a:lnTo>
                  <a:pt x="416537" y="69241"/>
                </a:lnTo>
                <a:lnTo>
                  <a:pt x="416824" y="68933"/>
                </a:lnTo>
                <a:lnTo>
                  <a:pt x="417098" y="68616"/>
                </a:lnTo>
                <a:lnTo>
                  <a:pt x="417360" y="68290"/>
                </a:lnTo>
                <a:lnTo>
                  <a:pt x="417608" y="67954"/>
                </a:lnTo>
                <a:lnTo>
                  <a:pt x="417844" y="67610"/>
                </a:lnTo>
                <a:lnTo>
                  <a:pt x="418067" y="67256"/>
                </a:lnTo>
                <a:lnTo>
                  <a:pt x="418278" y="66893"/>
                </a:lnTo>
                <a:lnTo>
                  <a:pt x="418476" y="66522"/>
                </a:lnTo>
                <a:lnTo>
                  <a:pt x="418660" y="66141"/>
                </a:lnTo>
                <a:lnTo>
                  <a:pt x="418833" y="65751"/>
                </a:lnTo>
                <a:lnTo>
                  <a:pt x="418992" y="65352"/>
                </a:lnTo>
                <a:lnTo>
                  <a:pt x="419139" y="64944"/>
                </a:lnTo>
                <a:lnTo>
                  <a:pt x="419273" y="64527"/>
                </a:lnTo>
                <a:lnTo>
                  <a:pt x="419394" y="64100"/>
                </a:lnTo>
                <a:lnTo>
                  <a:pt x="419502" y="63665"/>
                </a:lnTo>
                <a:lnTo>
                  <a:pt x="419598" y="63221"/>
                </a:lnTo>
                <a:lnTo>
                  <a:pt x="419681" y="62767"/>
                </a:lnTo>
                <a:lnTo>
                  <a:pt x="419718" y="62518"/>
                </a:lnTo>
                <a:lnTo>
                  <a:pt x="419910" y="62518"/>
                </a:lnTo>
                <a:lnTo>
                  <a:pt x="419910" y="72157"/>
                </a:lnTo>
                <a:lnTo>
                  <a:pt x="431110" y="72157"/>
                </a:lnTo>
                <a:lnTo>
                  <a:pt x="431110" y="5141"/>
                </a:lnTo>
                <a:lnTo>
                  <a:pt x="419634" y="5141"/>
                </a:lnTo>
                <a:lnTo>
                  <a:pt x="419634" y="19278"/>
                </a:lnTo>
                <a:lnTo>
                  <a:pt x="420001" y="31304"/>
                </a:lnTo>
                <a:lnTo>
                  <a:pt x="419718" y="31304"/>
                </a:lnTo>
                <a:lnTo>
                  <a:pt x="419681" y="31055"/>
                </a:lnTo>
                <a:lnTo>
                  <a:pt x="419598" y="30601"/>
                </a:lnTo>
                <a:lnTo>
                  <a:pt x="419502" y="30157"/>
                </a:lnTo>
                <a:lnTo>
                  <a:pt x="419394" y="29722"/>
                </a:lnTo>
                <a:lnTo>
                  <a:pt x="419273" y="29295"/>
                </a:lnTo>
                <a:close/>
                <a:moveTo>
                  <a:pt x="408610" y="63048"/>
                </a:moveTo>
                <a:lnTo>
                  <a:pt x="408279" y="62999"/>
                </a:lnTo>
                <a:lnTo>
                  <a:pt x="407956" y="62941"/>
                </a:lnTo>
                <a:lnTo>
                  <a:pt x="407639" y="62874"/>
                </a:lnTo>
                <a:lnTo>
                  <a:pt x="407328" y="62798"/>
                </a:lnTo>
                <a:lnTo>
                  <a:pt x="407025" y="62713"/>
                </a:lnTo>
                <a:lnTo>
                  <a:pt x="406728" y="62620"/>
                </a:lnTo>
                <a:lnTo>
                  <a:pt x="406438" y="62517"/>
                </a:lnTo>
                <a:lnTo>
                  <a:pt x="406154" y="62406"/>
                </a:lnTo>
                <a:lnTo>
                  <a:pt x="405877" y="62285"/>
                </a:lnTo>
                <a:lnTo>
                  <a:pt x="405607" y="62156"/>
                </a:lnTo>
                <a:lnTo>
                  <a:pt x="405344" y="62017"/>
                </a:lnTo>
                <a:lnTo>
                  <a:pt x="405087" y="61870"/>
                </a:lnTo>
                <a:lnTo>
                  <a:pt x="404837" y="61714"/>
                </a:lnTo>
                <a:lnTo>
                  <a:pt x="404594" y="61549"/>
                </a:lnTo>
                <a:lnTo>
                  <a:pt x="404357" y="61375"/>
                </a:lnTo>
                <a:lnTo>
                  <a:pt x="404127" y="61192"/>
                </a:lnTo>
                <a:lnTo>
                  <a:pt x="403904" y="61000"/>
                </a:lnTo>
                <a:lnTo>
                  <a:pt x="403687" y="60799"/>
                </a:lnTo>
                <a:lnTo>
                  <a:pt x="403477" y="60589"/>
                </a:lnTo>
                <a:lnTo>
                  <a:pt x="403275" y="60371"/>
                </a:lnTo>
                <a:lnTo>
                  <a:pt x="403082" y="60146"/>
                </a:lnTo>
                <a:lnTo>
                  <a:pt x="402897" y="59912"/>
                </a:lnTo>
                <a:lnTo>
                  <a:pt x="402720" y="59671"/>
                </a:lnTo>
                <a:lnTo>
                  <a:pt x="402552" y="59423"/>
                </a:lnTo>
                <a:lnTo>
                  <a:pt x="402393" y="59166"/>
                </a:lnTo>
                <a:lnTo>
                  <a:pt x="402243" y="58902"/>
                </a:lnTo>
                <a:lnTo>
                  <a:pt x="402101" y="58631"/>
                </a:lnTo>
                <a:lnTo>
                  <a:pt x="401967" y="58352"/>
                </a:lnTo>
                <a:lnTo>
                  <a:pt x="401843" y="58065"/>
                </a:lnTo>
                <a:lnTo>
                  <a:pt x="401726" y="57770"/>
                </a:lnTo>
                <a:lnTo>
                  <a:pt x="401619" y="57468"/>
                </a:lnTo>
                <a:lnTo>
                  <a:pt x="401520" y="57158"/>
                </a:lnTo>
                <a:lnTo>
                  <a:pt x="401430" y="56841"/>
                </a:lnTo>
                <a:lnTo>
                  <a:pt x="401348" y="56516"/>
                </a:lnTo>
                <a:lnTo>
                  <a:pt x="401275" y="56183"/>
                </a:lnTo>
                <a:lnTo>
                  <a:pt x="401210" y="55843"/>
                </a:lnTo>
                <a:lnTo>
                  <a:pt x="401154" y="55495"/>
                </a:lnTo>
                <a:lnTo>
                  <a:pt x="401107" y="55139"/>
                </a:lnTo>
                <a:lnTo>
                  <a:pt x="401068" y="54776"/>
                </a:lnTo>
                <a:lnTo>
                  <a:pt x="401038" y="54405"/>
                </a:lnTo>
                <a:lnTo>
                  <a:pt x="401017" y="54026"/>
                </a:lnTo>
                <a:lnTo>
                  <a:pt x="401004" y="53640"/>
                </a:lnTo>
                <a:lnTo>
                  <a:pt x="400999" y="53246"/>
                </a:lnTo>
                <a:lnTo>
                  <a:pt x="400999" y="40577"/>
                </a:lnTo>
                <a:lnTo>
                  <a:pt x="401004" y="40183"/>
                </a:lnTo>
                <a:lnTo>
                  <a:pt x="401017" y="39797"/>
                </a:lnTo>
                <a:lnTo>
                  <a:pt x="401038" y="39418"/>
                </a:lnTo>
                <a:lnTo>
                  <a:pt x="401068" y="39047"/>
                </a:lnTo>
                <a:lnTo>
                  <a:pt x="401107" y="38684"/>
                </a:lnTo>
                <a:lnTo>
                  <a:pt x="401154" y="38328"/>
                </a:lnTo>
                <a:lnTo>
                  <a:pt x="401210" y="37980"/>
                </a:lnTo>
                <a:lnTo>
                  <a:pt x="401275" y="37639"/>
                </a:lnTo>
                <a:lnTo>
                  <a:pt x="401348" y="37307"/>
                </a:lnTo>
                <a:lnTo>
                  <a:pt x="401430" y="36982"/>
                </a:lnTo>
                <a:lnTo>
                  <a:pt x="401520" y="36664"/>
                </a:lnTo>
                <a:lnTo>
                  <a:pt x="401619" y="36354"/>
                </a:lnTo>
                <a:lnTo>
                  <a:pt x="401726" y="36052"/>
                </a:lnTo>
                <a:lnTo>
                  <a:pt x="401843" y="35757"/>
                </a:lnTo>
                <a:lnTo>
                  <a:pt x="401967" y="35471"/>
                </a:lnTo>
                <a:lnTo>
                  <a:pt x="402101" y="35191"/>
                </a:lnTo>
                <a:lnTo>
                  <a:pt x="402243" y="34920"/>
                </a:lnTo>
                <a:lnTo>
                  <a:pt x="402393" y="34656"/>
                </a:lnTo>
                <a:lnTo>
                  <a:pt x="402552" y="34399"/>
                </a:lnTo>
                <a:lnTo>
                  <a:pt x="402720" y="34151"/>
                </a:lnTo>
                <a:lnTo>
                  <a:pt x="402897" y="33910"/>
                </a:lnTo>
                <a:lnTo>
                  <a:pt x="403082" y="33677"/>
                </a:lnTo>
                <a:lnTo>
                  <a:pt x="403275" y="33451"/>
                </a:lnTo>
                <a:lnTo>
                  <a:pt x="403477" y="33233"/>
                </a:lnTo>
                <a:lnTo>
                  <a:pt x="403687" y="33023"/>
                </a:lnTo>
                <a:lnTo>
                  <a:pt x="403904" y="32822"/>
                </a:lnTo>
                <a:lnTo>
                  <a:pt x="404127" y="32630"/>
                </a:lnTo>
                <a:lnTo>
                  <a:pt x="404357" y="32447"/>
                </a:lnTo>
                <a:lnTo>
                  <a:pt x="404594" y="32273"/>
                </a:lnTo>
                <a:lnTo>
                  <a:pt x="404837" y="32108"/>
                </a:lnTo>
                <a:lnTo>
                  <a:pt x="405087" y="31952"/>
                </a:lnTo>
                <a:lnTo>
                  <a:pt x="405344" y="31805"/>
                </a:lnTo>
                <a:lnTo>
                  <a:pt x="405607" y="31666"/>
                </a:lnTo>
                <a:lnTo>
                  <a:pt x="405877" y="31537"/>
                </a:lnTo>
                <a:lnTo>
                  <a:pt x="406154" y="31417"/>
                </a:lnTo>
                <a:lnTo>
                  <a:pt x="406438" y="31305"/>
                </a:lnTo>
                <a:lnTo>
                  <a:pt x="406728" y="31202"/>
                </a:lnTo>
                <a:lnTo>
                  <a:pt x="407025" y="31109"/>
                </a:lnTo>
                <a:lnTo>
                  <a:pt x="407328" y="31024"/>
                </a:lnTo>
                <a:lnTo>
                  <a:pt x="407639" y="30948"/>
                </a:lnTo>
                <a:lnTo>
                  <a:pt x="407956" y="30881"/>
                </a:lnTo>
                <a:lnTo>
                  <a:pt x="408279" y="30823"/>
                </a:lnTo>
                <a:lnTo>
                  <a:pt x="408610" y="30774"/>
                </a:lnTo>
                <a:lnTo>
                  <a:pt x="408947" y="30734"/>
                </a:lnTo>
                <a:lnTo>
                  <a:pt x="409291" y="30702"/>
                </a:lnTo>
                <a:lnTo>
                  <a:pt x="409641" y="30680"/>
                </a:lnTo>
                <a:lnTo>
                  <a:pt x="409998" y="30667"/>
                </a:lnTo>
                <a:lnTo>
                  <a:pt x="410362" y="30662"/>
                </a:lnTo>
                <a:lnTo>
                  <a:pt x="410726" y="30667"/>
                </a:lnTo>
                <a:lnTo>
                  <a:pt x="411083" y="30680"/>
                </a:lnTo>
                <a:lnTo>
                  <a:pt x="411433" y="30703"/>
                </a:lnTo>
                <a:lnTo>
                  <a:pt x="411776" y="30735"/>
                </a:lnTo>
                <a:lnTo>
                  <a:pt x="412113" y="30776"/>
                </a:lnTo>
                <a:lnTo>
                  <a:pt x="412442" y="30826"/>
                </a:lnTo>
                <a:lnTo>
                  <a:pt x="412765" y="30885"/>
                </a:lnTo>
                <a:lnTo>
                  <a:pt x="413081" y="30953"/>
                </a:lnTo>
                <a:lnTo>
                  <a:pt x="413390" y="31030"/>
                </a:lnTo>
                <a:lnTo>
                  <a:pt x="413692" y="31117"/>
                </a:lnTo>
                <a:lnTo>
                  <a:pt x="413987" y="31212"/>
                </a:lnTo>
                <a:lnTo>
                  <a:pt x="414276" y="31317"/>
                </a:lnTo>
                <a:lnTo>
                  <a:pt x="414557" y="31430"/>
                </a:lnTo>
                <a:lnTo>
                  <a:pt x="414832" y="31553"/>
                </a:lnTo>
                <a:lnTo>
                  <a:pt x="415100" y="31684"/>
                </a:lnTo>
                <a:lnTo>
                  <a:pt x="415360" y="31825"/>
                </a:lnTo>
                <a:lnTo>
                  <a:pt x="415615" y="31975"/>
                </a:lnTo>
                <a:lnTo>
                  <a:pt x="415862" y="32134"/>
                </a:lnTo>
                <a:lnTo>
                  <a:pt x="416102" y="32302"/>
                </a:lnTo>
                <a:lnTo>
                  <a:pt x="416336" y="32479"/>
                </a:lnTo>
                <a:lnTo>
                  <a:pt x="416562" y="32666"/>
                </a:lnTo>
                <a:lnTo>
                  <a:pt x="416782" y="32861"/>
                </a:lnTo>
                <a:lnTo>
                  <a:pt x="416995" y="33066"/>
                </a:lnTo>
                <a:lnTo>
                  <a:pt x="417201" y="33279"/>
                </a:lnTo>
                <a:lnTo>
                  <a:pt x="417400" y="33501"/>
                </a:lnTo>
                <a:lnTo>
                  <a:pt x="417590" y="33729"/>
                </a:lnTo>
                <a:lnTo>
                  <a:pt x="417771" y="33965"/>
                </a:lnTo>
                <a:lnTo>
                  <a:pt x="417945" y="34208"/>
                </a:lnTo>
                <a:lnTo>
                  <a:pt x="418109" y="34458"/>
                </a:lnTo>
                <a:lnTo>
                  <a:pt x="418266" y="34716"/>
                </a:lnTo>
                <a:lnTo>
                  <a:pt x="418414" y="34981"/>
                </a:lnTo>
                <a:lnTo>
                  <a:pt x="418553" y="35252"/>
                </a:lnTo>
                <a:lnTo>
                  <a:pt x="418684" y="35531"/>
                </a:lnTo>
                <a:lnTo>
                  <a:pt x="418806" y="35817"/>
                </a:lnTo>
                <a:lnTo>
                  <a:pt x="418920" y="36111"/>
                </a:lnTo>
                <a:lnTo>
                  <a:pt x="419026" y="36411"/>
                </a:lnTo>
                <a:lnTo>
                  <a:pt x="419123" y="36719"/>
                </a:lnTo>
                <a:lnTo>
                  <a:pt x="419212" y="37034"/>
                </a:lnTo>
                <a:lnTo>
                  <a:pt x="419292" y="37356"/>
                </a:lnTo>
                <a:lnTo>
                  <a:pt x="419364" y="37685"/>
                </a:lnTo>
                <a:lnTo>
                  <a:pt x="419427" y="38021"/>
                </a:lnTo>
                <a:lnTo>
                  <a:pt x="419482" y="38365"/>
                </a:lnTo>
                <a:lnTo>
                  <a:pt x="419529" y="38716"/>
                </a:lnTo>
                <a:lnTo>
                  <a:pt x="419567" y="39074"/>
                </a:lnTo>
                <a:lnTo>
                  <a:pt x="419596" y="39439"/>
                </a:lnTo>
                <a:lnTo>
                  <a:pt x="419617" y="39811"/>
                </a:lnTo>
                <a:lnTo>
                  <a:pt x="419630" y="40191"/>
                </a:lnTo>
                <a:lnTo>
                  <a:pt x="419634" y="40577"/>
                </a:lnTo>
                <a:lnTo>
                  <a:pt x="419634" y="53246"/>
                </a:lnTo>
                <a:lnTo>
                  <a:pt x="419630" y="53633"/>
                </a:lnTo>
                <a:lnTo>
                  <a:pt x="419617" y="54012"/>
                </a:lnTo>
                <a:lnTo>
                  <a:pt x="419596" y="54384"/>
                </a:lnTo>
                <a:lnTo>
                  <a:pt x="419567" y="54749"/>
                </a:lnTo>
                <a:lnTo>
                  <a:pt x="419529" y="55107"/>
                </a:lnTo>
                <a:lnTo>
                  <a:pt x="419482" y="55458"/>
                </a:lnTo>
                <a:lnTo>
                  <a:pt x="419427" y="55801"/>
                </a:lnTo>
                <a:lnTo>
                  <a:pt x="419364" y="56138"/>
                </a:lnTo>
                <a:lnTo>
                  <a:pt x="419292" y="56467"/>
                </a:lnTo>
                <a:lnTo>
                  <a:pt x="419212" y="56789"/>
                </a:lnTo>
                <a:lnTo>
                  <a:pt x="419123" y="57104"/>
                </a:lnTo>
                <a:lnTo>
                  <a:pt x="419026" y="57411"/>
                </a:lnTo>
                <a:lnTo>
                  <a:pt x="418920" y="57712"/>
                </a:lnTo>
                <a:lnTo>
                  <a:pt x="418806" y="58005"/>
                </a:lnTo>
                <a:lnTo>
                  <a:pt x="418684" y="58292"/>
                </a:lnTo>
                <a:lnTo>
                  <a:pt x="418553" y="58571"/>
                </a:lnTo>
                <a:lnTo>
                  <a:pt x="418414" y="58842"/>
                </a:lnTo>
                <a:lnTo>
                  <a:pt x="418266" y="59107"/>
                </a:lnTo>
                <a:lnTo>
                  <a:pt x="418109" y="59364"/>
                </a:lnTo>
                <a:lnTo>
                  <a:pt x="417945" y="59615"/>
                </a:lnTo>
                <a:lnTo>
                  <a:pt x="417771" y="59858"/>
                </a:lnTo>
                <a:lnTo>
                  <a:pt x="417590" y="60094"/>
                </a:lnTo>
                <a:lnTo>
                  <a:pt x="417400" y="60323"/>
                </a:lnTo>
                <a:lnTo>
                  <a:pt x="417201" y="60544"/>
                </a:lnTo>
                <a:lnTo>
                  <a:pt x="416995" y="60758"/>
                </a:lnTo>
                <a:lnTo>
                  <a:pt x="416782" y="60962"/>
                </a:lnTo>
                <a:lnTo>
                  <a:pt x="416562" y="61157"/>
                </a:lnTo>
                <a:lnTo>
                  <a:pt x="416336" y="61344"/>
                </a:lnTo>
                <a:lnTo>
                  <a:pt x="416102" y="61521"/>
                </a:lnTo>
                <a:lnTo>
                  <a:pt x="415862" y="61689"/>
                </a:lnTo>
                <a:lnTo>
                  <a:pt x="415615" y="61848"/>
                </a:lnTo>
                <a:lnTo>
                  <a:pt x="415360" y="61997"/>
                </a:lnTo>
                <a:lnTo>
                  <a:pt x="415100" y="62138"/>
                </a:lnTo>
                <a:lnTo>
                  <a:pt x="414832" y="62270"/>
                </a:lnTo>
                <a:lnTo>
                  <a:pt x="414557" y="62392"/>
                </a:lnTo>
                <a:lnTo>
                  <a:pt x="414276" y="62506"/>
                </a:lnTo>
                <a:lnTo>
                  <a:pt x="413987" y="62610"/>
                </a:lnTo>
                <a:lnTo>
                  <a:pt x="413692" y="62706"/>
                </a:lnTo>
                <a:lnTo>
                  <a:pt x="413390" y="62792"/>
                </a:lnTo>
                <a:lnTo>
                  <a:pt x="413081" y="62869"/>
                </a:lnTo>
                <a:lnTo>
                  <a:pt x="412765" y="62937"/>
                </a:lnTo>
                <a:lnTo>
                  <a:pt x="412442" y="62996"/>
                </a:lnTo>
                <a:lnTo>
                  <a:pt x="412113" y="63046"/>
                </a:lnTo>
                <a:lnTo>
                  <a:pt x="411776" y="63087"/>
                </a:lnTo>
                <a:lnTo>
                  <a:pt x="411433" y="63119"/>
                </a:lnTo>
                <a:lnTo>
                  <a:pt x="411083" y="63142"/>
                </a:lnTo>
                <a:lnTo>
                  <a:pt x="410726" y="63155"/>
                </a:lnTo>
                <a:lnTo>
                  <a:pt x="410362" y="63160"/>
                </a:lnTo>
                <a:lnTo>
                  <a:pt x="409998" y="63155"/>
                </a:lnTo>
                <a:lnTo>
                  <a:pt x="409641" y="63142"/>
                </a:lnTo>
                <a:lnTo>
                  <a:pt x="409291" y="63120"/>
                </a:lnTo>
                <a:lnTo>
                  <a:pt x="408947" y="63088"/>
                </a:lnTo>
                <a:lnTo>
                  <a:pt x="408610" y="63048"/>
                </a:lnTo>
                <a:close/>
                <a:moveTo>
                  <a:pt x="287804" y="72157"/>
                </a:moveTo>
                <a:lnTo>
                  <a:pt x="287804" y="34150"/>
                </a:lnTo>
                <a:lnTo>
                  <a:pt x="287806" y="33938"/>
                </a:lnTo>
                <a:lnTo>
                  <a:pt x="287812" y="33730"/>
                </a:lnTo>
                <a:lnTo>
                  <a:pt x="287821" y="33526"/>
                </a:lnTo>
                <a:lnTo>
                  <a:pt x="287834" y="33327"/>
                </a:lnTo>
                <a:lnTo>
                  <a:pt x="287850" y="33131"/>
                </a:lnTo>
                <a:lnTo>
                  <a:pt x="287870" y="32940"/>
                </a:lnTo>
                <a:lnTo>
                  <a:pt x="287894" y="32752"/>
                </a:lnTo>
                <a:lnTo>
                  <a:pt x="287921" y="32569"/>
                </a:lnTo>
                <a:lnTo>
                  <a:pt x="287953" y="32390"/>
                </a:lnTo>
                <a:lnTo>
                  <a:pt x="287987" y="32215"/>
                </a:lnTo>
                <a:lnTo>
                  <a:pt x="288026" y="32045"/>
                </a:lnTo>
                <a:lnTo>
                  <a:pt x="288068" y="31878"/>
                </a:lnTo>
                <a:lnTo>
                  <a:pt x="288114" y="31716"/>
                </a:lnTo>
                <a:lnTo>
                  <a:pt x="288163" y="31558"/>
                </a:lnTo>
                <a:lnTo>
                  <a:pt x="288216" y="31403"/>
                </a:lnTo>
                <a:lnTo>
                  <a:pt x="288273" y="31253"/>
                </a:lnTo>
                <a:lnTo>
                  <a:pt x="288333" y="31108"/>
                </a:lnTo>
                <a:lnTo>
                  <a:pt x="288398" y="30966"/>
                </a:lnTo>
                <a:lnTo>
                  <a:pt x="288465" y="30828"/>
                </a:lnTo>
                <a:lnTo>
                  <a:pt x="288537" y="30695"/>
                </a:lnTo>
                <a:lnTo>
                  <a:pt x="288612" y="30566"/>
                </a:lnTo>
                <a:lnTo>
                  <a:pt x="288691" y="30441"/>
                </a:lnTo>
                <a:lnTo>
                  <a:pt x="288773" y="30320"/>
                </a:lnTo>
                <a:lnTo>
                  <a:pt x="288859" y="30203"/>
                </a:lnTo>
                <a:lnTo>
                  <a:pt x="288949" y="30091"/>
                </a:lnTo>
                <a:lnTo>
                  <a:pt x="289042" y="29983"/>
                </a:lnTo>
                <a:lnTo>
                  <a:pt x="289140" y="29880"/>
                </a:lnTo>
                <a:lnTo>
                  <a:pt x="289240" y="29782"/>
                </a:lnTo>
                <a:lnTo>
                  <a:pt x="289345" y="29689"/>
                </a:lnTo>
                <a:lnTo>
                  <a:pt x="289453" y="29600"/>
                </a:lnTo>
                <a:lnTo>
                  <a:pt x="289565" y="29517"/>
                </a:lnTo>
                <a:lnTo>
                  <a:pt x="289680" y="29438"/>
                </a:lnTo>
                <a:lnTo>
                  <a:pt x="289800" y="29364"/>
                </a:lnTo>
                <a:lnTo>
                  <a:pt x="289922" y="29294"/>
                </a:lnTo>
                <a:lnTo>
                  <a:pt x="290049" y="29230"/>
                </a:lnTo>
                <a:lnTo>
                  <a:pt x="290179" y="29170"/>
                </a:lnTo>
                <a:lnTo>
                  <a:pt x="290313" y="29115"/>
                </a:lnTo>
                <a:lnTo>
                  <a:pt x="290450" y="29065"/>
                </a:lnTo>
                <a:lnTo>
                  <a:pt x="290591" y="29020"/>
                </a:lnTo>
                <a:lnTo>
                  <a:pt x="290736" y="28979"/>
                </a:lnTo>
                <a:lnTo>
                  <a:pt x="290885" y="28943"/>
                </a:lnTo>
                <a:lnTo>
                  <a:pt x="291037" y="28912"/>
                </a:lnTo>
                <a:lnTo>
                  <a:pt x="291192" y="28886"/>
                </a:lnTo>
                <a:lnTo>
                  <a:pt x="291352" y="28864"/>
                </a:lnTo>
                <a:lnTo>
                  <a:pt x="291515" y="28847"/>
                </a:lnTo>
                <a:lnTo>
                  <a:pt x="291682" y="28835"/>
                </a:lnTo>
                <a:lnTo>
                  <a:pt x="291852" y="28828"/>
                </a:lnTo>
                <a:lnTo>
                  <a:pt x="292026" y="28826"/>
                </a:lnTo>
                <a:lnTo>
                  <a:pt x="292201" y="28828"/>
                </a:lnTo>
                <a:lnTo>
                  <a:pt x="292371" y="28835"/>
                </a:lnTo>
                <a:lnTo>
                  <a:pt x="292539" y="28847"/>
                </a:lnTo>
                <a:lnTo>
                  <a:pt x="292702" y="28864"/>
                </a:lnTo>
                <a:lnTo>
                  <a:pt x="292863" y="28886"/>
                </a:lnTo>
                <a:lnTo>
                  <a:pt x="293019" y="28912"/>
                </a:lnTo>
                <a:lnTo>
                  <a:pt x="293172" y="28943"/>
                </a:lnTo>
                <a:lnTo>
                  <a:pt x="293322" y="28979"/>
                </a:lnTo>
                <a:lnTo>
                  <a:pt x="293468" y="29020"/>
                </a:lnTo>
                <a:lnTo>
                  <a:pt x="293611" y="29065"/>
                </a:lnTo>
                <a:lnTo>
                  <a:pt x="293750" y="29115"/>
                </a:lnTo>
                <a:lnTo>
                  <a:pt x="293886" y="29170"/>
                </a:lnTo>
                <a:lnTo>
                  <a:pt x="294018" y="29230"/>
                </a:lnTo>
                <a:lnTo>
                  <a:pt x="294147" y="29294"/>
                </a:lnTo>
                <a:lnTo>
                  <a:pt x="294272" y="29364"/>
                </a:lnTo>
                <a:lnTo>
                  <a:pt x="294393" y="29438"/>
                </a:lnTo>
                <a:lnTo>
                  <a:pt x="294511" y="29517"/>
                </a:lnTo>
                <a:lnTo>
                  <a:pt x="294626" y="29600"/>
                </a:lnTo>
                <a:lnTo>
                  <a:pt x="294737" y="29689"/>
                </a:lnTo>
                <a:lnTo>
                  <a:pt x="294845" y="29782"/>
                </a:lnTo>
                <a:lnTo>
                  <a:pt x="294949" y="29880"/>
                </a:lnTo>
                <a:lnTo>
                  <a:pt x="295049" y="29983"/>
                </a:lnTo>
                <a:lnTo>
                  <a:pt x="295146" y="30091"/>
                </a:lnTo>
                <a:lnTo>
                  <a:pt x="295240" y="30203"/>
                </a:lnTo>
                <a:lnTo>
                  <a:pt x="295330" y="30320"/>
                </a:lnTo>
                <a:lnTo>
                  <a:pt x="295416" y="30441"/>
                </a:lnTo>
                <a:lnTo>
                  <a:pt x="295498" y="30566"/>
                </a:lnTo>
                <a:lnTo>
                  <a:pt x="295577" y="30695"/>
                </a:lnTo>
                <a:lnTo>
                  <a:pt x="295651" y="30828"/>
                </a:lnTo>
                <a:lnTo>
                  <a:pt x="295722" y="30966"/>
                </a:lnTo>
                <a:lnTo>
                  <a:pt x="295789" y="31108"/>
                </a:lnTo>
                <a:lnTo>
                  <a:pt x="295852" y="31253"/>
                </a:lnTo>
                <a:lnTo>
                  <a:pt x="295912" y="31403"/>
                </a:lnTo>
                <a:lnTo>
                  <a:pt x="295967" y="31558"/>
                </a:lnTo>
                <a:lnTo>
                  <a:pt x="296019" y="31716"/>
                </a:lnTo>
                <a:lnTo>
                  <a:pt x="296067" y="31878"/>
                </a:lnTo>
                <a:lnTo>
                  <a:pt x="296111" y="32045"/>
                </a:lnTo>
                <a:lnTo>
                  <a:pt x="296151" y="32215"/>
                </a:lnTo>
                <a:lnTo>
                  <a:pt x="296187" y="32390"/>
                </a:lnTo>
                <a:lnTo>
                  <a:pt x="296220" y="32569"/>
                </a:lnTo>
                <a:lnTo>
                  <a:pt x="296248" y="32752"/>
                </a:lnTo>
                <a:lnTo>
                  <a:pt x="296273" y="32940"/>
                </a:lnTo>
                <a:lnTo>
                  <a:pt x="296294" y="33131"/>
                </a:lnTo>
                <a:lnTo>
                  <a:pt x="296312" y="33327"/>
                </a:lnTo>
                <a:lnTo>
                  <a:pt x="296325" y="33526"/>
                </a:lnTo>
                <a:lnTo>
                  <a:pt x="296334" y="33730"/>
                </a:lnTo>
                <a:lnTo>
                  <a:pt x="296340" y="33938"/>
                </a:lnTo>
                <a:lnTo>
                  <a:pt x="296342" y="34150"/>
                </a:lnTo>
                <a:lnTo>
                  <a:pt x="296342" y="72157"/>
                </a:lnTo>
                <a:lnTo>
                  <a:pt x="304604" y="72157"/>
                </a:lnTo>
                <a:lnTo>
                  <a:pt x="304604" y="34150"/>
                </a:lnTo>
                <a:lnTo>
                  <a:pt x="304606" y="33938"/>
                </a:lnTo>
                <a:lnTo>
                  <a:pt x="304612" y="33730"/>
                </a:lnTo>
                <a:lnTo>
                  <a:pt x="304622" y="33526"/>
                </a:lnTo>
                <a:lnTo>
                  <a:pt x="304636" y="33327"/>
                </a:lnTo>
                <a:lnTo>
                  <a:pt x="304654" y="33131"/>
                </a:lnTo>
                <a:lnTo>
                  <a:pt x="304676" y="32940"/>
                </a:lnTo>
                <a:lnTo>
                  <a:pt x="304702" y="32752"/>
                </a:lnTo>
                <a:lnTo>
                  <a:pt x="304732" y="32569"/>
                </a:lnTo>
                <a:lnTo>
                  <a:pt x="304765" y="32390"/>
                </a:lnTo>
                <a:lnTo>
                  <a:pt x="304803" y="32215"/>
                </a:lnTo>
                <a:lnTo>
                  <a:pt x="304845" y="32045"/>
                </a:lnTo>
                <a:lnTo>
                  <a:pt x="304891" y="31878"/>
                </a:lnTo>
                <a:lnTo>
                  <a:pt x="304941" y="31716"/>
                </a:lnTo>
                <a:lnTo>
                  <a:pt x="304995" y="31558"/>
                </a:lnTo>
                <a:lnTo>
                  <a:pt x="305052" y="31403"/>
                </a:lnTo>
                <a:lnTo>
                  <a:pt x="305114" y="31253"/>
                </a:lnTo>
                <a:lnTo>
                  <a:pt x="305180" y="31108"/>
                </a:lnTo>
                <a:lnTo>
                  <a:pt x="305249" y="30966"/>
                </a:lnTo>
                <a:lnTo>
                  <a:pt x="305323" y="30828"/>
                </a:lnTo>
                <a:lnTo>
                  <a:pt x="305401" y="30695"/>
                </a:lnTo>
                <a:lnTo>
                  <a:pt x="305483" y="30566"/>
                </a:lnTo>
                <a:lnTo>
                  <a:pt x="305568" y="30441"/>
                </a:lnTo>
                <a:lnTo>
                  <a:pt x="305658" y="30320"/>
                </a:lnTo>
                <a:lnTo>
                  <a:pt x="305751" y="30203"/>
                </a:lnTo>
                <a:lnTo>
                  <a:pt x="305849" y="30091"/>
                </a:lnTo>
                <a:lnTo>
                  <a:pt x="305949" y="29983"/>
                </a:lnTo>
                <a:lnTo>
                  <a:pt x="306052" y="29880"/>
                </a:lnTo>
                <a:lnTo>
                  <a:pt x="306158" y="29782"/>
                </a:lnTo>
                <a:lnTo>
                  <a:pt x="306267" y="29689"/>
                </a:lnTo>
                <a:lnTo>
                  <a:pt x="306380" y="29600"/>
                </a:lnTo>
                <a:lnTo>
                  <a:pt x="306495" y="29517"/>
                </a:lnTo>
                <a:lnTo>
                  <a:pt x="306613" y="29438"/>
                </a:lnTo>
                <a:lnTo>
                  <a:pt x="306735" y="29364"/>
                </a:lnTo>
                <a:lnTo>
                  <a:pt x="306859" y="29294"/>
                </a:lnTo>
                <a:lnTo>
                  <a:pt x="306986" y="29230"/>
                </a:lnTo>
                <a:lnTo>
                  <a:pt x="307117" y="29170"/>
                </a:lnTo>
                <a:lnTo>
                  <a:pt x="307250" y="29115"/>
                </a:lnTo>
                <a:lnTo>
                  <a:pt x="307387" y="29065"/>
                </a:lnTo>
                <a:lnTo>
                  <a:pt x="307526" y="29020"/>
                </a:lnTo>
                <a:lnTo>
                  <a:pt x="307669" y="28979"/>
                </a:lnTo>
                <a:lnTo>
                  <a:pt x="307815" y="28943"/>
                </a:lnTo>
                <a:lnTo>
                  <a:pt x="307963" y="28912"/>
                </a:lnTo>
                <a:lnTo>
                  <a:pt x="308115" y="28886"/>
                </a:lnTo>
                <a:lnTo>
                  <a:pt x="308270" y="28864"/>
                </a:lnTo>
                <a:lnTo>
                  <a:pt x="308427" y="28847"/>
                </a:lnTo>
                <a:lnTo>
                  <a:pt x="308588" y="28835"/>
                </a:lnTo>
                <a:lnTo>
                  <a:pt x="308752" y="28828"/>
                </a:lnTo>
                <a:lnTo>
                  <a:pt x="308919" y="28826"/>
                </a:lnTo>
                <a:lnTo>
                  <a:pt x="309093" y="28828"/>
                </a:lnTo>
                <a:lnTo>
                  <a:pt x="309263" y="28836"/>
                </a:lnTo>
                <a:lnTo>
                  <a:pt x="309431" y="28848"/>
                </a:lnTo>
                <a:lnTo>
                  <a:pt x="309594" y="28865"/>
                </a:lnTo>
                <a:lnTo>
                  <a:pt x="309754" y="28888"/>
                </a:lnTo>
                <a:lnTo>
                  <a:pt x="309911" y="28915"/>
                </a:lnTo>
                <a:lnTo>
                  <a:pt x="310064" y="28947"/>
                </a:lnTo>
                <a:lnTo>
                  <a:pt x="310214" y="28984"/>
                </a:lnTo>
                <a:lnTo>
                  <a:pt x="310360" y="29026"/>
                </a:lnTo>
                <a:lnTo>
                  <a:pt x="310502" y="29073"/>
                </a:lnTo>
                <a:lnTo>
                  <a:pt x="310642" y="29125"/>
                </a:lnTo>
                <a:lnTo>
                  <a:pt x="310777" y="29182"/>
                </a:lnTo>
                <a:lnTo>
                  <a:pt x="310909" y="29243"/>
                </a:lnTo>
                <a:lnTo>
                  <a:pt x="311038" y="29310"/>
                </a:lnTo>
                <a:lnTo>
                  <a:pt x="311163" y="29382"/>
                </a:lnTo>
                <a:lnTo>
                  <a:pt x="311284" y="29458"/>
                </a:lnTo>
                <a:lnTo>
                  <a:pt x="311402" y="29540"/>
                </a:lnTo>
                <a:lnTo>
                  <a:pt x="311517" y="29626"/>
                </a:lnTo>
                <a:lnTo>
                  <a:pt x="311628" y="29718"/>
                </a:lnTo>
                <a:lnTo>
                  <a:pt x="311736" y="29814"/>
                </a:lnTo>
                <a:lnTo>
                  <a:pt x="311840" y="29916"/>
                </a:lnTo>
                <a:lnTo>
                  <a:pt x="311940" y="30022"/>
                </a:lnTo>
                <a:lnTo>
                  <a:pt x="312037" y="30133"/>
                </a:lnTo>
                <a:lnTo>
                  <a:pt x="312131" y="30249"/>
                </a:lnTo>
                <a:lnTo>
                  <a:pt x="312221" y="30370"/>
                </a:lnTo>
                <a:lnTo>
                  <a:pt x="312307" y="30494"/>
                </a:lnTo>
                <a:lnTo>
                  <a:pt x="312389" y="30621"/>
                </a:lnTo>
                <a:lnTo>
                  <a:pt x="312468" y="30753"/>
                </a:lnTo>
                <a:lnTo>
                  <a:pt x="312542" y="30888"/>
                </a:lnTo>
                <a:lnTo>
                  <a:pt x="312613" y="31027"/>
                </a:lnTo>
                <a:lnTo>
                  <a:pt x="312680" y="31169"/>
                </a:lnTo>
                <a:lnTo>
                  <a:pt x="312743" y="31315"/>
                </a:lnTo>
                <a:lnTo>
                  <a:pt x="312802" y="31465"/>
                </a:lnTo>
                <a:lnTo>
                  <a:pt x="312858" y="31618"/>
                </a:lnTo>
                <a:lnTo>
                  <a:pt x="312910" y="31775"/>
                </a:lnTo>
                <a:lnTo>
                  <a:pt x="312958" y="31936"/>
                </a:lnTo>
                <a:lnTo>
                  <a:pt x="313002" y="32100"/>
                </a:lnTo>
                <a:lnTo>
                  <a:pt x="313042" y="32268"/>
                </a:lnTo>
                <a:lnTo>
                  <a:pt x="313078" y="32440"/>
                </a:lnTo>
                <a:lnTo>
                  <a:pt x="313111" y="32616"/>
                </a:lnTo>
                <a:lnTo>
                  <a:pt x="313139" y="32795"/>
                </a:lnTo>
                <a:lnTo>
                  <a:pt x="313164" y="32977"/>
                </a:lnTo>
                <a:lnTo>
                  <a:pt x="313185" y="33164"/>
                </a:lnTo>
                <a:lnTo>
                  <a:pt x="313202" y="33354"/>
                </a:lnTo>
                <a:lnTo>
                  <a:pt x="313216" y="33547"/>
                </a:lnTo>
                <a:lnTo>
                  <a:pt x="313225" y="33745"/>
                </a:lnTo>
                <a:lnTo>
                  <a:pt x="313231" y="33946"/>
                </a:lnTo>
                <a:lnTo>
                  <a:pt x="313233" y="34150"/>
                </a:lnTo>
                <a:lnTo>
                  <a:pt x="313233" y="72157"/>
                </a:lnTo>
                <a:lnTo>
                  <a:pt x="323332" y="72157"/>
                </a:lnTo>
                <a:lnTo>
                  <a:pt x="323332" y="33691"/>
                </a:lnTo>
                <a:lnTo>
                  <a:pt x="323327" y="33198"/>
                </a:lnTo>
                <a:lnTo>
                  <a:pt x="323312" y="32714"/>
                </a:lnTo>
                <a:lnTo>
                  <a:pt x="323289" y="32238"/>
                </a:lnTo>
                <a:lnTo>
                  <a:pt x="323255" y="31771"/>
                </a:lnTo>
                <a:lnTo>
                  <a:pt x="323212" y="31313"/>
                </a:lnTo>
                <a:lnTo>
                  <a:pt x="323159" y="30863"/>
                </a:lnTo>
                <a:lnTo>
                  <a:pt x="323097" y="30421"/>
                </a:lnTo>
                <a:lnTo>
                  <a:pt x="323026" y="29989"/>
                </a:lnTo>
                <a:lnTo>
                  <a:pt x="322944" y="29565"/>
                </a:lnTo>
                <a:lnTo>
                  <a:pt x="322853" y="29149"/>
                </a:lnTo>
                <a:lnTo>
                  <a:pt x="322753" y="28743"/>
                </a:lnTo>
                <a:lnTo>
                  <a:pt x="322643" y="28344"/>
                </a:lnTo>
                <a:lnTo>
                  <a:pt x="322524" y="27955"/>
                </a:lnTo>
                <a:lnTo>
                  <a:pt x="322394" y="27574"/>
                </a:lnTo>
                <a:lnTo>
                  <a:pt x="322256" y="27201"/>
                </a:lnTo>
                <a:lnTo>
                  <a:pt x="322108" y="26837"/>
                </a:lnTo>
                <a:lnTo>
                  <a:pt x="321950" y="26482"/>
                </a:lnTo>
                <a:lnTo>
                  <a:pt x="321782" y="26136"/>
                </a:lnTo>
                <a:lnTo>
                  <a:pt x="321606" y="25798"/>
                </a:lnTo>
                <a:lnTo>
                  <a:pt x="321419" y="25468"/>
                </a:lnTo>
                <a:lnTo>
                  <a:pt x="321223" y="25148"/>
                </a:lnTo>
                <a:lnTo>
                  <a:pt x="321017" y="24835"/>
                </a:lnTo>
                <a:lnTo>
                  <a:pt x="320802" y="24532"/>
                </a:lnTo>
                <a:lnTo>
                  <a:pt x="320578" y="24237"/>
                </a:lnTo>
                <a:lnTo>
                  <a:pt x="320345" y="23952"/>
                </a:lnTo>
                <a:lnTo>
                  <a:pt x="320105" y="23679"/>
                </a:lnTo>
                <a:lnTo>
                  <a:pt x="319859" y="23419"/>
                </a:lnTo>
                <a:lnTo>
                  <a:pt x="319606" y="23171"/>
                </a:lnTo>
                <a:lnTo>
                  <a:pt x="319346" y="22934"/>
                </a:lnTo>
                <a:lnTo>
                  <a:pt x="319080" y="22710"/>
                </a:lnTo>
                <a:lnTo>
                  <a:pt x="318807" y="22498"/>
                </a:lnTo>
                <a:lnTo>
                  <a:pt x="318527" y="22298"/>
                </a:lnTo>
                <a:lnTo>
                  <a:pt x="318241" y="22110"/>
                </a:lnTo>
                <a:lnTo>
                  <a:pt x="317948" y="21935"/>
                </a:lnTo>
                <a:lnTo>
                  <a:pt x="317648" y="21771"/>
                </a:lnTo>
                <a:lnTo>
                  <a:pt x="317342" y="21620"/>
                </a:lnTo>
                <a:lnTo>
                  <a:pt x="317029" y="21480"/>
                </a:lnTo>
                <a:lnTo>
                  <a:pt x="316709" y="21353"/>
                </a:lnTo>
                <a:lnTo>
                  <a:pt x="316382" y="21238"/>
                </a:lnTo>
                <a:lnTo>
                  <a:pt x="316049" y="21135"/>
                </a:lnTo>
                <a:lnTo>
                  <a:pt x="315709" y="21044"/>
                </a:lnTo>
                <a:lnTo>
                  <a:pt x="315362" y="20965"/>
                </a:lnTo>
                <a:lnTo>
                  <a:pt x="315009" y="20899"/>
                </a:lnTo>
                <a:lnTo>
                  <a:pt x="314649" y="20844"/>
                </a:lnTo>
                <a:lnTo>
                  <a:pt x="314282" y="20802"/>
                </a:lnTo>
                <a:lnTo>
                  <a:pt x="313909" y="20772"/>
                </a:lnTo>
                <a:lnTo>
                  <a:pt x="313529" y="20753"/>
                </a:lnTo>
                <a:lnTo>
                  <a:pt x="313142" y="20747"/>
                </a:lnTo>
                <a:lnTo>
                  <a:pt x="312816" y="20752"/>
                </a:lnTo>
                <a:lnTo>
                  <a:pt x="312495" y="20765"/>
                </a:lnTo>
                <a:lnTo>
                  <a:pt x="312180" y="20788"/>
                </a:lnTo>
                <a:lnTo>
                  <a:pt x="311870" y="20819"/>
                </a:lnTo>
                <a:lnTo>
                  <a:pt x="311565" y="20859"/>
                </a:lnTo>
                <a:lnTo>
                  <a:pt x="311266" y="20908"/>
                </a:lnTo>
                <a:lnTo>
                  <a:pt x="310972" y="20966"/>
                </a:lnTo>
                <a:lnTo>
                  <a:pt x="310684" y="21033"/>
                </a:lnTo>
                <a:lnTo>
                  <a:pt x="310401" y="21109"/>
                </a:lnTo>
                <a:lnTo>
                  <a:pt x="310123" y="21194"/>
                </a:lnTo>
                <a:lnTo>
                  <a:pt x="309851" y="21287"/>
                </a:lnTo>
                <a:lnTo>
                  <a:pt x="309585" y="21390"/>
                </a:lnTo>
                <a:lnTo>
                  <a:pt x="309323" y="21502"/>
                </a:lnTo>
                <a:lnTo>
                  <a:pt x="309068" y="21622"/>
                </a:lnTo>
                <a:lnTo>
                  <a:pt x="308817" y="21751"/>
                </a:lnTo>
                <a:lnTo>
                  <a:pt x="308572" y="21890"/>
                </a:lnTo>
                <a:lnTo>
                  <a:pt x="308333" y="22037"/>
                </a:lnTo>
                <a:lnTo>
                  <a:pt x="308099" y="22193"/>
                </a:lnTo>
                <a:lnTo>
                  <a:pt x="307870" y="22358"/>
                </a:lnTo>
                <a:lnTo>
                  <a:pt x="307647" y="22532"/>
                </a:lnTo>
                <a:lnTo>
                  <a:pt x="307429" y="22715"/>
                </a:lnTo>
                <a:lnTo>
                  <a:pt x="307216" y="22907"/>
                </a:lnTo>
                <a:lnTo>
                  <a:pt x="307009" y="23108"/>
                </a:lnTo>
                <a:lnTo>
                  <a:pt x="306808" y="23318"/>
                </a:lnTo>
                <a:lnTo>
                  <a:pt x="306613" y="23535"/>
                </a:lnTo>
                <a:lnTo>
                  <a:pt x="306426" y="23758"/>
                </a:lnTo>
                <a:lnTo>
                  <a:pt x="306248" y="23986"/>
                </a:lnTo>
                <a:lnTo>
                  <a:pt x="306078" y="24221"/>
                </a:lnTo>
                <a:lnTo>
                  <a:pt x="305917" y="24461"/>
                </a:lnTo>
                <a:lnTo>
                  <a:pt x="305763" y="24706"/>
                </a:lnTo>
                <a:lnTo>
                  <a:pt x="305618" y="24958"/>
                </a:lnTo>
                <a:lnTo>
                  <a:pt x="305482" y="25215"/>
                </a:lnTo>
                <a:lnTo>
                  <a:pt x="305353" y="25478"/>
                </a:lnTo>
                <a:lnTo>
                  <a:pt x="305233" y="25747"/>
                </a:lnTo>
                <a:lnTo>
                  <a:pt x="305121" y="26021"/>
                </a:lnTo>
                <a:lnTo>
                  <a:pt x="305017" y="26302"/>
                </a:lnTo>
                <a:lnTo>
                  <a:pt x="304922" y="26588"/>
                </a:lnTo>
                <a:lnTo>
                  <a:pt x="304835" y="26879"/>
                </a:lnTo>
                <a:lnTo>
                  <a:pt x="304756" y="27177"/>
                </a:lnTo>
                <a:lnTo>
                  <a:pt x="304686" y="27480"/>
                </a:lnTo>
                <a:lnTo>
                  <a:pt x="304624" y="27789"/>
                </a:lnTo>
                <a:lnTo>
                  <a:pt x="304570" y="28103"/>
                </a:lnTo>
                <a:lnTo>
                  <a:pt x="304524" y="28424"/>
                </a:lnTo>
                <a:lnTo>
                  <a:pt x="304520" y="28459"/>
                </a:lnTo>
                <a:lnTo>
                  <a:pt x="304072" y="28459"/>
                </a:lnTo>
                <a:lnTo>
                  <a:pt x="304039" y="28305"/>
                </a:lnTo>
                <a:lnTo>
                  <a:pt x="303949" y="27930"/>
                </a:lnTo>
                <a:lnTo>
                  <a:pt x="303852" y="27563"/>
                </a:lnTo>
                <a:lnTo>
                  <a:pt x="303746" y="27204"/>
                </a:lnTo>
                <a:lnTo>
                  <a:pt x="303633" y="26853"/>
                </a:lnTo>
                <a:lnTo>
                  <a:pt x="303512" y="26510"/>
                </a:lnTo>
                <a:lnTo>
                  <a:pt x="303383" y="26175"/>
                </a:lnTo>
                <a:lnTo>
                  <a:pt x="303246" y="25848"/>
                </a:lnTo>
                <a:lnTo>
                  <a:pt x="303102" y="25528"/>
                </a:lnTo>
                <a:lnTo>
                  <a:pt x="302949" y="25217"/>
                </a:lnTo>
                <a:lnTo>
                  <a:pt x="302789" y="24914"/>
                </a:lnTo>
                <a:lnTo>
                  <a:pt x="302621" y="24619"/>
                </a:lnTo>
                <a:lnTo>
                  <a:pt x="302446" y="24331"/>
                </a:lnTo>
                <a:lnTo>
                  <a:pt x="302262" y="24052"/>
                </a:lnTo>
                <a:lnTo>
                  <a:pt x="302072" y="23782"/>
                </a:lnTo>
                <a:lnTo>
                  <a:pt x="301875" y="23524"/>
                </a:lnTo>
                <a:lnTo>
                  <a:pt x="301672" y="23277"/>
                </a:lnTo>
                <a:lnTo>
                  <a:pt x="301463" y="23042"/>
                </a:lnTo>
                <a:lnTo>
                  <a:pt x="301247" y="22818"/>
                </a:lnTo>
                <a:lnTo>
                  <a:pt x="301026" y="22606"/>
                </a:lnTo>
                <a:lnTo>
                  <a:pt x="300798" y="22405"/>
                </a:lnTo>
                <a:lnTo>
                  <a:pt x="300564" y="22216"/>
                </a:lnTo>
                <a:lnTo>
                  <a:pt x="300324" y="22038"/>
                </a:lnTo>
                <a:lnTo>
                  <a:pt x="300078" y="21872"/>
                </a:lnTo>
                <a:lnTo>
                  <a:pt x="299825" y="21717"/>
                </a:lnTo>
                <a:lnTo>
                  <a:pt x="299566" y="21574"/>
                </a:lnTo>
                <a:lnTo>
                  <a:pt x="299301" y="21442"/>
                </a:lnTo>
                <a:lnTo>
                  <a:pt x="299030" y="21321"/>
                </a:lnTo>
                <a:lnTo>
                  <a:pt x="298752" y="21212"/>
                </a:lnTo>
                <a:lnTo>
                  <a:pt x="298469" y="21115"/>
                </a:lnTo>
                <a:lnTo>
                  <a:pt x="298179" y="21029"/>
                </a:lnTo>
                <a:lnTo>
                  <a:pt x="297883" y="20954"/>
                </a:lnTo>
                <a:lnTo>
                  <a:pt x="297580" y="20891"/>
                </a:lnTo>
                <a:lnTo>
                  <a:pt x="297272" y="20839"/>
                </a:lnTo>
                <a:lnTo>
                  <a:pt x="296957" y="20799"/>
                </a:lnTo>
                <a:lnTo>
                  <a:pt x="296636" y="20770"/>
                </a:lnTo>
                <a:lnTo>
                  <a:pt x="296309" y="20753"/>
                </a:lnTo>
                <a:lnTo>
                  <a:pt x="295975" y="20747"/>
                </a:lnTo>
                <a:lnTo>
                  <a:pt x="295664" y="20752"/>
                </a:lnTo>
                <a:lnTo>
                  <a:pt x="295357" y="20765"/>
                </a:lnTo>
                <a:lnTo>
                  <a:pt x="295056" y="20788"/>
                </a:lnTo>
                <a:lnTo>
                  <a:pt x="294759" y="20819"/>
                </a:lnTo>
                <a:lnTo>
                  <a:pt x="294467" y="20859"/>
                </a:lnTo>
                <a:lnTo>
                  <a:pt x="294179" y="20908"/>
                </a:lnTo>
                <a:lnTo>
                  <a:pt x="293897" y="20966"/>
                </a:lnTo>
                <a:lnTo>
                  <a:pt x="293619" y="21033"/>
                </a:lnTo>
                <a:lnTo>
                  <a:pt x="293346" y="21109"/>
                </a:lnTo>
                <a:lnTo>
                  <a:pt x="293078" y="21194"/>
                </a:lnTo>
                <a:lnTo>
                  <a:pt x="292814" y="21287"/>
                </a:lnTo>
                <a:lnTo>
                  <a:pt x="292555" y="21390"/>
                </a:lnTo>
                <a:lnTo>
                  <a:pt x="292302" y="21502"/>
                </a:lnTo>
                <a:lnTo>
                  <a:pt x="292052" y="21622"/>
                </a:lnTo>
                <a:lnTo>
                  <a:pt x="291808" y="21751"/>
                </a:lnTo>
                <a:lnTo>
                  <a:pt x="291569" y="21890"/>
                </a:lnTo>
                <a:lnTo>
                  <a:pt x="291334" y="22037"/>
                </a:lnTo>
                <a:lnTo>
                  <a:pt x="291104" y="22193"/>
                </a:lnTo>
                <a:lnTo>
                  <a:pt x="290879" y="22358"/>
                </a:lnTo>
                <a:lnTo>
                  <a:pt x="290658" y="22532"/>
                </a:lnTo>
                <a:lnTo>
                  <a:pt x="290442" y="22715"/>
                </a:lnTo>
                <a:lnTo>
                  <a:pt x="290232" y="22907"/>
                </a:lnTo>
                <a:lnTo>
                  <a:pt x="290025" y="23108"/>
                </a:lnTo>
                <a:lnTo>
                  <a:pt x="289824" y="23318"/>
                </a:lnTo>
                <a:lnTo>
                  <a:pt x="289629" y="23535"/>
                </a:lnTo>
                <a:lnTo>
                  <a:pt x="289443" y="23758"/>
                </a:lnTo>
                <a:lnTo>
                  <a:pt x="289265" y="23986"/>
                </a:lnTo>
                <a:lnTo>
                  <a:pt x="289095" y="24221"/>
                </a:lnTo>
                <a:lnTo>
                  <a:pt x="288933" y="24461"/>
                </a:lnTo>
                <a:lnTo>
                  <a:pt x="288780" y="24706"/>
                </a:lnTo>
                <a:lnTo>
                  <a:pt x="288635" y="24958"/>
                </a:lnTo>
                <a:lnTo>
                  <a:pt x="288498" y="25215"/>
                </a:lnTo>
                <a:lnTo>
                  <a:pt x="288370" y="25478"/>
                </a:lnTo>
                <a:lnTo>
                  <a:pt x="288249" y="25747"/>
                </a:lnTo>
                <a:lnTo>
                  <a:pt x="288138" y="26021"/>
                </a:lnTo>
                <a:lnTo>
                  <a:pt x="288034" y="26302"/>
                </a:lnTo>
                <a:lnTo>
                  <a:pt x="287939" y="26588"/>
                </a:lnTo>
                <a:lnTo>
                  <a:pt x="287852" y="26879"/>
                </a:lnTo>
                <a:lnTo>
                  <a:pt x="287773" y="27177"/>
                </a:lnTo>
                <a:lnTo>
                  <a:pt x="287702" y="27480"/>
                </a:lnTo>
                <a:lnTo>
                  <a:pt x="287640" y="27789"/>
                </a:lnTo>
                <a:lnTo>
                  <a:pt x="287586" y="28103"/>
                </a:lnTo>
                <a:lnTo>
                  <a:pt x="287541" y="28424"/>
                </a:lnTo>
                <a:lnTo>
                  <a:pt x="287537" y="28459"/>
                </a:lnTo>
                <a:lnTo>
                  <a:pt x="287070" y="28459"/>
                </a:lnTo>
                <a:lnTo>
                  <a:pt x="287070" y="21665"/>
                </a:lnTo>
                <a:lnTo>
                  <a:pt x="277706" y="21665"/>
                </a:lnTo>
                <a:lnTo>
                  <a:pt x="277706" y="72157"/>
                </a:lnTo>
                <a:lnTo>
                  <a:pt x="287804" y="72157"/>
                </a:lnTo>
                <a:close/>
                <a:moveTo>
                  <a:pt x="337286" y="21665"/>
                </a:moveTo>
                <a:lnTo>
                  <a:pt x="337286" y="32039"/>
                </a:lnTo>
                <a:lnTo>
                  <a:pt x="352618" y="32039"/>
                </a:lnTo>
                <a:lnTo>
                  <a:pt x="352618" y="61692"/>
                </a:lnTo>
                <a:lnTo>
                  <a:pt x="334992" y="61692"/>
                </a:lnTo>
                <a:lnTo>
                  <a:pt x="334992" y="72157"/>
                </a:lnTo>
                <a:lnTo>
                  <a:pt x="379241" y="72157"/>
                </a:lnTo>
                <a:lnTo>
                  <a:pt x="379241" y="61692"/>
                </a:lnTo>
                <a:lnTo>
                  <a:pt x="363634" y="61692"/>
                </a:lnTo>
                <a:lnTo>
                  <a:pt x="363634" y="21665"/>
                </a:lnTo>
                <a:lnTo>
                  <a:pt x="337286" y="21665"/>
                </a:lnTo>
                <a:close/>
                <a:moveTo>
                  <a:pt x="82782" y="72878"/>
                </a:moveTo>
                <a:lnTo>
                  <a:pt x="83290" y="72832"/>
                </a:lnTo>
                <a:lnTo>
                  <a:pt x="83792" y="72777"/>
                </a:lnTo>
                <a:lnTo>
                  <a:pt x="84287" y="72713"/>
                </a:lnTo>
                <a:lnTo>
                  <a:pt x="84776" y="72641"/>
                </a:lnTo>
                <a:lnTo>
                  <a:pt x="85258" y="72561"/>
                </a:lnTo>
                <a:lnTo>
                  <a:pt x="85735" y="72472"/>
                </a:lnTo>
                <a:lnTo>
                  <a:pt x="86204" y="72375"/>
                </a:lnTo>
                <a:lnTo>
                  <a:pt x="86668" y="72270"/>
                </a:lnTo>
                <a:lnTo>
                  <a:pt x="87125" y="72156"/>
                </a:lnTo>
                <a:lnTo>
                  <a:pt x="87576" y="72033"/>
                </a:lnTo>
                <a:lnTo>
                  <a:pt x="88020" y="71902"/>
                </a:lnTo>
                <a:lnTo>
                  <a:pt x="88458" y="71763"/>
                </a:lnTo>
                <a:lnTo>
                  <a:pt x="88890" y="71615"/>
                </a:lnTo>
                <a:lnTo>
                  <a:pt x="89315" y="71459"/>
                </a:lnTo>
                <a:lnTo>
                  <a:pt x="89734" y="71294"/>
                </a:lnTo>
                <a:lnTo>
                  <a:pt x="90146" y="71121"/>
                </a:lnTo>
                <a:lnTo>
                  <a:pt x="90552" y="70939"/>
                </a:lnTo>
                <a:lnTo>
                  <a:pt x="90952" y="70749"/>
                </a:lnTo>
                <a:lnTo>
                  <a:pt x="91345" y="70550"/>
                </a:lnTo>
                <a:lnTo>
                  <a:pt x="91732" y="70344"/>
                </a:lnTo>
                <a:lnTo>
                  <a:pt x="92111" y="70131"/>
                </a:lnTo>
                <a:lnTo>
                  <a:pt x="92483" y="69911"/>
                </a:lnTo>
                <a:lnTo>
                  <a:pt x="92849" y="69683"/>
                </a:lnTo>
                <a:lnTo>
                  <a:pt x="93207" y="69449"/>
                </a:lnTo>
                <a:lnTo>
                  <a:pt x="93557" y="69208"/>
                </a:lnTo>
                <a:lnTo>
                  <a:pt x="93901" y="68959"/>
                </a:lnTo>
                <a:lnTo>
                  <a:pt x="94237" y="68704"/>
                </a:lnTo>
                <a:lnTo>
                  <a:pt x="94567" y="68442"/>
                </a:lnTo>
                <a:lnTo>
                  <a:pt x="94889" y="68172"/>
                </a:lnTo>
                <a:lnTo>
                  <a:pt x="95203" y="67896"/>
                </a:lnTo>
                <a:lnTo>
                  <a:pt x="95511" y="67613"/>
                </a:lnTo>
                <a:lnTo>
                  <a:pt x="95812" y="67322"/>
                </a:lnTo>
                <a:lnTo>
                  <a:pt x="96105" y="67025"/>
                </a:lnTo>
                <a:lnTo>
                  <a:pt x="96391" y="66720"/>
                </a:lnTo>
                <a:lnTo>
                  <a:pt x="96670" y="66409"/>
                </a:lnTo>
                <a:lnTo>
                  <a:pt x="96942" y="66091"/>
                </a:lnTo>
                <a:lnTo>
                  <a:pt x="97206" y="65765"/>
                </a:lnTo>
                <a:lnTo>
                  <a:pt x="97464" y="65433"/>
                </a:lnTo>
                <a:lnTo>
                  <a:pt x="97714" y="65093"/>
                </a:lnTo>
                <a:lnTo>
                  <a:pt x="97957" y="64747"/>
                </a:lnTo>
                <a:lnTo>
                  <a:pt x="98193" y="64393"/>
                </a:lnTo>
                <a:lnTo>
                  <a:pt x="98422" y="64033"/>
                </a:lnTo>
                <a:lnTo>
                  <a:pt x="98643" y="63665"/>
                </a:lnTo>
                <a:lnTo>
                  <a:pt x="98857" y="63292"/>
                </a:lnTo>
                <a:lnTo>
                  <a:pt x="99061" y="62912"/>
                </a:lnTo>
                <a:lnTo>
                  <a:pt x="99257" y="62527"/>
                </a:lnTo>
                <a:lnTo>
                  <a:pt x="99443" y="62136"/>
                </a:lnTo>
                <a:lnTo>
                  <a:pt x="99620" y="61740"/>
                </a:lnTo>
                <a:lnTo>
                  <a:pt x="99788" y="61338"/>
                </a:lnTo>
                <a:lnTo>
                  <a:pt x="99947" y="60931"/>
                </a:lnTo>
                <a:lnTo>
                  <a:pt x="100097" y="60518"/>
                </a:lnTo>
                <a:lnTo>
                  <a:pt x="100238" y="60100"/>
                </a:lnTo>
                <a:lnTo>
                  <a:pt x="100370" y="59676"/>
                </a:lnTo>
                <a:lnTo>
                  <a:pt x="100492" y="59246"/>
                </a:lnTo>
                <a:lnTo>
                  <a:pt x="100606" y="58811"/>
                </a:lnTo>
                <a:lnTo>
                  <a:pt x="100710" y="58370"/>
                </a:lnTo>
                <a:lnTo>
                  <a:pt x="100806" y="57924"/>
                </a:lnTo>
                <a:lnTo>
                  <a:pt x="100892" y="57472"/>
                </a:lnTo>
                <a:lnTo>
                  <a:pt x="100969" y="57014"/>
                </a:lnTo>
                <a:lnTo>
                  <a:pt x="101037" y="56551"/>
                </a:lnTo>
                <a:lnTo>
                  <a:pt x="101096" y="56083"/>
                </a:lnTo>
                <a:lnTo>
                  <a:pt x="101146" y="55608"/>
                </a:lnTo>
                <a:lnTo>
                  <a:pt x="101187" y="55129"/>
                </a:lnTo>
                <a:lnTo>
                  <a:pt x="101219" y="54643"/>
                </a:lnTo>
                <a:lnTo>
                  <a:pt x="101242" y="54152"/>
                </a:lnTo>
                <a:lnTo>
                  <a:pt x="101255" y="53656"/>
                </a:lnTo>
                <a:lnTo>
                  <a:pt x="101260" y="53154"/>
                </a:lnTo>
                <a:lnTo>
                  <a:pt x="101260" y="40577"/>
                </a:lnTo>
                <a:lnTo>
                  <a:pt x="101255" y="40083"/>
                </a:lnTo>
                <a:lnTo>
                  <a:pt x="101242" y="39593"/>
                </a:lnTo>
                <a:lnTo>
                  <a:pt x="101219" y="39109"/>
                </a:lnTo>
                <a:lnTo>
                  <a:pt x="101187" y="38630"/>
                </a:lnTo>
                <a:lnTo>
                  <a:pt x="101146" y="38157"/>
                </a:lnTo>
                <a:lnTo>
                  <a:pt x="101096" y="37688"/>
                </a:lnTo>
                <a:lnTo>
                  <a:pt x="101037" y="37225"/>
                </a:lnTo>
                <a:lnTo>
                  <a:pt x="100969" y="36767"/>
                </a:lnTo>
                <a:lnTo>
                  <a:pt x="100892" y="36315"/>
                </a:lnTo>
                <a:lnTo>
                  <a:pt x="100806" y="35868"/>
                </a:lnTo>
                <a:lnTo>
                  <a:pt x="100710" y="35425"/>
                </a:lnTo>
                <a:lnTo>
                  <a:pt x="100606" y="34989"/>
                </a:lnTo>
                <a:lnTo>
                  <a:pt x="100492" y="34557"/>
                </a:lnTo>
                <a:lnTo>
                  <a:pt x="100370" y="34131"/>
                </a:lnTo>
                <a:lnTo>
                  <a:pt x="100238" y="33710"/>
                </a:lnTo>
                <a:lnTo>
                  <a:pt x="100097" y="33294"/>
                </a:lnTo>
                <a:lnTo>
                  <a:pt x="99947" y="32884"/>
                </a:lnTo>
                <a:lnTo>
                  <a:pt x="99788" y="32479"/>
                </a:lnTo>
                <a:lnTo>
                  <a:pt x="99620" y="32079"/>
                </a:lnTo>
                <a:lnTo>
                  <a:pt x="99443" y="31684"/>
                </a:lnTo>
                <a:lnTo>
                  <a:pt x="99257" y="31295"/>
                </a:lnTo>
                <a:lnTo>
                  <a:pt x="99061" y="30911"/>
                </a:lnTo>
                <a:lnTo>
                  <a:pt x="98857" y="30532"/>
                </a:lnTo>
                <a:lnTo>
                  <a:pt x="98643" y="30158"/>
                </a:lnTo>
                <a:lnTo>
                  <a:pt x="98422" y="29790"/>
                </a:lnTo>
                <a:lnTo>
                  <a:pt x="98193" y="29430"/>
                </a:lnTo>
                <a:lnTo>
                  <a:pt x="97957" y="29076"/>
                </a:lnTo>
                <a:lnTo>
                  <a:pt x="97714" y="28730"/>
                </a:lnTo>
                <a:lnTo>
                  <a:pt x="97464" y="28390"/>
                </a:lnTo>
                <a:lnTo>
                  <a:pt x="97206" y="28058"/>
                </a:lnTo>
                <a:lnTo>
                  <a:pt x="96942" y="27732"/>
                </a:lnTo>
                <a:lnTo>
                  <a:pt x="96670" y="27414"/>
                </a:lnTo>
                <a:lnTo>
                  <a:pt x="96391" y="27102"/>
                </a:lnTo>
                <a:lnTo>
                  <a:pt x="96105" y="26798"/>
                </a:lnTo>
                <a:lnTo>
                  <a:pt x="95812" y="26500"/>
                </a:lnTo>
                <a:lnTo>
                  <a:pt x="95511" y="26210"/>
                </a:lnTo>
                <a:lnTo>
                  <a:pt x="95203" y="25926"/>
                </a:lnTo>
                <a:lnTo>
                  <a:pt x="94889" y="25650"/>
                </a:lnTo>
                <a:lnTo>
                  <a:pt x="94567" y="25381"/>
                </a:lnTo>
                <a:lnTo>
                  <a:pt x="94237" y="25118"/>
                </a:lnTo>
                <a:lnTo>
                  <a:pt x="93901" y="24863"/>
                </a:lnTo>
                <a:lnTo>
                  <a:pt x="93557" y="24615"/>
                </a:lnTo>
                <a:lnTo>
                  <a:pt x="93207" y="24373"/>
                </a:lnTo>
                <a:lnTo>
                  <a:pt x="92849" y="24139"/>
                </a:lnTo>
                <a:lnTo>
                  <a:pt x="92483" y="23912"/>
                </a:lnTo>
                <a:lnTo>
                  <a:pt x="92111" y="23691"/>
                </a:lnTo>
                <a:lnTo>
                  <a:pt x="91732" y="23478"/>
                </a:lnTo>
                <a:lnTo>
                  <a:pt x="91345" y="23272"/>
                </a:lnTo>
                <a:lnTo>
                  <a:pt x="90952" y="23073"/>
                </a:lnTo>
                <a:lnTo>
                  <a:pt x="90552" y="22883"/>
                </a:lnTo>
                <a:lnTo>
                  <a:pt x="90146" y="22701"/>
                </a:lnTo>
                <a:lnTo>
                  <a:pt x="89734" y="22528"/>
                </a:lnTo>
                <a:lnTo>
                  <a:pt x="89315" y="22363"/>
                </a:lnTo>
                <a:lnTo>
                  <a:pt x="88890" y="22207"/>
                </a:lnTo>
                <a:lnTo>
                  <a:pt x="88458" y="22059"/>
                </a:lnTo>
                <a:lnTo>
                  <a:pt x="88020" y="21920"/>
                </a:lnTo>
                <a:lnTo>
                  <a:pt x="87576" y="21789"/>
                </a:lnTo>
                <a:lnTo>
                  <a:pt x="87125" y="21666"/>
                </a:lnTo>
                <a:lnTo>
                  <a:pt x="86668" y="21552"/>
                </a:lnTo>
                <a:lnTo>
                  <a:pt x="86204" y="21447"/>
                </a:lnTo>
                <a:lnTo>
                  <a:pt x="85735" y="21350"/>
                </a:lnTo>
                <a:lnTo>
                  <a:pt x="85258" y="21261"/>
                </a:lnTo>
                <a:lnTo>
                  <a:pt x="84776" y="21181"/>
                </a:lnTo>
                <a:lnTo>
                  <a:pt x="84287" y="21109"/>
                </a:lnTo>
                <a:lnTo>
                  <a:pt x="83792" y="21045"/>
                </a:lnTo>
                <a:lnTo>
                  <a:pt x="83290" y="20991"/>
                </a:lnTo>
                <a:lnTo>
                  <a:pt x="82782" y="20944"/>
                </a:lnTo>
                <a:lnTo>
                  <a:pt x="82267" y="20906"/>
                </a:lnTo>
                <a:lnTo>
                  <a:pt x="81746" y="20876"/>
                </a:lnTo>
                <a:lnTo>
                  <a:pt x="81219" y="20855"/>
                </a:lnTo>
                <a:lnTo>
                  <a:pt x="80686" y="20843"/>
                </a:lnTo>
                <a:lnTo>
                  <a:pt x="80146" y="20838"/>
                </a:lnTo>
                <a:lnTo>
                  <a:pt x="79613" y="20843"/>
                </a:lnTo>
                <a:lnTo>
                  <a:pt x="79086" y="20855"/>
                </a:lnTo>
                <a:lnTo>
                  <a:pt x="78565" y="20876"/>
                </a:lnTo>
                <a:lnTo>
                  <a:pt x="78050" y="20906"/>
                </a:lnTo>
                <a:lnTo>
                  <a:pt x="77541" y="20944"/>
                </a:lnTo>
                <a:lnTo>
                  <a:pt x="77038" y="20991"/>
                </a:lnTo>
                <a:lnTo>
                  <a:pt x="76541" y="21045"/>
                </a:lnTo>
                <a:lnTo>
                  <a:pt x="76050" y="21109"/>
                </a:lnTo>
                <a:lnTo>
                  <a:pt x="75564" y="21181"/>
                </a:lnTo>
                <a:lnTo>
                  <a:pt x="75085" y="21261"/>
                </a:lnTo>
                <a:lnTo>
                  <a:pt x="74611" y="21350"/>
                </a:lnTo>
                <a:lnTo>
                  <a:pt x="74143" y="21447"/>
                </a:lnTo>
                <a:lnTo>
                  <a:pt x="73682" y="21552"/>
                </a:lnTo>
                <a:lnTo>
                  <a:pt x="73226" y="21666"/>
                </a:lnTo>
                <a:lnTo>
                  <a:pt x="72776" y="21789"/>
                </a:lnTo>
                <a:lnTo>
                  <a:pt x="72332" y="21920"/>
                </a:lnTo>
                <a:lnTo>
                  <a:pt x="71893" y="22059"/>
                </a:lnTo>
                <a:lnTo>
                  <a:pt x="71461" y="22207"/>
                </a:lnTo>
                <a:lnTo>
                  <a:pt x="71035" y="22363"/>
                </a:lnTo>
                <a:lnTo>
                  <a:pt x="70614" y="22528"/>
                </a:lnTo>
                <a:lnTo>
                  <a:pt x="70199" y="22701"/>
                </a:lnTo>
                <a:lnTo>
                  <a:pt x="69791" y="22883"/>
                </a:lnTo>
                <a:lnTo>
                  <a:pt x="69388" y="23073"/>
                </a:lnTo>
                <a:lnTo>
                  <a:pt x="68991" y="23272"/>
                </a:lnTo>
                <a:lnTo>
                  <a:pt x="68601" y="23478"/>
                </a:lnTo>
                <a:lnTo>
                  <a:pt x="68218" y="23691"/>
                </a:lnTo>
                <a:lnTo>
                  <a:pt x="67842" y="23912"/>
                </a:lnTo>
                <a:lnTo>
                  <a:pt x="67474" y="24139"/>
                </a:lnTo>
                <a:lnTo>
                  <a:pt x="67113" y="24373"/>
                </a:lnTo>
                <a:lnTo>
                  <a:pt x="66759" y="24615"/>
                </a:lnTo>
                <a:lnTo>
                  <a:pt x="66413" y="24863"/>
                </a:lnTo>
                <a:lnTo>
                  <a:pt x="66074" y="25118"/>
                </a:lnTo>
                <a:lnTo>
                  <a:pt x="65742" y="25381"/>
                </a:lnTo>
                <a:lnTo>
                  <a:pt x="65418" y="25650"/>
                </a:lnTo>
                <a:lnTo>
                  <a:pt x="65101" y="25926"/>
                </a:lnTo>
                <a:lnTo>
                  <a:pt x="64791" y="26210"/>
                </a:lnTo>
                <a:lnTo>
                  <a:pt x="64489" y="26500"/>
                </a:lnTo>
                <a:lnTo>
                  <a:pt x="64194" y="26798"/>
                </a:lnTo>
                <a:lnTo>
                  <a:pt x="63906" y="27102"/>
                </a:lnTo>
                <a:lnTo>
                  <a:pt x="63626" y="27414"/>
                </a:lnTo>
                <a:lnTo>
                  <a:pt x="63353" y="27732"/>
                </a:lnTo>
                <a:lnTo>
                  <a:pt x="63087" y="28058"/>
                </a:lnTo>
                <a:lnTo>
                  <a:pt x="62828" y="28390"/>
                </a:lnTo>
                <a:lnTo>
                  <a:pt x="62577" y="28730"/>
                </a:lnTo>
                <a:lnTo>
                  <a:pt x="62334" y="29076"/>
                </a:lnTo>
                <a:lnTo>
                  <a:pt x="62097" y="29430"/>
                </a:lnTo>
                <a:lnTo>
                  <a:pt x="61868" y="29790"/>
                </a:lnTo>
                <a:lnTo>
                  <a:pt x="61647" y="30158"/>
                </a:lnTo>
                <a:lnTo>
                  <a:pt x="61433" y="30532"/>
                </a:lnTo>
                <a:lnTo>
                  <a:pt x="61229" y="30911"/>
                </a:lnTo>
                <a:lnTo>
                  <a:pt x="61034" y="31296"/>
                </a:lnTo>
                <a:lnTo>
                  <a:pt x="60847" y="31687"/>
                </a:lnTo>
                <a:lnTo>
                  <a:pt x="60670" y="32083"/>
                </a:lnTo>
                <a:lnTo>
                  <a:pt x="60502" y="32484"/>
                </a:lnTo>
                <a:lnTo>
                  <a:pt x="60343" y="32892"/>
                </a:lnTo>
                <a:lnTo>
                  <a:pt x="60194" y="33304"/>
                </a:lnTo>
                <a:lnTo>
                  <a:pt x="60053" y="33723"/>
                </a:lnTo>
                <a:lnTo>
                  <a:pt x="59921" y="34147"/>
                </a:lnTo>
                <a:lnTo>
                  <a:pt x="59799" y="34576"/>
                </a:lnTo>
                <a:lnTo>
                  <a:pt x="59685" y="35011"/>
                </a:lnTo>
                <a:lnTo>
                  <a:pt x="59581" y="35452"/>
                </a:lnTo>
                <a:lnTo>
                  <a:pt x="59485" y="35899"/>
                </a:lnTo>
                <a:lnTo>
                  <a:pt x="59399" y="36350"/>
                </a:lnTo>
                <a:lnTo>
                  <a:pt x="59322" y="36808"/>
                </a:lnTo>
                <a:lnTo>
                  <a:pt x="59254" y="37271"/>
                </a:lnTo>
                <a:lnTo>
                  <a:pt x="59195" y="37739"/>
                </a:lnTo>
                <a:lnTo>
                  <a:pt x="59145" y="38214"/>
                </a:lnTo>
                <a:lnTo>
                  <a:pt x="59104" y="38693"/>
                </a:lnTo>
                <a:lnTo>
                  <a:pt x="59072" y="39179"/>
                </a:lnTo>
                <a:lnTo>
                  <a:pt x="59049" y="39670"/>
                </a:lnTo>
                <a:lnTo>
                  <a:pt x="59036" y="40166"/>
                </a:lnTo>
                <a:lnTo>
                  <a:pt x="59031" y="40668"/>
                </a:lnTo>
                <a:lnTo>
                  <a:pt x="59031" y="53154"/>
                </a:lnTo>
                <a:lnTo>
                  <a:pt x="59036" y="53656"/>
                </a:lnTo>
                <a:lnTo>
                  <a:pt x="59049" y="54152"/>
                </a:lnTo>
                <a:lnTo>
                  <a:pt x="59072" y="54643"/>
                </a:lnTo>
                <a:lnTo>
                  <a:pt x="59104" y="55129"/>
                </a:lnTo>
                <a:lnTo>
                  <a:pt x="59145" y="55608"/>
                </a:lnTo>
                <a:lnTo>
                  <a:pt x="59195" y="56083"/>
                </a:lnTo>
                <a:lnTo>
                  <a:pt x="59254" y="56551"/>
                </a:lnTo>
                <a:lnTo>
                  <a:pt x="59322" y="57014"/>
                </a:lnTo>
                <a:lnTo>
                  <a:pt x="59399" y="57472"/>
                </a:lnTo>
                <a:lnTo>
                  <a:pt x="59485" y="57924"/>
                </a:lnTo>
                <a:lnTo>
                  <a:pt x="59581" y="58370"/>
                </a:lnTo>
                <a:lnTo>
                  <a:pt x="59685" y="58811"/>
                </a:lnTo>
                <a:lnTo>
                  <a:pt x="59799" y="59246"/>
                </a:lnTo>
                <a:lnTo>
                  <a:pt x="59921" y="59676"/>
                </a:lnTo>
                <a:lnTo>
                  <a:pt x="60053" y="60100"/>
                </a:lnTo>
                <a:lnTo>
                  <a:pt x="60194" y="60518"/>
                </a:lnTo>
                <a:lnTo>
                  <a:pt x="60343" y="60931"/>
                </a:lnTo>
                <a:lnTo>
                  <a:pt x="60502" y="61338"/>
                </a:lnTo>
                <a:lnTo>
                  <a:pt x="60670" y="61740"/>
                </a:lnTo>
                <a:lnTo>
                  <a:pt x="60847" y="62136"/>
                </a:lnTo>
                <a:lnTo>
                  <a:pt x="61034" y="62527"/>
                </a:lnTo>
                <a:lnTo>
                  <a:pt x="61229" y="62912"/>
                </a:lnTo>
                <a:lnTo>
                  <a:pt x="61433" y="63292"/>
                </a:lnTo>
                <a:lnTo>
                  <a:pt x="61647" y="63665"/>
                </a:lnTo>
                <a:lnTo>
                  <a:pt x="61868" y="64033"/>
                </a:lnTo>
                <a:lnTo>
                  <a:pt x="62097" y="64393"/>
                </a:lnTo>
                <a:lnTo>
                  <a:pt x="62334" y="64747"/>
                </a:lnTo>
                <a:lnTo>
                  <a:pt x="62577" y="65093"/>
                </a:lnTo>
                <a:lnTo>
                  <a:pt x="62828" y="65433"/>
                </a:lnTo>
                <a:lnTo>
                  <a:pt x="63087" y="65765"/>
                </a:lnTo>
                <a:lnTo>
                  <a:pt x="63353" y="66091"/>
                </a:lnTo>
                <a:lnTo>
                  <a:pt x="63626" y="66409"/>
                </a:lnTo>
                <a:lnTo>
                  <a:pt x="63906" y="66720"/>
                </a:lnTo>
                <a:lnTo>
                  <a:pt x="64194" y="67025"/>
                </a:lnTo>
                <a:lnTo>
                  <a:pt x="64489" y="67322"/>
                </a:lnTo>
                <a:lnTo>
                  <a:pt x="64791" y="67613"/>
                </a:lnTo>
                <a:lnTo>
                  <a:pt x="65101" y="67896"/>
                </a:lnTo>
                <a:lnTo>
                  <a:pt x="65418" y="68172"/>
                </a:lnTo>
                <a:lnTo>
                  <a:pt x="65742" y="68442"/>
                </a:lnTo>
                <a:lnTo>
                  <a:pt x="66074" y="68704"/>
                </a:lnTo>
                <a:lnTo>
                  <a:pt x="66413" y="68959"/>
                </a:lnTo>
                <a:lnTo>
                  <a:pt x="66759" y="69208"/>
                </a:lnTo>
                <a:lnTo>
                  <a:pt x="67113" y="69449"/>
                </a:lnTo>
                <a:lnTo>
                  <a:pt x="67474" y="69683"/>
                </a:lnTo>
                <a:lnTo>
                  <a:pt x="67842" y="69911"/>
                </a:lnTo>
                <a:lnTo>
                  <a:pt x="68218" y="70131"/>
                </a:lnTo>
                <a:lnTo>
                  <a:pt x="68601" y="70344"/>
                </a:lnTo>
                <a:lnTo>
                  <a:pt x="68991" y="70550"/>
                </a:lnTo>
                <a:lnTo>
                  <a:pt x="69388" y="70749"/>
                </a:lnTo>
                <a:lnTo>
                  <a:pt x="69791" y="70939"/>
                </a:lnTo>
                <a:lnTo>
                  <a:pt x="70199" y="71121"/>
                </a:lnTo>
                <a:lnTo>
                  <a:pt x="70614" y="71294"/>
                </a:lnTo>
                <a:lnTo>
                  <a:pt x="71035" y="71459"/>
                </a:lnTo>
                <a:lnTo>
                  <a:pt x="71461" y="71615"/>
                </a:lnTo>
                <a:lnTo>
                  <a:pt x="71893" y="71763"/>
                </a:lnTo>
                <a:lnTo>
                  <a:pt x="72332" y="71902"/>
                </a:lnTo>
                <a:lnTo>
                  <a:pt x="72776" y="72033"/>
                </a:lnTo>
                <a:lnTo>
                  <a:pt x="73226" y="72156"/>
                </a:lnTo>
                <a:lnTo>
                  <a:pt x="73682" y="72270"/>
                </a:lnTo>
                <a:lnTo>
                  <a:pt x="74143" y="72375"/>
                </a:lnTo>
                <a:lnTo>
                  <a:pt x="74611" y="72472"/>
                </a:lnTo>
                <a:lnTo>
                  <a:pt x="75085" y="72561"/>
                </a:lnTo>
                <a:lnTo>
                  <a:pt x="75564" y="72641"/>
                </a:lnTo>
                <a:lnTo>
                  <a:pt x="76050" y="72713"/>
                </a:lnTo>
                <a:lnTo>
                  <a:pt x="76541" y="72777"/>
                </a:lnTo>
                <a:lnTo>
                  <a:pt x="77038" y="72832"/>
                </a:lnTo>
                <a:lnTo>
                  <a:pt x="77541" y="72878"/>
                </a:lnTo>
                <a:lnTo>
                  <a:pt x="78050" y="72916"/>
                </a:lnTo>
                <a:lnTo>
                  <a:pt x="78565" y="72946"/>
                </a:lnTo>
                <a:lnTo>
                  <a:pt x="79086" y="72967"/>
                </a:lnTo>
                <a:lnTo>
                  <a:pt x="79613" y="72979"/>
                </a:lnTo>
                <a:lnTo>
                  <a:pt x="80146" y="72984"/>
                </a:lnTo>
                <a:lnTo>
                  <a:pt x="80686" y="72979"/>
                </a:lnTo>
                <a:lnTo>
                  <a:pt x="81219" y="72967"/>
                </a:lnTo>
                <a:lnTo>
                  <a:pt x="81746" y="72946"/>
                </a:lnTo>
                <a:lnTo>
                  <a:pt x="82267" y="72916"/>
                </a:lnTo>
                <a:lnTo>
                  <a:pt x="82782" y="72878"/>
                </a:lnTo>
                <a:close/>
                <a:moveTo>
                  <a:pt x="78355" y="62867"/>
                </a:moveTo>
                <a:lnTo>
                  <a:pt x="78017" y="62818"/>
                </a:lnTo>
                <a:lnTo>
                  <a:pt x="77686" y="62761"/>
                </a:lnTo>
                <a:lnTo>
                  <a:pt x="77361" y="62696"/>
                </a:lnTo>
                <a:lnTo>
                  <a:pt x="77043" y="62621"/>
                </a:lnTo>
                <a:lnTo>
                  <a:pt x="76732" y="62538"/>
                </a:lnTo>
                <a:lnTo>
                  <a:pt x="76427" y="62446"/>
                </a:lnTo>
                <a:lnTo>
                  <a:pt x="76129" y="62345"/>
                </a:lnTo>
                <a:lnTo>
                  <a:pt x="75838" y="62236"/>
                </a:lnTo>
                <a:lnTo>
                  <a:pt x="75554" y="62117"/>
                </a:lnTo>
                <a:lnTo>
                  <a:pt x="75276" y="61990"/>
                </a:lnTo>
                <a:lnTo>
                  <a:pt x="75005" y="61854"/>
                </a:lnTo>
                <a:lnTo>
                  <a:pt x="74741" y="61710"/>
                </a:lnTo>
                <a:lnTo>
                  <a:pt x="74483" y="61556"/>
                </a:lnTo>
                <a:lnTo>
                  <a:pt x="74232" y="61394"/>
                </a:lnTo>
                <a:lnTo>
                  <a:pt x="73987" y="61223"/>
                </a:lnTo>
                <a:lnTo>
                  <a:pt x="73750" y="61044"/>
                </a:lnTo>
                <a:lnTo>
                  <a:pt x="73519" y="60855"/>
                </a:lnTo>
                <a:lnTo>
                  <a:pt x="73295" y="60658"/>
                </a:lnTo>
                <a:lnTo>
                  <a:pt x="73077" y="60452"/>
                </a:lnTo>
                <a:lnTo>
                  <a:pt x="72867" y="60238"/>
                </a:lnTo>
                <a:lnTo>
                  <a:pt x="72667" y="60016"/>
                </a:lnTo>
                <a:lnTo>
                  <a:pt x="72475" y="59786"/>
                </a:lnTo>
                <a:lnTo>
                  <a:pt x="72292" y="59548"/>
                </a:lnTo>
                <a:lnTo>
                  <a:pt x="72118" y="59303"/>
                </a:lnTo>
                <a:lnTo>
                  <a:pt x="71953" y="59049"/>
                </a:lnTo>
                <a:lnTo>
                  <a:pt x="71796" y="58788"/>
                </a:lnTo>
                <a:lnTo>
                  <a:pt x="71649" y="58519"/>
                </a:lnTo>
                <a:lnTo>
                  <a:pt x="71511" y="58242"/>
                </a:lnTo>
                <a:lnTo>
                  <a:pt x="71381" y="57958"/>
                </a:lnTo>
                <a:lnTo>
                  <a:pt x="71261" y="57665"/>
                </a:lnTo>
                <a:lnTo>
                  <a:pt x="71149" y="57365"/>
                </a:lnTo>
                <a:lnTo>
                  <a:pt x="71047" y="57057"/>
                </a:lnTo>
                <a:lnTo>
                  <a:pt x="70953" y="56741"/>
                </a:lnTo>
                <a:lnTo>
                  <a:pt x="70868" y="56418"/>
                </a:lnTo>
                <a:lnTo>
                  <a:pt x="70792" y="56086"/>
                </a:lnTo>
                <a:lnTo>
                  <a:pt x="70725" y="55747"/>
                </a:lnTo>
                <a:lnTo>
                  <a:pt x="70667" y="55400"/>
                </a:lnTo>
                <a:lnTo>
                  <a:pt x="70618" y="55045"/>
                </a:lnTo>
                <a:lnTo>
                  <a:pt x="70578" y="54683"/>
                </a:lnTo>
                <a:lnTo>
                  <a:pt x="70547" y="54312"/>
                </a:lnTo>
                <a:lnTo>
                  <a:pt x="70524" y="53934"/>
                </a:lnTo>
                <a:lnTo>
                  <a:pt x="70511" y="53548"/>
                </a:lnTo>
                <a:lnTo>
                  <a:pt x="70507" y="53154"/>
                </a:lnTo>
                <a:lnTo>
                  <a:pt x="70507" y="40668"/>
                </a:lnTo>
                <a:lnTo>
                  <a:pt x="70511" y="40267"/>
                </a:lnTo>
                <a:lnTo>
                  <a:pt x="70524" y="39874"/>
                </a:lnTo>
                <a:lnTo>
                  <a:pt x="70547" y="39489"/>
                </a:lnTo>
                <a:lnTo>
                  <a:pt x="70578" y="39113"/>
                </a:lnTo>
                <a:lnTo>
                  <a:pt x="70618" y="38745"/>
                </a:lnTo>
                <a:lnTo>
                  <a:pt x="70667" y="38385"/>
                </a:lnTo>
                <a:lnTo>
                  <a:pt x="70725" y="38033"/>
                </a:lnTo>
                <a:lnTo>
                  <a:pt x="70792" y="37690"/>
                </a:lnTo>
                <a:lnTo>
                  <a:pt x="70868" y="37355"/>
                </a:lnTo>
                <a:lnTo>
                  <a:pt x="70953" y="37029"/>
                </a:lnTo>
                <a:lnTo>
                  <a:pt x="71047" y="36710"/>
                </a:lnTo>
                <a:lnTo>
                  <a:pt x="71149" y="36400"/>
                </a:lnTo>
                <a:lnTo>
                  <a:pt x="71261" y="36098"/>
                </a:lnTo>
                <a:lnTo>
                  <a:pt x="71381" y="35805"/>
                </a:lnTo>
                <a:lnTo>
                  <a:pt x="71511" y="35519"/>
                </a:lnTo>
                <a:lnTo>
                  <a:pt x="71649" y="35243"/>
                </a:lnTo>
                <a:lnTo>
                  <a:pt x="71796" y="34974"/>
                </a:lnTo>
                <a:lnTo>
                  <a:pt x="71953" y="34713"/>
                </a:lnTo>
                <a:lnTo>
                  <a:pt x="72118" y="34461"/>
                </a:lnTo>
                <a:lnTo>
                  <a:pt x="72292" y="34218"/>
                </a:lnTo>
                <a:lnTo>
                  <a:pt x="72475" y="33982"/>
                </a:lnTo>
                <a:lnTo>
                  <a:pt x="72667" y="33755"/>
                </a:lnTo>
                <a:lnTo>
                  <a:pt x="72867" y="33536"/>
                </a:lnTo>
                <a:lnTo>
                  <a:pt x="73077" y="33325"/>
                </a:lnTo>
                <a:lnTo>
                  <a:pt x="73295" y="33123"/>
                </a:lnTo>
                <a:lnTo>
                  <a:pt x="73519" y="32929"/>
                </a:lnTo>
                <a:lnTo>
                  <a:pt x="73750" y="32744"/>
                </a:lnTo>
                <a:lnTo>
                  <a:pt x="73987" y="32568"/>
                </a:lnTo>
                <a:lnTo>
                  <a:pt x="74232" y="32400"/>
                </a:lnTo>
                <a:lnTo>
                  <a:pt x="74483" y="32241"/>
                </a:lnTo>
                <a:lnTo>
                  <a:pt x="74741" y="32090"/>
                </a:lnTo>
                <a:lnTo>
                  <a:pt x="75005" y="31948"/>
                </a:lnTo>
                <a:lnTo>
                  <a:pt x="75276" y="31814"/>
                </a:lnTo>
                <a:lnTo>
                  <a:pt x="75554" y="31690"/>
                </a:lnTo>
                <a:lnTo>
                  <a:pt x="75838" y="31573"/>
                </a:lnTo>
                <a:lnTo>
                  <a:pt x="76129" y="31466"/>
                </a:lnTo>
                <a:lnTo>
                  <a:pt x="76427" y="31367"/>
                </a:lnTo>
                <a:lnTo>
                  <a:pt x="76732" y="31276"/>
                </a:lnTo>
                <a:lnTo>
                  <a:pt x="77043" y="31195"/>
                </a:lnTo>
                <a:lnTo>
                  <a:pt x="77361" y="31121"/>
                </a:lnTo>
                <a:lnTo>
                  <a:pt x="77686" y="31057"/>
                </a:lnTo>
                <a:lnTo>
                  <a:pt x="78017" y="31001"/>
                </a:lnTo>
                <a:lnTo>
                  <a:pt x="78355" y="30953"/>
                </a:lnTo>
                <a:lnTo>
                  <a:pt x="78700" y="30915"/>
                </a:lnTo>
                <a:lnTo>
                  <a:pt x="79051" y="30885"/>
                </a:lnTo>
                <a:lnTo>
                  <a:pt x="79409" y="30863"/>
                </a:lnTo>
                <a:lnTo>
                  <a:pt x="79774" y="30850"/>
                </a:lnTo>
                <a:lnTo>
                  <a:pt x="80146" y="30846"/>
                </a:lnTo>
                <a:lnTo>
                  <a:pt x="80525" y="30850"/>
                </a:lnTo>
                <a:lnTo>
                  <a:pt x="80896" y="30863"/>
                </a:lnTo>
                <a:lnTo>
                  <a:pt x="81261" y="30885"/>
                </a:lnTo>
                <a:lnTo>
                  <a:pt x="81618" y="30915"/>
                </a:lnTo>
                <a:lnTo>
                  <a:pt x="81969" y="30953"/>
                </a:lnTo>
                <a:lnTo>
                  <a:pt x="82312" y="31001"/>
                </a:lnTo>
                <a:lnTo>
                  <a:pt x="82648" y="31057"/>
                </a:lnTo>
                <a:lnTo>
                  <a:pt x="82976" y="31121"/>
                </a:lnTo>
                <a:lnTo>
                  <a:pt x="83298" y="31195"/>
                </a:lnTo>
                <a:lnTo>
                  <a:pt x="83612" y="31276"/>
                </a:lnTo>
                <a:lnTo>
                  <a:pt x="83919" y="31367"/>
                </a:lnTo>
                <a:lnTo>
                  <a:pt x="84220" y="31466"/>
                </a:lnTo>
                <a:lnTo>
                  <a:pt x="84512" y="31573"/>
                </a:lnTo>
                <a:lnTo>
                  <a:pt x="84798" y="31690"/>
                </a:lnTo>
                <a:lnTo>
                  <a:pt x="85077" y="31814"/>
                </a:lnTo>
                <a:lnTo>
                  <a:pt x="85348" y="31948"/>
                </a:lnTo>
                <a:lnTo>
                  <a:pt x="85612" y="32090"/>
                </a:lnTo>
                <a:lnTo>
                  <a:pt x="85869" y="32241"/>
                </a:lnTo>
                <a:lnTo>
                  <a:pt x="86119" y="32400"/>
                </a:lnTo>
                <a:lnTo>
                  <a:pt x="86362" y="32568"/>
                </a:lnTo>
                <a:lnTo>
                  <a:pt x="86597" y="32744"/>
                </a:lnTo>
                <a:lnTo>
                  <a:pt x="86825" y="32929"/>
                </a:lnTo>
                <a:lnTo>
                  <a:pt x="87046" y="33123"/>
                </a:lnTo>
                <a:lnTo>
                  <a:pt x="87260" y="33325"/>
                </a:lnTo>
                <a:lnTo>
                  <a:pt x="87466" y="33536"/>
                </a:lnTo>
                <a:lnTo>
                  <a:pt x="87663" y="33755"/>
                </a:lnTo>
                <a:lnTo>
                  <a:pt x="87852" y="33982"/>
                </a:lnTo>
                <a:lnTo>
                  <a:pt x="88032" y="34218"/>
                </a:lnTo>
                <a:lnTo>
                  <a:pt x="88203" y="34461"/>
                </a:lnTo>
                <a:lnTo>
                  <a:pt x="88365" y="34713"/>
                </a:lnTo>
                <a:lnTo>
                  <a:pt x="88518" y="34974"/>
                </a:lnTo>
                <a:lnTo>
                  <a:pt x="88663" y="35243"/>
                </a:lnTo>
                <a:lnTo>
                  <a:pt x="88799" y="35519"/>
                </a:lnTo>
                <a:lnTo>
                  <a:pt x="88926" y="35805"/>
                </a:lnTo>
                <a:lnTo>
                  <a:pt x="89044" y="36098"/>
                </a:lnTo>
                <a:lnTo>
                  <a:pt x="89154" y="36400"/>
                </a:lnTo>
                <a:lnTo>
                  <a:pt x="89254" y="36710"/>
                </a:lnTo>
                <a:lnTo>
                  <a:pt x="89346" y="37029"/>
                </a:lnTo>
                <a:lnTo>
                  <a:pt x="89430" y="37355"/>
                </a:lnTo>
                <a:lnTo>
                  <a:pt x="89504" y="37690"/>
                </a:lnTo>
                <a:lnTo>
                  <a:pt x="89570" y="38033"/>
                </a:lnTo>
                <a:lnTo>
                  <a:pt x="89627" y="38385"/>
                </a:lnTo>
                <a:lnTo>
                  <a:pt x="89675" y="38745"/>
                </a:lnTo>
                <a:lnTo>
                  <a:pt x="89714" y="39113"/>
                </a:lnTo>
                <a:lnTo>
                  <a:pt x="89745" y="39489"/>
                </a:lnTo>
                <a:lnTo>
                  <a:pt x="89767" y="39874"/>
                </a:lnTo>
                <a:lnTo>
                  <a:pt x="89780" y="40267"/>
                </a:lnTo>
                <a:lnTo>
                  <a:pt x="89785" y="40668"/>
                </a:lnTo>
                <a:lnTo>
                  <a:pt x="89785" y="53154"/>
                </a:lnTo>
                <a:lnTo>
                  <a:pt x="89780" y="53548"/>
                </a:lnTo>
                <a:lnTo>
                  <a:pt x="89767" y="53934"/>
                </a:lnTo>
                <a:lnTo>
                  <a:pt x="89745" y="54312"/>
                </a:lnTo>
                <a:lnTo>
                  <a:pt x="89714" y="54683"/>
                </a:lnTo>
                <a:lnTo>
                  <a:pt x="89675" y="55045"/>
                </a:lnTo>
                <a:lnTo>
                  <a:pt x="89627" y="55400"/>
                </a:lnTo>
                <a:lnTo>
                  <a:pt x="89570" y="55747"/>
                </a:lnTo>
                <a:lnTo>
                  <a:pt x="89504" y="56086"/>
                </a:lnTo>
                <a:lnTo>
                  <a:pt x="89430" y="56418"/>
                </a:lnTo>
                <a:lnTo>
                  <a:pt x="89346" y="56741"/>
                </a:lnTo>
                <a:lnTo>
                  <a:pt x="89254" y="57057"/>
                </a:lnTo>
                <a:lnTo>
                  <a:pt x="89154" y="57365"/>
                </a:lnTo>
                <a:lnTo>
                  <a:pt x="89044" y="57665"/>
                </a:lnTo>
                <a:lnTo>
                  <a:pt x="88926" y="57958"/>
                </a:lnTo>
                <a:lnTo>
                  <a:pt x="88799" y="58242"/>
                </a:lnTo>
                <a:lnTo>
                  <a:pt x="88663" y="58519"/>
                </a:lnTo>
                <a:lnTo>
                  <a:pt x="88518" y="58788"/>
                </a:lnTo>
                <a:lnTo>
                  <a:pt x="88365" y="59049"/>
                </a:lnTo>
                <a:lnTo>
                  <a:pt x="88203" y="59303"/>
                </a:lnTo>
                <a:lnTo>
                  <a:pt x="88032" y="59548"/>
                </a:lnTo>
                <a:lnTo>
                  <a:pt x="87852" y="59786"/>
                </a:lnTo>
                <a:lnTo>
                  <a:pt x="87663" y="60016"/>
                </a:lnTo>
                <a:lnTo>
                  <a:pt x="87466" y="60238"/>
                </a:lnTo>
                <a:lnTo>
                  <a:pt x="87260" y="60452"/>
                </a:lnTo>
                <a:lnTo>
                  <a:pt x="87046" y="60658"/>
                </a:lnTo>
                <a:lnTo>
                  <a:pt x="86825" y="60855"/>
                </a:lnTo>
                <a:lnTo>
                  <a:pt x="86597" y="61044"/>
                </a:lnTo>
                <a:lnTo>
                  <a:pt x="86362" y="61223"/>
                </a:lnTo>
                <a:lnTo>
                  <a:pt x="86119" y="61394"/>
                </a:lnTo>
                <a:lnTo>
                  <a:pt x="85869" y="61556"/>
                </a:lnTo>
                <a:lnTo>
                  <a:pt x="85612" y="61710"/>
                </a:lnTo>
                <a:lnTo>
                  <a:pt x="85348" y="61854"/>
                </a:lnTo>
                <a:lnTo>
                  <a:pt x="85077" y="61990"/>
                </a:lnTo>
                <a:lnTo>
                  <a:pt x="84798" y="62117"/>
                </a:lnTo>
                <a:lnTo>
                  <a:pt x="84512" y="62236"/>
                </a:lnTo>
                <a:lnTo>
                  <a:pt x="84220" y="62345"/>
                </a:lnTo>
                <a:lnTo>
                  <a:pt x="83919" y="62446"/>
                </a:lnTo>
                <a:lnTo>
                  <a:pt x="83612" y="62538"/>
                </a:lnTo>
                <a:lnTo>
                  <a:pt x="83298" y="62621"/>
                </a:lnTo>
                <a:lnTo>
                  <a:pt x="82976" y="62696"/>
                </a:lnTo>
                <a:lnTo>
                  <a:pt x="82648" y="62761"/>
                </a:lnTo>
                <a:lnTo>
                  <a:pt x="82312" y="62818"/>
                </a:lnTo>
                <a:lnTo>
                  <a:pt x="81969" y="62867"/>
                </a:lnTo>
                <a:lnTo>
                  <a:pt x="81618" y="62906"/>
                </a:lnTo>
                <a:lnTo>
                  <a:pt x="81261" y="62937"/>
                </a:lnTo>
                <a:lnTo>
                  <a:pt x="80896" y="62959"/>
                </a:lnTo>
                <a:lnTo>
                  <a:pt x="80525" y="62972"/>
                </a:lnTo>
                <a:lnTo>
                  <a:pt x="80146" y="62976"/>
                </a:lnTo>
                <a:lnTo>
                  <a:pt x="79774" y="62972"/>
                </a:lnTo>
                <a:lnTo>
                  <a:pt x="79409" y="62959"/>
                </a:lnTo>
                <a:lnTo>
                  <a:pt x="79051" y="62937"/>
                </a:lnTo>
                <a:lnTo>
                  <a:pt x="78700" y="62906"/>
                </a:lnTo>
                <a:lnTo>
                  <a:pt x="78355" y="62867"/>
                </a:lnTo>
                <a:close/>
                <a:moveTo>
                  <a:pt x="155872" y="37262"/>
                </a:moveTo>
                <a:lnTo>
                  <a:pt x="155844" y="36621"/>
                </a:lnTo>
                <a:lnTo>
                  <a:pt x="155798" y="35992"/>
                </a:lnTo>
                <a:lnTo>
                  <a:pt x="155733" y="35373"/>
                </a:lnTo>
                <a:lnTo>
                  <a:pt x="155649" y="34766"/>
                </a:lnTo>
                <a:lnTo>
                  <a:pt x="155546" y="34171"/>
                </a:lnTo>
                <a:lnTo>
                  <a:pt x="155425" y="33586"/>
                </a:lnTo>
                <a:lnTo>
                  <a:pt x="155285" y="33013"/>
                </a:lnTo>
                <a:lnTo>
                  <a:pt x="155126" y="32451"/>
                </a:lnTo>
                <a:lnTo>
                  <a:pt x="154949" y="31901"/>
                </a:lnTo>
                <a:lnTo>
                  <a:pt x="154753" y="31362"/>
                </a:lnTo>
                <a:lnTo>
                  <a:pt x="154539" y="30834"/>
                </a:lnTo>
                <a:lnTo>
                  <a:pt x="154306" y="30318"/>
                </a:lnTo>
                <a:lnTo>
                  <a:pt x="154054" y="29813"/>
                </a:lnTo>
                <a:lnTo>
                  <a:pt x="153784" y="29319"/>
                </a:lnTo>
                <a:lnTo>
                  <a:pt x="153495" y="28836"/>
                </a:lnTo>
                <a:lnTo>
                  <a:pt x="153187" y="28365"/>
                </a:lnTo>
                <a:lnTo>
                  <a:pt x="152861" y="27905"/>
                </a:lnTo>
                <a:lnTo>
                  <a:pt x="152516" y="27457"/>
                </a:lnTo>
                <a:lnTo>
                  <a:pt x="152152" y="27020"/>
                </a:lnTo>
                <a:lnTo>
                  <a:pt x="151770" y="26594"/>
                </a:lnTo>
                <a:lnTo>
                  <a:pt x="151369" y="26179"/>
                </a:lnTo>
                <a:lnTo>
                  <a:pt x="150949" y="25776"/>
                </a:lnTo>
                <a:lnTo>
                  <a:pt x="150511" y="25384"/>
                </a:lnTo>
                <a:lnTo>
                  <a:pt x="150057" y="25006"/>
                </a:lnTo>
                <a:lnTo>
                  <a:pt x="149589" y="24643"/>
                </a:lnTo>
                <a:lnTo>
                  <a:pt x="149108" y="24297"/>
                </a:lnTo>
                <a:lnTo>
                  <a:pt x="148613" y="23967"/>
                </a:lnTo>
                <a:lnTo>
                  <a:pt x="148104" y="23653"/>
                </a:lnTo>
                <a:lnTo>
                  <a:pt x="147582" y="23356"/>
                </a:lnTo>
                <a:lnTo>
                  <a:pt x="147047" y="23074"/>
                </a:lnTo>
                <a:lnTo>
                  <a:pt x="146498" y="22808"/>
                </a:lnTo>
                <a:lnTo>
                  <a:pt x="145935" y="22559"/>
                </a:lnTo>
                <a:lnTo>
                  <a:pt x="145359" y="22325"/>
                </a:lnTo>
                <a:lnTo>
                  <a:pt x="144769" y="22108"/>
                </a:lnTo>
                <a:lnTo>
                  <a:pt x="144166" y="21907"/>
                </a:lnTo>
                <a:lnTo>
                  <a:pt x="143549" y="21721"/>
                </a:lnTo>
                <a:lnTo>
                  <a:pt x="142919" y="21552"/>
                </a:lnTo>
                <a:lnTo>
                  <a:pt x="142275" y="21399"/>
                </a:lnTo>
                <a:lnTo>
                  <a:pt x="141617" y="21263"/>
                </a:lnTo>
                <a:lnTo>
                  <a:pt x="140946" y="21142"/>
                </a:lnTo>
                <a:lnTo>
                  <a:pt x="140262" y="21037"/>
                </a:lnTo>
                <a:lnTo>
                  <a:pt x="139564" y="20949"/>
                </a:lnTo>
                <a:lnTo>
                  <a:pt x="138852" y="20876"/>
                </a:lnTo>
                <a:lnTo>
                  <a:pt x="138127" y="20820"/>
                </a:lnTo>
                <a:lnTo>
                  <a:pt x="137388" y="20780"/>
                </a:lnTo>
                <a:lnTo>
                  <a:pt x="136636" y="20755"/>
                </a:lnTo>
                <a:lnTo>
                  <a:pt x="135870" y="20747"/>
                </a:lnTo>
                <a:lnTo>
                  <a:pt x="135148" y="20755"/>
                </a:lnTo>
                <a:lnTo>
                  <a:pt x="134438" y="20777"/>
                </a:lnTo>
                <a:lnTo>
                  <a:pt x="133738" y="20813"/>
                </a:lnTo>
                <a:lnTo>
                  <a:pt x="133049" y="20865"/>
                </a:lnTo>
                <a:lnTo>
                  <a:pt x="132371" y="20931"/>
                </a:lnTo>
                <a:lnTo>
                  <a:pt x="131704" y="21011"/>
                </a:lnTo>
                <a:lnTo>
                  <a:pt x="131048" y="21107"/>
                </a:lnTo>
                <a:lnTo>
                  <a:pt x="130402" y="21217"/>
                </a:lnTo>
                <a:lnTo>
                  <a:pt x="129768" y="21341"/>
                </a:lnTo>
                <a:lnTo>
                  <a:pt x="129144" y="21481"/>
                </a:lnTo>
                <a:lnTo>
                  <a:pt x="128531" y="21635"/>
                </a:lnTo>
                <a:lnTo>
                  <a:pt x="127929" y="21803"/>
                </a:lnTo>
                <a:lnTo>
                  <a:pt x="127337" y="21987"/>
                </a:lnTo>
                <a:lnTo>
                  <a:pt x="126757" y="22185"/>
                </a:lnTo>
                <a:lnTo>
                  <a:pt x="126187" y="22397"/>
                </a:lnTo>
                <a:lnTo>
                  <a:pt x="125628" y="22624"/>
                </a:lnTo>
                <a:lnTo>
                  <a:pt x="125080" y="22866"/>
                </a:lnTo>
                <a:lnTo>
                  <a:pt x="124543" y="23123"/>
                </a:lnTo>
                <a:lnTo>
                  <a:pt x="124017" y="23394"/>
                </a:lnTo>
                <a:lnTo>
                  <a:pt x="123501" y="23680"/>
                </a:lnTo>
                <a:lnTo>
                  <a:pt x="122997" y="23981"/>
                </a:lnTo>
                <a:lnTo>
                  <a:pt x="122503" y="24296"/>
                </a:lnTo>
                <a:lnTo>
                  <a:pt x="122020" y="24626"/>
                </a:lnTo>
                <a:lnTo>
                  <a:pt x="121548" y="24971"/>
                </a:lnTo>
                <a:lnTo>
                  <a:pt x="121089" y="25328"/>
                </a:lnTo>
                <a:lnTo>
                  <a:pt x="120648" y="25695"/>
                </a:lnTo>
                <a:lnTo>
                  <a:pt x="120222" y="26072"/>
                </a:lnTo>
                <a:lnTo>
                  <a:pt x="119814" y="26460"/>
                </a:lnTo>
                <a:lnTo>
                  <a:pt x="119422" y="26858"/>
                </a:lnTo>
                <a:lnTo>
                  <a:pt x="119046" y="27266"/>
                </a:lnTo>
                <a:lnTo>
                  <a:pt x="118687" y="27684"/>
                </a:lnTo>
                <a:lnTo>
                  <a:pt x="118345" y="28112"/>
                </a:lnTo>
                <a:lnTo>
                  <a:pt x="118019" y="28551"/>
                </a:lnTo>
                <a:lnTo>
                  <a:pt x="117710" y="28999"/>
                </a:lnTo>
                <a:lnTo>
                  <a:pt x="117417" y="29458"/>
                </a:lnTo>
                <a:lnTo>
                  <a:pt x="117141" y="29928"/>
                </a:lnTo>
                <a:lnTo>
                  <a:pt x="116881" y="30407"/>
                </a:lnTo>
                <a:lnTo>
                  <a:pt x="116638" y="30897"/>
                </a:lnTo>
                <a:lnTo>
                  <a:pt x="116412" y="31396"/>
                </a:lnTo>
                <a:lnTo>
                  <a:pt x="116202" y="31906"/>
                </a:lnTo>
                <a:lnTo>
                  <a:pt x="116009" y="32427"/>
                </a:lnTo>
                <a:lnTo>
                  <a:pt x="115833" y="32957"/>
                </a:lnTo>
                <a:lnTo>
                  <a:pt x="115673" y="33498"/>
                </a:lnTo>
                <a:lnTo>
                  <a:pt x="115529" y="34048"/>
                </a:lnTo>
                <a:lnTo>
                  <a:pt x="115402" y="34610"/>
                </a:lnTo>
                <a:lnTo>
                  <a:pt x="115292" y="35181"/>
                </a:lnTo>
                <a:lnTo>
                  <a:pt x="115198" y="35762"/>
                </a:lnTo>
                <a:lnTo>
                  <a:pt x="115121" y="36354"/>
                </a:lnTo>
                <a:lnTo>
                  <a:pt x="126322" y="36354"/>
                </a:lnTo>
                <a:lnTo>
                  <a:pt x="126364" y="36119"/>
                </a:lnTo>
                <a:lnTo>
                  <a:pt x="126412" y="35888"/>
                </a:lnTo>
                <a:lnTo>
                  <a:pt x="126468" y="35661"/>
                </a:lnTo>
                <a:lnTo>
                  <a:pt x="126531" y="35438"/>
                </a:lnTo>
                <a:lnTo>
                  <a:pt x="126600" y="35220"/>
                </a:lnTo>
                <a:lnTo>
                  <a:pt x="126677" y="35005"/>
                </a:lnTo>
                <a:lnTo>
                  <a:pt x="126761" y="34795"/>
                </a:lnTo>
                <a:lnTo>
                  <a:pt x="126852" y="34589"/>
                </a:lnTo>
                <a:lnTo>
                  <a:pt x="126949" y="34387"/>
                </a:lnTo>
                <a:lnTo>
                  <a:pt x="127054" y="34189"/>
                </a:lnTo>
                <a:lnTo>
                  <a:pt x="127166" y="33996"/>
                </a:lnTo>
                <a:lnTo>
                  <a:pt x="127285" y="33806"/>
                </a:lnTo>
                <a:lnTo>
                  <a:pt x="127411" y="33621"/>
                </a:lnTo>
                <a:lnTo>
                  <a:pt x="127544" y="33440"/>
                </a:lnTo>
                <a:lnTo>
                  <a:pt x="127683" y="33263"/>
                </a:lnTo>
                <a:lnTo>
                  <a:pt x="127830" y="33090"/>
                </a:lnTo>
                <a:lnTo>
                  <a:pt x="127984" y="32921"/>
                </a:lnTo>
                <a:lnTo>
                  <a:pt x="128145" y="32756"/>
                </a:lnTo>
                <a:lnTo>
                  <a:pt x="128313" y="32596"/>
                </a:lnTo>
                <a:lnTo>
                  <a:pt x="128488" y="32440"/>
                </a:lnTo>
                <a:lnTo>
                  <a:pt x="128670" y="32287"/>
                </a:lnTo>
                <a:lnTo>
                  <a:pt x="128859" y="32139"/>
                </a:lnTo>
                <a:lnTo>
                  <a:pt x="129055" y="31996"/>
                </a:lnTo>
                <a:lnTo>
                  <a:pt x="129258" y="31856"/>
                </a:lnTo>
                <a:lnTo>
                  <a:pt x="129467" y="31721"/>
                </a:lnTo>
                <a:lnTo>
                  <a:pt x="129680" y="31592"/>
                </a:lnTo>
                <a:lnTo>
                  <a:pt x="129898" y="31468"/>
                </a:lnTo>
                <a:lnTo>
                  <a:pt x="130120" y="31351"/>
                </a:lnTo>
                <a:lnTo>
                  <a:pt x="130347" y="31239"/>
                </a:lnTo>
                <a:lnTo>
                  <a:pt x="130578" y="31133"/>
                </a:lnTo>
                <a:lnTo>
                  <a:pt x="130814" y="31032"/>
                </a:lnTo>
                <a:lnTo>
                  <a:pt x="131054" y="30938"/>
                </a:lnTo>
                <a:lnTo>
                  <a:pt x="131298" y="30849"/>
                </a:lnTo>
                <a:lnTo>
                  <a:pt x="131547" y="30765"/>
                </a:lnTo>
                <a:lnTo>
                  <a:pt x="131801" y="30688"/>
                </a:lnTo>
                <a:lnTo>
                  <a:pt x="132058" y="30616"/>
                </a:lnTo>
                <a:lnTo>
                  <a:pt x="132321" y="30550"/>
                </a:lnTo>
                <a:lnTo>
                  <a:pt x="132588" y="30490"/>
                </a:lnTo>
                <a:lnTo>
                  <a:pt x="132859" y="30435"/>
                </a:lnTo>
                <a:lnTo>
                  <a:pt x="133135" y="30387"/>
                </a:lnTo>
                <a:lnTo>
                  <a:pt x="133415" y="30343"/>
                </a:lnTo>
                <a:lnTo>
                  <a:pt x="133700" y="30306"/>
                </a:lnTo>
                <a:lnTo>
                  <a:pt x="133989" y="30275"/>
                </a:lnTo>
                <a:lnTo>
                  <a:pt x="134282" y="30249"/>
                </a:lnTo>
                <a:lnTo>
                  <a:pt x="134580" y="30229"/>
                </a:lnTo>
                <a:lnTo>
                  <a:pt x="134883" y="30214"/>
                </a:lnTo>
                <a:lnTo>
                  <a:pt x="135190" y="30206"/>
                </a:lnTo>
                <a:lnTo>
                  <a:pt x="135501" y="30203"/>
                </a:lnTo>
                <a:lnTo>
                  <a:pt x="135843" y="30206"/>
                </a:lnTo>
                <a:lnTo>
                  <a:pt x="136178" y="30217"/>
                </a:lnTo>
                <a:lnTo>
                  <a:pt x="136507" y="30235"/>
                </a:lnTo>
                <a:lnTo>
                  <a:pt x="136830" y="30260"/>
                </a:lnTo>
                <a:lnTo>
                  <a:pt x="137147" y="30293"/>
                </a:lnTo>
                <a:lnTo>
                  <a:pt x="137458" y="30332"/>
                </a:lnTo>
                <a:lnTo>
                  <a:pt x="137763" y="30379"/>
                </a:lnTo>
                <a:lnTo>
                  <a:pt x="138062" y="30432"/>
                </a:lnTo>
                <a:lnTo>
                  <a:pt x="138355" y="30493"/>
                </a:lnTo>
                <a:lnTo>
                  <a:pt x="138642" y="30562"/>
                </a:lnTo>
                <a:lnTo>
                  <a:pt x="138922" y="30637"/>
                </a:lnTo>
                <a:lnTo>
                  <a:pt x="139197" y="30719"/>
                </a:lnTo>
                <a:lnTo>
                  <a:pt x="139466" y="30809"/>
                </a:lnTo>
                <a:lnTo>
                  <a:pt x="139728" y="30906"/>
                </a:lnTo>
                <a:lnTo>
                  <a:pt x="139984" y="31010"/>
                </a:lnTo>
                <a:lnTo>
                  <a:pt x="140235" y="31121"/>
                </a:lnTo>
                <a:lnTo>
                  <a:pt x="140479" y="31240"/>
                </a:lnTo>
                <a:lnTo>
                  <a:pt x="140717" y="31365"/>
                </a:lnTo>
                <a:lnTo>
                  <a:pt x="140949" y="31498"/>
                </a:lnTo>
                <a:lnTo>
                  <a:pt x="141176" y="31638"/>
                </a:lnTo>
                <a:lnTo>
                  <a:pt x="141396" y="31785"/>
                </a:lnTo>
                <a:lnTo>
                  <a:pt x="141610" y="31939"/>
                </a:lnTo>
                <a:lnTo>
                  <a:pt x="141817" y="32100"/>
                </a:lnTo>
                <a:lnTo>
                  <a:pt x="142019" y="32269"/>
                </a:lnTo>
                <a:lnTo>
                  <a:pt x="142214" y="32444"/>
                </a:lnTo>
                <a:lnTo>
                  <a:pt x="142401" y="32624"/>
                </a:lnTo>
                <a:lnTo>
                  <a:pt x="142579" y="32810"/>
                </a:lnTo>
                <a:lnTo>
                  <a:pt x="142749" y="33002"/>
                </a:lnTo>
                <a:lnTo>
                  <a:pt x="142910" y="33199"/>
                </a:lnTo>
                <a:lnTo>
                  <a:pt x="143064" y="33402"/>
                </a:lnTo>
                <a:lnTo>
                  <a:pt x="143209" y="33610"/>
                </a:lnTo>
                <a:lnTo>
                  <a:pt x="143345" y="33824"/>
                </a:lnTo>
                <a:lnTo>
                  <a:pt x="143474" y="34044"/>
                </a:lnTo>
                <a:lnTo>
                  <a:pt x="143594" y="34269"/>
                </a:lnTo>
                <a:lnTo>
                  <a:pt x="143706" y="34500"/>
                </a:lnTo>
                <a:lnTo>
                  <a:pt x="143810" y="34736"/>
                </a:lnTo>
                <a:lnTo>
                  <a:pt x="143905" y="34978"/>
                </a:lnTo>
                <a:lnTo>
                  <a:pt x="143992" y="35225"/>
                </a:lnTo>
                <a:lnTo>
                  <a:pt x="144071" y="35478"/>
                </a:lnTo>
                <a:lnTo>
                  <a:pt x="144141" y="35737"/>
                </a:lnTo>
                <a:lnTo>
                  <a:pt x="144203" y="36001"/>
                </a:lnTo>
                <a:lnTo>
                  <a:pt x="144257" y="36271"/>
                </a:lnTo>
                <a:lnTo>
                  <a:pt x="144303" y="36546"/>
                </a:lnTo>
                <a:lnTo>
                  <a:pt x="144340" y="36827"/>
                </a:lnTo>
                <a:lnTo>
                  <a:pt x="144369" y="37114"/>
                </a:lnTo>
                <a:lnTo>
                  <a:pt x="144390" y="37406"/>
                </a:lnTo>
                <a:lnTo>
                  <a:pt x="144402" y="37703"/>
                </a:lnTo>
                <a:lnTo>
                  <a:pt x="144406" y="38007"/>
                </a:lnTo>
                <a:lnTo>
                  <a:pt x="144406" y="42321"/>
                </a:lnTo>
                <a:lnTo>
                  <a:pt x="131830" y="42321"/>
                </a:lnTo>
                <a:lnTo>
                  <a:pt x="131080" y="42328"/>
                </a:lnTo>
                <a:lnTo>
                  <a:pt x="130344" y="42349"/>
                </a:lnTo>
                <a:lnTo>
                  <a:pt x="129622" y="42384"/>
                </a:lnTo>
                <a:lnTo>
                  <a:pt x="128915" y="42433"/>
                </a:lnTo>
                <a:lnTo>
                  <a:pt x="128222" y="42497"/>
                </a:lnTo>
                <a:lnTo>
                  <a:pt x="127544" y="42574"/>
                </a:lnTo>
                <a:lnTo>
                  <a:pt x="126880" y="42665"/>
                </a:lnTo>
                <a:lnTo>
                  <a:pt x="126230" y="42770"/>
                </a:lnTo>
                <a:lnTo>
                  <a:pt x="125594" y="42889"/>
                </a:lnTo>
                <a:lnTo>
                  <a:pt x="124973" y="43023"/>
                </a:lnTo>
                <a:lnTo>
                  <a:pt x="124367" y="43170"/>
                </a:lnTo>
                <a:lnTo>
                  <a:pt x="123774" y="43331"/>
                </a:lnTo>
                <a:lnTo>
                  <a:pt x="123196" y="43507"/>
                </a:lnTo>
                <a:lnTo>
                  <a:pt x="122632" y="43696"/>
                </a:lnTo>
                <a:lnTo>
                  <a:pt x="122083" y="43899"/>
                </a:lnTo>
                <a:lnTo>
                  <a:pt x="121548" y="44117"/>
                </a:lnTo>
                <a:lnTo>
                  <a:pt x="121027" y="44348"/>
                </a:lnTo>
                <a:lnTo>
                  <a:pt x="120521" y="44594"/>
                </a:lnTo>
                <a:lnTo>
                  <a:pt x="120029" y="44853"/>
                </a:lnTo>
                <a:lnTo>
                  <a:pt x="119551" y="45127"/>
                </a:lnTo>
                <a:lnTo>
                  <a:pt x="119088" y="45414"/>
                </a:lnTo>
                <a:lnTo>
                  <a:pt x="118639" y="45716"/>
                </a:lnTo>
                <a:lnTo>
                  <a:pt x="118204" y="46032"/>
                </a:lnTo>
                <a:lnTo>
                  <a:pt x="117784" y="46361"/>
                </a:lnTo>
                <a:lnTo>
                  <a:pt x="117379" y="46704"/>
                </a:lnTo>
                <a:lnTo>
                  <a:pt x="116992" y="47058"/>
                </a:lnTo>
                <a:lnTo>
                  <a:pt x="116622" y="47424"/>
                </a:lnTo>
                <a:lnTo>
                  <a:pt x="116269" y="47802"/>
                </a:lnTo>
                <a:lnTo>
                  <a:pt x="115933" y="48191"/>
                </a:lnTo>
                <a:lnTo>
                  <a:pt x="115615" y="48593"/>
                </a:lnTo>
                <a:lnTo>
                  <a:pt x="115314" y="49006"/>
                </a:lnTo>
                <a:lnTo>
                  <a:pt x="115030" y="49431"/>
                </a:lnTo>
                <a:lnTo>
                  <a:pt x="114763" y="49868"/>
                </a:lnTo>
                <a:lnTo>
                  <a:pt x="114513" y="50316"/>
                </a:lnTo>
                <a:lnTo>
                  <a:pt x="114281" y="50777"/>
                </a:lnTo>
                <a:lnTo>
                  <a:pt x="114066" y="51249"/>
                </a:lnTo>
                <a:lnTo>
                  <a:pt x="113868" y="51733"/>
                </a:lnTo>
                <a:lnTo>
                  <a:pt x="113687" y="52229"/>
                </a:lnTo>
                <a:lnTo>
                  <a:pt x="113524" y="52736"/>
                </a:lnTo>
                <a:lnTo>
                  <a:pt x="113377" y="53256"/>
                </a:lnTo>
                <a:lnTo>
                  <a:pt x="113248" y="53787"/>
                </a:lnTo>
                <a:lnTo>
                  <a:pt x="113136" y="54330"/>
                </a:lnTo>
                <a:lnTo>
                  <a:pt x="113042" y="54885"/>
                </a:lnTo>
                <a:lnTo>
                  <a:pt x="112964" y="55451"/>
                </a:lnTo>
                <a:lnTo>
                  <a:pt x="112904" y="56029"/>
                </a:lnTo>
                <a:lnTo>
                  <a:pt x="112861" y="56620"/>
                </a:lnTo>
                <a:lnTo>
                  <a:pt x="112835" y="57222"/>
                </a:lnTo>
                <a:lnTo>
                  <a:pt x="112826" y="57835"/>
                </a:lnTo>
                <a:lnTo>
                  <a:pt x="112834" y="58412"/>
                </a:lnTo>
                <a:lnTo>
                  <a:pt x="112858" y="58978"/>
                </a:lnTo>
                <a:lnTo>
                  <a:pt x="112897" y="59535"/>
                </a:lnTo>
                <a:lnTo>
                  <a:pt x="112951" y="60082"/>
                </a:lnTo>
                <a:lnTo>
                  <a:pt x="113022" y="60619"/>
                </a:lnTo>
                <a:lnTo>
                  <a:pt x="113108" y="61146"/>
                </a:lnTo>
                <a:lnTo>
                  <a:pt x="113209" y="61663"/>
                </a:lnTo>
                <a:lnTo>
                  <a:pt x="113326" y="62171"/>
                </a:lnTo>
                <a:lnTo>
                  <a:pt x="113459" y="62668"/>
                </a:lnTo>
                <a:lnTo>
                  <a:pt x="113607" y="63156"/>
                </a:lnTo>
                <a:lnTo>
                  <a:pt x="113771" y="63633"/>
                </a:lnTo>
                <a:lnTo>
                  <a:pt x="113951" y="64101"/>
                </a:lnTo>
                <a:lnTo>
                  <a:pt x="114146" y="64559"/>
                </a:lnTo>
                <a:lnTo>
                  <a:pt x="114357" y="65007"/>
                </a:lnTo>
                <a:lnTo>
                  <a:pt x="114583" y="65445"/>
                </a:lnTo>
                <a:lnTo>
                  <a:pt x="114826" y="65873"/>
                </a:lnTo>
                <a:lnTo>
                  <a:pt x="115083" y="66292"/>
                </a:lnTo>
                <a:lnTo>
                  <a:pt x="115357" y="66700"/>
                </a:lnTo>
                <a:lnTo>
                  <a:pt x="115645" y="67099"/>
                </a:lnTo>
                <a:lnTo>
                  <a:pt x="115950" y="67488"/>
                </a:lnTo>
                <a:lnTo>
                  <a:pt x="116270" y="67866"/>
                </a:lnTo>
                <a:lnTo>
                  <a:pt x="116606" y="68235"/>
                </a:lnTo>
                <a:lnTo>
                  <a:pt x="116957" y="68594"/>
                </a:lnTo>
                <a:lnTo>
                  <a:pt x="117324" y="68944"/>
                </a:lnTo>
                <a:lnTo>
                  <a:pt x="117705" y="69281"/>
                </a:lnTo>
                <a:lnTo>
                  <a:pt x="118097" y="69603"/>
                </a:lnTo>
                <a:lnTo>
                  <a:pt x="118501" y="69912"/>
                </a:lnTo>
                <a:lnTo>
                  <a:pt x="118916" y="70206"/>
                </a:lnTo>
                <a:lnTo>
                  <a:pt x="119343" y="70486"/>
                </a:lnTo>
                <a:lnTo>
                  <a:pt x="119781" y="70751"/>
                </a:lnTo>
                <a:lnTo>
                  <a:pt x="120230" y="71002"/>
                </a:lnTo>
                <a:lnTo>
                  <a:pt x="120691" y="71239"/>
                </a:lnTo>
                <a:lnTo>
                  <a:pt x="121163" y="71461"/>
                </a:lnTo>
                <a:lnTo>
                  <a:pt x="121647" y="71669"/>
                </a:lnTo>
                <a:lnTo>
                  <a:pt x="122143" y="71863"/>
                </a:lnTo>
                <a:lnTo>
                  <a:pt x="122650" y="72042"/>
                </a:lnTo>
                <a:lnTo>
                  <a:pt x="123168" y="72207"/>
                </a:lnTo>
                <a:lnTo>
                  <a:pt x="123698" y="72357"/>
                </a:lnTo>
                <a:lnTo>
                  <a:pt x="124239" y="72494"/>
                </a:lnTo>
                <a:lnTo>
                  <a:pt x="124792" y="72616"/>
                </a:lnTo>
                <a:lnTo>
                  <a:pt x="125356" y="72723"/>
                </a:lnTo>
                <a:lnTo>
                  <a:pt x="125932" y="72816"/>
                </a:lnTo>
                <a:lnTo>
                  <a:pt x="126519" y="72895"/>
                </a:lnTo>
                <a:lnTo>
                  <a:pt x="127117" y="72960"/>
                </a:lnTo>
                <a:lnTo>
                  <a:pt x="127727" y="73010"/>
                </a:lnTo>
                <a:lnTo>
                  <a:pt x="128349" y="73046"/>
                </a:lnTo>
                <a:lnTo>
                  <a:pt x="128982" y="73067"/>
                </a:lnTo>
                <a:lnTo>
                  <a:pt x="129626" y="73075"/>
                </a:lnTo>
                <a:lnTo>
                  <a:pt x="130195" y="73069"/>
                </a:lnTo>
                <a:lnTo>
                  <a:pt x="130755" y="73052"/>
                </a:lnTo>
                <a:lnTo>
                  <a:pt x="131305" y="73023"/>
                </a:lnTo>
                <a:lnTo>
                  <a:pt x="131845" y="72983"/>
                </a:lnTo>
                <a:lnTo>
                  <a:pt x="132376" y="72931"/>
                </a:lnTo>
                <a:lnTo>
                  <a:pt x="132897" y="72868"/>
                </a:lnTo>
                <a:lnTo>
                  <a:pt x="133408" y="72794"/>
                </a:lnTo>
                <a:lnTo>
                  <a:pt x="133910" y="72707"/>
                </a:lnTo>
                <a:lnTo>
                  <a:pt x="134403" y="72610"/>
                </a:lnTo>
                <a:lnTo>
                  <a:pt x="134886" y="72501"/>
                </a:lnTo>
                <a:lnTo>
                  <a:pt x="135359" y="72380"/>
                </a:lnTo>
                <a:lnTo>
                  <a:pt x="135823" y="72249"/>
                </a:lnTo>
                <a:lnTo>
                  <a:pt x="136277" y="72105"/>
                </a:lnTo>
                <a:lnTo>
                  <a:pt x="136722" y="71950"/>
                </a:lnTo>
                <a:lnTo>
                  <a:pt x="137157" y="71784"/>
                </a:lnTo>
                <a:lnTo>
                  <a:pt x="137582" y="71606"/>
                </a:lnTo>
                <a:lnTo>
                  <a:pt x="137998" y="71417"/>
                </a:lnTo>
                <a:lnTo>
                  <a:pt x="138405" y="71216"/>
                </a:lnTo>
                <a:lnTo>
                  <a:pt x="138802" y="71004"/>
                </a:lnTo>
                <a:lnTo>
                  <a:pt x="139189" y="70780"/>
                </a:lnTo>
                <a:lnTo>
                  <a:pt x="139567" y="70545"/>
                </a:lnTo>
                <a:lnTo>
                  <a:pt x="139935" y="70298"/>
                </a:lnTo>
                <a:lnTo>
                  <a:pt x="140293" y="70040"/>
                </a:lnTo>
                <a:lnTo>
                  <a:pt x="140642" y="69770"/>
                </a:lnTo>
                <a:lnTo>
                  <a:pt x="140979" y="69491"/>
                </a:lnTo>
                <a:lnTo>
                  <a:pt x="141302" y="69203"/>
                </a:lnTo>
                <a:lnTo>
                  <a:pt x="141611" y="68908"/>
                </a:lnTo>
                <a:lnTo>
                  <a:pt x="141905" y="68605"/>
                </a:lnTo>
                <a:lnTo>
                  <a:pt x="142185" y="68294"/>
                </a:lnTo>
                <a:lnTo>
                  <a:pt x="142450" y="67974"/>
                </a:lnTo>
                <a:lnTo>
                  <a:pt x="142701" y="67647"/>
                </a:lnTo>
                <a:lnTo>
                  <a:pt x="142938" y="67312"/>
                </a:lnTo>
                <a:lnTo>
                  <a:pt x="143160" y="66969"/>
                </a:lnTo>
                <a:lnTo>
                  <a:pt x="143369" y="66618"/>
                </a:lnTo>
                <a:lnTo>
                  <a:pt x="143562" y="66259"/>
                </a:lnTo>
                <a:lnTo>
                  <a:pt x="143742" y="65892"/>
                </a:lnTo>
                <a:lnTo>
                  <a:pt x="143907" y="65517"/>
                </a:lnTo>
                <a:lnTo>
                  <a:pt x="144057" y="65134"/>
                </a:lnTo>
                <a:lnTo>
                  <a:pt x="144194" y="64743"/>
                </a:lnTo>
                <a:lnTo>
                  <a:pt x="144316" y="64344"/>
                </a:lnTo>
                <a:lnTo>
                  <a:pt x="144423" y="63937"/>
                </a:lnTo>
                <a:lnTo>
                  <a:pt x="144516" y="63522"/>
                </a:lnTo>
                <a:lnTo>
                  <a:pt x="144550" y="63345"/>
                </a:lnTo>
                <a:lnTo>
                  <a:pt x="144775" y="63345"/>
                </a:lnTo>
                <a:lnTo>
                  <a:pt x="144775" y="72157"/>
                </a:lnTo>
                <a:lnTo>
                  <a:pt x="155882" y="72157"/>
                </a:lnTo>
                <a:lnTo>
                  <a:pt x="155882" y="37914"/>
                </a:lnTo>
                <a:lnTo>
                  <a:pt x="155872" y="37262"/>
                </a:lnTo>
                <a:close/>
                <a:moveTo>
                  <a:pt x="131708" y="64356"/>
                </a:moveTo>
                <a:lnTo>
                  <a:pt x="131390" y="64317"/>
                </a:lnTo>
                <a:lnTo>
                  <a:pt x="131079" y="64270"/>
                </a:lnTo>
                <a:lnTo>
                  <a:pt x="130774" y="64216"/>
                </a:lnTo>
                <a:lnTo>
                  <a:pt x="130474" y="64155"/>
                </a:lnTo>
                <a:lnTo>
                  <a:pt x="130182" y="64087"/>
                </a:lnTo>
                <a:lnTo>
                  <a:pt x="129895" y="64012"/>
                </a:lnTo>
                <a:lnTo>
                  <a:pt x="129614" y="63929"/>
                </a:lnTo>
                <a:lnTo>
                  <a:pt x="129340" y="63840"/>
                </a:lnTo>
                <a:lnTo>
                  <a:pt x="129072" y="63743"/>
                </a:lnTo>
                <a:lnTo>
                  <a:pt x="128810" y="63639"/>
                </a:lnTo>
                <a:lnTo>
                  <a:pt x="128555" y="63528"/>
                </a:lnTo>
                <a:lnTo>
                  <a:pt x="128305" y="63410"/>
                </a:lnTo>
                <a:lnTo>
                  <a:pt x="128062" y="63284"/>
                </a:lnTo>
                <a:lnTo>
                  <a:pt x="127825" y="63152"/>
                </a:lnTo>
                <a:lnTo>
                  <a:pt x="127594" y="63012"/>
                </a:lnTo>
                <a:lnTo>
                  <a:pt x="127370" y="62865"/>
                </a:lnTo>
                <a:lnTo>
                  <a:pt x="127152" y="62711"/>
                </a:lnTo>
                <a:lnTo>
                  <a:pt x="126940" y="62549"/>
                </a:lnTo>
                <a:lnTo>
                  <a:pt x="126734" y="62381"/>
                </a:lnTo>
                <a:lnTo>
                  <a:pt x="126535" y="62206"/>
                </a:lnTo>
                <a:lnTo>
                  <a:pt x="126345" y="62026"/>
                </a:lnTo>
                <a:lnTo>
                  <a:pt x="126164" y="61841"/>
                </a:lnTo>
                <a:lnTo>
                  <a:pt x="125991" y="61650"/>
                </a:lnTo>
                <a:lnTo>
                  <a:pt x="125826" y="61454"/>
                </a:lnTo>
                <a:lnTo>
                  <a:pt x="125670" y="61253"/>
                </a:lnTo>
                <a:lnTo>
                  <a:pt x="125522" y="61047"/>
                </a:lnTo>
                <a:lnTo>
                  <a:pt x="125383" y="60835"/>
                </a:lnTo>
                <a:lnTo>
                  <a:pt x="125252" y="60618"/>
                </a:lnTo>
                <a:lnTo>
                  <a:pt x="125129" y="60396"/>
                </a:lnTo>
                <a:lnTo>
                  <a:pt x="125015" y="60169"/>
                </a:lnTo>
                <a:lnTo>
                  <a:pt x="124910" y="59936"/>
                </a:lnTo>
                <a:lnTo>
                  <a:pt x="124813" y="59698"/>
                </a:lnTo>
                <a:lnTo>
                  <a:pt x="124724" y="59455"/>
                </a:lnTo>
                <a:lnTo>
                  <a:pt x="124644" y="59207"/>
                </a:lnTo>
                <a:lnTo>
                  <a:pt x="124572" y="58953"/>
                </a:lnTo>
                <a:lnTo>
                  <a:pt x="124509" y="58694"/>
                </a:lnTo>
                <a:lnTo>
                  <a:pt x="124454" y="58430"/>
                </a:lnTo>
                <a:lnTo>
                  <a:pt x="124407" y="58160"/>
                </a:lnTo>
                <a:lnTo>
                  <a:pt x="124369" y="57886"/>
                </a:lnTo>
                <a:lnTo>
                  <a:pt x="124340" y="57606"/>
                </a:lnTo>
                <a:lnTo>
                  <a:pt x="124319" y="57320"/>
                </a:lnTo>
                <a:lnTo>
                  <a:pt x="124306" y="57030"/>
                </a:lnTo>
                <a:lnTo>
                  <a:pt x="124302" y="56734"/>
                </a:lnTo>
                <a:lnTo>
                  <a:pt x="124306" y="56461"/>
                </a:lnTo>
                <a:lnTo>
                  <a:pt x="124317" y="56192"/>
                </a:lnTo>
                <a:lnTo>
                  <a:pt x="124335" y="55928"/>
                </a:lnTo>
                <a:lnTo>
                  <a:pt x="124360" y="55668"/>
                </a:lnTo>
                <a:lnTo>
                  <a:pt x="124393" y="55413"/>
                </a:lnTo>
                <a:lnTo>
                  <a:pt x="124434" y="55162"/>
                </a:lnTo>
                <a:lnTo>
                  <a:pt x="124481" y="54916"/>
                </a:lnTo>
                <a:lnTo>
                  <a:pt x="124536" y="54674"/>
                </a:lnTo>
                <a:lnTo>
                  <a:pt x="124599" y="54436"/>
                </a:lnTo>
                <a:lnTo>
                  <a:pt x="124668" y="54203"/>
                </a:lnTo>
                <a:lnTo>
                  <a:pt x="124745" y="53975"/>
                </a:lnTo>
                <a:lnTo>
                  <a:pt x="124830" y="53751"/>
                </a:lnTo>
                <a:lnTo>
                  <a:pt x="124921" y="53531"/>
                </a:lnTo>
                <a:lnTo>
                  <a:pt x="125020" y="53316"/>
                </a:lnTo>
                <a:lnTo>
                  <a:pt x="125126" y="53105"/>
                </a:lnTo>
                <a:lnTo>
                  <a:pt x="125240" y="52899"/>
                </a:lnTo>
                <a:lnTo>
                  <a:pt x="125361" y="52697"/>
                </a:lnTo>
                <a:lnTo>
                  <a:pt x="125489" y="52500"/>
                </a:lnTo>
                <a:lnTo>
                  <a:pt x="125625" y="52307"/>
                </a:lnTo>
                <a:lnTo>
                  <a:pt x="125768" y="52119"/>
                </a:lnTo>
                <a:lnTo>
                  <a:pt x="125918" y="51935"/>
                </a:lnTo>
                <a:lnTo>
                  <a:pt x="126076" y="51755"/>
                </a:lnTo>
                <a:lnTo>
                  <a:pt x="126241" y="51580"/>
                </a:lnTo>
                <a:lnTo>
                  <a:pt x="126413" y="51410"/>
                </a:lnTo>
                <a:lnTo>
                  <a:pt x="126591" y="51245"/>
                </a:lnTo>
                <a:lnTo>
                  <a:pt x="126775" y="51087"/>
                </a:lnTo>
                <a:lnTo>
                  <a:pt x="126962" y="50936"/>
                </a:lnTo>
                <a:lnTo>
                  <a:pt x="127155" y="50793"/>
                </a:lnTo>
                <a:lnTo>
                  <a:pt x="127353" y="50656"/>
                </a:lnTo>
                <a:lnTo>
                  <a:pt x="127555" y="50526"/>
                </a:lnTo>
                <a:lnTo>
                  <a:pt x="127762" y="50403"/>
                </a:lnTo>
                <a:lnTo>
                  <a:pt x="127974" y="50288"/>
                </a:lnTo>
                <a:lnTo>
                  <a:pt x="128191" y="50179"/>
                </a:lnTo>
                <a:lnTo>
                  <a:pt x="128412" y="50077"/>
                </a:lnTo>
                <a:lnTo>
                  <a:pt x="128638" y="49982"/>
                </a:lnTo>
                <a:lnTo>
                  <a:pt x="128869" y="49895"/>
                </a:lnTo>
                <a:lnTo>
                  <a:pt x="129105" y="49814"/>
                </a:lnTo>
                <a:lnTo>
                  <a:pt x="129345" y="49740"/>
                </a:lnTo>
                <a:lnTo>
                  <a:pt x="129591" y="49674"/>
                </a:lnTo>
                <a:lnTo>
                  <a:pt x="129841" y="49614"/>
                </a:lnTo>
                <a:lnTo>
                  <a:pt x="130096" y="49562"/>
                </a:lnTo>
                <a:lnTo>
                  <a:pt x="130355" y="49516"/>
                </a:lnTo>
                <a:lnTo>
                  <a:pt x="130620" y="49477"/>
                </a:lnTo>
                <a:lnTo>
                  <a:pt x="130889" y="49446"/>
                </a:lnTo>
                <a:lnTo>
                  <a:pt x="131163" y="49421"/>
                </a:lnTo>
                <a:lnTo>
                  <a:pt x="131442" y="49404"/>
                </a:lnTo>
                <a:lnTo>
                  <a:pt x="131725" y="49393"/>
                </a:lnTo>
                <a:lnTo>
                  <a:pt x="132013" y="49390"/>
                </a:lnTo>
                <a:lnTo>
                  <a:pt x="144406" y="49390"/>
                </a:lnTo>
                <a:lnTo>
                  <a:pt x="144406" y="55541"/>
                </a:lnTo>
                <a:lnTo>
                  <a:pt x="144401" y="55867"/>
                </a:lnTo>
                <a:lnTo>
                  <a:pt x="144385" y="56188"/>
                </a:lnTo>
                <a:lnTo>
                  <a:pt x="144358" y="56505"/>
                </a:lnTo>
                <a:lnTo>
                  <a:pt x="144321" y="56816"/>
                </a:lnTo>
                <a:lnTo>
                  <a:pt x="144273" y="57122"/>
                </a:lnTo>
                <a:lnTo>
                  <a:pt x="144214" y="57423"/>
                </a:lnTo>
                <a:lnTo>
                  <a:pt x="144145" y="57719"/>
                </a:lnTo>
                <a:lnTo>
                  <a:pt x="144064" y="58009"/>
                </a:lnTo>
                <a:lnTo>
                  <a:pt x="143974" y="58295"/>
                </a:lnTo>
                <a:lnTo>
                  <a:pt x="143872" y="58575"/>
                </a:lnTo>
                <a:lnTo>
                  <a:pt x="143760" y="58851"/>
                </a:lnTo>
                <a:lnTo>
                  <a:pt x="143637" y="59121"/>
                </a:lnTo>
                <a:lnTo>
                  <a:pt x="143504" y="59386"/>
                </a:lnTo>
                <a:lnTo>
                  <a:pt x="143360" y="59647"/>
                </a:lnTo>
                <a:lnTo>
                  <a:pt x="143205" y="59902"/>
                </a:lnTo>
                <a:lnTo>
                  <a:pt x="143039" y="60152"/>
                </a:lnTo>
                <a:lnTo>
                  <a:pt x="142863" y="60396"/>
                </a:lnTo>
                <a:lnTo>
                  <a:pt x="142676" y="60636"/>
                </a:lnTo>
                <a:lnTo>
                  <a:pt x="142478" y="60871"/>
                </a:lnTo>
                <a:lnTo>
                  <a:pt x="142270" y="61100"/>
                </a:lnTo>
                <a:lnTo>
                  <a:pt x="142051" y="61325"/>
                </a:lnTo>
                <a:lnTo>
                  <a:pt x="141821" y="61544"/>
                </a:lnTo>
                <a:lnTo>
                  <a:pt x="141581" y="61758"/>
                </a:lnTo>
                <a:lnTo>
                  <a:pt x="141330" y="61968"/>
                </a:lnTo>
                <a:lnTo>
                  <a:pt x="141071" y="62170"/>
                </a:lnTo>
                <a:lnTo>
                  <a:pt x="140805" y="62363"/>
                </a:lnTo>
                <a:lnTo>
                  <a:pt x="140533" y="62548"/>
                </a:lnTo>
                <a:lnTo>
                  <a:pt x="140255" y="62725"/>
                </a:lnTo>
                <a:lnTo>
                  <a:pt x="139971" y="62893"/>
                </a:lnTo>
                <a:lnTo>
                  <a:pt x="139681" y="63052"/>
                </a:lnTo>
                <a:lnTo>
                  <a:pt x="139384" y="63202"/>
                </a:lnTo>
                <a:lnTo>
                  <a:pt x="139081" y="63344"/>
                </a:lnTo>
                <a:lnTo>
                  <a:pt x="138772" y="63478"/>
                </a:lnTo>
                <a:lnTo>
                  <a:pt x="138457" y="63602"/>
                </a:lnTo>
                <a:lnTo>
                  <a:pt x="138135" y="63719"/>
                </a:lnTo>
                <a:lnTo>
                  <a:pt x="137808" y="63826"/>
                </a:lnTo>
                <a:lnTo>
                  <a:pt x="137474" y="63925"/>
                </a:lnTo>
                <a:lnTo>
                  <a:pt x="137134" y="64015"/>
                </a:lnTo>
                <a:lnTo>
                  <a:pt x="136787" y="64097"/>
                </a:lnTo>
                <a:lnTo>
                  <a:pt x="136435" y="64170"/>
                </a:lnTo>
                <a:lnTo>
                  <a:pt x="136076" y="64235"/>
                </a:lnTo>
                <a:lnTo>
                  <a:pt x="135711" y="64291"/>
                </a:lnTo>
                <a:lnTo>
                  <a:pt x="135340" y="64338"/>
                </a:lnTo>
                <a:lnTo>
                  <a:pt x="134962" y="64377"/>
                </a:lnTo>
                <a:lnTo>
                  <a:pt x="134579" y="64407"/>
                </a:lnTo>
                <a:lnTo>
                  <a:pt x="134189" y="64428"/>
                </a:lnTo>
                <a:lnTo>
                  <a:pt x="133793" y="64441"/>
                </a:lnTo>
                <a:lnTo>
                  <a:pt x="133390" y="64446"/>
                </a:lnTo>
                <a:lnTo>
                  <a:pt x="133041" y="64442"/>
                </a:lnTo>
                <a:lnTo>
                  <a:pt x="132699" y="64431"/>
                </a:lnTo>
                <a:lnTo>
                  <a:pt x="132362" y="64413"/>
                </a:lnTo>
                <a:lnTo>
                  <a:pt x="132032" y="64388"/>
                </a:lnTo>
                <a:lnTo>
                  <a:pt x="131708" y="64356"/>
                </a:lnTo>
                <a:close/>
                <a:moveTo>
                  <a:pt x="267424" y="84826"/>
                </a:moveTo>
                <a:lnTo>
                  <a:pt x="267424" y="74452"/>
                </a:lnTo>
                <a:lnTo>
                  <a:pt x="223359" y="74452"/>
                </a:lnTo>
                <a:lnTo>
                  <a:pt x="223359" y="84826"/>
                </a:lnTo>
                <a:lnTo>
                  <a:pt x="267424" y="84826"/>
                </a:lnTo>
                <a:close/>
                <a:moveTo>
                  <a:pt x="528889" y="61772"/>
                </a:moveTo>
                <a:lnTo>
                  <a:pt x="528669" y="61758"/>
                </a:lnTo>
                <a:lnTo>
                  <a:pt x="528454" y="61738"/>
                </a:lnTo>
                <a:lnTo>
                  <a:pt x="528242" y="61713"/>
                </a:lnTo>
                <a:lnTo>
                  <a:pt x="528035" y="61682"/>
                </a:lnTo>
                <a:lnTo>
                  <a:pt x="527831" y="61646"/>
                </a:lnTo>
                <a:lnTo>
                  <a:pt x="527632" y="61604"/>
                </a:lnTo>
                <a:lnTo>
                  <a:pt x="527436" y="61557"/>
                </a:lnTo>
                <a:lnTo>
                  <a:pt x="527244" y="61504"/>
                </a:lnTo>
                <a:lnTo>
                  <a:pt x="527057" y="61445"/>
                </a:lnTo>
                <a:lnTo>
                  <a:pt x="526873" y="61381"/>
                </a:lnTo>
                <a:lnTo>
                  <a:pt x="526693" y="61312"/>
                </a:lnTo>
                <a:lnTo>
                  <a:pt x="526517" y="61236"/>
                </a:lnTo>
                <a:lnTo>
                  <a:pt x="526346" y="61156"/>
                </a:lnTo>
                <a:lnTo>
                  <a:pt x="526178" y="61069"/>
                </a:lnTo>
                <a:lnTo>
                  <a:pt x="526014" y="60977"/>
                </a:lnTo>
                <a:lnTo>
                  <a:pt x="525854" y="60880"/>
                </a:lnTo>
                <a:lnTo>
                  <a:pt x="525699" y="60777"/>
                </a:lnTo>
                <a:lnTo>
                  <a:pt x="525547" y="60668"/>
                </a:lnTo>
                <a:lnTo>
                  <a:pt x="525399" y="60554"/>
                </a:lnTo>
                <a:lnTo>
                  <a:pt x="525255" y="60434"/>
                </a:lnTo>
                <a:lnTo>
                  <a:pt x="525115" y="60308"/>
                </a:lnTo>
                <a:lnTo>
                  <a:pt x="524979" y="60177"/>
                </a:lnTo>
                <a:lnTo>
                  <a:pt x="524848" y="60042"/>
                </a:lnTo>
                <a:lnTo>
                  <a:pt x="524723" y="59902"/>
                </a:lnTo>
                <a:lnTo>
                  <a:pt x="524603" y="59758"/>
                </a:lnTo>
                <a:lnTo>
                  <a:pt x="524488" y="59610"/>
                </a:lnTo>
                <a:lnTo>
                  <a:pt x="524380" y="59458"/>
                </a:lnTo>
                <a:lnTo>
                  <a:pt x="524276" y="59302"/>
                </a:lnTo>
                <a:lnTo>
                  <a:pt x="524179" y="59143"/>
                </a:lnTo>
                <a:lnTo>
                  <a:pt x="524087" y="58979"/>
                </a:lnTo>
                <a:lnTo>
                  <a:pt x="524000" y="58811"/>
                </a:lnTo>
                <a:lnTo>
                  <a:pt x="523919" y="58639"/>
                </a:lnTo>
                <a:lnTo>
                  <a:pt x="523844" y="58464"/>
                </a:lnTo>
                <a:lnTo>
                  <a:pt x="523774" y="58284"/>
                </a:lnTo>
                <a:lnTo>
                  <a:pt x="523710" y="58100"/>
                </a:lnTo>
                <a:lnTo>
                  <a:pt x="523652" y="57912"/>
                </a:lnTo>
                <a:lnTo>
                  <a:pt x="523599" y="57721"/>
                </a:lnTo>
                <a:lnTo>
                  <a:pt x="523551" y="57525"/>
                </a:lnTo>
                <a:lnTo>
                  <a:pt x="523509" y="57326"/>
                </a:lnTo>
                <a:lnTo>
                  <a:pt x="523473" y="57122"/>
                </a:lnTo>
                <a:lnTo>
                  <a:pt x="523442" y="56914"/>
                </a:lnTo>
                <a:lnTo>
                  <a:pt x="523417" y="56703"/>
                </a:lnTo>
                <a:lnTo>
                  <a:pt x="523398" y="56487"/>
                </a:lnTo>
                <a:lnTo>
                  <a:pt x="523384" y="56268"/>
                </a:lnTo>
                <a:lnTo>
                  <a:pt x="523375" y="56044"/>
                </a:lnTo>
                <a:lnTo>
                  <a:pt x="523373" y="55817"/>
                </a:lnTo>
                <a:lnTo>
                  <a:pt x="523373" y="5141"/>
                </a:lnTo>
                <a:lnTo>
                  <a:pt x="495739" y="5141"/>
                </a:lnTo>
                <a:lnTo>
                  <a:pt x="495739" y="15514"/>
                </a:lnTo>
                <a:lnTo>
                  <a:pt x="511897" y="15514"/>
                </a:lnTo>
                <a:lnTo>
                  <a:pt x="511897" y="55817"/>
                </a:lnTo>
                <a:lnTo>
                  <a:pt x="511901" y="56220"/>
                </a:lnTo>
                <a:lnTo>
                  <a:pt x="511912" y="56620"/>
                </a:lnTo>
                <a:lnTo>
                  <a:pt x="511930" y="57015"/>
                </a:lnTo>
                <a:lnTo>
                  <a:pt x="511956" y="57406"/>
                </a:lnTo>
                <a:lnTo>
                  <a:pt x="511989" y="57794"/>
                </a:lnTo>
                <a:lnTo>
                  <a:pt x="512029" y="58177"/>
                </a:lnTo>
                <a:lnTo>
                  <a:pt x="512077" y="58557"/>
                </a:lnTo>
                <a:lnTo>
                  <a:pt x="512132" y="58933"/>
                </a:lnTo>
                <a:lnTo>
                  <a:pt x="512194" y="59304"/>
                </a:lnTo>
                <a:lnTo>
                  <a:pt x="512264" y="59672"/>
                </a:lnTo>
                <a:lnTo>
                  <a:pt x="512341" y="60035"/>
                </a:lnTo>
                <a:lnTo>
                  <a:pt x="512425" y="60395"/>
                </a:lnTo>
                <a:lnTo>
                  <a:pt x="512517" y="60750"/>
                </a:lnTo>
                <a:lnTo>
                  <a:pt x="512615" y="61102"/>
                </a:lnTo>
                <a:lnTo>
                  <a:pt x="512722" y="61450"/>
                </a:lnTo>
                <a:lnTo>
                  <a:pt x="512835" y="61793"/>
                </a:lnTo>
                <a:lnTo>
                  <a:pt x="512956" y="62133"/>
                </a:lnTo>
                <a:lnTo>
                  <a:pt x="513085" y="62469"/>
                </a:lnTo>
                <a:lnTo>
                  <a:pt x="513220" y="62801"/>
                </a:lnTo>
                <a:lnTo>
                  <a:pt x="513363" y="63128"/>
                </a:lnTo>
                <a:lnTo>
                  <a:pt x="513513" y="63452"/>
                </a:lnTo>
                <a:lnTo>
                  <a:pt x="513671" y="63772"/>
                </a:lnTo>
                <a:lnTo>
                  <a:pt x="513836" y="64088"/>
                </a:lnTo>
                <a:lnTo>
                  <a:pt x="514008" y="64399"/>
                </a:lnTo>
                <a:lnTo>
                  <a:pt x="514187" y="64706"/>
                </a:lnTo>
                <a:lnTo>
                  <a:pt x="514371" y="65007"/>
                </a:lnTo>
                <a:lnTo>
                  <a:pt x="514561" y="65302"/>
                </a:lnTo>
                <a:lnTo>
                  <a:pt x="514756" y="65592"/>
                </a:lnTo>
                <a:lnTo>
                  <a:pt x="514958" y="65875"/>
                </a:lnTo>
                <a:lnTo>
                  <a:pt x="515164" y="66152"/>
                </a:lnTo>
                <a:lnTo>
                  <a:pt x="515376" y="66424"/>
                </a:lnTo>
                <a:lnTo>
                  <a:pt x="515594" y="66689"/>
                </a:lnTo>
                <a:lnTo>
                  <a:pt x="515817" y="66949"/>
                </a:lnTo>
                <a:lnTo>
                  <a:pt x="516046" y="67203"/>
                </a:lnTo>
                <a:lnTo>
                  <a:pt x="516281" y="67451"/>
                </a:lnTo>
                <a:lnTo>
                  <a:pt x="516521" y="67693"/>
                </a:lnTo>
                <a:lnTo>
                  <a:pt x="516767" y="67929"/>
                </a:lnTo>
                <a:lnTo>
                  <a:pt x="517018" y="68159"/>
                </a:lnTo>
                <a:lnTo>
                  <a:pt x="517275" y="68383"/>
                </a:lnTo>
                <a:lnTo>
                  <a:pt x="517537" y="68602"/>
                </a:lnTo>
                <a:lnTo>
                  <a:pt x="517805" y="68814"/>
                </a:lnTo>
                <a:lnTo>
                  <a:pt x="518078" y="69021"/>
                </a:lnTo>
                <a:lnTo>
                  <a:pt x="518358" y="69222"/>
                </a:lnTo>
                <a:lnTo>
                  <a:pt x="518642" y="69417"/>
                </a:lnTo>
                <a:lnTo>
                  <a:pt x="518933" y="69606"/>
                </a:lnTo>
                <a:lnTo>
                  <a:pt x="519228" y="69789"/>
                </a:lnTo>
                <a:lnTo>
                  <a:pt x="519530" y="69966"/>
                </a:lnTo>
                <a:lnTo>
                  <a:pt x="519837" y="70137"/>
                </a:lnTo>
                <a:lnTo>
                  <a:pt x="520149" y="70302"/>
                </a:lnTo>
                <a:lnTo>
                  <a:pt x="520465" y="70460"/>
                </a:lnTo>
                <a:lnTo>
                  <a:pt x="520786" y="70611"/>
                </a:lnTo>
                <a:lnTo>
                  <a:pt x="521111" y="70754"/>
                </a:lnTo>
                <a:lnTo>
                  <a:pt x="521440" y="70891"/>
                </a:lnTo>
                <a:lnTo>
                  <a:pt x="521774" y="71021"/>
                </a:lnTo>
                <a:lnTo>
                  <a:pt x="522112" y="71144"/>
                </a:lnTo>
                <a:lnTo>
                  <a:pt x="522454" y="71259"/>
                </a:lnTo>
                <a:lnTo>
                  <a:pt x="522800" y="71368"/>
                </a:lnTo>
                <a:lnTo>
                  <a:pt x="523151" y="71470"/>
                </a:lnTo>
                <a:lnTo>
                  <a:pt x="523506" y="71564"/>
                </a:lnTo>
                <a:lnTo>
                  <a:pt x="523866" y="71652"/>
                </a:lnTo>
                <a:lnTo>
                  <a:pt x="524229" y="71733"/>
                </a:lnTo>
                <a:lnTo>
                  <a:pt x="524597" y="71806"/>
                </a:lnTo>
                <a:lnTo>
                  <a:pt x="524970" y="71873"/>
                </a:lnTo>
                <a:lnTo>
                  <a:pt x="525346" y="71933"/>
                </a:lnTo>
                <a:lnTo>
                  <a:pt x="525727" y="71985"/>
                </a:lnTo>
                <a:lnTo>
                  <a:pt x="526112" y="72031"/>
                </a:lnTo>
                <a:lnTo>
                  <a:pt x="526502" y="72069"/>
                </a:lnTo>
                <a:lnTo>
                  <a:pt x="526895" y="72101"/>
                </a:lnTo>
                <a:lnTo>
                  <a:pt x="527294" y="72126"/>
                </a:lnTo>
                <a:lnTo>
                  <a:pt x="527696" y="72143"/>
                </a:lnTo>
                <a:lnTo>
                  <a:pt x="528103" y="72154"/>
                </a:lnTo>
                <a:lnTo>
                  <a:pt x="528514" y="72157"/>
                </a:lnTo>
                <a:lnTo>
                  <a:pt x="544579" y="72157"/>
                </a:lnTo>
                <a:lnTo>
                  <a:pt x="544579" y="61783"/>
                </a:lnTo>
                <a:lnTo>
                  <a:pt x="529340" y="61783"/>
                </a:lnTo>
                <a:lnTo>
                  <a:pt x="529113" y="61780"/>
                </a:lnTo>
                <a:lnTo>
                  <a:pt x="528889" y="61772"/>
                </a:lnTo>
                <a:close/>
                <a:moveTo>
                  <a:pt x="474354" y="29295"/>
                </a:moveTo>
                <a:lnTo>
                  <a:pt x="474220" y="28878"/>
                </a:lnTo>
                <a:lnTo>
                  <a:pt x="474073" y="28470"/>
                </a:lnTo>
                <a:lnTo>
                  <a:pt x="473914" y="28071"/>
                </a:lnTo>
                <a:lnTo>
                  <a:pt x="473742" y="27681"/>
                </a:lnTo>
                <a:lnTo>
                  <a:pt x="473557" y="27300"/>
                </a:lnTo>
                <a:lnTo>
                  <a:pt x="473359" y="26929"/>
                </a:lnTo>
                <a:lnTo>
                  <a:pt x="473149" y="26566"/>
                </a:lnTo>
                <a:lnTo>
                  <a:pt x="472925" y="26212"/>
                </a:lnTo>
                <a:lnTo>
                  <a:pt x="472690" y="25868"/>
                </a:lnTo>
                <a:lnTo>
                  <a:pt x="472441" y="25532"/>
                </a:lnTo>
                <a:lnTo>
                  <a:pt x="472179" y="25206"/>
                </a:lnTo>
                <a:lnTo>
                  <a:pt x="471905" y="24889"/>
                </a:lnTo>
                <a:lnTo>
                  <a:pt x="471618" y="24581"/>
                </a:lnTo>
                <a:lnTo>
                  <a:pt x="471319" y="24282"/>
                </a:lnTo>
                <a:lnTo>
                  <a:pt x="471008" y="23993"/>
                </a:lnTo>
                <a:lnTo>
                  <a:pt x="470689" y="23717"/>
                </a:lnTo>
                <a:lnTo>
                  <a:pt x="470361" y="23453"/>
                </a:lnTo>
                <a:lnTo>
                  <a:pt x="470023" y="23202"/>
                </a:lnTo>
                <a:lnTo>
                  <a:pt x="469677" y="22962"/>
                </a:lnTo>
                <a:lnTo>
                  <a:pt x="469322" y="22735"/>
                </a:lnTo>
                <a:lnTo>
                  <a:pt x="468958" y="22521"/>
                </a:lnTo>
                <a:lnTo>
                  <a:pt x="468585" y="22318"/>
                </a:lnTo>
                <a:lnTo>
                  <a:pt x="468203" y="22128"/>
                </a:lnTo>
                <a:lnTo>
                  <a:pt x="467813" y="21950"/>
                </a:lnTo>
                <a:lnTo>
                  <a:pt x="467413" y="21784"/>
                </a:lnTo>
                <a:lnTo>
                  <a:pt x="467004" y="21631"/>
                </a:lnTo>
                <a:lnTo>
                  <a:pt x="466587" y="21490"/>
                </a:lnTo>
                <a:lnTo>
                  <a:pt x="466160" y="21361"/>
                </a:lnTo>
                <a:lnTo>
                  <a:pt x="465725" y="21244"/>
                </a:lnTo>
                <a:lnTo>
                  <a:pt x="465281" y="21140"/>
                </a:lnTo>
                <a:lnTo>
                  <a:pt x="464828" y="21048"/>
                </a:lnTo>
                <a:lnTo>
                  <a:pt x="464365" y="20968"/>
                </a:lnTo>
                <a:lnTo>
                  <a:pt x="463894" y="20901"/>
                </a:lnTo>
                <a:lnTo>
                  <a:pt x="463414" y="20846"/>
                </a:lnTo>
                <a:lnTo>
                  <a:pt x="462925" y="20803"/>
                </a:lnTo>
                <a:lnTo>
                  <a:pt x="462427" y="20772"/>
                </a:lnTo>
                <a:lnTo>
                  <a:pt x="461921" y="20754"/>
                </a:lnTo>
                <a:lnTo>
                  <a:pt x="461405" y="20747"/>
                </a:lnTo>
                <a:lnTo>
                  <a:pt x="460775" y="20756"/>
                </a:lnTo>
                <a:lnTo>
                  <a:pt x="460156" y="20784"/>
                </a:lnTo>
                <a:lnTo>
                  <a:pt x="459547" y="20829"/>
                </a:lnTo>
                <a:lnTo>
                  <a:pt x="458949" y="20893"/>
                </a:lnTo>
                <a:lnTo>
                  <a:pt x="458361" y="20975"/>
                </a:lnTo>
                <a:lnTo>
                  <a:pt x="457784" y="21074"/>
                </a:lnTo>
                <a:lnTo>
                  <a:pt x="457218" y="21193"/>
                </a:lnTo>
                <a:lnTo>
                  <a:pt x="456661" y="21329"/>
                </a:lnTo>
                <a:lnTo>
                  <a:pt x="456116" y="21483"/>
                </a:lnTo>
                <a:lnTo>
                  <a:pt x="455581" y="21656"/>
                </a:lnTo>
                <a:lnTo>
                  <a:pt x="455056" y="21847"/>
                </a:lnTo>
                <a:lnTo>
                  <a:pt x="454542" y="22056"/>
                </a:lnTo>
                <a:lnTo>
                  <a:pt x="454039" y="22283"/>
                </a:lnTo>
                <a:lnTo>
                  <a:pt x="453546" y="22528"/>
                </a:lnTo>
                <a:lnTo>
                  <a:pt x="453063" y="22792"/>
                </a:lnTo>
                <a:lnTo>
                  <a:pt x="452591" y="23073"/>
                </a:lnTo>
                <a:lnTo>
                  <a:pt x="452130" y="23373"/>
                </a:lnTo>
                <a:lnTo>
                  <a:pt x="451679" y="23691"/>
                </a:lnTo>
                <a:lnTo>
                  <a:pt x="451238" y="24027"/>
                </a:lnTo>
                <a:lnTo>
                  <a:pt x="450808" y="24382"/>
                </a:lnTo>
                <a:lnTo>
                  <a:pt x="450389" y="24754"/>
                </a:lnTo>
                <a:lnTo>
                  <a:pt x="449980" y="25145"/>
                </a:lnTo>
                <a:lnTo>
                  <a:pt x="449582" y="25554"/>
                </a:lnTo>
                <a:lnTo>
                  <a:pt x="449194" y="25981"/>
                </a:lnTo>
                <a:lnTo>
                  <a:pt x="448820" y="26423"/>
                </a:lnTo>
                <a:lnTo>
                  <a:pt x="448461" y="26878"/>
                </a:lnTo>
                <a:lnTo>
                  <a:pt x="448119" y="27346"/>
                </a:lnTo>
                <a:lnTo>
                  <a:pt x="447792" y="27827"/>
                </a:lnTo>
                <a:lnTo>
                  <a:pt x="447481" y="28320"/>
                </a:lnTo>
                <a:lnTo>
                  <a:pt x="447186" y="28826"/>
                </a:lnTo>
                <a:lnTo>
                  <a:pt x="446908" y="29345"/>
                </a:lnTo>
                <a:lnTo>
                  <a:pt x="446645" y="29877"/>
                </a:lnTo>
                <a:lnTo>
                  <a:pt x="446398" y="30421"/>
                </a:lnTo>
                <a:lnTo>
                  <a:pt x="446167" y="30979"/>
                </a:lnTo>
                <a:lnTo>
                  <a:pt x="445952" y="31548"/>
                </a:lnTo>
                <a:lnTo>
                  <a:pt x="445752" y="32131"/>
                </a:lnTo>
                <a:lnTo>
                  <a:pt x="445569" y="32726"/>
                </a:lnTo>
                <a:lnTo>
                  <a:pt x="445402" y="33335"/>
                </a:lnTo>
                <a:lnTo>
                  <a:pt x="445250" y="33956"/>
                </a:lnTo>
                <a:lnTo>
                  <a:pt x="445115" y="34589"/>
                </a:lnTo>
                <a:lnTo>
                  <a:pt x="444995" y="35236"/>
                </a:lnTo>
                <a:lnTo>
                  <a:pt x="444892" y="35895"/>
                </a:lnTo>
                <a:lnTo>
                  <a:pt x="444804" y="36567"/>
                </a:lnTo>
                <a:lnTo>
                  <a:pt x="444733" y="37252"/>
                </a:lnTo>
                <a:lnTo>
                  <a:pt x="444677" y="37949"/>
                </a:lnTo>
                <a:lnTo>
                  <a:pt x="444637" y="38659"/>
                </a:lnTo>
                <a:lnTo>
                  <a:pt x="444613" y="39382"/>
                </a:lnTo>
                <a:lnTo>
                  <a:pt x="444605" y="40118"/>
                </a:lnTo>
                <a:lnTo>
                  <a:pt x="444605" y="53797"/>
                </a:lnTo>
                <a:lnTo>
                  <a:pt x="444613" y="54525"/>
                </a:lnTo>
                <a:lnTo>
                  <a:pt x="444637" y="55241"/>
                </a:lnTo>
                <a:lnTo>
                  <a:pt x="444678" y="55944"/>
                </a:lnTo>
                <a:lnTo>
                  <a:pt x="444734" y="56635"/>
                </a:lnTo>
                <a:lnTo>
                  <a:pt x="444806" y="57313"/>
                </a:lnTo>
                <a:lnTo>
                  <a:pt x="444895" y="57979"/>
                </a:lnTo>
                <a:lnTo>
                  <a:pt x="444999" y="58633"/>
                </a:lnTo>
                <a:lnTo>
                  <a:pt x="445120" y="59274"/>
                </a:lnTo>
                <a:lnTo>
                  <a:pt x="445257" y="59903"/>
                </a:lnTo>
                <a:lnTo>
                  <a:pt x="445410" y="60519"/>
                </a:lnTo>
                <a:lnTo>
                  <a:pt x="445579" y="61123"/>
                </a:lnTo>
                <a:lnTo>
                  <a:pt x="445764" y="61714"/>
                </a:lnTo>
                <a:lnTo>
                  <a:pt x="445965" y="62293"/>
                </a:lnTo>
                <a:lnTo>
                  <a:pt x="446182" y="62860"/>
                </a:lnTo>
                <a:lnTo>
                  <a:pt x="446416" y="63414"/>
                </a:lnTo>
                <a:lnTo>
                  <a:pt x="446665" y="63956"/>
                </a:lnTo>
                <a:lnTo>
                  <a:pt x="446931" y="64485"/>
                </a:lnTo>
                <a:lnTo>
                  <a:pt x="447212" y="65002"/>
                </a:lnTo>
                <a:lnTo>
                  <a:pt x="447510" y="65507"/>
                </a:lnTo>
                <a:lnTo>
                  <a:pt x="447824" y="65999"/>
                </a:lnTo>
                <a:lnTo>
                  <a:pt x="448154" y="66478"/>
                </a:lnTo>
                <a:lnTo>
                  <a:pt x="448500" y="66946"/>
                </a:lnTo>
                <a:lnTo>
                  <a:pt x="448862" y="67400"/>
                </a:lnTo>
                <a:lnTo>
                  <a:pt x="449240" y="67843"/>
                </a:lnTo>
                <a:lnTo>
                  <a:pt x="449632" y="68270"/>
                </a:lnTo>
                <a:lnTo>
                  <a:pt x="450033" y="68678"/>
                </a:lnTo>
                <a:lnTo>
                  <a:pt x="450445" y="69069"/>
                </a:lnTo>
                <a:lnTo>
                  <a:pt x="450866" y="69441"/>
                </a:lnTo>
                <a:lnTo>
                  <a:pt x="451298" y="69796"/>
                </a:lnTo>
                <a:lnTo>
                  <a:pt x="451739" y="70132"/>
                </a:lnTo>
                <a:lnTo>
                  <a:pt x="452191" y="70450"/>
                </a:lnTo>
                <a:lnTo>
                  <a:pt x="452653" y="70749"/>
                </a:lnTo>
                <a:lnTo>
                  <a:pt x="453124" y="71031"/>
                </a:lnTo>
                <a:lnTo>
                  <a:pt x="453606" y="71294"/>
                </a:lnTo>
                <a:lnTo>
                  <a:pt x="454098" y="71540"/>
                </a:lnTo>
                <a:lnTo>
                  <a:pt x="454600" y="71767"/>
                </a:lnTo>
                <a:lnTo>
                  <a:pt x="455112" y="71976"/>
                </a:lnTo>
                <a:lnTo>
                  <a:pt x="455634" y="72166"/>
                </a:lnTo>
                <a:lnTo>
                  <a:pt x="456166" y="72339"/>
                </a:lnTo>
                <a:lnTo>
                  <a:pt x="456708" y="72493"/>
                </a:lnTo>
                <a:lnTo>
                  <a:pt x="457260" y="72630"/>
                </a:lnTo>
                <a:lnTo>
                  <a:pt x="457822" y="72748"/>
                </a:lnTo>
                <a:lnTo>
                  <a:pt x="458394" y="72848"/>
                </a:lnTo>
                <a:lnTo>
                  <a:pt x="458976" y="72929"/>
                </a:lnTo>
                <a:lnTo>
                  <a:pt x="459568" y="72993"/>
                </a:lnTo>
                <a:lnTo>
                  <a:pt x="460170" y="73038"/>
                </a:lnTo>
                <a:lnTo>
                  <a:pt x="460783" y="73066"/>
                </a:lnTo>
                <a:lnTo>
                  <a:pt x="461405" y="73075"/>
                </a:lnTo>
                <a:lnTo>
                  <a:pt x="461921" y="73069"/>
                </a:lnTo>
                <a:lnTo>
                  <a:pt x="462427" y="73050"/>
                </a:lnTo>
                <a:lnTo>
                  <a:pt x="462925" y="73019"/>
                </a:lnTo>
                <a:lnTo>
                  <a:pt x="463414" y="72976"/>
                </a:lnTo>
                <a:lnTo>
                  <a:pt x="463894" y="72921"/>
                </a:lnTo>
                <a:lnTo>
                  <a:pt x="464365" y="72854"/>
                </a:lnTo>
                <a:lnTo>
                  <a:pt x="464828" y="72774"/>
                </a:lnTo>
                <a:lnTo>
                  <a:pt x="465281" y="72682"/>
                </a:lnTo>
                <a:lnTo>
                  <a:pt x="465725" y="72578"/>
                </a:lnTo>
                <a:lnTo>
                  <a:pt x="466160" y="72461"/>
                </a:lnTo>
                <a:lnTo>
                  <a:pt x="466587" y="72332"/>
                </a:lnTo>
                <a:lnTo>
                  <a:pt x="467004" y="72191"/>
                </a:lnTo>
                <a:lnTo>
                  <a:pt x="467413" y="72038"/>
                </a:lnTo>
                <a:lnTo>
                  <a:pt x="467813" y="71872"/>
                </a:lnTo>
                <a:lnTo>
                  <a:pt x="468203" y="71694"/>
                </a:lnTo>
                <a:lnTo>
                  <a:pt x="468585" y="71504"/>
                </a:lnTo>
                <a:lnTo>
                  <a:pt x="468958" y="71301"/>
                </a:lnTo>
                <a:lnTo>
                  <a:pt x="469322" y="71087"/>
                </a:lnTo>
                <a:lnTo>
                  <a:pt x="469677" y="70860"/>
                </a:lnTo>
                <a:lnTo>
                  <a:pt x="470023" y="70620"/>
                </a:lnTo>
                <a:lnTo>
                  <a:pt x="470361" y="70369"/>
                </a:lnTo>
                <a:lnTo>
                  <a:pt x="470689" y="70105"/>
                </a:lnTo>
                <a:lnTo>
                  <a:pt x="471008" y="69829"/>
                </a:lnTo>
                <a:lnTo>
                  <a:pt x="471319" y="69540"/>
                </a:lnTo>
                <a:lnTo>
                  <a:pt x="471618" y="69241"/>
                </a:lnTo>
                <a:lnTo>
                  <a:pt x="471905" y="68933"/>
                </a:lnTo>
                <a:lnTo>
                  <a:pt x="472179" y="68616"/>
                </a:lnTo>
                <a:lnTo>
                  <a:pt x="472441" y="68290"/>
                </a:lnTo>
                <a:lnTo>
                  <a:pt x="472690" y="67954"/>
                </a:lnTo>
                <a:lnTo>
                  <a:pt x="472925" y="67610"/>
                </a:lnTo>
                <a:lnTo>
                  <a:pt x="473149" y="67256"/>
                </a:lnTo>
                <a:lnTo>
                  <a:pt x="473359" y="66893"/>
                </a:lnTo>
                <a:lnTo>
                  <a:pt x="473557" y="66522"/>
                </a:lnTo>
                <a:lnTo>
                  <a:pt x="473742" y="66141"/>
                </a:lnTo>
                <a:lnTo>
                  <a:pt x="473914" y="65751"/>
                </a:lnTo>
                <a:lnTo>
                  <a:pt x="474073" y="65352"/>
                </a:lnTo>
                <a:lnTo>
                  <a:pt x="474220" y="64944"/>
                </a:lnTo>
                <a:lnTo>
                  <a:pt x="474354" y="64527"/>
                </a:lnTo>
                <a:lnTo>
                  <a:pt x="474475" y="64100"/>
                </a:lnTo>
                <a:lnTo>
                  <a:pt x="474583" y="63665"/>
                </a:lnTo>
                <a:lnTo>
                  <a:pt x="474679" y="63221"/>
                </a:lnTo>
                <a:lnTo>
                  <a:pt x="474762" y="62767"/>
                </a:lnTo>
                <a:lnTo>
                  <a:pt x="474800" y="62518"/>
                </a:lnTo>
                <a:lnTo>
                  <a:pt x="474991" y="62518"/>
                </a:lnTo>
                <a:lnTo>
                  <a:pt x="474991" y="72157"/>
                </a:lnTo>
                <a:lnTo>
                  <a:pt x="486191" y="72157"/>
                </a:lnTo>
                <a:lnTo>
                  <a:pt x="486191" y="5141"/>
                </a:lnTo>
                <a:lnTo>
                  <a:pt x="474716" y="5141"/>
                </a:lnTo>
                <a:lnTo>
                  <a:pt x="474716" y="19278"/>
                </a:lnTo>
                <a:lnTo>
                  <a:pt x="475083" y="31304"/>
                </a:lnTo>
                <a:lnTo>
                  <a:pt x="474800" y="31304"/>
                </a:lnTo>
                <a:lnTo>
                  <a:pt x="474762" y="31055"/>
                </a:lnTo>
                <a:lnTo>
                  <a:pt x="474679" y="30601"/>
                </a:lnTo>
                <a:lnTo>
                  <a:pt x="474583" y="30157"/>
                </a:lnTo>
                <a:lnTo>
                  <a:pt x="474475" y="29722"/>
                </a:lnTo>
                <a:lnTo>
                  <a:pt x="474354" y="29295"/>
                </a:lnTo>
                <a:close/>
                <a:moveTo>
                  <a:pt x="463691" y="63048"/>
                </a:moveTo>
                <a:lnTo>
                  <a:pt x="463361" y="62999"/>
                </a:lnTo>
                <a:lnTo>
                  <a:pt x="463037" y="62941"/>
                </a:lnTo>
                <a:lnTo>
                  <a:pt x="462720" y="62874"/>
                </a:lnTo>
                <a:lnTo>
                  <a:pt x="462410" y="62798"/>
                </a:lnTo>
                <a:lnTo>
                  <a:pt x="462106" y="62713"/>
                </a:lnTo>
                <a:lnTo>
                  <a:pt x="461809" y="62620"/>
                </a:lnTo>
                <a:lnTo>
                  <a:pt x="461519" y="62517"/>
                </a:lnTo>
                <a:lnTo>
                  <a:pt x="461235" y="62406"/>
                </a:lnTo>
                <a:lnTo>
                  <a:pt x="460958" y="62285"/>
                </a:lnTo>
                <a:lnTo>
                  <a:pt x="460688" y="62156"/>
                </a:lnTo>
                <a:lnTo>
                  <a:pt x="460425" y="62017"/>
                </a:lnTo>
                <a:lnTo>
                  <a:pt x="460168" y="61870"/>
                </a:lnTo>
                <a:lnTo>
                  <a:pt x="459918" y="61714"/>
                </a:lnTo>
                <a:lnTo>
                  <a:pt x="459675" y="61549"/>
                </a:lnTo>
                <a:lnTo>
                  <a:pt x="459438" y="61375"/>
                </a:lnTo>
                <a:lnTo>
                  <a:pt x="459208" y="61192"/>
                </a:lnTo>
                <a:lnTo>
                  <a:pt x="458985" y="61000"/>
                </a:lnTo>
                <a:lnTo>
                  <a:pt x="458768" y="60799"/>
                </a:lnTo>
                <a:lnTo>
                  <a:pt x="458559" y="60589"/>
                </a:lnTo>
                <a:lnTo>
                  <a:pt x="458356" y="60371"/>
                </a:lnTo>
                <a:lnTo>
                  <a:pt x="458163" y="60146"/>
                </a:lnTo>
                <a:lnTo>
                  <a:pt x="457978" y="59912"/>
                </a:lnTo>
                <a:lnTo>
                  <a:pt x="457801" y="59671"/>
                </a:lnTo>
                <a:lnTo>
                  <a:pt x="457634" y="59423"/>
                </a:lnTo>
                <a:lnTo>
                  <a:pt x="457474" y="59166"/>
                </a:lnTo>
                <a:lnTo>
                  <a:pt x="457324" y="58902"/>
                </a:lnTo>
                <a:lnTo>
                  <a:pt x="457182" y="58631"/>
                </a:lnTo>
                <a:lnTo>
                  <a:pt x="457049" y="58352"/>
                </a:lnTo>
                <a:lnTo>
                  <a:pt x="456924" y="58065"/>
                </a:lnTo>
                <a:lnTo>
                  <a:pt x="456808" y="57770"/>
                </a:lnTo>
                <a:lnTo>
                  <a:pt x="456700" y="57468"/>
                </a:lnTo>
                <a:lnTo>
                  <a:pt x="456601" y="57158"/>
                </a:lnTo>
                <a:lnTo>
                  <a:pt x="456511" y="56841"/>
                </a:lnTo>
                <a:lnTo>
                  <a:pt x="456429" y="56516"/>
                </a:lnTo>
                <a:lnTo>
                  <a:pt x="456356" y="56183"/>
                </a:lnTo>
                <a:lnTo>
                  <a:pt x="456291" y="55843"/>
                </a:lnTo>
                <a:lnTo>
                  <a:pt x="456235" y="55495"/>
                </a:lnTo>
                <a:lnTo>
                  <a:pt x="456188" y="55139"/>
                </a:lnTo>
                <a:lnTo>
                  <a:pt x="456149" y="54776"/>
                </a:lnTo>
                <a:lnTo>
                  <a:pt x="456119" y="54405"/>
                </a:lnTo>
                <a:lnTo>
                  <a:pt x="456098" y="54026"/>
                </a:lnTo>
                <a:lnTo>
                  <a:pt x="456085" y="53640"/>
                </a:lnTo>
                <a:lnTo>
                  <a:pt x="456081" y="53246"/>
                </a:lnTo>
                <a:lnTo>
                  <a:pt x="456081" y="40577"/>
                </a:lnTo>
                <a:lnTo>
                  <a:pt x="456085" y="40183"/>
                </a:lnTo>
                <a:lnTo>
                  <a:pt x="456098" y="39797"/>
                </a:lnTo>
                <a:lnTo>
                  <a:pt x="456119" y="39418"/>
                </a:lnTo>
                <a:lnTo>
                  <a:pt x="456149" y="39047"/>
                </a:lnTo>
                <a:lnTo>
                  <a:pt x="456188" y="38684"/>
                </a:lnTo>
                <a:lnTo>
                  <a:pt x="456235" y="38328"/>
                </a:lnTo>
                <a:lnTo>
                  <a:pt x="456291" y="37980"/>
                </a:lnTo>
                <a:lnTo>
                  <a:pt x="456356" y="37639"/>
                </a:lnTo>
                <a:lnTo>
                  <a:pt x="456429" y="37307"/>
                </a:lnTo>
                <a:lnTo>
                  <a:pt x="456511" y="36982"/>
                </a:lnTo>
                <a:lnTo>
                  <a:pt x="456601" y="36664"/>
                </a:lnTo>
                <a:lnTo>
                  <a:pt x="456700" y="36354"/>
                </a:lnTo>
                <a:lnTo>
                  <a:pt x="456808" y="36052"/>
                </a:lnTo>
                <a:lnTo>
                  <a:pt x="456924" y="35757"/>
                </a:lnTo>
                <a:lnTo>
                  <a:pt x="457049" y="35471"/>
                </a:lnTo>
                <a:lnTo>
                  <a:pt x="457182" y="35191"/>
                </a:lnTo>
                <a:lnTo>
                  <a:pt x="457324" y="34920"/>
                </a:lnTo>
                <a:lnTo>
                  <a:pt x="457474" y="34656"/>
                </a:lnTo>
                <a:lnTo>
                  <a:pt x="457634" y="34399"/>
                </a:lnTo>
                <a:lnTo>
                  <a:pt x="457801" y="34151"/>
                </a:lnTo>
                <a:lnTo>
                  <a:pt x="457978" y="33910"/>
                </a:lnTo>
                <a:lnTo>
                  <a:pt x="458163" y="33677"/>
                </a:lnTo>
                <a:lnTo>
                  <a:pt x="458356" y="33451"/>
                </a:lnTo>
                <a:lnTo>
                  <a:pt x="458559" y="33233"/>
                </a:lnTo>
                <a:lnTo>
                  <a:pt x="458768" y="33023"/>
                </a:lnTo>
                <a:lnTo>
                  <a:pt x="458985" y="32822"/>
                </a:lnTo>
                <a:lnTo>
                  <a:pt x="459208" y="32630"/>
                </a:lnTo>
                <a:lnTo>
                  <a:pt x="459438" y="32447"/>
                </a:lnTo>
                <a:lnTo>
                  <a:pt x="459675" y="32273"/>
                </a:lnTo>
                <a:lnTo>
                  <a:pt x="459918" y="32108"/>
                </a:lnTo>
                <a:lnTo>
                  <a:pt x="460168" y="31952"/>
                </a:lnTo>
                <a:lnTo>
                  <a:pt x="460425" y="31805"/>
                </a:lnTo>
                <a:lnTo>
                  <a:pt x="460688" y="31666"/>
                </a:lnTo>
                <a:lnTo>
                  <a:pt x="460958" y="31537"/>
                </a:lnTo>
                <a:lnTo>
                  <a:pt x="461235" y="31417"/>
                </a:lnTo>
                <a:lnTo>
                  <a:pt x="461519" y="31305"/>
                </a:lnTo>
                <a:lnTo>
                  <a:pt x="461809" y="31202"/>
                </a:lnTo>
                <a:lnTo>
                  <a:pt x="462106" y="31109"/>
                </a:lnTo>
                <a:lnTo>
                  <a:pt x="462410" y="31024"/>
                </a:lnTo>
                <a:lnTo>
                  <a:pt x="462720" y="30948"/>
                </a:lnTo>
                <a:lnTo>
                  <a:pt x="463037" y="30881"/>
                </a:lnTo>
                <a:lnTo>
                  <a:pt x="463361" y="30823"/>
                </a:lnTo>
                <a:lnTo>
                  <a:pt x="463691" y="30774"/>
                </a:lnTo>
                <a:lnTo>
                  <a:pt x="464028" y="30734"/>
                </a:lnTo>
                <a:lnTo>
                  <a:pt x="464372" y="30702"/>
                </a:lnTo>
                <a:lnTo>
                  <a:pt x="464722" y="30680"/>
                </a:lnTo>
                <a:lnTo>
                  <a:pt x="465080" y="30667"/>
                </a:lnTo>
                <a:lnTo>
                  <a:pt x="465444" y="30662"/>
                </a:lnTo>
                <a:lnTo>
                  <a:pt x="465807" y="30667"/>
                </a:lnTo>
                <a:lnTo>
                  <a:pt x="466164" y="30680"/>
                </a:lnTo>
                <a:lnTo>
                  <a:pt x="466514" y="30703"/>
                </a:lnTo>
                <a:lnTo>
                  <a:pt x="466858" y="30735"/>
                </a:lnTo>
                <a:lnTo>
                  <a:pt x="467194" y="30776"/>
                </a:lnTo>
                <a:lnTo>
                  <a:pt x="467524" y="30826"/>
                </a:lnTo>
                <a:lnTo>
                  <a:pt x="467846" y="30885"/>
                </a:lnTo>
                <a:lnTo>
                  <a:pt x="468162" y="30953"/>
                </a:lnTo>
                <a:lnTo>
                  <a:pt x="468471" y="31030"/>
                </a:lnTo>
                <a:lnTo>
                  <a:pt x="468773" y="31117"/>
                </a:lnTo>
                <a:lnTo>
                  <a:pt x="469068" y="31212"/>
                </a:lnTo>
                <a:lnTo>
                  <a:pt x="469357" y="31317"/>
                </a:lnTo>
                <a:lnTo>
                  <a:pt x="469638" y="31430"/>
                </a:lnTo>
                <a:lnTo>
                  <a:pt x="469913" y="31553"/>
                </a:lnTo>
                <a:lnTo>
                  <a:pt x="470181" y="31684"/>
                </a:lnTo>
                <a:lnTo>
                  <a:pt x="470442" y="31825"/>
                </a:lnTo>
                <a:lnTo>
                  <a:pt x="470696" y="31975"/>
                </a:lnTo>
                <a:lnTo>
                  <a:pt x="470943" y="32134"/>
                </a:lnTo>
                <a:lnTo>
                  <a:pt x="471183" y="32302"/>
                </a:lnTo>
                <a:lnTo>
                  <a:pt x="471417" y="32479"/>
                </a:lnTo>
                <a:lnTo>
                  <a:pt x="471643" y="32666"/>
                </a:lnTo>
                <a:lnTo>
                  <a:pt x="471863" y="32861"/>
                </a:lnTo>
                <a:lnTo>
                  <a:pt x="472076" y="33066"/>
                </a:lnTo>
                <a:lnTo>
                  <a:pt x="472282" y="33279"/>
                </a:lnTo>
                <a:lnTo>
                  <a:pt x="472481" y="33501"/>
                </a:lnTo>
                <a:lnTo>
                  <a:pt x="472671" y="33729"/>
                </a:lnTo>
                <a:lnTo>
                  <a:pt x="472853" y="33965"/>
                </a:lnTo>
                <a:lnTo>
                  <a:pt x="473026" y="34208"/>
                </a:lnTo>
                <a:lnTo>
                  <a:pt x="473191" y="34458"/>
                </a:lnTo>
                <a:lnTo>
                  <a:pt x="473347" y="34716"/>
                </a:lnTo>
                <a:lnTo>
                  <a:pt x="473495" y="34981"/>
                </a:lnTo>
                <a:lnTo>
                  <a:pt x="473634" y="35252"/>
                </a:lnTo>
                <a:lnTo>
                  <a:pt x="473765" y="35531"/>
                </a:lnTo>
                <a:lnTo>
                  <a:pt x="473888" y="35817"/>
                </a:lnTo>
                <a:lnTo>
                  <a:pt x="474002" y="36111"/>
                </a:lnTo>
                <a:lnTo>
                  <a:pt x="474107" y="36411"/>
                </a:lnTo>
                <a:lnTo>
                  <a:pt x="474204" y="36719"/>
                </a:lnTo>
                <a:lnTo>
                  <a:pt x="474293" y="37034"/>
                </a:lnTo>
                <a:lnTo>
                  <a:pt x="474373" y="37356"/>
                </a:lnTo>
                <a:lnTo>
                  <a:pt x="474445" y="37685"/>
                </a:lnTo>
                <a:lnTo>
                  <a:pt x="474509" y="38021"/>
                </a:lnTo>
                <a:lnTo>
                  <a:pt x="474563" y="38365"/>
                </a:lnTo>
                <a:lnTo>
                  <a:pt x="474610" y="38716"/>
                </a:lnTo>
                <a:lnTo>
                  <a:pt x="474648" y="39074"/>
                </a:lnTo>
                <a:lnTo>
                  <a:pt x="474677" y="39439"/>
                </a:lnTo>
                <a:lnTo>
                  <a:pt x="474699" y="39811"/>
                </a:lnTo>
                <a:lnTo>
                  <a:pt x="474711" y="40191"/>
                </a:lnTo>
                <a:lnTo>
                  <a:pt x="474716" y="40577"/>
                </a:lnTo>
                <a:lnTo>
                  <a:pt x="474716" y="53246"/>
                </a:lnTo>
                <a:lnTo>
                  <a:pt x="474711" y="53633"/>
                </a:lnTo>
                <a:lnTo>
                  <a:pt x="474699" y="54012"/>
                </a:lnTo>
                <a:lnTo>
                  <a:pt x="474677" y="54384"/>
                </a:lnTo>
                <a:lnTo>
                  <a:pt x="474648" y="54749"/>
                </a:lnTo>
                <a:lnTo>
                  <a:pt x="474610" y="55107"/>
                </a:lnTo>
                <a:lnTo>
                  <a:pt x="474563" y="55458"/>
                </a:lnTo>
                <a:lnTo>
                  <a:pt x="474509" y="55801"/>
                </a:lnTo>
                <a:lnTo>
                  <a:pt x="474445" y="56138"/>
                </a:lnTo>
                <a:lnTo>
                  <a:pt x="474373" y="56467"/>
                </a:lnTo>
                <a:lnTo>
                  <a:pt x="474293" y="56789"/>
                </a:lnTo>
                <a:lnTo>
                  <a:pt x="474204" y="57104"/>
                </a:lnTo>
                <a:lnTo>
                  <a:pt x="474107" y="57411"/>
                </a:lnTo>
                <a:lnTo>
                  <a:pt x="474002" y="57712"/>
                </a:lnTo>
                <a:lnTo>
                  <a:pt x="473888" y="58005"/>
                </a:lnTo>
                <a:lnTo>
                  <a:pt x="473765" y="58292"/>
                </a:lnTo>
                <a:lnTo>
                  <a:pt x="473634" y="58571"/>
                </a:lnTo>
                <a:lnTo>
                  <a:pt x="473495" y="58842"/>
                </a:lnTo>
                <a:lnTo>
                  <a:pt x="473347" y="59107"/>
                </a:lnTo>
                <a:lnTo>
                  <a:pt x="473191" y="59364"/>
                </a:lnTo>
                <a:lnTo>
                  <a:pt x="473026" y="59615"/>
                </a:lnTo>
                <a:lnTo>
                  <a:pt x="472853" y="59858"/>
                </a:lnTo>
                <a:lnTo>
                  <a:pt x="472671" y="60094"/>
                </a:lnTo>
                <a:lnTo>
                  <a:pt x="472481" y="60323"/>
                </a:lnTo>
                <a:lnTo>
                  <a:pt x="472282" y="60544"/>
                </a:lnTo>
                <a:lnTo>
                  <a:pt x="472076" y="60758"/>
                </a:lnTo>
                <a:lnTo>
                  <a:pt x="471863" y="60962"/>
                </a:lnTo>
                <a:lnTo>
                  <a:pt x="471643" y="61157"/>
                </a:lnTo>
                <a:lnTo>
                  <a:pt x="471417" y="61344"/>
                </a:lnTo>
                <a:lnTo>
                  <a:pt x="471183" y="61521"/>
                </a:lnTo>
                <a:lnTo>
                  <a:pt x="470943" y="61689"/>
                </a:lnTo>
                <a:lnTo>
                  <a:pt x="470696" y="61848"/>
                </a:lnTo>
                <a:lnTo>
                  <a:pt x="470442" y="61997"/>
                </a:lnTo>
                <a:lnTo>
                  <a:pt x="470181" y="62138"/>
                </a:lnTo>
                <a:lnTo>
                  <a:pt x="469913" y="62270"/>
                </a:lnTo>
                <a:lnTo>
                  <a:pt x="469638" y="62392"/>
                </a:lnTo>
                <a:lnTo>
                  <a:pt x="469357" y="62506"/>
                </a:lnTo>
                <a:lnTo>
                  <a:pt x="469068" y="62610"/>
                </a:lnTo>
                <a:lnTo>
                  <a:pt x="468773" y="62706"/>
                </a:lnTo>
                <a:lnTo>
                  <a:pt x="468471" y="62792"/>
                </a:lnTo>
                <a:lnTo>
                  <a:pt x="468162" y="62869"/>
                </a:lnTo>
                <a:lnTo>
                  <a:pt x="467846" y="62937"/>
                </a:lnTo>
                <a:lnTo>
                  <a:pt x="467524" y="62996"/>
                </a:lnTo>
                <a:lnTo>
                  <a:pt x="467194" y="63046"/>
                </a:lnTo>
                <a:lnTo>
                  <a:pt x="466858" y="63087"/>
                </a:lnTo>
                <a:lnTo>
                  <a:pt x="466514" y="63119"/>
                </a:lnTo>
                <a:lnTo>
                  <a:pt x="466164" y="63142"/>
                </a:lnTo>
                <a:lnTo>
                  <a:pt x="465807" y="63155"/>
                </a:lnTo>
                <a:lnTo>
                  <a:pt x="465444" y="63160"/>
                </a:lnTo>
                <a:lnTo>
                  <a:pt x="465080" y="63155"/>
                </a:lnTo>
                <a:lnTo>
                  <a:pt x="464722" y="63142"/>
                </a:lnTo>
                <a:lnTo>
                  <a:pt x="464372" y="63120"/>
                </a:lnTo>
                <a:lnTo>
                  <a:pt x="464028" y="63088"/>
                </a:lnTo>
                <a:lnTo>
                  <a:pt x="463691" y="63048"/>
                </a:lnTo>
                <a:close/>
                <a:moveTo>
                  <a:pt x="733694" y="72157"/>
                </a:moveTo>
                <a:lnTo>
                  <a:pt x="733694" y="40577"/>
                </a:lnTo>
                <a:lnTo>
                  <a:pt x="733698" y="40176"/>
                </a:lnTo>
                <a:lnTo>
                  <a:pt x="733711" y="39782"/>
                </a:lnTo>
                <a:lnTo>
                  <a:pt x="733732" y="39395"/>
                </a:lnTo>
                <a:lnTo>
                  <a:pt x="733761" y="39016"/>
                </a:lnTo>
                <a:lnTo>
                  <a:pt x="733799" y="38645"/>
                </a:lnTo>
                <a:lnTo>
                  <a:pt x="733846" y="38282"/>
                </a:lnTo>
                <a:lnTo>
                  <a:pt x="733901" y="37926"/>
                </a:lnTo>
                <a:lnTo>
                  <a:pt x="733964" y="37578"/>
                </a:lnTo>
                <a:lnTo>
                  <a:pt x="734036" y="37238"/>
                </a:lnTo>
                <a:lnTo>
                  <a:pt x="734116" y="36905"/>
                </a:lnTo>
                <a:lnTo>
                  <a:pt x="734205" y="36580"/>
                </a:lnTo>
                <a:lnTo>
                  <a:pt x="734302" y="36262"/>
                </a:lnTo>
                <a:lnTo>
                  <a:pt x="734408" y="35952"/>
                </a:lnTo>
                <a:lnTo>
                  <a:pt x="734522" y="35650"/>
                </a:lnTo>
                <a:lnTo>
                  <a:pt x="734644" y="35356"/>
                </a:lnTo>
                <a:lnTo>
                  <a:pt x="734775" y="35069"/>
                </a:lnTo>
                <a:lnTo>
                  <a:pt x="734915" y="34789"/>
                </a:lnTo>
                <a:lnTo>
                  <a:pt x="735063" y="34518"/>
                </a:lnTo>
                <a:lnTo>
                  <a:pt x="735219" y="34254"/>
                </a:lnTo>
                <a:lnTo>
                  <a:pt x="735384" y="33998"/>
                </a:lnTo>
                <a:lnTo>
                  <a:pt x="735557" y="33749"/>
                </a:lnTo>
                <a:lnTo>
                  <a:pt x="735738" y="33508"/>
                </a:lnTo>
                <a:lnTo>
                  <a:pt x="735929" y="33275"/>
                </a:lnTo>
                <a:lnTo>
                  <a:pt x="736127" y="33049"/>
                </a:lnTo>
                <a:lnTo>
                  <a:pt x="736333" y="32832"/>
                </a:lnTo>
                <a:lnTo>
                  <a:pt x="736547" y="32624"/>
                </a:lnTo>
                <a:lnTo>
                  <a:pt x="736768" y="32425"/>
                </a:lnTo>
                <a:lnTo>
                  <a:pt x="736996" y="32236"/>
                </a:lnTo>
                <a:lnTo>
                  <a:pt x="737231" y="32055"/>
                </a:lnTo>
                <a:lnTo>
                  <a:pt x="737473" y="31884"/>
                </a:lnTo>
                <a:lnTo>
                  <a:pt x="737722" y="31722"/>
                </a:lnTo>
                <a:lnTo>
                  <a:pt x="737979" y="31570"/>
                </a:lnTo>
                <a:lnTo>
                  <a:pt x="738242" y="31427"/>
                </a:lnTo>
                <a:lnTo>
                  <a:pt x="738513" y="31293"/>
                </a:lnTo>
                <a:lnTo>
                  <a:pt x="738791" y="31168"/>
                </a:lnTo>
                <a:lnTo>
                  <a:pt x="739077" y="31052"/>
                </a:lnTo>
                <a:lnTo>
                  <a:pt x="739369" y="30946"/>
                </a:lnTo>
                <a:lnTo>
                  <a:pt x="739668" y="30849"/>
                </a:lnTo>
                <a:lnTo>
                  <a:pt x="739975" y="30761"/>
                </a:lnTo>
                <a:lnTo>
                  <a:pt x="740289" y="30682"/>
                </a:lnTo>
                <a:lnTo>
                  <a:pt x="740610" y="30613"/>
                </a:lnTo>
                <a:lnTo>
                  <a:pt x="740938" y="30553"/>
                </a:lnTo>
                <a:lnTo>
                  <a:pt x="741274" y="30502"/>
                </a:lnTo>
                <a:lnTo>
                  <a:pt x="741616" y="30460"/>
                </a:lnTo>
                <a:lnTo>
                  <a:pt x="741966" y="30428"/>
                </a:lnTo>
                <a:lnTo>
                  <a:pt x="742323" y="30405"/>
                </a:lnTo>
                <a:lnTo>
                  <a:pt x="742687" y="30391"/>
                </a:lnTo>
                <a:lnTo>
                  <a:pt x="743058" y="30386"/>
                </a:lnTo>
                <a:lnTo>
                  <a:pt x="743422" y="30391"/>
                </a:lnTo>
                <a:lnTo>
                  <a:pt x="743780" y="30405"/>
                </a:lnTo>
                <a:lnTo>
                  <a:pt x="744131" y="30428"/>
                </a:lnTo>
                <a:lnTo>
                  <a:pt x="744475" y="30460"/>
                </a:lnTo>
                <a:lnTo>
                  <a:pt x="744813" y="30502"/>
                </a:lnTo>
                <a:lnTo>
                  <a:pt x="745144" y="30553"/>
                </a:lnTo>
                <a:lnTo>
                  <a:pt x="745469" y="30613"/>
                </a:lnTo>
                <a:lnTo>
                  <a:pt x="745787" y="30682"/>
                </a:lnTo>
                <a:lnTo>
                  <a:pt x="746099" y="30761"/>
                </a:lnTo>
                <a:lnTo>
                  <a:pt x="746404" y="30849"/>
                </a:lnTo>
                <a:lnTo>
                  <a:pt x="746703" y="30946"/>
                </a:lnTo>
                <a:lnTo>
                  <a:pt x="746995" y="31052"/>
                </a:lnTo>
                <a:lnTo>
                  <a:pt x="747280" y="31168"/>
                </a:lnTo>
                <a:lnTo>
                  <a:pt x="747559" y="31293"/>
                </a:lnTo>
                <a:lnTo>
                  <a:pt x="747832" y="31427"/>
                </a:lnTo>
                <a:lnTo>
                  <a:pt x="748097" y="31570"/>
                </a:lnTo>
                <a:lnTo>
                  <a:pt x="748357" y="31722"/>
                </a:lnTo>
                <a:lnTo>
                  <a:pt x="748610" y="31884"/>
                </a:lnTo>
                <a:lnTo>
                  <a:pt x="748856" y="32055"/>
                </a:lnTo>
                <a:lnTo>
                  <a:pt x="749096" y="32236"/>
                </a:lnTo>
                <a:lnTo>
                  <a:pt x="749329" y="32425"/>
                </a:lnTo>
                <a:lnTo>
                  <a:pt x="749556" y="32624"/>
                </a:lnTo>
                <a:lnTo>
                  <a:pt x="749776" y="32832"/>
                </a:lnTo>
                <a:lnTo>
                  <a:pt x="749990" y="33049"/>
                </a:lnTo>
                <a:lnTo>
                  <a:pt x="750195" y="33275"/>
                </a:lnTo>
                <a:lnTo>
                  <a:pt x="750393" y="33508"/>
                </a:lnTo>
                <a:lnTo>
                  <a:pt x="750581" y="33749"/>
                </a:lnTo>
                <a:lnTo>
                  <a:pt x="750761" y="33998"/>
                </a:lnTo>
                <a:lnTo>
                  <a:pt x="750932" y="34254"/>
                </a:lnTo>
                <a:lnTo>
                  <a:pt x="751094" y="34518"/>
                </a:lnTo>
                <a:lnTo>
                  <a:pt x="751247" y="34789"/>
                </a:lnTo>
                <a:lnTo>
                  <a:pt x="751392" y="35069"/>
                </a:lnTo>
                <a:lnTo>
                  <a:pt x="751528" y="35356"/>
                </a:lnTo>
                <a:lnTo>
                  <a:pt x="751655" y="35650"/>
                </a:lnTo>
                <a:lnTo>
                  <a:pt x="751773" y="35952"/>
                </a:lnTo>
                <a:lnTo>
                  <a:pt x="751883" y="36262"/>
                </a:lnTo>
                <a:lnTo>
                  <a:pt x="751983" y="36580"/>
                </a:lnTo>
                <a:lnTo>
                  <a:pt x="752076" y="36905"/>
                </a:lnTo>
                <a:lnTo>
                  <a:pt x="752159" y="37238"/>
                </a:lnTo>
                <a:lnTo>
                  <a:pt x="752233" y="37578"/>
                </a:lnTo>
                <a:lnTo>
                  <a:pt x="752299" y="37926"/>
                </a:lnTo>
                <a:lnTo>
                  <a:pt x="752356" y="38282"/>
                </a:lnTo>
                <a:lnTo>
                  <a:pt x="752404" y="38645"/>
                </a:lnTo>
                <a:lnTo>
                  <a:pt x="752444" y="39016"/>
                </a:lnTo>
                <a:lnTo>
                  <a:pt x="752474" y="39395"/>
                </a:lnTo>
                <a:lnTo>
                  <a:pt x="752496" y="39782"/>
                </a:lnTo>
                <a:lnTo>
                  <a:pt x="752509" y="40176"/>
                </a:lnTo>
                <a:lnTo>
                  <a:pt x="752514" y="40577"/>
                </a:lnTo>
                <a:lnTo>
                  <a:pt x="752514" y="43422"/>
                </a:lnTo>
                <a:lnTo>
                  <a:pt x="764540" y="43422"/>
                </a:lnTo>
                <a:lnTo>
                  <a:pt x="764540" y="39751"/>
                </a:lnTo>
                <a:lnTo>
                  <a:pt x="764532" y="39015"/>
                </a:lnTo>
                <a:lnTo>
                  <a:pt x="764507" y="38293"/>
                </a:lnTo>
                <a:lnTo>
                  <a:pt x="764467" y="37585"/>
                </a:lnTo>
                <a:lnTo>
                  <a:pt x="764410" y="36890"/>
                </a:lnTo>
                <a:lnTo>
                  <a:pt x="764337" y="36208"/>
                </a:lnTo>
                <a:lnTo>
                  <a:pt x="764247" y="35539"/>
                </a:lnTo>
                <a:lnTo>
                  <a:pt x="764141" y="34884"/>
                </a:lnTo>
                <a:lnTo>
                  <a:pt x="764020" y="34243"/>
                </a:lnTo>
                <a:lnTo>
                  <a:pt x="763881" y="33614"/>
                </a:lnTo>
                <a:lnTo>
                  <a:pt x="763727" y="33000"/>
                </a:lnTo>
                <a:lnTo>
                  <a:pt x="763556" y="32398"/>
                </a:lnTo>
                <a:lnTo>
                  <a:pt x="763369" y="31810"/>
                </a:lnTo>
                <a:lnTo>
                  <a:pt x="763166" y="31235"/>
                </a:lnTo>
                <a:lnTo>
                  <a:pt x="762947" y="30674"/>
                </a:lnTo>
                <a:lnTo>
                  <a:pt x="762711" y="30126"/>
                </a:lnTo>
                <a:lnTo>
                  <a:pt x="762459" y="29591"/>
                </a:lnTo>
                <a:lnTo>
                  <a:pt x="762191" y="29070"/>
                </a:lnTo>
                <a:lnTo>
                  <a:pt x="761906" y="28563"/>
                </a:lnTo>
                <a:lnTo>
                  <a:pt x="761606" y="28068"/>
                </a:lnTo>
                <a:lnTo>
                  <a:pt x="761289" y="27587"/>
                </a:lnTo>
                <a:lnTo>
                  <a:pt x="760955" y="27120"/>
                </a:lnTo>
                <a:lnTo>
                  <a:pt x="760606" y="26666"/>
                </a:lnTo>
                <a:lnTo>
                  <a:pt x="760240" y="26225"/>
                </a:lnTo>
                <a:lnTo>
                  <a:pt x="759858" y="25797"/>
                </a:lnTo>
                <a:lnTo>
                  <a:pt x="759462" y="25385"/>
                </a:lnTo>
                <a:lnTo>
                  <a:pt x="759054" y="24991"/>
                </a:lnTo>
                <a:lnTo>
                  <a:pt x="758633" y="24614"/>
                </a:lnTo>
                <a:lnTo>
                  <a:pt x="758201" y="24254"/>
                </a:lnTo>
                <a:lnTo>
                  <a:pt x="757756" y="23912"/>
                </a:lnTo>
                <a:lnTo>
                  <a:pt x="757299" y="23588"/>
                </a:lnTo>
                <a:lnTo>
                  <a:pt x="756830" y="23281"/>
                </a:lnTo>
                <a:lnTo>
                  <a:pt x="756349" y="22992"/>
                </a:lnTo>
                <a:lnTo>
                  <a:pt x="755856" y="22720"/>
                </a:lnTo>
                <a:lnTo>
                  <a:pt x="755351" y="22466"/>
                </a:lnTo>
                <a:lnTo>
                  <a:pt x="754834" y="22229"/>
                </a:lnTo>
                <a:lnTo>
                  <a:pt x="754304" y="22010"/>
                </a:lnTo>
                <a:lnTo>
                  <a:pt x="753763" y="21808"/>
                </a:lnTo>
                <a:lnTo>
                  <a:pt x="753209" y="21624"/>
                </a:lnTo>
                <a:lnTo>
                  <a:pt x="752643" y="21458"/>
                </a:lnTo>
                <a:lnTo>
                  <a:pt x="752065" y="21308"/>
                </a:lnTo>
                <a:lnTo>
                  <a:pt x="751475" y="21177"/>
                </a:lnTo>
                <a:lnTo>
                  <a:pt x="750873" y="21063"/>
                </a:lnTo>
                <a:lnTo>
                  <a:pt x="750259" y="20967"/>
                </a:lnTo>
                <a:lnTo>
                  <a:pt x="749632" y="20888"/>
                </a:lnTo>
                <a:lnTo>
                  <a:pt x="748994" y="20826"/>
                </a:lnTo>
                <a:lnTo>
                  <a:pt x="748343" y="20782"/>
                </a:lnTo>
                <a:lnTo>
                  <a:pt x="747681" y="20756"/>
                </a:lnTo>
                <a:lnTo>
                  <a:pt x="747006" y="20747"/>
                </a:lnTo>
                <a:lnTo>
                  <a:pt x="746415" y="20755"/>
                </a:lnTo>
                <a:lnTo>
                  <a:pt x="745837" y="20776"/>
                </a:lnTo>
                <a:lnTo>
                  <a:pt x="745270" y="20812"/>
                </a:lnTo>
                <a:lnTo>
                  <a:pt x="744716" y="20862"/>
                </a:lnTo>
                <a:lnTo>
                  <a:pt x="744173" y="20927"/>
                </a:lnTo>
                <a:lnTo>
                  <a:pt x="743643" y="21006"/>
                </a:lnTo>
                <a:lnTo>
                  <a:pt x="743125" y="21099"/>
                </a:lnTo>
                <a:lnTo>
                  <a:pt x="742619" y="21206"/>
                </a:lnTo>
                <a:lnTo>
                  <a:pt x="742126" y="21328"/>
                </a:lnTo>
                <a:lnTo>
                  <a:pt x="741644" y="21465"/>
                </a:lnTo>
                <a:lnTo>
                  <a:pt x="741174" y="21615"/>
                </a:lnTo>
                <a:lnTo>
                  <a:pt x="740717" y="21780"/>
                </a:lnTo>
                <a:lnTo>
                  <a:pt x="740271" y="21959"/>
                </a:lnTo>
                <a:lnTo>
                  <a:pt x="739838" y="22153"/>
                </a:lnTo>
                <a:lnTo>
                  <a:pt x="739417" y="22361"/>
                </a:lnTo>
                <a:lnTo>
                  <a:pt x="739008" y="22583"/>
                </a:lnTo>
                <a:lnTo>
                  <a:pt x="738611" y="22820"/>
                </a:lnTo>
                <a:lnTo>
                  <a:pt x="738226" y="23071"/>
                </a:lnTo>
                <a:lnTo>
                  <a:pt x="737854" y="23336"/>
                </a:lnTo>
                <a:lnTo>
                  <a:pt x="737493" y="23616"/>
                </a:lnTo>
                <a:lnTo>
                  <a:pt x="737145" y="23910"/>
                </a:lnTo>
                <a:lnTo>
                  <a:pt x="736808" y="24219"/>
                </a:lnTo>
                <a:lnTo>
                  <a:pt x="736484" y="24541"/>
                </a:lnTo>
                <a:lnTo>
                  <a:pt x="736172" y="24878"/>
                </a:lnTo>
                <a:lnTo>
                  <a:pt x="735872" y="25230"/>
                </a:lnTo>
                <a:lnTo>
                  <a:pt x="735585" y="25595"/>
                </a:lnTo>
                <a:lnTo>
                  <a:pt x="735311" y="25974"/>
                </a:lnTo>
                <a:lnTo>
                  <a:pt x="735050" y="26368"/>
                </a:lnTo>
                <a:lnTo>
                  <a:pt x="734801" y="26775"/>
                </a:lnTo>
                <a:lnTo>
                  <a:pt x="734566" y="27196"/>
                </a:lnTo>
                <a:lnTo>
                  <a:pt x="734343" y="27632"/>
                </a:lnTo>
                <a:lnTo>
                  <a:pt x="734132" y="28081"/>
                </a:lnTo>
                <a:lnTo>
                  <a:pt x="733935" y="28545"/>
                </a:lnTo>
                <a:lnTo>
                  <a:pt x="733750" y="29022"/>
                </a:lnTo>
                <a:lnTo>
                  <a:pt x="733578" y="29514"/>
                </a:lnTo>
                <a:lnTo>
                  <a:pt x="733418" y="30019"/>
                </a:lnTo>
                <a:lnTo>
                  <a:pt x="733272" y="30539"/>
                </a:lnTo>
                <a:lnTo>
                  <a:pt x="733138" y="31073"/>
                </a:lnTo>
                <a:lnTo>
                  <a:pt x="733087" y="31304"/>
                </a:lnTo>
                <a:lnTo>
                  <a:pt x="733052" y="31304"/>
                </a:lnTo>
                <a:lnTo>
                  <a:pt x="733052" y="21665"/>
                </a:lnTo>
                <a:lnTo>
                  <a:pt x="722218" y="21665"/>
                </a:lnTo>
                <a:lnTo>
                  <a:pt x="722218" y="72157"/>
                </a:lnTo>
                <a:lnTo>
                  <a:pt x="733694" y="72157"/>
                </a:lnTo>
                <a:close/>
                <a:moveTo>
                  <a:pt x="629519" y="40383"/>
                </a:moveTo>
                <a:lnTo>
                  <a:pt x="629557" y="40162"/>
                </a:lnTo>
                <a:lnTo>
                  <a:pt x="629594" y="39938"/>
                </a:lnTo>
                <a:lnTo>
                  <a:pt x="629632" y="39713"/>
                </a:lnTo>
                <a:lnTo>
                  <a:pt x="629669" y="39485"/>
                </a:lnTo>
                <a:lnTo>
                  <a:pt x="629706" y="39255"/>
                </a:lnTo>
                <a:lnTo>
                  <a:pt x="629743" y="39024"/>
                </a:lnTo>
                <a:lnTo>
                  <a:pt x="629779" y="38790"/>
                </a:lnTo>
                <a:lnTo>
                  <a:pt x="629816" y="38554"/>
                </a:lnTo>
                <a:lnTo>
                  <a:pt x="629852" y="38316"/>
                </a:lnTo>
                <a:lnTo>
                  <a:pt x="629888" y="38076"/>
                </a:lnTo>
                <a:lnTo>
                  <a:pt x="629925" y="37833"/>
                </a:lnTo>
                <a:lnTo>
                  <a:pt x="629960" y="37589"/>
                </a:lnTo>
                <a:lnTo>
                  <a:pt x="629996" y="37343"/>
                </a:lnTo>
                <a:lnTo>
                  <a:pt x="630032" y="37094"/>
                </a:lnTo>
                <a:lnTo>
                  <a:pt x="630067" y="36844"/>
                </a:lnTo>
                <a:lnTo>
                  <a:pt x="630103" y="36591"/>
                </a:lnTo>
                <a:lnTo>
                  <a:pt x="630138" y="36337"/>
                </a:lnTo>
                <a:lnTo>
                  <a:pt x="630173" y="36080"/>
                </a:lnTo>
                <a:lnTo>
                  <a:pt x="630207" y="35821"/>
                </a:lnTo>
                <a:lnTo>
                  <a:pt x="630242" y="35561"/>
                </a:lnTo>
                <a:lnTo>
                  <a:pt x="630277" y="35298"/>
                </a:lnTo>
                <a:lnTo>
                  <a:pt x="630311" y="35036"/>
                </a:lnTo>
                <a:lnTo>
                  <a:pt x="630345" y="34778"/>
                </a:lnTo>
                <a:lnTo>
                  <a:pt x="630378" y="34524"/>
                </a:lnTo>
                <a:lnTo>
                  <a:pt x="630411" y="34274"/>
                </a:lnTo>
                <a:lnTo>
                  <a:pt x="630443" y="34028"/>
                </a:lnTo>
                <a:lnTo>
                  <a:pt x="630475" y="33786"/>
                </a:lnTo>
                <a:lnTo>
                  <a:pt x="630506" y="33548"/>
                </a:lnTo>
                <a:lnTo>
                  <a:pt x="630537" y="33314"/>
                </a:lnTo>
                <a:lnTo>
                  <a:pt x="630567" y="33084"/>
                </a:lnTo>
                <a:lnTo>
                  <a:pt x="630597" y="32858"/>
                </a:lnTo>
                <a:lnTo>
                  <a:pt x="630627" y="32636"/>
                </a:lnTo>
                <a:lnTo>
                  <a:pt x="630656" y="32418"/>
                </a:lnTo>
                <a:lnTo>
                  <a:pt x="630684" y="32203"/>
                </a:lnTo>
                <a:lnTo>
                  <a:pt x="630712" y="31993"/>
                </a:lnTo>
                <a:lnTo>
                  <a:pt x="630740" y="31787"/>
                </a:lnTo>
                <a:lnTo>
                  <a:pt x="630767" y="31585"/>
                </a:lnTo>
                <a:lnTo>
                  <a:pt x="630793" y="31387"/>
                </a:lnTo>
                <a:lnTo>
                  <a:pt x="630819" y="31193"/>
                </a:lnTo>
                <a:lnTo>
                  <a:pt x="630845" y="31003"/>
                </a:lnTo>
                <a:lnTo>
                  <a:pt x="630870" y="30817"/>
                </a:lnTo>
                <a:lnTo>
                  <a:pt x="630895" y="30634"/>
                </a:lnTo>
                <a:lnTo>
                  <a:pt x="630919" y="30456"/>
                </a:lnTo>
                <a:lnTo>
                  <a:pt x="630943" y="30282"/>
                </a:lnTo>
                <a:lnTo>
                  <a:pt x="630966" y="30112"/>
                </a:lnTo>
                <a:lnTo>
                  <a:pt x="630989" y="30282"/>
                </a:lnTo>
                <a:lnTo>
                  <a:pt x="631013" y="30456"/>
                </a:lnTo>
                <a:lnTo>
                  <a:pt x="631037" y="30634"/>
                </a:lnTo>
                <a:lnTo>
                  <a:pt x="631063" y="30817"/>
                </a:lnTo>
                <a:lnTo>
                  <a:pt x="631088" y="31003"/>
                </a:lnTo>
                <a:lnTo>
                  <a:pt x="631115" y="31193"/>
                </a:lnTo>
                <a:lnTo>
                  <a:pt x="631142" y="31387"/>
                </a:lnTo>
                <a:lnTo>
                  <a:pt x="631169" y="31585"/>
                </a:lnTo>
                <a:lnTo>
                  <a:pt x="631198" y="31787"/>
                </a:lnTo>
                <a:lnTo>
                  <a:pt x="631227" y="31993"/>
                </a:lnTo>
                <a:lnTo>
                  <a:pt x="631256" y="32203"/>
                </a:lnTo>
                <a:lnTo>
                  <a:pt x="631287" y="32418"/>
                </a:lnTo>
                <a:lnTo>
                  <a:pt x="631318" y="32636"/>
                </a:lnTo>
                <a:lnTo>
                  <a:pt x="631349" y="32858"/>
                </a:lnTo>
                <a:lnTo>
                  <a:pt x="631381" y="33084"/>
                </a:lnTo>
                <a:lnTo>
                  <a:pt x="631414" y="33314"/>
                </a:lnTo>
                <a:lnTo>
                  <a:pt x="631448" y="33548"/>
                </a:lnTo>
                <a:lnTo>
                  <a:pt x="631482" y="33786"/>
                </a:lnTo>
                <a:lnTo>
                  <a:pt x="631516" y="34028"/>
                </a:lnTo>
                <a:lnTo>
                  <a:pt x="631552" y="34274"/>
                </a:lnTo>
                <a:lnTo>
                  <a:pt x="631588" y="34524"/>
                </a:lnTo>
                <a:lnTo>
                  <a:pt x="631625" y="34778"/>
                </a:lnTo>
                <a:lnTo>
                  <a:pt x="631662" y="35036"/>
                </a:lnTo>
                <a:lnTo>
                  <a:pt x="631700" y="35298"/>
                </a:lnTo>
                <a:lnTo>
                  <a:pt x="631738" y="35561"/>
                </a:lnTo>
                <a:lnTo>
                  <a:pt x="631776" y="35821"/>
                </a:lnTo>
                <a:lnTo>
                  <a:pt x="631813" y="36080"/>
                </a:lnTo>
                <a:lnTo>
                  <a:pt x="631850" y="36337"/>
                </a:lnTo>
                <a:lnTo>
                  <a:pt x="631887" y="36591"/>
                </a:lnTo>
                <a:lnTo>
                  <a:pt x="631924" y="36844"/>
                </a:lnTo>
                <a:lnTo>
                  <a:pt x="631960" y="37094"/>
                </a:lnTo>
                <a:lnTo>
                  <a:pt x="631996" y="37343"/>
                </a:lnTo>
                <a:lnTo>
                  <a:pt x="632031" y="37589"/>
                </a:lnTo>
                <a:lnTo>
                  <a:pt x="632067" y="37833"/>
                </a:lnTo>
                <a:lnTo>
                  <a:pt x="632102" y="38076"/>
                </a:lnTo>
                <a:lnTo>
                  <a:pt x="632136" y="38316"/>
                </a:lnTo>
                <a:lnTo>
                  <a:pt x="632171" y="38554"/>
                </a:lnTo>
                <a:lnTo>
                  <a:pt x="632204" y="38790"/>
                </a:lnTo>
                <a:lnTo>
                  <a:pt x="632238" y="39024"/>
                </a:lnTo>
                <a:lnTo>
                  <a:pt x="632271" y="39255"/>
                </a:lnTo>
                <a:lnTo>
                  <a:pt x="632304" y="39485"/>
                </a:lnTo>
                <a:lnTo>
                  <a:pt x="632337" y="39713"/>
                </a:lnTo>
                <a:lnTo>
                  <a:pt x="632369" y="39938"/>
                </a:lnTo>
                <a:lnTo>
                  <a:pt x="632401" y="40162"/>
                </a:lnTo>
                <a:lnTo>
                  <a:pt x="632433" y="40383"/>
                </a:lnTo>
                <a:lnTo>
                  <a:pt x="632465" y="40603"/>
                </a:lnTo>
                <a:lnTo>
                  <a:pt x="632496" y="40820"/>
                </a:lnTo>
                <a:lnTo>
                  <a:pt x="632526" y="41035"/>
                </a:lnTo>
                <a:lnTo>
                  <a:pt x="636933" y="72157"/>
                </a:lnTo>
                <a:lnTo>
                  <a:pt x="648776" y="72157"/>
                </a:lnTo>
                <a:lnTo>
                  <a:pt x="656671" y="21665"/>
                </a:lnTo>
                <a:lnTo>
                  <a:pt x="647490" y="21665"/>
                </a:lnTo>
                <a:lnTo>
                  <a:pt x="642992" y="52603"/>
                </a:lnTo>
                <a:lnTo>
                  <a:pt x="642969" y="52819"/>
                </a:lnTo>
                <a:lnTo>
                  <a:pt x="642945" y="53036"/>
                </a:lnTo>
                <a:lnTo>
                  <a:pt x="642921" y="53257"/>
                </a:lnTo>
                <a:lnTo>
                  <a:pt x="642896" y="53479"/>
                </a:lnTo>
                <a:lnTo>
                  <a:pt x="642871" y="53704"/>
                </a:lnTo>
                <a:lnTo>
                  <a:pt x="642845" y="53932"/>
                </a:lnTo>
                <a:lnTo>
                  <a:pt x="642819" y="54161"/>
                </a:lnTo>
                <a:lnTo>
                  <a:pt x="642793" y="54393"/>
                </a:lnTo>
                <a:lnTo>
                  <a:pt x="642766" y="54628"/>
                </a:lnTo>
                <a:lnTo>
                  <a:pt x="642738" y="54865"/>
                </a:lnTo>
                <a:lnTo>
                  <a:pt x="642710" y="55104"/>
                </a:lnTo>
                <a:lnTo>
                  <a:pt x="642682" y="55346"/>
                </a:lnTo>
                <a:lnTo>
                  <a:pt x="642653" y="55590"/>
                </a:lnTo>
                <a:lnTo>
                  <a:pt x="642623" y="55837"/>
                </a:lnTo>
                <a:lnTo>
                  <a:pt x="642593" y="56086"/>
                </a:lnTo>
                <a:lnTo>
                  <a:pt x="642563" y="56337"/>
                </a:lnTo>
                <a:lnTo>
                  <a:pt x="642532" y="56591"/>
                </a:lnTo>
                <a:lnTo>
                  <a:pt x="642501" y="56847"/>
                </a:lnTo>
                <a:lnTo>
                  <a:pt x="642469" y="57105"/>
                </a:lnTo>
                <a:lnTo>
                  <a:pt x="642437" y="57366"/>
                </a:lnTo>
                <a:lnTo>
                  <a:pt x="642404" y="57629"/>
                </a:lnTo>
                <a:lnTo>
                  <a:pt x="642371" y="57895"/>
                </a:lnTo>
                <a:lnTo>
                  <a:pt x="642337" y="58163"/>
                </a:lnTo>
                <a:lnTo>
                  <a:pt x="642303" y="58433"/>
                </a:lnTo>
                <a:lnTo>
                  <a:pt x="642269" y="58703"/>
                </a:lnTo>
                <a:lnTo>
                  <a:pt x="642236" y="58969"/>
                </a:lnTo>
                <a:lnTo>
                  <a:pt x="642203" y="59231"/>
                </a:lnTo>
                <a:lnTo>
                  <a:pt x="642172" y="59490"/>
                </a:lnTo>
                <a:lnTo>
                  <a:pt x="642141" y="59745"/>
                </a:lnTo>
                <a:lnTo>
                  <a:pt x="642111" y="59997"/>
                </a:lnTo>
                <a:lnTo>
                  <a:pt x="642082" y="60244"/>
                </a:lnTo>
                <a:lnTo>
                  <a:pt x="642053" y="60488"/>
                </a:lnTo>
                <a:lnTo>
                  <a:pt x="642026" y="60729"/>
                </a:lnTo>
                <a:lnTo>
                  <a:pt x="641999" y="60965"/>
                </a:lnTo>
                <a:lnTo>
                  <a:pt x="641973" y="61199"/>
                </a:lnTo>
                <a:lnTo>
                  <a:pt x="641948" y="61428"/>
                </a:lnTo>
                <a:lnTo>
                  <a:pt x="641923" y="61654"/>
                </a:lnTo>
                <a:lnTo>
                  <a:pt x="641900" y="61876"/>
                </a:lnTo>
                <a:lnTo>
                  <a:pt x="641877" y="62094"/>
                </a:lnTo>
                <a:lnTo>
                  <a:pt x="641855" y="62309"/>
                </a:lnTo>
                <a:lnTo>
                  <a:pt x="641834" y="62520"/>
                </a:lnTo>
                <a:lnTo>
                  <a:pt x="641813" y="62727"/>
                </a:lnTo>
                <a:lnTo>
                  <a:pt x="641794" y="62931"/>
                </a:lnTo>
                <a:lnTo>
                  <a:pt x="641775" y="63131"/>
                </a:lnTo>
                <a:lnTo>
                  <a:pt x="641757" y="63328"/>
                </a:lnTo>
                <a:lnTo>
                  <a:pt x="641739" y="63521"/>
                </a:lnTo>
                <a:lnTo>
                  <a:pt x="641723" y="63710"/>
                </a:lnTo>
                <a:lnTo>
                  <a:pt x="641707" y="63895"/>
                </a:lnTo>
                <a:lnTo>
                  <a:pt x="641684" y="63717"/>
                </a:lnTo>
                <a:lnTo>
                  <a:pt x="641660" y="63535"/>
                </a:lnTo>
                <a:lnTo>
                  <a:pt x="641635" y="63349"/>
                </a:lnTo>
                <a:lnTo>
                  <a:pt x="641610" y="63159"/>
                </a:lnTo>
                <a:lnTo>
                  <a:pt x="641584" y="62965"/>
                </a:lnTo>
                <a:lnTo>
                  <a:pt x="641558" y="62767"/>
                </a:lnTo>
                <a:lnTo>
                  <a:pt x="641531" y="62565"/>
                </a:lnTo>
                <a:lnTo>
                  <a:pt x="641503" y="62360"/>
                </a:lnTo>
                <a:lnTo>
                  <a:pt x="641475" y="62150"/>
                </a:lnTo>
                <a:lnTo>
                  <a:pt x="641445" y="61936"/>
                </a:lnTo>
                <a:lnTo>
                  <a:pt x="641416" y="61718"/>
                </a:lnTo>
                <a:lnTo>
                  <a:pt x="641385" y="61496"/>
                </a:lnTo>
                <a:lnTo>
                  <a:pt x="641354" y="61270"/>
                </a:lnTo>
                <a:lnTo>
                  <a:pt x="641323" y="61041"/>
                </a:lnTo>
                <a:lnTo>
                  <a:pt x="641291" y="60807"/>
                </a:lnTo>
                <a:lnTo>
                  <a:pt x="641258" y="60569"/>
                </a:lnTo>
                <a:lnTo>
                  <a:pt x="641224" y="60328"/>
                </a:lnTo>
                <a:lnTo>
                  <a:pt x="641190" y="60082"/>
                </a:lnTo>
                <a:lnTo>
                  <a:pt x="641155" y="59832"/>
                </a:lnTo>
                <a:lnTo>
                  <a:pt x="641120" y="59579"/>
                </a:lnTo>
                <a:lnTo>
                  <a:pt x="641084" y="59321"/>
                </a:lnTo>
                <a:lnTo>
                  <a:pt x="641047" y="59060"/>
                </a:lnTo>
                <a:lnTo>
                  <a:pt x="641010" y="58794"/>
                </a:lnTo>
                <a:lnTo>
                  <a:pt x="640972" y="58524"/>
                </a:lnTo>
                <a:lnTo>
                  <a:pt x="640934" y="58254"/>
                </a:lnTo>
                <a:lnTo>
                  <a:pt x="640896" y="57985"/>
                </a:lnTo>
                <a:lnTo>
                  <a:pt x="640859" y="57719"/>
                </a:lnTo>
                <a:lnTo>
                  <a:pt x="640822" y="57454"/>
                </a:lnTo>
                <a:lnTo>
                  <a:pt x="640785" y="57192"/>
                </a:lnTo>
                <a:lnTo>
                  <a:pt x="640748" y="56932"/>
                </a:lnTo>
                <a:lnTo>
                  <a:pt x="640712" y="56674"/>
                </a:lnTo>
                <a:lnTo>
                  <a:pt x="640676" y="56418"/>
                </a:lnTo>
                <a:lnTo>
                  <a:pt x="640641" y="56164"/>
                </a:lnTo>
                <a:lnTo>
                  <a:pt x="640606" y="55912"/>
                </a:lnTo>
                <a:lnTo>
                  <a:pt x="640571" y="55662"/>
                </a:lnTo>
                <a:lnTo>
                  <a:pt x="640536" y="55414"/>
                </a:lnTo>
                <a:lnTo>
                  <a:pt x="640502" y="55169"/>
                </a:lnTo>
                <a:lnTo>
                  <a:pt x="640468" y="54925"/>
                </a:lnTo>
                <a:lnTo>
                  <a:pt x="640434" y="54683"/>
                </a:lnTo>
                <a:lnTo>
                  <a:pt x="640401" y="54444"/>
                </a:lnTo>
                <a:lnTo>
                  <a:pt x="640368" y="54207"/>
                </a:lnTo>
                <a:lnTo>
                  <a:pt x="640335" y="53971"/>
                </a:lnTo>
                <a:lnTo>
                  <a:pt x="640303" y="53738"/>
                </a:lnTo>
                <a:lnTo>
                  <a:pt x="640271" y="53507"/>
                </a:lnTo>
                <a:lnTo>
                  <a:pt x="640239" y="53278"/>
                </a:lnTo>
                <a:lnTo>
                  <a:pt x="640207" y="53051"/>
                </a:lnTo>
                <a:lnTo>
                  <a:pt x="640176" y="52826"/>
                </a:lnTo>
                <a:lnTo>
                  <a:pt x="640145" y="52603"/>
                </a:lnTo>
                <a:lnTo>
                  <a:pt x="635464" y="21665"/>
                </a:lnTo>
                <a:lnTo>
                  <a:pt x="626559" y="21665"/>
                </a:lnTo>
                <a:lnTo>
                  <a:pt x="621785" y="52603"/>
                </a:lnTo>
                <a:lnTo>
                  <a:pt x="621754" y="52826"/>
                </a:lnTo>
                <a:lnTo>
                  <a:pt x="621723" y="53051"/>
                </a:lnTo>
                <a:lnTo>
                  <a:pt x="621692" y="53277"/>
                </a:lnTo>
                <a:lnTo>
                  <a:pt x="621660" y="53506"/>
                </a:lnTo>
                <a:lnTo>
                  <a:pt x="621628" y="53736"/>
                </a:lnTo>
                <a:lnTo>
                  <a:pt x="621596" y="53968"/>
                </a:lnTo>
                <a:lnTo>
                  <a:pt x="621563" y="54203"/>
                </a:lnTo>
                <a:lnTo>
                  <a:pt x="621530" y="54439"/>
                </a:lnTo>
                <a:lnTo>
                  <a:pt x="621497" y="54677"/>
                </a:lnTo>
                <a:lnTo>
                  <a:pt x="621463" y="54917"/>
                </a:lnTo>
                <a:lnTo>
                  <a:pt x="621429" y="55159"/>
                </a:lnTo>
                <a:lnTo>
                  <a:pt x="621395" y="55403"/>
                </a:lnTo>
                <a:lnTo>
                  <a:pt x="621360" y="55648"/>
                </a:lnTo>
                <a:lnTo>
                  <a:pt x="621325" y="55896"/>
                </a:lnTo>
                <a:lnTo>
                  <a:pt x="621290" y="56146"/>
                </a:lnTo>
                <a:lnTo>
                  <a:pt x="621255" y="56397"/>
                </a:lnTo>
                <a:lnTo>
                  <a:pt x="621219" y="56651"/>
                </a:lnTo>
                <a:lnTo>
                  <a:pt x="621182" y="56906"/>
                </a:lnTo>
                <a:lnTo>
                  <a:pt x="621146" y="57163"/>
                </a:lnTo>
                <a:lnTo>
                  <a:pt x="621109" y="57422"/>
                </a:lnTo>
                <a:lnTo>
                  <a:pt x="621072" y="57683"/>
                </a:lnTo>
                <a:lnTo>
                  <a:pt x="621034" y="57946"/>
                </a:lnTo>
                <a:lnTo>
                  <a:pt x="620997" y="58211"/>
                </a:lnTo>
                <a:lnTo>
                  <a:pt x="620958" y="58478"/>
                </a:lnTo>
                <a:lnTo>
                  <a:pt x="620921" y="58744"/>
                </a:lnTo>
                <a:lnTo>
                  <a:pt x="620883" y="59006"/>
                </a:lnTo>
                <a:lnTo>
                  <a:pt x="620847" y="59264"/>
                </a:lnTo>
                <a:lnTo>
                  <a:pt x="620811" y="59519"/>
                </a:lnTo>
                <a:lnTo>
                  <a:pt x="620776" y="59769"/>
                </a:lnTo>
                <a:lnTo>
                  <a:pt x="620741" y="60016"/>
                </a:lnTo>
                <a:lnTo>
                  <a:pt x="620707" y="60259"/>
                </a:lnTo>
                <a:lnTo>
                  <a:pt x="620673" y="60498"/>
                </a:lnTo>
                <a:lnTo>
                  <a:pt x="620641" y="60733"/>
                </a:lnTo>
                <a:lnTo>
                  <a:pt x="620608" y="60965"/>
                </a:lnTo>
                <a:lnTo>
                  <a:pt x="620577" y="61192"/>
                </a:lnTo>
                <a:lnTo>
                  <a:pt x="620546" y="61416"/>
                </a:lnTo>
                <a:lnTo>
                  <a:pt x="620516" y="61636"/>
                </a:lnTo>
                <a:lnTo>
                  <a:pt x="620486" y="61852"/>
                </a:lnTo>
                <a:lnTo>
                  <a:pt x="620457" y="62064"/>
                </a:lnTo>
                <a:lnTo>
                  <a:pt x="620429" y="62273"/>
                </a:lnTo>
                <a:lnTo>
                  <a:pt x="620401" y="62477"/>
                </a:lnTo>
                <a:lnTo>
                  <a:pt x="620374" y="62678"/>
                </a:lnTo>
                <a:lnTo>
                  <a:pt x="620347" y="62875"/>
                </a:lnTo>
                <a:lnTo>
                  <a:pt x="620322" y="63068"/>
                </a:lnTo>
                <a:lnTo>
                  <a:pt x="620296" y="63258"/>
                </a:lnTo>
                <a:lnTo>
                  <a:pt x="620272" y="63443"/>
                </a:lnTo>
                <a:lnTo>
                  <a:pt x="620248" y="63625"/>
                </a:lnTo>
                <a:lnTo>
                  <a:pt x="620224" y="63803"/>
                </a:lnTo>
                <a:lnTo>
                  <a:pt x="620209" y="63625"/>
                </a:lnTo>
                <a:lnTo>
                  <a:pt x="620193" y="63443"/>
                </a:lnTo>
                <a:lnTo>
                  <a:pt x="620176" y="63258"/>
                </a:lnTo>
                <a:lnTo>
                  <a:pt x="620159" y="63068"/>
                </a:lnTo>
                <a:lnTo>
                  <a:pt x="620142" y="62875"/>
                </a:lnTo>
                <a:lnTo>
                  <a:pt x="620124" y="62678"/>
                </a:lnTo>
                <a:lnTo>
                  <a:pt x="620106" y="62477"/>
                </a:lnTo>
                <a:lnTo>
                  <a:pt x="620087" y="62273"/>
                </a:lnTo>
                <a:lnTo>
                  <a:pt x="620067" y="62064"/>
                </a:lnTo>
                <a:lnTo>
                  <a:pt x="620047" y="61852"/>
                </a:lnTo>
                <a:lnTo>
                  <a:pt x="620027" y="61636"/>
                </a:lnTo>
                <a:lnTo>
                  <a:pt x="620006" y="61416"/>
                </a:lnTo>
                <a:lnTo>
                  <a:pt x="619985" y="61192"/>
                </a:lnTo>
                <a:lnTo>
                  <a:pt x="619963" y="60965"/>
                </a:lnTo>
                <a:lnTo>
                  <a:pt x="619941" y="60733"/>
                </a:lnTo>
                <a:lnTo>
                  <a:pt x="619918" y="60498"/>
                </a:lnTo>
                <a:lnTo>
                  <a:pt x="619895" y="60259"/>
                </a:lnTo>
                <a:lnTo>
                  <a:pt x="619871" y="60016"/>
                </a:lnTo>
                <a:lnTo>
                  <a:pt x="619847" y="59769"/>
                </a:lnTo>
                <a:lnTo>
                  <a:pt x="619822" y="59519"/>
                </a:lnTo>
                <a:lnTo>
                  <a:pt x="619797" y="59264"/>
                </a:lnTo>
                <a:lnTo>
                  <a:pt x="619772" y="59006"/>
                </a:lnTo>
                <a:lnTo>
                  <a:pt x="619745" y="58744"/>
                </a:lnTo>
                <a:lnTo>
                  <a:pt x="619719" y="58478"/>
                </a:lnTo>
                <a:lnTo>
                  <a:pt x="619692" y="58211"/>
                </a:lnTo>
                <a:lnTo>
                  <a:pt x="619665" y="57946"/>
                </a:lnTo>
                <a:lnTo>
                  <a:pt x="619638" y="57683"/>
                </a:lnTo>
                <a:lnTo>
                  <a:pt x="619611" y="57422"/>
                </a:lnTo>
                <a:lnTo>
                  <a:pt x="619583" y="57163"/>
                </a:lnTo>
                <a:lnTo>
                  <a:pt x="619555" y="56906"/>
                </a:lnTo>
                <a:lnTo>
                  <a:pt x="619528" y="56651"/>
                </a:lnTo>
                <a:lnTo>
                  <a:pt x="619500" y="56397"/>
                </a:lnTo>
                <a:lnTo>
                  <a:pt x="619472" y="56146"/>
                </a:lnTo>
                <a:lnTo>
                  <a:pt x="619443" y="55896"/>
                </a:lnTo>
                <a:lnTo>
                  <a:pt x="619415" y="55648"/>
                </a:lnTo>
                <a:lnTo>
                  <a:pt x="619386" y="55403"/>
                </a:lnTo>
                <a:lnTo>
                  <a:pt x="619358" y="55159"/>
                </a:lnTo>
                <a:lnTo>
                  <a:pt x="619329" y="54917"/>
                </a:lnTo>
                <a:lnTo>
                  <a:pt x="619300" y="54677"/>
                </a:lnTo>
                <a:lnTo>
                  <a:pt x="619271" y="54439"/>
                </a:lnTo>
                <a:lnTo>
                  <a:pt x="619241" y="54203"/>
                </a:lnTo>
                <a:lnTo>
                  <a:pt x="619212" y="53968"/>
                </a:lnTo>
                <a:lnTo>
                  <a:pt x="619182" y="53736"/>
                </a:lnTo>
                <a:lnTo>
                  <a:pt x="619152" y="53506"/>
                </a:lnTo>
                <a:lnTo>
                  <a:pt x="619122" y="53277"/>
                </a:lnTo>
                <a:lnTo>
                  <a:pt x="619092" y="53051"/>
                </a:lnTo>
                <a:lnTo>
                  <a:pt x="619061" y="52826"/>
                </a:lnTo>
                <a:lnTo>
                  <a:pt x="619031" y="52603"/>
                </a:lnTo>
                <a:lnTo>
                  <a:pt x="614808" y="21665"/>
                </a:lnTo>
                <a:lnTo>
                  <a:pt x="605261" y="21665"/>
                </a:lnTo>
                <a:lnTo>
                  <a:pt x="612972" y="72157"/>
                </a:lnTo>
                <a:lnTo>
                  <a:pt x="624815" y="72157"/>
                </a:lnTo>
                <a:lnTo>
                  <a:pt x="629405" y="41035"/>
                </a:lnTo>
                <a:lnTo>
                  <a:pt x="629443" y="40820"/>
                </a:lnTo>
                <a:lnTo>
                  <a:pt x="629481" y="40603"/>
                </a:lnTo>
                <a:lnTo>
                  <a:pt x="629519" y="40383"/>
                </a:lnTo>
                <a:close/>
                <a:moveTo>
                  <a:pt x="579237" y="72905"/>
                </a:moveTo>
                <a:lnTo>
                  <a:pt x="579864" y="72831"/>
                </a:lnTo>
                <a:lnTo>
                  <a:pt x="580482" y="72743"/>
                </a:lnTo>
                <a:lnTo>
                  <a:pt x="581092" y="72641"/>
                </a:lnTo>
                <a:lnTo>
                  <a:pt x="581693" y="72526"/>
                </a:lnTo>
                <a:lnTo>
                  <a:pt x="582286" y="72397"/>
                </a:lnTo>
                <a:lnTo>
                  <a:pt x="582871" y="72255"/>
                </a:lnTo>
                <a:lnTo>
                  <a:pt x="583447" y="72099"/>
                </a:lnTo>
                <a:lnTo>
                  <a:pt x="584015" y="71930"/>
                </a:lnTo>
                <a:lnTo>
                  <a:pt x="584574" y="71747"/>
                </a:lnTo>
                <a:lnTo>
                  <a:pt x="585125" y="71551"/>
                </a:lnTo>
                <a:lnTo>
                  <a:pt x="585667" y="71341"/>
                </a:lnTo>
                <a:lnTo>
                  <a:pt x="586201" y="71117"/>
                </a:lnTo>
                <a:lnTo>
                  <a:pt x="586726" y="70880"/>
                </a:lnTo>
                <a:lnTo>
                  <a:pt x="587243" y="70630"/>
                </a:lnTo>
                <a:lnTo>
                  <a:pt x="587752" y="70365"/>
                </a:lnTo>
                <a:lnTo>
                  <a:pt x="588252" y="70088"/>
                </a:lnTo>
                <a:lnTo>
                  <a:pt x="588743" y="69797"/>
                </a:lnTo>
                <a:lnTo>
                  <a:pt x="589226" y="69492"/>
                </a:lnTo>
                <a:lnTo>
                  <a:pt x="589701" y="69173"/>
                </a:lnTo>
                <a:lnTo>
                  <a:pt x="590164" y="68844"/>
                </a:lnTo>
                <a:lnTo>
                  <a:pt x="590611" y="68505"/>
                </a:lnTo>
                <a:lnTo>
                  <a:pt x="591044" y="68157"/>
                </a:lnTo>
                <a:lnTo>
                  <a:pt x="591462" y="67800"/>
                </a:lnTo>
                <a:lnTo>
                  <a:pt x="591864" y="67434"/>
                </a:lnTo>
                <a:lnTo>
                  <a:pt x="592251" y="67059"/>
                </a:lnTo>
                <a:lnTo>
                  <a:pt x="592623" y="66675"/>
                </a:lnTo>
                <a:lnTo>
                  <a:pt x="592980" y="66282"/>
                </a:lnTo>
                <a:lnTo>
                  <a:pt x="593322" y="65879"/>
                </a:lnTo>
                <a:lnTo>
                  <a:pt x="593648" y="65468"/>
                </a:lnTo>
                <a:lnTo>
                  <a:pt x="593960" y="65048"/>
                </a:lnTo>
                <a:lnTo>
                  <a:pt x="594256" y="64618"/>
                </a:lnTo>
                <a:lnTo>
                  <a:pt x="594538" y="64179"/>
                </a:lnTo>
                <a:lnTo>
                  <a:pt x="594804" y="63732"/>
                </a:lnTo>
                <a:lnTo>
                  <a:pt x="595055" y="63275"/>
                </a:lnTo>
                <a:lnTo>
                  <a:pt x="595290" y="62809"/>
                </a:lnTo>
                <a:lnTo>
                  <a:pt x="595511" y="62334"/>
                </a:lnTo>
                <a:lnTo>
                  <a:pt x="595717" y="61850"/>
                </a:lnTo>
                <a:lnTo>
                  <a:pt x="595907" y="61356"/>
                </a:lnTo>
                <a:lnTo>
                  <a:pt x="596082" y="60854"/>
                </a:lnTo>
                <a:lnTo>
                  <a:pt x="596243" y="60343"/>
                </a:lnTo>
                <a:lnTo>
                  <a:pt x="596388" y="59822"/>
                </a:lnTo>
                <a:lnTo>
                  <a:pt x="596517" y="59293"/>
                </a:lnTo>
                <a:lnTo>
                  <a:pt x="596632" y="58754"/>
                </a:lnTo>
                <a:lnTo>
                  <a:pt x="585340" y="58754"/>
                </a:lnTo>
                <a:lnTo>
                  <a:pt x="585284" y="58966"/>
                </a:lnTo>
                <a:lnTo>
                  <a:pt x="585221" y="59174"/>
                </a:lnTo>
                <a:lnTo>
                  <a:pt x="585152" y="59377"/>
                </a:lnTo>
                <a:lnTo>
                  <a:pt x="585077" y="59577"/>
                </a:lnTo>
                <a:lnTo>
                  <a:pt x="584997" y="59771"/>
                </a:lnTo>
                <a:lnTo>
                  <a:pt x="584910" y="59962"/>
                </a:lnTo>
                <a:lnTo>
                  <a:pt x="584817" y="60148"/>
                </a:lnTo>
                <a:lnTo>
                  <a:pt x="584718" y="60330"/>
                </a:lnTo>
                <a:lnTo>
                  <a:pt x="584613" y="60508"/>
                </a:lnTo>
                <a:lnTo>
                  <a:pt x="584502" y="60681"/>
                </a:lnTo>
                <a:lnTo>
                  <a:pt x="584384" y="60850"/>
                </a:lnTo>
                <a:lnTo>
                  <a:pt x="584261" y="61015"/>
                </a:lnTo>
                <a:lnTo>
                  <a:pt x="584132" y="61175"/>
                </a:lnTo>
                <a:lnTo>
                  <a:pt x="583997" y="61331"/>
                </a:lnTo>
                <a:lnTo>
                  <a:pt x="583855" y="61483"/>
                </a:lnTo>
                <a:lnTo>
                  <a:pt x="583708" y="61630"/>
                </a:lnTo>
                <a:lnTo>
                  <a:pt x="583554" y="61774"/>
                </a:lnTo>
                <a:lnTo>
                  <a:pt x="583395" y="61913"/>
                </a:lnTo>
                <a:lnTo>
                  <a:pt x="583229" y="62047"/>
                </a:lnTo>
                <a:lnTo>
                  <a:pt x="583057" y="62177"/>
                </a:lnTo>
                <a:lnTo>
                  <a:pt x="582880" y="62303"/>
                </a:lnTo>
                <a:lnTo>
                  <a:pt x="582696" y="62425"/>
                </a:lnTo>
                <a:lnTo>
                  <a:pt x="582506" y="62542"/>
                </a:lnTo>
                <a:lnTo>
                  <a:pt x="582310" y="62655"/>
                </a:lnTo>
                <a:lnTo>
                  <a:pt x="582109" y="62764"/>
                </a:lnTo>
                <a:lnTo>
                  <a:pt x="581902" y="62868"/>
                </a:lnTo>
                <a:lnTo>
                  <a:pt x="581691" y="62967"/>
                </a:lnTo>
                <a:lnTo>
                  <a:pt x="581474" y="63062"/>
                </a:lnTo>
                <a:lnTo>
                  <a:pt x="581252" y="63152"/>
                </a:lnTo>
                <a:lnTo>
                  <a:pt x="581025" y="63238"/>
                </a:lnTo>
                <a:lnTo>
                  <a:pt x="580793" y="63318"/>
                </a:lnTo>
                <a:lnTo>
                  <a:pt x="580556" y="63395"/>
                </a:lnTo>
                <a:lnTo>
                  <a:pt x="580314" y="63466"/>
                </a:lnTo>
                <a:lnTo>
                  <a:pt x="580066" y="63533"/>
                </a:lnTo>
                <a:lnTo>
                  <a:pt x="579814" y="63596"/>
                </a:lnTo>
                <a:lnTo>
                  <a:pt x="579556" y="63654"/>
                </a:lnTo>
                <a:lnTo>
                  <a:pt x="579294" y="63707"/>
                </a:lnTo>
                <a:lnTo>
                  <a:pt x="579026" y="63755"/>
                </a:lnTo>
                <a:lnTo>
                  <a:pt x="578753" y="63799"/>
                </a:lnTo>
                <a:lnTo>
                  <a:pt x="578475" y="63838"/>
                </a:lnTo>
                <a:lnTo>
                  <a:pt x="578192" y="63873"/>
                </a:lnTo>
                <a:lnTo>
                  <a:pt x="577904" y="63903"/>
                </a:lnTo>
                <a:lnTo>
                  <a:pt x="577611" y="63928"/>
                </a:lnTo>
                <a:lnTo>
                  <a:pt x="577312" y="63949"/>
                </a:lnTo>
                <a:lnTo>
                  <a:pt x="577009" y="63965"/>
                </a:lnTo>
                <a:lnTo>
                  <a:pt x="576701" y="63977"/>
                </a:lnTo>
                <a:lnTo>
                  <a:pt x="576387" y="63984"/>
                </a:lnTo>
                <a:lnTo>
                  <a:pt x="576068" y="63986"/>
                </a:lnTo>
                <a:lnTo>
                  <a:pt x="575652" y="63981"/>
                </a:lnTo>
                <a:lnTo>
                  <a:pt x="575244" y="63967"/>
                </a:lnTo>
                <a:lnTo>
                  <a:pt x="574844" y="63944"/>
                </a:lnTo>
                <a:lnTo>
                  <a:pt x="574454" y="63911"/>
                </a:lnTo>
                <a:lnTo>
                  <a:pt x="574072" y="63869"/>
                </a:lnTo>
                <a:lnTo>
                  <a:pt x="573698" y="63817"/>
                </a:lnTo>
                <a:lnTo>
                  <a:pt x="573333" y="63756"/>
                </a:lnTo>
                <a:lnTo>
                  <a:pt x="572977" y="63685"/>
                </a:lnTo>
                <a:lnTo>
                  <a:pt x="572629" y="63605"/>
                </a:lnTo>
                <a:lnTo>
                  <a:pt x="572290" y="63516"/>
                </a:lnTo>
                <a:lnTo>
                  <a:pt x="571960" y="63417"/>
                </a:lnTo>
                <a:lnTo>
                  <a:pt x="571638" y="63309"/>
                </a:lnTo>
                <a:lnTo>
                  <a:pt x="571325" y="63192"/>
                </a:lnTo>
                <a:lnTo>
                  <a:pt x="571020" y="63065"/>
                </a:lnTo>
                <a:lnTo>
                  <a:pt x="570724" y="62928"/>
                </a:lnTo>
                <a:lnTo>
                  <a:pt x="570437" y="62783"/>
                </a:lnTo>
                <a:lnTo>
                  <a:pt x="570158" y="62628"/>
                </a:lnTo>
                <a:lnTo>
                  <a:pt x="569888" y="62463"/>
                </a:lnTo>
                <a:lnTo>
                  <a:pt x="569626" y="62289"/>
                </a:lnTo>
                <a:lnTo>
                  <a:pt x="569374" y="62106"/>
                </a:lnTo>
                <a:lnTo>
                  <a:pt x="569129" y="61913"/>
                </a:lnTo>
                <a:lnTo>
                  <a:pt x="568893" y="61711"/>
                </a:lnTo>
                <a:lnTo>
                  <a:pt x="568666" y="61499"/>
                </a:lnTo>
                <a:lnTo>
                  <a:pt x="568448" y="61278"/>
                </a:lnTo>
                <a:lnTo>
                  <a:pt x="568238" y="61048"/>
                </a:lnTo>
                <a:lnTo>
                  <a:pt x="568037" y="60809"/>
                </a:lnTo>
                <a:lnTo>
                  <a:pt x="567845" y="60561"/>
                </a:lnTo>
                <a:lnTo>
                  <a:pt x="567662" y="60303"/>
                </a:lnTo>
                <a:lnTo>
                  <a:pt x="567488" y="60037"/>
                </a:lnTo>
                <a:lnTo>
                  <a:pt x="567323" y="59761"/>
                </a:lnTo>
                <a:lnTo>
                  <a:pt x="567167" y="59476"/>
                </a:lnTo>
                <a:lnTo>
                  <a:pt x="567020" y="59183"/>
                </a:lnTo>
                <a:lnTo>
                  <a:pt x="566881" y="58880"/>
                </a:lnTo>
                <a:lnTo>
                  <a:pt x="566752" y="58568"/>
                </a:lnTo>
                <a:lnTo>
                  <a:pt x="566632" y="58247"/>
                </a:lnTo>
                <a:lnTo>
                  <a:pt x="566520" y="57916"/>
                </a:lnTo>
                <a:lnTo>
                  <a:pt x="566417" y="57577"/>
                </a:lnTo>
                <a:lnTo>
                  <a:pt x="566324" y="57229"/>
                </a:lnTo>
                <a:lnTo>
                  <a:pt x="566239" y="56872"/>
                </a:lnTo>
                <a:lnTo>
                  <a:pt x="566163" y="56505"/>
                </a:lnTo>
                <a:lnTo>
                  <a:pt x="566096" y="56130"/>
                </a:lnTo>
                <a:lnTo>
                  <a:pt x="566038" y="55745"/>
                </a:lnTo>
                <a:lnTo>
                  <a:pt x="565989" y="55351"/>
                </a:lnTo>
                <a:lnTo>
                  <a:pt x="565949" y="54948"/>
                </a:lnTo>
                <a:lnTo>
                  <a:pt x="565917" y="54536"/>
                </a:lnTo>
                <a:lnTo>
                  <a:pt x="565895" y="54115"/>
                </a:lnTo>
                <a:lnTo>
                  <a:pt x="565882" y="53685"/>
                </a:lnTo>
                <a:lnTo>
                  <a:pt x="565877" y="53246"/>
                </a:lnTo>
                <a:lnTo>
                  <a:pt x="565877" y="49666"/>
                </a:lnTo>
                <a:lnTo>
                  <a:pt x="596999" y="49666"/>
                </a:lnTo>
                <a:lnTo>
                  <a:pt x="596999" y="40577"/>
                </a:lnTo>
                <a:lnTo>
                  <a:pt x="596995" y="40083"/>
                </a:lnTo>
                <a:lnTo>
                  <a:pt x="596981" y="39593"/>
                </a:lnTo>
                <a:lnTo>
                  <a:pt x="596958" y="39109"/>
                </a:lnTo>
                <a:lnTo>
                  <a:pt x="596926" y="38630"/>
                </a:lnTo>
                <a:lnTo>
                  <a:pt x="596886" y="38157"/>
                </a:lnTo>
                <a:lnTo>
                  <a:pt x="596836" y="37688"/>
                </a:lnTo>
                <a:lnTo>
                  <a:pt x="596777" y="37225"/>
                </a:lnTo>
                <a:lnTo>
                  <a:pt x="596708" y="36767"/>
                </a:lnTo>
                <a:lnTo>
                  <a:pt x="596631" y="36315"/>
                </a:lnTo>
                <a:lnTo>
                  <a:pt x="596545" y="35868"/>
                </a:lnTo>
                <a:lnTo>
                  <a:pt x="596449" y="35425"/>
                </a:lnTo>
                <a:lnTo>
                  <a:pt x="596345" y="34989"/>
                </a:lnTo>
                <a:lnTo>
                  <a:pt x="596231" y="34557"/>
                </a:lnTo>
                <a:lnTo>
                  <a:pt x="596109" y="34131"/>
                </a:lnTo>
                <a:lnTo>
                  <a:pt x="595977" y="33710"/>
                </a:lnTo>
                <a:lnTo>
                  <a:pt x="595836" y="33294"/>
                </a:lnTo>
                <a:lnTo>
                  <a:pt x="595686" y="32884"/>
                </a:lnTo>
                <a:lnTo>
                  <a:pt x="595527" y="32479"/>
                </a:lnTo>
                <a:lnTo>
                  <a:pt x="595359" y="32079"/>
                </a:lnTo>
                <a:lnTo>
                  <a:pt x="595182" y="31684"/>
                </a:lnTo>
                <a:lnTo>
                  <a:pt x="594996" y="31295"/>
                </a:lnTo>
                <a:lnTo>
                  <a:pt x="594800" y="30911"/>
                </a:lnTo>
                <a:lnTo>
                  <a:pt x="594596" y="30532"/>
                </a:lnTo>
                <a:lnTo>
                  <a:pt x="594382" y="30158"/>
                </a:lnTo>
                <a:lnTo>
                  <a:pt x="594161" y="29790"/>
                </a:lnTo>
                <a:lnTo>
                  <a:pt x="593932" y="29430"/>
                </a:lnTo>
                <a:lnTo>
                  <a:pt x="593696" y="29076"/>
                </a:lnTo>
                <a:lnTo>
                  <a:pt x="593452" y="28729"/>
                </a:lnTo>
                <a:lnTo>
                  <a:pt x="593201" y="28388"/>
                </a:lnTo>
                <a:lnTo>
                  <a:pt x="592943" y="28055"/>
                </a:lnTo>
                <a:lnTo>
                  <a:pt x="592677" y="27728"/>
                </a:lnTo>
                <a:lnTo>
                  <a:pt x="592404" y="27409"/>
                </a:lnTo>
                <a:lnTo>
                  <a:pt x="592124" y="27096"/>
                </a:lnTo>
                <a:lnTo>
                  <a:pt x="591836" y="26790"/>
                </a:lnTo>
                <a:lnTo>
                  <a:pt x="591541" y="26491"/>
                </a:lnTo>
                <a:lnTo>
                  <a:pt x="591239" y="26199"/>
                </a:lnTo>
                <a:lnTo>
                  <a:pt x="590929" y="25913"/>
                </a:lnTo>
                <a:lnTo>
                  <a:pt x="590612" y="25635"/>
                </a:lnTo>
                <a:lnTo>
                  <a:pt x="590288" y="25363"/>
                </a:lnTo>
                <a:lnTo>
                  <a:pt x="589956" y="25098"/>
                </a:lnTo>
                <a:lnTo>
                  <a:pt x="589617" y="24840"/>
                </a:lnTo>
                <a:lnTo>
                  <a:pt x="589270" y="24589"/>
                </a:lnTo>
                <a:lnTo>
                  <a:pt x="588917" y="24345"/>
                </a:lnTo>
                <a:lnTo>
                  <a:pt x="588556" y="24108"/>
                </a:lnTo>
                <a:lnTo>
                  <a:pt x="588187" y="23877"/>
                </a:lnTo>
                <a:lnTo>
                  <a:pt x="587811" y="23654"/>
                </a:lnTo>
                <a:lnTo>
                  <a:pt x="587428" y="23437"/>
                </a:lnTo>
                <a:lnTo>
                  <a:pt x="587038" y="23227"/>
                </a:lnTo>
                <a:lnTo>
                  <a:pt x="586641" y="23025"/>
                </a:lnTo>
                <a:lnTo>
                  <a:pt x="586239" y="22831"/>
                </a:lnTo>
                <a:lnTo>
                  <a:pt x="585831" y="22646"/>
                </a:lnTo>
                <a:lnTo>
                  <a:pt x="585417" y="22469"/>
                </a:lnTo>
                <a:lnTo>
                  <a:pt x="584998" y="22301"/>
                </a:lnTo>
                <a:lnTo>
                  <a:pt x="584574" y="22142"/>
                </a:lnTo>
                <a:lnTo>
                  <a:pt x="584143" y="21991"/>
                </a:lnTo>
                <a:lnTo>
                  <a:pt x="583708" y="21849"/>
                </a:lnTo>
                <a:lnTo>
                  <a:pt x="583266" y="21716"/>
                </a:lnTo>
                <a:lnTo>
                  <a:pt x="582819" y="21591"/>
                </a:lnTo>
                <a:lnTo>
                  <a:pt x="582367" y="21475"/>
                </a:lnTo>
                <a:lnTo>
                  <a:pt x="581909" y="21367"/>
                </a:lnTo>
                <a:lnTo>
                  <a:pt x="581445" y="21268"/>
                </a:lnTo>
                <a:lnTo>
                  <a:pt x="580976" y="21178"/>
                </a:lnTo>
                <a:lnTo>
                  <a:pt x="580501" y="21096"/>
                </a:lnTo>
                <a:lnTo>
                  <a:pt x="580020" y="21023"/>
                </a:lnTo>
                <a:lnTo>
                  <a:pt x="579534" y="20958"/>
                </a:lnTo>
                <a:lnTo>
                  <a:pt x="579043" y="20902"/>
                </a:lnTo>
                <a:lnTo>
                  <a:pt x="578545" y="20855"/>
                </a:lnTo>
                <a:lnTo>
                  <a:pt x="578043" y="20816"/>
                </a:lnTo>
                <a:lnTo>
                  <a:pt x="577534" y="20786"/>
                </a:lnTo>
                <a:lnTo>
                  <a:pt x="577020" y="20765"/>
                </a:lnTo>
                <a:lnTo>
                  <a:pt x="576501" y="20752"/>
                </a:lnTo>
                <a:lnTo>
                  <a:pt x="575976" y="20747"/>
                </a:lnTo>
                <a:lnTo>
                  <a:pt x="575443" y="20752"/>
                </a:lnTo>
                <a:lnTo>
                  <a:pt x="574916" y="20765"/>
                </a:lnTo>
                <a:lnTo>
                  <a:pt x="574395" y="20786"/>
                </a:lnTo>
                <a:lnTo>
                  <a:pt x="573880" y="20816"/>
                </a:lnTo>
                <a:lnTo>
                  <a:pt x="573370" y="20855"/>
                </a:lnTo>
                <a:lnTo>
                  <a:pt x="572866" y="20902"/>
                </a:lnTo>
                <a:lnTo>
                  <a:pt x="572368" y="20958"/>
                </a:lnTo>
                <a:lnTo>
                  <a:pt x="571876" y="21023"/>
                </a:lnTo>
                <a:lnTo>
                  <a:pt x="571389" y="21096"/>
                </a:lnTo>
                <a:lnTo>
                  <a:pt x="570908" y="21178"/>
                </a:lnTo>
                <a:lnTo>
                  <a:pt x="570433" y="21268"/>
                </a:lnTo>
                <a:lnTo>
                  <a:pt x="569963" y="21367"/>
                </a:lnTo>
                <a:lnTo>
                  <a:pt x="569499" y="21475"/>
                </a:lnTo>
                <a:lnTo>
                  <a:pt x="569041" y="21591"/>
                </a:lnTo>
                <a:lnTo>
                  <a:pt x="568589" y="21716"/>
                </a:lnTo>
                <a:lnTo>
                  <a:pt x="568142" y="21849"/>
                </a:lnTo>
                <a:lnTo>
                  <a:pt x="567702" y="21991"/>
                </a:lnTo>
                <a:lnTo>
                  <a:pt x="567266" y="22142"/>
                </a:lnTo>
                <a:lnTo>
                  <a:pt x="566837" y="22301"/>
                </a:lnTo>
                <a:lnTo>
                  <a:pt x="566413" y="22469"/>
                </a:lnTo>
                <a:lnTo>
                  <a:pt x="565996" y="22646"/>
                </a:lnTo>
                <a:lnTo>
                  <a:pt x="565583" y="22831"/>
                </a:lnTo>
                <a:lnTo>
                  <a:pt x="565177" y="23025"/>
                </a:lnTo>
                <a:lnTo>
                  <a:pt x="564776" y="23227"/>
                </a:lnTo>
                <a:lnTo>
                  <a:pt x="564382" y="23437"/>
                </a:lnTo>
                <a:lnTo>
                  <a:pt x="563996" y="23654"/>
                </a:lnTo>
                <a:lnTo>
                  <a:pt x="563617" y="23877"/>
                </a:lnTo>
                <a:lnTo>
                  <a:pt x="563245" y="24108"/>
                </a:lnTo>
                <a:lnTo>
                  <a:pt x="562881" y="24345"/>
                </a:lnTo>
                <a:lnTo>
                  <a:pt x="562524" y="24589"/>
                </a:lnTo>
                <a:lnTo>
                  <a:pt x="562175" y="24840"/>
                </a:lnTo>
                <a:lnTo>
                  <a:pt x="561833" y="25098"/>
                </a:lnTo>
                <a:lnTo>
                  <a:pt x="561499" y="25363"/>
                </a:lnTo>
                <a:lnTo>
                  <a:pt x="561173" y="25635"/>
                </a:lnTo>
                <a:lnTo>
                  <a:pt x="560853" y="25913"/>
                </a:lnTo>
                <a:lnTo>
                  <a:pt x="560542" y="26199"/>
                </a:lnTo>
                <a:lnTo>
                  <a:pt x="560237" y="26491"/>
                </a:lnTo>
                <a:lnTo>
                  <a:pt x="559941" y="26790"/>
                </a:lnTo>
                <a:lnTo>
                  <a:pt x="559652" y="27096"/>
                </a:lnTo>
                <a:lnTo>
                  <a:pt x="559370" y="27409"/>
                </a:lnTo>
                <a:lnTo>
                  <a:pt x="559096" y="27728"/>
                </a:lnTo>
                <a:lnTo>
                  <a:pt x="558829" y="28055"/>
                </a:lnTo>
                <a:lnTo>
                  <a:pt x="558570" y="28388"/>
                </a:lnTo>
                <a:lnTo>
                  <a:pt x="558318" y="28729"/>
                </a:lnTo>
                <a:lnTo>
                  <a:pt x="558073" y="29076"/>
                </a:lnTo>
                <a:lnTo>
                  <a:pt x="557837" y="29430"/>
                </a:lnTo>
                <a:lnTo>
                  <a:pt x="557607" y="29790"/>
                </a:lnTo>
                <a:lnTo>
                  <a:pt x="557386" y="30158"/>
                </a:lnTo>
                <a:lnTo>
                  <a:pt x="557172" y="30532"/>
                </a:lnTo>
                <a:lnTo>
                  <a:pt x="556968" y="30911"/>
                </a:lnTo>
                <a:lnTo>
                  <a:pt x="556773" y="31295"/>
                </a:lnTo>
                <a:lnTo>
                  <a:pt x="556586" y="31684"/>
                </a:lnTo>
                <a:lnTo>
                  <a:pt x="556409" y="32079"/>
                </a:lnTo>
                <a:lnTo>
                  <a:pt x="556241" y="32479"/>
                </a:lnTo>
                <a:lnTo>
                  <a:pt x="556082" y="32884"/>
                </a:lnTo>
                <a:lnTo>
                  <a:pt x="555933" y="33294"/>
                </a:lnTo>
                <a:lnTo>
                  <a:pt x="555792" y="33710"/>
                </a:lnTo>
                <a:lnTo>
                  <a:pt x="555660" y="34131"/>
                </a:lnTo>
                <a:lnTo>
                  <a:pt x="555538" y="34557"/>
                </a:lnTo>
                <a:lnTo>
                  <a:pt x="555424" y="34989"/>
                </a:lnTo>
                <a:lnTo>
                  <a:pt x="555320" y="35425"/>
                </a:lnTo>
                <a:lnTo>
                  <a:pt x="555224" y="35868"/>
                </a:lnTo>
                <a:lnTo>
                  <a:pt x="555138" y="36315"/>
                </a:lnTo>
                <a:lnTo>
                  <a:pt x="555061" y="36767"/>
                </a:lnTo>
                <a:lnTo>
                  <a:pt x="554993" y="37225"/>
                </a:lnTo>
                <a:lnTo>
                  <a:pt x="554934" y="37688"/>
                </a:lnTo>
                <a:lnTo>
                  <a:pt x="554884" y="38157"/>
                </a:lnTo>
                <a:lnTo>
                  <a:pt x="554843" y="38630"/>
                </a:lnTo>
                <a:lnTo>
                  <a:pt x="554811" y="39109"/>
                </a:lnTo>
                <a:lnTo>
                  <a:pt x="554788" y="39593"/>
                </a:lnTo>
                <a:lnTo>
                  <a:pt x="554775" y="40083"/>
                </a:lnTo>
                <a:lnTo>
                  <a:pt x="554770" y="40577"/>
                </a:lnTo>
                <a:lnTo>
                  <a:pt x="554770" y="53246"/>
                </a:lnTo>
                <a:lnTo>
                  <a:pt x="554775" y="53741"/>
                </a:lnTo>
                <a:lnTo>
                  <a:pt x="554788" y="54230"/>
                </a:lnTo>
                <a:lnTo>
                  <a:pt x="554811" y="54714"/>
                </a:lnTo>
                <a:lnTo>
                  <a:pt x="554843" y="55193"/>
                </a:lnTo>
                <a:lnTo>
                  <a:pt x="554884" y="55666"/>
                </a:lnTo>
                <a:lnTo>
                  <a:pt x="554934" y="56135"/>
                </a:lnTo>
                <a:lnTo>
                  <a:pt x="554993" y="56598"/>
                </a:lnTo>
                <a:lnTo>
                  <a:pt x="555061" y="57055"/>
                </a:lnTo>
                <a:lnTo>
                  <a:pt x="555138" y="57508"/>
                </a:lnTo>
                <a:lnTo>
                  <a:pt x="555224" y="57955"/>
                </a:lnTo>
                <a:lnTo>
                  <a:pt x="555320" y="58397"/>
                </a:lnTo>
                <a:lnTo>
                  <a:pt x="555424" y="58834"/>
                </a:lnTo>
                <a:lnTo>
                  <a:pt x="555538" y="59266"/>
                </a:lnTo>
                <a:lnTo>
                  <a:pt x="555660" y="59692"/>
                </a:lnTo>
                <a:lnTo>
                  <a:pt x="555792" y="60113"/>
                </a:lnTo>
                <a:lnTo>
                  <a:pt x="555933" y="60529"/>
                </a:lnTo>
                <a:lnTo>
                  <a:pt x="556082" y="60939"/>
                </a:lnTo>
                <a:lnTo>
                  <a:pt x="556241" y="61344"/>
                </a:lnTo>
                <a:lnTo>
                  <a:pt x="556409" y="61744"/>
                </a:lnTo>
                <a:lnTo>
                  <a:pt x="556586" y="62139"/>
                </a:lnTo>
                <a:lnTo>
                  <a:pt x="556773" y="62528"/>
                </a:lnTo>
                <a:lnTo>
                  <a:pt x="556968" y="62913"/>
                </a:lnTo>
                <a:lnTo>
                  <a:pt x="557172" y="63292"/>
                </a:lnTo>
                <a:lnTo>
                  <a:pt x="557386" y="63665"/>
                </a:lnTo>
                <a:lnTo>
                  <a:pt x="557607" y="64033"/>
                </a:lnTo>
                <a:lnTo>
                  <a:pt x="557837" y="64394"/>
                </a:lnTo>
                <a:lnTo>
                  <a:pt x="558073" y="64748"/>
                </a:lnTo>
                <a:lnTo>
                  <a:pt x="558318" y="65095"/>
                </a:lnTo>
                <a:lnTo>
                  <a:pt x="558570" y="65435"/>
                </a:lnTo>
                <a:lnTo>
                  <a:pt x="558829" y="65768"/>
                </a:lnTo>
                <a:lnTo>
                  <a:pt x="559096" y="66094"/>
                </a:lnTo>
                <a:lnTo>
                  <a:pt x="559370" y="66414"/>
                </a:lnTo>
                <a:lnTo>
                  <a:pt x="559652" y="66727"/>
                </a:lnTo>
                <a:lnTo>
                  <a:pt x="559941" y="67033"/>
                </a:lnTo>
                <a:lnTo>
                  <a:pt x="560237" y="67332"/>
                </a:lnTo>
                <a:lnTo>
                  <a:pt x="560542" y="67624"/>
                </a:lnTo>
                <a:lnTo>
                  <a:pt x="560853" y="67909"/>
                </a:lnTo>
                <a:lnTo>
                  <a:pt x="561173" y="68188"/>
                </a:lnTo>
                <a:lnTo>
                  <a:pt x="561499" y="68460"/>
                </a:lnTo>
                <a:lnTo>
                  <a:pt x="561833" y="68725"/>
                </a:lnTo>
                <a:lnTo>
                  <a:pt x="562175" y="68982"/>
                </a:lnTo>
                <a:lnTo>
                  <a:pt x="562524" y="69234"/>
                </a:lnTo>
                <a:lnTo>
                  <a:pt x="562881" y="69478"/>
                </a:lnTo>
                <a:lnTo>
                  <a:pt x="563245" y="69715"/>
                </a:lnTo>
                <a:lnTo>
                  <a:pt x="563617" y="69946"/>
                </a:lnTo>
                <a:lnTo>
                  <a:pt x="563996" y="70170"/>
                </a:lnTo>
                <a:lnTo>
                  <a:pt x="564382" y="70387"/>
                </a:lnTo>
                <a:lnTo>
                  <a:pt x="564776" y="70597"/>
                </a:lnTo>
                <a:lnTo>
                  <a:pt x="565177" y="70799"/>
                </a:lnTo>
                <a:lnTo>
                  <a:pt x="565583" y="70992"/>
                </a:lnTo>
                <a:lnTo>
                  <a:pt x="565996" y="71177"/>
                </a:lnTo>
                <a:lnTo>
                  <a:pt x="566413" y="71354"/>
                </a:lnTo>
                <a:lnTo>
                  <a:pt x="566837" y="71522"/>
                </a:lnTo>
                <a:lnTo>
                  <a:pt x="567266" y="71681"/>
                </a:lnTo>
                <a:lnTo>
                  <a:pt x="567702" y="71831"/>
                </a:lnTo>
                <a:lnTo>
                  <a:pt x="568142" y="71973"/>
                </a:lnTo>
                <a:lnTo>
                  <a:pt x="568589" y="72107"/>
                </a:lnTo>
                <a:lnTo>
                  <a:pt x="569041" y="72231"/>
                </a:lnTo>
                <a:lnTo>
                  <a:pt x="569499" y="72348"/>
                </a:lnTo>
                <a:lnTo>
                  <a:pt x="569963" y="72455"/>
                </a:lnTo>
                <a:lnTo>
                  <a:pt x="570433" y="72554"/>
                </a:lnTo>
                <a:lnTo>
                  <a:pt x="570908" y="72644"/>
                </a:lnTo>
                <a:lnTo>
                  <a:pt x="571389" y="72726"/>
                </a:lnTo>
                <a:lnTo>
                  <a:pt x="571876" y="72799"/>
                </a:lnTo>
                <a:lnTo>
                  <a:pt x="572368" y="72864"/>
                </a:lnTo>
                <a:lnTo>
                  <a:pt x="572866" y="72920"/>
                </a:lnTo>
                <a:lnTo>
                  <a:pt x="573370" y="72967"/>
                </a:lnTo>
                <a:lnTo>
                  <a:pt x="573880" y="73006"/>
                </a:lnTo>
                <a:lnTo>
                  <a:pt x="574395" y="73036"/>
                </a:lnTo>
                <a:lnTo>
                  <a:pt x="574916" y="73057"/>
                </a:lnTo>
                <a:lnTo>
                  <a:pt x="575443" y="73070"/>
                </a:lnTo>
                <a:lnTo>
                  <a:pt x="575976" y="73075"/>
                </a:lnTo>
                <a:lnTo>
                  <a:pt x="576645" y="73068"/>
                </a:lnTo>
                <a:lnTo>
                  <a:pt x="577305" y="73048"/>
                </a:lnTo>
                <a:lnTo>
                  <a:pt x="577958" y="73014"/>
                </a:lnTo>
                <a:lnTo>
                  <a:pt x="578601" y="72966"/>
                </a:lnTo>
                <a:lnTo>
                  <a:pt x="579237" y="72905"/>
                </a:lnTo>
                <a:close/>
                <a:moveTo>
                  <a:pt x="565882" y="40145"/>
                </a:moveTo>
                <a:lnTo>
                  <a:pt x="565895" y="39722"/>
                </a:lnTo>
                <a:lnTo>
                  <a:pt x="565917" y="39306"/>
                </a:lnTo>
                <a:lnTo>
                  <a:pt x="565949" y="38899"/>
                </a:lnTo>
                <a:lnTo>
                  <a:pt x="565989" y="38500"/>
                </a:lnTo>
                <a:lnTo>
                  <a:pt x="566038" y="38110"/>
                </a:lnTo>
                <a:lnTo>
                  <a:pt x="566096" y="37728"/>
                </a:lnTo>
                <a:lnTo>
                  <a:pt x="566163" y="37354"/>
                </a:lnTo>
                <a:lnTo>
                  <a:pt x="566239" y="36988"/>
                </a:lnTo>
                <a:lnTo>
                  <a:pt x="566324" y="36631"/>
                </a:lnTo>
                <a:lnTo>
                  <a:pt x="566417" y="36282"/>
                </a:lnTo>
                <a:lnTo>
                  <a:pt x="566520" y="35941"/>
                </a:lnTo>
                <a:lnTo>
                  <a:pt x="566632" y="35608"/>
                </a:lnTo>
                <a:lnTo>
                  <a:pt x="566752" y="35284"/>
                </a:lnTo>
                <a:lnTo>
                  <a:pt x="566881" y="34968"/>
                </a:lnTo>
                <a:lnTo>
                  <a:pt x="567020" y="34661"/>
                </a:lnTo>
                <a:lnTo>
                  <a:pt x="567167" y="34362"/>
                </a:lnTo>
                <a:lnTo>
                  <a:pt x="567323" y="34071"/>
                </a:lnTo>
                <a:lnTo>
                  <a:pt x="567488" y="33788"/>
                </a:lnTo>
                <a:lnTo>
                  <a:pt x="567662" y="33513"/>
                </a:lnTo>
                <a:lnTo>
                  <a:pt x="567845" y="33247"/>
                </a:lnTo>
                <a:lnTo>
                  <a:pt x="568037" y="32990"/>
                </a:lnTo>
                <a:lnTo>
                  <a:pt x="568238" y="32740"/>
                </a:lnTo>
                <a:lnTo>
                  <a:pt x="568448" y="32499"/>
                </a:lnTo>
                <a:lnTo>
                  <a:pt x="568666" y="32267"/>
                </a:lnTo>
                <a:lnTo>
                  <a:pt x="568893" y="32044"/>
                </a:lnTo>
                <a:lnTo>
                  <a:pt x="569128" y="31832"/>
                </a:lnTo>
                <a:lnTo>
                  <a:pt x="569371" y="31629"/>
                </a:lnTo>
                <a:lnTo>
                  <a:pt x="569622" y="31436"/>
                </a:lnTo>
                <a:lnTo>
                  <a:pt x="569882" y="31253"/>
                </a:lnTo>
                <a:lnTo>
                  <a:pt x="570150" y="31081"/>
                </a:lnTo>
                <a:lnTo>
                  <a:pt x="570427" y="30917"/>
                </a:lnTo>
                <a:lnTo>
                  <a:pt x="570711" y="30764"/>
                </a:lnTo>
                <a:lnTo>
                  <a:pt x="571004" y="30621"/>
                </a:lnTo>
                <a:lnTo>
                  <a:pt x="571306" y="30487"/>
                </a:lnTo>
                <a:lnTo>
                  <a:pt x="571615" y="30364"/>
                </a:lnTo>
                <a:lnTo>
                  <a:pt x="571933" y="30250"/>
                </a:lnTo>
                <a:lnTo>
                  <a:pt x="572259" y="30147"/>
                </a:lnTo>
                <a:lnTo>
                  <a:pt x="572593" y="30053"/>
                </a:lnTo>
                <a:lnTo>
                  <a:pt x="572936" y="29969"/>
                </a:lnTo>
                <a:lnTo>
                  <a:pt x="573287" y="29894"/>
                </a:lnTo>
                <a:lnTo>
                  <a:pt x="573646" y="29830"/>
                </a:lnTo>
                <a:lnTo>
                  <a:pt x="574014" y="29776"/>
                </a:lnTo>
                <a:lnTo>
                  <a:pt x="574390" y="29731"/>
                </a:lnTo>
                <a:lnTo>
                  <a:pt x="574774" y="29697"/>
                </a:lnTo>
                <a:lnTo>
                  <a:pt x="575166" y="29672"/>
                </a:lnTo>
                <a:lnTo>
                  <a:pt x="575567" y="29657"/>
                </a:lnTo>
                <a:lnTo>
                  <a:pt x="575976" y="29652"/>
                </a:lnTo>
                <a:lnTo>
                  <a:pt x="576385" y="29657"/>
                </a:lnTo>
                <a:lnTo>
                  <a:pt x="576785" y="29672"/>
                </a:lnTo>
                <a:lnTo>
                  <a:pt x="577176" y="29696"/>
                </a:lnTo>
                <a:lnTo>
                  <a:pt x="577559" y="29730"/>
                </a:lnTo>
                <a:lnTo>
                  <a:pt x="577934" y="29774"/>
                </a:lnTo>
                <a:lnTo>
                  <a:pt x="578300" y="29827"/>
                </a:lnTo>
                <a:lnTo>
                  <a:pt x="578657" y="29891"/>
                </a:lnTo>
                <a:lnTo>
                  <a:pt x="579005" y="29963"/>
                </a:lnTo>
                <a:lnTo>
                  <a:pt x="579345" y="30046"/>
                </a:lnTo>
                <a:lnTo>
                  <a:pt x="579677" y="30138"/>
                </a:lnTo>
                <a:lnTo>
                  <a:pt x="579999" y="30241"/>
                </a:lnTo>
                <a:lnTo>
                  <a:pt x="580313" y="30352"/>
                </a:lnTo>
                <a:lnTo>
                  <a:pt x="580619" y="30474"/>
                </a:lnTo>
                <a:lnTo>
                  <a:pt x="580916" y="30605"/>
                </a:lnTo>
                <a:lnTo>
                  <a:pt x="581204" y="30746"/>
                </a:lnTo>
                <a:lnTo>
                  <a:pt x="581484" y="30897"/>
                </a:lnTo>
                <a:lnTo>
                  <a:pt x="581755" y="31057"/>
                </a:lnTo>
                <a:lnTo>
                  <a:pt x="582017" y="31227"/>
                </a:lnTo>
                <a:lnTo>
                  <a:pt x="582271" y="31407"/>
                </a:lnTo>
                <a:lnTo>
                  <a:pt x="582516" y="31597"/>
                </a:lnTo>
                <a:lnTo>
                  <a:pt x="582753" y="31796"/>
                </a:lnTo>
                <a:lnTo>
                  <a:pt x="582981" y="32005"/>
                </a:lnTo>
                <a:lnTo>
                  <a:pt x="583200" y="32224"/>
                </a:lnTo>
                <a:lnTo>
                  <a:pt x="583411" y="32453"/>
                </a:lnTo>
                <a:lnTo>
                  <a:pt x="583614" y="32690"/>
                </a:lnTo>
                <a:lnTo>
                  <a:pt x="583807" y="32936"/>
                </a:lnTo>
                <a:lnTo>
                  <a:pt x="583992" y="33191"/>
                </a:lnTo>
                <a:lnTo>
                  <a:pt x="584169" y="33454"/>
                </a:lnTo>
                <a:lnTo>
                  <a:pt x="584337" y="33725"/>
                </a:lnTo>
                <a:lnTo>
                  <a:pt x="584496" y="34005"/>
                </a:lnTo>
                <a:lnTo>
                  <a:pt x="584647" y="34293"/>
                </a:lnTo>
                <a:lnTo>
                  <a:pt x="584789" y="34590"/>
                </a:lnTo>
                <a:lnTo>
                  <a:pt x="584922" y="34895"/>
                </a:lnTo>
                <a:lnTo>
                  <a:pt x="585047" y="35208"/>
                </a:lnTo>
                <a:lnTo>
                  <a:pt x="585163" y="35530"/>
                </a:lnTo>
                <a:lnTo>
                  <a:pt x="585271" y="35861"/>
                </a:lnTo>
                <a:lnTo>
                  <a:pt x="585370" y="36200"/>
                </a:lnTo>
                <a:lnTo>
                  <a:pt x="585460" y="36547"/>
                </a:lnTo>
                <a:lnTo>
                  <a:pt x="585542" y="36903"/>
                </a:lnTo>
                <a:lnTo>
                  <a:pt x="585615" y="37267"/>
                </a:lnTo>
                <a:lnTo>
                  <a:pt x="585680" y="37640"/>
                </a:lnTo>
                <a:lnTo>
                  <a:pt x="585736" y="38021"/>
                </a:lnTo>
                <a:lnTo>
                  <a:pt x="585783" y="38410"/>
                </a:lnTo>
                <a:lnTo>
                  <a:pt x="585822" y="38808"/>
                </a:lnTo>
                <a:lnTo>
                  <a:pt x="585852" y="39215"/>
                </a:lnTo>
                <a:lnTo>
                  <a:pt x="585873" y="39630"/>
                </a:lnTo>
                <a:lnTo>
                  <a:pt x="585886" y="40053"/>
                </a:lnTo>
                <a:lnTo>
                  <a:pt x="585891" y="40485"/>
                </a:lnTo>
                <a:lnTo>
                  <a:pt x="585891" y="42329"/>
                </a:lnTo>
                <a:lnTo>
                  <a:pt x="565877" y="42505"/>
                </a:lnTo>
                <a:lnTo>
                  <a:pt x="565877" y="40577"/>
                </a:lnTo>
                <a:lnTo>
                  <a:pt x="565882" y="40145"/>
                </a:lnTo>
                <a:close/>
                <a:moveTo>
                  <a:pt x="706694" y="37262"/>
                </a:moveTo>
                <a:lnTo>
                  <a:pt x="706666" y="36621"/>
                </a:lnTo>
                <a:lnTo>
                  <a:pt x="706619" y="35992"/>
                </a:lnTo>
                <a:lnTo>
                  <a:pt x="706554" y="35373"/>
                </a:lnTo>
                <a:lnTo>
                  <a:pt x="706470" y="34766"/>
                </a:lnTo>
                <a:lnTo>
                  <a:pt x="706368" y="34171"/>
                </a:lnTo>
                <a:lnTo>
                  <a:pt x="706247" y="33586"/>
                </a:lnTo>
                <a:lnTo>
                  <a:pt x="706107" y="33013"/>
                </a:lnTo>
                <a:lnTo>
                  <a:pt x="705948" y="32451"/>
                </a:lnTo>
                <a:lnTo>
                  <a:pt x="705771" y="31901"/>
                </a:lnTo>
                <a:lnTo>
                  <a:pt x="705575" y="31362"/>
                </a:lnTo>
                <a:lnTo>
                  <a:pt x="705361" y="30834"/>
                </a:lnTo>
                <a:lnTo>
                  <a:pt x="705128" y="30318"/>
                </a:lnTo>
                <a:lnTo>
                  <a:pt x="704876" y="29813"/>
                </a:lnTo>
                <a:lnTo>
                  <a:pt x="704605" y="29319"/>
                </a:lnTo>
                <a:lnTo>
                  <a:pt x="704316" y="28836"/>
                </a:lnTo>
                <a:lnTo>
                  <a:pt x="704009" y="28365"/>
                </a:lnTo>
                <a:lnTo>
                  <a:pt x="703682" y="27905"/>
                </a:lnTo>
                <a:lnTo>
                  <a:pt x="703337" y="27457"/>
                </a:lnTo>
                <a:lnTo>
                  <a:pt x="702974" y="27020"/>
                </a:lnTo>
                <a:lnTo>
                  <a:pt x="702591" y="26594"/>
                </a:lnTo>
                <a:lnTo>
                  <a:pt x="702191" y="26179"/>
                </a:lnTo>
                <a:lnTo>
                  <a:pt x="701771" y="25776"/>
                </a:lnTo>
                <a:lnTo>
                  <a:pt x="701333" y="25384"/>
                </a:lnTo>
                <a:lnTo>
                  <a:pt x="700878" y="25006"/>
                </a:lnTo>
                <a:lnTo>
                  <a:pt x="700411" y="24643"/>
                </a:lnTo>
                <a:lnTo>
                  <a:pt x="699929" y="24297"/>
                </a:lnTo>
                <a:lnTo>
                  <a:pt x="699435" y="23967"/>
                </a:lnTo>
                <a:lnTo>
                  <a:pt x="698926" y="23653"/>
                </a:lnTo>
                <a:lnTo>
                  <a:pt x="698404" y="23356"/>
                </a:lnTo>
                <a:lnTo>
                  <a:pt x="697869" y="23074"/>
                </a:lnTo>
                <a:lnTo>
                  <a:pt x="697320" y="22808"/>
                </a:lnTo>
                <a:lnTo>
                  <a:pt x="696757" y="22559"/>
                </a:lnTo>
                <a:lnTo>
                  <a:pt x="696181" y="22325"/>
                </a:lnTo>
                <a:lnTo>
                  <a:pt x="695591" y="22108"/>
                </a:lnTo>
                <a:lnTo>
                  <a:pt x="694988" y="21907"/>
                </a:lnTo>
                <a:lnTo>
                  <a:pt x="694371" y="21721"/>
                </a:lnTo>
                <a:lnTo>
                  <a:pt x="693741" y="21552"/>
                </a:lnTo>
                <a:lnTo>
                  <a:pt x="693097" y="21399"/>
                </a:lnTo>
                <a:lnTo>
                  <a:pt x="692439" y="21263"/>
                </a:lnTo>
                <a:lnTo>
                  <a:pt x="691768" y="21142"/>
                </a:lnTo>
                <a:lnTo>
                  <a:pt x="691084" y="21037"/>
                </a:lnTo>
                <a:lnTo>
                  <a:pt x="690385" y="20949"/>
                </a:lnTo>
                <a:lnTo>
                  <a:pt x="689674" y="20876"/>
                </a:lnTo>
                <a:lnTo>
                  <a:pt x="688948" y="20820"/>
                </a:lnTo>
                <a:lnTo>
                  <a:pt x="688210" y="20780"/>
                </a:lnTo>
                <a:lnTo>
                  <a:pt x="687457" y="20755"/>
                </a:lnTo>
                <a:lnTo>
                  <a:pt x="686691" y="20747"/>
                </a:lnTo>
                <a:lnTo>
                  <a:pt x="685970" y="20755"/>
                </a:lnTo>
                <a:lnTo>
                  <a:pt x="685260" y="20777"/>
                </a:lnTo>
                <a:lnTo>
                  <a:pt x="684560" y="20813"/>
                </a:lnTo>
                <a:lnTo>
                  <a:pt x="683871" y="20865"/>
                </a:lnTo>
                <a:lnTo>
                  <a:pt x="683193" y="20931"/>
                </a:lnTo>
                <a:lnTo>
                  <a:pt x="682526" y="21011"/>
                </a:lnTo>
                <a:lnTo>
                  <a:pt x="681869" y="21107"/>
                </a:lnTo>
                <a:lnTo>
                  <a:pt x="681224" y="21217"/>
                </a:lnTo>
                <a:lnTo>
                  <a:pt x="680589" y="21341"/>
                </a:lnTo>
                <a:lnTo>
                  <a:pt x="679965" y="21481"/>
                </a:lnTo>
                <a:lnTo>
                  <a:pt x="679352" y="21635"/>
                </a:lnTo>
                <a:lnTo>
                  <a:pt x="678750" y="21803"/>
                </a:lnTo>
                <a:lnTo>
                  <a:pt x="678159" y="21987"/>
                </a:lnTo>
                <a:lnTo>
                  <a:pt x="677578" y="22185"/>
                </a:lnTo>
                <a:lnTo>
                  <a:pt x="677009" y="22397"/>
                </a:lnTo>
                <a:lnTo>
                  <a:pt x="676450" y="22624"/>
                </a:lnTo>
                <a:lnTo>
                  <a:pt x="675902" y="22866"/>
                </a:lnTo>
                <a:lnTo>
                  <a:pt x="675365" y="23123"/>
                </a:lnTo>
                <a:lnTo>
                  <a:pt x="674839" y="23394"/>
                </a:lnTo>
                <a:lnTo>
                  <a:pt x="674323" y="23680"/>
                </a:lnTo>
                <a:lnTo>
                  <a:pt x="673818" y="23981"/>
                </a:lnTo>
                <a:lnTo>
                  <a:pt x="673325" y="24296"/>
                </a:lnTo>
                <a:lnTo>
                  <a:pt x="672842" y="24626"/>
                </a:lnTo>
                <a:lnTo>
                  <a:pt x="672370" y="24971"/>
                </a:lnTo>
                <a:lnTo>
                  <a:pt x="671911" y="25328"/>
                </a:lnTo>
                <a:lnTo>
                  <a:pt x="671469" y="25695"/>
                </a:lnTo>
                <a:lnTo>
                  <a:pt x="671044" y="26072"/>
                </a:lnTo>
                <a:lnTo>
                  <a:pt x="670635" y="26460"/>
                </a:lnTo>
                <a:lnTo>
                  <a:pt x="670243" y="26858"/>
                </a:lnTo>
                <a:lnTo>
                  <a:pt x="669868" y="27266"/>
                </a:lnTo>
                <a:lnTo>
                  <a:pt x="669509" y="27684"/>
                </a:lnTo>
                <a:lnTo>
                  <a:pt x="669166" y="28112"/>
                </a:lnTo>
                <a:lnTo>
                  <a:pt x="668841" y="28551"/>
                </a:lnTo>
                <a:lnTo>
                  <a:pt x="668531" y="28999"/>
                </a:lnTo>
                <a:lnTo>
                  <a:pt x="668239" y="29458"/>
                </a:lnTo>
                <a:lnTo>
                  <a:pt x="667963" y="29928"/>
                </a:lnTo>
                <a:lnTo>
                  <a:pt x="667703" y="30407"/>
                </a:lnTo>
                <a:lnTo>
                  <a:pt x="667460" y="30897"/>
                </a:lnTo>
                <a:lnTo>
                  <a:pt x="667234" y="31396"/>
                </a:lnTo>
                <a:lnTo>
                  <a:pt x="667024" y="31906"/>
                </a:lnTo>
                <a:lnTo>
                  <a:pt x="666831" y="32427"/>
                </a:lnTo>
                <a:lnTo>
                  <a:pt x="666654" y="32957"/>
                </a:lnTo>
                <a:lnTo>
                  <a:pt x="666494" y="33498"/>
                </a:lnTo>
                <a:lnTo>
                  <a:pt x="666351" y="34048"/>
                </a:lnTo>
                <a:lnTo>
                  <a:pt x="666224" y="34610"/>
                </a:lnTo>
                <a:lnTo>
                  <a:pt x="666114" y="35181"/>
                </a:lnTo>
                <a:lnTo>
                  <a:pt x="666020" y="35762"/>
                </a:lnTo>
                <a:lnTo>
                  <a:pt x="665943" y="36354"/>
                </a:lnTo>
                <a:lnTo>
                  <a:pt x="677144" y="36354"/>
                </a:lnTo>
                <a:lnTo>
                  <a:pt x="677185" y="36119"/>
                </a:lnTo>
                <a:lnTo>
                  <a:pt x="677234" y="35888"/>
                </a:lnTo>
                <a:lnTo>
                  <a:pt x="677290" y="35661"/>
                </a:lnTo>
                <a:lnTo>
                  <a:pt x="677352" y="35438"/>
                </a:lnTo>
                <a:lnTo>
                  <a:pt x="677422" y="35220"/>
                </a:lnTo>
                <a:lnTo>
                  <a:pt x="677499" y="35005"/>
                </a:lnTo>
                <a:lnTo>
                  <a:pt x="677583" y="34795"/>
                </a:lnTo>
                <a:lnTo>
                  <a:pt x="677673" y="34589"/>
                </a:lnTo>
                <a:lnTo>
                  <a:pt x="677771" y="34387"/>
                </a:lnTo>
                <a:lnTo>
                  <a:pt x="677876" y="34189"/>
                </a:lnTo>
                <a:lnTo>
                  <a:pt x="677988" y="33996"/>
                </a:lnTo>
                <a:lnTo>
                  <a:pt x="678107" y="33806"/>
                </a:lnTo>
                <a:lnTo>
                  <a:pt x="678232" y="33621"/>
                </a:lnTo>
                <a:lnTo>
                  <a:pt x="678365" y="33440"/>
                </a:lnTo>
                <a:lnTo>
                  <a:pt x="678505" y="33263"/>
                </a:lnTo>
                <a:lnTo>
                  <a:pt x="678652" y="33090"/>
                </a:lnTo>
                <a:lnTo>
                  <a:pt x="678806" y="32921"/>
                </a:lnTo>
                <a:lnTo>
                  <a:pt x="678967" y="32756"/>
                </a:lnTo>
                <a:lnTo>
                  <a:pt x="679135" y="32596"/>
                </a:lnTo>
                <a:lnTo>
                  <a:pt x="679310" y="32440"/>
                </a:lnTo>
                <a:lnTo>
                  <a:pt x="679492" y="32287"/>
                </a:lnTo>
                <a:lnTo>
                  <a:pt x="679681" y="32139"/>
                </a:lnTo>
                <a:lnTo>
                  <a:pt x="679877" y="31996"/>
                </a:lnTo>
                <a:lnTo>
                  <a:pt x="680080" y="31856"/>
                </a:lnTo>
                <a:lnTo>
                  <a:pt x="680288" y="31721"/>
                </a:lnTo>
                <a:lnTo>
                  <a:pt x="680502" y="31592"/>
                </a:lnTo>
                <a:lnTo>
                  <a:pt x="680720" y="31468"/>
                </a:lnTo>
                <a:lnTo>
                  <a:pt x="680942" y="31351"/>
                </a:lnTo>
                <a:lnTo>
                  <a:pt x="681168" y="31239"/>
                </a:lnTo>
                <a:lnTo>
                  <a:pt x="681400" y="31133"/>
                </a:lnTo>
                <a:lnTo>
                  <a:pt x="681635" y="31032"/>
                </a:lnTo>
                <a:lnTo>
                  <a:pt x="681875" y="30938"/>
                </a:lnTo>
                <a:lnTo>
                  <a:pt x="682120" y="30849"/>
                </a:lnTo>
                <a:lnTo>
                  <a:pt x="682369" y="30765"/>
                </a:lnTo>
                <a:lnTo>
                  <a:pt x="682622" y="30688"/>
                </a:lnTo>
                <a:lnTo>
                  <a:pt x="682880" y="30616"/>
                </a:lnTo>
                <a:lnTo>
                  <a:pt x="683143" y="30550"/>
                </a:lnTo>
                <a:lnTo>
                  <a:pt x="683409" y="30490"/>
                </a:lnTo>
                <a:lnTo>
                  <a:pt x="683681" y="30435"/>
                </a:lnTo>
                <a:lnTo>
                  <a:pt x="683956" y="30387"/>
                </a:lnTo>
                <a:lnTo>
                  <a:pt x="684237" y="30343"/>
                </a:lnTo>
                <a:lnTo>
                  <a:pt x="684521" y="30306"/>
                </a:lnTo>
                <a:lnTo>
                  <a:pt x="684810" y="30275"/>
                </a:lnTo>
                <a:lnTo>
                  <a:pt x="685104" y="30249"/>
                </a:lnTo>
                <a:lnTo>
                  <a:pt x="685402" y="30229"/>
                </a:lnTo>
                <a:lnTo>
                  <a:pt x="685705" y="30214"/>
                </a:lnTo>
                <a:lnTo>
                  <a:pt x="686012" y="30206"/>
                </a:lnTo>
                <a:lnTo>
                  <a:pt x="686323" y="30203"/>
                </a:lnTo>
                <a:lnTo>
                  <a:pt x="686664" y="30206"/>
                </a:lnTo>
                <a:lnTo>
                  <a:pt x="687000" y="30217"/>
                </a:lnTo>
                <a:lnTo>
                  <a:pt x="687329" y="30235"/>
                </a:lnTo>
                <a:lnTo>
                  <a:pt x="687652" y="30260"/>
                </a:lnTo>
                <a:lnTo>
                  <a:pt x="687969" y="30293"/>
                </a:lnTo>
                <a:lnTo>
                  <a:pt x="688280" y="30332"/>
                </a:lnTo>
                <a:lnTo>
                  <a:pt x="688585" y="30379"/>
                </a:lnTo>
                <a:lnTo>
                  <a:pt x="688884" y="30432"/>
                </a:lnTo>
                <a:lnTo>
                  <a:pt x="689177" y="30493"/>
                </a:lnTo>
                <a:lnTo>
                  <a:pt x="689463" y="30562"/>
                </a:lnTo>
                <a:lnTo>
                  <a:pt x="689744" y="30637"/>
                </a:lnTo>
                <a:lnTo>
                  <a:pt x="690019" y="30719"/>
                </a:lnTo>
                <a:lnTo>
                  <a:pt x="690287" y="30809"/>
                </a:lnTo>
                <a:lnTo>
                  <a:pt x="690550" y="30906"/>
                </a:lnTo>
                <a:lnTo>
                  <a:pt x="690806" y="31010"/>
                </a:lnTo>
                <a:lnTo>
                  <a:pt x="691057" y="31121"/>
                </a:lnTo>
                <a:lnTo>
                  <a:pt x="691301" y="31240"/>
                </a:lnTo>
                <a:lnTo>
                  <a:pt x="691539" y="31365"/>
                </a:lnTo>
                <a:lnTo>
                  <a:pt x="691771" y="31498"/>
                </a:lnTo>
                <a:lnTo>
                  <a:pt x="691997" y="31638"/>
                </a:lnTo>
                <a:lnTo>
                  <a:pt x="692217" y="31785"/>
                </a:lnTo>
                <a:lnTo>
                  <a:pt x="692431" y="31939"/>
                </a:lnTo>
                <a:lnTo>
                  <a:pt x="692639" y="32100"/>
                </a:lnTo>
                <a:lnTo>
                  <a:pt x="692841" y="32269"/>
                </a:lnTo>
                <a:lnTo>
                  <a:pt x="693036" y="32444"/>
                </a:lnTo>
                <a:lnTo>
                  <a:pt x="693222" y="32624"/>
                </a:lnTo>
                <a:lnTo>
                  <a:pt x="693400" y="32810"/>
                </a:lnTo>
                <a:lnTo>
                  <a:pt x="693570" y="33002"/>
                </a:lnTo>
                <a:lnTo>
                  <a:pt x="693732" y="33199"/>
                </a:lnTo>
                <a:lnTo>
                  <a:pt x="693885" y="33402"/>
                </a:lnTo>
                <a:lnTo>
                  <a:pt x="694030" y="33610"/>
                </a:lnTo>
                <a:lnTo>
                  <a:pt x="694167" y="33824"/>
                </a:lnTo>
                <a:lnTo>
                  <a:pt x="694296" y="34044"/>
                </a:lnTo>
                <a:lnTo>
                  <a:pt x="694416" y="34269"/>
                </a:lnTo>
                <a:lnTo>
                  <a:pt x="694528" y="34500"/>
                </a:lnTo>
                <a:lnTo>
                  <a:pt x="694631" y="34736"/>
                </a:lnTo>
                <a:lnTo>
                  <a:pt x="694727" y="34978"/>
                </a:lnTo>
                <a:lnTo>
                  <a:pt x="694814" y="35225"/>
                </a:lnTo>
                <a:lnTo>
                  <a:pt x="694892" y="35478"/>
                </a:lnTo>
                <a:lnTo>
                  <a:pt x="694963" y="35737"/>
                </a:lnTo>
                <a:lnTo>
                  <a:pt x="695025" y="36001"/>
                </a:lnTo>
                <a:lnTo>
                  <a:pt x="695079" y="36271"/>
                </a:lnTo>
                <a:lnTo>
                  <a:pt x="695124" y="36546"/>
                </a:lnTo>
                <a:lnTo>
                  <a:pt x="695162" y="36827"/>
                </a:lnTo>
                <a:lnTo>
                  <a:pt x="695191" y="37114"/>
                </a:lnTo>
                <a:lnTo>
                  <a:pt x="695211" y="37406"/>
                </a:lnTo>
                <a:lnTo>
                  <a:pt x="695224" y="37703"/>
                </a:lnTo>
                <a:lnTo>
                  <a:pt x="695228" y="38007"/>
                </a:lnTo>
                <a:lnTo>
                  <a:pt x="695228" y="42321"/>
                </a:lnTo>
                <a:lnTo>
                  <a:pt x="682652" y="42321"/>
                </a:lnTo>
                <a:lnTo>
                  <a:pt x="681901" y="42328"/>
                </a:lnTo>
                <a:lnTo>
                  <a:pt x="681165" y="42349"/>
                </a:lnTo>
                <a:lnTo>
                  <a:pt x="680444" y="42384"/>
                </a:lnTo>
                <a:lnTo>
                  <a:pt x="679737" y="42433"/>
                </a:lnTo>
                <a:lnTo>
                  <a:pt x="679044" y="42497"/>
                </a:lnTo>
                <a:lnTo>
                  <a:pt x="678365" y="42574"/>
                </a:lnTo>
                <a:lnTo>
                  <a:pt x="677701" y="42665"/>
                </a:lnTo>
                <a:lnTo>
                  <a:pt x="677052" y="42770"/>
                </a:lnTo>
                <a:lnTo>
                  <a:pt x="676416" y="42889"/>
                </a:lnTo>
                <a:lnTo>
                  <a:pt x="675795" y="43023"/>
                </a:lnTo>
                <a:lnTo>
                  <a:pt x="675188" y="43170"/>
                </a:lnTo>
                <a:lnTo>
                  <a:pt x="674596" y="43331"/>
                </a:lnTo>
                <a:lnTo>
                  <a:pt x="674018" y="43507"/>
                </a:lnTo>
                <a:lnTo>
                  <a:pt x="673454" y="43696"/>
                </a:lnTo>
                <a:lnTo>
                  <a:pt x="672905" y="43899"/>
                </a:lnTo>
                <a:lnTo>
                  <a:pt x="672370" y="44117"/>
                </a:lnTo>
                <a:lnTo>
                  <a:pt x="671849" y="44348"/>
                </a:lnTo>
                <a:lnTo>
                  <a:pt x="671343" y="44594"/>
                </a:lnTo>
                <a:lnTo>
                  <a:pt x="670850" y="44853"/>
                </a:lnTo>
                <a:lnTo>
                  <a:pt x="670373" y="45127"/>
                </a:lnTo>
                <a:lnTo>
                  <a:pt x="669910" y="45414"/>
                </a:lnTo>
                <a:lnTo>
                  <a:pt x="669461" y="45716"/>
                </a:lnTo>
                <a:lnTo>
                  <a:pt x="669026" y="46032"/>
                </a:lnTo>
                <a:lnTo>
                  <a:pt x="668606" y="46361"/>
                </a:lnTo>
                <a:lnTo>
                  <a:pt x="668201" y="46704"/>
                </a:lnTo>
                <a:lnTo>
                  <a:pt x="667814" y="47058"/>
                </a:lnTo>
                <a:lnTo>
                  <a:pt x="667444" y="47424"/>
                </a:lnTo>
                <a:lnTo>
                  <a:pt x="667091" y="47802"/>
                </a:lnTo>
                <a:lnTo>
                  <a:pt x="666755" y="48191"/>
                </a:lnTo>
                <a:lnTo>
                  <a:pt x="666437" y="48593"/>
                </a:lnTo>
                <a:lnTo>
                  <a:pt x="666135" y="49006"/>
                </a:lnTo>
                <a:lnTo>
                  <a:pt x="665851" y="49431"/>
                </a:lnTo>
                <a:lnTo>
                  <a:pt x="665585" y="49868"/>
                </a:lnTo>
                <a:lnTo>
                  <a:pt x="665335" y="50316"/>
                </a:lnTo>
                <a:lnTo>
                  <a:pt x="665103" y="50777"/>
                </a:lnTo>
                <a:lnTo>
                  <a:pt x="664887" y="51249"/>
                </a:lnTo>
                <a:lnTo>
                  <a:pt x="664690" y="51733"/>
                </a:lnTo>
                <a:lnTo>
                  <a:pt x="664509" y="52229"/>
                </a:lnTo>
                <a:lnTo>
                  <a:pt x="664345" y="52736"/>
                </a:lnTo>
                <a:lnTo>
                  <a:pt x="664199" y="53256"/>
                </a:lnTo>
                <a:lnTo>
                  <a:pt x="664070" y="53787"/>
                </a:lnTo>
                <a:lnTo>
                  <a:pt x="663958" y="54330"/>
                </a:lnTo>
                <a:lnTo>
                  <a:pt x="663863" y="54885"/>
                </a:lnTo>
                <a:lnTo>
                  <a:pt x="663786" y="55451"/>
                </a:lnTo>
                <a:lnTo>
                  <a:pt x="663726" y="56029"/>
                </a:lnTo>
                <a:lnTo>
                  <a:pt x="663683" y="56620"/>
                </a:lnTo>
                <a:lnTo>
                  <a:pt x="663657" y="57222"/>
                </a:lnTo>
                <a:lnTo>
                  <a:pt x="663648" y="57835"/>
                </a:lnTo>
                <a:lnTo>
                  <a:pt x="663656" y="58412"/>
                </a:lnTo>
                <a:lnTo>
                  <a:pt x="663679" y="58978"/>
                </a:lnTo>
                <a:lnTo>
                  <a:pt x="663718" y="59535"/>
                </a:lnTo>
                <a:lnTo>
                  <a:pt x="663773" y="60082"/>
                </a:lnTo>
                <a:lnTo>
                  <a:pt x="663843" y="60619"/>
                </a:lnTo>
                <a:lnTo>
                  <a:pt x="663929" y="61146"/>
                </a:lnTo>
                <a:lnTo>
                  <a:pt x="664031" y="61663"/>
                </a:lnTo>
                <a:lnTo>
                  <a:pt x="664148" y="62171"/>
                </a:lnTo>
                <a:lnTo>
                  <a:pt x="664281" y="62668"/>
                </a:lnTo>
                <a:lnTo>
                  <a:pt x="664429" y="63156"/>
                </a:lnTo>
                <a:lnTo>
                  <a:pt x="664593" y="63633"/>
                </a:lnTo>
                <a:lnTo>
                  <a:pt x="664773" y="64101"/>
                </a:lnTo>
                <a:lnTo>
                  <a:pt x="664968" y="64559"/>
                </a:lnTo>
                <a:lnTo>
                  <a:pt x="665179" y="65007"/>
                </a:lnTo>
                <a:lnTo>
                  <a:pt x="665405" y="65445"/>
                </a:lnTo>
                <a:lnTo>
                  <a:pt x="665647" y="65873"/>
                </a:lnTo>
                <a:lnTo>
                  <a:pt x="665905" y="66292"/>
                </a:lnTo>
                <a:lnTo>
                  <a:pt x="666178" y="66700"/>
                </a:lnTo>
                <a:lnTo>
                  <a:pt x="666467" y="67099"/>
                </a:lnTo>
                <a:lnTo>
                  <a:pt x="666772" y="67488"/>
                </a:lnTo>
                <a:lnTo>
                  <a:pt x="667092" y="67866"/>
                </a:lnTo>
                <a:lnTo>
                  <a:pt x="667428" y="68235"/>
                </a:lnTo>
                <a:lnTo>
                  <a:pt x="667779" y="68594"/>
                </a:lnTo>
                <a:lnTo>
                  <a:pt x="668146" y="68944"/>
                </a:lnTo>
                <a:lnTo>
                  <a:pt x="668527" y="69281"/>
                </a:lnTo>
                <a:lnTo>
                  <a:pt x="668919" y="69603"/>
                </a:lnTo>
                <a:lnTo>
                  <a:pt x="669323" y="69912"/>
                </a:lnTo>
                <a:lnTo>
                  <a:pt x="669738" y="70206"/>
                </a:lnTo>
                <a:lnTo>
                  <a:pt x="670164" y="70486"/>
                </a:lnTo>
                <a:lnTo>
                  <a:pt x="670602" y="70751"/>
                </a:lnTo>
                <a:lnTo>
                  <a:pt x="671052" y="71002"/>
                </a:lnTo>
                <a:lnTo>
                  <a:pt x="671513" y="71239"/>
                </a:lnTo>
                <a:lnTo>
                  <a:pt x="671985" y="71461"/>
                </a:lnTo>
                <a:lnTo>
                  <a:pt x="672469" y="71669"/>
                </a:lnTo>
                <a:lnTo>
                  <a:pt x="672964" y="71863"/>
                </a:lnTo>
                <a:lnTo>
                  <a:pt x="673471" y="72042"/>
                </a:lnTo>
                <a:lnTo>
                  <a:pt x="673990" y="72207"/>
                </a:lnTo>
                <a:lnTo>
                  <a:pt x="674519" y="72357"/>
                </a:lnTo>
                <a:lnTo>
                  <a:pt x="675061" y="72494"/>
                </a:lnTo>
                <a:lnTo>
                  <a:pt x="675613" y="72616"/>
                </a:lnTo>
                <a:lnTo>
                  <a:pt x="676178" y="72723"/>
                </a:lnTo>
                <a:lnTo>
                  <a:pt x="676753" y="72816"/>
                </a:lnTo>
                <a:lnTo>
                  <a:pt x="677340" y="72895"/>
                </a:lnTo>
                <a:lnTo>
                  <a:pt x="677939" y="72960"/>
                </a:lnTo>
                <a:lnTo>
                  <a:pt x="678549" y="73010"/>
                </a:lnTo>
                <a:lnTo>
                  <a:pt x="679171" y="73046"/>
                </a:lnTo>
                <a:lnTo>
                  <a:pt x="679804" y="73067"/>
                </a:lnTo>
                <a:lnTo>
                  <a:pt x="680448" y="73075"/>
                </a:lnTo>
                <a:lnTo>
                  <a:pt x="681017" y="73069"/>
                </a:lnTo>
                <a:lnTo>
                  <a:pt x="681576" y="73052"/>
                </a:lnTo>
                <a:lnTo>
                  <a:pt x="682126" y="73023"/>
                </a:lnTo>
                <a:lnTo>
                  <a:pt x="682667" y="72983"/>
                </a:lnTo>
                <a:lnTo>
                  <a:pt x="683197" y="72931"/>
                </a:lnTo>
                <a:lnTo>
                  <a:pt x="683718" y="72868"/>
                </a:lnTo>
                <a:lnTo>
                  <a:pt x="684230" y="72794"/>
                </a:lnTo>
                <a:lnTo>
                  <a:pt x="684732" y="72707"/>
                </a:lnTo>
                <a:lnTo>
                  <a:pt x="685224" y="72610"/>
                </a:lnTo>
                <a:lnTo>
                  <a:pt x="685707" y="72501"/>
                </a:lnTo>
                <a:lnTo>
                  <a:pt x="686181" y="72380"/>
                </a:lnTo>
                <a:lnTo>
                  <a:pt x="686645" y="72249"/>
                </a:lnTo>
                <a:lnTo>
                  <a:pt x="687099" y="72105"/>
                </a:lnTo>
                <a:lnTo>
                  <a:pt x="687543" y="71950"/>
                </a:lnTo>
                <a:lnTo>
                  <a:pt x="687978" y="71784"/>
                </a:lnTo>
                <a:lnTo>
                  <a:pt x="688404" y="71606"/>
                </a:lnTo>
                <a:lnTo>
                  <a:pt x="688820" y="71417"/>
                </a:lnTo>
                <a:lnTo>
                  <a:pt x="689226" y="71216"/>
                </a:lnTo>
                <a:lnTo>
                  <a:pt x="689623" y="71004"/>
                </a:lnTo>
                <a:lnTo>
                  <a:pt x="690011" y="70780"/>
                </a:lnTo>
                <a:lnTo>
                  <a:pt x="690388" y="70545"/>
                </a:lnTo>
                <a:lnTo>
                  <a:pt x="690756" y="70298"/>
                </a:lnTo>
                <a:lnTo>
                  <a:pt x="691115" y="70040"/>
                </a:lnTo>
                <a:lnTo>
                  <a:pt x="691464" y="69770"/>
                </a:lnTo>
                <a:lnTo>
                  <a:pt x="691801" y="69491"/>
                </a:lnTo>
                <a:lnTo>
                  <a:pt x="692124" y="69203"/>
                </a:lnTo>
                <a:lnTo>
                  <a:pt x="692433" y="68908"/>
                </a:lnTo>
                <a:lnTo>
                  <a:pt x="692727" y="68605"/>
                </a:lnTo>
                <a:lnTo>
                  <a:pt x="693006" y="68294"/>
                </a:lnTo>
                <a:lnTo>
                  <a:pt x="693272" y="67974"/>
                </a:lnTo>
                <a:lnTo>
                  <a:pt x="693523" y="67647"/>
                </a:lnTo>
                <a:lnTo>
                  <a:pt x="693760" y="67312"/>
                </a:lnTo>
                <a:lnTo>
                  <a:pt x="693982" y="66969"/>
                </a:lnTo>
                <a:lnTo>
                  <a:pt x="694190" y="66618"/>
                </a:lnTo>
                <a:lnTo>
                  <a:pt x="694384" y="66259"/>
                </a:lnTo>
                <a:lnTo>
                  <a:pt x="694563" y="65892"/>
                </a:lnTo>
                <a:lnTo>
                  <a:pt x="694728" y="65517"/>
                </a:lnTo>
                <a:lnTo>
                  <a:pt x="694879" y="65134"/>
                </a:lnTo>
                <a:lnTo>
                  <a:pt x="695015" y="64743"/>
                </a:lnTo>
                <a:lnTo>
                  <a:pt x="695137" y="64344"/>
                </a:lnTo>
                <a:lnTo>
                  <a:pt x="695245" y="63937"/>
                </a:lnTo>
                <a:lnTo>
                  <a:pt x="695338" y="63522"/>
                </a:lnTo>
                <a:lnTo>
                  <a:pt x="695371" y="63345"/>
                </a:lnTo>
                <a:lnTo>
                  <a:pt x="695596" y="63345"/>
                </a:lnTo>
                <a:lnTo>
                  <a:pt x="695596" y="72157"/>
                </a:lnTo>
                <a:lnTo>
                  <a:pt x="706703" y="72157"/>
                </a:lnTo>
                <a:lnTo>
                  <a:pt x="706703" y="37914"/>
                </a:lnTo>
                <a:lnTo>
                  <a:pt x="706694" y="37262"/>
                </a:lnTo>
                <a:close/>
                <a:moveTo>
                  <a:pt x="682530" y="64356"/>
                </a:moveTo>
                <a:lnTo>
                  <a:pt x="682212" y="64317"/>
                </a:lnTo>
                <a:lnTo>
                  <a:pt x="681901" y="64270"/>
                </a:lnTo>
                <a:lnTo>
                  <a:pt x="681595" y="64216"/>
                </a:lnTo>
                <a:lnTo>
                  <a:pt x="681296" y="64155"/>
                </a:lnTo>
                <a:lnTo>
                  <a:pt x="681003" y="64087"/>
                </a:lnTo>
                <a:lnTo>
                  <a:pt x="680717" y="64012"/>
                </a:lnTo>
                <a:lnTo>
                  <a:pt x="680436" y="63929"/>
                </a:lnTo>
                <a:lnTo>
                  <a:pt x="680162" y="63840"/>
                </a:lnTo>
                <a:lnTo>
                  <a:pt x="679894" y="63743"/>
                </a:lnTo>
                <a:lnTo>
                  <a:pt x="679632" y="63639"/>
                </a:lnTo>
                <a:lnTo>
                  <a:pt x="679376" y="63528"/>
                </a:lnTo>
                <a:lnTo>
                  <a:pt x="679127" y="63410"/>
                </a:lnTo>
                <a:lnTo>
                  <a:pt x="678884" y="63284"/>
                </a:lnTo>
                <a:lnTo>
                  <a:pt x="678647" y="63152"/>
                </a:lnTo>
                <a:lnTo>
                  <a:pt x="678416" y="63012"/>
                </a:lnTo>
                <a:lnTo>
                  <a:pt x="678192" y="62865"/>
                </a:lnTo>
                <a:lnTo>
                  <a:pt x="677973" y="62711"/>
                </a:lnTo>
                <a:lnTo>
                  <a:pt x="677761" y="62549"/>
                </a:lnTo>
                <a:lnTo>
                  <a:pt x="677555" y="62381"/>
                </a:lnTo>
                <a:lnTo>
                  <a:pt x="677357" y="62206"/>
                </a:lnTo>
                <a:lnTo>
                  <a:pt x="677167" y="62026"/>
                </a:lnTo>
                <a:lnTo>
                  <a:pt x="676985" y="61841"/>
                </a:lnTo>
                <a:lnTo>
                  <a:pt x="676812" y="61650"/>
                </a:lnTo>
                <a:lnTo>
                  <a:pt x="676648" y="61454"/>
                </a:lnTo>
                <a:lnTo>
                  <a:pt x="676491" y="61253"/>
                </a:lnTo>
                <a:lnTo>
                  <a:pt x="676344" y="61047"/>
                </a:lnTo>
                <a:lnTo>
                  <a:pt x="676204" y="60835"/>
                </a:lnTo>
                <a:lnTo>
                  <a:pt x="676073" y="60618"/>
                </a:lnTo>
                <a:lnTo>
                  <a:pt x="675951" y="60396"/>
                </a:lnTo>
                <a:lnTo>
                  <a:pt x="675837" y="60169"/>
                </a:lnTo>
                <a:lnTo>
                  <a:pt x="675732" y="59936"/>
                </a:lnTo>
                <a:lnTo>
                  <a:pt x="675634" y="59698"/>
                </a:lnTo>
                <a:lnTo>
                  <a:pt x="675546" y="59455"/>
                </a:lnTo>
                <a:lnTo>
                  <a:pt x="675466" y="59207"/>
                </a:lnTo>
                <a:lnTo>
                  <a:pt x="675394" y="58953"/>
                </a:lnTo>
                <a:lnTo>
                  <a:pt x="675330" y="58694"/>
                </a:lnTo>
                <a:lnTo>
                  <a:pt x="675276" y="58430"/>
                </a:lnTo>
                <a:lnTo>
                  <a:pt x="675229" y="58160"/>
                </a:lnTo>
                <a:lnTo>
                  <a:pt x="675191" y="57886"/>
                </a:lnTo>
                <a:lnTo>
                  <a:pt x="675162" y="57606"/>
                </a:lnTo>
                <a:lnTo>
                  <a:pt x="675140" y="57320"/>
                </a:lnTo>
                <a:lnTo>
                  <a:pt x="675128" y="57030"/>
                </a:lnTo>
                <a:lnTo>
                  <a:pt x="675124" y="56734"/>
                </a:lnTo>
                <a:lnTo>
                  <a:pt x="675127" y="56461"/>
                </a:lnTo>
                <a:lnTo>
                  <a:pt x="675138" y="56192"/>
                </a:lnTo>
                <a:lnTo>
                  <a:pt x="675157" y="55928"/>
                </a:lnTo>
                <a:lnTo>
                  <a:pt x="675182" y="55668"/>
                </a:lnTo>
                <a:lnTo>
                  <a:pt x="675215" y="55413"/>
                </a:lnTo>
                <a:lnTo>
                  <a:pt x="675255" y="55162"/>
                </a:lnTo>
                <a:lnTo>
                  <a:pt x="675303" y="54916"/>
                </a:lnTo>
                <a:lnTo>
                  <a:pt x="675358" y="54674"/>
                </a:lnTo>
                <a:lnTo>
                  <a:pt x="675420" y="54436"/>
                </a:lnTo>
                <a:lnTo>
                  <a:pt x="675490" y="54203"/>
                </a:lnTo>
                <a:lnTo>
                  <a:pt x="675567" y="53975"/>
                </a:lnTo>
                <a:lnTo>
                  <a:pt x="675651" y="53751"/>
                </a:lnTo>
                <a:lnTo>
                  <a:pt x="675743" y="53531"/>
                </a:lnTo>
                <a:lnTo>
                  <a:pt x="675842" y="53316"/>
                </a:lnTo>
                <a:lnTo>
                  <a:pt x="675948" y="53105"/>
                </a:lnTo>
                <a:lnTo>
                  <a:pt x="676062" y="52899"/>
                </a:lnTo>
                <a:lnTo>
                  <a:pt x="676183" y="52697"/>
                </a:lnTo>
                <a:lnTo>
                  <a:pt x="676311" y="52500"/>
                </a:lnTo>
                <a:lnTo>
                  <a:pt x="676447" y="52307"/>
                </a:lnTo>
                <a:lnTo>
                  <a:pt x="676590" y="52119"/>
                </a:lnTo>
                <a:lnTo>
                  <a:pt x="676740" y="51935"/>
                </a:lnTo>
                <a:lnTo>
                  <a:pt x="676897" y="51755"/>
                </a:lnTo>
                <a:lnTo>
                  <a:pt x="677062" y="51580"/>
                </a:lnTo>
                <a:lnTo>
                  <a:pt x="677235" y="51410"/>
                </a:lnTo>
                <a:lnTo>
                  <a:pt x="677413" y="51245"/>
                </a:lnTo>
                <a:lnTo>
                  <a:pt x="677596" y="51087"/>
                </a:lnTo>
                <a:lnTo>
                  <a:pt x="677784" y="50936"/>
                </a:lnTo>
                <a:lnTo>
                  <a:pt x="677977" y="50793"/>
                </a:lnTo>
                <a:lnTo>
                  <a:pt x="678174" y="50656"/>
                </a:lnTo>
                <a:lnTo>
                  <a:pt x="678377" y="50526"/>
                </a:lnTo>
                <a:lnTo>
                  <a:pt x="678584" y="50403"/>
                </a:lnTo>
                <a:lnTo>
                  <a:pt x="678796" y="50288"/>
                </a:lnTo>
                <a:lnTo>
                  <a:pt x="679012" y="50179"/>
                </a:lnTo>
                <a:lnTo>
                  <a:pt x="679234" y="50077"/>
                </a:lnTo>
                <a:lnTo>
                  <a:pt x="679460" y="49982"/>
                </a:lnTo>
                <a:lnTo>
                  <a:pt x="679691" y="49895"/>
                </a:lnTo>
                <a:lnTo>
                  <a:pt x="679927" y="49814"/>
                </a:lnTo>
                <a:lnTo>
                  <a:pt x="680167" y="49740"/>
                </a:lnTo>
                <a:lnTo>
                  <a:pt x="680412" y="49674"/>
                </a:lnTo>
                <a:lnTo>
                  <a:pt x="680663" y="49614"/>
                </a:lnTo>
                <a:lnTo>
                  <a:pt x="680917" y="49562"/>
                </a:lnTo>
                <a:lnTo>
                  <a:pt x="681177" y="49516"/>
                </a:lnTo>
                <a:lnTo>
                  <a:pt x="681441" y="49477"/>
                </a:lnTo>
                <a:lnTo>
                  <a:pt x="681711" y="49446"/>
                </a:lnTo>
                <a:lnTo>
                  <a:pt x="681985" y="49421"/>
                </a:lnTo>
                <a:lnTo>
                  <a:pt x="682263" y="49404"/>
                </a:lnTo>
                <a:lnTo>
                  <a:pt x="682547" y="49393"/>
                </a:lnTo>
                <a:lnTo>
                  <a:pt x="682835" y="49390"/>
                </a:lnTo>
                <a:lnTo>
                  <a:pt x="695228" y="49390"/>
                </a:lnTo>
                <a:lnTo>
                  <a:pt x="695228" y="55541"/>
                </a:lnTo>
                <a:lnTo>
                  <a:pt x="695223" y="55867"/>
                </a:lnTo>
                <a:lnTo>
                  <a:pt x="695207" y="56188"/>
                </a:lnTo>
                <a:lnTo>
                  <a:pt x="695180" y="56505"/>
                </a:lnTo>
                <a:lnTo>
                  <a:pt x="695143" y="56816"/>
                </a:lnTo>
                <a:lnTo>
                  <a:pt x="695094" y="57122"/>
                </a:lnTo>
                <a:lnTo>
                  <a:pt x="695036" y="57423"/>
                </a:lnTo>
                <a:lnTo>
                  <a:pt x="694966" y="57719"/>
                </a:lnTo>
                <a:lnTo>
                  <a:pt x="694886" y="58009"/>
                </a:lnTo>
                <a:lnTo>
                  <a:pt x="694795" y="58295"/>
                </a:lnTo>
                <a:lnTo>
                  <a:pt x="694694" y="58575"/>
                </a:lnTo>
                <a:lnTo>
                  <a:pt x="694582" y="58851"/>
                </a:lnTo>
                <a:lnTo>
                  <a:pt x="694459" y="59121"/>
                </a:lnTo>
                <a:lnTo>
                  <a:pt x="694325" y="59386"/>
                </a:lnTo>
                <a:lnTo>
                  <a:pt x="694181" y="59647"/>
                </a:lnTo>
                <a:lnTo>
                  <a:pt x="694026" y="59902"/>
                </a:lnTo>
                <a:lnTo>
                  <a:pt x="693861" y="60152"/>
                </a:lnTo>
                <a:lnTo>
                  <a:pt x="693685" y="60396"/>
                </a:lnTo>
                <a:lnTo>
                  <a:pt x="693498" y="60636"/>
                </a:lnTo>
                <a:lnTo>
                  <a:pt x="693300" y="60871"/>
                </a:lnTo>
                <a:lnTo>
                  <a:pt x="693092" y="61100"/>
                </a:lnTo>
                <a:lnTo>
                  <a:pt x="692873" y="61325"/>
                </a:lnTo>
                <a:lnTo>
                  <a:pt x="692643" y="61544"/>
                </a:lnTo>
                <a:lnTo>
                  <a:pt x="692403" y="61758"/>
                </a:lnTo>
                <a:lnTo>
                  <a:pt x="692152" y="61968"/>
                </a:lnTo>
                <a:lnTo>
                  <a:pt x="691892" y="62170"/>
                </a:lnTo>
                <a:lnTo>
                  <a:pt x="691627" y="62363"/>
                </a:lnTo>
                <a:lnTo>
                  <a:pt x="691355" y="62548"/>
                </a:lnTo>
                <a:lnTo>
                  <a:pt x="691077" y="62725"/>
                </a:lnTo>
                <a:lnTo>
                  <a:pt x="690793" y="62893"/>
                </a:lnTo>
                <a:lnTo>
                  <a:pt x="690503" y="63052"/>
                </a:lnTo>
                <a:lnTo>
                  <a:pt x="690206" y="63202"/>
                </a:lnTo>
                <a:lnTo>
                  <a:pt x="689903" y="63344"/>
                </a:lnTo>
                <a:lnTo>
                  <a:pt x="689594" y="63478"/>
                </a:lnTo>
                <a:lnTo>
                  <a:pt x="689279" y="63602"/>
                </a:lnTo>
                <a:lnTo>
                  <a:pt x="688957" y="63719"/>
                </a:lnTo>
                <a:lnTo>
                  <a:pt x="688629" y="63826"/>
                </a:lnTo>
                <a:lnTo>
                  <a:pt x="688296" y="63925"/>
                </a:lnTo>
                <a:lnTo>
                  <a:pt x="687955" y="64015"/>
                </a:lnTo>
                <a:lnTo>
                  <a:pt x="687609" y="64097"/>
                </a:lnTo>
                <a:lnTo>
                  <a:pt x="687256" y="64170"/>
                </a:lnTo>
                <a:lnTo>
                  <a:pt x="686898" y="64235"/>
                </a:lnTo>
                <a:lnTo>
                  <a:pt x="686533" y="64291"/>
                </a:lnTo>
                <a:lnTo>
                  <a:pt x="686161" y="64338"/>
                </a:lnTo>
                <a:lnTo>
                  <a:pt x="685784" y="64377"/>
                </a:lnTo>
                <a:lnTo>
                  <a:pt x="685400" y="64407"/>
                </a:lnTo>
                <a:lnTo>
                  <a:pt x="685010" y="64428"/>
                </a:lnTo>
                <a:lnTo>
                  <a:pt x="684614" y="64441"/>
                </a:lnTo>
                <a:lnTo>
                  <a:pt x="684212" y="64446"/>
                </a:lnTo>
                <a:lnTo>
                  <a:pt x="683863" y="64442"/>
                </a:lnTo>
                <a:lnTo>
                  <a:pt x="683521" y="64431"/>
                </a:lnTo>
                <a:lnTo>
                  <a:pt x="683184" y="64413"/>
                </a:lnTo>
                <a:lnTo>
                  <a:pt x="682854" y="64388"/>
                </a:lnTo>
                <a:lnTo>
                  <a:pt x="682530" y="64356"/>
                </a:lnTo>
                <a:close/>
                <a:moveTo>
                  <a:pt x="799564" y="72905"/>
                </a:moveTo>
                <a:lnTo>
                  <a:pt x="800191" y="72831"/>
                </a:lnTo>
                <a:lnTo>
                  <a:pt x="800809" y="72743"/>
                </a:lnTo>
                <a:lnTo>
                  <a:pt x="801419" y="72641"/>
                </a:lnTo>
                <a:lnTo>
                  <a:pt x="802021" y="72526"/>
                </a:lnTo>
                <a:lnTo>
                  <a:pt x="802614" y="72397"/>
                </a:lnTo>
                <a:lnTo>
                  <a:pt x="803198" y="72255"/>
                </a:lnTo>
                <a:lnTo>
                  <a:pt x="803775" y="72099"/>
                </a:lnTo>
                <a:lnTo>
                  <a:pt x="804342" y="71930"/>
                </a:lnTo>
                <a:lnTo>
                  <a:pt x="804901" y="71747"/>
                </a:lnTo>
                <a:lnTo>
                  <a:pt x="805452" y="71551"/>
                </a:lnTo>
                <a:lnTo>
                  <a:pt x="805994" y="71341"/>
                </a:lnTo>
                <a:lnTo>
                  <a:pt x="806528" y="71117"/>
                </a:lnTo>
                <a:lnTo>
                  <a:pt x="807054" y="70880"/>
                </a:lnTo>
                <a:lnTo>
                  <a:pt x="807571" y="70630"/>
                </a:lnTo>
                <a:lnTo>
                  <a:pt x="808079" y="70365"/>
                </a:lnTo>
                <a:lnTo>
                  <a:pt x="808579" y="70088"/>
                </a:lnTo>
                <a:lnTo>
                  <a:pt x="809071" y="69797"/>
                </a:lnTo>
                <a:lnTo>
                  <a:pt x="809554" y="69492"/>
                </a:lnTo>
                <a:lnTo>
                  <a:pt x="810028" y="69173"/>
                </a:lnTo>
                <a:lnTo>
                  <a:pt x="810491" y="68844"/>
                </a:lnTo>
                <a:lnTo>
                  <a:pt x="810939" y="68505"/>
                </a:lnTo>
                <a:lnTo>
                  <a:pt x="811372" y="68157"/>
                </a:lnTo>
                <a:lnTo>
                  <a:pt x="811789" y="67800"/>
                </a:lnTo>
                <a:lnTo>
                  <a:pt x="812191" y="67434"/>
                </a:lnTo>
                <a:lnTo>
                  <a:pt x="812579" y="67059"/>
                </a:lnTo>
                <a:lnTo>
                  <a:pt x="812951" y="66675"/>
                </a:lnTo>
                <a:lnTo>
                  <a:pt x="813308" y="66282"/>
                </a:lnTo>
                <a:lnTo>
                  <a:pt x="813649" y="65879"/>
                </a:lnTo>
                <a:lnTo>
                  <a:pt x="813976" y="65468"/>
                </a:lnTo>
                <a:lnTo>
                  <a:pt x="814287" y="65048"/>
                </a:lnTo>
                <a:lnTo>
                  <a:pt x="814584" y="64618"/>
                </a:lnTo>
                <a:lnTo>
                  <a:pt x="814865" y="64179"/>
                </a:lnTo>
                <a:lnTo>
                  <a:pt x="815131" y="63732"/>
                </a:lnTo>
                <a:lnTo>
                  <a:pt x="815382" y="63275"/>
                </a:lnTo>
                <a:lnTo>
                  <a:pt x="815618" y="62809"/>
                </a:lnTo>
                <a:lnTo>
                  <a:pt x="815839" y="62334"/>
                </a:lnTo>
                <a:lnTo>
                  <a:pt x="816044" y="61850"/>
                </a:lnTo>
                <a:lnTo>
                  <a:pt x="816235" y="61356"/>
                </a:lnTo>
                <a:lnTo>
                  <a:pt x="816410" y="60854"/>
                </a:lnTo>
                <a:lnTo>
                  <a:pt x="816570" y="60343"/>
                </a:lnTo>
                <a:lnTo>
                  <a:pt x="816715" y="59822"/>
                </a:lnTo>
                <a:lnTo>
                  <a:pt x="816845" y="59293"/>
                </a:lnTo>
                <a:lnTo>
                  <a:pt x="816960" y="58754"/>
                </a:lnTo>
                <a:lnTo>
                  <a:pt x="805668" y="58754"/>
                </a:lnTo>
                <a:lnTo>
                  <a:pt x="805611" y="58966"/>
                </a:lnTo>
                <a:lnTo>
                  <a:pt x="805548" y="59174"/>
                </a:lnTo>
                <a:lnTo>
                  <a:pt x="805480" y="59377"/>
                </a:lnTo>
                <a:lnTo>
                  <a:pt x="805405" y="59577"/>
                </a:lnTo>
                <a:lnTo>
                  <a:pt x="805324" y="59771"/>
                </a:lnTo>
                <a:lnTo>
                  <a:pt x="805237" y="59962"/>
                </a:lnTo>
                <a:lnTo>
                  <a:pt x="805144" y="60148"/>
                </a:lnTo>
                <a:lnTo>
                  <a:pt x="805045" y="60330"/>
                </a:lnTo>
                <a:lnTo>
                  <a:pt x="804940" y="60508"/>
                </a:lnTo>
                <a:lnTo>
                  <a:pt x="804829" y="60681"/>
                </a:lnTo>
                <a:lnTo>
                  <a:pt x="804712" y="60850"/>
                </a:lnTo>
                <a:lnTo>
                  <a:pt x="804589" y="61015"/>
                </a:lnTo>
                <a:lnTo>
                  <a:pt x="804459" y="61175"/>
                </a:lnTo>
                <a:lnTo>
                  <a:pt x="804324" y="61331"/>
                </a:lnTo>
                <a:lnTo>
                  <a:pt x="804183" y="61483"/>
                </a:lnTo>
                <a:lnTo>
                  <a:pt x="804035" y="61630"/>
                </a:lnTo>
                <a:lnTo>
                  <a:pt x="803882" y="61774"/>
                </a:lnTo>
                <a:lnTo>
                  <a:pt x="803722" y="61913"/>
                </a:lnTo>
                <a:lnTo>
                  <a:pt x="803557" y="62047"/>
                </a:lnTo>
                <a:lnTo>
                  <a:pt x="803385" y="62177"/>
                </a:lnTo>
                <a:lnTo>
                  <a:pt x="803207" y="62303"/>
                </a:lnTo>
                <a:lnTo>
                  <a:pt x="803023" y="62425"/>
                </a:lnTo>
                <a:lnTo>
                  <a:pt x="802834" y="62542"/>
                </a:lnTo>
                <a:lnTo>
                  <a:pt x="802638" y="62655"/>
                </a:lnTo>
                <a:lnTo>
                  <a:pt x="802436" y="62764"/>
                </a:lnTo>
                <a:lnTo>
                  <a:pt x="802230" y="62868"/>
                </a:lnTo>
                <a:lnTo>
                  <a:pt x="802018" y="62967"/>
                </a:lnTo>
                <a:lnTo>
                  <a:pt x="801801" y="63062"/>
                </a:lnTo>
                <a:lnTo>
                  <a:pt x="801579" y="63152"/>
                </a:lnTo>
                <a:lnTo>
                  <a:pt x="801353" y="63238"/>
                </a:lnTo>
                <a:lnTo>
                  <a:pt x="801120" y="63318"/>
                </a:lnTo>
                <a:lnTo>
                  <a:pt x="800883" y="63395"/>
                </a:lnTo>
                <a:lnTo>
                  <a:pt x="800641" y="63466"/>
                </a:lnTo>
                <a:lnTo>
                  <a:pt x="800394" y="63533"/>
                </a:lnTo>
                <a:lnTo>
                  <a:pt x="800141" y="63596"/>
                </a:lnTo>
                <a:lnTo>
                  <a:pt x="799884" y="63654"/>
                </a:lnTo>
                <a:lnTo>
                  <a:pt x="799621" y="63707"/>
                </a:lnTo>
                <a:lnTo>
                  <a:pt x="799353" y="63755"/>
                </a:lnTo>
                <a:lnTo>
                  <a:pt x="799081" y="63799"/>
                </a:lnTo>
                <a:lnTo>
                  <a:pt x="798803" y="63838"/>
                </a:lnTo>
                <a:lnTo>
                  <a:pt x="798520" y="63873"/>
                </a:lnTo>
                <a:lnTo>
                  <a:pt x="798232" y="63903"/>
                </a:lnTo>
                <a:lnTo>
                  <a:pt x="797938" y="63928"/>
                </a:lnTo>
                <a:lnTo>
                  <a:pt x="797640" y="63949"/>
                </a:lnTo>
                <a:lnTo>
                  <a:pt x="797337" y="63965"/>
                </a:lnTo>
                <a:lnTo>
                  <a:pt x="797028" y="63977"/>
                </a:lnTo>
                <a:lnTo>
                  <a:pt x="796714" y="63984"/>
                </a:lnTo>
                <a:lnTo>
                  <a:pt x="796396" y="63986"/>
                </a:lnTo>
                <a:lnTo>
                  <a:pt x="795979" y="63981"/>
                </a:lnTo>
                <a:lnTo>
                  <a:pt x="795571" y="63967"/>
                </a:lnTo>
                <a:lnTo>
                  <a:pt x="795172" y="63944"/>
                </a:lnTo>
                <a:lnTo>
                  <a:pt x="794781" y="63911"/>
                </a:lnTo>
                <a:lnTo>
                  <a:pt x="794399" y="63869"/>
                </a:lnTo>
                <a:lnTo>
                  <a:pt x="794026" y="63817"/>
                </a:lnTo>
                <a:lnTo>
                  <a:pt x="793661" y="63756"/>
                </a:lnTo>
                <a:lnTo>
                  <a:pt x="793305" y="63685"/>
                </a:lnTo>
                <a:lnTo>
                  <a:pt x="792957" y="63605"/>
                </a:lnTo>
                <a:lnTo>
                  <a:pt x="792618" y="63516"/>
                </a:lnTo>
                <a:lnTo>
                  <a:pt x="792288" y="63417"/>
                </a:lnTo>
                <a:lnTo>
                  <a:pt x="791966" y="63309"/>
                </a:lnTo>
                <a:lnTo>
                  <a:pt x="791652" y="63192"/>
                </a:lnTo>
                <a:lnTo>
                  <a:pt x="791348" y="63065"/>
                </a:lnTo>
                <a:lnTo>
                  <a:pt x="791052" y="62928"/>
                </a:lnTo>
                <a:lnTo>
                  <a:pt x="790764" y="62783"/>
                </a:lnTo>
                <a:lnTo>
                  <a:pt x="790486" y="62628"/>
                </a:lnTo>
                <a:lnTo>
                  <a:pt x="790216" y="62463"/>
                </a:lnTo>
                <a:lnTo>
                  <a:pt x="789954" y="62289"/>
                </a:lnTo>
                <a:lnTo>
                  <a:pt x="789701" y="62106"/>
                </a:lnTo>
                <a:lnTo>
                  <a:pt x="789457" y="61913"/>
                </a:lnTo>
                <a:lnTo>
                  <a:pt x="789221" y="61711"/>
                </a:lnTo>
                <a:lnTo>
                  <a:pt x="788994" y="61499"/>
                </a:lnTo>
                <a:lnTo>
                  <a:pt x="788775" y="61278"/>
                </a:lnTo>
                <a:lnTo>
                  <a:pt x="788566" y="61048"/>
                </a:lnTo>
                <a:lnTo>
                  <a:pt x="788365" y="60809"/>
                </a:lnTo>
                <a:lnTo>
                  <a:pt x="788173" y="60561"/>
                </a:lnTo>
                <a:lnTo>
                  <a:pt x="787990" y="60303"/>
                </a:lnTo>
                <a:lnTo>
                  <a:pt x="787816" y="60037"/>
                </a:lnTo>
                <a:lnTo>
                  <a:pt x="787651" y="59761"/>
                </a:lnTo>
                <a:lnTo>
                  <a:pt x="787495" y="59476"/>
                </a:lnTo>
                <a:lnTo>
                  <a:pt x="787347" y="59183"/>
                </a:lnTo>
                <a:lnTo>
                  <a:pt x="787209" y="58880"/>
                </a:lnTo>
                <a:lnTo>
                  <a:pt x="787080" y="58568"/>
                </a:lnTo>
                <a:lnTo>
                  <a:pt x="786959" y="58247"/>
                </a:lnTo>
                <a:lnTo>
                  <a:pt x="786847" y="57916"/>
                </a:lnTo>
                <a:lnTo>
                  <a:pt x="786745" y="57577"/>
                </a:lnTo>
                <a:lnTo>
                  <a:pt x="786651" y="57229"/>
                </a:lnTo>
                <a:lnTo>
                  <a:pt x="786566" y="56872"/>
                </a:lnTo>
                <a:lnTo>
                  <a:pt x="786490" y="56505"/>
                </a:lnTo>
                <a:lnTo>
                  <a:pt x="786424" y="56130"/>
                </a:lnTo>
                <a:lnTo>
                  <a:pt x="786366" y="55745"/>
                </a:lnTo>
                <a:lnTo>
                  <a:pt x="786316" y="55351"/>
                </a:lnTo>
                <a:lnTo>
                  <a:pt x="786276" y="54948"/>
                </a:lnTo>
                <a:lnTo>
                  <a:pt x="786245" y="54536"/>
                </a:lnTo>
                <a:lnTo>
                  <a:pt x="786223" y="54115"/>
                </a:lnTo>
                <a:lnTo>
                  <a:pt x="786209" y="53685"/>
                </a:lnTo>
                <a:lnTo>
                  <a:pt x="786205" y="53246"/>
                </a:lnTo>
                <a:lnTo>
                  <a:pt x="786205" y="49666"/>
                </a:lnTo>
                <a:lnTo>
                  <a:pt x="817327" y="49666"/>
                </a:lnTo>
                <a:lnTo>
                  <a:pt x="817327" y="40577"/>
                </a:lnTo>
                <a:lnTo>
                  <a:pt x="817322" y="40083"/>
                </a:lnTo>
                <a:lnTo>
                  <a:pt x="817308" y="39593"/>
                </a:lnTo>
                <a:lnTo>
                  <a:pt x="817286" y="39109"/>
                </a:lnTo>
                <a:lnTo>
                  <a:pt x="817254" y="38630"/>
                </a:lnTo>
                <a:lnTo>
                  <a:pt x="817213" y="38157"/>
                </a:lnTo>
                <a:lnTo>
                  <a:pt x="817163" y="37688"/>
                </a:lnTo>
                <a:lnTo>
                  <a:pt x="817104" y="37225"/>
                </a:lnTo>
                <a:lnTo>
                  <a:pt x="817036" y="36767"/>
                </a:lnTo>
                <a:lnTo>
                  <a:pt x="816959" y="36315"/>
                </a:lnTo>
                <a:lnTo>
                  <a:pt x="816872" y="35868"/>
                </a:lnTo>
                <a:lnTo>
                  <a:pt x="816777" y="35425"/>
                </a:lnTo>
                <a:lnTo>
                  <a:pt x="816672" y="34989"/>
                </a:lnTo>
                <a:lnTo>
                  <a:pt x="816559" y="34557"/>
                </a:lnTo>
                <a:lnTo>
                  <a:pt x="816436" y="34131"/>
                </a:lnTo>
                <a:lnTo>
                  <a:pt x="816304" y="33710"/>
                </a:lnTo>
                <a:lnTo>
                  <a:pt x="816164" y="33294"/>
                </a:lnTo>
                <a:lnTo>
                  <a:pt x="816014" y="32884"/>
                </a:lnTo>
                <a:lnTo>
                  <a:pt x="815855" y="32479"/>
                </a:lnTo>
                <a:lnTo>
                  <a:pt x="815687" y="32079"/>
                </a:lnTo>
                <a:lnTo>
                  <a:pt x="815509" y="31684"/>
                </a:lnTo>
                <a:lnTo>
                  <a:pt x="815323" y="31295"/>
                </a:lnTo>
                <a:lnTo>
                  <a:pt x="815128" y="30911"/>
                </a:lnTo>
                <a:lnTo>
                  <a:pt x="814923" y="30532"/>
                </a:lnTo>
                <a:lnTo>
                  <a:pt x="814710" y="30158"/>
                </a:lnTo>
                <a:lnTo>
                  <a:pt x="814488" y="29790"/>
                </a:lnTo>
                <a:lnTo>
                  <a:pt x="814259" y="29430"/>
                </a:lnTo>
                <a:lnTo>
                  <a:pt x="814023" y="29076"/>
                </a:lnTo>
                <a:lnTo>
                  <a:pt x="813779" y="28729"/>
                </a:lnTo>
                <a:lnTo>
                  <a:pt x="813528" y="28388"/>
                </a:lnTo>
                <a:lnTo>
                  <a:pt x="813270" y="28055"/>
                </a:lnTo>
                <a:lnTo>
                  <a:pt x="813005" y="27728"/>
                </a:lnTo>
                <a:lnTo>
                  <a:pt x="812732" y="27409"/>
                </a:lnTo>
                <a:lnTo>
                  <a:pt x="812451" y="27096"/>
                </a:lnTo>
                <a:lnTo>
                  <a:pt x="812164" y="26790"/>
                </a:lnTo>
                <a:lnTo>
                  <a:pt x="811869" y="26491"/>
                </a:lnTo>
                <a:lnTo>
                  <a:pt x="811566" y="26199"/>
                </a:lnTo>
                <a:lnTo>
                  <a:pt x="811256" y="25913"/>
                </a:lnTo>
                <a:lnTo>
                  <a:pt x="810939" y="25635"/>
                </a:lnTo>
                <a:lnTo>
                  <a:pt x="810615" y="25363"/>
                </a:lnTo>
                <a:lnTo>
                  <a:pt x="810283" y="25098"/>
                </a:lnTo>
                <a:lnTo>
                  <a:pt x="809944" y="24840"/>
                </a:lnTo>
                <a:lnTo>
                  <a:pt x="809598" y="24589"/>
                </a:lnTo>
                <a:lnTo>
                  <a:pt x="809244" y="24345"/>
                </a:lnTo>
                <a:lnTo>
                  <a:pt x="808883" y="24108"/>
                </a:lnTo>
                <a:lnTo>
                  <a:pt x="808515" y="23877"/>
                </a:lnTo>
                <a:lnTo>
                  <a:pt x="808139" y="23654"/>
                </a:lnTo>
                <a:lnTo>
                  <a:pt x="807756" y="23437"/>
                </a:lnTo>
                <a:lnTo>
                  <a:pt x="807365" y="23227"/>
                </a:lnTo>
                <a:lnTo>
                  <a:pt x="806969" y="23025"/>
                </a:lnTo>
                <a:lnTo>
                  <a:pt x="806566" y="22831"/>
                </a:lnTo>
                <a:lnTo>
                  <a:pt x="806158" y="22646"/>
                </a:lnTo>
                <a:lnTo>
                  <a:pt x="805745" y="22469"/>
                </a:lnTo>
                <a:lnTo>
                  <a:pt x="805326" y="22301"/>
                </a:lnTo>
                <a:lnTo>
                  <a:pt x="804901" y="22142"/>
                </a:lnTo>
                <a:lnTo>
                  <a:pt x="804471" y="21991"/>
                </a:lnTo>
                <a:lnTo>
                  <a:pt x="804035" y="21849"/>
                </a:lnTo>
                <a:lnTo>
                  <a:pt x="803594" y="21716"/>
                </a:lnTo>
                <a:lnTo>
                  <a:pt x="803147" y="21591"/>
                </a:lnTo>
                <a:lnTo>
                  <a:pt x="802694" y="21475"/>
                </a:lnTo>
                <a:lnTo>
                  <a:pt x="802236" y="21367"/>
                </a:lnTo>
                <a:lnTo>
                  <a:pt x="801772" y="21268"/>
                </a:lnTo>
                <a:lnTo>
                  <a:pt x="801303" y="21178"/>
                </a:lnTo>
                <a:lnTo>
                  <a:pt x="800828" y="21096"/>
                </a:lnTo>
                <a:lnTo>
                  <a:pt x="800348" y="21023"/>
                </a:lnTo>
                <a:lnTo>
                  <a:pt x="799862" y="20958"/>
                </a:lnTo>
                <a:lnTo>
                  <a:pt x="799370" y="20902"/>
                </a:lnTo>
                <a:lnTo>
                  <a:pt x="798873" y="20855"/>
                </a:lnTo>
                <a:lnTo>
                  <a:pt x="798370" y="20816"/>
                </a:lnTo>
                <a:lnTo>
                  <a:pt x="797862" y="20786"/>
                </a:lnTo>
                <a:lnTo>
                  <a:pt x="797348" y="20765"/>
                </a:lnTo>
                <a:lnTo>
                  <a:pt x="796828" y="20752"/>
                </a:lnTo>
                <a:lnTo>
                  <a:pt x="796303" y="20747"/>
                </a:lnTo>
                <a:lnTo>
                  <a:pt x="795771" y="20752"/>
                </a:lnTo>
                <a:lnTo>
                  <a:pt x="795244" y="20765"/>
                </a:lnTo>
                <a:lnTo>
                  <a:pt x="794723" y="20786"/>
                </a:lnTo>
                <a:lnTo>
                  <a:pt x="794207" y="20816"/>
                </a:lnTo>
                <a:lnTo>
                  <a:pt x="793698" y="20855"/>
                </a:lnTo>
                <a:lnTo>
                  <a:pt x="793194" y="20902"/>
                </a:lnTo>
                <a:lnTo>
                  <a:pt x="792696" y="20958"/>
                </a:lnTo>
                <a:lnTo>
                  <a:pt x="792203" y="21023"/>
                </a:lnTo>
                <a:lnTo>
                  <a:pt x="791716" y="21096"/>
                </a:lnTo>
                <a:lnTo>
                  <a:pt x="791235" y="21178"/>
                </a:lnTo>
                <a:lnTo>
                  <a:pt x="790760" y="21268"/>
                </a:lnTo>
                <a:lnTo>
                  <a:pt x="790291" y="21367"/>
                </a:lnTo>
                <a:lnTo>
                  <a:pt x="789827" y="21475"/>
                </a:lnTo>
                <a:lnTo>
                  <a:pt x="789369" y="21591"/>
                </a:lnTo>
                <a:lnTo>
                  <a:pt x="788917" y="21716"/>
                </a:lnTo>
                <a:lnTo>
                  <a:pt x="788470" y="21849"/>
                </a:lnTo>
                <a:lnTo>
                  <a:pt x="788029" y="21991"/>
                </a:lnTo>
                <a:lnTo>
                  <a:pt x="787594" y="22142"/>
                </a:lnTo>
                <a:lnTo>
                  <a:pt x="787165" y="22301"/>
                </a:lnTo>
                <a:lnTo>
                  <a:pt x="786741" y="22469"/>
                </a:lnTo>
                <a:lnTo>
                  <a:pt x="786323" y="22646"/>
                </a:lnTo>
                <a:lnTo>
                  <a:pt x="785911" y="22831"/>
                </a:lnTo>
                <a:lnTo>
                  <a:pt x="785505" y="23025"/>
                </a:lnTo>
                <a:lnTo>
                  <a:pt x="785104" y="23227"/>
                </a:lnTo>
                <a:lnTo>
                  <a:pt x="784710" y="23437"/>
                </a:lnTo>
                <a:lnTo>
                  <a:pt x="784323" y="23654"/>
                </a:lnTo>
                <a:lnTo>
                  <a:pt x="783944" y="23877"/>
                </a:lnTo>
                <a:lnTo>
                  <a:pt x="783572" y="24108"/>
                </a:lnTo>
                <a:lnTo>
                  <a:pt x="783208" y="24345"/>
                </a:lnTo>
                <a:lnTo>
                  <a:pt x="782852" y="24589"/>
                </a:lnTo>
                <a:lnTo>
                  <a:pt x="782503" y="24840"/>
                </a:lnTo>
                <a:lnTo>
                  <a:pt x="782161" y="25098"/>
                </a:lnTo>
                <a:lnTo>
                  <a:pt x="781827" y="25363"/>
                </a:lnTo>
                <a:lnTo>
                  <a:pt x="781500" y="25635"/>
                </a:lnTo>
                <a:lnTo>
                  <a:pt x="781181" y="25913"/>
                </a:lnTo>
                <a:lnTo>
                  <a:pt x="780869" y="26199"/>
                </a:lnTo>
                <a:lnTo>
                  <a:pt x="780565" y="26491"/>
                </a:lnTo>
                <a:lnTo>
                  <a:pt x="780268" y="26790"/>
                </a:lnTo>
                <a:lnTo>
                  <a:pt x="779979" y="27096"/>
                </a:lnTo>
                <a:lnTo>
                  <a:pt x="779697" y="27409"/>
                </a:lnTo>
                <a:lnTo>
                  <a:pt x="779423" y="27728"/>
                </a:lnTo>
                <a:lnTo>
                  <a:pt x="779156" y="28055"/>
                </a:lnTo>
                <a:lnTo>
                  <a:pt x="778897" y="28388"/>
                </a:lnTo>
                <a:lnTo>
                  <a:pt x="778645" y="28729"/>
                </a:lnTo>
                <a:lnTo>
                  <a:pt x="778401" y="29076"/>
                </a:lnTo>
                <a:lnTo>
                  <a:pt x="778164" y="29430"/>
                </a:lnTo>
                <a:lnTo>
                  <a:pt x="777935" y="29790"/>
                </a:lnTo>
                <a:lnTo>
                  <a:pt x="777713" y="30158"/>
                </a:lnTo>
                <a:lnTo>
                  <a:pt x="777500" y="30532"/>
                </a:lnTo>
                <a:lnTo>
                  <a:pt x="777295" y="30911"/>
                </a:lnTo>
                <a:lnTo>
                  <a:pt x="777100" y="31295"/>
                </a:lnTo>
                <a:lnTo>
                  <a:pt x="776914" y="31684"/>
                </a:lnTo>
                <a:lnTo>
                  <a:pt x="776737" y="32079"/>
                </a:lnTo>
                <a:lnTo>
                  <a:pt x="776569" y="32479"/>
                </a:lnTo>
                <a:lnTo>
                  <a:pt x="776410" y="32884"/>
                </a:lnTo>
                <a:lnTo>
                  <a:pt x="776260" y="33294"/>
                </a:lnTo>
                <a:lnTo>
                  <a:pt x="776119" y="33710"/>
                </a:lnTo>
                <a:lnTo>
                  <a:pt x="775988" y="34131"/>
                </a:lnTo>
                <a:lnTo>
                  <a:pt x="775865" y="34557"/>
                </a:lnTo>
                <a:lnTo>
                  <a:pt x="775752" y="34989"/>
                </a:lnTo>
                <a:lnTo>
                  <a:pt x="775647" y="35425"/>
                </a:lnTo>
                <a:lnTo>
                  <a:pt x="775552" y="35868"/>
                </a:lnTo>
                <a:lnTo>
                  <a:pt x="775466" y="36315"/>
                </a:lnTo>
                <a:lnTo>
                  <a:pt x="775388" y="36767"/>
                </a:lnTo>
                <a:lnTo>
                  <a:pt x="775320" y="37225"/>
                </a:lnTo>
                <a:lnTo>
                  <a:pt x="775261" y="37688"/>
                </a:lnTo>
                <a:lnTo>
                  <a:pt x="775211" y="38157"/>
                </a:lnTo>
                <a:lnTo>
                  <a:pt x="775170" y="38630"/>
                </a:lnTo>
                <a:lnTo>
                  <a:pt x="775139" y="39109"/>
                </a:lnTo>
                <a:lnTo>
                  <a:pt x="775116" y="39593"/>
                </a:lnTo>
                <a:lnTo>
                  <a:pt x="775102" y="40083"/>
                </a:lnTo>
                <a:lnTo>
                  <a:pt x="775098" y="40577"/>
                </a:lnTo>
                <a:lnTo>
                  <a:pt x="775098" y="53246"/>
                </a:lnTo>
                <a:lnTo>
                  <a:pt x="775102" y="53741"/>
                </a:lnTo>
                <a:lnTo>
                  <a:pt x="775116" y="54230"/>
                </a:lnTo>
                <a:lnTo>
                  <a:pt x="775139" y="54714"/>
                </a:lnTo>
                <a:lnTo>
                  <a:pt x="775170" y="55193"/>
                </a:lnTo>
                <a:lnTo>
                  <a:pt x="775211" y="55666"/>
                </a:lnTo>
                <a:lnTo>
                  <a:pt x="775261" y="56135"/>
                </a:lnTo>
                <a:lnTo>
                  <a:pt x="775320" y="56598"/>
                </a:lnTo>
                <a:lnTo>
                  <a:pt x="775388" y="57055"/>
                </a:lnTo>
                <a:lnTo>
                  <a:pt x="775466" y="57508"/>
                </a:lnTo>
                <a:lnTo>
                  <a:pt x="775552" y="57955"/>
                </a:lnTo>
                <a:lnTo>
                  <a:pt x="775647" y="58397"/>
                </a:lnTo>
                <a:lnTo>
                  <a:pt x="775752" y="58834"/>
                </a:lnTo>
                <a:lnTo>
                  <a:pt x="775865" y="59266"/>
                </a:lnTo>
                <a:lnTo>
                  <a:pt x="775988" y="59692"/>
                </a:lnTo>
                <a:lnTo>
                  <a:pt x="776119" y="60113"/>
                </a:lnTo>
                <a:lnTo>
                  <a:pt x="776260" y="60529"/>
                </a:lnTo>
                <a:lnTo>
                  <a:pt x="776410" y="60939"/>
                </a:lnTo>
                <a:lnTo>
                  <a:pt x="776569" y="61344"/>
                </a:lnTo>
                <a:lnTo>
                  <a:pt x="776737" y="61744"/>
                </a:lnTo>
                <a:lnTo>
                  <a:pt x="776914" y="62139"/>
                </a:lnTo>
                <a:lnTo>
                  <a:pt x="777100" y="62528"/>
                </a:lnTo>
                <a:lnTo>
                  <a:pt x="777295" y="62913"/>
                </a:lnTo>
                <a:lnTo>
                  <a:pt x="777500" y="63292"/>
                </a:lnTo>
                <a:lnTo>
                  <a:pt x="777713" y="63665"/>
                </a:lnTo>
                <a:lnTo>
                  <a:pt x="777935" y="64033"/>
                </a:lnTo>
                <a:lnTo>
                  <a:pt x="778164" y="64394"/>
                </a:lnTo>
                <a:lnTo>
                  <a:pt x="778401" y="64748"/>
                </a:lnTo>
                <a:lnTo>
                  <a:pt x="778645" y="65095"/>
                </a:lnTo>
                <a:lnTo>
                  <a:pt x="778897" y="65435"/>
                </a:lnTo>
                <a:lnTo>
                  <a:pt x="779156" y="65768"/>
                </a:lnTo>
                <a:lnTo>
                  <a:pt x="779423" y="66094"/>
                </a:lnTo>
                <a:lnTo>
                  <a:pt x="779697" y="66414"/>
                </a:lnTo>
                <a:lnTo>
                  <a:pt x="779979" y="66727"/>
                </a:lnTo>
                <a:lnTo>
                  <a:pt x="780268" y="67033"/>
                </a:lnTo>
                <a:lnTo>
                  <a:pt x="780565" y="67332"/>
                </a:lnTo>
                <a:lnTo>
                  <a:pt x="780869" y="67624"/>
                </a:lnTo>
                <a:lnTo>
                  <a:pt x="781181" y="67909"/>
                </a:lnTo>
                <a:lnTo>
                  <a:pt x="781500" y="68188"/>
                </a:lnTo>
                <a:lnTo>
                  <a:pt x="781827" y="68460"/>
                </a:lnTo>
                <a:lnTo>
                  <a:pt x="782161" y="68725"/>
                </a:lnTo>
                <a:lnTo>
                  <a:pt x="782503" y="68982"/>
                </a:lnTo>
                <a:lnTo>
                  <a:pt x="782852" y="69234"/>
                </a:lnTo>
                <a:lnTo>
                  <a:pt x="783208" y="69478"/>
                </a:lnTo>
                <a:lnTo>
                  <a:pt x="783572" y="69715"/>
                </a:lnTo>
                <a:lnTo>
                  <a:pt x="783944" y="69946"/>
                </a:lnTo>
                <a:lnTo>
                  <a:pt x="784323" y="70170"/>
                </a:lnTo>
                <a:lnTo>
                  <a:pt x="784710" y="70387"/>
                </a:lnTo>
                <a:lnTo>
                  <a:pt x="785104" y="70597"/>
                </a:lnTo>
                <a:lnTo>
                  <a:pt x="785505" y="70799"/>
                </a:lnTo>
                <a:lnTo>
                  <a:pt x="785911" y="70992"/>
                </a:lnTo>
                <a:lnTo>
                  <a:pt x="786323" y="71177"/>
                </a:lnTo>
                <a:lnTo>
                  <a:pt x="786741" y="71354"/>
                </a:lnTo>
                <a:lnTo>
                  <a:pt x="787165" y="71522"/>
                </a:lnTo>
                <a:lnTo>
                  <a:pt x="787594" y="71681"/>
                </a:lnTo>
                <a:lnTo>
                  <a:pt x="788029" y="71831"/>
                </a:lnTo>
                <a:lnTo>
                  <a:pt x="788470" y="71973"/>
                </a:lnTo>
                <a:lnTo>
                  <a:pt x="788917" y="72107"/>
                </a:lnTo>
                <a:lnTo>
                  <a:pt x="789369" y="72231"/>
                </a:lnTo>
                <a:lnTo>
                  <a:pt x="789827" y="72348"/>
                </a:lnTo>
                <a:lnTo>
                  <a:pt x="790291" y="72455"/>
                </a:lnTo>
                <a:lnTo>
                  <a:pt x="790760" y="72554"/>
                </a:lnTo>
                <a:lnTo>
                  <a:pt x="791235" y="72644"/>
                </a:lnTo>
                <a:lnTo>
                  <a:pt x="791716" y="72726"/>
                </a:lnTo>
                <a:lnTo>
                  <a:pt x="792203" y="72799"/>
                </a:lnTo>
                <a:lnTo>
                  <a:pt x="792696" y="72864"/>
                </a:lnTo>
                <a:lnTo>
                  <a:pt x="793194" y="72920"/>
                </a:lnTo>
                <a:lnTo>
                  <a:pt x="793698" y="72967"/>
                </a:lnTo>
                <a:lnTo>
                  <a:pt x="794207" y="73006"/>
                </a:lnTo>
                <a:lnTo>
                  <a:pt x="794723" y="73036"/>
                </a:lnTo>
                <a:lnTo>
                  <a:pt x="795244" y="73057"/>
                </a:lnTo>
                <a:lnTo>
                  <a:pt x="795771" y="73070"/>
                </a:lnTo>
                <a:lnTo>
                  <a:pt x="796303" y="73075"/>
                </a:lnTo>
                <a:lnTo>
                  <a:pt x="796972" y="73068"/>
                </a:lnTo>
                <a:lnTo>
                  <a:pt x="797633" y="73048"/>
                </a:lnTo>
                <a:lnTo>
                  <a:pt x="798285" y="73014"/>
                </a:lnTo>
                <a:lnTo>
                  <a:pt x="798929" y="72966"/>
                </a:lnTo>
                <a:lnTo>
                  <a:pt x="799564" y="72905"/>
                </a:lnTo>
                <a:close/>
                <a:moveTo>
                  <a:pt x="786209" y="40145"/>
                </a:moveTo>
                <a:lnTo>
                  <a:pt x="786223" y="39722"/>
                </a:lnTo>
                <a:lnTo>
                  <a:pt x="786245" y="39306"/>
                </a:lnTo>
                <a:lnTo>
                  <a:pt x="786276" y="38899"/>
                </a:lnTo>
                <a:lnTo>
                  <a:pt x="786316" y="38500"/>
                </a:lnTo>
                <a:lnTo>
                  <a:pt x="786366" y="38110"/>
                </a:lnTo>
                <a:lnTo>
                  <a:pt x="786424" y="37728"/>
                </a:lnTo>
                <a:lnTo>
                  <a:pt x="786490" y="37354"/>
                </a:lnTo>
                <a:lnTo>
                  <a:pt x="786566" y="36988"/>
                </a:lnTo>
                <a:lnTo>
                  <a:pt x="786651" y="36631"/>
                </a:lnTo>
                <a:lnTo>
                  <a:pt x="786745" y="36282"/>
                </a:lnTo>
                <a:lnTo>
                  <a:pt x="786847" y="35941"/>
                </a:lnTo>
                <a:lnTo>
                  <a:pt x="786959" y="35608"/>
                </a:lnTo>
                <a:lnTo>
                  <a:pt x="787080" y="35284"/>
                </a:lnTo>
                <a:lnTo>
                  <a:pt x="787209" y="34968"/>
                </a:lnTo>
                <a:lnTo>
                  <a:pt x="787347" y="34661"/>
                </a:lnTo>
                <a:lnTo>
                  <a:pt x="787495" y="34362"/>
                </a:lnTo>
                <a:lnTo>
                  <a:pt x="787651" y="34071"/>
                </a:lnTo>
                <a:lnTo>
                  <a:pt x="787816" y="33788"/>
                </a:lnTo>
                <a:lnTo>
                  <a:pt x="787990" y="33513"/>
                </a:lnTo>
                <a:lnTo>
                  <a:pt x="788173" y="33247"/>
                </a:lnTo>
                <a:lnTo>
                  <a:pt x="788365" y="32990"/>
                </a:lnTo>
                <a:lnTo>
                  <a:pt x="788566" y="32740"/>
                </a:lnTo>
                <a:lnTo>
                  <a:pt x="788775" y="32499"/>
                </a:lnTo>
                <a:lnTo>
                  <a:pt x="788994" y="32267"/>
                </a:lnTo>
                <a:lnTo>
                  <a:pt x="789220" y="32044"/>
                </a:lnTo>
                <a:lnTo>
                  <a:pt x="789455" y="31832"/>
                </a:lnTo>
                <a:lnTo>
                  <a:pt x="789698" y="31629"/>
                </a:lnTo>
                <a:lnTo>
                  <a:pt x="789950" y="31436"/>
                </a:lnTo>
                <a:lnTo>
                  <a:pt x="790210" y="31253"/>
                </a:lnTo>
                <a:lnTo>
                  <a:pt x="790478" y="31081"/>
                </a:lnTo>
                <a:lnTo>
                  <a:pt x="790754" y="30917"/>
                </a:lnTo>
                <a:lnTo>
                  <a:pt x="791039" y="30764"/>
                </a:lnTo>
                <a:lnTo>
                  <a:pt x="791332" y="30621"/>
                </a:lnTo>
                <a:lnTo>
                  <a:pt x="791633" y="30487"/>
                </a:lnTo>
                <a:lnTo>
                  <a:pt x="791943" y="30364"/>
                </a:lnTo>
                <a:lnTo>
                  <a:pt x="792260" y="30250"/>
                </a:lnTo>
                <a:lnTo>
                  <a:pt x="792586" y="30147"/>
                </a:lnTo>
                <a:lnTo>
                  <a:pt x="792921" y="30053"/>
                </a:lnTo>
                <a:lnTo>
                  <a:pt x="793264" y="29969"/>
                </a:lnTo>
                <a:lnTo>
                  <a:pt x="793614" y="29894"/>
                </a:lnTo>
                <a:lnTo>
                  <a:pt x="793974" y="29830"/>
                </a:lnTo>
                <a:lnTo>
                  <a:pt x="794341" y="29776"/>
                </a:lnTo>
                <a:lnTo>
                  <a:pt x="794717" y="29731"/>
                </a:lnTo>
                <a:lnTo>
                  <a:pt x="795101" y="29697"/>
                </a:lnTo>
                <a:lnTo>
                  <a:pt x="795494" y="29672"/>
                </a:lnTo>
                <a:lnTo>
                  <a:pt x="795894" y="29657"/>
                </a:lnTo>
                <a:lnTo>
                  <a:pt x="796303" y="29652"/>
                </a:lnTo>
                <a:lnTo>
                  <a:pt x="796712" y="29657"/>
                </a:lnTo>
                <a:lnTo>
                  <a:pt x="797112" y="29672"/>
                </a:lnTo>
                <a:lnTo>
                  <a:pt x="797504" y="29696"/>
                </a:lnTo>
                <a:lnTo>
                  <a:pt x="797887" y="29730"/>
                </a:lnTo>
                <a:lnTo>
                  <a:pt x="798261" y="29774"/>
                </a:lnTo>
                <a:lnTo>
                  <a:pt x="798627" y="29827"/>
                </a:lnTo>
                <a:lnTo>
                  <a:pt x="798984" y="29891"/>
                </a:lnTo>
                <a:lnTo>
                  <a:pt x="799333" y="29963"/>
                </a:lnTo>
                <a:lnTo>
                  <a:pt x="799673" y="30046"/>
                </a:lnTo>
                <a:lnTo>
                  <a:pt x="800004" y="30138"/>
                </a:lnTo>
                <a:lnTo>
                  <a:pt x="800327" y="30241"/>
                </a:lnTo>
                <a:lnTo>
                  <a:pt x="800641" y="30352"/>
                </a:lnTo>
                <a:lnTo>
                  <a:pt x="800946" y="30474"/>
                </a:lnTo>
                <a:lnTo>
                  <a:pt x="801243" y="30605"/>
                </a:lnTo>
                <a:lnTo>
                  <a:pt x="801532" y="30746"/>
                </a:lnTo>
                <a:lnTo>
                  <a:pt x="801811" y="30897"/>
                </a:lnTo>
                <a:lnTo>
                  <a:pt x="802082" y="31057"/>
                </a:lnTo>
                <a:lnTo>
                  <a:pt x="802345" y="31227"/>
                </a:lnTo>
                <a:lnTo>
                  <a:pt x="802599" y="31407"/>
                </a:lnTo>
                <a:lnTo>
                  <a:pt x="802844" y="31597"/>
                </a:lnTo>
                <a:lnTo>
                  <a:pt x="803081" y="31796"/>
                </a:lnTo>
                <a:lnTo>
                  <a:pt x="803309" y="32005"/>
                </a:lnTo>
                <a:lnTo>
                  <a:pt x="803528" y="32224"/>
                </a:lnTo>
                <a:lnTo>
                  <a:pt x="803739" y="32453"/>
                </a:lnTo>
                <a:lnTo>
                  <a:pt x="803941" y="32690"/>
                </a:lnTo>
                <a:lnTo>
                  <a:pt x="804135" y="32936"/>
                </a:lnTo>
                <a:lnTo>
                  <a:pt x="804320" y="33191"/>
                </a:lnTo>
                <a:lnTo>
                  <a:pt x="804496" y="33454"/>
                </a:lnTo>
                <a:lnTo>
                  <a:pt x="804664" y="33725"/>
                </a:lnTo>
                <a:lnTo>
                  <a:pt x="804824" y="34005"/>
                </a:lnTo>
                <a:lnTo>
                  <a:pt x="804974" y="34293"/>
                </a:lnTo>
                <a:lnTo>
                  <a:pt x="805116" y="34590"/>
                </a:lnTo>
                <a:lnTo>
                  <a:pt x="805250" y="34895"/>
                </a:lnTo>
                <a:lnTo>
                  <a:pt x="805375" y="35208"/>
                </a:lnTo>
                <a:lnTo>
                  <a:pt x="805491" y="35530"/>
                </a:lnTo>
                <a:lnTo>
                  <a:pt x="805598" y="35861"/>
                </a:lnTo>
                <a:lnTo>
                  <a:pt x="805697" y="36200"/>
                </a:lnTo>
                <a:lnTo>
                  <a:pt x="805788" y="36547"/>
                </a:lnTo>
                <a:lnTo>
                  <a:pt x="805870" y="36903"/>
                </a:lnTo>
                <a:lnTo>
                  <a:pt x="805943" y="37267"/>
                </a:lnTo>
                <a:lnTo>
                  <a:pt x="806007" y="37640"/>
                </a:lnTo>
                <a:lnTo>
                  <a:pt x="806063" y="38021"/>
                </a:lnTo>
                <a:lnTo>
                  <a:pt x="806111" y="38410"/>
                </a:lnTo>
                <a:lnTo>
                  <a:pt x="806149" y="38808"/>
                </a:lnTo>
                <a:lnTo>
                  <a:pt x="806179" y="39215"/>
                </a:lnTo>
                <a:lnTo>
                  <a:pt x="806201" y="39630"/>
                </a:lnTo>
                <a:lnTo>
                  <a:pt x="806214" y="40053"/>
                </a:lnTo>
                <a:lnTo>
                  <a:pt x="806218" y="40485"/>
                </a:lnTo>
                <a:lnTo>
                  <a:pt x="806218" y="42329"/>
                </a:lnTo>
                <a:lnTo>
                  <a:pt x="786205" y="42505"/>
                </a:lnTo>
                <a:lnTo>
                  <a:pt x="786205" y="40577"/>
                </a:lnTo>
                <a:lnTo>
                  <a:pt x="786209" y="401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Text .">
            <a:extLst xmlns:a="http://schemas.openxmlformats.org/drawingml/2006/main">
              <a:ext uri="{FF2B5EF4-FFF2-40B4-BE49-F238E27FC236}">
                <a16:creationId xmlns:a16="http://schemas.microsoft.com/office/drawing/2014/main" id="{FE0715FD-69DE-4A46-9329-0207121D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0683" y="2150601"/>
            <a:ext cx="111174" cy="17167"/>
          </a:xfrm>
          <a:custGeom xmlns:a="http://schemas.openxmlformats.org/drawingml/2006/main">
            <a:pathLst>
              <a:path w="111174" h="17167">
                <a:moveTo>
                  <a:pt x="8630" y="17167"/>
                </a:moveTo>
                <a:cubicBezTo>
                  <a:pt x="5999" y="17167"/>
                  <a:pt x="3903" y="16402"/>
                  <a:pt x="2342" y="14872"/>
                </a:cubicBezTo>
                <a:cubicBezTo>
                  <a:pt x="781" y="13343"/>
                  <a:pt x="0" y="11262"/>
                  <a:pt x="0" y="8630"/>
                </a:cubicBezTo>
                <a:cubicBezTo>
                  <a:pt x="0" y="5998"/>
                  <a:pt x="781" y="3901"/>
                  <a:pt x="2342" y="2341"/>
                </a:cubicBezTo>
                <a:cubicBezTo>
                  <a:pt x="3903" y="780"/>
                  <a:pt x="5999" y="0"/>
                  <a:pt x="8630" y="0"/>
                </a:cubicBezTo>
                <a:cubicBezTo>
                  <a:pt x="11262" y="0"/>
                  <a:pt x="13358" y="780"/>
                  <a:pt x="14919" y="2341"/>
                </a:cubicBezTo>
                <a:cubicBezTo>
                  <a:pt x="16479" y="3901"/>
                  <a:pt x="17259" y="5998"/>
                  <a:pt x="17259" y="8630"/>
                </a:cubicBezTo>
                <a:cubicBezTo>
                  <a:pt x="17259" y="11262"/>
                  <a:pt x="16479" y="13343"/>
                  <a:pt x="14919" y="14872"/>
                </a:cubicBezTo>
                <a:cubicBezTo>
                  <a:pt x="13358" y="16402"/>
                  <a:pt x="11262" y="17167"/>
                  <a:pt x="8630" y="17167"/>
                </a:cubicBezTo>
                <a:moveTo>
                  <a:pt x="55541" y="17167"/>
                </a:moveTo>
                <a:cubicBezTo>
                  <a:pt x="52909" y="17167"/>
                  <a:pt x="50813" y="16402"/>
                  <a:pt x="49252" y="14872"/>
                </a:cubicBezTo>
                <a:cubicBezTo>
                  <a:pt x="47691" y="13343"/>
                  <a:pt x="46910" y="11262"/>
                  <a:pt x="46910" y="8630"/>
                </a:cubicBezTo>
                <a:cubicBezTo>
                  <a:pt x="46910" y="5998"/>
                  <a:pt x="47691" y="3901"/>
                  <a:pt x="49252" y="2341"/>
                </a:cubicBezTo>
                <a:cubicBezTo>
                  <a:pt x="50813" y="780"/>
                  <a:pt x="52909" y="0"/>
                  <a:pt x="55541" y="0"/>
                </a:cubicBezTo>
                <a:cubicBezTo>
                  <a:pt x="58172" y="0"/>
                  <a:pt x="60268" y="780"/>
                  <a:pt x="61829" y="2341"/>
                </a:cubicBezTo>
                <a:cubicBezTo>
                  <a:pt x="63389" y="3901"/>
                  <a:pt x="64170" y="5998"/>
                  <a:pt x="64170" y="8630"/>
                </a:cubicBezTo>
                <a:cubicBezTo>
                  <a:pt x="64170" y="11262"/>
                  <a:pt x="63389" y="13343"/>
                  <a:pt x="61829" y="14872"/>
                </a:cubicBezTo>
                <a:cubicBezTo>
                  <a:pt x="60268" y="16402"/>
                  <a:pt x="58172" y="17167"/>
                  <a:pt x="55541" y="17167"/>
                </a:cubicBezTo>
                <a:moveTo>
                  <a:pt x="102545" y="17167"/>
                </a:moveTo>
                <a:cubicBezTo>
                  <a:pt x="99913" y="17167"/>
                  <a:pt x="97817" y="16402"/>
                  <a:pt x="96255" y="14872"/>
                </a:cubicBezTo>
                <a:cubicBezTo>
                  <a:pt x="94695" y="13343"/>
                  <a:pt x="93914" y="11262"/>
                  <a:pt x="93914" y="8630"/>
                </a:cubicBezTo>
                <a:cubicBezTo>
                  <a:pt x="93914" y="5998"/>
                  <a:pt x="94695" y="3901"/>
                  <a:pt x="96255" y="2341"/>
                </a:cubicBezTo>
                <a:cubicBezTo>
                  <a:pt x="97817" y="780"/>
                  <a:pt x="99913" y="0"/>
                  <a:pt x="102545" y="0"/>
                </a:cubicBezTo>
                <a:cubicBezTo>
                  <a:pt x="105177" y="0"/>
                  <a:pt x="107273" y="780"/>
                  <a:pt x="108833" y="2341"/>
                </a:cubicBezTo>
                <a:cubicBezTo>
                  <a:pt x="110394" y="3901"/>
                  <a:pt x="111174" y="5998"/>
                  <a:pt x="111174" y="8630"/>
                </a:cubicBezTo>
                <a:cubicBezTo>
                  <a:pt x="111174" y="11262"/>
                  <a:pt x="110394" y="13343"/>
                  <a:pt x="108833" y="14872"/>
                </a:cubicBezTo>
                <a:cubicBezTo>
                  <a:pt x="107273" y="16402"/>
                  <a:pt x="105177" y="17167"/>
                  <a:pt x="102545" y="171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Text class">
            <a:extLst xmlns:a="http://schemas.openxmlformats.org/drawingml/2006/main">
              <a:ext uri="{FF2B5EF4-FFF2-40B4-BE49-F238E27FC236}">
                <a16:creationId xmlns:a16="http://schemas.microsoft.com/office/drawing/2014/main" id="{76C70967-D4FD-4EF9-AD42-92E3C3DF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9536" y="2306392"/>
            <a:ext cx="263292" cy="67934"/>
          </a:xfrm>
          <a:custGeom xmlns:a="http://schemas.openxmlformats.org/drawingml/2006/main">
            <a:pathLst>
              <a:path w="263292" h="67934">
                <a:moveTo>
                  <a:pt x="99974" y="56642"/>
                </a:moveTo>
                <a:lnTo>
                  <a:pt x="84735" y="56642"/>
                </a:lnTo>
                <a:lnTo>
                  <a:pt x="84507" y="56639"/>
                </a:lnTo>
                <a:lnTo>
                  <a:pt x="84284" y="56631"/>
                </a:lnTo>
                <a:lnTo>
                  <a:pt x="84064" y="56617"/>
                </a:lnTo>
                <a:lnTo>
                  <a:pt x="83849" y="56597"/>
                </a:lnTo>
                <a:lnTo>
                  <a:pt x="83637" y="56572"/>
                </a:lnTo>
                <a:lnTo>
                  <a:pt x="83429" y="56541"/>
                </a:lnTo>
                <a:lnTo>
                  <a:pt x="83226" y="56505"/>
                </a:lnTo>
                <a:lnTo>
                  <a:pt x="83026" y="56463"/>
                </a:lnTo>
                <a:lnTo>
                  <a:pt x="82830" y="56416"/>
                </a:lnTo>
                <a:lnTo>
                  <a:pt x="82639" y="56363"/>
                </a:lnTo>
                <a:lnTo>
                  <a:pt x="82451" y="56305"/>
                </a:lnTo>
                <a:lnTo>
                  <a:pt x="82267" y="56240"/>
                </a:lnTo>
                <a:lnTo>
                  <a:pt x="82088" y="56171"/>
                </a:lnTo>
                <a:lnTo>
                  <a:pt x="81912" y="56095"/>
                </a:lnTo>
                <a:lnTo>
                  <a:pt x="81740" y="56015"/>
                </a:lnTo>
                <a:lnTo>
                  <a:pt x="81573" y="55928"/>
                </a:lnTo>
                <a:lnTo>
                  <a:pt x="81409" y="55836"/>
                </a:lnTo>
                <a:lnTo>
                  <a:pt x="81249" y="55739"/>
                </a:lnTo>
                <a:lnTo>
                  <a:pt x="81093" y="55636"/>
                </a:lnTo>
                <a:lnTo>
                  <a:pt x="80941" y="55527"/>
                </a:lnTo>
                <a:lnTo>
                  <a:pt x="80794" y="55413"/>
                </a:lnTo>
                <a:lnTo>
                  <a:pt x="80650" y="55293"/>
                </a:lnTo>
                <a:lnTo>
                  <a:pt x="80510" y="55167"/>
                </a:lnTo>
                <a:lnTo>
                  <a:pt x="80374" y="55036"/>
                </a:lnTo>
                <a:lnTo>
                  <a:pt x="80243" y="54901"/>
                </a:lnTo>
                <a:lnTo>
                  <a:pt x="80117" y="54761"/>
                </a:lnTo>
                <a:lnTo>
                  <a:pt x="79997" y="54617"/>
                </a:lnTo>
                <a:lnTo>
                  <a:pt x="79883" y="54469"/>
                </a:lnTo>
                <a:lnTo>
                  <a:pt x="79774" y="54317"/>
                </a:lnTo>
                <a:lnTo>
                  <a:pt x="79671" y="54161"/>
                </a:lnTo>
                <a:lnTo>
                  <a:pt x="79573" y="54002"/>
                </a:lnTo>
                <a:lnTo>
                  <a:pt x="79481" y="53838"/>
                </a:lnTo>
                <a:lnTo>
                  <a:pt x="79395" y="53670"/>
                </a:lnTo>
                <a:lnTo>
                  <a:pt x="79314" y="53498"/>
                </a:lnTo>
                <a:lnTo>
                  <a:pt x="79239" y="53323"/>
                </a:lnTo>
                <a:lnTo>
                  <a:pt x="79169" y="53143"/>
                </a:lnTo>
                <a:lnTo>
                  <a:pt x="79105" y="52959"/>
                </a:lnTo>
                <a:lnTo>
                  <a:pt x="79046" y="52772"/>
                </a:lnTo>
                <a:lnTo>
                  <a:pt x="78993" y="52580"/>
                </a:lnTo>
                <a:lnTo>
                  <a:pt x="78946" y="52384"/>
                </a:lnTo>
                <a:lnTo>
                  <a:pt x="78904" y="52185"/>
                </a:lnTo>
                <a:lnTo>
                  <a:pt x="78868" y="51981"/>
                </a:lnTo>
                <a:lnTo>
                  <a:pt x="78837" y="51773"/>
                </a:lnTo>
                <a:lnTo>
                  <a:pt x="78812" y="51562"/>
                </a:lnTo>
                <a:lnTo>
                  <a:pt x="78792" y="51346"/>
                </a:lnTo>
                <a:lnTo>
                  <a:pt x="78778" y="51127"/>
                </a:lnTo>
                <a:lnTo>
                  <a:pt x="78770" y="50903"/>
                </a:lnTo>
                <a:lnTo>
                  <a:pt x="78767" y="50676"/>
                </a:lnTo>
                <a:lnTo>
                  <a:pt x="78767" y="0"/>
                </a:lnTo>
                <a:lnTo>
                  <a:pt x="51133" y="0"/>
                </a:lnTo>
                <a:lnTo>
                  <a:pt x="51133" y="10373"/>
                </a:lnTo>
                <a:lnTo>
                  <a:pt x="67292" y="10373"/>
                </a:lnTo>
                <a:lnTo>
                  <a:pt x="67292" y="50676"/>
                </a:lnTo>
                <a:lnTo>
                  <a:pt x="67295" y="51079"/>
                </a:lnTo>
                <a:lnTo>
                  <a:pt x="67306" y="51479"/>
                </a:lnTo>
                <a:lnTo>
                  <a:pt x="67325" y="51874"/>
                </a:lnTo>
                <a:lnTo>
                  <a:pt x="67350" y="52265"/>
                </a:lnTo>
                <a:lnTo>
                  <a:pt x="67383" y="52653"/>
                </a:lnTo>
                <a:lnTo>
                  <a:pt x="67424" y="53036"/>
                </a:lnTo>
                <a:lnTo>
                  <a:pt x="67471" y="53416"/>
                </a:lnTo>
                <a:lnTo>
                  <a:pt x="67526" y="53792"/>
                </a:lnTo>
                <a:lnTo>
                  <a:pt x="67589" y="54163"/>
                </a:lnTo>
                <a:lnTo>
                  <a:pt x="67658" y="54531"/>
                </a:lnTo>
                <a:lnTo>
                  <a:pt x="67735" y="54894"/>
                </a:lnTo>
                <a:lnTo>
                  <a:pt x="67820" y="55254"/>
                </a:lnTo>
                <a:lnTo>
                  <a:pt x="67911" y="55610"/>
                </a:lnTo>
                <a:lnTo>
                  <a:pt x="68010" y="55961"/>
                </a:lnTo>
                <a:lnTo>
                  <a:pt x="68116" y="56309"/>
                </a:lnTo>
                <a:lnTo>
                  <a:pt x="68230" y="56652"/>
                </a:lnTo>
                <a:lnTo>
                  <a:pt x="68351" y="56992"/>
                </a:lnTo>
                <a:lnTo>
                  <a:pt x="68479" y="57328"/>
                </a:lnTo>
                <a:lnTo>
                  <a:pt x="68615" y="57660"/>
                </a:lnTo>
                <a:lnTo>
                  <a:pt x="68758" y="57987"/>
                </a:lnTo>
                <a:lnTo>
                  <a:pt x="68908" y="58311"/>
                </a:lnTo>
                <a:lnTo>
                  <a:pt x="69066" y="58631"/>
                </a:lnTo>
                <a:lnTo>
                  <a:pt x="69231" y="58947"/>
                </a:lnTo>
                <a:lnTo>
                  <a:pt x="69403" y="59258"/>
                </a:lnTo>
                <a:lnTo>
                  <a:pt x="69582" y="59565"/>
                </a:lnTo>
                <a:lnTo>
                  <a:pt x="69766" y="59866"/>
                </a:lnTo>
                <a:lnTo>
                  <a:pt x="69956" y="60161"/>
                </a:lnTo>
                <a:lnTo>
                  <a:pt x="70151" y="60451"/>
                </a:lnTo>
                <a:lnTo>
                  <a:pt x="70352" y="60734"/>
                </a:lnTo>
                <a:lnTo>
                  <a:pt x="70559" y="61011"/>
                </a:lnTo>
                <a:lnTo>
                  <a:pt x="70771" y="61283"/>
                </a:lnTo>
                <a:lnTo>
                  <a:pt x="70989" y="61548"/>
                </a:lnTo>
                <a:lnTo>
                  <a:pt x="71212" y="61808"/>
                </a:lnTo>
                <a:lnTo>
                  <a:pt x="71441" y="62062"/>
                </a:lnTo>
                <a:lnTo>
                  <a:pt x="71675" y="62310"/>
                </a:lnTo>
                <a:lnTo>
                  <a:pt x="71915" y="62552"/>
                </a:lnTo>
                <a:lnTo>
                  <a:pt x="72161" y="62788"/>
                </a:lnTo>
                <a:lnTo>
                  <a:pt x="72412" y="63018"/>
                </a:lnTo>
                <a:lnTo>
                  <a:pt x="72669" y="63242"/>
                </a:lnTo>
                <a:lnTo>
                  <a:pt x="72932" y="63461"/>
                </a:lnTo>
                <a:lnTo>
                  <a:pt x="73200" y="63673"/>
                </a:lnTo>
                <a:lnTo>
                  <a:pt x="73473" y="63880"/>
                </a:lnTo>
                <a:lnTo>
                  <a:pt x="73752" y="64081"/>
                </a:lnTo>
                <a:lnTo>
                  <a:pt x="74037" y="64276"/>
                </a:lnTo>
                <a:lnTo>
                  <a:pt x="74327" y="64465"/>
                </a:lnTo>
                <a:lnTo>
                  <a:pt x="74623" y="64648"/>
                </a:lnTo>
                <a:lnTo>
                  <a:pt x="74925" y="64825"/>
                </a:lnTo>
                <a:lnTo>
                  <a:pt x="75232" y="64996"/>
                </a:lnTo>
                <a:lnTo>
                  <a:pt x="75544" y="65161"/>
                </a:lnTo>
                <a:lnTo>
                  <a:pt x="75860" y="65319"/>
                </a:lnTo>
                <a:lnTo>
                  <a:pt x="76181" y="65470"/>
                </a:lnTo>
                <a:lnTo>
                  <a:pt x="76506" y="65613"/>
                </a:lnTo>
                <a:lnTo>
                  <a:pt x="76835" y="65750"/>
                </a:lnTo>
                <a:lnTo>
                  <a:pt x="77169" y="65880"/>
                </a:lnTo>
                <a:lnTo>
                  <a:pt x="77506" y="66003"/>
                </a:lnTo>
                <a:lnTo>
                  <a:pt x="77849" y="66118"/>
                </a:lnTo>
                <a:lnTo>
                  <a:pt x="78195" y="66227"/>
                </a:lnTo>
                <a:lnTo>
                  <a:pt x="78546" y="66329"/>
                </a:lnTo>
                <a:lnTo>
                  <a:pt x="78901" y="66423"/>
                </a:lnTo>
                <a:lnTo>
                  <a:pt x="79260" y="66511"/>
                </a:lnTo>
                <a:lnTo>
                  <a:pt x="79624" y="66592"/>
                </a:lnTo>
                <a:lnTo>
                  <a:pt x="79992" y="66665"/>
                </a:lnTo>
                <a:lnTo>
                  <a:pt x="80364" y="66732"/>
                </a:lnTo>
                <a:lnTo>
                  <a:pt x="80741" y="66792"/>
                </a:lnTo>
                <a:lnTo>
                  <a:pt x="81122" y="66844"/>
                </a:lnTo>
                <a:lnTo>
                  <a:pt x="81507" y="66890"/>
                </a:lnTo>
                <a:lnTo>
                  <a:pt x="81896" y="66928"/>
                </a:lnTo>
                <a:lnTo>
                  <a:pt x="82290" y="66960"/>
                </a:lnTo>
                <a:lnTo>
                  <a:pt x="82688" y="66985"/>
                </a:lnTo>
                <a:lnTo>
                  <a:pt x="83091" y="67002"/>
                </a:lnTo>
                <a:lnTo>
                  <a:pt x="83497" y="67013"/>
                </a:lnTo>
                <a:lnTo>
                  <a:pt x="83908" y="67016"/>
                </a:lnTo>
                <a:lnTo>
                  <a:pt x="99974" y="67016"/>
                </a:lnTo>
                <a:lnTo>
                  <a:pt x="99974" y="56642"/>
                </a:lnTo>
                <a:close/>
                <a:moveTo>
                  <a:pt x="190061" y="67814"/>
                </a:moveTo>
                <a:lnTo>
                  <a:pt x="190831" y="67779"/>
                </a:lnTo>
                <a:lnTo>
                  <a:pt x="191584" y="67729"/>
                </a:lnTo>
                <a:lnTo>
                  <a:pt x="192321" y="67665"/>
                </a:lnTo>
                <a:lnTo>
                  <a:pt x="193042" y="67587"/>
                </a:lnTo>
                <a:lnTo>
                  <a:pt x="193746" y="67495"/>
                </a:lnTo>
                <a:lnTo>
                  <a:pt x="194434" y="67389"/>
                </a:lnTo>
                <a:lnTo>
                  <a:pt x="195105" y="67268"/>
                </a:lnTo>
                <a:lnTo>
                  <a:pt x="195760" y="67133"/>
                </a:lnTo>
                <a:lnTo>
                  <a:pt x="196399" y="66985"/>
                </a:lnTo>
                <a:lnTo>
                  <a:pt x="197021" y="66821"/>
                </a:lnTo>
                <a:lnTo>
                  <a:pt x="197627" y="66644"/>
                </a:lnTo>
                <a:lnTo>
                  <a:pt x="198216" y="66453"/>
                </a:lnTo>
                <a:lnTo>
                  <a:pt x="198789" y="66247"/>
                </a:lnTo>
                <a:lnTo>
                  <a:pt x="199345" y="66027"/>
                </a:lnTo>
                <a:lnTo>
                  <a:pt x="199885" y="65793"/>
                </a:lnTo>
                <a:lnTo>
                  <a:pt x="200409" y="65545"/>
                </a:lnTo>
                <a:lnTo>
                  <a:pt x="200916" y="65283"/>
                </a:lnTo>
                <a:lnTo>
                  <a:pt x="201407" y="65006"/>
                </a:lnTo>
                <a:lnTo>
                  <a:pt x="201881" y="64715"/>
                </a:lnTo>
                <a:lnTo>
                  <a:pt x="202339" y="64410"/>
                </a:lnTo>
                <a:lnTo>
                  <a:pt x="202780" y="64091"/>
                </a:lnTo>
                <a:lnTo>
                  <a:pt x="203206" y="63758"/>
                </a:lnTo>
                <a:lnTo>
                  <a:pt x="203614" y="63412"/>
                </a:lnTo>
                <a:lnTo>
                  <a:pt x="204005" y="63054"/>
                </a:lnTo>
                <a:lnTo>
                  <a:pt x="204378" y="62685"/>
                </a:lnTo>
                <a:lnTo>
                  <a:pt x="204734" y="62305"/>
                </a:lnTo>
                <a:lnTo>
                  <a:pt x="205073" y="61914"/>
                </a:lnTo>
                <a:lnTo>
                  <a:pt x="205395" y="61511"/>
                </a:lnTo>
                <a:lnTo>
                  <a:pt x="205699" y="61097"/>
                </a:lnTo>
                <a:lnTo>
                  <a:pt x="205985" y="60672"/>
                </a:lnTo>
                <a:lnTo>
                  <a:pt x="206255" y="60235"/>
                </a:lnTo>
                <a:lnTo>
                  <a:pt x="206507" y="59787"/>
                </a:lnTo>
                <a:lnTo>
                  <a:pt x="206741" y="59328"/>
                </a:lnTo>
                <a:lnTo>
                  <a:pt x="206958" y="58857"/>
                </a:lnTo>
                <a:lnTo>
                  <a:pt x="207158" y="58375"/>
                </a:lnTo>
                <a:lnTo>
                  <a:pt x="207341" y="57882"/>
                </a:lnTo>
                <a:lnTo>
                  <a:pt x="207506" y="57377"/>
                </a:lnTo>
                <a:lnTo>
                  <a:pt x="207653" y="56862"/>
                </a:lnTo>
                <a:lnTo>
                  <a:pt x="207784" y="56334"/>
                </a:lnTo>
                <a:lnTo>
                  <a:pt x="207896" y="55796"/>
                </a:lnTo>
                <a:lnTo>
                  <a:pt x="207992" y="55246"/>
                </a:lnTo>
                <a:lnTo>
                  <a:pt x="208070" y="54685"/>
                </a:lnTo>
                <a:lnTo>
                  <a:pt x="208131" y="54112"/>
                </a:lnTo>
                <a:lnTo>
                  <a:pt x="208174" y="53529"/>
                </a:lnTo>
                <a:lnTo>
                  <a:pt x="208201" y="52934"/>
                </a:lnTo>
                <a:lnTo>
                  <a:pt x="208209" y="52327"/>
                </a:lnTo>
                <a:lnTo>
                  <a:pt x="208202" y="51759"/>
                </a:lnTo>
                <a:lnTo>
                  <a:pt x="208180" y="51203"/>
                </a:lnTo>
                <a:lnTo>
                  <a:pt x="208143" y="50658"/>
                </a:lnTo>
                <a:lnTo>
                  <a:pt x="208091" y="50125"/>
                </a:lnTo>
                <a:lnTo>
                  <a:pt x="208024" y="49604"/>
                </a:lnTo>
                <a:lnTo>
                  <a:pt x="207942" y="49094"/>
                </a:lnTo>
                <a:lnTo>
                  <a:pt x="207846" y="48596"/>
                </a:lnTo>
                <a:lnTo>
                  <a:pt x="207735" y="48110"/>
                </a:lnTo>
                <a:lnTo>
                  <a:pt x="207609" y="47635"/>
                </a:lnTo>
                <a:lnTo>
                  <a:pt x="207468" y="47171"/>
                </a:lnTo>
                <a:lnTo>
                  <a:pt x="207313" y="46720"/>
                </a:lnTo>
                <a:lnTo>
                  <a:pt x="207142" y="46280"/>
                </a:lnTo>
                <a:lnTo>
                  <a:pt x="206957" y="45852"/>
                </a:lnTo>
                <a:lnTo>
                  <a:pt x="206757" y="45435"/>
                </a:lnTo>
                <a:lnTo>
                  <a:pt x="206542" y="45030"/>
                </a:lnTo>
                <a:lnTo>
                  <a:pt x="206312" y="44636"/>
                </a:lnTo>
                <a:lnTo>
                  <a:pt x="206068" y="44255"/>
                </a:lnTo>
                <a:lnTo>
                  <a:pt x="205808" y="43885"/>
                </a:lnTo>
                <a:lnTo>
                  <a:pt x="205534" y="43526"/>
                </a:lnTo>
                <a:lnTo>
                  <a:pt x="205245" y="43179"/>
                </a:lnTo>
                <a:lnTo>
                  <a:pt x="204941" y="42844"/>
                </a:lnTo>
                <a:lnTo>
                  <a:pt x="204623" y="42520"/>
                </a:lnTo>
                <a:lnTo>
                  <a:pt x="204289" y="42208"/>
                </a:lnTo>
                <a:lnTo>
                  <a:pt x="203941" y="41908"/>
                </a:lnTo>
                <a:lnTo>
                  <a:pt x="203577" y="41617"/>
                </a:lnTo>
                <a:lnTo>
                  <a:pt x="203197" y="41335"/>
                </a:lnTo>
                <a:lnTo>
                  <a:pt x="202800" y="41060"/>
                </a:lnTo>
                <a:lnTo>
                  <a:pt x="202387" y="40792"/>
                </a:lnTo>
                <a:lnTo>
                  <a:pt x="201957" y="40533"/>
                </a:lnTo>
                <a:lnTo>
                  <a:pt x="201511" y="40281"/>
                </a:lnTo>
                <a:lnTo>
                  <a:pt x="201049" y="40038"/>
                </a:lnTo>
                <a:lnTo>
                  <a:pt x="200570" y="39802"/>
                </a:lnTo>
                <a:lnTo>
                  <a:pt x="200075" y="39574"/>
                </a:lnTo>
                <a:lnTo>
                  <a:pt x="199563" y="39353"/>
                </a:lnTo>
                <a:lnTo>
                  <a:pt x="199035" y="39141"/>
                </a:lnTo>
                <a:lnTo>
                  <a:pt x="198490" y="38936"/>
                </a:lnTo>
                <a:lnTo>
                  <a:pt x="197929" y="38739"/>
                </a:lnTo>
                <a:lnTo>
                  <a:pt x="197352" y="38550"/>
                </a:lnTo>
                <a:lnTo>
                  <a:pt x="196758" y="38368"/>
                </a:lnTo>
                <a:lnTo>
                  <a:pt x="196148" y="38195"/>
                </a:lnTo>
                <a:lnTo>
                  <a:pt x="195521" y="38029"/>
                </a:lnTo>
                <a:lnTo>
                  <a:pt x="194878" y="37871"/>
                </a:lnTo>
                <a:lnTo>
                  <a:pt x="194219" y="37721"/>
                </a:lnTo>
                <a:lnTo>
                  <a:pt x="193543" y="37579"/>
                </a:lnTo>
                <a:lnTo>
                  <a:pt x="192851" y="37444"/>
                </a:lnTo>
                <a:lnTo>
                  <a:pt x="192142" y="37318"/>
                </a:lnTo>
                <a:lnTo>
                  <a:pt x="191417" y="37199"/>
                </a:lnTo>
                <a:lnTo>
                  <a:pt x="190675" y="37088"/>
                </a:lnTo>
                <a:lnTo>
                  <a:pt x="184157" y="36170"/>
                </a:lnTo>
                <a:lnTo>
                  <a:pt x="183870" y="36123"/>
                </a:lnTo>
                <a:lnTo>
                  <a:pt x="183589" y="36074"/>
                </a:lnTo>
                <a:lnTo>
                  <a:pt x="183315" y="36022"/>
                </a:lnTo>
                <a:lnTo>
                  <a:pt x="183048" y="35968"/>
                </a:lnTo>
                <a:lnTo>
                  <a:pt x="182788" y="35911"/>
                </a:lnTo>
                <a:lnTo>
                  <a:pt x="182534" y="35852"/>
                </a:lnTo>
                <a:lnTo>
                  <a:pt x="182286" y="35791"/>
                </a:lnTo>
                <a:lnTo>
                  <a:pt x="182046" y="35727"/>
                </a:lnTo>
                <a:lnTo>
                  <a:pt x="181812" y="35661"/>
                </a:lnTo>
                <a:lnTo>
                  <a:pt x="181585" y="35592"/>
                </a:lnTo>
                <a:lnTo>
                  <a:pt x="181365" y="35521"/>
                </a:lnTo>
                <a:lnTo>
                  <a:pt x="181151" y="35447"/>
                </a:lnTo>
                <a:lnTo>
                  <a:pt x="180944" y="35372"/>
                </a:lnTo>
                <a:lnTo>
                  <a:pt x="180743" y="35294"/>
                </a:lnTo>
                <a:lnTo>
                  <a:pt x="180550" y="35213"/>
                </a:lnTo>
                <a:lnTo>
                  <a:pt x="180363" y="35130"/>
                </a:lnTo>
                <a:lnTo>
                  <a:pt x="180182" y="35045"/>
                </a:lnTo>
                <a:lnTo>
                  <a:pt x="180009" y="34957"/>
                </a:lnTo>
                <a:lnTo>
                  <a:pt x="179842" y="34867"/>
                </a:lnTo>
                <a:lnTo>
                  <a:pt x="179682" y="34774"/>
                </a:lnTo>
                <a:lnTo>
                  <a:pt x="179528" y="34679"/>
                </a:lnTo>
                <a:lnTo>
                  <a:pt x="179381" y="34582"/>
                </a:lnTo>
                <a:lnTo>
                  <a:pt x="179241" y="34482"/>
                </a:lnTo>
                <a:lnTo>
                  <a:pt x="179107" y="34380"/>
                </a:lnTo>
                <a:lnTo>
                  <a:pt x="178980" y="34274"/>
                </a:lnTo>
                <a:lnTo>
                  <a:pt x="178858" y="34164"/>
                </a:lnTo>
                <a:lnTo>
                  <a:pt x="178742" y="34049"/>
                </a:lnTo>
                <a:lnTo>
                  <a:pt x="178631" y="33930"/>
                </a:lnTo>
                <a:lnTo>
                  <a:pt x="178525" y="33806"/>
                </a:lnTo>
                <a:lnTo>
                  <a:pt x="178425" y="33677"/>
                </a:lnTo>
                <a:lnTo>
                  <a:pt x="178330" y="33544"/>
                </a:lnTo>
                <a:lnTo>
                  <a:pt x="178240" y="33406"/>
                </a:lnTo>
                <a:lnTo>
                  <a:pt x="178156" y="33263"/>
                </a:lnTo>
                <a:lnTo>
                  <a:pt x="178078" y="33116"/>
                </a:lnTo>
                <a:lnTo>
                  <a:pt x="178005" y="32964"/>
                </a:lnTo>
                <a:lnTo>
                  <a:pt x="177937" y="32808"/>
                </a:lnTo>
                <a:lnTo>
                  <a:pt x="177875" y="32647"/>
                </a:lnTo>
                <a:lnTo>
                  <a:pt x="177818" y="32481"/>
                </a:lnTo>
                <a:lnTo>
                  <a:pt x="177766" y="32311"/>
                </a:lnTo>
                <a:lnTo>
                  <a:pt x="177720" y="32136"/>
                </a:lnTo>
                <a:lnTo>
                  <a:pt x="177680" y="31956"/>
                </a:lnTo>
                <a:lnTo>
                  <a:pt x="177644" y="31772"/>
                </a:lnTo>
                <a:lnTo>
                  <a:pt x="177615" y="31583"/>
                </a:lnTo>
                <a:lnTo>
                  <a:pt x="177590" y="31390"/>
                </a:lnTo>
                <a:lnTo>
                  <a:pt x="177571" y="31192"/>
                </a:lnTo>
                <a:lnTo>
                  <a:pt x="177558" y="30989"/>
                </a:lnTo>
                <a:lnTo>
                  <a:pt x="177550" y="30782"/>
                </a:lnTo>
                <a:lnTo>
                  <a:pt x="177547" y="30570"/>
                </a:lnTo>
                <a:lnTo>
                  <a:pt x="177550" y="30343"/>
                </a:lnTo>
                <a:lnTo>
                  <a:pt x="177559" y="30120"/>
                </a:lnTo>
                <a:lnTo>
                  <a:pt x="177575" y="29902"/>
                </a:lnTo>
                <a:lnTo>
                  <a:pt x="177597" y="29689"/>
                </a:lnTo>
                <a:lnTo>
                  <a:pt x="177625" y="29480"/>
                </a:lnTo>
                <a:lnTo>
                  <a:pt x="177659" y="29276"/>
                </a:lnTo>
                <a:lnTo>
                  <a:pt x="177699" y="29077"/>
                </a:lnTo>
                <a:lnTo>
                  <a:pt x="177746" y="28882"/>
                </a:lnTo>
                <a:lnTo>
                  <a:pt x="177799" y="28692"/>
                </a:lnTo>
                <a:lnTo>
                  <a:pt x="177858" y="28506"/>
                </a:lnTo>
                <a:lnTo>
                  <a:pt x="177923" y="28325"/>
                </a:lnTo>
                <a:lnTo>
                  <a:pt x="177994" y="28149"/>
                </a:lnTo>
                <a:lnTo>
                  <a:pt x="178072" y="27977"/>
                </a:lnTo>
                <a:lnTo>
                  <a:pt x="178156" y="27810"/>
                </a:lnTo>
                <a:lnTo>
                  <a:pt x="178246" y="27648"/>
                </a:lnTo>
                <a:lnTo>
                  <a:pt x="178343" y="27490"/>
                </a:lnTo>
                <a:lnTo>
                  <a:pt x="178445" y="27337"/>
                </a:lnTo>
                <a:lnTo>
                  <a:pt x="178554" y="27188"/>
                </a:lnTo>
                <a:lnTo>
                  <a:pt x="178669" y="27044"/>
                </a:lnTo>
                <a:lnTo>
                  <a:pt x="178790" y="26905"/>
                </a:lnTo>
                <a:lnTo>
                  <a:pt x="178918" y="26770"/>
                </a:lnTo>
                <a:lnTo>
                  <a:pt x="179051" y="26640"/>
                </a:lnTo>
                <a:lnTo>
                  <a:pt x="179191" y="26515"/>
                </a:lnTo>
                <a:lnTo>
                  <a:pt x="179337" y="26394"/>
                </a:lnTo>
                <a:lnTo>
                  <a:pt x="179490" y="26278"/>
                </a:lnTo>
                <a:lnTo>
                  <a:pt x="179650" y="26167"/>
                </a:lnTo>
                <a:lnTo>
                  <a:pt x="179818" y="26060"/>
                </a:lnTo>
                <a:lnTo>
                  <a:pt x="179994" y="25959"/>
                </a:lnTo>
                <a:lnTo>
                  <a:pt x="180177" y="25863"/>
                </a:lnTo>
                <a:lnTo>
                  <a:pt x="180367" y="25771"/>
                </a:lnTo>
                <a:lnTo>
                  <a:pt x="180565" y="25685"/>
                </a:lnTo>
                <a:lnTo>
                  <a:pt x="180770" y="25603"/>
                </a:lnTo>
                <a:lnTo>
                  <a:pt x="180983" y="25527"/>
                </a:lnTo>
                <a:lnTo>
                  <a:pt x="181203" y="25455"/>
                </a:lnTo>
                <a:lnTo>
                  <a:pt x="181431" y="25388"/>
                </a:lnTo>
                <a:lnTo>
                  <a:pt x="181667" y="25327"/>
                </a:lnTo>
                <a:lnTo>
                  <a:pt x="181909" y="25270"/>
                </a:lnTo>
                <a:lnTo>
                  <a:pt x="182160" y="25218"/>
                </a:lnTo>
                <a:lnTo>
                  <a:pt x="182418" y="25171"/>
                </a:lnTo>
                <a:lnTo>
                  <a:pt x="182683" y="25129"/>
                </a:lnTo>
                <a:lnTo>
                  <a:pt x="182956" y="25092"/>
                </a:lnTo>
                <a:lnTo>
                  <a:pt x="183236" y="25060"/>
                </a:lnTo>
                <a:lnTo>
                  <a:pt x="183524" y="25033"/>
                </a:lnTo>
                <a:lnTo>
                  <a:pt x="183819" y="25010"/>
                </a:lnTo>
                <a:lnTo>
                  <a:pt x="184122" y="24993"/>
                </a:lnTo>
                <a:lnTo>
                  <a:pt x="184432" y="24981"/>
                </a:lnTo>
                <a:lnTo>
                  <a:pt x="184750" y="24973"/>
                </a:lnTo>
                <a:lnTo>
                  <a:pt x="185075" y="24971"/>
                </a:lnTo>
                <a:lnTo>
                  <a:pt x="188564" y="24971"/>
                </a:lnTo>
                <a:lnTo>
                  <a:pt x="188830" y="24973"/>
                </a:lnTo>
                <a:lnTo>
                  <a:pt x="189091" y="24980"/>
                </a:lnTo>
                <a:lnTo>
                  <a:pt x="189348" y="24991"/>
                </a:lnTo>
                <a:lnTo>
                  <a:pt x="189601" y="25007"/>
                </a:lnTo>
                <a:lnTo>
                  <a:pt x="189849" y="25027"/>
                </a:lnTo>
                <a:lnTo>
                  <a:pt x="190093" y="25051"/>
                </a:lnTo>
                <a:lnTo>
                  <a:pt x="190333" y="25080"/>
                </a:lnTo>
                <a:lnTo>
                  <a:pt x="190568" y="25114"/>
                </a:lnTo>
                <a:lnTo>
                  <a:pt x="190799" y="25152"/>
                </a:lnTo>
                <a:lnTo>
                  <a:pt x="191026" y="25194"/>
                </a:lnTo>
                <a:lnTo>
                  <a:pt x="191249" y="25241"/>
                </a:lnTo>
                <a:lnTo>
                  <a:pt x="191467" y="25292"/>
                </a:lnTo>
                <a:lnTo>
                  <a:pt x="191681" y="25348"/>
                </a:lnTo>
                <a:lnTo>
                  <a:pt x="191890" y="25408"/>
                </a:lnTo>
                <a:lnTo>
                  <a:pt x="192096" y="25473"/>
                </a:lnTo>
                <a:lnTo>
                  <a:pt x="192297" y="25542"/>
                </a:lnTo>
                <a:lnTo>
                  <a:pt x="192493" y="25616"/>
                </a:lnTo>
                <a:lnTo>
                  <a:pt x="192686" y="25694"/>
                </a:lnTo>
                <a:lnTo>
                  <a:pt x="192874" y="25777"/>
                </a:lnTo>
                <a:lnTo>
                  <a:pt x="193058" y="25864"/>
                </a:lnTo>
                <a:lnTo>
                  <a:pt x="193237" y="25955"/>
                </a:lnTo>
                <a:lnTo>
                  <a:pt x="193412" y="26051"/>
                </a:lnTo>
                <a:lnTo>
                  <a:pt x="193583" y="26152"/>
                </a:lnTo>
                <a:lnTo>
                  <a:pt x="193750" y="26257"/>
                </a:lnTo>
                <a:lnTo>
                  <a:pt x="193912" y="26365"/>
                </a:lnTo>
                <a:lnTo>
                  <a:pt x="194067" y="26476"/>
                </a:lnTo>
                <a:lnTo>
                  <a:pt x="194217" y="26589"/>
                </a:lnTo>
                <a:lnTo>
                  <a:pt x="194361" y="26705"/>
                </a:lnTo>
                <a:lnTo>
                  <a:pt x="194499" y="26824"/>
                </a:lnTo>
                <a:lnTo>
                  <a:pt x="194631" y="26945"/>
                </a:lnTo>
                <a:lnTo>
                  <a:pt x="194757" y="27069"/>
                </a:lnTo>
                <a:lnTo>
                  <a:pt x="194877" y="27195"/>
                </a:lnTo>
                <a:lnTo>
                  <a:pt x="194992" y="27323"/>
                </a:lnTo>
                <a:lnTo>
                  <a:pt x="195100" y="27455"/>
                </a:lnTo>
                <a:lnTo>
                  <a:pt x="195203" y="27588"/>
                </a:lnTo>
                <a:lnTo>
                  <a:pt x="195299" y="27725"/>
                </a:lnTo>
                <a:lnTo>
                  <a:pt x="195390" y="27864"/>
                </a:lnTo>
                <a:lnTo>
                  <a:pt x="195475" y="28005"/>
                </a:lnTo>
                <a:lnTo>
                  <a:pt x="195554" y="28149"/>
                </a:lnTo>
                <a:lnTo>
                  <a:pt x="195627" y="28296"/>
                </a:lnTo>
                <a:lnTo>
                  <a:pt x="195694" y="28445"/>
                </a:lnTo>
                <a:lnTo>
                  <a:pt x="195756" y="28596"/>
                </a:lnTo>
                <a:lnTo>
                  <a:pt x="195811" y="28751"/>
                </a:lnTo>
                <a:lnTo>
                  <a:pt x="195861" y="28907"/>
                </a:lnTo>
                <a:lnTo>
                  <a:pt x="195904" y="29067"/>
                </a:lnTo>
                <a:lnTo>
                  <a:pt x="195942" y="29229"/>
                </a:lnTo>
                <a:lnTo>
                  <a:pt x="195974" y="29393"/>
                </a:lnTo>
                <a:lnTo>
                  <a:pt x="196000" y="29560"/>
                </a:lnTo>
                <a:lnTo>
                  <a:pt x="207475" y="29560"/>
                </a:lnTo>
                <a:lnTo>
                  <a:pt x="207436" y="29036"/>
                </a:lnTo>
                <a:lnTo>
                  <a:pt x="207381" y="28522"/>
                </a:lnTo>
                <a:lnTo>
                  <a:pt x="207310" y="28016"/>
                </a:lnTo>
                <a:lnTo>
                  <a:pt x="207223" y="27520"/>
                </a:lnTo>
                <a:lnTo>
                  <a:pt x="207119" y="27032"/>
                </a:lnTo>
                <a:lnTo>
                  <a:pt x="206999" y="26553"/>
                </a:lnTo>
                <a:lnTo>
                  <a:pt x="206863" y="26083"/>
                </a:lnTo>
                <a:lnTo>
                  <a:pt x="206710" y="25623"/>
                </a:lnTo>
                <a:lnTo>
                  <a:pt x="206541" y="25171"/>
                </a:lnTo>
                <a:lnTo>
                  <a:pt x="206356" y="24727"/>
                </a:lnTo>
                <a:lnTo>
                  <a:pt x="206155" y="24293"/>
                </a:lnTo>
                <a:lnTo>
                  <a:pt x="205937" y="23868"/>
                </a:lnTo>
                <a:lnTo>
                  <a:pt x="205704" y="23452"/>
                </a:lnTo>
                <a:lnTo>
                  <a:pt x="205454" y="23044"/>
                </a:lnTo>
                <a:lnTo>
                  <a:pt x="205187" y="22646"/>
                </a:lnTo>
                <a:lnTo>
                  <a:pt x="204905" y="22256"/>
                </a:lnTo>
                <a:lnTo>
                  <a:pt x="204606" y="21876"/>
                </a:lnTo>
                <a:lnTo>
                  <a:pt x="204291" y="21504"/>
                </a:lnTo>
                <a:lnTo>
                  <a:pt x="203959" y="21141"/>
                </a:lnTo>
                <a:lnTo>
                  <a:pt x="203611" y="20788"/>
                </a:lnTo>
                <a:lnTo>
                  <a:pt x="203248" y="20443"/>
                </a:lnTo>
                <a:lnTo>
                  <a:pt x="202867" y="20107"/>
                </a:lnTo>
                <a:lnTo>
                  <a:pt x="202471" y="19780"/>
                </a:lnTo>
                <a:lnTo>
                  <a:pt x="202058" y="19461"/>
                </a:lnTo>
                <a:lnTo>
                  <a:pt x="201632" y="19154"/>
                </a:lnTo>
                <a:lnTo>
                  <a:pt x="201193" y="18860"/>
                </a:lnTo>
                <a:lnTo>
                  <a:pt x="200743" y="18579"/>
                </a:lnTo>
                <a:lnTo>
                  <a:pt x="200281" y="18311"/>
                </a:lnTo>
                <a:lnTo>
                  <a:pt x="199807" y="18056"/>
                </a:lnTo>
                <a:lnTo>
                  <a:pt x="199322" y="17815"/>
                </a:lnTo>
                <a:lnTo>
                  <a:pt x="198824" y="17586"/>
                </a:lnTo>
                <a:lnTo>
                  <a:pt x="198315" y="17370"/>
                </a:lnTo>
                <a:lnTo>
                  <a:pt x="197794" y="17168"/>
                </a:lnTo>
                <a:lnTo>
                  <a:pt x="197261" y="16978"/>
                </a:lnTo>
                <a:lnTo>
                  <a:pt x="196717" y="16802"/>
                </a:lnTo>
                <a:lnTo>
                  <a:pt x="196160" y="16638"/>
                </a:lnTo>
                <a:lnTo>
                  <a:pt x="195592" y="16488"/>
                </a:lnTo>
                <a:lnTo>
                  <a:pt x="195012" y="16351"/>
                </a:lnTo>
                <a:lnTo>
                  <a:pt x="194421" y="16227"/>
                </a:lnTo>
                <a:lnTo>
                  <a:pt x="193817" y="16116"/>
                </a:lnTo>
                <a:lnTo>
                  <a:pt x="193202" y="16018"/>
                </a:lnTo>
                <a:lnTo>
                  <a:pt x="192575" y="15933"/>
                </a:lnTo>
                <a:lnTo>
                  <a:pt x="191936" y="15861"/>
                </a:lnTo>
                <a:lnTo>
                  <a:pt x="191285" y="15802"/>
                </a:lnTo>
                <a:lnTo>
                  <a:pt x="190623" y="15756"/>
                </a:lnTo>
                <a:lnTo>
                  <a:pt x="189948" y="15724"/>
                </a:lnTo>
                <a:lnTo>
                  <a:pt x="189262" y="15704"/>
                </a:lnTo>
                <a:lnTo>
                  <a:pt x="188564" y="15697"/>
                </a:lnTo>
                <a:lnTo>
                  <a:pt x="185075" y="15697"/>
                </a:lnTo>
                <a:lnTo>
                  <a:pt x="184310" y="15704"/>
                </a:lnTo>
                <a:lnTo>
                  <a:pt x="183561" y="15725"/>
                </a:lnTo>
                <a:lnTo>
                  <a:pt x="182827" y="15758"/>
                </a:lnTo>
                <a:lnTo>
                  <a:pt x="182109" y="15806"/>
                </a:lnTo>
                <a:lnTo>
                  <a:pt x="181407" y="15867"/>
                </a:lnTo>
                <a:lnTo>
                  <a:pt x="180720" y="15941"/>
                </a:lnTo>
                <a:lnTo>
                  <a:pt x="180049" y="16029"/>
                </a:lnTo>
                <a:lnTo>
                  <a:pt x="179393" y="16131"/>
                </a:lnTo>
                <a:lnTo>
                  <a:pt x="178753" y="16246"/>
                </a:lnTo>
                <a:lnTo>
                  <a:pt x="178129" y="16375"/>
                </a:lnTo>
                <a:lnTo>
                  <a:pt x="177520" y="16517"/>
                </a:lnTo>
                <a:lnTo>
                  <a:pt x="176927" y="16673"/>
                </a:lnTo>
                <a:lnTo>
                  <a:pt x="176350" y="16843"/>
                </a:lnTo>
                <a:lnTo>
                  <a:pt x="175788" y="17025"/>
                </a:lnTo>
                <a:lnTo>
                  <a:pt x="175242" y="17222"/>
                </a:lnTo>
                <a:lnTo>
                  <a:pt x="174711" y="17432"/>
                </a:lnTo>
                <a:lnTo>
                  <a:pt x="174196" y="17656"/>
                </a:lnTo>
                <a:lnTo>
                  <a:pt x="173697" y="17893"/>
                </a:lnTo>
                <a:lnTo>
                  <a:pt x="173213" y="18143"/>
                </a:lnTo>
                <a:lnTo>
                  <a:pt x="172745" y="18408"/>
                </a:lnTo>
                <a:lnTo>
                  <a:pt x="172293" y="18685"/>
                </a:lnTo>
                <a:lnTo>
                  <a:pt x="171856" y="18977"/>
                </a:lnTo>
                <a:lnTo>
                  <a:pt x="171435" y="19282"/>
                </a:lnTo>
                <a:lnTo>
                  <a:pt x="171029" y="19600"/>
                </a:lnTo>
                <a:lnTo>
                  <a:pt x="170639" y="19931"/>
                </a:lnTo>
                <a:lnTo>
                  <a:pt x="170266" y="20272"/>
                </a:lnTo>
                <a:lnTo>
                  <a:pt x="169910" y="20625"/>
                </a:lnTo>
                <a:lnTo>
                  <a:pt x="169570" y="20989"/>
                </a:lnTo>
                <a:lnTo>
                  <a:pt x="169247" y="21363"/>
                </a:lnTo>
                <a:lnTo>
                  <a:pt x="168940" y="21749"/>
                </a:lnTo>
                <a:lnTo>
                  <a:pt x="168650" y="22145"/>
                </a:lnTo>
                <a:lnTo>
                  <a:pt x="168377" y="22553"/>
                </a:lnTo>
                <a:lnTo>
                  <a:pt x="168120" y="22971"/>
                </a:lnTo>
                <a:lnTo>
                  <a:pt x="167879" y="23401"/>
                </a:lnTo>
                <a:lnTo>
                  <a:pt x="167656" y="23842"/>
                </a:lnTo>
                <a:lnTo>
                  <a:pt x="167448" y="24293"/>
                </a:lnTo>
                <a:lnTo>
                  <a:pt x="167258" y="24756"/>
                </a:lnTo>
                <a:lnTo>
                  <a:pt x="167084" y="25229"/>
                </a:lnTo>
                <a:lnTo>
                  <a:pt x="166926" y="25714"/>
                </a:lnTo>
                <a:lnTo>
                  <a:pt x="166785" y="26209"/>
                </a:lnTo>
                <a:lnTo>
                  <a:pt x="166661" y="26716"/>
                </a:lnTo>
                <a:lnTo>
                  <a:pt x="166553" y="27234"/>
                </a:lnTo>
                <a:lnTo>
                  <a:pt x="166462" y="27762"/>
                </a:lnTo>
                <a:lnTo>
                  <a:pt x="166388" y="28302"/>
                </a:lnTo>
                <a:lnTo>
                  <a:pt x="166330" y="28852"/>
                </a:lnTo>
                <a:lnTo>
                  <a:pt x="166288" y="29414"/>
                </a:lnTo>
                <a:lnTo>
                  <a:pt x="166263" y="29986"/>
                </a:lnTo>
                <a:lnTo>
                  <a:pt x="166255" y="30570"/>
                </a:lnTo>
                <a:lnTo>
                  <a:pt x="166262" y="31130"/>
                </a:lnTo>
                <a:lnTo>
                  <a:pt x="166283" y="31679"/>
                </a:lnTo>
                <a:lnTo>
                  <a:pt x="166318" y="32215"/>
                </a:lnTo>
                <a:lnTo>
                  <a:pt x="166367" y="32740"/>
                </a:lnTo>
                <a:lnTo>
                  <a:pt x="166430" y="33253"/>
                </a:lnTo>
                <a:lnTo>
                  <a:pt x="166507" y="33755"/>
                </a:lnTo>
                <a:lnTo>
                  <a:pt x="166599" y="34244"/>
                </a:lnTo>
                <a:lnTo>
                  <a:pt x="166704" y="34722"/>
                </a:lnTo>
                <a:lnTo>
                  <a:pt x="166823" y="35188"/>
                </a:lnTo>
                <a:lnTo>
                  <a:pt x="166956" y="35642"/>
                </a:lnTo>
                <a:lnTo>
                  <a:pt x="167104" y="36084"/>
                </a:lnTo>
                <a:lnTo>
                  <a:pt x="167265" y="36515"/>
                </a:lnTo>
                <a:lnTo>
                  <a:pt x="167440" y="36933"/>
                </a:lnTo>
                <a:lnTo>
                  <a:pt x="167630" y="37340"/>
                </a:lnTo>
                <a:lnTo>
                  <a:pt x="167833" y="37735"/>
                </a:lnTo>
                <a:lnTo>
                  <a:pt x="168050" y="38119"/>
                </a:lnTo>
                <a:lnTo>
                  <a:pt x="168282" y="38490"/>
                </a:lnTo>
                <a:lnTo>
                  <a:pt x="168527" y="38850"/>
                </a:lnTo>
                <a:lnTo>
                  <a:pt x="168787" y="39198"/>
                </a:lnTo>
                <a:lnTo>
                  <a:pt x="169060" y="39534"/>
                </a:lnTo>
                <a:lnTo>
                  <a:pt x="169348" y="39858"/>
                </a:lnTo>
                <a:lnTo>
                  <a:pt x="169650" y="40171"/>
                </a:lnTo>
                <a:lnTo>
                  <a:pt x="169965" y="40472"/>
                </a:lnTo>
                <a:lnTo>
                  <a:pt x="170295" y="40761"/>
                </a:lnTo>
                <a:lnTo>
                  <a:pt x="170640" y="41040"/>
                </a:lnTo>
                <a:lnTo>
                  <a:pt x="171000" y="41312"/>
                </a:lnTo>
                <a:lnTo>
                  <a:pt x="171377" y="41576"/>
                </a:lnTo>
                <a:lnTo>
                  <a:pt x="171769" y="41832"/>
                </a:lnTo>
                <a:lnTo>
                  <a:pt x="172177" y="42081"/>
                </a:lnTo>
                <a:lnTo>
                  <a:pt x="172602" y="42322"/>
                </a:lnTo>
                <a:lnTo>
                  <a:pt x="173042" y="42555"/>
                </a:lnTo>
                <a:lnTo>
                  <a:pt x="173498" y="42781"/>
                </a:lnTo>
                <a:lnTo>
                  <a:pt x="173970" y="42999"/>
                </a:lnTo>
                <a:lnTo>
                  <a:pt x="174458" y="43209"/>
                </a:lnTo>
                <a:lnTo>
                  <a:pt x="174962" y="43412"/>
                </a:lnTo>
                <a:lnTo>
                  <a:pt x="175482" y="43607"/>
                </a:lnTo>
                <a:lnTo>
                  <a:pt x="176018" y="43794"/>
                </a:lnTo>
                <a:lnTo>
                  <a:pt x="176570" y="43974"/>
                </a:lnTo>
                <a:lnTo>
                  <a:pt x="177137" y="44146"/>
                </a:lnTo>
                <a:lnTo>
                  <a:pt x="177721" y="44311"/>
                </a:lnTo>
                <a:lnTo>
                  <a:pt x="178321" y="44468"/>
                </a:lnTo>
                <a:lnTo>
                  <a:pt x="178936" y="44617"/>
                </a:lnTo>
                <a:lnTo>
                  <a:pt x="179568" y="44758"/>
                </a:lnTo>
                <a:lnTo>
                  <a:pt x="180215" y="44892"/>
                </a:lnTo>
                <a:lnTo>
                  <a:pt x="180878" y="45018"/>
                </a:lnTo>
                <a:lnTo>
                  <a:pt x="181558" y="45137"/>
                </a:lnTo>
                <a:lnTo>
                  <a:pt x="182253" y="45248"/>
                </a:lnTo>
                <a:lnTo>
                  <a:pt x="182964" y="45351"/>
                </a:lnTo>
                <a:lnTo>
                  <a:pt x="189206" y="46269"/>
                </a:lnTo>
                <a:lnTo>
                  <a:pt x="189531" y="46309"/>
                </a:lnTo>
                <a:lnTo>
                  <a:pt x="189849" y="46353"/>
                </a:lnTo>
                <a:lnTo>
                  <a:pt x="190160" y="46400"/>
                </a:lnTo>
                <a:lnTo>
                  <a:pt x="190464" y="46451"/>
                </a:lnTo>
                <a:lnTo>
                  <a:pt x="190761" y="46506"/>
                </a:lnTo>
                <a:lnTo>
                  <a:pt x="191050" y="46564"/>
                </a:lnTo>
                <a:lnTo>
                  <a:pt x="191333" y="46627"/>
                </a:lnTo>
                <a:lnTo>
                  <a:pt x="191608" y="46692"/>
                </a:lnTo>
                <a:lnTo>
                  <a:pt x="191876" y="46762"/>
                </a:lnTo>
                <a:lnTo>
                  <a:pt x="192137" y="46835"/>
                </a:lnTo>
                <a:lnTo>
                  <a:pt x="192390" y="46912"/>
                </a:lnTo>
                <a:lnTo>
                  <a:pt x="192637" y="46992"/>
                </a:lnTo>
                <a:lnTo>
                  <a:pt x="192876" y="47076"/>
                </a:lnTo>
                <a:lnTo>
                  <a:pt x="193108" y="47164"/>
                </a:lnTo>
                <a:lnTo>
                  <a:pt x="193333" y="47255"/>
                </a:lnTo>
                <a:lnTo>
                  <a:pt x="193551" y="47350"/>
                </a:lnTo>
                <a:lnTo>
                  <a:pt x="193761" y="47449"/>
                </a:lnTo>
                <a:lnTo>
                  <a:pt x="193965" y="47551"/>
                </a:lnTo>
                <a:lnTo>
                  <a:pt x="194161" y="47657"/>
                </a:lnTo>
                <a:lnTo>
                  <a:pt x="194350" y="47767"/>
                </a:lnTo>
                <a:lnTo>
                  <a:pt x="194532" y="47880"/>
                </a:lnTo>
                <a:lnTo>
                  <a:pt x="194707" y="47997"/>
                </a:lnTo>
                <a:lnTo>
                  <a:pt x="194874" y="48118"/>
                </a:lnTo>
                <a:lnTo>
                  <a:pt x="195035" y="48242"/>
                </a:lnTo>
                <a:lnTo>
                  <a:pt x="195188" y="48371"/>
                </a:lnTo>
                <a:lnTo>
                  <a:pt x="195335" y="48503"/>
                </a:lnTo>
                <a:lnTo>
                  <a:pt x="195476" y="48639"/>
                </a:lnTo>
                <a:lnTo>
                  <a:pt x="195610" y="48779"/>
                </a:lnTo>
                <a:lnTo>
                  <a:pt x="195737" y="48923"/>
                </a:lnTo>
                <a:lnTo>
                  <a:pt x="195858" y="49071"/>
                </a:lnTo>
                <a:lnTo>
                  <a:pt x="195973" y="49224"/>
                </a:lnTo>
                <a:lnTo>
                  <a:pt x="196081" y="49380"/>
                </a:lnTo>
                <a:lnTo>
                  <a:pt x="196182" y="49540"/>
                </a:lnTo>
                <a:lnTo>
                  <a:pt x="196277" y="49704"/>
                </a:lnTo>
                <a:lnTo>
                  <a:pt x="196365" y="49872"/>
                </a:lnTo>
                <a:lnTo>
                  <a:pt x="196447" y="50044"/>
                </a:lnTo>
                <a:lnTo>
                  <a:pt x="196522" y="50220"/>
                </a:lnTo>
                <a:lnTo>
                  <a:pt x="196590" y="50400"/>
                </a:lnTo>
                <a:lnTo>
                  <a:pt x="196653" y="50584"/>
                </a:lnTo>
                <a:lnTo>
                  <a:pt x="196708" y="50772"/>
                </a:lnTo>
                <a:lnTo>
                  <a:pt x="196757" y="50964"/>
                </a:lnTo>
                <a:lnTo>
                  <a:pt x="196800" y="51160"/>
                </a:lnTo>
                <a:lnTo>
                  <a:pt x="196836" y="51360"/>
                </a:lnTo>
                <a:lnTo>
                  <a:pt x="196865" y="51564"/>
                </a:lnTo>
                <a:lnTo>
                  <a:pt x="196888" y="51772"/>
                </a:lnTo>
                <a:lnTo>
                  <a:pt x="196904" y="51984"/>
                </a:lnTo>
                <a:lnTo>
                  <a:pt x="196914" y="52200"/>
                </a:lnTo>
                <a:lnTo>
                  <a:pt x="196917" y="52420"/>
                </a:lnTo>
                <a:lnTo>
                  <a:pt x="196914" y="52655"/>
                </a:lnTo>
                <a:lnTo>
                  <a:pt x="196903" y="52886"/>
                </a:lnTo>
                <a:lnTo>
                  <a:pt x="196884" y="53112"/>
                </a:lnTo>
                <a:lnTo>
                  <a:pt x="196859" y="53335"/>
                </a:lnTo>
                <a:lnTo>
                  <a:pt x="196826" y="53553"/>
                </a:lnTo>
                <a:lnTo>
                  <a:pt x="196785" y="53768"/>
                </a:lnTo>
                <a:lnTo>
                  <a:pt x="196738" y="53978"/>
                </a:lnTo>
                <a:lnTo>
                  <a:pt x="196683" y="54184"/>
                </a:lnTo>
                <a:lnTo>
                  <a:pt x="196620" y="54386"/>
                </a:lnTo>
                <a:lnTo>
                  <a:pt x="196551" y="54584"/>
                </a:lnTo>
                <a:lnTo>
                  <a:pt x="196474" y="54777"/>
                </a:lnTo>
                <a:lnTo>
                  <a:pt x="196390" y="54967"/>
                </a:lnTo>
                <a:lnTo>
                  <a:pt x="196298" y="55152"/>
                </a:lnTo>
                <a:lnTo>
                  <a:pt x="196199" y="55333"/>
                </a:lnTo>
                <a:lnTo>
                  <a:pt x="196093" y="55510"/>
                </a:lnTo>
                <a:lnTo>
                  <a:pt x="195979" y="55683"/>
                </a:lnTo>
                <a:lnTo>
                  <a:pt x="195858" y="55852"/>
                </a:lnTo>
                <a:lnTo>
                  <a:pt x="195730" y="56017"/>
                </a:lnTo>
                <a:lnTo>
                  <a:pt x="195594" y="56177"/>
                </a:lnTo>
                <a:lnTo>
                  <a:pt x="195451" y="56334"/>
                </a:lnTo>
                <a:lnTo>
                  <a:pt x="195301" y="56486"/>
                </a:lnTo>
                <a:lnTo>
                  <a:pt x="195143" y="56634"/>
                </a:lnTo>
                <a:lnTo>
                  <a:pt x="194979" y="56778"/>
                </a:lnTo>
                <a:lnTo>
                  <a:pt x="194806" y="56918"/>
                </a:lnTo>
                <a:lnTo>
                  <a:pt x="194627" y="57053"/>
                </a:lnTo>
                <a:lnTo>
                  <a:pt x="194440" y="57182"/>
                </a:lnTo>
                <a:lnTo>
                  <a:pt x="194245" y="57305"/>
                </a:lnTo>
                <a:lnTo>
                  <a:pt x="194044" y="57423"/>
                </a:lnTo>
                <a:lnTo>
                  <a:pt x="193835" y="57535"/>
                </a:lnTo>
                <a:lnTo>
                  <a:pt x="193619" y="57641"/>
                </a:lnTo>
                <a:lnTo>
                  <a:pt x="193395" y="57741"/>
                </a:lnTo>
                <a:lnTo>
                  <a:pt x="193164" y="57836"/>
                </a:lnTo>
                <a:lnTo>
                  <a:pt x="192926" y="57925"/>
                </a:lnTo>
                <a:lnTo>
                  <a:pt x="192680" y="58008"/>
                </a:lnTo>
                <a:lnTo>
                  <a:pt x="192427" y="58086"/>
                </a:lnTo>
                <a:lnTo>
                  <a:pt x="192167" y="58157"/>
                </a:lnTo>
                <a:lnTo>
                  <a:pt x="191900" y="58223"/>
                </a:lnTo>
                <a:lnTo>
                  <a:pt x="191625" y="58284"/>
                </a:lnTo>
                <a:lnTo>
                  <a:pt x="191342" y="58338"/>
                </a:lnTo>
                <a:lnTo>
                  <a:pt x="191053" y="58387"/>
                </a:lnTo>
                <a:lnTo>
                  <a:pt x="190756" y="58430"/>
                </a:lnTo>
                <a:lnTo>
                  <a:pt x="190451" y="58467"/>
                </a:lnTo>
                <a:lnTo>
                  <a:pt x="190140" y="58499"/>
                </a:lnTo>
                <a:lnTo>
                  <a:pt x="189821" y="58525"/>
                </a:lnTo>
                <a:lnTo>
                  <a:pt x="189495" y="58545"/>
                </a:lnTo>
                <a:lnTo>
                  <a:pt x="189161" y="58559"/>
                </a:lnTo>
                <a:lnTo>
                  <a:pt x="188820" y="58568"/>
                </a:lnTo>
                <a:lnTo>
                  <a:pt x="188472" y="58571"/>
                </a:lnTo>
                <a:lnTo>
                  <a:pt x="184433" y="58571"/>
                </a:lnTo>
                <a:lnTo>
                  <a:pt x="184145" y="58568"/>
                </a:lnTo>
                <a:lnTo>
                  <a:pt x="183861" y="58560"/>
                </a:lnTo>
                <a:lnTo>
                  <a:pt x="183582" y="58548"/>
                </a:lnTo>
                <a:lnTo>
                  <a:pt x="183307" y="58530"/>
                </a:lnTo>
                <a:lnTo>
                  <a:pt x="183037" y="58507"/>
                </a:lnTo>
                <a:lnTo>
                  <a:pt x="182772" y="58479"/>
                </a:lnTo>
                <a:lnTo>
                  <a:pt x="182511" y="58446"/>
                </a:lnTo>
                <a:lnTo>
                  <a:pt x="182255" y="58408"/>
                </a:lnTo>
                <a:lnTo>
                  <a:pt x="182004" y="58364"/>
                </a:lnTo>
                <a:lnTo>
                  <a:pt x="181757" y="58316"/>
                </a:lnTo>
                <a:lnTo>
                  <a:pt x="181514" y="58262"/>
                </a:lnTo>
                <a:lnTo>
                  <a:pt x="181277" y="58204"/>
                </a:lnTo>
                <a:lnTo>
                  <a:pt x="181044" y="58140"/>
                </a:lnTo>
                <a:lnTo>
                  <a:pt x="180816" y="58071"/>
                </a:lnTo>
                <a:lnTo>
                  <a:pt x="180592" y="57997"/>
                </a:lnTo>
                <a:lnTo>
                  <a:pt x="180373" y="57918"/>
                </a:lnTo>
                <a:lnTo>
                  <a:pt x="180158" y="57834"/>
                </a:lnTo>
                <a:lnTo>
                  <a:pt x="179948" y="57745"/>
                </a:lnTo>
                <a:lnTo>
                  <a:pt x="179743" y="57651"/>
                </a:lnTo>
                <a:lnTo>
                  <a:pt x="179543" y="57551"/>
                </a:lnTo>
                <a:lnTo>
                  <a:pt x="179347" y="57447"/>
                </a:lnTo>
                <a:lnTo>
                  <a:pt x="179155" y="57337"/>
                </a:lnTo>
                <a:lnTo>
                  <a:pt x="178969" y="57222"/>
                </a:lnTo>
                <a:lnTo>
                  <a:pt x="178787" y="57103"/>
                </a:lnTo>
                <a:lnTo>
                  <a:pt x="178610" y="56979"/>
                </a:lnTo>
                <a:lnTo>
                  <a:pt x="178441" y="56851"/>
                </a:lnTo>
                <a:lnTo>
                  <a:pt x="178278" y="56721"/>
                </a:lnTo>
                <a:lnTo>
                  <a:pt x="178122" y="56587"/>
                </a:lnTo>
                <a:lnTo>
                  <a:pt x="177973" y="56451"/>
                </a:lnTo>
                <a:lnTo>
                  <a:pt x="177831" y="56311"/>
                </a:lnTo>
                <a:lnTo>
                  <a:pt x="177696" y="56167"/>
                </a:lnTo>
                <a:lnTo>
                  <a:pt x="177568" y="56021"/>
                </a:lnTo>
                <a:lnTo>
                  <a:pt x="177446" y="55871"/>
                </a:lnTo>
                <a:lnTo>
                  <a:pt x="177332" y="55719"/>
                </a:lnTo>
                <a:lnTo>
                  <a:pt x="177224" y="55563"/>
                </a:lnTo>
                <a:lnTo>
                  <a:pt x="177123" y="55404"/>
                </a:lnTo>
                <a:lnTo>
                  <a:pt x="177029" y="55242"/>
                </a:lnTo>
                <a:lnTo>
                  <a:pt x="176941" y="55076"/>
                </a:lnTo>
                <a:lnTo>
                  <a:pt x="176861" y="54907"/>
                </a:lnTo>
                <a:lnTo>
                  <a:pt x="176787" y="54736"/>
                </a:lnTo>
                <a:lnTo>
                  <a:pt x="176721" y="54561"/>
                </a:lnTo>
                <a:lnTo>
                  <a:pt x="176661" y="54382"/>
                </a:lnTo>
                <a:lnTo>
                  <a:pt x="176608" y="54201"/>
                </a:lnTo>
                <a:lnTo>
                  <a:pt x="176562" y="54016"/>
                </a:lnTo>
                <a:lnTo>
                  <a:pt x="176523" y="53829"/>
                </a:lnTo>
                <a:lnTo>
                  <a:pt x="176490" y="53638"/>
                </a:lnTo>
                <a:lnTo>
                  <a:pt x="176465" y="53444"/>
                </a:lnTo>
                <a:lnTo>
                  <a:pt x="176446" y="53246"/>
                </a:lnTo>
                <a:lnTo>
                  <a:pt x="164970" y="53246"/>
                </a:lnTo>
                <a:lnTo>
                  <a:pt x="164990" y="53611"/>
                </a:lnTo>
                <a:lnTo>
                  <a:pt x="165017" y="53972"/>
                </a:lnTo>
                <a:lnTo>
                  <a:pt x="165051" y="54330"/>
                </a:lnTo>
                <a:lnTo>
                  <a:pt x="165094" y="54683"/>
                </a:lnTo>
                <a:lnTo>
                  <a:pt x="165144" y="55032"/>
                </a:lnTo>
                <a:lnTo>
                  <a:pt x="165203" y="55377"/>
                </a:lnTo>
                <a:lnTo>
                  <a:pt x="165269" y="55719"/>
                </a:lnTo>
                <a:lnTo>
                  <a:pt x="165343" y="56056"/>
                </a:lnTo>
                <a:lnTo>
                  <a:pt x="165424" y="56389"/>
                </a:lnTo>
                <a:lnTo>
                  <a:pt x="165514" y="56719"/>
                </a:lnTo>
                <a:lnTo>
                  <a:pt x="165611" y="57044"/>
                </a:lnTo>
                <a:lnTo>
                  <a:pt x="165716" y="57365"/>
                </a:lnTo>
                <a:lnTo>
                  <a:pt x="165829" y="57683"/>
                </a:lnTo>
                <a:lnTo>
                  <a:pt x="165950" y="57996"/>
                </a:lnTo>
                <a:lnTo>
                  <a:pt x="166078" y="58306"/>
                </a:lnTo>
                <a:lnTo>
                  <a:pt x="166214" y="58611"/>
                </a:lnTo>
                <a:lnTo>
                  <a:pt x="166358" y="58912"/>
                </a:lnTo>
                <a:lnTo>
                  <a:pt x="166510" y="59210"/>
                </a:lnTo>
                <a:lnTo>
                  <a:pt x="166670" y="59503"/>
                </a:lnTo>
                <a:lnTo>
                  <a:pt x="166838" y="59793"/>
                </a:lnTo>
                <a:lnTo>
                  <a:pt x="167013" y="60079"/>
                </a:lnTo>
                <a:lnTo>
                  <a:pt x="167196" y="60360"/>
                </a:lnTo>
                <a:lnTo>
                  <a:pt x="167387" y="60638"/>
                </a:lnTo>
                <a:lnTo>
                  <a:pt x="167586" y="60911"/>
                </a:lnTo>
                <a:lnTo>
                  <a:pt x="167792" y="61180"/>
                </a:lnTo>
                <a:lnTo>
                  <a:pt x="168004" y="61445"/>
                </a:lnTo>
                <a:lnTo>
                  <a:pt x="168223" y="61704"/>
                </a:lnTo>
                <a:lnTo>
                  <a:pt x="168449" y="61958"/>
                </a:lnTo>
                <a:lnTo>
                  <a:pt x="168681" y="62207"/>
                </a:lnTo>
                <a:lnTo>
                  <a:pt x="168920" y="62452"/>
                </a:lnTo>
                <a:lnTo>
                  <a:pt x="169165" y="62691"/>
                </a:lnTo>
                <a:lnTo>
                  <a:pt x="169417" y="62926"/>
                </a:lnTo>
                <a:lnTo>
                  <a:pt x="169675" y="63155"/>
                </a:lnTo>
                <a:lnTo>
                  <a:pt x="169940" y="63380"/>
                </a:lnTo>
                <a:lnTo>
                  <a:pt x="170211" y="63599"/>
                </a:lnTo>
                <a:lnTo>
                  <a:pt x="170489" y="63814"/>
                </a:lnTo>
                <a:lnTo>
                  <a:pt x="170774" y="64024"/>
                </a:lnTo>
                <a:lnTo>
                  <a:pt x="171065" y="64229"/>
                </a:lnTo>
                <a:lnTo>
                  <a:pt x="171362" y="64429"/>
                </a:lnTo>
                <a:lnTo>
                  <a:pt x="171666" y="64624"/>
                </a:lnTo>
                <a:lnTo>
                  <a:pt x="171977" y="64814"/>
                </a:lnTo>
                <a:lnTo>
                  <a:pt x="172294" y="64999"/>
                </a:lnTo>
                <a:lnTo>
                  <a:pt x="172617" y="65179"/>
                </a:lnTo>
                <a:lnTo>
                  <a:pt x="172948" y="65355"/>
                </a:lnTo>
                <a:lnTo>
                  <a:pt x="173284" y="65525"/>
                </a:lnTo>
                <a:lnTo>
                  <a:pt x="173627" y="65690"/>
                </a:lnTo>
                <a:lnTo>
                  <a:pt x="173977" y="65851"/>
                </a:lnTo>
                <a:lnTo>
                  <a:pt x="174333" y="66006"/>
                </a:lnTo>
                <a:lnTo>
                  <a:pt x="174696" y="66156"/>
                </a:lnTo>
                <a:lnTo>
                  <a:pt x="175063" y="66299"/>
                </a:lnTo>
                <a:lnTo>
                  <a:pt x="175435" y="66437"/>
                </a:lnTo>
                <a:lnTo>
                  <a:pt x="175813" y="66567"/>
                </a:lnTo>
                <a:lnTo>
                  <a:pt x="176195" y="66692"/>
                </a:lnTo>
                <a:lnTo>
                  <a:pt x="176583" y="66810"/>
                </a:lnTo>
                <a:lnTo>
                  <a:pt x="176976" y="66921"/>
                </a:lnTo>
                <a:lnTo>
                  <a:pt x="177374" y="67026"/>
                </a:lnTo>
                <a:lnTo>
                  <a:pt x="177777" y="67125"/>
                </a:lnTo>
                <a:lnTo>
                  <a:pt x="178185" y="67218"/>
                </a:lnTo>
                <a:lnTo>
                  <a:pt x="178598" y="67304"/>
                </a:lnTo>
                <a:lnTo>
                  <a:pt x="179016" y="67384"/>
                </a:lnTo>
                <a:lnTo>
                  <a:pt x="179440" y="67457"/>
                </a:lnTo>
                <a:lnTo>
                  <a:pt x="179868" y="67524"/>
                </a:lnTo>
                <a:lnTo>
                  <a:pt x="180302" y="67584"/>
                </a:lnTo>
                <a:lnTo>
                  <a:pt x="180740" y="67639"/>
                </a:lnTo>
                <a:lnTo>
                  <a:pt x="181184" y="67686"/>
                </a:lnTo>
                <a:lnTo>
                  <a:pt x="181633" y="67728"/>
                </a:lnTo>
                <a:lnTo>
                  <a:pt x="182087" y="67763"/>
                </a:lnTo>
                <a:lnTo>
                  <a:pt x="182546" y="67792"/>
                </a:lnTo>
                <a:lnTo>
                  <a:pt x="183010" y="67814"/>
                </a:lnTo>
                <a:lnTo>
                  <a:pt x="183479" y="67830"/>
                </a:lnTo>
                <a:lnTo>
                  <a:pt x="183954" y="67839"/>
                </a:lnTo>
                <a:lnTo>
                  <a:pt x="184433" y="67843"/>
                </a:lnTo>
                <a:lnTo>
                  <a:pt x="188472" y="67843"/>
                </a:lnTo>
                <a:lnTo>
                  <a:pt x="189275" y="67836"/>
                </a:lnTo>
                <a:lnTo>
                  <a:pt x="190061" y="67814"/>
                </a:lnTo>
                <a:close/>
                <a:moveTo>
                  <a:pt x="245143" y="67814"/>
                </a:moveTo>
                <a:lnTo>
                  <a:pt x="245913" y="67779"/>
                </a:lnTo>
                <a:lnTo>
                  <a:pt x="246667" y="67729"/>
                </a:lnTo>
                <a:lnTo>
                  <a:pt x="247404" y="67665"/>
                </a:lnTo>
                <a:lnTo>
                  <a:pt x="248124" y="67587"/>
                </a:lnTo>
                <a:lnTo>
                  <a:pt x="248828" y="67495"/>
                </a:lnTo>
                <a:lnTo>
                  <a:pt x="249516" y="67389"/>
                </a:lnTo>
                <a:lnTo>
                  <a:pt x="250188" y="67268"/>
                </a:lnTo>
                <a:lnTo>
                  <a:pt x="250843" y="67133"/>
                </a:lnTo>
                <a:lnTo>
                  <a:pt x="251481" y="66985"/>
                </a:lnTo>
                <a:lnTo>
                  <a:pt x="252103" y="66821"/>
                </a:lnTo>
                <a:lnTo>
                  <a:pt x="252709" y="66644"/>
                </a:lnTo>
                <a:lnTo>
                  <a:pt x="253298" y="66453"/>
                </a:lnTo>
                <a:lnTo>
                  <a:pt x="253871" y="66247"/>
                </a:lnTo>
                <a:lnTo>
                  <a:pt x="254428" y="66027"/>
                </a:lnTo>
                <a:lnTo>
                  <a:pt x="254968" y="65793"/>
                </a:lnTo>
                <a:lnTo>
                  <a:pt x="255491" y="65545"/>
                </a:lnTo>
                <a:lnTo>
                  <a:pt x="255998" y="65283"/>
                </a:lnTo>
                <a:lnTo>
                  <a:pt x="256489" y="65006"/>
                </a:lnTo>
                <a:lnTo>
                  <a:pt x="256963" y="64715"/>
                </a:lnTo>
                <a:lnTo>
                  <a:pt x="257421" y="64410"/>
                </a:lnTo>
                <a:lnTo>
                  <a:pt x="257863" y="64091"/>
                </a:lnTo>
                <a:lnTo>
                  <a:pt x="258288" y="63758"/>
                </a:lnTo>
                <a:lnTo>
                  <a:pt x="258696" y="63412"/>
                </a:lnTo>
                <a:lnTo>
                  <a:pt x="259087" y="63054"/>
                </a:lnTo>
                <a:lnTo>
                  <a:pt x="259461" y="62685"/>
                </a:lnTo>
                <a:lnTo>
                  <a:pt x="259817" y="62305"/>
                </a:lnTo>
                <a:lnTo>
                  <a:pt x="260156" y="61914"/>
                </a:lnTo>
                <a:lnTo>
                  <a:pt x="260477" y="61511"/>
                </a:lnTo>
                <a:lnTo>
                  <a:pt x="260781" y="61097"/>
                </a:lnTo>
                <a:lnTo>
                  <a:pt x="261068" y="60672"/>
                </a:lnTo>
                <a:lnTo>
                  <a:pt x="261337" y="60235"/>
                </a:lnTo>
                <a:lnTo>
                  <a:pt x="261589" y="59787"/>
                </a:lnTo>
                <a:lnTo>
                  <a:pt x="261823" y="59328"/>
                </a:lnTo>
                <a:lnTo>
                  <a:pt x="262041" y="58857"/>
                </a:lnTo>
                <a:lnTo>
                  <a:pt x="262240" y="58375"/>
                </a:lnTo>
                <a:lnTo>
                  <a:pt x="262423" y="57882"/>
                </a:lnTo>
                <a:lnTo>
                  <a:pt x="262588" y="57377"/>
                </a:lnTo>
                <a:lnTo>
                  <a:pt x="262736" y="56862"/>
                </a:lnTo>
                <a:lnTo>
                  <a:pt x="262866" y="56334"/>
                </a:lnTo>
                <a:lnTo>
                  <a:pt x="262979" y="55796"/>
                </a:lnTo>
                <a:lnTo>
                  <a:pt x="263074" y="55246"/>
                </a:lnTo>
                <a:lnTo>
                  <a:pt x="263153" y="54685"/>
                </a:lnTo>
                <a:lnTo>
                  <a:pt x="263213" y="54112"/>
                </a:lnTo>
                <a:lnTo>
                  <a:pt x="263257" y="53529"/>
                </a:lnTo>
                <a:lnTo>
                  <a:pt x="263283" y="52934"/>
                </a:lnTo>
                <a:lnTo>
                  <a:pt x="263292" y="52327"/>
                </a:lnTo>
                <a:lnTo>
                  <a:pt x="263284" y="51759"/>
                </a:lnTo>
                <a:lnTo>
                  <a:pt x="263262" y="51203"/>
                </a:lnTo>
                <a:lnTo>
                  <a:pt x="263225" y="50658"/>
                </a:lnTo>
                <a:lnTo>
                  <a:pt x="263173" y="50125"/>
                </a:lnTo>
                <a:lnTo>
                  <a:pt x="263106" y="49604"/>
                </a:lnTo>
                <a:lnTo>
                  <a:pt x="263025" y="49094"/>
                </a:lnTo>
                <a:lnTo>
                  <a:pt x="262928" y="48596"/>
                </a:lnTo>
                <a:lnTo>
                  <a:pt x="262817" y="48110"/>
                </a:lnTo>
                <a:lnTo>
                  <a:pt x="262691" y="47635"/>
                </a:lnTo>
                <a:lnTo>
                  <a:pt x="262550" y="47171"/>
                </a:lnTo>
                <a:lnTo>
                  <a:pt x="262395" y="46720"/>
                </a:lnTo>
                <a:lnTo>
                  <a:pt x="262224" y="46280"/>
                </a:lnTo>
                <a:lnTo>
                  <a:pt x="262039" y="45852"/>
                </a:lnTo>
                <a:lnTo>
                  <a:pt x="261839" y="45435"/>
                </a:lnTo>
                <a:lnTo>
                  <a:pt x="261624" y="45030"/>
                </a:lnTo>
                <a:lnTo>
                  <a:pt x="261395" y="44636"/>
                </a:lnTo>
                <a:lnTo>
                  <a:pt x="261150" y="44255"/>
                </a:lnTo>
                <a:lnTo>
                  <a:pt x="260891" y="43885"/>
                </a:lnTo>
                <a:lnTo>
                  <a:pt x="260616" y="43526"/>
                </a:lnTo>
                <a:lnTo>
                  <a:pt x="260327" y="43179"/>
                </a:lnTo>
                <a:lnTo>
                  <a:pt x="260024" y="42844"/>
                </a:lnTo>
                <a:lnTo>
                  <a:pt x="259705" y="42520"/>
                </a:lnTo>
                <a:lnTo>
                  <a:pt x="259372" y="42208"/>
                </a:lnTo>
                <a:lnTo>
                  <a:pt x="259023" y="41908"/>
                </a:lnTo>
                <a:lnTo>
                  <a:pt x="258659" y="41617"/>
                </a:lnTo>
                <a:lnTo>
                  <a:pt x="258279" y="41335"/>
                </a:lnTo>
                <a:lnTo>
                  <a:pt x="257882" y="41060"/>
                </a:lnTo>
                <a:lnTo>
                  <a:pt x="257469" y="40792"/>
                </a:lnTo>
                <a:lnTo>
                  <a:pt x="257040" y="40533"/>
                </a:lnTo>
                <a:lnTo>
                  <a:pt x="256594" y="40281"/>
                </a:lnTo>
                <a:lnTo>
                  <a:pt x="256131" y="40038"/>
                </a:lnTo>
                <a:lnTo>
                  <a:pt x="255652" y="39802"/>
                </a:lnTo>
                <a:lnTo>
                  <a:pt x="255157" y="39574"/>
                </a:lnTo>
                <a:lnTo>
                  <a:pt x="254645" y="39353"/>
                </a:lnTo>
                <a:lnTo>
                  <a:pt x="254117" y="39141"/>
                </a:lnTo>
                <a:lnTo>
                  <a:pt x="253573" y="38936"/>
                </a:lnTo>
                <a:lnTo>
                  <a:pt x="253012" y="38739"/>
                </a:lnTo>
                <a:lnTo>
                  <a:pt x="252434" y="38550"/>
                </a:lnTo>
                <a:lnTo>
                  <a:pt x="251841" y="38368"/>
                </a:lnTo>
                <a:lnTo>
                  <a:pt x="251230" y="38195"/>
                </a:lnTo>
                <a:lnTo>
                  <a:pt x="250604" y="38029"/>
                </a:lnTo>
                <a:lnTo>
                  <a:pt x="249961" y="37871"/>
                </a:lnTo>
                <a:lnTo>
                  <a:pt x="249301" y="37721"/>
                </a:lnTo>
                <a:lnTo>
                  <a:pt x="248625" y="37579"/>
                </a:lnTo>
                <a:lnTo>
                  <a:pt x="247933" y="37444"/>
                </a:lnTo>
                <a:lnTo>
                  <a:pt x="247224" y="37318"/>
                </a:lnTo>
                <a:lnTo>
                  <a:pt x="246499" y="37199"/>
                </a:lnTo>
                <a:lnTo>
                  <a:pt x="245758" y="37088"/>
                </a:lnTo>
                <a:lnTo>
                  <a:pt x="239240" y="36170"/>
                </a:lnTo>
                <a:lnTo>
                  <a:pt x="238952" y="36123"/>
                </a:lnTo>
                <a:lnTo>
                  <a:pt x="238672" y="36074"/>
                </a:lnTo>
                <a:lnTo>
                  <a:pt x="238398" y="36022"/>
                </a:lnTo>
                <a:lnTo>
                  <a:pt x="238130" y="35968"/>
                </a:lnTo>
                <a:lnTo>
                  <a:pt x="237870" y="35911"/>
                </a:lnTo>
                <a:lnTo>
                  <a:pt x="237616" y="35852"/>
                </a:lnTo>
                <a:lnTo>
                  <a:pt x="237369" y="35791"/>
                </a:lnTo>
                <a:lnTo>
                  <a:pt x="237128" y="35727"/>
                </a:lnTo>
                <a:lnTo>
                  <a:pt x="236894" y="35661"/>
                </a:lnTo>
                <a:lnTo>
                  <a:pt x="236667" y="35592"/>
                </a:lnTo>
                <a:lnTo>
                  <a:pt x="236447" y="35521"/>
                </a:lnTo>
                <a:lnTo>
                  <a:pt x="236233" y="35447"/>
                </a:lnTo>
                <a:lnTo>
                  <a:pt x="236026" y="35372"/>
                </a:lnTo>
                <a:lnTo>
                  <a:pt x="235826" y="35294"/>
                </a:lnTo>
                <a:lnTo>
                  <a:pt x="235632" y="35213"/>
                </a:lnTo>
                <a:lnTo>
                  <a:pt x="235445" y="35130"/>
                </a:lnTo>
                <a:lnTo>
                  <a:pt x="235265" y="35045"/>
                </a:lnTo>
                <a:lnTo>
                  <a:pt x="235091" y="34957"/>
                </a:lnTo>
                <a:lnTo>
                  <a:pt x="234924" y="34867"/>
                </a:lnTo>
                <a:lnTo>
                  <a:pt x="234764" y="34774"/>
                </a:lnTo>
                <a:lnTo>
                  <a:pt x="234610" y="34679"/>
                </a:lnTo>
                <a:lnTo>
                  <a:pt x="234463" y="34582"/>
                </a:lnTo>
                <a:lnTo>
                  <a:pt x="234323" y="34482"/>
                </a:lnTo>
                <a:lnTo>
                  <a:pt x="234190" y="34380"/>
                </a:lnTo>
                <a:lnTo>
                  <a:pt x="234062" y="34274"/>
                </a:lnTo>
                <a:lnTo>
                  <a:pt x="233940" y="34164"/>
                </a:lnTo>
                <a:lnTo>
                  <a:pt x="233824" y="34049"/>
                </a:lnTo>
                <a:lnTo>
                  <a:pt x="233713" y="33930"/>
                </a:lnTo>
                <a:lnTo>
                  <a:pt x="233607" y="33806"/>
                </a:lnTo>
                <a:lnTo>
                  <a:pt x="233507" y="33677"/>
                </a:lnTo>
                <a:lnTo>
                  <a:pt x="233412" y="33544"/>
                </a:lnTo>
                <a:lnTo>
                  <a:pt x="233323" y="33406"/>
                </a:lnTo>
                <a:lnTo>
                  <a:pt x="233239" y="33263"/>
                </a:lnTo>
                <a:lnTo>
                  <a:pt x="233160" y="33116"/>
                </a:lnTo>
                <a:lnTo>
                  <a:pt x="233087" y="32964"/>
                </a:lnTo>
                <a:lnTo>
                  <a:pt x="233019" y="32808"/>
                </a:lnTo>
                <a:lnTo>
                  <a:pt x="232957" y="32647"/>
                </a:lnTo>
                <a:lnTo>
                  <a:pt x="232900" y="32481"/>
                </a:lnTo>
                <a:lnTo>
                  <a:pt x="232849" y="32311"/>
                </a:lnTo>
                <a:lnTo>
                  <a:pt x="232803" y="32136"/>
                </a:lnTo>
                <a:lnTo>
                  <a:pt x="232762" y="31956"/>
                </a:lnTo>
                <a:lnTo>
                  <a:pt x="232727" y="31772"/>
                </a:lnTo>
                <a:lnTo>
                  <a:pt x="232697" y="31583"/>
                </a:lnTo>
                <a:lnTo>
                  <a:pt x="232673" y="31390"/>
                </a:lnTo>
                <a:lnTo>
                  <a:pt x="232654" y="31192"/>
                </a:lnTo>
                <a:lnTo>
                  <a:pt x="232640" y="30989"/>
                </a:lnTo>
                <a:lnTo>
                  <a:pt x="232632" y="30782"/>
                </a:lnTo>
                <a:lnTo>
                  <a:pt x="232629" y="30570"/>
                </a:lnTo>
                <a:lnTo>
                  <a:pt x="232632" y="30343"/>
                </a:lnTo>
                <a:lnTo>
                  <a:pt x="232642" y="30120"/>
                </a:lnTo>
                <a:lnTo>
                  <a:pt x="232657" y="29902"/>
                </a:lnTo>
                <a:lnTo>
                  <a:pt x="232679" y="29689"/>
                </a:lnTo>
                <a:lnTo>
                  <a:pt x="232707" y="29480"/>
                </a:lnTo>
                <a:lnTo>
                  <a:pt x="232741" y="29276"/>
                </a:lnTo>
                <a:lnTo>
                  <a:pt x="232781" y="29077"/>
                </a:lnTo>
                <a:lnTo>
                  <a:pt x="232828" y="28882"/>
                </a:lnTo>
                <a:lnTo>
                  <a:pt x="232881" y="28692"/>
                </a:lnTo>
                <a:lnTo>
                  <a:pt x="232940" y="28506"/>
                </a:lnTo>
                <a:lnTo>
                  <a:pt x="233005" y="28325"/>
                </a:lnTo>
                <a:lnTo>
                  <a:pt x="233077" y="28149"/>
                </a:lnTo>
                <a:lnTo>
                  <a:pt x="233154" y="27977"/>
                </a:lnTo>
                <a:lnTo>
                  <a:pt x="233238" y="27810"/>
                </a:lnTo>
                <a:lnTo>
                  <a:pt x="233329" y="27648"/>
                </a:lnTo>
                <a:lnTo>
                  <a:pt x="233425" y="27490"/>
                </a:lnTo>
                <a:lnTo>
                  <a:pt x="233527" y="27337"/>
                </a:lnTo>
                <a:lnTo>
                  <a:pt x="233636" y="27188"/>
                </a:lnTo>
                <a:lnTo>
                  <a:pt x="233751" y="27044"/>
                </a:lnTo>
                <a:lnTo>
                  <a:pt x="233872" y="26905"/>
                </a:lnTo>
                <a:lnTo>
                  <a:pt x="234000" y="26770"/>
                </a:lnTo>
                <a:lnTo>
                  <a:pt x="234133" y="26640"/>
                </a:lnTo>
                <a:lnTo>
                  <a:pt x="234273" y="26515"/>
                </a:lnTo>
                <a:lnTo>
                  <a:pt x="234419" y="26394"/>
                </a:lnTo>
                <a:lnTo>
                  <a:pt x="234572" y="26278"/>
                </a:lnTo>
                <a:lnTo>
                  <a:pt x="234733" y="26167"/>
                </a:lnTo>
                <a:lnTo>
                  <a:pt x="234901" y="26060"/>
                </a:lnTo>
                <a:lnTo>
                  <a:pt x="235076" y="25959"/>
                </a:lnTo>
                <a:lnTo>
                  <a:pt x="235259" y="25863"/>
                </a:lnTo>
                <a:lnTo>
                  <a:pt x="235449" y="25771"/>
                </a:lnTo>
                <a:lnTo>
                  <a:pt x="235647" y="25685"/>
                </a:lnTo>
                <a:lnTo>
                  <a:pt x="235853" y="25603"/>
                </a:lnTo>
                <a:lnTo>
                  <a:pt x="236065" y="25527"/>
                </a:lnTo>
                <a:lnTo>
                  <a:pt x="236286" y="25455"/>
                </a:lnTo>
                <a:lnTo>
                  <a:pt x="236514" y="25388"/>
                </a:lnTo>
                <a:lnTo>
                  <a:pt x="236749" y="25327"/>
                </a:lnTo>
                <a:lnTo>
                  <a:pt x="236992" y="25270"/>
                </a:lnTo>
                <a:lnTo>
                  <a:pt x="237242" y="25218"/>
                </a:lnTo>
                <a:lnTo>
                  <a:pt x="237500" y="25171"/>
                </a:lnTo>
                <a:lnTo>
                  <a:pt x="237765" y="25129"/>
                </a:lnTo>
                <a:lnTo>
                  <a:pt x="238038" y="25092"/>
                </a:lnTo>
                <a:lnTo>
                  <a:pt x="238318" y="25060"/>
                </a:lnTo>
                <a:lnTo>
                  <a:pt x="238606" y="25033"/>
                </a:lnTo>
                <a:lnTo>
                  <a:pt x="238901" y="25010"/>
                </a:lnTo>
                <a:lnTo>
                  <a:pt x="239204" y="24993"/>
                </a:lnTo>
                <a:lnTo>
                  <a:pt x="239514" y="24981"/>
                </a:lnTo>
                <a:lnTo>
                  <a:pt x="239832" y="24973"/>
                </a:lnTo>
                <a:lnTo>
                  <a:pt x="240157" y="24971"/>
                </a:lnTo>
                <a:lnTo>
                  <a:pt x="243647" y="24971"/>
                </a:lnTo>
                <a:lnTo>
                  <a:pt x="243912" y="24973"/>
                </a:lnTo>
                <a:lnTo>
                  <a:pt x="244173" y="24980"/>
                </a:lnTo>
                <a:lnTo>
                  <a:pt x="244430" y="24991"/>
                </a:lnTo>
                <a:lnTo>
                  <a:pt x="244683" y="25007"/>
                </a:lnTo>
                <a:lnTo>
                  <a:pt x="244931" y="25027"/>
                </a:lnTo>
                <a:lnTo>
                  <a:pt x="245175" y="25051"/>
                </a:lnTo>
                <a:lnTo>
                  <a:pt x="245415" y="25080"/>
                </a:lnTo>
                <a:lnTo>
                  <a:pt x="245650" y="25114"/>
                </a:lnTo>
                <a:lnTo>
                  <a:pt x="245881" y="25152"/>
                </a:lnTo>
                <a:lnTo>
                  <a:pt x="246108" y="25194"/>
                </a:lnTo>
                <a:lnTo>
                  <a:pt x="246331" y="25241"/>
                </a:lnTo>
                <a:lnTo>
                  <a:pt x="246549" y="25292"/>
                </a:lnTo>
                <a:lnTo>
                  <a:pt x="246763" y="25348"/>
                </a:lnTo>
                <a:lnTo>
                  <a:pt x="246973" y="25408"/>
                </a:lnTo>
                <a:lnTo>
                  <a:pt x="247178" y="25473"/>
                </a:lnTo>
                <a:lnTo>
                  <a:pt x="247379" y="25542"/>
                </a:lnTo>
                <a:lnTo>
                  <a:pt x="247576" y="25616"/>
                </a:lnTo>
                <a:lnTo>
                  <a:pt x="247768" y="25694"/>
                </a:lnTo>
                <a:lnTo>
                  <a:pt x="247956" y="25777"/>
                </a:lnTo>
                <a:lnTo>
                  <a:pt x="248140" y="25864"/>
                </a:lnTo>
                <a:lnTo>
                  <a:pt x="248320" y="25955"/>
                </a:lnTo>
                <a:lnTo>
                  <a:pt x="248495" y="26051"/>
                </a:lnTo>
                <a:lnTo>
                  <a:pt x="248666" y="26152"/>
                </a:lnTo>
                <a:lnTo>
                  <a:pt x="248832" y="26257"/>
                </a:lnTo>
                <a:lnTo>
                  <a:pt x="248994" y="26365"/>
                </a:lnTo>
                <a:lnTo>
                  <a:pt x="249150" y="26476"/>
                </a:lnTo>
                <a:lnTo>
                  <a:pt x="249299" y="26589"/>
                </a:lnTo>
                <a:lnTo>
                  <a:pt x="249443" y="26705"/>
                </a:lnTo>
                <a:lnTo>
                  <a:pt x="249581" y="26824"/>
                </a:lnTo>
                <a:lnTo>
                  <a:pt x="249713" y="26945"/>
                </a:lnTo>
                <a:lnTo>
                  <a:pt x="249839" y="27069"/>
                </a:lnTo>
                <a:lnTo>
                  <a:pt x="249960" y="27195"/>
                </a:lnTo>
                <a:lnTo>
                  <a:pt x="250074" y="27323"/>
                </a:lnTo>
                <a:lnTo>
                  <a:pt x="250182" y="27455"/>
                </a:lnTo>
                <a:lnTo>
                  <a:pt x="250285" y="27588"/>
                </a:lnTo>
                <a:lnTo>
                  <a:pt x="250382" y="27725"/>
                </a:lnTo>
                <a:lnTo>
                  <a:pt x="250472" y="27864"/>
                </a:lnTo>
                <a:lnTo>
                  <a:pt x="250557" y="28005"/>
                </a:lnTo>
                <a:lnTo>
                  <a:pt x="250636" y="28149"/>
                </a:lnTo>
                <a:lnTo>
                  <a:pt x="250709" y="28296"/>
                </a:lnTo>
                <a:lnTo>
                  <a:pt x="250777" y="28445"/>
                </a:lnTo>
                <a:lnTo>
                  <a:pt x="250838" y="28596"/>
                </a:lnTo>
                <a:lnTo>
                  <a:pt x="250893" y="28751"/>
                </a:lnTo>
                <a:lnTo>
                  <a:pt x="250943" y="28907"/>
                </a:lnTo>
                <a:lnTo>
                  <a:pt x="250987" y="29067"/>
                </a:lnTo>
                <a:lnTo>
                  <a:pt x="251024" y="29229"/>
                </a:lnTo>
                <a:lnTo>
                  <a:pt x="251056" y="29393"/>
                </a:lnTo>
                <a:lnTo>
                  <a:pt x="251082" y="29560"/>
                </a:lnTo>
                <a:lnTo>
                  <a:pt x="262557" y="29560"/>
                </a:lnTo>
                <a:lnTo>
                  <a:pt x="262519" y="29036"/>
                </a:lnTo>
                <a:lnTo>
                  <a:pt x="262464" y="28522"/>
                </a:lnTo>
                <a:lnTo>
                  <a:pt x="262393" y="28016"/>
                </a:lnTo>
                <a:lnTo>
                  <a:pt x="262305" y="27520"/>
                </a:lnTo>
                <a:lnTo>
                  <a:pt x="262201" y="27032"/>
                </a:lnTo>
                <a:lnTo>
                  <a:pt x="262081" y="26553"/>
                </a:lnTo>
                <a:lnTo>
                  <a:pt x="261945" y="26083"/>
                </a:lnTo>
                <a:lnTo>
                  <a:pt x="261792" y="25623"/>
                </a:lnTo>
                <a:lnTo>
                  <a:pt x="261624" y="25171"/>
                </a:lnTo>
                <a:lnTo>
                  <a:pt x="261439" y="24727"/>
                </a:lnTo>
                <a:lnTo>
                  <a:pt x="261237" y="24293"/>
                </a:lnTo>
                <a:lnTo>
                  <a:pt x="261020" y="23868"/>
                </a:lnTo>
                <a:lnTo>
                  <a:pt x="260786" y="23452"/>
                </a:lnTo>
                <a:lnTo>
                  <a:pt x="260536" y="23044"/>
                </a:lnTo>
                <a:lnTo>
                  <a:pt x="260269" y="22646"/>
                </a:lnTo>
                <a:lnTo>
                  <a:pt x="259987" y="22256"/>
                </a:lnTo>
                <a:lnTo>
                  <a:pt x="259688" y="21876"/>
                </a:lnTo>
                <a:lnTo>
                  <a:pt x="259373" y="21504"/>
                </a:lnTo>
                <a:lnTo>
                  <a:pt x="259041" y="21141"/>
                </a:lnTo>
                <a:lnTo>
                  <a:pt x="258694" y="20788"/>
                </a:lnTo>
                <a:lnTo>
                  <a:pt x="258330" y="20443"/>
                </a:lnTo>
                <a:lnTo>
                  <a:pt x="257950" y="20107"/>
                </a:lnTo>
                <a:lnTo>
                  <a:pt x="257553" y="19780"/>
                </a:lnTo>
                <a:lnTo>
                  <a:pt x="257141" y="19461"/>
                </a:lnTo>
                <a:lnTo>
                  <a:pt x="256714" y="19154"/>
                </a:lnTo>
                <a:lnTo>
                  <a:pt x="256276" y="18860"/>
                </a:lnTo>
                <a:lnTo>
                  <a:pt x="255825" y="18579"/>
                </a:lnTo>
                <a:lnTo>
                  <a:pt x="255363" y="18311"/>
                </a:lnTo>
                <a:lnTo>
                  <a:pt x="254890" y="18056"/>
                </a:lnTo>
                <a:lnTo>
                  <a:pt x="254404" y="17815"/>
                </a:lnTo>
                <a:lnTo>
                  <a:pt x="253907" y="17586"/>
                </a:lnTo>
                <a:lnTo>
                  <a:pt x="253397" y="17370"/>
                </a:lnTo>
                <a:lnTo>
                  <a:pt x="252876" y="17168"/>
                </a:lnTo>
                <a:lnTo>
                  <a:pt x="252344" y="16978"/>
                </a:lnTo>
                <a:lnTo>
                  <a:pt x="251799" y="16802"/>
                </a:lnTo>
                <a:lnTo>
                  <a:pt x="251243" y="16638"/>
                </a:lnTo>
                <a:lnTo>
                  <a:pt x="250675" y="16488"/>
                </a:lnTo>
                <a:lnTo>
                  <a:pt x="250095" y="16351"/>
                </a:lnTo>
                <a:lnTo>
                  <a:pt x="249503" y="16227"/>
                </a:lnTo>
                <a:lnTo>
                  <a:pt x="248899" y="16116"/>
                </a:lnTo>
                <a:lnTo>
                  <a:pt x="248284" y="16018"/>
                </a:lnTo>
                <a:lnTo>
                  <a:pt x="247657" y="15933"/>
                </a:lnTo>
                <a:lnTo>
                  <a:pt x="247018" y="15861"/>
                </a:lnTo>
                <a:lnTo>
                  <a:pt x="246367" y="15802"/>
                </a:lnTo>
                <a:lnTo>
                  <a:pt x="245705" y="15756"/>
                </a:lnTo>
                <a:lnTo>
                  <a:pt x="245031" y="15724"/>
                </a:lnTo>
                <a:lnTo>
                  <a:pt x="244344" y="15704"/>
                </a:lnTo>
                <a:lnTo>
                  <a:pt x="243647" y="15697"/>
                </a:lnTo>
                <a:lnTo>
                  <a:pt x="240157" y="15697"/>
                </a:lnTo>
                <a:lnTo>
                  <a:pt x="239392" y="15704"/>
                </a:lnTo>
                <a:lnTo>
                  <a:pt x="238643" y="15725"/>
                </a:lnTo>
                <a:lnTo>
                  <a:pt x="237909" y="15758"/>
                </a:lnTo>
                <a:lnTo>
                  <a:pt x="237191" y="15806"/>
                </a:lnTo>
                <a:lnTo>
                  <a:pt x="236489" y="15867"/>
                </a:lnTo>
                <a:lnTo>
                  <a:pt x="235802" y="15941"/>
                </a:lnTo>
                <a:lnTo>
                  <a:pt x="235131" y="16029"/>
                </a:lnTo>
                <a:lnTo>
                  <a:pt x="234476" y="16131"/>
                </a:lnTo>
                <a:lnTo>
                  <a:pt x="233836" y="16246"/>
                </a:lnTo>
                <a:lnTo>
                  <a:pt x="233211" y="16375"/>
                </a:lnTo>
                <a:lnTo>
                  <a:pt x="232603" y="16517"/>
                </a:lnTo>
                <a:lnTo>
                  <a:pt x="232010" y="16673"/>
                </a:lnTo>
                <a:lnTo>
                  <a:pt x="231432" y="16843"/>
                </a:lnTo>
                <a:lnTo>
                  <a:pt x="230870" y="17025"/>
                </a:lnTo>
                <a:lnTo>
                  <a:pt x="230324" y="17222"/>
                </a:lnTo>
                <a:lnTo>
                  <a:pt x="229794" y="17432"/>
                </a:lnTo>
                <a:lnTo>
                  <a:pt x="229279" y="17656"/>
                </a:lnTo>
                <a:lnTo>
                  <a:pt x="228779" y="17893"/>
                </a:lnTo>
                <a:lnTo>
                  <a:pt x="228296" y="18143"/>
                </a:lnTo>
                <a:lnTo>
                  <a:pt x="227827" y="18408"/>
                </a:lnTo>
                <a:lnTo>
                  <a:pt x="227375" y="18685"/>
                </a:lnTo>
                <a:lnTo>
                  <a:pt x="226938" y="18977"/>
                </a:lnTo>
                <a:lnTo>
                  <a:pt x="226517" y="19282"/>
                </a:lnTo>
                <a:lnTo>
                  <a:pt x="226111" y="19600"/>
                </a:lnTo>
                <a:lnTo>
                  <a:pt x="225722" y="19931"/>
                </a:lnTo>
                <a:lnTo>
                  <a:pt x="225349" y="20272"/>
                </a:lnTo>
                <a:lnTo>
                  <a:pt x="224992" y="20625"/>
                </a:lnTo>
                <a:lnTo>
                  <a:pt x="224653" y="20989"/>
                </a:lnTo>
                <a:lnTo>
                  <a:pt x="224329" y="21363"/>
                </a:lnTo>
                <a:lnTo>
                  <a:pt x="224023" y="21749"/>
                </a:lnTo>
                <a:lnTo>
                  <a:pt x="223733" y="22145"/>
                </a:lnTo>
                <a:lnTo>
                  <a:pt x="223459" y="22553"/>
                </a:lnTo>
                <a:lnTo>
                  <a:pt x="223202" y="22971"/>
                </a:lnTo>
                <a:lnTo>
                  <a:pt x="222962" y="23401"/>
                </a:lnTo>
                <a:lnTo>
                  <a:pt x="222738" y="23842"/>
                </a:lnTo>
                <a:lnTo>
                  <a:pt x="222531" y="24293"/>
                </a:lnTo>
                <a:lnTo>
                  <a:pt x="222340" y="24756"/>
                </a:lnTo>
                <a:lnTo>
                  <a:pt x="222166" y="25229"/>
                </a:lnTo>
                <a:lnTo>
                  <a:pt x="222009" y="25714"/>
                </a:lnTo>
                <a:lnTo>
                  <a:pt x="221868" y="26209"/>
                </a:lnTo>
                <a:lnTo>
                  <a:pt x="221743" y="26716"/>
                </a:lnTo>
                <a:lnTo>
                  <a:pt x="221636" y="27234"/>
                </a:lnTo>
                <a:lnTo>
                  <a:pt x="221544" y="27762"/>
                </a:lnTo>
                <a:lnTo>
                  <a:pt x="221470" y="28302"/>
                </a:lnTo>
                <a:lnTo>
                  <a:pt x="221412" y="28852"/>
                </a:lnTo>
                <a:lnTo>
                  <a:pt x="221370" y="29414"/>
                </a:lnTo>
                <a:lnTo>
                  <a:pt x="221346" y="29986"/>
                </a:lnTo>
                <a:lnTo>
                  <a:pt x="221337" y="30570"/>
                </a:lnTo>
                <a:lnTo>
                  <a:pt x="221344" y="31130"/>
                </a:lnTo>
                <a:lnTo>
                  <a:pt x="221365" y="31679"/>
                </a:lnTo>
                <a:lnTo>
                  <a:pt x="221400" y="32215"/>
                </a:lnTo>
                <a:lnTo>
                  <a:pt x="221449" y="32740"/>
                </a:lnTo>
                <a:lnTo>
                  <a:pt x="221513" y="33253"/>
                </a:lnTo>
                <a:lnTo>
                  <a:pt x="221590" y="33755"/>
                </a:lnTo>
                <a:lnTo>
                  <a:pt x="221681" y="34244"/>
                </a:lnTo>
                <a:lnTo>
                  <a:pt x="221786" y="34722"/>
                </a:lnTo>
                <a:lnTo>
                  <a:pt x="221905" y="35188"/>
                </a:lnTo>
                <a:lnTo>
                  <a:pt x="222039" y="35642"/>
                </a:lnTo>
                <a:lnTo>
                  <a:pt x="222186" y="36084"/>
                </a:lnTo>
                <a:lnTo>
                  <a:pt x="222347" y="36515"/>
                </a:lnTo>
                <a:lnTo>
                  <a:pt x="222523" y="36933"/>
                </a:lnTo>
                <a:lnTo>
                  <a:pt x="222712" y="37340"/>
                </a:lnTo>
                <a:lnTo>
                  <a:pt x="222915" y="37735"/>
                </a:lnTo>
                <a:lnTo>
                  <a:pt x="223133" y="38119"/>
                </a:lnTo>
                <a:lnTo>
                  <a:pt x="223364" y="38490"/>
                </a:lnTo>
                <a:lnTo>
                  <a:pt x="223610" y="38850"/>
                </a:lnTo>
                <a:lnTo>
                  <a:pt x="223869" y="39198"/>
                </a:lnTo>
                <a:lnTo>
                  <a:pt x="224143" y="39534"/>
                </a:lnTo>
                <a:lnTo>
                  <a:pt x="224430" y="39858"/>
                </a:lnTo>
                <a:lnTo>
                  <a:pt x="224732" y="40171"/>
                </a:lnTo>
                <a:lnTo>
                  <a:pt x="225048" y="40472"/>
                </a:lnTo>
                <a:lnTo>
                  <a:pt x="225377" y="40761"/>
                </a:lnTo>
                <a:lnTo>
                  <a:pt x="225722" y="41040"/>
                </a:lnTo>
                <a:lnTo>
                  <a:pt x="226082" y="41312"/>
                </a:lnTo>
                <a:lnTo>
                  <a:pt x="226459" y="41576"/>
                </a:lnTo>
                <a:lnTo>
                  <a:pt x="226851" y="41832"/>
                </a:lnTo>
                <a:lnTo>
                  <a:pt x="227260" y="42081"/>
                </a:lnTo>
                <a:lnTo>
                  <a:pt x="227684" y="42322"/>
                </a:lnTo>
                <a:lnTo>
                  <a:pt x="228124" y="42555"/>
                </a:lnTo>
                <a:lnTo>
                  <a:pt x="228580" y="42781"/>
                </a:lnTo>
                <a:lnTo>
                  <a:pt x="229052" y="42999"/>
                </a:lnTo>
                <a:lnTo>
                  <a:pt x="229541" y="43209"/>
                </a:lnTo>
                <a:lnTo>
                  <a:pt x="230044" y="43412"/>
                </a:lnTo>
                <a:lnTo>
                  <a:pt x="230564" y="43607"/>
                </a:lnTo>
                <a:lnTo>
                  <a:pt x="231100" y="43794"/>
                </a:lnTo>
                <a:lnTo>
                  <a:pt x="231652" y="43974"/>
                </a:lnTo>
                <a:lnTo>
                  <a:pt x="232220" y="44146"/>
                </a:lnTo>
                <a:lnTo>
                  <a:pt x="232803" y="44311"/>
                </a:lnTo>
                <a:lnTo>
                  <a:pt x="233403" y="44468"/>
                </a:lnTo>
                <a:lnTo>
                  <a:pt x="234018" y="44617"/>
                </a:lnTo>
                <a:lnTo>
                  <a:pt x="234650" y="44758"/>
                </a:lnTo>
                <a:lnTo>
                  <a:pt x="235297" y="44892"/>
                </a:lnTo>
                <a:lnTo>
                  <a:pt x="235961" y="45018"/>
                </a:lnTo>
                <a:lnTo>
                  <a:pt x="236640" y="45137"/>
                </a:lnTo>
                <a:lnTo>
                  <a:pt x="237335" y="45248"/>
                </a:lnTo>
                <a:lnTo>
                  <a:pt x="238046" y="45351"/>
                </a:lnTo>
                <a:lnTo>
                  <a:pt x="244288" y="46269"/>
                </a:lnTo>
                <a:lnTo>
                  <a:pt x="244614" y="46309"/>
                </a:lnTo>
                <a:lnTo>
                  <a:pt x="244932" y="46353"/>
                </a:lnTo>
                <a:lnTo>
                  <a:pt x="245243" y="46400"/>
                </a:lnTo>
                <a:lnTo>
                  <a:pt x="245547" y="46451"/>
                </a:lnTo>
                <a:lnTo>
                  <a:pt x="245843" y="46506"/>
                </a:lnTo>
                <a:lnTo>
                  <a:pt x="246133" y="46564"/>
                </a:lnTo>
                <a:lnTo>
                  <a:pt x="246415" y="46627"/>
                </a:lnTo>
                <a:lnTo>
                  <a:pt x="246690" y="46692"/>
                </a:lnTo>
                <a:lnTo>
                  <a:pt x="246958" y="46762"/>
                </a:lnTo>
                <a:lnTo>
                  <a:pt x="247219" y="46835"/>
                </a:lnTo>
                <a:lnTo>
                  <a:pt x="247473" y="46912"/>
                </a:lnTo>
                <a:lnTo>
                  <a:pt x="247719" y="46992"/>
                </a:lnTo>
                <a:lnTo>
                  <a:pt x="247958" y="47076"/>
                </a:lnTo>
                <a:lnTo>
                  <a:pt x="248190" y="47164"/>
                </a:lnTo>
                <a:lnTo>
                  <a:pt x="248415" y="47255"/>
                </a:lnTo>
                <a:lnTo>
                  <a:pt x="248633" y="47350"/>
                </a:lnTo>
                <a:lnTo>
                  <a:pt x="248844" y="47449"/>
                </a:lnTo>
                <a:lnTo>
                  <a:pt x="249047" y="47551"/>
                </a:lnTo>
                <a:lnTo>
                  <a:pt x="249243" y="47657"/>
                </a:lnTo>
                <a:lnTo>
                  <a:pt x="249432" y="47767"/>
                </a:lnTo>
                <a:lnTo>
                  <a:pt x="249614" y="47880"/>
                </a:lnTo>
                <a:lnTo>
                  <a:pt x="249789" y="47997"/>
                </a:lnTo>
                <a:lnTo>
                  <a:pt x="249957" y="48118"/>
                </a:lnTo>
                <a:lnTo>
                  <a:pt x="250117" y="48242"/>
                </a:lnTo>
                <a:lnTo>
                  <a:pt x="250271" y="48371"/>
                </a:lnTo>
                <a:lnTo>
                  <a:pt x="250418" y="48503"/>
                </a:lnTo>
                <a:lnTo>
                  <a:pt x="250558" y="48639"/>
                </a:lnTo>
                <a:lnTo>
                  <a:pt x="250692" y="48779"/>
                </a:lnTo>
                <a:lnTo>
                  <a:pt x="250820" y="48923"/>
                </a:lnTo>
                <a:lnTo>
                  <a:pt x="250941" y="49071"/>
                </a:lnTo>
                <a:lnTo>
                  <a:pt x="251055" y="49224"/>
                </a:lnTo>
                <a:lnTo>
                  <a:pt x="251163" y="49380"/>
                </a:lnTo>
                <a:lnTo>
                  <a:pt x="251264" y="49540"/>
                </a:lnTo>
                <a:lnTo>
                  <a:pt x="251359" y="49704"/>
                </a:lnTo>
                <a:lnTo>
                  <a:pt x="251447" y="49872"/>
                </a:lnTo>
                <a:lnTo>
                  <a:pt x="251529" y="50044"/>
                </a:lnTo>
                <a:lnTo>
                  <a:pt x="251604" y="50220"/>
                </a:lnTo>
                <a:lnTo>
                  <a:pt x="251673" y="50400"/>
                </a:lnTo>
                <a:lnTo>
                  <a:pt x="251735" y="50584"/>
                </a:lnTo>
                <a:lnTo>
                  <a:pt x="251790" y="50772"/>
                </a:lnTo>
                <a:lnTo>
                  <a:pt x="251839" y="50964"/>
                </a:lnTo>
                <a:lnTo>
                  <a:pt x="251882" y="51160"/>
                </a:lnTo>
                <a:lnTo>
                  <a:pt x="251918" y="51360"/>
                </a:lnTo>
                <a:lnTo>
                  <a:pt x="251947" y="51564"/>
                </a:lnTo>
                <a:lnTo>
                  <a:pt x="251970" y="51772"/>
                </a:lnTo>
                <a:lnTo>
                  <a:pt x="251987" y="51984"/>
                </a:lnTo>
                <a:lnTo>
                  <a:pt x="251996" y="52200"/>
                </a:lnTo>
                <a:lnTo>
                  <a:pt x="252000" y="52420"/>
                </a:lnTo>
                <a:lnTo>
                  <a:pt x="251996" y="52655"/>
                </a:lnTo>
                <a:lnTo>
                  <a:pt x="251985" y="52886"/>
                </a:lnTo>
                <a:lnTo>
                  <a:pt x="251967" y="53112"/>
                </a:lnTo>
                <a:lnTo>
                  <a:pt x="251941" y="53335"/>
                </a:lnTo>
                <a:lnTo>
                  <a:pt x="251908" y="53553"/>
                </a:lnTo>
                <a:lnTo>
                  <a:pt x="251868" y="53768"/>
                </a:lnTo>
                <a:lnTo>
                  <a:pt x="251820" y="53978"/>
                </a:lnTo>
                <a:lnTo>
                  <a:pt x="251765" y="54184"/>
                </a:lnTo>
                <a:lnTo>
                  <a:pt x="251703" y="54386"/>
                </a:lnTo>
                <a:lnTo>
                  <a:pt x="251633" y="54584"/>
                </a:lnTo>
                <a:lnTo>
                  <a:pt x="251556" y="54777"/>
                </a:lnTo>
                <a:lnTo>
                  <a:pt x="251472" y="54967"/>
                </a:lnTo>
                <a:lnTo>
                  <a:pt x="251380" y="55152"/>
                </a:lnTo>
                <a:lnTo>
                  <a:pt x="251281" y="55333"/>
                </a:lnTo>
                <a:lnTo>
                  <a:pt x="251175" y="55510"/>
                </a:lnTo>
                <a:lnTo>
                  <a:pt x="251061" y="55683"/>
                </a:lnTo>
                <a:lnTo>
                  <a:pt x="250940" y="55852"/>
                </a:lnTo>
                <a:lnTo>
                  <a:pt x="250812" y="56017"/>
                </a:lnTo>
                <a:lnTo>
                  <a:pt x="250677" y="56177"/>
                </a:lnTo>
                <a:lnTo>
                  <a:pt x="250534" y="56334"/>
                </a:lnTo>
                <a:lnTo>
                  <a:pt x="250383" y="56486"/>
                </a:lnTo>
                <a:lnTo>
                  <a:pt x="250226" y="56634"/>
                </a:lnTo>
                <a:lnTo>
                  <a:pt x="250061" y="56778"/>
                </a:lnTo>
                <a:lnTo>
                  <a:pt x="249889" y="56918"/>
                </a:lnTo>
                <a:lnTo>
                  <a:pt x="249709" y="57053"/>
                </a:lnTo>
                <a:lnTo>
                  <a:pt x="249522" y="57182"/>
                </a:lnTo>
                <a:lnTo>
                  <a:pt x="249328" y="57305"/>
                </a:lnTo>
                <a:lnTo>
                  <a:pt x="249126" y="57423"/>
                </a:lnTo>
                <a:lnTo>
                  <a:pt x="248917" y="57535"/>
                </a:lnTo>
                <a:lnTo>
                  <a:pt x="248701" y="57641"/>
                </a:lnTo>
                <a:lnTo>
                  <a:pt x="248477" y="57741"/>
                </a:lnTo>
                <a:lnTo>
                  <a:pt x="248247" y="57836"/>
                </a:lnTo>
                <a:lnTo>
                  <a:pt x="248008" y="57925"/>
                </a:lnTo>
                <a:lnTo>
                  <a:pt x="247763" y="58008"/>
                </a:lnTo>
                <a:lnTo>
                  <a:pt x="247510" y="58086"/>
                </a:lnTo>
                <a:lnTo>
                  <a:pt x="247249" y="58157"/>
                </a:lnTo>
                <a:lnTo>
                  <a:pt x="246982" y="58223"/>
                </a:lnTo>
                <a:lnTo>
                  <a:pt x="246707" y="58284"/>
                </a:lnTo>
                <a:lnTo>
                  <a:pt x="246425" y="58338"/>
                </a:lnTo>
                <a:lnTo>
                  <a:pt x="246135" y="58387"/>
                </a:lnTo>
                <a:lnTo>
                  <a:pt x="245838" y="58430"/>
                </a:lnTo>
                <a:lnTo>
                  <a:pt x="245534" y="58467"/>
                </a:lnTo>
                <a:lnTo>
                  <a:pt x="245222" y="58499"/>
                </a:lnTo>
                <a:lnTo>
                  <a:pt x="244903" y="58525"/>
                </a:lnTo>
                <a:lnTo>
                  <a:pt x="244577" y="58545"/>
                </a:lnTo>
                <a:lnTo>
                  <a:pt x="244243" y="58559"/>
                </a:lnTo>
                <a:lnTo>
                  <a:pt x="243902" y="58568"/>
                </a:lnTo>
                <a:lnTo>
                  <a:pt x="243554" y="58571"/>
                </a:lnTo>
                <a:lnTo>
                  <a:pt x="239516" y="58571"/>
                </a:lnTo>
                <a:lnTo>
                  <a:pt x="239227" y="58568"/>
                </a:lnTo>
                <a:lnTo>
                  <a:pt x="238943" y="58560"/>
                </a:lnTo>
                <a:lnTo>
                  <a:pt x="238664" y="58548"/>
                </a:lnTo>
                <a:lnTo>
                  <a:pt x="238389" y="58530"/>
                </a:lnTo>
                <a:lnTo>
                  <a:pt x="238119" y="58507"/>
                </a:lnTo>
                <a:lnTo>
                  <a:pt x="237854" y="58479"/>
                </a:lnTo>
                <a:lnTo>
                  <a:pt x="237593" y="58446"/>
                </a:lnTo>
                <a:lnTo>
                  <a:pt x="237337" y="58408"/>
                </a:lnTo>
                <a:lnTo>
                  <a:pt x="237086" y="58364"/>
                </a:lnTo>
                <a:lnTo>
                  <a:pt x="236839" y="58316"/>
                </a:lnTo>
                <a:lnTo>
                  <a:pt x="236597" y="58262"/>
                </a:lnTo>
                <a:lnTo>
                  <a:pt x="236359" y="58204"/>
                </a:lnTo>
                <a:lnTo>
                  <a:pt x="236126" y="58140"/>
                </a:lnTo>
                <a:lnTo>
                  <a:pt x="235898" y="58071"/>
                </a:lnTo>
                <a:lnTo>
                  <a:pt x="235674" y="57997"/>
                </a:lnTo>
                <a:lnTo>
                  <a:pt x="235455" y="57918"/>
                </a:lnTo>
                <a:lnTo>
                  <a:pt x="235241" y="57834"/>
                </a:lnTo>
                <a:lnTo>
                  <a:pt x="235031" y="57745"/>
                </a:lnTo>
                <a:lnTo>
                  <a:pt x="234826" y="57651"/>
                </a:lnTo>
                <a:lnTo>
                  <a:pt x="234625" y="57551"/>
                </a:lnTo>
                <a:lnTo>
                  <a:pt x="234429" y="57447"/>
                </a:lnTo>
                <a:lnTo>
                  <a:pt x="234238" y="57337"/>
                </a:lnTo>
                <a:lnTo>
                  <a:pt x="234051" y="57222"/>
                </a:lnTo>
                <a:lnTo>
                  <a:pt x="233869" y="57103"/>
                </a:lnTo>
                <a:lnTo>
                  <a:pt x="233693" y="56979"/>
                </a:lnTo>
                <a:lnTo>
                  <a:pt x="233523" y="56851"/>
                </a:lnTo>
                <a:lnTo>
                  <a:pt x="233360" y="56721"/>
                </a:lnTo>
                <a:lnTo>
                  <a:pt x="233205" y="56587"/>
                </a:lnTo>
                <a:lnTo>
                  <a:pt x="233056" y="56451"/>
                </a:lnTo>
                <a:lnTo>
                  <a:pt x="232914" y="56311"/>
                </a:lnTo>
                <a:lnTo>
                  <a:pt x="232778" y="56167"/>
                </a:lnTo>
                <a:lnTo>
                  <a:pt x="232650" y="56021"/>
                </a:lnTo>
                <a:lnTo>
                  <a:pt x="232529" y="55871"/>
                </a:lnTo>
                <a:lnTo>
                  <a:pt x="232414" y="55719"/>
                </a:lnTo>
                <a:lnTo>
                  <a:pt x="232306" y="55563"/>
                </a:lnTo>
                <a:lnTo>
                  <a:pt x="232205" y="55404"/>
                </a:lnTo>
                <a:lnTo>
                  <a:pt x="232111" y="55242"/>
                </a:lnTo>
                <a:lnTo>
                  <a:pt x="232024" y="55076"/>
                </a:lnTo>
                <a:lnTo>
                  <a:pt x="231943" y="54907"/>
                </a:lnTo>
                <a:lnTo>
                  <a:pt x="231870" y="54736"/>
                </a:lnTo>
                <a:lnTo>
                  <a:pt x="231803" y="54561"/>
                </a:lnTo>
                <a:lnTo>
                  <a:pt x="231743" y="54382"/>
                </a:lnTo>
                <a:lnTo>
                  <a:pt x="231690" y="54201"/>
                </a:lnTo>
                <a:lnTo>
                  <a:pt x="231644" y="54016"/>
                </a:lnTo>
                <a:lnTo>
                  <a:pt x="231605" y="53829"/>
                </a:lnTo>
                <a:lnTo>
                  <a:pt x="231572" y="53638"/>
                </a:lnTo>
                <a:lnTo>
                  <a:pt x="231547" y="53444"/>
                </a:lnTo>
                <a:lnTo>
                  <a:pt x="231528" y="53246"/>
                </a:lnTo>
                <a:lnTo>
                  <a:pt x="220053" y="53246"/>
                </a:lnTo>
                <a:lnTo>
                  <a:pt x="220072" y="53611"/>
                </a:lnTo>
                <a:lnTo>
                  <a:pt x="220099" y="53972"/>
                </a:lnTo>
                <a:lnTo>
                  <a:pt x="220134" y="54330"/>
                </a:lnTo>
                <a:lnTo>
                  <a:pt x="220176" y="54683"/>
                </a:lnTo>
                <a:lnTo>
                  <a:pt x="220227" y="55032"/>
                </a:lnTo>
                <a:lnTo>
                  <a:pt x="220285" y="55377"/>
                </a:lnTo>
                <a:lnTo>
                  <a:pt x="220351" y="55719"/>
                </a:lnTo>
                <a:lnTo>
                  <a:pt x="220425" y="56056"/>
                </a:lnTo>
                <a:lnTo>
                  <a:pt x="220507" y="56389"/>
                </a:lnTo>
                <a:lnTo>
                  <a:pt x="220596" y="56719"/>
                </a:lnTo>
                <a:lnTo>
                  <a:pt x="220693" y="57044"/>
                </a:lnTo>
                <a:lnTo>
                  <a:pt x="220798" y="57365"/>
                </a:lnTo>
                <a:lnTo>
                  <a:pt x="220911" y="57683"/>
                </a:lnTo>
                <a:lnTo>
                  <a:pt x="221032" y="57996"/>
                </a:lnTo>
                <a:lnTo>
                  <a:pt x="221160" y="58306"/>
                </a:lnTo>
                <a:lnTo>
                  <a:pt x="221297" y="58611"/>
                </a:lnTo>
                <a:lnTo>
                  <a:pt x="221441" y="58912"/>
                </a:lnTo>
                <a:lnTo>
                  <a:pt x="221593" y="59210"/>
                </a:lnTo>
                <a:lnTo>
                  <a:pt x="221752" y="59503"/>
                </a:lnTo>
                <a:lnTo>
                  <a:pt x="221920" y="59793"/>
                </a:lnTo>
                <a:lnTo>
                  <a:pt x="222095" y="60079"/>
                </a:lnTo>
                <a:lnTo>
                  <a:pt x="222278" y="60360"/>
                </a:lnTo>
                <a:lnTo>
                  <a:pt x="222469" y="60638"/>
                </a:lnTo>
                <a:lnTo>
                  <a:pt x="222668" y="60911"/>
                </a:lnTo>
                <a:lnTo>
                  <a:pt x="222874" y="61180"/>
                </a:lnTo>
                <a:lnTo>
                  <a:pt x="223087" y="61445"/>
                </a:lnTo>
                <a:lnTo>
                  <a:pt x="223306" y="61704"/>
                </a:lnTo>
                <a:lnTo>
                  <a:pt x="223531" y="61958"/>
                </a:lnTo>
                <a:lnTo>
                  <a:pt x="223764" y="62207"/>
                </a:lnTo>
                <a:lnTo>
                  <a:pt x="224002" y="62452"/>
                </a:lnTo>
                <a:lnTo>
                  <a:pt x="224247" y="62691"/>
                </a:lnTo>
                <a:lnTo>
                  <a:pt x="224499" y="62926"/>
                </a:lnTo>
                <a:lnTo>
                  <a:pt x="224757" y="63155"/>
                </a:lnTo>
                <a:lnTo>
                  <a:pt x="225022" y="63380"/>
                </a:lnTo>
                <a:lnTo>
                  <a:pt x="225294" y="63599"/>
                </a:lnTo>
                <a:lnTo>
                  <a:pt x="225572" y="63814"/>
                </a:lnTo>
                <a:lnTo>
                  <a:pt x="225856" y="64024"/>
                </a:lnTo>
                <a:lnTo>
                  <a:pt x="226147" y="64229"/>
                </a:lnTo>
                <a:lnTo>
                  <a:pt x="226444" y="64429"/>
                </a:lnTo>
                <a:lnTo>
                  <a:pt x="226748" y="64624"/>
                </a:lnTo>
                <a:lnTo>
                  <a:pt x="227059" y="64814"/>
                </a:lnTo>
                <a:lnTo>
                  <a:pt x="227376" y="64999"/>
                </a:lnTo>
                <a:lnTo>
                  <a:pt x="227700" y="65179"/>
                </a:lnTo>
                <a:lnTo>
                  <a:pt x="228030" y="65355"/>
                </a:lnTo>
                <a:lnTo>
                  <a:pt x="228367" y="65525"/>
                </a:lnTo>
                <a:lnTo>
                  <a:pt x="228710" y="65690"/>
                </a:lnTo>
                <a:lnTo>
                  <a:pt x="229059" y="65851"/>
                </a:lnTo>
                <a:lnTo>
                  <a:pt x="229416" y="66006"/>
                </a:lnTo>
                <a:lnTo>
                  <a:pt x="229778" y="66156"/>
                </a:lnTo>
                <a:lnTo>
                  <a:pt x="230145" y="66299"/>
                </a:lnTo>
                <a:lnTo>
                  <a:pt x="230518" y="66437"/>
                </a:lnTo>
                <a:lnTo>
                  <a:pt x="230895" y="66567"/>
                </a:lnTo>
                <a:lnTo>
                  <a:pt x="231278" y="66692"/>
                </a:lnTo>
                <a:lnTo>
                  <a:pt x="231665" y="66810"/>
                </a:lnTo>
                <a:lnTo>
                  <a:pt x="232058" y="66921"/>
                </a:lnTo>
                <a:lnTo>
                  <a:pt x="232456" y="67026"/>
                </a:lnTo>
                <a:lnTo>
                  <a:pt x="232859" y="67125"/>
                </a:lnTo>
                <a:lnTo>
                  <a:pt x="233267" y="67218"/>
                </a:lnTo>
                <a:lnTo>
                  <a:pt x="233680" y="67304"/>
                </a:lnTo>
                <a:lnTo>
                  <a:pt x="234099" y="67384"/>
                </a:lnTo>
                <a:lnTo>
                  <a:pt x="234522" y="67457"/>
                </a:lnTo>
                <a:lnTo>
                  <a:pt x="234950" y="67524"/>
                </a:lnTo>
                <a:lnTo>
                  <a:pt x="235384" y="67584"/>
                </a:lnTo>
                <a:lnTo>
                  <a:pt x="235823" y="67639"/>
                </a:lnTo>
                <a:lnTo>
                  <a:pt x="236266" y="67686"/>
                </a:lnTo>
                <a:lnTo>
                  <a:pt x="236715" y="67728"/>
                </a:lnTo>
                <a:lnTo>
                  <a:pt x="237169" y="67763"/>
                </a:lnTo>
                <a:lnTo>
                  <a:pt x="237628" y="67792"/>
                </a:lnTo>
                <a:lnTo>
                  <a:pt x="238093" y="67814"/>
                </a:lnTo>
                <a:lnTo>
                  <a:pt x="238562" y="67830"/>
                </a:lnTo>
                <a:lnTo>
                  <a:pt x="239036" y="67839"/>
                </a:lnTo>
                <a:lnTo>
                  <a:pt x="239516" y="67843"/>
                </a:lnTo>
                <a:lnTo>
                  <a:pt x="243554" y="67843"/>
                </a:lnTo>
                <a:lnTo>
                  <a:pt x="244357" y="67836"/>
                </a:lnTo>
                <a:lnTo>
                  <a:pt x="245143" y="67814"/>
                </a:lnTo>
                <a:close/>
                <a:moveTo>
                  <a:pt x="22954" y="67900"/>
                </a:moveTo>
                <a:lnTo>
                  <a:pt x="23716" y="67857"/>
                </a:lnTo>
                <a:lnTo>
                  <a:pt x="24464" y="67797"/>
                </a:lnTo>
                <a:lnTo>
                  <a:pt x="25200" y="67721"/>
                </a:lnTo>
                <a:lnTo>
                  <a:pt x="25922" y="67627"/>
                </a:lnTo>
                <a:lnTo>
                  <a:pt x="26631" y="67516"/>
                </a:lnTo>
                <a:lnTo>
                  <a:pt x="27326" y="67388"/>
                </a:lnTo>
                <a:lnTo>
                  <a:pt x="28008" y="67243"/>
                </a:lnTo>
                <a:lnTo>
                  <a:pt x="28676" y="67081"/>
                </a:lnTo>
                <a:lnTo>
                  <a:pt x="29331" y="66902"/>
                </a:lnTo>
                <a:lnTo>
                  <a:pt x="29973" y="66706"/>
                </a:lnTo>
                <a:lnTo>
                  <a:pt x="30601" y="66493"/>
                </a:lnTo>
                <a:lnTo>
                  <a:pt x="31216" y="66262"/>
                </a:lnTo>
                <a:lnTo>
                  <a:pt x="31817" y="66015"/>
                </a:lnTo>
                <a:lnTo>
                  <a:pt x="32406" y="65751"/>
                </a:lnTo>
                <a:lnTo>
                  <a:pt x="32980" y="65470"/>
                </a:lnTo>
                <a:lnTo>
                  <a:pt x="33542" y="65171"/>
                </a:lnTo>
                <a:lnTo>
                  <a:pt x="34090" y="64856"/>
                </a:lnTo>
                <a:lnTo>
                  <a:pt x="34624" y="64523"/>
                </a:lnTo>
                <a:lnTo>
                  <a:pt x="35145" y="64174"/>
                </a:lnTo>
                <a:lnTo>
                  <a:pt x="35653" y="63807"/>
                </a:lnTo>
                <a:lnTo>
                  <a:pt x="36147" y="63423"/>
                </a:lnTo>
                <a:lnTo>
                  <a:pt x="36628" y="63022"/>
                </a:lnTo>
                <a:lnTo>
                  <a:pt x="37093" y="62607"/>
                </a:lnTo>
                <a:lnTo>
                  <a:pt x="37540" y="62179"/>
                </a:lnTo>
                <a:lnTo>
                  <a:pt x="37967" y="61739"/>
                </a:lnTo>
                <a:lnTo>
                  <a:pt x="38375" y="61287"/>
                </a:lnTo>
                <a:lnTo>
                  <a:pt x="38765" y="60823"/>
                </a:lnTo>
                <a:lnTo>
                  <a:pt x="39136" y="60346"/>
                </a:lnTo>
                <a:lnTo>
                  <a:pt x="39488" y="59857"/>
                </a:lnTo>
                <a:lnTo>
                  <a:pt x="39822" y="59356"/>
                </a:lnTo>
                <a:lnTo>
                  <a:pt x="40136" y="58842"/>
                </a:lnTo>
                <a:lnTo>
                  <a:pt x="40432" y="58316"/>
                </a:lnTo>
                <a:lnTo>
                  <a:pt x="40709" y="57778"/>
                </a:lnTo>
                <a:lnTo>
                  <a:pt x="40967" y="57228"/>
                </a:lnTo>
                <a:lnTo>
                  <a:pt x="41206" y="56665"/>
                </a:lnTo>
                <a:lnTo>
                  <a:pt x="41426" y="56090"/>
                </a:lnTo>
                <a:lnTo>
                  <a:pt x="41628" y="55503"/>
                </a:lnTo>
                <a:lnTo>
                  <a:pt x="41811" y="54903"/>
                </a:lnTo>
                <a:lnTo>
                  <a:pt x="41975" y="54292"/>
                </a:lnTo>
                <a:lnTo>
                  <a:pt x="42120" y="53668"/>
                </a:lnTo>
                <a:lnTo>
                  <a:pt x="42246" y="53031"/>
                </a:lnTo>
                <a:lnTo>
                  <a:pt x="42354" y="52383"/>
                </a:lnTo>
                <a:lnTo>
                  <a:pt x="42443" y="51722"/>
                </a:lnTo>
                <a:lnTo>
                  <a:pt x="42512" y="51049"/>
                </a:lnTo>
                <a:lnTo>
                  <a:pt x="42564" y="50363"/>
                </a:lnTo>
                <a:lnTo>
                  <a:pt x="42596" y="49666"/>
                </a:lnTo>
                <a:lnTo>
                  <a:pt x="31120" y="49666"/>
                </a:lnTo>
                <a:lnTo>
                  <a:pt x="31094" y="49992"/>
                </a:lnTo>
                <a:lnTo>
                  <a:pt x="31059" y="50311"/>
                </a:lnTo>
                <a:lnTo>
                  <a:pt x="31017" y="50625"/>
                </a:lnTo>
                <a:lnTo>
                  <a:pt x="30966" y="50932"/>
                </a:lnTo>
                <a:lnTo>
                  <a:pt x="30908" y="51233"/>
                </a:lnTo>
                <a:lnTo>
                  <a:pt x="30842" y="51528"/>
                </a:lnTo>
                <a:lnTo>
                  <a:pt x="30769" y="51816"/>
                </a:lnTo>
                <a:lnTo>
                  <a:pt x="30687" y="52098"/>
                </a:lnTo>
                <a:lnTo>
                  <a:pt x="30598" y="52375"/>
                </a:lnTo>
                <a:lnTo>
                  <a:pt x="30501" y="52644"/>
                </a:lnTo>
                <a:lnTo>
                  <a:pt x="30396" y="52908"/>
                </a:lnTo>
                <a:lnTo>
                  <a:pt x="30283" y="53166"/>
                </a:lnTo>
                <a:lnTo>
                  <a:pt x="30162" y="53417"/>
                </a:lnTo>
                <a:lnTo>
                  <a:pt x="30034" y="53662"/>
                </a:lnTo>
                <a:lnTo>
                  <a:pt x="29898" y="53901"/>
                </a:lnTo>
                <a:lnTo>
                  <a:pt x="29754" y="54133"/>
                </a:lnTo>
                <a:lnTo>
                  <a:pt x="29602" y="54360"/>
                </a:lnTo>
                <a:lnTo>
                  <a:pt x="29442" y="54580"/>
                </a:lnTo>
                <a:lnTo>
                  <a:pt x="29275" y="54794"/>
                </a:lnTo>
                <a:lnTo>
                  <a:pt x="29100" y="55002"/>
                </a:lnTo>
                <a:lnTo>
                  <a:pt x="28916" y="55203"/>
                </a:lnTo>
                <a:lnTo>
                  <a:pt x="28725" y="55398"/>
                </a:lnTo>
                <a:lnTo>
                  <a:pt x="28527" y="55588"/>
                </a:lnTo>
                <a:lnTo>
                  <a:pt x="28320" y="55770"/>
                </a:lnTo>
                <a:lnTo>
                  <a:pt x="28107" y="55946"/>
                </a:lnTo>
                <a:lnTo>
                  <a:pt x="27886" y="56115"/>
                </a:lnTo>
                <a:lnTo>
                  <a:pt x="27660" y="56276"/>
                </a:lnTo>
                <a:lnTo>
                  <a:pt x="27426" y="56430"/>
                </a:lnTo>
                <a:lnTo>
                  <a:pt x="27187" y="56576"/>
                </a:lnTo>
                <a:lnTo>
                  <a:pt x="26940" y="56714"/>
                </a:lnTo>
                <a:lnTo>
                  <a:pt x="26688" y="56845"/>
                </a:lnTo>
                <a:lnTo>
                  <a:pt x="26428" y="56969"/>
                </a:lnTo>
                <a:lnTo>
                  <a:pt x="26162" y="57085"/>
                </a:lnTo>
                <a:lnTo>
                  <a:pt x="25890" y="57194"/>
                </a:lnTo>
                <a:lnTo>
                  <a:pt x="25611" y="57295"/>
                </a:lnTo>
                <a:lnTo>
                  <a:pt x="25325" y="57388"/>
                </a:lnTo>
                <a:lnTo>
                  <a:pt x="25033" y="57475"/>
                </a:lnTo>
                <a:lnTo>
                  <a:pt x="24735" y="57553"/>
                </a:lnTo>
                <a:lnTo>
                  <a:pt x="24429" y="57624"/>
                </a:lnTo>
                <a:lnTo>
                  <a:pt x="24118" y="57688"/>
                </a:lnTo>
                <a:lnTo>
                  <a:pt x="23800" y="57744"/>
                </a:lnTo>
                <a:lnTo>
                  <a:pt x="23475" y="57793"/>
                </a:lnTo>
                <a:lnTo>
                  <a:pt x="23143" y="57834"/>
                </a:lnTo>
                <a:lnTo>
                  <a:pt x="22806" y="57868"/>
                </a:lnTo>
                <a:lnTo>
                  <a:pt x="22461" y="57894"/>
                </a:lnTo>
                <a:lnTo>
                  <a:pt x="22110" y="57913"/>
                </a:lnTo>
                <a:lnTo>
                  <a:pt x="21753" y="57924"/>
                </a:lnTo>
                <a:lnTo>
                  <a:pt x="21389" y="57928"/>
                </a:lnTo>
                <a:lnTo>
                  <a:pt x="21010" y="57923"/>
                </a:lnTo>
                <a:lnTo>
                  <a:pt x="20637" y="57910"/>
                </a:lnTo>
                <a:lnTo>
                  <a:pt x="20272" y="57888"/>
                </a:lnTo>
                <a:lnTo>
                  <a:pt x="19913" y="57856"/>
                </a:lnTo>
                <a:lnTo>
                  <a:pt x="19560" y="57816"/>
                </a:lnTo>
                <a:lnTo>
                  <a:pt x="19215" y="57767"/>
                </a:lnTo>
                <a:lnTo>
                  <a:pt x="18876" y="57709"/>
                </a:lnTo>
                <a:lnTo>
                  <a:pt x="18544" y="57642"/>
                </a:lnTo>
                <a:lnTo>
                  <a:pt x="18218" y="57566"/>
                </a:lnTo>
                <a:lnTo>
                  <a:pt x="17899" y="57481"/>
                </a:lnTo>
                <a:lnTo>
                  <a:pt x="17587" y="57388"/>
                </a:lnTo>
                <a:lnTo>
                  <a:pt x="17281" y="57285"/>
                </a:lnTo>
                <a:lnTo>
                  <a:pt x="16983" y="57173"/>
                </a:lnTo>
                <a:lnTo>
                  <a:pt x="16690" y="57053"/>
                </a:lnTo>
                <a:lnTo>
                  <a:pt x="16405" y="56924"/>
                </a:lnTo>
                <a:lnTo>
                  <a:pt x="16126" y="56785"/>
                </a:lnTo>
                <a:lnTo>
                  <a:pt x="15854" y="56638"/>
                </a:lnTo>
                <a:lnTo>
                  <a:pt x="15589" y="56482"/>
                </a:lnTo>
                <a:lnTo>
                  <a:pt x="15330" y="56317"/>
                </a:lnTo>
                <a:lnTo>
                  <a:pt x="15078" y="56143"/>
                </a:lnTo>
                <a:lnTo>
                  <a:pt x="14833" y="55960"/>
                </a:lnTo>
                <a:lnTo>
                  <a:pt x="14594" y="55768"/>
                </a:lnTo>
                <a:lnTo>
                  <a:pt x="14362" y="55567"/>
                </a:lnTo>
                <a:lnTo>
                  <a:pt x="14137" y="55357"/>
                </a:lnTo>
                <a:lnTo>
                  <a:pt x="13920" y="55139"/>
                </a:lnTo>
                <a:lnTo>
                  <a:pt x="13712" y="54914"/>
                </a:lnTo>
                <a:lnTo>
                  <a:pt x="13513" y="54682"/>
                </a:lnTo>
                <a:lnTo>
                  <a:pt x="13324" y="54442"/>
                </a:lnTo>
                <a:lnTo>
                  <a:pt x="13144" y="54195"/>
                </a:lnTo>
                <a:lnTo>
                  <a:pt x="12973" y="53940"/>
                </a:lnTo>
                <a:lnTo>
                  <a:pt x="12811" y="53678"/>
                </a:lnTo>
                <a:lnTo>
                  <a:pt x="12658" y="53409"/>
                </a:lnTo>
                <a:lnTo>
                  <a:pt x="12515" y="53132"/>
                </a:lnTo>
                <a:lnTo>
                  <a:pt x="12381" y="52849"/>
                </a:lnTo>
                <a:lnTo>
                  <a:pt x="12256" y="52557"/>
                </a:lnTo>
                <a:lnTo>
                  <a:pt x="12141" y="52259"/>
                </a:lnTo>
                <a:lnTo>
                  <a:pt x="12035" y="51953"/>
                </a:lnTo>
                <a:lnTo>
                  <a:pt x="11938" y="51640"/>
                </a:lnTo>
                <a:lnTo>
                  <a:pt x="11850" y="51319"/>
                </a:lnTo>
                <a:lnTo>
                  <a:pt x="11771" y="50992"/>
                </a:lnTo>
                <a:lnTo>
                  <a:pt x="11702" y="50657"/>
                </a:lnTo>
                <a:lnTo>
                  <a:pt x="11642" y="50314"/>
                </a:lnTo>
                <a:lnTo>
                  <a:pt x="11591" y="49964"/>
                </a:lnTo>
                <a:lnTo>
                  <a:pt x="11549" y="49607"/>
                </a:lnTo>
                <a:lnTo>
                  <a:pt x="11517" y="49243"/>
                </a:lnTo>
                <a:lnTo>
                  <a:pt x="11494" y="48871"/>
                </a:lnTo>
                <a:lnTo>
                  <a:pt x="11480" y="48492"/>
                </a:lnTo>
                <a:lnTo>
                  <a:pt x="11475" y="48105"/>
                </a:lnTo>
                <a:lnTo>
                  <a:pt x="11475" y="35344"/>
                </a:lnTo>
                <a:lnTo>
                  <a:pt x="11480" y="34957"/>
                </a:lnTo>
                <a:lnTo>
                  <a:pt x="11494" y="34579"/>
                </a:lnTo>
                <a:lnTo>
                  <a:pt x="11517" y="34207"/>
                </a:lnTo>
                <a:lnTo>
                  <a:pt x="11549" y="33843"/>
                </a:lnTo>
                <a:lnTo>
                  <a:pt x="11591" y="33487"/>
                </a:lnTo>
                <a:lnTo>
                  <a:pt x="11642" y="33138"/>
                </a:lnTo>
                <a:lnTo>
                  <a:pt x="11702" y="32796"/>
                </a:lnTo>
                <a:lnTo>
                  <a:pt x="11771" y="32463"/>
                </a:lnTo>
                <a:lnTo>
                  <a:pt x="11850" y="32136"/>
                </a:lnTo>
                <a:lnTo>
                  <a:pt x="11938" y="31817"/>
                </a:lnTo>
                <a:lnTo>
                  <a:pt x="12035" y="31506"/>
                </a:lnTo>
                <a:lnTo>
                  <a:pt x="12141" y="31202"/>
                </a:lnTo>
                <a:lnTo>
                  <a:pt x="12256" y="30905"/>
                </a:lnTo>
                <a:lnTo>
                  <a:pt x="12381" y="30616"/>
                </a:lnTo>
                <a:lnTo>
                  <a:pt x="12515" y="30335"/>
                </a:lnTo>
                <a:lnTo>
                  <a:pt x="12658" y="30061"/>
                </a:lnTo>
                <a:lnTo>
                  <a:pt x="12811" y="29794"/>
                </a:lnTo>
                <a:lnTo>
                  <a:pt x="12973" y="29535"/>
                </a:lnTo>
                <a:lnTo>
                  <a:pt x="13144" y="29283"/>
                </a:lnTo>
                <a:lnTo>
                  <a:pt x="13324" y="29039"/>
                </a:lnTo>
                <a:lnTo>
                  <a:pt x="13513" y="28803"/>
                </a:lnTo>
                <a:lnTo>
                  <a:pt x="13712" y="28574"/>
                </a:lnTo>
                <a:lnTo>
                  <a:pt x="13920" y="28352"/>
                </a:lnTo>
                <a:lnTo>
                  <a:pt x="14137" y="28138"/>
                </a:lnTo>
                <a:lnTo>
                  <a:pt x="14362" y="27932"/>
                </a:lnTo>
                <a:lnTo>
                  <a:pt x="14594" y="27735"/>
                </a:lnTo>
                <a:lnTo>
                  <a:pt x="14833" y="27546"/>
                </a:lnTo>
                <a:lnTo>
                  <a:pt x="15078" y="27366"/>
                </a:lnTo>
                <a:lnTo>
                  <a:pt x="15330" y="27195"/>
                </a:lnTo>
                <a:lnTo>
                  <a:pt x="15589" y="27033"/>
                </a:lnTo>
                <a:lnTo>
                  <a:pt x="15854" y="26880"/>
                </a:lnTo>
                <a:lnTo>
                  <a:pt x="16126" y="26735"/>
                </a:lnTo>
                <a:lnTo>
                  <a:pt x="16405" y="26599"/>
                </a:lnTo>
                <a:lnTo>
                  <a:pt x="16690" y="26472"/>
                </a:lnTo>
                <a:lnTo>
                  <a:pt x="16983" y="26353"/>
                </a:lnTo>
                <a:lnTo>
                  <a:pt x="17281" y="26244"/>
                </a:lnTo>
                <a:lnTo>
                  <a:pt x="17587" y="26143"/>
                </a:lnTo>
                <a:lnTo>
                  <a:pt x="17899" y="26051"/>
                </a:lnTo>
                <a:lnTo>
                  <a:pt x="18218" y="25968"/>
                </a:lnTo>
                <a:lnTo>
                  <a:pt x="18544" y="25893"/>
                </a:lnTo>
                <a:lnTo>
                  <a:pt x="18876" y="25827"/>
                </a:lnTo>
                <a:lnTo>
                  <a:pt x="19215" y="25770"/>
                </a:lnTo>
                <a:lnTo>
                  <a:pt x="19560" y="25722"/>
                </a:lnTo>
                <a:lnTo>
                  <a:pt x="19913" y="25683"/>
                </a:lnTo>
                <a:lnTo>
                  <a:pt x="20272" y="25652"/>
                </a:lnTo>
                <a:lnTo>
                  <a:pt x="20637" y="25630"/>
                </a:lnTo>
                <a:lnTo>
                  <a:pt x="21010" y="25617"/>
                </a:lnTo>
                <a:lnTo>
                  <a:pt x="21389" y="25612"/>
                </a:lnTo>
                <a:lnTo>
                  <a:pt x="21753" y="25616"/>
                </a:lnTo>
                <a:lnTo>
                  <a:pt x="22110" y="25627"/>
                </a:lnTo>
                <a:lnTo>
                  <a:pt x="22461" y="25646"/>
                </a:lnTo>
                <a:lnTo>
                  <a:pt x="22806" y="25672"/>
                </a:lnTo>
                <a:lnTo>
                  <a:pt x="23143" y="25706"/>
                </a:lnTo>
                <a:lnTo>
                  <a:pt x="23475" y="25747"/>
                </a:lnTo>
                <a:lnTo>
                  <a:pt x="23800" y="25796"/>
                </a:lnTo>
                <a:lnTo>
                  <a:pt x="24118" y="25852"/>
                </a:lnTo>
                <a:lnTo>
                  <a:pt x="24429" y="25916"/>
                </a:lnTo>
                <a:lnTo>
                  <a:pt x="24735" y="25987"/>
                </a:lnTo>
                <a:lnTo>
                  <a:pt x="25033" y="26066"/>
                </a:lnTo>
                <a:lnTo>
                  <a:pt x="25325" y="26152"/>
                </a:lnTo>
                <a:lnTo>
                  <a:pt x="25611" y="26245"/>
                </a:lnTo>
                <a:lnTo>
                  <a:pt x="25890" y="26346"/>
                </a:lnTo>
                <a:lnTo>
                  <a:pt x="26162" y="26455"/>
                </a:lnTo>
                <a:lnTo>
                  <a:pt x="26428" y="26571"/>
                </a:lnTo>
                <a:lnTo>
                  <a:pt x="26688" y="26695"/>
                </a:lnTo>
                <a:lnTo>
                  <a:pt x="26940" y="26826"/>
                </a:lnTo>
                <a:lnTo>
                  <a:pt x="27187" y="26964"/>
                </a:lnTo>
                <a:lnTo>
                  <a:pt x="27426" y="27110"/>
                </a:lnTo>
                <a:lnTo>
                  <a:pt x="27660" y="27264"/>
                </a:lnTo>
                <a:lnTo>
                  <a:pt x="27886" y="27425"/>
                </a:lnTo>
                <a:lnTo>
                  <a:pt x="28107" y="27594"/>
                </a:lnTo>
                <a:lnTo>
                  <a:pt x="28320" y="27770"/>
                </a:lnTo>
                <a:lnTo>
                  <a:pt x="28527" y="27953"/>
                </a:lnTo>
                <a:lnTo>
                  <a:pt x="28725" y="28142"/>
                </a:lnTo>
                <a:lnTo>
                  <a:pt x="28916" y="28337"/>
                </a:lnTo>
                <a:lnTo>
                  <a:pt x="29100" y="28539"/>
                </a:lnTo>
                <a:lnTo>
                  <a:pt x="29275" y="28746"/>
                </a:lnTo>
                <a:lnTo>
                  <a:pt x="29442" y="28960"/>
                </a:lnTo>
                <a:lnTo>
                  <a:pt x="29602" y="29180"/>
                </a:lnTo>
                <a:lnTo>
                  <a:pt x="29754" y="29407"/>
                </a:lnTo>
                <a:lnTo>
                  <a:pt x="29898" y="29640"/>
                </a:lnTo>
                <a:lnTo>
                  <a:pt x="30034" y="29878"/>
                </a:lnTo>
                <a:lnTo>
                  <a:pt x="30162" y="30123"/>
                </a:lnTo>
                <a:lnTo>
                  <a:pt x="30283" y="30375"/>
                </a:lnTo>
                <a:lnTo>
                  <a:pt x="30396" y="30632"/>
                </a:lnTo>
                <a:lnTo>
                  <a:pt x="30501" y="30896"/>
                </a:lnTo>
                <a:lnTo>
                  <a:pt x="30598" y="31166"/>
                </a:lnTo>
                <a:lnTo>
                  <a:pt x="30687" y="31442"/>
                </a:lnTo>
                <a:lnTo>
                  <a:pt x="30769" y="31725"/>
                </a:lnTo>
                <a:lnTo>
                  <a:pt x="30842" y="32013"/>
                </a:lnTo>
                <a:lnTo>
                  <a:pt x="30908" y="32308"/>
                </a:lnTo>
                <a:lnTo>
                  <a:pt x="30966" y="32609"/>
                </a:lnTo>
                <a:lnTo>
                  <a:pt x="31017" y="32917"/>
                </a:lnTo>
                <a:lnTo>
                  <a:pt x="31059" y="33230"/>
                </a:lnTo>
                <a:lnTo>
                  <a:pt x="31094" y="33550"/>
                </a:lnTo>
                <a:lnTo>
                  <a:pt x="31120" y="33876"/>
                </a:lnTo>
                <a:lnTo>
                  <a:pt x="42596" y="33876"/>
                </a:lnTo>
                <a:lnTo>
                  <a:pt x="42564" y="33178"/>
                </a:lnTo>
                <a:lnTo>
                  <a:pt x="42512" y="32493"/>
                </a:lnTo>
                <a:lnTo>
                  <a:pt x="42443" y="31819"/>
                </a:lnTo>
                <a:lnTo>
                  <a:pt x="42354" y="31158"/>
                </a:lnTo>
                <a:lnTo>
                  <a:pt x="42246" y="30510"/>
                </a:lnTo>
                <a:lnTo>
                  <a:pt x="42120" y="29873"/>
                </a:lnTo>
                <a:lnTo>
                  <a:pt x="41975" y="29249"/>
                </a:lnTo>
                <a:lnTo>
                  <a:pt x="41811" y="28637"/>
                </a:lnTo>
                <a:lnTo>
                  <a:pt x="41628" y="28038"/>
                </a:lnTo>
                <a:lnTo>
                  <a:pt x="41426" y="27451"/>
                </a:lnTo>
                <a:lnTo>
                  <a:pt x="41206" y="26876"/>
                </a:lnTo>
                <a:lnTo>
                  <a:pt x="40967" y="26313"/>
                </a:lnTo>
                <a:lnTo>
                  <a:pt x="40709" y="25762"/>
                </a:lnTo>
                <a:lnTo>
                  <a:pt x="40432" y="25224"/>
                </a:lnTo>
                <a:lnTo>
                  <a:pt x="40136" y="24698"/>
                </a:lnTo>
                <a:lnTo>
                  <a:pt x="39822" y="24185"/>
                </a:lnTo>
                <a:lnTo>
                  <a:pt x="39488" y="23683"/>
                </a:lnTo>
                <a:lnTo>
                  <a:pt x="39136" y="23194"/>
                </a:lnTo>
                <a:lnTo>
                  <a:pt x="38765" y="22717"/>
                </a:lnTo>
                <a:lnTo>
                  <a:pt x="38375" y="22253"/>
                </a:lnTo>
                <a:lnTo>
                  <a:pt x="37967" y="21801"/>
                </a:lnTo>
                <a:lnTo>
                  <a:pt x="37540" y="21361"/>
                </a:lnTo>
                <a:lnTo>
                  <a:pt x="37093" y="20933"/>
                </a:lnTo>
                <a:lnTo>
                  <a:pt x="36628" y="20518"/>
                </a:lnTo>
                <a:lnTo>
                  <a:pt x="36147" y="20117"/>
                </a:lnTo>
                <a:lnTo>
                  <a:pt x="35653" y="19733"/>
                </a:lnTo>
                <a:lnTo>
                  <a:pt x="35145" y="19367"/>
                </a:lnTo>
                <a:lnTo>
                  <a:pt x="34624" y="19017"/>
                </a:lnTo>
                <a:lnTo>
                  <a:pt x="34090" y="18684"/>
                </a:lnTo>
                <a:lnTo>
                  <a:pt x="33542" y="18369"/>
                </a:lnTo>
                <a:lnTo>
                  <a:pt x="32980" y="18071"/>
                </a:lnTo>
                <a:lnTo>
                  <a:pt x="32406" y="17789"/>
                </a:lnTo>
                <a:lnTo>
                  <a:pt x="31817" y="17525"/>
                </a:lnTo>
                <a:lnTo>
                  <a:pt x="31216" y="17278"/>
                </a:lnTo>
                <a:lnTo>
                  <a:pt x="30601" y="17047"/>
                </a:lnTo>
                <a:lnTo>
                  <a:pt x="29973" y="16834"/>
                </a:lnTo>
                <a:lnTo>
                  <a:pt x="29331" y="16638"/>
                </a:lnTo>
                <a:lnTo>
                  <a:pt x="28676" y="16459"/>
                </a:lnTo>
                <a:lnTo>
                  <a:pt x="28008" y="16297"/>
                </a:lnTo>
                <a:lnTo>
                  <a:pt x="27326" y="16152"/>
                </a:lnTo>
                <a:lnTo>
                  <a:pt x="26631" y="16024"/>
                </a:lnTo>
                <a:lnTo>
                  <a:pt x="25922" y="15913"/>
                </a:lnTo>
                <a:lnTo>
                  <a:pt x="25200" y="15820"/>
                </a:lnTo>
                <a:lnTo>
                  <a:pt x="24464" y="15743"/>
                </a:lnTo>
                <a:lnTo>
                  <a:pt x="23716" y="15683"/>
                </a:lnTo>
                <a:lnTo>
                  <a:pt x="22954" y="15641"/>
                </a:lnTo>
                <a:lnTo>
                  <a:pt x="22178" y="15615"/>
                </a:lnTo>
                <a:lnTo>
                  <a:pt x="21389" y="15606"/>
                </a:lnTo>
                <a:lnTo>
                  <a:pt x="20856" y="15611"/>
                </a:lnTo>
                <a:lnTo>
                  <a:pt x="20329" y="15623"/>
                </a:lnTo>
                <a:lnTo>
                  <a:pt x="19808" y="15644"/>
                </a:lnTo>
                <a:lnTo>
                  <a:pt x="19292" y="15674"/>
                </a:lnTo>
                <a:lnTo>
                  <a:pt x="18781" y="15712"/>
                </a:lnTo>
                <a:lnTo>
                  <a:pt x="18277" y="15758"/>
                </a:lnTo>
                <a:lnTo>
                  <a:pt x="17777" y="15813"/>
                </a:lnTo>
                <a:lnTo>
                  <a:pt x="17284" y="15877"/>
                </a:lnTo>
                <a:lnTo>
                  <a:pt x="16796" y="15949"/>
                </a:lnTo>
                <a:lnTo>
                  <a:pt x="16313" y="16029"/>
                </a:lnTo>
                <a:lnTo>
                  <a:pt x="15836" y="16118"/>
                </a:lnTo>
                <a:lnTo>
                  <a:pt x="15365" y="16215"/>
                </a:lnTo>
                <a:lnTo>
                  <a:pt x="14899" y="16320"/>
                </a:lnTo>
                <a:lnTo>
                  <a:pt x="14439" y="16434"/>
                </a:lnTo>
                <a:lnTo>
                  <a:pt x="13984" y="16557"/>
                </a:lnTo>
                <a:lnTo>
                  <a:pt x="13535" y="16688"/>
                </a:lnTo>
                <a:lnTo>
                  <a:pt x="13092" y="16827"/>
                </a:lnTo>
                <a:lnTo>
                  <a:pt x="12654" y="16975"/>
                </a:lnTo>
                <a:lnTo>
                  <a:pt x="12221" y="17131"/>
                </a:lnTo>
                <a:lnTo>
                  <a:pt x="11795" y="17296"/>
                </a:lnTo>
                <a:lnTo>
                  <a:pt x="11373" y="17469"/>
                </a:lnTo>
                <a:lnTo>
                  <a:pt x="10958" y="17651"/>
                </a:lnTo>
                <a:lnTo>
                  <a:pt x="10548" y="17841"/>
                </a:lnTo>
                <a:lnTo>
                  <a:pt x="10143" y="18040"/>
                </a:lnTo>
                <a:lnTo>
                  <a:pt x="9745" y="18246"/>
                </a:lnTo>
                <a:lnTo>
                  <a:pt x="9355" y="18459"/>
                </a:lnTo>
                <a:lnTo>
                  <a:pt x="8972" y="18678"/>
                </a:lnTo>
                <a:lnTo>
                  <a:pt x="8597" y="18905"/>
                </a:lnTo>
                <a:lnTo>
                  <a:pt x="8229" y="19139"/>
                </a:lnTo>
                <a:lnTo>
                  <a:pt x="7869" y="19379"/>
                </a:lnTo>
                <a:lnTo>
                  <a:pt x="7516" y="19626"/>
                </a:lnTo>
                <a:lnTo>
                  <a:pt x="7170" y="19880"/>
                </a:lnTo>
                <a:lnTo>
                  <a:pt x="6832" y="20141"/>
                </a:lnTo>
                <a:lnTo>
                  <a:pt x="6502" y="20409"/>
                </a:lnTo>
                <a:lnTo>
                  <a:pt x="6179" y="20684"/>
                </a:lnTo>
                <a:lnTo>
                  <a:pt x="5863" y="20965"/>
                </a:lnTo>
                <a:lnTo>
                  <a:pt x="5555" y="21254"/>
                </a:lnTo>
                <a:lnTo>
                  <a:pt x="5255" y="21549"/>
                </a:lnTo>
                <a:lnTo>
                  <a:pt x="4962" y="21851"/>
                </a:lnTo>
                <a:lnTo>
                  <a:pt x="4676" y="22160"/>
                </a:lnTo>
                <a:lnTo>
                  <a:pt x="4398" y="22476"/>
                </a:lnTo>
                <a:lnTo>
                  <a:pt x="4128" y="22798"/>
                </a:lnTo>
                <a:lnTo>
                  <a:pt x="3865" y="23128"/>
                </a:lnTo>
                <a:lnTo>
                  <a:pt x="3609" y="23464"/>
                </a:lnTo>
                <a:lnTo>
                  <a:pt x="3361" y="23808"/>
                </a:lnTo>
                <a:lnTo>
                  <a:pt x="3120" y="24158"/>
                </a:lnTo>
                <a:lnTo>
                  <a:pt x="2887" y="24515"/>
                </a:lnTo>
                <a:lnTo>
                  <a:pt x="2662" y="24878"/>
                </a:lnTo>
                <a:lnTo>
                  <a:pt x="2444" y="25249"/>
                </a:lnTo>
                <a:lnTo>
                  <a:pt x="2236" y="25625"/>
                </a:lnTo>
                <a:lnTo>
                  <a:pt x="2038" y="26007"/>
                </a:lnTo>
                <a:lnTo>
                  <a:pt x="1848" y="26396"/>
                </a:lnTo>
                <a:lnTo>
                  <a:pt x="1668" y="26790"/>
                </a:lnTo>
                <a:lnTo>
                  <a:pt x="1497" y="27191"/>
                </a:lnTo>
                <a:lnTo>
                  <a:pt x="1335" y="27597"/>
                </a:lnTo>
                <a:lnTo>
                  <a:pt x="1183" y="28010"/>
                </a:lnTo>
                <a:lnTo>
                  <a:pt x="1040" y="28429"/>
                </a:lnTo>
                <a:lnTo>
                  <a:pt x="906" y="28854"/>
                </a:lnTo>
                <a:lnTo>
                  <a:pt x="781" y="29284"/>
                </a:lnTo>
                <a:lnTo>
                  <a:pt x="665" y="29721"/>
                </a:lnTo>
                <a:lnTo>
                  <a:pt x="559" y="30164"/>
                </a:lnTo>
                <a:lnTo>
                  <a:pt x="462" y="30613"/>
                </a:lnTo>
                <a:lnTo>
                  <a:pt x="374" y="31068"/>
                </a:lnTo>
                <a:lnTo>
                  <a:pt x="296" y="31529"/>
                </a:lnTo>
                <a:lnTo>
                  <a:pt x="226" y="31997"/>
                </a:lnTo>
                <a:lnTo>
                  <a:pt x="166" y="32470"/>
                </a:lnTo>
                <a:lnTo>
                  <a:pt x="116" y="32949"/>
                </a:lnTo>
                <a:lnTo>
                  <a:pt x="74" y="33434"/>
                </a:lnTo>
                <a:lnTo>
                  <a:pt x="42" y="33926"/>
                </a:lnTo>
                <a:lnTo>
                  <a:pt x="18" y="34423"/>
                </a:lnTo>
                <a:lnTo>
                  <a:pt x="5" y="34927"/>
                </a:lnTo>
                <a:lnTo>
                  <a:pt x="0" y="35436"/>
                </a:lnTo>
                <a:lnTo>
                  <a:pt x="0" y="48105"/>
                </a:lnTo>
                <a:lnTo>
                  <a:pt x="5" y="48607"/>
                </a:lnTo>
                <a:lnTo>
                  <a:pt x="18" y="49104"/>
                </a:lnTo>
                <a:lnTo>
                  <a:pt x="42" y="49595"/>
                </a:lnTo>
                <a:lnTo>
                  <a:pt x="74" y="50080"/>
                </a:lnTo>
                <a:lnTo>
                  <a:pt x="116" y="50560"/>
                </a:lnTo>
                <a:lnTo>
                  <a:pt x="166" y="51034"/>
                </a:lnTo>
                <a:lnTo>
                  <a:pt x="226" y="51503"/>
                </a:lnTo>
                <a:lnTo>
                  <a:pt x="296" y="51966"/>
                </a:lnTo>
                <a:lnTo>
                  <a:pt x="374" y="52423"/>
                </a:lnTo>
                <a:lnTo>
                  <a:pt x="462" y="52875"/>
                </a:lnTo>
                <a:lnTo>
                  <a:pt x="559" y="53322"/>
                </a:lnTo>
                <a:lnTo>
                  <a:pt x="665" y="53762"/>
                </a:lnTo>
                <a:lnTo>
                  <a:pt x="781" y="54198"/>
                </a:lnTo>
                <a:lnTo>
                  <a:pt x="906" y="54627"/>
                </a:lnTo>
                <a:lnTo>
                  <a:pt x="1040" y="55051"/>
                </a:lnTo>
                <a:lnTo>
                  <a:pt x="1183" y="55470"/>
                </a:lnTo>
                <a:lnTo>
                  <a:pt x="1335" y="55883"/>
                </a:lnTo>
                <a:lnTo>
                  <a:pt x="1497" y="56290"/>
                </a:lnTo>
                <a:lnTo>
                  <a:pt x="1668" y="56692"/>
                </a:lnTo>
                <a:lnTo>
                  <a:pt x="1848" y="57088"/>
                </a:lnTo>
                <a:lnTo>
                  <a:pt x="2038" y="57479"/>
                </a:lnTo>
                <a:lnTo>
                  <a:pt x="2236" y="57864"/>
                </a:lnTo>
                <a:lnTo>
                  <a:pt x="2444" y="58243"/>
                </a:lnTo>
                <a:lnTo>
                  <a:pt x="2662" y="58617"/>
                </a:lnTo>
                <a:lnTo>
                  <a:pt x="2887" y="58984"/>
                </a:lnTo>
                <a:lnTo>
                  <a:pt x="3120" y="59345"/>
                </a:lnTo>
                <a:lnTo>
                  <a:pt x="3361" y="59698"/>
                </a:lnTo>
                <a:lnTo>
                  <a:pt x="3609" y="60045"/>
                </a:lnTo>
                <a:lnTo>
                  <a:pt x="3865" y="60384"/>
                </a:lnTo>
                <a:lnTo>
                  <a:pt x="4128" y="60717"/>
                </a:lnTo>
                <a:lnTo>
                  <a:pt x="4398" y="61042"/>
                </a:lnTo>
                <a:lnTo>
                  <a:pt x="4676" y="61360"/>
                </a:lnTo>
                <a:lnTo>
                  <a:pt x="4962" y="61672"/>
                </a:lnTo>
                <a:lnTo>
                  <a:pt x="5255" y="61976"/>
                </a:lnTo>
                <a:lnTo>
                  <a:pt x="5555" y="62274"/>
                </a:lnTo>
                <a:lnTo>
                  <a:pt x="5863" y="62564"/>
                </a:lnTo>
                <a:lnTo>
                  <a:pt x="6179" y="62847"/>
                </a:lnTo>
                <a:lnTo>
                  <a:pt x="6502" y="63124"/>
                </a:lnTo>
                <a:lnTo>
                  <a:pt x="6832" y="63393"/>
                </a:lnTo>
                <a:lnTo>
                  <a:pt x="7170" y="63655"/>
                </a:lnTo>
                <a:lnTo>
                  <a:pt x="7516" y="63911"/>
                </a:lnTo>
                <a:lnTo>
                  <a:pt x="7869" y="64159"/>
                </a:lnTo>
                <a:lnTo>
                  <a:pt x="8229" y="64400"/>
                </a:lnTo>
                <a:lnTo>
                  <a:pt x="8597" y="64635"/>
                </a:lnTo>
                <a:lnTo>
                  <a:pt x="8972" y="64862"/>
                </a:lnTo>
                <a:lnTo>
                  <a:pt x="9355" y="65082"/>
                </a:lnTo>
                <a:lnTo>
                  <a:pt x="9745" y="65296"/>
                </a:lnTo>
                <a:lnTo>
                  <a:pt x="10143" y="65502"/>
                </a:lnTo>
                <a:lnTo>
                  <a:pt x="10548" y="65700"/>
                </a:lnTo>
                <a:lnTo>
                  <a:pt x="10958" y="65890"/>
                </a:lnTo>
                <a:lnTo>
                  <a:pt x="11373" y="66072"/>
                </a:lnTo>
                <a:lnTo>
                  <a:pt x="11795" y="66245"/>
                </a:lnTo>
                <a:lnTo>
                  <a:pt x="12221" y="66410"/>
                </a:lnTo>
                <a:lnTo>
                  <a:pt x="12654" y="66566"/>
                </a:lnTo>
                <a:lnTo>
                  <a:pt x="13092" y="66714"/>
                </a:lnTo>
                <a:lnTo>
                  <a:pt x="13535" y="66853"/>
                </a:lnTo>
                <a:lnTo>
                  <a:pt x="13984" y="66984"/>
                </a:lnTo>
                <a:lnTo>
                  <a:pt x="14439" y="67106"/>
                </a:lnTo>
                <a:lnTo>
                  <a:pt x="14899" y="67220"/>
                </a:lnTo>
                <a:lnTo>
                  <a:pt x="15365" y="67326"/>
                </a:lnTo>
                <a:lnTo>
                  <a:pt x="15836" y="67423"/>
                </a:lnTo>
                <a:lnTo>
                  <a:pt x="16313" y="67511"/>
                </a:lnTo>
                <a:lnTo>
                  <a:pt x="16796" y="67592"/>
                </a:lnTo>
                <a:lnTo>
                  <a:pt x="17284" y="67663"/>
                </a:lnTo>
                <a:lnTo>
                  <a:pt x="17777" y="67727"/>
                </a:lnTo>
                <a:lnTo>
                  <a:pt x="18277" y="67782"/>
                </a:lnTo>
                <a:lnTo>
                  <a:pt x="18781" y="67828"/>
                </a:lnTo>
                <a:lnTo>
                  <a:pt x="19292" y="67866"/>
                </a:lnTo>
                <a:lnTo>
                  <a:pt x="19808" y="67896"/>
                </a:lnTo>
                <a:lnTo>
                  <a:pt x="20329" y="67917"/>
                </a:lnTo>
                <a:lnTo>
                  <a:pt x="20856" y="67929"/>
                </a:lnTo>
                <a:lnTo>
                  <a:pt x="21389" y="67934"/>
                </a:lnTo>
                <a:lnTo>
                  <a:pt x="22178" y="67925"/>
                </a:lnTo>
                <a:lnTo>
                  <a:pt x="22954" y="67900"/>
                </a:lnTo>
                <a:close/>
                <a:moveTo>
                  <a:pt x="151933" y="67016"/>
                </a:moveTo>
                <a:lnTo>
                  <a:pt x="151933" y="32773"/>
                </a:lnTo>
                <a:lnTo>
                  <a:pt x="151924" y="32121"/>
                </a:lnTo>
                <a:lnTo>
                  <a:pt x="151896" y="31480"/>
                </a:lnTo>
                <a:lnTo>
                  <a:pt x="151849" y="30851"/>
                </a:lnTo>
                <a:lnTo>
                  <a:pt x="151784" y="30232"/>
                </a:lnTo>
                <a:lnTo>
                  <a:pt x="151700" y="29625"/>
                </a:lnTo>
                <a:lnTo>
                  <a:pt x="151597" y="29030"/>
                </a:lnTo>
                <a:lnTo>
                  <a:pt x="151476" y="28445"/>
                </a:lnTo>
                <a:lnTo>
                  <a:pt x="151336" y="27872"/>
                </a:lnTo>
                <a:lnTo>
                  <a:pt x="151178" y="27311"/>
                </a:lnTo>
                <a:lnTo>
                  <a:pt x="151001" y="26760"/>
                </a:lnTo>
                <a:lnTo>
                  <a:pt x="150805" y="26221"/>
                </a:lnTo>
                <a:lnTo>
                  <a:pt x="150590" y="25693"/>
                </a:lnTo>
                <a:lnTo>
                  <a:pt x="150357" y="25177"/>
                </a:lnTo>
                <a:lnTo>
                  <a:pt x="150106" y="24672"/>
                </a:lnTo>
                <a:lnTo>
                  <a:pt x="149835" y="24178"/>
                </a:lnTo>
                <a:lnTo>
                  <a:pt x="149546" y="23695"/>
                </a:lnTo>
                <a:lnTo>
                  <a:pt x="149238" y="23224"/>
                </a:lnTo>
                <a:lnTo>
                  <a:pt x="148912" y="22764"/>
                </a:lnTo>
                <a:lnTo>
                  <a:pt x="148567" y="22316"/>
                </a:lnTo>
                <a:lnTo>
                  <a:pt x="148203" y="21879"/>
                </a:lnTo>
                <a:lnTo>
                  <a:pt x="147821" y="21453"/>
                </a:lnTo>
                <a:lnTo>
                  <a:pt x="147420" y="21038"/>
                </a:lnTo>
                <a:lnTo>
                  <a:pt x="147001" y="20635"/>
                </a:lnTo>
                <a:lnTo>
                  <a:pt x="146562" y="20243"/>
                </a:lnTo>
                <a:lnTo>
                  <a:pt x="146108" y="19865"/>
                </a:lnTo>
                <a:lnTo>
                  <a:pt x="145640" y="19503"/>
                </a:lnTo>
                <a:lnTo>
                  <a:pt x="145159" y="19156"/>
                </a:lnTo>
                <a:lnTo>
                  <a:pt x="144664" y="18826"/>
                </a:lnTo>
                <a:lnTo>
                  <a:pt x="144156" y="18512"/>
                </a:lnTo>
                <a:lnTo>
                  <a:pt x="143634" y="18215"/>
                </a:lnTo>
                <a:lnTo>
                  <a:pt x="143098" y="17933"/>
                </a:lnTo>
                <a:lnTo>
                  <a:pt x="142549" y="17667"/>
                </a:lnTo>
                <a:lnTo>
                  <a:pt x="141987" y="17418"/>
                </a:lnTo>
                <a:lnTo>
                  <a:pt x="141410" y="17184"/>
                </a:lnTo>
                <a:lnTo>
                  <a:pt x="140821" y="16967"/>
                </a:lnTo>
                <a:lnTo>
                  <a:pt x="140217" y="16766"/>
                </a:lnTo>
                <a:lnTo>
                  <a:pt x="139601" y="16580"/>
                </a:lnTo>
                <a:lnTo>
                  <a:pt x="138970" y="16411"/>
                </a:lnTo>
                <a:lnTo>
                  <a:pt x="138326" y="16258"/>
                </a:lnTo>
                <a:lnTo>
                  <a:pt x="137669" y="16122"/>
                </a:lnTo>
                <a:lnTo>
                  <a:pt x="136998" y="16001"/>
                </a:lnTo>
                <a:lnTo>
                  <a:pt x="136313" y="15896"/>
                </a:lnTo>
                <a:lnTo>
                  <a:pt x="135615" y="15808"/>
                </a:lnTo>
                <a:lnTo>
                  <a:pt x="134903" y="15735"/>
                </a:lnTo>
                <a:lnTo>
                  <a:pt x="134178" y="15679"/>
                </a:lnTo>
                <a:lnTo>
                  <a:pt x="133439" y="15639"/>
                </a:lnTo>
                <a:lnTo>
                  <a:pt x="132687" y="15614"/>
                </a:lnTo>
                <a:lnTo>
                  <a:pt x="131921" y="15606"/>
                </a:lnTo>
                <a:lnTo>
                  <a:pt x="131200" y="15614"/>
                </a:lnTo>
                <a:lnTo>
                  <a:pt x="130489" y="15636"/>
                </a:lnTo>
                <a:lnTo>
                  <a:pt x="129790" y="15672"/>
                </a:lnTo>
                <a:lnTo>
                  <a:pt x="129101" y="15724"/>
                </a:lnTo>
                <a:lnTo>
                  <a:pt x="128423" y="15790"/>
                </a:lnTo>
                <a:lnTo>
                  <a:pt x="127755" y="15870"/>
                </a:lnTo>
                <a:lnTo>
                  <a:pt x="127099" y="15966"/>
                </a:lnTo>
                <a:lnTo>
                  <a:pt x="126454" y="16076"/>
                </a:lnTo>
                <a:lnTo>
                  <a:pt x="125819" y="16200"/>
                </a:lnTo>
                <a:lnTo>
                  <a:pt x="125195" y="16340"/>
                </a:lnTo>
                <a:lnTo>
                  <a:pt x="124582" y="16494"/>
                </a:lnTo>
                <a:lnTo>
                  <a:pt x="123980" y="16662"/>
                </a:lnTo>
                <a:lnTo>
                  <a:pt x="123389" y="16846"/>
                </a:lnTo>
                <a:lnTo>
                  <a:pt x="122808" y="17044"/>
                </a:lnTo>
                <a:lnTo>
                  <a:pt x="122238" y="17256"/>
                </a:lnTo>
                <a:lnTo>
                  <a:pt x="121680" y="17484"/>
                </a:lnTo>
                <a:lnTo>
                  <a:pt x="121132" y="17725"/>
                </a:lnTo>
                <a:lnTo>
                  <a:pt x="120595" y="17982"/>
                </a:lnTo>
                <a:lnTo>
                  <a:pt x="120068" y="18253"/>
                </a:lnTo>
                <a:lnTo>
                  <a:pt x="119553" y="18539"/>
                </a:lnTo>
                <a:lnTo>
                  <a:pt x="119048" y="18840"/>
                </a:lnTo>
                <a:lnTo>
                  <a:pt x="118554" y="19155"/>
                </a:lnTo>
                <a:lnTo>
                  <a:pt x="118071" y="19485"/>
                </a:lnTo>
                <a:lnTo>
                  <a:pt x="117599" y="19830"/>
                </a:lnTo>
                <a:lnTo>
                  <a:pt x="117141" y="20187"/>
                </a:lnTo>
                <a:lnTo>
                  <a:pt x="116699" y="20554"/>
                </a:lnTo>
                <a:lnTo>
                  <a:pt x="116274" y="20931"/>
                </a:lnTo>
                <a:lnTo>
                  <a:pt x="115865" y="21319"/>
                </a:lnTo>
                <a:lnTo>
                  <a:pt x="115473" y="21717"/>
                </a:lnTo>
                <a:lnTo>
                  <a:pt x="115097" y="22125"/>
                </a:lnTo>
                <a:lnTo>
                  <a:pt x="114738" y="22543"/>
                </a:lnTo>
                <a:lnTo>
                  <a:pt x="114396" y="22971"/>
                </a:lnTo>
                <a:lnTo>
                  <a:pt x="114070" y="23410"/>
                </a:lnTo>
                <a:lnTo>
                  <a:pt x="113761" y="23858"/>
                </a:lnTo>
                <a:lnTo>
                  <a:pt x="113468" y="24317"/>
                </a:lnTo>
                <a:lnTo>
                  <a:pt x="113192" y="24787"/>
                </a:lnTo>
                <a:lnTo>
                  <a:pt x="112933" y="25266"/>
                </a:lnTo>
                <a:lnTo>
                  <a:pt x="112690" y="25756"/>
                </a:lnTo>
                <a:lnTo>
                  <a:pt x="112464" y="26255"/>
                </a:lnTo>
                <a:lnTo>
                  <a:pt x="112254" y="26765"/>
                </a:lnTo>
                <a:lnTo>
                  <a:pt x="112061" y="27286"/>
                </a:lnTo>
                <a:lnTo>
                  <a:pt x="111884" y="27816"/>
                </a:lnTo>
                <a:lnTo>
                  <a:pt x="111724" y="28357"/>
                </a:lnTo>
                <a:lnTo>
                  <a:pt x="111580" y="28907"/>
                </a:lnTo>
                <a:lnTo>
                  <a:pt x="111454" y="29469"/>
                </a:lnTo>
                <a:lnTo>
                  <a:pt x="111343" y="30040"/>
                </a:lnTo>
                <a:lnTo>
                  <a:pt x="111250" y="30621"/>
                </a:lnTo>
                <a:lnTo>
                  <a:pt x="111172" y="31213"/>
                </a:lnTo>
                <a:lnTo>
                  <a:pt x="122373" y="31213"/>
                </a:lnTo>
                <a:lnTo>
                  <a:pt x="122415" y="30978"/>
                </a:lnTo>
                <a:lnTo>
                  <a:pt x="122464" y="30747"/>
                </a:lnTo>
                <a:lnTo>
                  <a:pt x="122519" y="30520"/>
                </a:lnTo>
                <a:lnTo>
                  <a:pt x="122582" y="30297"/>
                </a:lnTo>
                <a:lnTo>
                  <a:pt x="122652" y="30079"/>
                </a:lnTo>
                <a:lnTo>
                  <a:pt x="122729" y="29864"/>
                </a:lnTo>
                <a:lnTo>
                  <a:pt x="122812" y="29654"/>
                </a:lnTo>
                <a:lnTo>
                  <a:pt x="122903" y="29448"/>
                </a:lnTo>
                <a:lnTo>
                  <a:pt x="123001" y="29246"/>
                </a:lnTo>
                <a:lnTo>
                  <a:pt x="123106" y="29048"/>
                </a:lnTo>
                <a:lnTo>
                  <a:pt x="123217" y="28855"/>
                </a:lnTo>
                <a:lnTo>
                  <a:pt x="123336" y="28665"/>
                </a:lnTo>
                <a:lnTo>
                  <a:pt x="123462" y="28480"/>
                </a:lnTo>
                <a:lnTo>
                  <a:pt x="123595" y="28299"/>
                </a:lnTo>
                <a:lnTo>
                  <a:pt x="123735" y="28122"/>
                </a:lnTo>
                <a:lnTo>
                  <a:pt x="123882" y="27949"/>
                </a:lnTo>
                <a:lnTo>
                  <a:pt x="124036" y="27780"/>
                </a:lnTo>
                <a:lnTo>
                  <a:pt x="124197" y="27615"/>
                </a:lnTo>
                <a:lnTo>
                  <a:pt x="124364" y="27455"/>
                </a:lnTo>
                <a:lnTo>
                  <a:pt x="124539" y="27299"/>
                </a:lnTo>
                <a:lnTo>
                  <a:pt x="124721" y="27146"/>
                </a:lnTo>
                <a:lnTo>
                  <a:pt x="124910" y="26998"/>
                </a:lnTo>
                <a:lnTo>
                  <a:pt x="125106" y="26855"/>
                </a:lnTo>
                <a:lnTo>
                  <a:pt x="125309" y="26715"/>
                </a:lnTo>
                <a:lnTo>
                  <a:pt x="125518" y="26580"/>
                </a:lnTo>
                <a:lnTo>
                  <a:pt x="125731" y="26451"/>
                </a:lnTo>
                <a:lnTo>
                  <a:pt x="125949" y="26327"/>
                </a:lnTo>
                <a:lnTo>
                  <a:pt x="126171" y="26210"/>
                </a:lnTo>
                <a:lnTo>
                  <a:pt x="126398" y="26098"/>
                </a:lnTo>
                <a:lnTo>
                  <a:pt x="126629" y="25992"/>
                </a:lnTo>
                <a:lnTo>
                  <a:pt x="126865" y="25891"/>
                </a:lnTo>
                <a:lnTo>
                  <a:pt x="127105" y="25797"/>
                </a:lnTo>
                <a:lnTo>
                  <a:pt x="127350" y="25708"/>
                </a:lnTo>
                <a:lnTo>
                  <a:pt x="127599" y="25624"/>
                </a:lnTo>
                <a:lnTo>
                  <a:pt x="127852" y="25547"/>
                </a:lnTo>
                <a:lnTo>
                  <a:pt x="128110" y="25475"/>
                </a:lnTo>
                <a:lnTo>
                  <a:pt x="128372" y="25409"/>
                </a:lnTo>
                <a:lnTo>
                  <a:pt x="128639" y="25349"/>
                </a:lnTo>
                <a:lnTo>
                  <a:pt x="128910" y="25294"/>
                </a:lnTo>
                <a:lnTo>
                  <a:pt x="129186" y="25246"/>
                </a:lnTo>
                <a:lnTo>
                  <a:pt x="129466" y="25203"/>
                </a:lnTo>
                <a:lnTo>
                  <a:pt x="129751" y="25165"/>
                </a:lnTo>
                <a:lnTo>
                  <a:pt x="130040" y="25134"/>
                </a:lnTo>
                <a:lnTo>
                  <a:pt x="130334" y="25108"/>
                </a:lnTo>
                <a:lnTo>
                  <a:pt x="130632" y="25088"/>
                </a:lnTo>
                <a:lnTo>
                  <a:pt x="130934" y="25073"/>
                </a:lnTo>
                <a:lnTo>
                  <a:pt x="131241" y="25065"/>
                </a:lnTo>
                <a:lnTo>
                  <a:pt x="131553" y="25062"/>
                </a:lnTo>
                <a:lnTo>
                  <a:pt x="131894" y="25065"/>
                </a:lnTo>
                <a:lnTo>
                  <a:pt x="132229" y="25076"/>
                </a:lnTo>
                <a:lnTo>
                  <a:pt x="132559" y="25094"/>
                </a:lnTo>
                <a:lnTo>
                  <a:pt x="132882" y="25119"/>
                </a:lnTo>
                <a:lnTo>
                  <a:pt x="133199" y="25152"/>
                </a:lnTo>
                <a:lnTo>
                  <a:pt x="133510" y="25191"/>
                </a:lnTo>
                <a:lnTo>
                  <a:pt x="133815" y="25238"/>
                </a:lnTo>
                <a:lnTo>
                  <a:pt x="134114" y="25291"/>
                </a:lnTo>
                <a:lnTo>
                  <a:pt x="134406" y="25352"/>
                </a:lnTo>
                <a:lnTo>
                  <a:pt x="134693" y="25421"/>
                </a:lnTo>
                <a:lnTo>
                  <a:pt x="134974" y="25496"/>
                </a:lnTo>
                <a:lnTo>
                  <a:pt x="135248" y="25578"/>
                </a:lnTo>
                <a:lnTo>
                  <a:pt x="135517" y="25668"/>
                </a:lnTo>
                <a:lnTo>
                  <a:pt x="135779" y="25765"/>
                </a:lnTo>
                <a:lnTo>
                  <a:pt x="136036" y="25869"/>
                </a:lnTo>
                <a:lnTo>
                  <a:pt x="136286" y="25980"/>
                </a:lnTo>
                <a:lnTo>
                  <a:pt x="136531" y="26099"/>
                </a:lnTo>
                <a:lnTo>
                  <a:pt x="136769" y="26224"/>
                </a:lnTo>
                <a:lnTo>
                  <a:pt x="137001" y="26357"/>
                </a:lnTo>
                <a:lnTo>
                  <a:pt x="137227" y="26497"/>
                </a:lnTo>
                <a:lnTo>
                  <a:pt x="137447" y="26644"/>
                </a:lnTo>
                <a:lnTo>
                  <a:pt x="137661" y="26798"/>
                </a:lnTo>
                <a:lnTo>
                  <a:pt x="137869" y="26959"/>
                </a:lnTo>
                <a:lnTo>
                  <a:pt x="138071" y="27128"/>
                </a:lnTo>
                <a:lnTo>
                  <a:pt x="138265" y="27303"/>
                </a:lnTo>
                <a:lnTo>
                  <a:pt x="138452" y="27483"/>
                </a:lnTo>
                <a:lnTo>
                  <a:pt x="138630" y="27669"/>
                </a:lnTo>
                <a:lnTo>
                  <a:pt x="138800" y="27861"/>
                </a:lnTo>
                <a:lnTo>
                  <a:pt x="138962" y="28058"/>
                </a:lnTo>
                <a:lnTo>
                  <a:pt x="139115" y="28261"/>
                </a:lnTo>
                <a:lnTo>
                  <a:pt x="139260" y="28469"/>
                </a:lnTo>
                <a:lnTo>
                  <a:pt x="139397" y="28683"/>
                </a:lnTo>
                <a:lnTo>
                  <a:pt x="139525" y="28903"/>
                </a:lnTo>
                <a:lnTo>
                  <a:pt x="139645" y="29128"/>
                </a:lnTo>
                <a:lnTo>
                  <a:pt x="139757" y="29359"/>
                </a:lnTo>
                <a:lnTo>
                  <a:pt x="139861" y="29595"/>
                </a:lnTo>
                <a:lnTo>
                  <a:pt x="139956" y="29837"/>
                </a:lnTo>
                <a:lnTo>
                  <a:pt x="140043" y="30084"/>
                </a:lnTo>
                <a:lnTo>
                  <a:pt x="140122" y="30337"/>
                </a:lnTo>
                <a:lnTo>
                  <a:pt x="140192" y="30596"/>
                </a:lnTo>
                <a:lnTo>
                  <a:pt x="140255" y="30860"/>
                </a:lnTo>
                <a:lnTo>
                  <a:pt x="140308" y="31130"/>
                </a:lnTo>
                <a:lnTo>
                  <a:pt x="140354" y="31405"/>
                </a:lnTo>
                <a:lnTo>
                  <a:pt x="140391" y="31686"/>
                </a:lnTo>
                <a:lnTo>
                  <a:pt x="140420" y="31973"/>
                </a:lnTo>
                <a:lnTo>
                  <a:pt x="140441" y="32265"/>
                </a:lnTo>
                <a:lnTo>
                  <a:pt x="140454" y="32563"/>
                </a:lnTo>
                <a:lnTo>
                  <a:pt x="140458" y="32866"/>
                </a:lnTo>
                <a:lnTo>
                  <a:pt x="140458" y="37180"/>
                </a:lnTo>
                <a:lnTo>
                  <a:pt x="127881" y="37180"/>
                </a:lnTo>
                <a:lnTo>
                  <a:pt x="127131" y="37187"/>
                </a:lnTo>
                <a:lnTo>
                  <a:pt x="126395" y="37208"/>
                </a:lnTo>
                <a:lnTo>
                  <a:pt x="125674" y="37243"/>
                </a:lnTo>
                <a:lnTo>
                  <a:pt x="124966" y="37293"/>
                </a:lnTo>
                <a:lnTo>
                  <a:pt x="124274" y="37356"/>
                </a:lnTo>
                <a:lnTo>
                  <a:pt x="123595" y="37433"/>
                </a:lnTo>
                <a:lnTo>
                  <a:pt x="122931" y="37524"/>
                </a:lnTo>
                <a:lnTo>
                  <a:pt x="122281" y="37629"/>
                </a:lnTo>
                <a:lnTo>
                  <a:pt x="121646" y="37748"/>
                </a:lnTo>
                <a:lnTo>
                  <a:pt x="121025" y="37882"/>
                </a:lnTo>
                <a:lnTo>
                  <a:pt x="120418" y="38029"/>
                </a:lnTo>
                <a:lnTo>
                  <a:pt x="119826" y="38190"/>
                </a:lnTo>
                <a:lnTo>
                  <a:pt x="119247" y="38366"/>
                </a:lnTo>
                <a:lnTo>
                  <a:pt x="118684" y="38555"/>
                </a:lnTo>
                <a:lnTo>
                  <a:pt x="118134" y="38758"/>
                </a:lnTo>
                <a:lnTo>
                  <a:pt x="117599" y="38976"/>
                </a:lnTo>
                <a:lnTo>
                  <a:pt x="117079" y="39207"/>
                </a:lnTo>
                <a:lnTo>
                  <a:pt x="116572" y="39453"/>
                </a:lnTo>
                <a:lnTo>
                  <a:pt x="116080" y="39712"/>
                </a:lnTo>
                <a:lnTo>
                  <a:pt x="115603" y="39986"/>
                </a:lnTo>
                <a:lnTo>
                  <a:pt x="115139" y="40273"/>
                </a:lnTo>
                <a:lnTo>
                  <a:pt x="114690" y="40575"/>
                </a:lnTo>
                <a:lnTo>
                  <a:pt x="114256" y="40891"/>
                </a:lnTo>
                <a:lnTo>
                  <a:pt x="113835" y="41220"/>
                </a:lnTo>
                <a:lnTo>
                  <a:pt x="113431" y="41563"/>
                </a:lnTo>
                <a:lnTo>
                  <a:pt x="113043" y="41917"/>
                </a:lnTo>
                <a:lnTo>
                  <a:pt x="112673" y="42283"/>
                </a:lnTo>
                <a:lnTo>
                  <a:pt x="112321" y="42661"/>
                </a:lnTo>
                <a:lnTo>
                  <a:pt x="111985" y="43050"/>
                </a:lnTo>
                <a:lnTo>
                  <a:pt x="111666" y="43452"/>
                </a:lnTo>
                <a:lnTo>
                  <a:pt x="111365" y="43865"/>
                </a:lnTo>
                <a:lnTo>
                  <a:pt x="111081" y="44290"/>
                </a:lnTo>
                <a:lnTo>
                  <a:pt x="110814" y="44727"/>
                </a:lnTo>
                <a:lnTo>
                  <a:pt x="110565" y="45175"/>
                </a:lnTo>
                <a:lnTo>
                  <a:pt x="110332" y="45636"/>
                </a:lnTo>
                <a:lnTo>
                  <a:pt x="110117" y="46108"/>
                </a:lnTo>
                <a:lnTo>
                  <a:pt x="109919" y="46592"/>
                </a:lnTo>
                <a:lnTo>
                  <a:pt x="109738" y="47088"/>
                </a:lnTo>
                <a:lnTo>
                  <a:pt x="109575" y="47595"/>
                </a:lnTo>
                <a:lnTo>
                  <a:pt x="109429" y="48115"/>
                </a:lnTo>
                <a:lnTo>
                  <a:pt x="109300" y="48646"/>
                </a:lnTo>
                <a:lnTo>
                  <a:pt x="109188" y="49189"/>
                </a:lnTo>
                <a:lnTo>
                  <a:pt x="109093" y="49744"/>
                </a:lnTo>
                <a:lnTo>
                  <a:pt x="109016" y="50310"/>
                </a:lnTo>
                <a:lnTo>
                  <a:pt x="108955" y="50888"/>
                </a:lnTo>
                <a:lnTo>
                  <a:pt x="108912" y="51479"/>
                </a:lnTo>
                <a:lnTo>
                  <a:pt x="108886" y="52081"/>
                </a:lnTo>
                <a:lnTo>
                  <a:pt x="108878" y="52694"/>
                </a:lnTo>
                <a:lnTo>
                  <a:pt x="108886" y="53271"/>
                </a:lnTo>
                <a:lnTo>
                  <a:pt x="108909" y="53837"/>
                </a:lnTo>
                <a:lnTo>
                  <a:pt x="108948" y="54394"/>
                </a:lnTo>
                <a:lnTo>
                  <a:pt x="109003" y="54941"/>
                </a:lnTo>
                <a:lnTo>
                  <a:pt x="109073" y="55478"/>
                </a:lnTo>
                <a:lnTo>
                  <a:pt x="109159" y="56005"/>
                </a:lnTo>
                <a:lnTo>
                  <a:pt x="109260" y="56522"/>
                </a:lnTo>
                <a:lnTo>
                  <a:pt x="109378" y="57030"/>
                </a:lnTo>
                <a:lnTo>
                  <a:pt x="109510" y="57527"/>
                </a:lnTo>
                <a:lnTo>
                  <a:pt x="109659" y="58015"/>
                </a:lnTo>
                <a:lnTo>
                  <a:pt x="109823" y="58492"/>
                </a:lnTo>
                <a:lnTo>
                  <a:pt x="110002" y="58960"/>
                </a:lnTo>
                <a:lnTo>
                  <a:pt x="110198" y="59418"/>
                </a:lnTo>
                <a:lnTo>
                  <a:pt x="110408" y="59866"/>
                </a:lnTo>
                <a:lnTo>
                  <a:pt x="110635" y="60304"/>
                </a:lnTo>
                <a:lnTo>
                  <a:pt x="110877" y="60732"/>
                </a:lnTo>
                <a:lnTo>
                  <a:pt x="111135" y="61151"/>
                </a:lnTo>
                <a:lnTo>
                  <a:pt x="111408" y="61559"/>
                </a:lnTo>
                <a:lnTo>
                  <a:pt x="111697" y="61958"/>
                </a:lnTo>
                <a:lnTo>
                  <a:pt x="112001" y="62347"/>
                </a:lnTo>
                <a:lnTo>
                  <a:pt x="112322" y="62725"/>
                </a:lnTo>
                <a:lnTo>
                  <a:pt x="112657" y="63094"/>
                </a:lnTo>
                <a:lnTo>
                  <a:pt x="113009" y="63453"/>
                </a:lnTo>
                <a:lnTo>
                  <a:pt x="113376" y="63803"/>
                </a:lnTo>
                <a:lnTo>
                  <a:pt x="113757" y="64140"/>
                </a:lnTo>
                <a:lnTo>
                  <a:pt x="114149" y="64462"/>
                </a:lnTo>
                <a:lnTo>
                  <a:pt x="114552" y="64771"/>
                </a:lnTo>
                <a:lnTo>
                  <a:pt x="114967" y="65065"/>
                </a:lnTo>
                <a:lnTo>
                  <a:pt x="115394" y="65345"/>
                </a:lnTo>
                <a:lnTo>
                  <a:pt x="115832" y="65610"/>
                </a:lnTo>
                <a:lnTo>
                  <a:pt x="116281" y="65861"/>
                </a:lnTo>
                <a:lnTo>
                  <a:pt x="116742" y="66098"/>
                </a:lnTo>
                <a:lnTo>
                  <a:pt x="117215" y="66320"/>
                </a:lnTo>
                <a:lnTo>
                  <a:pt x="117699" y="66528"/>
                </a:lnTo>
                <a:lnTo>
                  <a:pt x="118194" y="66722"/>
                </a:lnTo>
                <a:lnTo>
                  <a:pt x="118701" y="66901"/>
                </a:lnTo>
                <a:lnTo>
                  <a:pt x="119219" y="67066"/>
                </a:lnTo>
                <a:lnTo>
                  <a:pt x="119749" y="67216"/>
                </a:lnTo>
                <a:lnTo>
                  <a:pt x="120290" y="67353"/>
                </a:lnTo>
                <a:lnTo>
                  <a:pt x="120843" y="67475"/>
                </a:lnTo>
                <a:lnTo>
                  <a:pt x="121407" y="67582"/>
                </a:lnTo>
                <a:lnTo>
                  <a:pt x="121983" y="67675"/>
                </a:lnTo>
                <a:lnTo>
                  <a:pt x="122570" y="67754"/>
                </a:lnTo>
                <a:lnTo>
                  <a:pt x="123169" y="67819"/>
                </a:lnTo>
                <a:lnTo>
                  <a:pt x="123779" y="67869"/>
                </a:lnTo>
                <a:lnTo>
                  <a:pt x="124400" y="67905"/>
                </a:lnTo>
                <a:lnTo>
                  <a:pt x="125033" y="67926"/>
                </a:lnTo>
                <a:lnTo>
                  <a:pt x="125678" y="67934"/>
                </a:lnTo>
                <a:lnTo>
                  <a:pt x="126247" y="67928"/>
                </a:lnTo>
                <a:lnTo>
                  <a:pt x="126806" y="67911"/>
                </a:lnTo>
                <a:lnTo>
                  <a:pt x="127356" y="67882"/>
                </a:lnTo>
                <a:lnTo>
                  <a:pt x="127896" y="67842"/>
                </a:lnTo>
                <a:lnTo>
                  <a:pt x="128427" y="67790"/>
                </a:lnTo>
                <a:lnTo>
                  <a:pt x="128948" y="67727"/>
                </a:lnTo>
                <a:lnTo>
                  <a:pt x="129460" y="67653"/>
                </a:lnTo>
                <a:lnTo>
                  <a:pt x="129962" y="67567"/>
                </a:lnTo>
                <a:lnTo>
                  <a:pt x="130454" y="67469"/>
                </a:lnTo>
                <a:lnTo>
                  <a:pt x="130937" y="67360"/>
                </a:lnTo>
                <a:lnTo>
                  <a:pt x="131410" y="67239"/>
                </a:lnTo>
                <a:lnTo>
                  <a:pt x="131874" y="67108"/>
                </a:lnTo>
                <a:lnTo>
                  <a:pt x="132328" y="66964"/>
                </a:lnTo>
                <a:lnTo>
                  <a:pt x="132773" y="66809"/>
                </a:lnTo>
                <a:lnTo>
                  <a:pt x="133208" y="66643"/>
                </a:lnTo>
                <a:lnTo>
                  <a:pt x="133634" y="66465"/>
                </a:lnTo>
                <a:lnTo>
                  <a:pt x="134050" y="66276"/>
                </a:lnTo>
                <a:lnTo>
                  <a:pt x="134456" y="66075"/>
                </a:lnTo>
                <a:lnTo>
                  <a:pt x="134853" y="65863"/>
                </a:lnTo>
                <a:lnTo>
                  <a:pt x="135240" y="65639"/>
                </a:lnTo>
                <a:lnTo>
                  <a:pt x="135618" y="65404"/>
                </a:lnTo>
                <a:lnTo>
                  <a:pt x="135986" y="65157"/>
                </a:lnTo>
                <a:lnTo>
                  <a:pt x="136345" y="64899"/>
                </a:lnTo>
                <a:lnTo>
                  <a:pt x="136694" y="64629"/>
                </a:lnTo>
                <a:lnTo>
                  <a:pt x="137031" y="64350"/>
                </a:lnTo>
                <a:lnTo>
                  <a:pt x="137354" y="64062"/>
                </a:lnTo>
                <a:lnTo>
                  <a:pt x="137662" y="63767"/>
                </a:lnTo>
                <a:lnTo>
                  <a:pt x="137956" y="63464"/>
                </a:lnTo>
                <a:lnTo>
                  <a:pt x="138236" y="63153"/>
                </a:lnTo>
                <a:lnTo>
                  <a:pt x="138502" y="62833"/>
                </a:lnTo>
                <a:lnTo>
                  <a:pt x="138753" y="62506"/>
                </a:lnTo>
                <a:lnTo>
                  <a:pt x="138989" y="62171"/>
                </a:lnTo>
                <a:lnTo>
                  <a:pt x="139212" y="61828"/>
                </a:lnTo>
                <a:lnTo>
                  <a:pt x="139420" y="61477"/>
                </a:lnTo>
                <a:lnTo>
                  <a:pt x="139614" y="61118"/>
                </a:lnTo>
                <a:lnTo>
                  <a:pt x="139793" y="60751"/>
                </a:lnTo>
                <a:lnTo>
                  <a:pt x="139958" y="60376"/>
                </a:lnTo>
                <a:lnTo>
                  <a:pt x="140109" y="59993"/>
                </a:lnTo>
                <a:lnTo>
                  <a:pt x="140245" y="59602"/>
                </a:lnTo>
                <a:lnTo>
                  <a:pt x="140367" y="59203"/>
                </a:lnTo>
                <a:lnTo>
                  <a:pt x="140475" y="58796"/>
                </a:lnTo>
                <a:lnTo>
                  <a:pt x="140568" y="58381"/>
                </a:lnTo>
                <a:lnTo>
                  <a:pt x="140601" y="58204"/>
                </a:lnTo>
                <a:lnTo>
                  <a:pt x="140826" y="58204"/>
                </a:lnTo>
                <a:lnTo>
                  <a:pt x="140826" y="67016"/>
                </a:lnTo>
                <a:lnTo>
                  <a:pt x="151933" y="67016"/>
                </a:lnTo>
                <a:close/>
                <a:moveTo>
                  <a:pt x="128414" y="59272"/>
                </a:moveTo>
                <a:lnTo>
                  <a:pt x="128084" y="59247"/>
                </a:lnTo>
                <a:lnTo>
                  <a:pt x="127760" y="59215"/>
                </a:lnTo>
                <a:lnTo>
                  <a:pt x="127442" y="59176"/>
                </a:lnTo>
                <a:lnTo>
                  <a:pt x="127130" y="59129"/>
                </a:lnTo>
                <a:lnTo>
                  <a:pt x="126825" y="59075"/>
                </a:lnTo>
                <a:lnTo>
                  <a:pt x="126526" y="59014"/>
                </a:lnTo>
                <a:lnTo>
                  <a:pt x="126233" y="58946"/>
                </a:lnTo>
                <a:lnTo>
                  <a:pt x="125946" y="58871"/>
                </a:lnTo>
                <a:lnTo>
                  <a:pt x="125666" y="58788"/>
                </a:lnTo>
                <a:lnTo>
                  <a:pt x="125392" y="58699"/>
                </a:lnTo>
                <a:lnTo>
                  <a:pt x="125124" y="58602"/>
                </a:lnTo>
                <a:lnTo>
                  <a:pt x="124862" y="58498"/>
                </a:lnTo>
                <a:lnTo>
                  <a:pt x="124606" y="58387"/>
                </a:lnTo>
                <a:lnTo>
                  <a:pt x="124357" y="58269"/>
                </a:lnTo>
                <a:lnTo>
                  <a:pt x="124114" y="58143"/>
                </a:lnTo>
                <a:lnTo>
                  <a:pt x="123877" y="58011"/>
                </a:lnTo>
                <a:lnTo>
                  <a:pt x="123646" y="57871"/>
                </a:lnTo>
                <a:lnTo>
                  <a:pt x="123421" y="57724"/>
                </a:lnTo>
                <a:lnTo>
                  <a:pt x="123203" y="57570"/>
                </a:lnTo>
                <a:lnTo>
                  <a:pt x="122991" y="57408"/>
                </a:lnTo>
                <a:lnTo>
                  <a:pt x="122785" y="57240"/>
                </a:lnTo>
                <a:lnTo>
                  <a:pt x="122587" y="57065"/>
                </a:lnTo>
                <a:lnTo>
                  <a:pt x="122397" y="56885"/>
                </a:lnTo>
                <a:lnTo>
                  <a:pt x="122215" y="56700"/>
                </a:lnTo>
                <a:lnTo>
                  <a:pt x="122042" y="56509"/>
                </a:lnTo>
                <a:lnTo>
                  <a:pt x="121877" y="56313"/>
                </a:lnTo>
                <a:lnTo>
                  <a:pt x="121721" y="56112"/>
                </a:lnTo>
                <a:lnTo>
                  <a:pt x="121573" y="55906"/>
                </a:lnTo>
                <a:lnTo>
                  <a:pt x="121434" y="55694"/>
                </a:lnTo>
                <a:lnTo>
                  <a:pt x="121303" y="55477"/>
                </a:lnTo>
                <a:lnTo>
                  <a:pt x="121181" y="55255"/>
                </a:lnTo>
                <a:lnTo>
                  <a:pt x="121067" y="55028"/>
                </a:lnTo>
                <a:lnTo>
                  <a:pt x="120961" y="54795"/>
                </a:lnTo>
                <a:lnTo>
                  <a:pt x="120864" y="54557"/>
                </a:lnTo>
                <a:lnTo>
                  <a:pt x="120775" y="54314"/>
                </a:lnTo>
                <a:lnTo>
                  <a:pt x="120695" y="54066"/>
                </a:lnTo>
                <a:lnTo>
                  <a:pt x="120623" y="53812"/>
                </a:lnTo>
                <a:lnTo>
                  <a:pt x="120560" y="53553"/>
                </a:lnTo>
                <a:lnTo>
                  <a:pt x="120505" y="53289"/>
                </a:lnTo>
                <a:lnTo>
                  <a:pt x="120459" y="53019"/>
                </a:lnTo>
                <a:lnTo>
                  <a:pt x="120421" y="52745"/>
                </a:lnTo>
                <a:lnTo>
                  <a:pt x="120391" y="52465"/>
                </a:lnTo>
                <a:lnTo>
                  <a:pt x="120370" y="52179"/>
                </a:lnTo>
                <a:lnTo>
                  <a:pt x="120357" y="51889"/>
                </a:lnTo>
                <a:lnTo>
                  <a:pt x="120353" y="51593"/>
                </a:lnTo>
                <a:lnTo>
                  <a:pt x="120357" y="51320"/>
                </a:lnTo>
                <a:lnTo>
                  <a:pt x="120368" y="51051"/>
                </a:lnTo>
                <a:lnTo>
                  <a:pt x="120386" y="50787"/>
                </a:lnTo>
                <a:lnTo>
                  <a:pt x="120412" y="50527"/>
                </a:lnTo>
                <a:lnTo>
                  <a:pt x="120445" y="50272"/>
                </a:lnTo>
                <a:lnTo>
                  <a:pt x="120485" y="50021"/>
                </a:lnTo>
                <a:lnTo>
                  <a:pt x="120533" y="49775"/>
                </a:lnTo>
                <a:lnTo>
                  <a:pt x="120588" y="49533"/>
                </a:lnTo>
                <a:lnTo>
                  <a:pt x="120650" y="49295"/>
                </a:lnTo>
                <a:lnTo>
                  <a:pt x="120720" y="49062"/>
                </a:lnTo>
                <a:lnTo>
                  <a:pt x="120797" y="48834"/>
                </a:lnTo>
                <a:lnTo>
                  <a:pt x="120881" y="48610"/>
                </a:lnTo>
                <a:lnTo>
                  <a:pt x="120973" y="48390"/>
                </a:lnTo>
                <a:lnTo>
                  <a:pt x="121072" y="48175"/>
                </a:lnTo>
                <a:lnTo>
                  <a:pt x="121178" y="47964"/>
                </a:lnTo>
                <a:lnTo>
                  <a:pt x="121291" y="47758"/>
                </a:lnTo>
                <a:lnTo>
                  <a:pt x="121412" y="47556"/>
                </a:lnTo>
                <a:lnTo>
                  <a:pt x="121541" y="47359"/>
                </a:lnTo>
                <a:lnTo>
                  <a:pt x="121676" y="47166"/>
                </a:lnTo>
                <a:lnTo>
                  <a:pt x="121819" y="46978"/>
                </a:lnTo>
                <a:lnTo>
                  <a:pt x="121970" y="46794"/>
                </a:lnTo>
                <a:lnTo>
                  <a:pt x="122127" y="46614"/>
                </a:lnTo>
                <a:lnTo>
                  <a:pt x="122292" y="46439"/>
                </a:lnTo>
                <a:lnTo>
                  <a:pt x="122464" y="46269"/>
                </a:lnTo>
                <a:lnTo>
                  <a:pt x="122643" y="46104"/>
                </a:lnTo>
                <a:lnTo>
                  <a:pt x="122826" y="45946"/>
                </a:lnTo>
                <a:lnTo>
                  <a:pt x="123014" y="45795"/>
                </a:lnTo>
                <a:lnTo>
                  <a:pt x="123207" y="45652"/>
                </a:lnTo>
                <a:lnTo>
                  <a:pt x="123404" y="45515"/>
                </a:lnTo>
                <a:lnTo>
                  <a:pt x="123606" y="45385"/>
                </a:lnTo>
                <a:lnTo>
                  <a:pt x="123814" y="45262"/>
                </a:lnTo>
                <a:lnTo>
                  <a:pt x="124025" y="45147"/>
                </a:lnTo>
                <a:lnTo>
                  <a:pt x="124242" y="45038"/>
                </a:lnTo>
                <a:lnTo>
                  <a:pt x="124463" y="44936"/>
                </a:lnTo>
                <a:lnTo>
                  <a:pt x="124690" y="44841"/>
                </a:lnTo>
                <a:lnTo>
                  <a:pt x="124921" y="44754"/>
                </a:lnTo>
                <a:lnTo>
                  <a:pt x="125156" y="44673"/>
                </a:lnTo>
                <a:lnTo>
                  <a:pt x="125397" y="44599"/>
                </a:lnTo>
                <a:lnTo>
                  <a:pt x="125642" y="44533"/>
                </a:lnTo>
                <a:lnTo>
                  <a:pt x="125892" y="44473"/>
                </a:lnTo>
                <a:lnTo>
                  <a:pt x="126147" y="44421"/>
                </a:lnTo>
                <a:lnTo>
                  <a:pt x="126407" y="44375"/>
                </a:lnTo>
                <a:lnTo>
                  <a:pt x="126671" y="44336"/>
                </a:lnTo>
                <a:lnTo>
                  <a:pt x="126940" y="44305"/>
                </a:lnTo>
                <a:lnTo>
                  <a:pt x="127214" y="44280"/>
                </a:lnTo>
                <a:lnTo>
                  <a:pt x="127493" y="44263"/>
                </a:lnTo>
                <a:lnTo>
                  <a:pt x="127776" y="44252"/>
                </a:lnTo>
                <a:lnTo>
                  <a:pt x="128065" y="44249"/>
                </a:lnTo>
                <a:lnTo>
                  <a:pt x="140458" y="44249"/>
                </a:lnTo>
                <a:lnTo>
                  <a:pt x="140458" y="50400"/>
                </a:lnTo>
                <a:lnTo>
                  <a:pt x="140452" y="50726"/>
                </a:lnTo>
                <a:lnTo>
                  <a:pt x="140436" y="51047"/>
                </a:lnTo>
                <a:lnTo>
                  <a:pt x="140410" y="51364"/>
                </a:lnTo>
                <a:lnTo>
                  <a:pt x="140372" y="51675"/>
                </a:lnTo>
                <a:lnTo>
                  <a:pt x="140324" y="51981"/>
                </a:lnTo>
                <a:lnTo>
                  <a:pt x="140265" y="52282"/>
                </a:lnTo>
                <a:lnTo>
                  <a:pt x="140196" y="52578"/>
                </a:lnTo>
                <a:lnTo>
                  <a:pt x="140116" y="52868"/>
                </a:lnTo>
                <a:lnTo>
                  <a:pt x="140025" y="53154"/>
                </a:lnTo>
                <a:lnTo>
                  <a:pt x="139924" y="53434"/>
                </a:lnTo>
                <a:lnTo>
                  <a:pt x="139811" y="53710"/>
                </a:lnTo>
                <a:lnTo>
                  <a:pt x="139689" y="53980"/>
                </a:lnTo>
                <a:lnTo>
                  <a:pt x="139555" y="54245"/>
                </a:lnTo>
                <a:lnTo>
                  <a:pt x="139411" y="54506"/>
                </a:lnTo>
                <a:lnTo>
                  <a:pt x="139256" y="54761"/>
                </a:lnTo>
                <a:lnTo>
                  <a:pt x="139090" y="55011"/>
                </a:lnTo>
                <a:lnTo>
                  <a:pt x="138914" y="55255"/>
                </a:lnTo>
                <a:lnTo>
                  <a:pt x="138727" y="55495"/>
                </a:lnTo>
                <a:lnTo>
                  <a:pt x="138530" y="55730"/>
                </a:lnTo>
                <a:lnTo>
                  <a:pt x="138321" y="55959"/>
                </a:lnTo>
                <a:lnTo>
                  <a:pt x="138102" y="56184"/>
                </a:lnTo>
                <a:lnTo>
                  <a:pt x="137873" y="56403"/>
                </a:lnTo>
                <a:lnTo>
                  <a:pt x="137633" y="56617"/>
                </a:lnTo>
                <a:lnTo>
                  <a:pt x="137382" y="56827"/>
                </a:lnTo>
                <a:lnTo>
                  <a:pt x="137122" y="57029"/>
                </a:lnTo>
                <a:lnTo>
                  <a:pt x="136857" y="57222"/>
                </a:lnTo>
                <a:lnTo>
                  <a:pt x="136585" y="57407"/>
                </a:lnTo>
                <a:lnTo>
                  <a:pt x="136307" y="57584"/>
                </a:lnTo>
                <a:lnTo>
                  <a:pt x="136023" y="57752"/>
                </a:lnTo>
                <a:lnTo>
                  <a:pt x="135732" y="57911"/>
                </a:lnTo>
                <a:lnTo>
                  <a:pt x="135436" y="58061"/>
                </a:lnTo>
                <a:lnTo>
                  <a:pt x="135133" y="58203"/>
                </a:lnTo>
                <a:lnTo>
                  <a:pt x="134824" y="58337"/>
                </a:lnTo>
                <a:lnTo>
                  <a:pt x="134508" y="58461"/>
                </a:lnTo>
                <a:lnTo>
                  <a:pt x="134187" y="58578"/>
                </a:lnTo>
                <a:lnTo>
                  <a:pt x="133859" y="58685"/>
                </a:lnTo>
                <a:lnTo>
                  <a:pt x="133525" y="58784"/>
                </a:lnTo>
                <a:lnTo>
                  <a:pt x="133185" y="58874"/>
                </a:lnTo>
                <a:lnTo>
                  <a:pt x="132839" y="58956"/>
                </a:lnTo>
                <a:lnTo>
                  <a:pt x="132486" y="59029"/>
                </a:lnTo>
                <a:lnTo>
                  <a:pt x="132127" y="59094"/>
                </a:lnTo>
                <a:lnTo>
                  <a:pt x="131762" y="59150"/>
                </a:lnTo>
                <a:lnTo>
                  <a:pt x="131391" y="59197"/>
                </a:lnTo>
                <a:lnTo>
                  <a:pt x="131014" y="59236"/>
                </a:lnTo>
                <a:lnTo>
                  <a:pt x="130630" y="59266"/>
                </a:lnTo>
                <a:lnTo>
                  <a:pt x="130240" y="59287"/>
                </a:lnTo>
                <a:lnTo>
                  <a:pt x="129844" y="59300"/>
                </a:lnTo>
                <a:lnTo>
                  <a:pt x="129442" y="59305"/>
                </a:lnTo>
                <a:lnTo>
                  <a:pt x="129093" y="59301"/>
                </a:lnTo>
                <a:lnTo>
                  <a:pt x="128750" y="59290"/>
                </a:lnTo>
                <a:lnTo>
                  <a:pt x="128414" y="59272"/>
                </a:lnTo>
                <a:close/>
              </a:path>
            </a:pathLst>
          </a:custGeom>
          <a:solidFill xmlns:a="http://schemas.openxmlformats.org/drawingml/2006/main">
            <a:srgbClr val="D222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Text ExtHandler">
            <a:extLst xmlns:a="http://schemas.openxmlformats.org/drawingml/2006/main">
              <a:ext uri="{FF2B5EF4-FFF2-40B4-BE49-F238E27FC236}">
                <a16:creationId xmlns:a16="http://schemas.microsoft.com/office/drawing/2014/main" id="{26678E92-79B2-4FFC-926D-40295234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1361" y="2306392"/>
            <a:ext cx="538611" cy="67934"/>
          </a:xfrm>
          <a:custGeom xmlns:a="http://schemas.openxmlformats.org/drawingml/2006/main">
            <a:pathLst>
              <a:path w="538611" h="67934">
                <a:moveTo>
                  <a:pt x="11292" y="37364"/>
                </a:moveTo>
                <a:lnTo>
                  <a:pt x="36997" y="37364"/>
                </a:lnTo>
                <a:lnTo>
                  <a:pt x="36997" y="27449"/>
                </a:lnTo>
                <a:lnTo>
                  <a:pt x="11292" y="27449"/>
                </a:lnTo>
                <a:lnTo>
                  <a:pt x="11292" y="10006"/>
                </a:lnTo>
                <a:lnTo>
                  <a:pt x="40210" y="10006"/>
                </a:lnTo>
                <a:lnTo>
                  <a:pt x="40210" y="0"/>
                </a:lnTo>
                <a:lnTo>
                  <a:pt x="0" y="0"/>
                </a:lnTo>
                <a:lnTo>
                  <a:pt x="0" y="67016"/>
                </a:lnTo>
                <a:lnTo>
                  <a:pt x="40210" y="67016"/>
                </a:lnTo>
                <a:lnTo>
                  <a:pt x="40210" y="57010"/>
                </a:lnTo>
                <a:lnTo>
                  <a:pt x="11292" y="57010"/>
                </a:lnTo>
                <a:lnTo>
                  <a:pt x="11292" y="37364"/>
                </a:lnTo>
                <a:close/>
                <a:moveTo>
                  <a:pt x="193705" y="67016"/>
                </a:moveTo>
                <a:lnTo>
                  <a:pt x="205181" y="67016"/>
                </a:lnTo>
                <a:lnTo>
                  <a:pt x="205181" y="0"/>
                </a:lnTo>
                <a:lnTo>
                  <a:pt x="193705" y="0"/>
                </a:lnTo>
                <a:lnTo>
                  <a:pt x="193705" y="26898"/>
                </a:lnTo>
                <a:lnTo>
                  <a:pt x="175712" y="26898"/>
                </a:lnTo>
                <a:lnTo>
                  <a:pt x="175712" y="0"/>
                </a:lnTo>
                <a:lnTo>
                  <a:pt x="164236" y="0"/>
                </a:lnTo>
                <a:lnTo>
                  <a:pt x="164236" y="67016"/>
                </a:lnTo>
                <a:lnTo>
                  <a:pt x="175712" y="67016"/>
                </a:lnTo>
                <a:lnTo>
                  <a:pt x="175712" y="37547"/>
                </a:lnTo>
                <a:lnTo>
                  <a:pt x="193705" y="37547"/>
                </a:lnTo>
                <a:lnTo>
                  <a:pt x="193705" y="67016"/>
                </a:lnTo>
                <a:close/>
                <a:moveTo>
                  <a:pt x="135580" y="56633"/>
                </a:moveTo>
                <a:lnTo>
                  <a:pt x="135214" y="56609"/>
                </a:lnTo>
                <a:lnTo>
                  <a:pt x="134864" y="56567"/>
                </a:lnTo>
                <a:lnTo>
                  <a:pt x="134531" y="56509"/>
                </a:lnTo>
                <a:lnTo>
                  <a:pt x="134214" y="56435"/>
                </a:lnTo>
                <a:lnTo>
                  <a:pt x="133913" y="56343"/>
                </a:lnTo>
                <a:lnTo>
                  <a:pt x="133629" y="56236"/>
                </a:lnTo>
                <a:lnTo>
                  <a:pt x="133360" y="56111"/>
                </a:lnTo>
                <a:lnTo>
                  <a:pt x="133108" y="55971"/>
                </a:lnTo>
                <a:lnTo>
                  <a:pt x="132873" y="55813"/>
                </a:lnTo>
                <a:lnTo>
                  <a:pt x="132653" y="55639"/>
                </a:lnTo>
                <a:lnTo>
                  <a:pt x="132450" y="55449"/>
                </a:lnTo>
                <a:lnTo>
                  <a:pt x="132263" y="55241"/>
                </a:lnTo>
                <a:lnTo>
                  <a:pt x="132092" y="55018"/>
                </a:lnTo>
                <a:lnTo>
                  <a:pt x="131938" y="54777"/>
                </a:lnTo>
                <a:lnTo>
                  <a:pt x="131799" y="54521"/>
                </a:lnTo>
                <a:lnTo>
                  <a:pt x="131677" y="54247"/>
                </a:lnTo>
                <a:lnTo>
                  <a:pt x="131572" y="53957"/>
                </a:lnTo>
                <a:lnTo>
                  <a:pt x="131482" y="53651"/>
                </a:lnTo>
                <a:lnTo>
                  <a:pt x="131409" y="53327"/>
                </a:lnTo>
                <a:lnTo>
                  <a:pt x="131352" y="52988"/>
                </a:lnTo>
                <a:lnTo>
                  <a:pt x="131312" y="52631"/>
                </a:lnTo>
                <a:lnTo>
                  <a:pt x="131287" y="52259"/>
                </a:lnTo>
                <a:lnTo>
                  <a:pt x="131279" y="51869"/>
                </a:lnTo>
                <a:lnTo>
                  <a:pt x="131279" y="26898"/>
                </a:lnTo>
                <a:lnTo>
                  <a:pt x="150651" y="26898"/>
                </a:lnTo>
                <a:lnTo>
                  <a:pt x="150651" y="16524"/>
                </a:lnTo>
                <a:lnTo>
                  <a:pt x="131279" y="16524"/>
                </a:lnTo>
                <a:lnTo>
                  <a:pt x="131279" y="2295"/>
                </a:lnTo>
                <a:lnTo>
                  <a:pt x="119713" y="2295"/>
                </a:lnTo>
                <a:lnTo>
                  <a:pt x="119713" y="16524"/>
                </a:lnTo>
                <a:lnTo>
                  <a:pt x="106034" y="16524"/>
                </a:lnTo>
                <a:lnTo>
                  <a:pt x="106034" y="26898"/>
                </a:lnTo>
                <a:lnTo>
                  <a:pt x="119713" y="26898"/>
                </a:lnTo>
                <a:lnTo>
                  <a:pt x="119713" y="51869"/>
                </a:lnTo>
                <a:lnTo>
                  <a:pt x="119720" y="52453"/>
                </a:lnTo>
                <a:lnTo>
                  <a:pt x="119741" y="53026"/>
                </a:lnTo>
                <a:lnTo>
                  <a:pt x="119776" y="53589"/>
                </a:lnTo>
                <a:lnTo>
                  <a:pt x="119826" y="54141"/>
                </a:lnTo>
                <a:lnTo>
                  <a:pt x="119890" y="54683"/>
                </a:lnTo>
                <a:lnTo>
                  <a:pt x="119968" y="55214"/>
                </a:lnTo>
                <a:lnTo>
                  <a:pt x="120060" y="55735"/>
                </a:lnTo>
                <a:lnTo>
                  <a:pt x="120166" y="56245"/>
                </a:lnTo>
                <a:lnTo>
                  <a:pt x="120287" y="56745"/>
                </a:lnTo>
                <a:lnTo>
                  <a:pt x="120422" y="57234"/>
                </a:lnTo>
                <a:lnTo>
                  <a:pt x="120571" y="57712"/>
                </a:lnTo>
                <a:lnTo>
                  <a:pt x="120734" y="58181"/>
                </a:lnTo>
                <a:lnTo>
                  <a:pt x="120911" y="58638"/>
                </a:lnTo>
                <a:lnTo>
                  <a:pt x="121102" y="59085"/>
                </a:lnTo>
                <a:lnTo>
                  <a:pt x="121308" y="59522"/>
                </a:lnTo>
                <a:lnTo>
                  <a:pt x="121528" y="59948"/>
                </a:lnTo>
                <a:lnTo>
                  <a:pt x="121762" y="60363"/>
                </a:lnTo>
                <a:lnTo>
                  <a:pt x="122010" y="60768"/>
                </a:lnTo>
                <a:lnTo>
                  <a:pt x="122273" y="61163"/>
                </a:lnTo>
                <a:lnTo>
                  <a:pt x="122549" y="61547"/>
                </a:lnTo>
                <a:lnTo>
                  <a:pt x="122840" y="61920"/>
                </a:lnTo>
                <a:lnTo>
                  <a:pt x="123145" y="62283"/>
                </a:lnTo>
                <a:lnTo>
                  <a:pt x="123464" y="62636"/>
                </a:lnTo>
                <a:lnTo>
                  <a:pt x="123797" y="62978"/>
                </a:lnTo>
                <a:lnTo>
                  <a:pt x="124143" y="63307"/>
                </a:lnTo>
                <a:lnTo>
                  <a:pt x="124500" y="63623"/>
                </a:lnTo>
                <a:lnTo>
                  <a:pt x="124868" y="63924"/>
                </a:lnTo>
                <a:lnTo>
                  <a:pt x="125247" y="64212"/>
                </a:lnTo>
                <a:lnTo>
                  <a:pt x="125637" y="64485"/>
                </a:lnTo>
                <a:lnTo>
                  <a:pt x="126038" y="64744"/>
                </a:lnTo>
                <a:lnTo>
                  <a:pt x="126450" y="64990"/>
                </a:lnTo>
                <a:lnTo>
                  <a:pt x="126873" y="65221"/>
                </a:lnTo>
                <a:lnTo>
                  <a:pt x="127307" y="65439"/>
                </a:lnTo>
                <a:lnTo>
                  <a:pt x="127752" y="65642"/>
                </a:lnTo>
                <a:lnTo>
                  <a:pt x="128208" y="65831"/>
                </a:lnTo>
                <a:lnTo>
                  <a:pt x="128675" y="66007"/>
                </a:lnTo>
                <a:lnTo>
                  <a:pt x="129153" y="66168"/>
                </a:lnTo>
                <a:lnTo>
                  <a:pt x="129642" y="66315"/>
                </a:lnTo>
                <a:lnTo>
                  <a:pt x="130142" y="66448"/>
                </a:lnTo>
                <a:lnTo>
                  <a:pt x="130653" y="66567"/>
                </a:lnTo>
                <a:lnTo>
                  <a:pt x="131174" y="66673"/>
                </a:lnTo>
                <a:lnTo>
                  <a:pt x="131707" y="66764"/>
                </a:lnTo>
                <a:lnTo>
                  <a:pt x="132251" y="66841"/>
                </a:lnTo>
                <a:lnTo>
                  <a:pt x="132806" y="66904"/>
                </a:lnTo>
                <a:lnTo>
                  <a:pt x="133372" y="66953"/>
                </a:lnTo>
                <a:lnTo>
                  <a:pt x="133949" y="66988"/>
                </a:lnTo>
                <a:lnTo>
                  <a:pt x="134537" y="67009"/>
                </a:lnTo>
                <a:lnTo>
                  <a:pt x="135135" y="67016"/>
                </a:lnTo>
                <a:lnTo>
                  <a:pt x="149732" y="67016"/>
                </a:lnTo>
                <a:lnTo>
                  <a:pt x="149732" y="56642"/>
                </a:lnTo>
                <a:lnTo>
                  <a:pt x="135962" y="56642"/>
                </a:lnTo>
                <a:lnTo>
                  <a:pt x="135580" y="56633"/>
                </a:lnTo>
                <a:close/>
                <a:moveTo>
                  <a:pt x="274401" y="67016"/>
                </a:moveTo>
                <a:lnTo>
                  <a:pt x="285876" y="67016"/>
                </a:lnTo>
                <a:lnTo>
                  <a:pt x="285876" y="35436"/>
                </a:lnTo>
                <a:lnTo>
                  <a:pt x="285881" y="35042"/>
                </a:lnTo>
                <a:lnTo>
                  <a:pt x="285893" y="34656"/>
                </a:lnTo>
                <a:lnTo>
                  <a:pt x="285914" y="34277"/>
                </a:lnTo>
                <a:lnTo>
                  <a:pt x="285944" y="33906"/>
                </a:lnTo>
                <a:lnTo>
                  <a:pt x="285982" y="33543"/>
                </a:lnTo>
                <a:lnTo>
                  <a:pt x="286029" y="33187"/>
                </a:lnTo>
                <a:lnTo>
                  <a:pt x="286083" y="32839"/>
                </a:lnTo>
                <a:lnTo>
                  <a:pt x="286147" y="32498"/>
                </a:lnTo>
                <a:lnTo>
                  <a:pt x="286219" y="32166"/>
                </a:lnTo>
                <a:lnTo>
                  <a:pt x="286299" y="31841"/>
                </a:lnTo>
                <a:lnTo>
                  <a:pt x="286388" y="31523"/>
                </a:lnTo>
                <a:lnTo>
                  <a:pt x="286485" y="31213"/>
                </a:lnTo>
                <a:lnTo>
                  <a:pt x="286590" y="30911"/>
                </a:lnTo>
                <a:lnTo>
                  <a:pt x="286704" y="30616"/>
                </a:lnTo>
                <a:lnTo>
                  <a:pt x="286827" y="30330"/>
                </a:lnTo>
                <a:lnTo>
                  <a:pt x="286958" y="30050"/>
                </a:lnTo>
                <a:lnTo>
                  <a:pt x="287097" y="29779"/>
                </a:lnTo>
                <a:lnTo>
                  <a:pt x="287245" y="29515"/>
                </a:lnTo>
                <a:lnTo>
                  <a:pt x="287401" y="29259"/>
                </a:lnTo>
                <a:lnTo>
                  <a:pt x="287566" y="29010"/>
                </a:lnTo>
                <a:lnTo>
                  <a:pt x="287739" y="28769"/>
                </a:lnTo>
                <a:lnTo>
                  <a:pt x="287921" y="28536"/>
                </a:lnTo>
                <a:lnTo>
                  <a:pt x="288111" y="28310"/>
                </a:lnTo>
                <a:lnTo>
                  <a:pt x="288310" y="28092"/>
                </a:lnTo>
                <a:lnTo>
                  <a:pt x="288516" y="27882"/>
                </a:lnTo>
                <a:lnTo>
                  <a:pt x="288728" y="27681"/>
                </a:lnTo>
                <a:lnTo>
                  <a:pt x="288946" y="27489"/>
                </a:lnTo>
                <a:lnTo>
                  <a:pt x="289170" y="27306"/>
                </a:lnTo>
                <a:lnTo>
                  <a:pt x="289401" y="27132"/>
                </a:lnTo>
                <a:lnTo>
                  <a:pt x="289638" y="26967"/>
                </a:lnTo>
                <a:lnTo>
                  <a:pt x="289881" y="26811"/>
                </a:lnTo>
                <a:lnTo>
                  <a:pt x="290131" y="26664"/>
                </a:lnTo>
                <a:lnTo>
                  <a:pt x="290386" y="26525"/>
                </a:lnTo>
                <a:lnTo>
                  <a:pt x="290648" y="26396"/>
                </a:lnTo>
                <a:lnTo>
                  <a:pt x="290916" y="26276"/>
                </a:lnTo>
                <a:lnTo>
                  <a:pt x="291190" y="26164"/>
                </a:lnTo>
                <a:lnTo>
                  <a:pt x="291470" y="26061"/>
                </a:lnTo>
                <a:lnTo>
                  <a:pt x="291757" y="25968"/>
                </a:lnTo>
                <a:lnTo>
                  <a:pt x="292050" y="25883"/>
                </a:lnTo>
                <a:lnTo>
                  <a:pt x="292349" y="25807"/>
                </a:lnTo>
                <a:lnTo>
                  <a:pt x="292654" y="25740"/>
                </a:lnTo>
                <a:lnTo>
                  <a:pt x="292966" y="25682"/>
                </a:lnTo>
                <a:lnTo>
                  <a:pt x="293283" y="25633"/>
                </a:lnTo>
                <a:lnTo>
                  <a:pt x="293607" y="25593"/>
                </a:lnTo>
                <a:lnTo>
                  <a:pt x="293937" y="25562"/>
                </a:lnTo>
                <a:lnTo>
                  <a:pt x="294274" y="25539"/>
                </a:lnTo>
                <a:lnTo>
                  <a:pt x="294616" y="25526"/>
                </a:lnTo>
                <a:lnTo>
                  <a:pt x="294965" y="25521"/>
                </a:lnTo>
                <a:lnTo>
                  <a:pt x="295321" y="25526"/>
                </a:lnTo>
                <a:lnTo>
                  <a:pt x="295671" y="25539"/>
                </a:lnTo>
                <a:lnTo>
                  <a:pt x="296014" y="25560"/>
                </a:lnTo>
                <a:lnTo>
                  <a:pt x="296350" y="25590"/>
                </a:lnTo>
                <a:lnTo>
                  <a:pt x="296679" y="25629"/>
                </a:lnTo>
                <a:lnTo>
                  <a:pt x="297002" y="25676"/>
                </a:lnTo>
                <a:lnTo>
                  <a:pt x="297318" y="25732"/>
                </a:lnTo>
                <a:lnTo>
                  <a:pt x="297628" y="25797"/>
                </a:lnTo>
                <a:lnTo>
                  <a:pt x="297930" y="25870"/>
                </a:lnTo>
                <a:lnTo>
                  <a:pt x="298226" y="25952"/>
                </a:lnTo>
                <a:lnTo>
                  <a:pt x="298516" y="26042"/>
                </a:lnTo>
                <a:lnTo>
                  <a:pt x="298798" y="26141"/>
                </a:lnTo>
                <a:lnTo>
                  <a:pt x="299074" y="26249"/>
                </a:lnTo>
                <a:lnTo>
                  <a:pt x="299343" y="26365"/>
                </a:lnTo>
                <a:lnTo>
                  <a:pt x="299606" y="26490"/>
                </a:lnTo>
                <a:lnTo>
                  <a:pt x="299862" y="26623"/>
                </a:lnTo>
                <a:lnTo>
                  <a:pt x="300111" y="26765"/>
                </a:lnTo>
                <a:lnTo>
                  <a:pt x="300353" y="26916"/>
                </a:lnTo>
                <a:lnTo>
                  <a:pt x="300589" y="27075"/>
                </a:lnTo>
                <a:lnTo>
                  <a:pt x="300818" y="27243"/>
                </a:lnTo>
                <a:lnTo>
                  <a:pt x="301040" y="27420"/>
                </a:lnTo>
                <a:lnTo>
                  <a:pt x="301255" y="27605"/>
                </a:lnTo>
                <a:lnTo>
                  <a:pt x="301464" y="27798"/>
                </a:lnTo>
                <a:lnTo>
                  <a:pt x="301666" y="28001"/>
                </a:lnTo>
                <a:lnTo>
                  <a:pt x="301861" y="28211"/>
                </a:lnTo>
                <a:lnTo>
                  <a:pt x="302048" y="28428"/>
                </a:lnTo>
                <a:lnTo>
                  <a:pt x="302226" y="28653"/>
                </a:lnTo>
                <a:lnTo>
                  <a:pt x="302396" y="28885"/>
                </a:lnTo>
                <a:lnTo>
                  <a:pt x="302557" y="29125"/>
                </a:lnTo>
                <a:lnTo>
                  <a:pt x="302711" y="29372"/>
                </a:lnTo>
                <a:lnTo>
                  <a:pt x="302856" y="29626"/>
                </a:lnTo>
                <a:lnTo>
                  <a:pt x="302992" y="29887"/>
                </a:lnTo>
                <a:lnTo>
                  <a:pt x="303121" y="30156"/>
                </a:lnTo>
                <a:lnTo>
                  <a:pt x="303241" y="30432"/>
                </a:lnTo>
                <a:lnTo>
                  <a:pt x="303353" y="30716"/>
                </a:lnTo>
                <a:lnTo>
                  <a:pt x="303457" y="31007"/>
                </a:lnTo>
                <a:lnTo>
                  <a:pt x="303552" y="31305"/>
                </a:lnTo>
                <a:lnTo>
                  <a:pt x="303639" y="31610"/>
                </a:lnTo>
                <a:lnTo>
                  <a:pt x="303718" y="31923"/>
                </a:lnTo>
                <a:lnTo>
                  <a:pt x="303788" y="32243"/>
                </a:lnTo>
                <a:lnTo>
                  <a:pt x="303850" y="32571"/>
                </a:lnTo>
                <a:lnTo>
                  <a:pt x="303904" y="32905"/>
                </a:lnTo>
                <a:lnTo>
                  <a:pt x="303950" y="33247"/>
                </a:lnTo>
                <a:lnTo>
                  <a:pt x="303987" y="33597"/>
                </a:lnTo>
                <a:lnTo>
                  <a:pt x="304016" y="33954"/>
                </a:lnTo>
                <a:lnTo>
                  <a:pt x="304037" y="34318"/>
                </a:lnTo>
                <a:lnTo>
                  <a:pt x="304049" y="34689"/>
                </a:lnTo>
                <a:lnTo>
                  <a:pt x="304053" y="35068"/>
                </a:lnTo>
                <a:lnTo>
                  <a:pt x="304053" y="67016"/>
                </a:lnTo>
                <a:lnTo>
                  <a:pt x="315529" y="67016"/>
                </a:lnTo>
                <a:lnTo>
                  <a:pt x="315529" y="33876"/>
                </a:lnTo>
                <a:lnTo>
                  <a:pt x="315521" y="33185"/>
                </a:lnTo>
                <a:lnTo>
                  <a:pt x="315498" y="32507"/>
                </a:lnTo>
                <a:lnTo>
                  <a:pt x="315459" y="31840"/>
                </a:lnTo>
                <a:lnTo>
                  <a:pt x="315405" y="31185"/>
                </a:lnTo>
                <a:lnTo>
                  <a:pt x="315336" y="30542"/>
                </a:lnTo>
                <a:lnTo>
                  <a:pt x="315250" y="29911"/>
                </a:lnTo>
                <a:lnTo>
                  <a:pt x="315150" y="29291"/>
                </a:lnTo>
                <a:lnTo>
                  <a:pt x="315034" y="28684"/>
                </a:lnTo>
                <a:lnTo>
                  <a:pt x="314903" y="28088"/>
                </a:lnTo>
                <a:lnTo>
                  <a:pt x="314756" y="27504"/>
                </a:lnTo>
                <a:lnTo>
                  <a:pt x="314593" y="26931"/>
                </a:lnTo>
                <a:lnTo>
                  <a:pt x="314415" y="26371"/>
                </a:lnTo>
                <a:lnTo>
                  <a:pt x="314222" y="25822"/>
                </a:lnTo>
                <a:lnTo>
                  <a:pt x="314013" y="25285"/>
                </a:lnTo>
                <a:lnTo>
                  <a:pt x="313789" y="24760"/>
                </a:lnTo>
                <a:lnTo>
                  <a:pt x="313550" y="24246"/>
                </a:lnTo>
                <a:lnTo>
                  <a:pt x="313294" y="23745"/>
                </a:lnTo>
                <a:lnTo>
                  <a:pt x="313024" y="23255"/>
                </a:lnTo>
                <a:lnTo>
                  <a:pt x="312738" y="22777"/>
                </a:lnTo>
                <a:lnTo>
                  <a:pt x="312436" y="22311"/>
                </a:lnTo>
                <a:lnTo>
                  <a:pt x="312119" y="21856"/>
                </a:lnTo>
                <a:lnTo>
                  <a:pt x="311787" y="21414"/>
                </a:lnTo>
                <a:lnTo>
                  <a:pt x="311439" y="20983"/>
                </a:lnTo>
                <a:lnTo>
                  <a:pt x="311076" y="20564"/>
                </a:lnTo>
                <a:lnTo>
                  <a:pt x="310699" y="20159"/>
                </a:lnTo>
                <a:lnTo>
                  <a:pt x="310313" y="19772"/>
                </a:lnTo>
                <a:lnTo>
                  <a:pt x="309916" y="19402"/>
                </a:lnTo>
                <a:lnTo>
                  <a:pt x="309509" y="19049"/>
                </a:lnTo>
                <a:lnTo>
                  <a:pt x="309091" y="18713"/>
                </a:lnTo>
                <a:lnTo>
                  <a:pt x="308663" y="18395"/>
                </a:lnTo>
                <a:lnTo>
                  <a:pt x="308225" y="18094"/>
                </a:lnTo>
                <a:lnTo>
                  <a:pt x="307776" y="17810"/>
                </a:lnTo>
                <a:lnTo>
                  <a:pt x="307317" y="17543"/>
                </a:lnTo>
                <a:lnTo>
                  <a:pt x="306848" y="17293"/>
                </a:lnTo>
                <a:lnTo>
                  <a:pt x="306368" y="17061"/>
                </a:lnTo>
                <a:lnTo>
                  <a:pt x="305878" y="16846"/>
                </a:lnTo>
                <a:lnTo>
                  <a:pt x="305377" y="16648"/>
                </a:lnTo>
                <a:lnTo>
                  <a:pt x="304867" y="16467"/>
                </a:lnTo>
                <a:lnTo>
                  <a:pt x="304345" y="16304"/>
                </a:lnTo>
                <a:lnTo>
                  <a:pt x="303814" y="16157"/>
                </a:lnTo>
                <a:lnTo>
                  <a:pt x="303272" y="16028"/>
                </a:lnTo>
                <a:lnTo>
                  <a:pt x="302720" y="15916"/>
                </a:lnTo>
                <a:lnTo>
                  <a:pt x="302157" y="15822"/>
                </a:lnTo>
                <a:lnTo>
                  <a:pt x="301584" y="15744"/>
                </a:lnTo>
                <a:lnTo>
                  <a:pt x="301001" y="15684"/>
                </a:lnTo>
                <a:lnTo>
                  <a:pt x="300407" y="15641"/>
                </a:lnTo>
                <a:lnTo>
                  <a:pt x="299803" y="15615"/>
                </a:lnTo>
                <a:lnTo>
                  <a:pt x="299188" y="15606"/>
                </a:lnTo>
                <a:lnTo>
                  <a:pt x="298665" y="15612"/>
                </a:lnTo>
                <a:lnTo>
                  <a:pt x="298151" y="15631"/>
                </a:lnTo>
                <a:lnTo>
                  <a:pt x="297647" y="15661"/>
                </a:lnTo>
                <a:lnTo>
                  <a:pt x="297152" y="15703"/>
                </a:lnTo>
                <a:lnTo>
                  <a:pt x="296667" y="15758"/>
                </a:lnTo>
                <a:lnTo>
                  <a:pt x="296190" y="15825"/>
                </a:lnTo>
                <a:lnTo>
                  <a:pt x="295724" y="15903"/>
                </a:lnTo>
                <a:lnTo>
                  <a:pt x="295266" y="15994"/>
                </a:lnTo>
                <a:lnTo>
                  <a:pt x="294818" y="16097"/>
                </a:lnTo>
                <a:lnTo>
                  <a:pt x="294380" y="16212"/>
                </a:lnTo>
                <a:lnTo>
                  <a:pt x="293951" y="16339"/>
                </a:lnTo>
                <a:lnTo>
                  <a:pt x="293531" y="16479"/>
                </a:lnTo>
                <a:lnTo>
                  <a:pt x="293120" y="16630"/>
                </a:lnTo>
                <a:lnTo>
                  <a:pt x="292720" y="16794"/>
                </a:lnTo>
                <a:lnTo>
                  <a:pt x="292328" y="16969"/>
                </a:lnTo>
                <a:lnTo>
                  <a:pt x="291946" y="17157"/>
                </a:lnTo>
                <a:lnTo>
                  <a:pt x="291573" y="17357"/>
                </a:lnTo>
                <a:lnTo>
                  <a:pt x="291210" y="17569"/>
                </a:lnTo>
                <a:lnTo>
                  <a:pt x="290856" y="17793"/>
                </a:lnTo>
                <a:lnTo>
                  <a:pt x="290511" y="18030"/>
                </a:lnTo>
                <a:lnTo>
                  <a:pt x="290176" y="18278"/>
                </a:lnTo>
                <a:lnTo>
                  <a:pt x="289850" y="18539"/>
                </a:lnTo>
                <a:lnTo>
                  <a:pt x="289534" y="18811"/>
                </a:lnTo>
                <a:lnTo>
                  <a:pt x="289227" y="19096"/>
                </a:lnTo>
                <a:lnTo>
                  <a:pt x="288931" y="19391"/>
                </a:lnTo>
                <a:lnTo>
                  <a:pt x="288648" y="19696"/>
                </a:lnTo>
                <a:lnTo>
                  <a:pt x="288378" y="20011"/>
                </a:lnTo>
                <a:lnTo>
                  <a:pt x="288119" y="20335"/>
                </a:lnTo>
                <a:lnTo>
                  <a:pt x="287874" y="20669"/>
                </a:lnTo>
                <a:lnTo>
                  <a:pt x="287641" y="21012"/>
                </a:lnTo>
                <a:lnTo>
                  <a:pt x="287421" y="21365"/>
                </a:lnTo>
                <a:lnTo>
                  <a:pt x="287213" y="21727"/>
                </a:lnTo>
                <a:lnTo>
                  <a:pt x="287018" y="22099"/>
                </a:lnTo>
                <a:lnTo>
                  <a:pt x="286835" y="22481"/>
                </a:lnTo>
                <a:lnTo>
                  <a:pt x="286666" y="22872"/>
                </a:lnTo>
                <a:lnTo>
                  <a:pt x="286508" y="23272"/>
                </a:lnTo>
                <a:lnTo>
                  <a:pt x="286363" y="23683"/>
                </a:lnTo>
                <a:lnTo>
                  <a:pt x="286231" y="24102"/>
                </a:lnTo>
                <a:lnTo>
                  <a:pt x="286112" y="24532"/>
                </a:lnTo>
                <a:lnTo>
                  <a:pt x="286005" y="24971"/>
                </a:lnTo>
                <a:lnTo>
                  <a:pt x="285910" y="25419"/>
                </a:lnTo>
                <a:lnTo>
                  <a:pt x="285828" y="25877"/>
                </a:lnTo>
                <a:lnTo>
                  <a:pt x="285786" y="26163"/>
                </a:lnTo>
                <a:lnTo>
                  <a:pt x="285602" y="26163"/>
                </a:lnTo>
                <a:lnTo>
                  <a:pt x="285602" y="16524"/>
                </a:lnTo>
                <a:lnTo>
                  <a:pt x="274401" y="16524"/>
                </a:lnTo>
                <a:lnTo>
                  <a:pt x="274401" y="67016"/>
                </a:lnTo>
                <a:close/>
                <a:moveTo>
                  <a:pt x="72279" y="52954"/>
                </a:moveTo>
                <a:lnTo>
                  <a:pt x="72340" y="52852"/>
                </a:lnTo>
                <a:lnTo>
                  <a:pt x="72400" y="52751"/>
                </a:lnTo>
                <a:lnTo>
                  <a:pt x="72460" y="52648"/>
                </a:lnTo>
                <a:lnTo>
                  <a:pt x="72519" y="52546"/>
                </a:lnTo>
                <a:lnTo>
                  <a:pt x="72578" y="52442"/>
                </a:lnTo>
                <a:lnTo>
                  <a:pt x="72637" y="52338"/>
                </a:lnTo>
                <a:lnTo>
                  <a:pt x="72695" y="52233"/>
                </a:lnTo>
                <a:lnTo>
                  <a:pt x="72753" y="52127"/>
                </a:lnTo>
                <a:lnTo>
                  <a:pt x="72811" y="52021"/>
                </a:lnTo>
                <a:lnTo>
                  <a:pt x="72869" y="51914"/>
                </a:lnTo>
                <a:lnTo>
                  <a:pt x="72926" y="51807"/>
                </a:lnTo>
                <a:lnTo>
                  <a:pt x="72983" y="51699"/>
                </a:lnTo>
                <a:lnTo>
                  <a:pt x="73040" y="51590"/>
                </a:lnTo>
                <a:lnTo>
                  <a:pt x="73096" y="51481"/>
                </a:lnTo>
                <a:lnTo>
                  <a:pt x="73152" y="51371"/>
                </a:lnTo>
                <a:lnTo>
                  <a:pt x="73207" y="51260"/>
                </a:lnTo>
                <a:lnTo>
                  <a:pt x="73263" y="51149"/>
                </a:lnTo>
                <a:lnTo>
                  <a:pt x="73318" y="51037"/>
                </a:lnTo>
                <a:lnTo>
                  <a:pt x="73372" y="50925"/>
                </a:lnTo>
                <a:lnTo>
                  <a:pt x="73427" y="50811"/>
                </a:lnTo>
                <a:lnTo>
                  <a:pt x="73481" y="50698"/>
                </a:lnTo>
                <a:lnTo>
                  <a:pt x="73535" y="50583"/>
                </a:lnTo>
                <a:lnTo>
                  <a:pt x="73588" y="50469"/>
                </a:lnTo>
                <a:lnTo>
                  <a:pt x="73640" y="50358"/>
                </a:lnTo>
                <a:lnTo>
                  <a:pt x="73691" y="50248"/>
                </a:lnTo>
                <a:lnTo>
                  <a:pt x="73741" y="50140"/>
                </a:lnTo>
                <a:lnTo>
                  <a:pt x="73791" y="50033"/>
                </a:lnTo>
                <a:lnTo>
                  <a:pt x="73839" y="49929"/>
                </a:lnTo>
                <a:lnTo>
                  <a:pt x="73886" y="49827"/>
                </a:lnTo>
                <a:lnTo>
                  <a:pt x="73933" y="49726"/>
                </a:lnTo>
                <a:lnTo>
                  <a:pt x="73978" y="49628"/>
                </a:lnTo>
                <a:lnTo>
                  <a:pt x="74023" y="49531"/>
                </a:lnTo>
                <a:lnTo>
                  <a:pt x="74066" y="49437"/>
                </a:lnTo>
                <a:lnTo>
                  <a:pt x="74109" y="49344"/>
                </a:lnTo>
                <a:lnTo>
                  <a:pt x="74150" y="49253"/>
                </a:lnTo>
                <a:lnTo>
                  <a:pt x="74191" y="49164"/>
                </a:lnTo>
                <a:lnTo>
                  <a:pt x="74231" y="49077"/>
                </a:lnTo>
                <a:lnTo>
                  <a:pt x="74269" y="48992"/>
                </a:lnTo>
                <a:lnTo>
                  <a:pt x="74307" y="48909"/>
                </a:lnTo>
                <a:lnTo>
                  <a:pt x="74344" y="48827"/>
                </a:lnTo>
                <a:lnTo>
                  <a:pt x="74380" y="48748"/>
                </a:lnTo>
                <a:lnTo>
                  <a:pt x="74415" y="48671"/>
                </a:lnTo>
                <a:lnTo>
                  <a:pt x="74449" y="48595"/>
                </a:lnTo>
                <a:lnTo>
                  <a:pt x="74482" y="48521"/>
                </a:lnTo>
                <a:lnTo>
                  <a:pt x="74514" y="48450"/>
                </a:lnTo>
                <a:lnTo>
                  <a:pt x="74545" y="48380"/>
                </a:lnTo>
                <a:lnTo>
                  <a:pt x="74583" y="48450"/>
                </a:lnTo>
                <a:lnTo>
                  <a:pt x="74622" y="48521"/>
                </a:lnTo>
                <a:lnTo>
                  <a:pt x="74662" y="48595"/>
                </a:lnTo>
                <a:lnTo>
                  <a:pt x="74702" y="48671"/>
                </a:lnTo>
                <a:lnTo>
                  <a:pt x="74743" y="48748"/>
                </a:lnTo>
                <a:lnTo>
                  <a:pt x="74785" y="48827"/>
                </a:lnTo>
                <a:lnTo>
                  <a:pt x="74828" y="48909"/>
                </a:lnTo>
                <a:lnTo>
                  <a:pt x="74871" y="48992"/>
                </a:lnTo>
                <a:lnTo>
                  <a:pt x="74914" y="49077"/>
                </a:lnTo>
                <a:lnTo>
                  <a:pt x="74958" y="49164"/>
                </a:lnTo>
                <a:lnTo>
                  <a:pt x="75003" y="49253"/>
                </a:lnTo>
                <a:lnTo>
                  <a:pt x="75049" y="49344"/>
                </a:lnTo>
                <a:lnTo>
                  <a:pt x="75095" y="49437"/>
                </a:lnTo>
                <a:lnTo>
                  <a:pt x="75142" y="49531"/>
                </a:lnTo>
                <a:lnTo>
                  <a:pt x="75189" y="49628"/>
                </a:lnTo>
                <a:lnTo>
                  <a:pt x="75238" y="49726"/>
                </a:lnTo>
                <a:lnTo>
                  <a:pt x="75286" y="49827"/>
                </a:lnTo>
                <a:lnTo>
                  <a:pt x="75336" y="49929"/>
                </a:lnTo>
                <a:lnTo>
                  <a:pt x="75386" y="50033"/>
                </a:lnTo>
                <a:lnTo>
                  <a:pt x="75436" y="50140"/>
                </a:lnTo>
                <a:lnTo>
                  <a:pt x="75488" y="50248"/>
                </a:lnTo>
                <a:lnTo>
                  <a:pt x="75540" y="50358"/>
                </a:lnTo>
                <a:lnTo>
                  <a:pt x="75592" y="50469"/>
                </a:lnTo>
                <a:lnTo>
                  <a:pt x="75646" y="50583"/>
                </a:lnTo>
                <a:lnTo>
                  <a:pt x="75699" y="50698"/>
                </a:lnTo>
                <a:lnTo>
                  <a:pt x="75753" y="50811"/>
                </a:lnTo>
                <a:lnTo>
                  <a:pt x="75808" y="50925"/>
                </a:lnTo>
                <a:lnTo>
                  <a:pt x="75862" y="51037"/>
                </a:lnTo>
                <a:lnTo>
                  <a:pt x="75917" y="51149"/>
                </a:lnTo>
                <a:lnTo>
                  <a:pt x="75973" y="51260"/>
                </a:lnTo>
                <a:lnTo>
                  <a:pt x="76028" y="51371"/>
                </a:lnTo>
                <a:lnTo>
                  <a:pt x="76084" y="51481"/>
                </a:lnTo>
                <a:lnTo>
                  <a:pt x="76141" y="51590"/>
                </a:lnTo>
                <a:lnTo>
                  <a:pt x="76197" y="51699"/>
                </a:lnTo>
                <a:lnTo>
                  <a:pt x="76254" y="51807"/>
                </a:lnTo>
                <a:lnTo>
                  <a:pt x="76311" y="51914"/>
                </a:lnTo>
                <a:lnTo>
                  <a:pt x="76369" y="52021"/>
                </a:lnTo>
                <a:lnTo>
                  <a:pt x="76427" y="52127"/>
                </a:lnTo>
                <a:lnTo>
                  <a:pt x="76485" y="52233"/>
                </a:lnTo>
                <a:lnTo>
                  <a:pt x="76543" y="52338"/>
                </a:lnTo>
                <a:lnTo>
                  <a:pt x="76602" y="52442"/>
                </a:lnTo>
                <a:lnTo>
                  <a:pt x="76661" y="52546"/>
                </a:lnTo>
                <a:lnTo>
                  <a:pt x="76721" y="52648"/>
                </a:lnTo>
                <a:lnTo>
                  <a:pt x="76780" y="52751"/>
                </a:lnTo>
                <a:lnTo>
                  <a:pt x="76841" y="52852"/>
                </a:lnTo>
                <a:lnTo>
                  <a:pt x="76901" y="52954"/>
                </a:lnTo>
                <a:lnTo>
                  <a:pt x="76962" y="53054"/>
                </a:lnTo>
                <a:lnTo>
                  <a:pt x="77023" y="53154"/>
                </a:lnTo>
                <a:lnTo>
                  <a:pt x="85744" y="67016"/>
                </a:lnTo>
                <a:lnTo>
                  <a:pt x="98780" y="67016"/>
                </a:lnTo>
                <a:lnTo>
                  <a:pt x="81246" y="40944"/>
                </a:lnTo>
                <a:lnTo>
                  <a:pt x="97679" y="16524"/>
                </a:lnTo>
                <a:lnTo>
                  <a:pt x="84734" y="16524"/>
                </a:lnTo>
                <a:lnTo>
                  <a:pt x="76839" y="28918"/>
                </a:lnTo>
                <a:lnTo>
                  <a:pt x="76786" y="29011"/>
                </a:lnTo>
                <a:lnTo>
                  <a:pt x="76732" y="29104"/>
                </a:lnTo>
                <a:lnTo>
                  <a:pt x="76678" y="29198"/>
                </a:lnTo>
                <a:lnTo>
                  <a:pt x="76625" y="29293"/>
                </a:lnTo>
                <a:lnTo>
                  <a:pt x="76571" y="29389"/>
                </a:lnTo>
                <a:lnTo>
                  <a:pt x="76518" y="29486"/>
                </a:lnTo>
                <a:lnTo>
                  <a:pt x="76464" y="29584"/>
                </a:lnTo>
                <a:lnTo>
                  <a:pt x="76410" y="29683"/>
                </a:lnTo>
                <a:lnTo>
                  <a:pt x="76357" y="29783"/>
                </a:lnTo>
                <a:lnTo>
                  <a:pt x="76303" y="29884"/>
                </a:lnTo>
                <a:lnTo>
                  <a:pt x="76250" y="29986"/>
                </a:lnTo>
                <a:lnTo>
                  <a:pt x="76196" y="30088"/>
                </a:lnTo>
                <a:lnTo>
                  <a:pt x="76143" y="30192"/>
                </a:lnTo>
                <a:lnTo>
                  <a:pt x="76089" y="30297"/>
                </a:lnTo>
                <a:lnTo>
                  <a:pt x="76035" y="30402"/>
                </a:lnTo>
                <a:lnTo>
                  <a:pt x="75982" y="30509"/>
                </a:lnTo>
                <a:lnTo>
                  <a:pt x="75928" y="30617"/>
                </a:lnTo>
                <a:lnTo>
                  <a:pt x="75875" y="30725"/>
                </a:lnTo>
                <a:lnTo>
                  <a:pt x="75821" y="30835"/>
                </a:lnTo>
                <a:lnTo>
                  <a:pt x="75768" y="30945"/>
                </a:lnTo>
                <a:lnTo>
                  <a:pt x="75714" y="31056"/>
                </a:lnTo>
                <a:lnTo>
                  <a:pt x="75660" y="31169"/>
                </a:lnTo>
                <a:lnTo>
                  <a:pt x="75607" y="31282"/>
                </a:lnTo>
                <a:lnTo>
                  <a:pt x="75553" y="31396"/>
                </a:lnTo>
                <a:lnTo>
                  <a:pt x="75500" y="31510"/>
                </a:lnTo>
                <a:lnTo>
                  <a:pt x="75448" y="31622"/>
                </a:lnTo>
                <a:lnTo>
                  <a:pt x="75397" y="31732"/>
                </a:lnTo>
                <a:lnTo>
                  <a:pt x="75347" y="31840"/>
                </a:lnTo>
                <a:lnTo>
                  <a:pt x="75298" y="31946"/>
                </a:lnTo>
                <a:lnTo>
                  <a:pt x="75250" y="32050"/>
                </a:lnTo>
                <a:lnTo>
                  <a:pt x="75202" y="32153"/>
                </a:lnTo>
                <a:lnTo>
                  <a:pt x="75156" y="32253"/>
                </a:lnTo>
                <a:lnTo>
                  <a:pt x="75111" y="32352"/>
                </a:lnTo>
                <a:lnTo>
                  <a:pt x="75066" y="32448"/>
                </a:lnTo>
                <a:lnTo>
                  <a:pt x="75023" y="32543"/>
                </a:lnTo>
                <a:lnTo>
                  <a:pt x="74980" y="32636"/>
                </a:lnTo>
                <a:lnTo>
                  <a:pt x="74939" y="32727"/>
                </a:lnTo>
                <a:lnTo>
                  <a:pt x="74898" y="32816"/>
                </a:lnTo>
                <a:lnTo>
                  <a:pt x="74858" y="32903"/>
                </a:lnTo>
                <a:lnTo>
                  <a:pt x="74820" y="32988"/>
                </a:lnTo>
                <a:lnTo>
                  <a:pt x="74782" y="33071"/>
                </a:lnTo>
                <a:lnTo>
                  <a:pt x="74745" y="33152"/>
                </a:lnTo>
                <a:lnTo>
                  <a:pt x="74709" y="33232"/>
                </a:lnTo>
                <a:lnTo>
                  <a:pt x="74675" y="33309"/>
                </a:lnTo>
                <a:lnTo>
                  <a:pt x="74641" y="33385"/>
                </a:lnTo>
                <a:lnTo>
                  <a:pt x="74608" y="33458"/>
                </a:lnTo>
                <a:lnTo>
                  <a:pt x="74576" y="33530"/>
                </a:lnTo>
                <a:lnTo>
                  <a:pt x="74545" y="33600"/>
                </a:lnTo>
                <a:lnTo>
                  <a:pt x="74514" y="33530"/>
                </a:lnTo>
                <a:lnTo>
                  <a:pt x="74482" y="33458"/>
                </a:lnTo>
                <a:lnTo>
                  <a:pt x="74449" y="33385"/>
                </a:lnTo>
                <a:lnTo>
                  <a:pt x="74416" y="33309"/>
                </a:lnTo>
                <a:lnTo>
                  <a:pt x="74382" y="33232"/>
                </a:lnTo>
                <a:lnTo>
                  <a:pt x="74347" y="33152"/>
                </a:lnTo>
                <a:lnTo>
                  <a:pt x="74311" y="33071"/>
                </a:lnTo>
                <a:lnTo>
                  <a:pt x="74274" y="32988"/>
                </a:lnTo>
                <a:lnTo>
                  <a:pt x="74237" y="32903"/>
                </a:lnTo>
                <a:lnTo>
                  <a:pt x="74199" y="32816"/>
                </a:lnTo>
                <a:lnTo>
                  <a:pt x="74160" y="32727"/>
                </a:lnTo>
                <a:lnTo>
                  <a:pt x="74120" y="32636"/>
                </a:lnTo>
                <a:lnTo>
                  <a:pt x="74080" y="32543"/>
                </a:lnTo>
                <a:lnTo>
                  <a:pt x="74038" y="32448"/>
                </a:lnTo>
                <a:lnTo>
                  <a:pt x="73996" y="32352"/>
                </a:lnTo>
                <a:lnTo>
                  <a:pt x="73953" y="32253"/>
                </a:lnTo>
                <a:lnTo>
                  <a:pt x="73909" y="32153"/>
                </a:lnTo>
                <a:lnTo>
                  <a:pt x="73865" y="32050"/>
                </a:lnTo>
                <a:lnTo>
                  <a:pt x="73820" y="31946"/>
                </a:lnTo>
                <a:lnTo>
                  <a:pt x="73773" y="31840"/>
                </a:lnTo>
                <a:lnTo>
                  <a:pt x="73726" y="31732"/>
                </a:lnTo>
                <a:lnTo>
                  <a:pt x="73679" y="31622"/>
                </a:lnTo>
                <a:lnTo>
                  <a:pt x="73630" y="31510"/>
                </a:lnTo>
                <a:lnTo>
                  <a:pt x="73581" y="31396"/>
                </a:lnTo>
                <a:lnTo>
                  <a:pt x="73531" y="31282"/>
                </a:lnTo>
                <a:lnTo>
                  <a:pt x="73480" y="31169"/>
                </a:lnTo>
                <a:lnTo>
                  <a:pt x="73429" y="31056"/>
                </a:lnTo>
                <a:lnTo>
                  <a:pt x="73378" y="30945"/>
                </a:lnTo>
                <a:lnTo>
                  <a:pt x="73326" y="30835"/>
                </a:lnTo>
                <a:lnTo>
                  <a:pt x="73274" y="30725"/>
                </a:lnTo>
                <a:lnTo>
                  <a:pt x="73221" y="30617"/>
                </a:lnTo>
                <a:lnTo>
                  <a:pt x="73168" y="30509"/>
                </a:lnTo>
                <a:lnTo>
                  <a:pt x="73114" y="30402"/>
                </a:lnTo>
                <a:lnTo>
                  <a:pt x="73059" y="30297"/>
                </a:lnTo>
                <a:lnTo>
                  <a:pt x="73005" y="30192"/>
                </a:lnTo>
                <a:lnTo>
                  <a:pt x="72949" y="30088"/>
                </a:lnTo>
                <a:lnTo>
                  <a:pt x="72894" y="29986"/>
                </a:lnTo>
                <a:lnTo>
                  <a:pt x="72837" y="29884"/>
                </a:lnTo>
                <a:lnTo>
                  <a:pt x="72781" y="29783"/>
                </a:lnTo>
                <a:lnTo>
                  <a:pt x="72724" y="29683"/>
                </a:lnTo>
                <a:lnTo>
                  <a:pt x="72666" y="29584"/>
                </a:lnTo>
                <a:lnTo>
                  <a:pt x="72608" y="29486"/>
                </a:lnTo>
                <a:lnTo>
                  <a:pt x="72549" y="29389"/>
                </a:lnTo>
                <a:lnTo>
                  <a:pt x="72490" y="29293"/>
                </a:lnTo>
                <a:lnTo>
                  <a:pt x="72430" y="29198"/>
                </a:lnTo>
                <a:lnTo>
                  <a:pt x="72370" y="29104"/>
                </a:lnTo>
                <a:lnTo>
                  <a:pt x="72310" y="29011"/>
                </a:lnTo>
                <a:lnTo>
                  <a:pt x="72249" y="28918"/>
                </a:lnTo>
                <a:lnTo>
                  <a:pt x="64446" y="16524"/>
                </a:lnTo>
                <a:lnTo>
                  <a:pt x="51501" y="16524"/>
                </a:lnTo>
                <a:lnTo>
                  <a:pt x="67934" y="40944"/>
                </a:lnTo>
                <a:lnTo>
                  <a:pt x="50308" y="67016"/>
                </a:lnTo>
                <a:lnTo>
                  <a:pt x="63253" y="67016"/>
                </a:lnTo>
                <a:lnTo>
                  <a:pt x="72158" y="53154"/>
                </a:lnTo>
                <a:lnTo>
                  <a:pt x="72219" y="53054"/>
                </a:lnTo>
                <a:lnTo>
                  <a:pt x="72279" y="52954"/>
                </a:lnTo>
                <a:close/>
                <a:moveTo>
                  <a:pt x="260446" y="32773"/>
                </a:moveTo>
                <a:lnTo>
                  <a:pt x="260437" y="32121"/>
                </a:lnTo>
                <a:lnTo>
                  <a:pt x="260409" y="31480"/>
                </a:lnTo>
                <a:lnTo>
                  <a:pt x="260362" y="30851"/>
                </a:lnTo>
                <a:lnTo>
                  <a:pt x="260297" y="30232"/>
                </a:lnTo>
                <a:lnTo>
                  <a:pt x="260213" y="29625"/>
                </a:lnTo>
                <a:lnTo>
                  <a:pt x="260110" y="29030"/>
                </a:lnTo>
                <a:lnTo>
                  <a:pt x="259989" y="28445"/>
                </a:lnTo>
                <a:lnTo>
                  <a:pt x="259849" y="27872"/>
                </a:lnTo>
                <a:lnTo>
                  <a:pt x="259691" y="27311"/>
                </a:lnTo>
                <a:lnTo>
                  <a:pt x="259513" y="26760"/>
                </a:lnTo>
                <a:lnTo>
                  <a:pt x="259318" y="26221"/>
                </a:lnTo>
                <a:lnTo>
                  <a:pt x="259103" y="25693"/>
                </a:lnTo>
                <a:lnTo>
                  <a:pt x="258870" y="25177"/>
                </a:lnTo>
                <a:lnTo>
                  <a:pt x="258618" y="24672"/>
                </a:lnTo>
                <a:lnTo>
                  <a:pt x="258348" y="24178"/>
                </a:lnTo>
                <a:lnTo>
                  <a:pt x="258059" y="23695"/>
                </a:lnTo>
                <a:lnTo>
                  <a:pt x="257751" y="23224"/>
                </a:lnTo>
                <a:lnTo>
                  <a:pt x="257425" y="22764"/>
                </a:lnTo>
                <a:lnTo>
                  <a:pt x="257080" y="22316"/>
                </a:lnTo>
                <a:lnTo>
                  <a:pt x="256716" y="21879"/>
                </a:lnTo>
                <a:lnTo>
                  <a:pt x="256334" y="21453"/>
                </a:lnTo>
                <a:lnTo>
                  <a:pt x="255933" y="21038"/>
                </a:lnTo>
                <a:lnTo>
                  <a:pt x="255513" y="20635"/>
                </a:lnTo>
                <a:lnTo>
                  <a:pt x="255075" y="20243"/>
                </a:lnTo>
                <a:lnTo>
                  <a:pt x="254621" y="19865"/>
                </a:lnTo>
                <a:lnTo>
                  <a:pt x="254153" y="19503"/>
                </a:lnTo>
                <a:lnTo>
                  <a:pt x="253672" y="19156"/>
                </a:lnTo>
                <a:lnTo>
                  <a:pt x="253177" y="18826"/>
                </a:lnTo>
                <a:lnTo>
                  <a:pt x="252669" y="18512"/>
                </a:lnTo>
                <a:lnTo>
                  <a:pt x="252147" y="18215"/>
                </a:lnTo>
                <a:lnTo>
                  <a:pt x="251611" y="17933"/>
                </a:lnTo>
                <a:lnTo>
                  <a:pt x="251062" y="17667"/>
                </a:lnTo>
                <a:lnTo>
                  <a:pt x="250499" y="17418"/>
                </a:lnTo>
                <a:lnTo>
                  <a:pt x="249923" y="17184"/>
                </a:lnTo>
                <a:lnTo>
                  <a:pt x="249334" y="16967"/>
                </a:lnTo>
                <a:lnTo>
                  <a:pt x="248730" y="16766"/>
                </a:lnTo>
                <a:lnTo>
                  <a:pt x="248113" y="16580"/>
                </a:lnTo>
                <a:lnTo>
                  <a:pt x="247483" y="16411"/>
                </a:lnTo>
                <a:lnTo>
                  <a:pt x="246839" y="16258"/>
                </a:lnTo>
                <a:lnTo>
                  <a:pt x="246182" y="16122"/>
                </a:lnTo>
                <a:lnTo>
                  <a:pt x="245511" y="16001"/>
                </a:lnTo>
                <a:lnTo>
                  <a:pt x="244826" y="15896"/>
                </a:lnTo>
                <a:lnTo>
                  <a:pt x="244128" y="15808"/>
                </a:lnTo>
                <a:lnTo>
                  <a:pt x="243416" y="15735"/>
                </a:lnTo>
                <a:lnTo>
                  <a:pt x="242691" y="15679"/>
                </a:lnTo>
                <a:lnTo>
                  <a:pt x="241952" y="15639"/>
                </a:lnTo>
                <a:lnTo>
                  <a:pt x="241200" y="15614"/>
                </a:lnTo>
                <a:lnTo>
                  <a:pt x="240434" y="15606"/>
                </a:lnTo>
                <a:lnTo>
                  <a:pt x="239713" y="15614"/>
                </a:lnTo>
                <a:lnTo>
                  <a:pt x="239002" y="15636"/>
                </a:lnTo>
                <a:lnTo>
                  <a:pt x="238302" y="15672"/>
                </a:lnTo>
                <a:lnTo>
                  <a:pt x="237613" y="15724"/>
                </a:lnTo>
                <a:lnTo>
                  <a:pt x="236935" y="15790"/>
                </a:lnTo>
                <a:lnTo>
                  <a:pt x="236268" y="15870"/>
                </a:lnTo>
                <a:lnTo>
                  <a:pt x="235612" y="15966"/>
                </a:lnTo>
                <a:lnTo>
                  <a:pt x="234966" y="16076"/>
                </a:lnTo>
                <a:lnTo>
                  <a:pt x="234332" y="16200"/>
                </a:lnTo>
                <a:lnTo>
                  <a:pt x="233708" y="16340"/>
                </a:lnTo>
                <a:lnTo>
                  <a:pt x="233095" y="16494"/>
                </a:lnTo>
                <a:lnTo>
                  <a:pt x="232493" y="16662"/>
                </a:lnTo>
                <a:lnTo>
                  <a:pt x="231901" y="16846"/>
                </a:lnTo>
                <a:lnTo>
                  <a:pt x="231321" y="17044"/>
                </a:lnTo>
                <a:lnTo>
                  <a:pt x="230751" y="17256"/>
                </a:lnTo>
                <a:lnTo>
                  <a:pt x="230192" y="17484"/>
                </a:lnTo>
                <a:lnTo>
                  <a:pt x="229644" y="17725"/>
                </a:lnTo>
                <a:lnTo>
                  <a:pt x="229107" y="17982"/>
                </a:lnTo>
                <a:lnTo>
                  <a:pt x="228581" y="18253"/>
                </a:lnTo>
                <a:lnTo>
                  <a:pt x="228066" y="18539"/>
                </a:lnTo>
                <a:lnTo>
                  <a:pt x="227561" y="18840"/>
                </a:lnTo>
                <a:lnTo>
                  <a:pt x="227067" y="19155"/>
                </a:lnTo>
                <a:lnTo>
                  <a:pt x="226584" y="19485"/>
                </a:lnTo>
                <a:lnTo>
                  <a:pt x="226112" y="19830"/>
                </a:lnTo>
                <a:lnTo>
                  <a:pt x="225654" y="20187"/>
                </a:lnTo>
                <a:lnTo>
                  <a:pt x="225212" y="20554"/>
                </a:lnTo>
                <a:lnTo>
                  <a:pt x="224787" y="20931"/>
                </a:lnTo>
                <a:lnTo>
                  <a:pt x="224378" y="21319"/>
                </a:lnTo>
                <a:lnTo>
                  <a:pt x="223986" y="21717"/>
                </a:lnTo>
                <a:lnTo>
                  <a:pt x="223610" y="22125"/>
                </a:lnTo>
                <a:lnTo>
                  <a:pt x="223251" y="22543"/>
                </a:lnTo>
                <a:lnTo>
                  <a:pt x="222909" y="22971"/>
                </a:lnTo>
                <a:lnTo>
                  <a:pt x="222583" y="23410"/>
                </a:lnTo>
                <a:lnTo>
                  <a:pt x="222274" y="23858"/>
                </a:lnTo>
                <a:lnTo>
                  <a:pt x="221981" y="24317"/>
                </a:lnTo>
                <a:lnTo>
                  <a:pt x="221705" y="24787"/>
                </a:lnTo>
                <a:lnTo>
                  <a:pt x="221446" y="25266"/>
                </a:lnTo>
                <a:lnTo>
                  <a:pt x="221203" y="25756"/>
                </a:lnTo>
                <a:lnTo>
                  <a:pt x="220976" y="26255"/>
                </a:lnTo>
                <a:lnTo>
                  <a:pt x="220767" y="26765"/>
                </a:lnTo>
                <a:lnTo>
                  <a:pt x="220573" y="27286"/>
                </a:lnTo>
                <a:lnTo>
                  <a:pt x="220397" y="27816"/>
                </a:lnTo>
                <a:lnTo>
                  <a:pt x="220237" y="28357"/>
                </a:lnTo>
                <a:lnTo>
                  <a:pt x="220093" y="28907"/>
                </a:lnTo>
                <a:lnTo>
                  <a:pt x="219966" y="29469"/>
                </a:lnTo>
                <a:lnTo>
                  <a:pt x="219856" y="30040"/>
                </a:lnTo>
                <a:lnTo>
                  <a:pt x="219762" y="30621"/>
                </a:lnTo>
                <a:lnTo>
                  <a:pt x="219685" y="31213"/>
                </a:lnTo>
                <a:lnTo>
                  <a:pt x="230886" y="31213"/>
                </a:lnTo>
                <a:lnTo>
                  <a:pt x="230928" y="30978"/>
                </a:lnTo>
                <a:lnTo>
                  <a:pt x="230976" y="30747"/>
                </a:lnTo>
                <a:lnTo>
                  <a:pt x="231032" y="30520"/>
                </a:lnTo>
                <a:lnTo>
                  <a:pt x="231095" y="30297"/>
                </a:lnTo>
                <a:lnTo>
                  <a:pt x="231165" y="30079"/>
                </a:lnTo>
                <a:lnTo>
                  <a:pt x="231241" y="29864"/>
                </a:lnTo>
                <a:lnTo>
                  <a:pt x="231325" y="29654"/>
                </a:lnTo>
                <a:lnTo>
                  <a:pt x="231416" y="29448"/>
                </a:lnTo>
                <a:lnTo>
                  <a:pt x="231514" y="29246"/>
                </a:lnTo>
                <a:lnTo>
                  <a:pt x="231618" y="29048"/>
                </a:lnTo>
                <a:lnTo>
                  <a:pt x="231730" y="28855"/>
                </a:lnTo>
                <a:lnTo>
                  <a:pt x="231849" y="28665"/>
                </a:lnTo>
                <a:lnTo>
                  <a:pt x="231975" y="28480"/>
                </a:lnTo>
                <a:lnTo>
                  <a:pt x="232108" y="28299"/>
                </a:lnTo>
                <a:lnTo>
                  <a:pt x="232248" y="28122"/>
                </a:lnTo>
                <a:lnTo>
                  <a:pt x="232395" y="27949"/>
                </a:lnTo>
                <a:lnTo>
                  <a:pt x="232548" y="27780"/>
                </a:lnTo>
                <a:lnTo>
                  <a:pt x="232709" y="27615"/>
                </a:lnTo>
                <a:lnTo>
                  <a:pt x="232877" y="27455"/>
                </a:lnTo>
                <a:lnTo>
                  <a:pt x="233052" y="27299"/>
                </a:lnTo>
                <a:lnTo>
                  <a:pt x="233234" y="27146"/>
                </a:lnTo>
                <a:lnTo>
                  <a:pt x="233423" y="26998"/>
                </a:lnTo>
                <a:lnTo>
                  <a:pt x="233619" y="26855"/>
                </a:lnTo>
                <a:lnTo>
                  <a:pt x="233822" y="26715"/>
                </a:lnTo>
                <a:lnTo>
                  <a:pt x="234031" y="26580"/>
                </a:lnTo>
                <a:lnTo>
                  <a:pt x="234244" y="26451"/>
                </a:lnTo>
                <a:lnTo>
                  <a:pt x="234462" y="26327"/>
                </a:lnTo>
                <a:lnTo>
                  <a:pt x="234684" y="26210"/>
                </a:lnTo>
                <a:lnTo>
                  <a:pt x="234911" y="26098"/>
                </a:lnTo>
                <a:lnTo>
                  <a:pt x="235142" y="25992"/>
                </a:lnTo>
                <a:lnTo>
                  <a:pt x="235378" y="25891"/>
                </a:lnTo>
                <a:lnTo>
                  <a:pt x="235618" y="25797"/>
                </a:lnTo>
                <a:lnTo>
                  <a:pt x="235862" y="25708"/>
                </a:lnTo>
                <a:lnTo>
                  <a:pt x="236111" y="25624"/>
                </a:lnTo>
                <a:lnTo>
                  <a:pt x="236365" y="25547"/>
                </a:lnTo>
                <a:lnTo>
                  <a:pt x="236623" y="25475"/>
                </a:lnTo>
                <a:lnTo>
                  <a:pt x="236885" y="25409"/>
                </a:lnTo>
                <a:lnTo>
                  <a:pt x="237152" y="25349"/>
                </a:lnTo>
                <a:lnTo>
                  <a:pt x="237423" y="25294"/>
                </a:lnTo>
                <a:lnTo>
                  <a:pt x="237699" y="25246"/>
                </a:lnTo>
                <a:lnTo>
                  <a:pt x="237979" y="25203"/>
                </a:lnTo>
                <a:lnTo>
                  <a:pt x="238264" y="25165"/>
                </a:lnTo>
                <a:lnTo>
                  <a:pt x="238553" y="25134"/>
                </a:lnTo>
                <a:lnTo>
                  <a:pt x="238847" y="25108"/>
                </a:lnTo>
                <a:lnTo>
                  <a:pt x="239145" y="25088"/>
                </a:lnTo>
                <a:lnTo>
                  <a:pt x="239447" y="25073"/>
                </a:lnTo>
                <a:lnTo>
                  <a:pt x="239754" y="25065"/>
                </a:lnTo>
                <a:lnTo>
                  <a:pt x="240066" y="25062"/>
                </a:lnTo>
                <a:lnTo>
                  <a:pt x="240407" y="25065"/>
                </a:lnTo>
                <a:lnTo>
                  <a:pt x="240742" y="25076"/>
                </a:lnTo>
                <a:lnTo>
                  <a:pt x="241071" y="25094"/>
                </a:lnTo>
                <a:lnTo>
                  <a:pt x="241394" y="25119"/>
                </a:lnTo>
                <a:lnTo>
                  <a:pt x="241712" y="25152"/>
                </a:lnTo>
                <a:lnTo>
                  <a:pt x="242023" y="25191"/>
                </a:lnTo>
                <a:lnTo>
                  <a:pt x="242327" y="25238"/>
                </a:lnTo>
                <a:lnTo>
                  <a:pt x="242626" y="25291"/>
                </a:lnTo>
                <a:lnTo>
                  <a:pt x="242919" y="25352"/>
                </a:lnTo>
                <a:lnTo>
                  <a:pt x="243206" y="25421"/>
                </a:lnTo>
                <a:lnTo>
                  <a:pt x="243487" y="25496"/>
                </a:lnTo>
                <a:lnTo>
                  <a:pt x="243761" y="25578"/>
                </a:lnTo>
                <a:lnTo>
                  <a:pt x="244030" y="25668"/>
                </a:lnTo>
                <a:lnTo>
                  <a:pt x="244292" y="25765"/>
                </a:lnTo>
                <a:lnTo>
                  <a:pt x="244549" y="25869"/>
                </a:lnTo>
                <a:lnTo>
                  <a:pt x="244799" y="25980"/>
                </a:lnTo>
                <a:lnTo>
                  <a:pt x="245043" y="26099"/>
                </a:lnTo>
                <a:lnTo>
                  <a:pt x="245282" y="26224"/>
                </a:lnTo>
                <a:lnTo>
                  <a:pt x="245514" y="26357"/>
                </a:lnTo>
                <a:lnTo>
                  <a:pt x="245740" y="26497"/>
                </a:lnTo>
                <a:lnTo>
                  <a:pt x="245960" y="26644"/>
                </a:lnTo>
                <a:lnTo>
                  <a:pt x="246174" y="26798"/>
                </a:lnTo>
                <a:lnTo>
                  <a:pt x="246382" y="26959"/>
                </a:lnTo>
                <a:lnTo>
                  <a:pt x="246583" y="27128"/>
                </a:lnTo>
                <a:lnTo>
                  <a:pt x="246778" y="27303"/>
                </a:lnTo>
                <a:lnTo>
                  <a:pt x="246965" y="27483"/>
                </a:lnTo>
                <a:lnTo>
                  <a:pt x="247143" y="27669"/>
                </a:lnTo>
                <a:lnTo>
                  <a:pt x="247313" y="27861"/>
                </a:lnTo>
                <a:lnTo>
                  <a:pt x="247474" y="28058"/>
                </a:lnTo>
                <a:lnTo>
                  <a:pt x="247628" y="28261"/>
                </a:lnTo>
                <a:lnTo>
                  <a:pt x="247773" y="28469"/>
                </a:lnTo>
                <a:lnTo>
                  <a:pt x="247910" y="28683"/>
                </a:lnTo>
                <a:lnTo>
                  <a:pt x="248038" y="28903"/>
                </a:lnTo>
                <a:lnTo>
                  <a:pt x="248158" y="29128"/>
                </a:lnTo>
                <a:lnTo>
                  <a:pt x="248270" y="29359"/>
                </a:lnTo>
                <a:lnTo>
                  <a:pt x="248374" y="29595"/>
                </a:lnTo>
                <a:lnTo>
                  <a:pt x="248469" y="29837"/>
                </a:lnTo>
                <a:lnTo>
                  <a:pt x="248556" y="30084"/>
                </a:lnTo>
                <a:lnTo>
                  <a:pt x="248635" y="30337"/>
                </a:lnTo>
                <a:lnTo>
                  <a:pt x="248705" y="30596"/>
                </a:lnTo>
                <a:lnTo>
                  <a:pt x="248767" y="30860"/>
                </a:lnTo>
                <a:lnTo>
                  <a:pt x="248821" y="31130"/>
                </a:lnTo>
                <a:lnTo>
                  <a:pt x="248867" y="31405"/>
                </a:lnTo>
                <a:lnTo>
                  <a:pt x="248904" y="31686"/>
                </a:lnTo>
                <a:lnTo>
                  <a:pt x="248933" y="31973"/>
                </a:lnTo>
                <a:lnTo>
                  <a:pt x="248954" y="32265"/>
                </a:lnTo>
                <a:lnTo>
                  <a:pt x="248966" y="32563"/>
                </a:lnTo>
                <a:lnTo>
                  <a:pt x="248970" y="32866"/>
                </a:lnTo>
                <a:lnTo>
                  <a:pt x="248970" y="37180"/>
                </a:lnTo>
                <a:lnTo>
                  <a:pt x="236394" y="37180"/>
                </a:lnTo>
                <a:lnTo>
                  <a:pt x="235644" y="37187"/>
                </a:lnTo>
                <a:lnTo>
                  <a:pt x="234908" y="37208"/>
                </a:lnTo>
                <a:lnTo>
                  <a:pt x="234186" y="37243"/>
                </a:lnTo>
                <a:lnTo>
                  <a:pt x="233479" y="37293"/>
                </a:lnTo>
                <a:lnTo>
                  <a:pt x="232786" y="37356"/>
                </a:lnTo>
                <a:lnTo>
                  <a:pt x="232108" y="37433"/>
                </a:lnTo>
                <a:lnTo>
                  <a:pt x="231444" y="37524"/>
                </a:lnTo>
                <a:lnTo>
                  <a:pt x="230794" y="37629"/>
                </a:lnTo>
                <a:lnTo>
                  <a:pt x="230159" y="37748"/>
                </a:lnTo>
                <a:lnTo>
                  <a:pt x="229537" y="37882"/>
                </a:lnTo>
                <a:lnTo>
                  <a:pt x="228931" y="38029"/>
                </a:lnTo>
                <a:lnTo>
                  <a:pt x="228338" y="38190"/>
                </a:lnTo>
                <a:lnTo>
                  <a:pt x="227760" y="38366"/>
                </a:lnTo>
                <a:lnTo>
                  <a:pt x="227196" y="38555"/>
                </a:lnTo>
                <a:lnTo>
                  <a:pt x="226647" y="38758"/>
                </a:lnTo>
                <a:lnTo>
                  <a:pt x="226112" y="38976"/>
                </a:lnTo>
                <a:lnTo>
                  <a:pt x="225591" y="39207"/>
                </a:lnTo>
                <a:lnTo>
                  <a:pt x="225085" y="39453"/>
                </a:lnTo>
                <a:lnTo>
                  <a:pt x="224593" y="39712"/>
                </a:lnTo>
                <a:lnTo>
                  <a:pt x="224115" y="39986"/>
                </a:lnTo>
                <a:lnTo>
                  <a:pt x="223652" y="40273"/>
                </a:lnTo>
                <a:lnTo>
                  <a:pt x="223203" y="40575"/>
                </a:lnTo>
                <a:lnTo>
                  <a:pt x="222768" y="40891"/>
                </a:lnTo>
                <a:lnTo>
                  <a:pt x="222348" y="41220"/>
                </a:lnTo>
                <a:lnTo>
                  <a:pt x="221944" y="41563"/>
                </a:lnTo>
                <a:lnTo>
                  <a:pt x="221556" y="41917"/>
                </a:lnTo>
                <a:lnTo>
                  <a:pt x="221186" y="42283"/>
                </a:lnTo>
                <a:lnTo>
                  <a:pt x="220833" y="42661"/>
                </a:lnTo>
                <a:lnTo>
                  <a:pt x="220498" y="43050"/>
                </a:lnTo>
                <a:lnTo>
                  <a:pt x="220179" y="43452"/>
                </a:lnTo>
                <a:lnTo>
                  <a:pt x="219878" y="43865"/>
                </a:lnTo>
                <a:lnTo>
                  <a:pt x="219594" y="44290"/>
                </a:lnTo>
                <a:lnTo>
                  <a:pt x="219327" y="44727"/>
                </a:lnTo>
                <a:lnTo>
                  <a:pt x="219078" y="45175"/>
                </a:lnTo>
                <a:lnTo>
                  <a:pt x="218845" y="45636"/>
                </a:lnTo>
                <a:lnTo>
                  <a:pt x="218630" y="46108"/>
                </a:lnTo>
                <a:lnTo>
                  <a:pt x="218432" y="46592"/>
                </a:lnTo>
                <a:lnTo>
                  <a:pt x="218251" y="47088"/>
                </a:lnTo>
                <a:lnTo>
                  <a:pt x="218088" y="47595"/>
                </a:lnTo>
                <a:lnTo>
                  <a:pt x="217941" y="48115"/>
                </a:lnTo>
                <a:lnTo>
                  <a:pt x="217812" y="48646"/>
                </a:lnTo>
                <a:lnTo>
                  <a:pt x="217700" y="49189"/>
                </a:lnTo>
                <a:lnTo>
                  <a:pt x="217606" y="49744"/>
                </a:lnTo>
                <a:lnTo>
                  <a:pt x="217528" y="50310"/>
                </a:lnTo>
                <a:lnTo>
                  <a:pt x="217468" y="50888"/>
                </a:lnTo>
                <a:lnTo>
                  <a:pt x="217425" y="51479"/>
                </a:lnTo>
                <a:lnTo>
                  <a:pt x="217399" y="52081"/>
                </a:lnTo>
                <a:lnTo>
                  <a:pt x="217391" y="52694"/>
                </a:lnTo>
                <a:lnTo>
                  <a:pt x="217398" y="53271"/>
                </a:lnTo>
                <a:lnTo>
                  <a:pt x="217422" y="53837"/>
                </a:lnTo>
                <a:lnTo>
                  <a:pt x="217461" y="54394"/>
                </a:lnTo>
                <a:lnTo>
                  <a:pt x="217516" y="54941"/>
                </a:lnTo>
                <a:lnTo>
                  <a:pt x="217586" y="55478"/>
                </a:lnTo>
                <a:lnTo>
                  <a:pt x="217672" y="56005"/>
                </a:lnTo>
                <a:lnTo>
                  <a:pt x="217773" y="56522"/>
                </a:lnTo>
                <a:lnTo>
                  <a:pt x="217890" y="57030"/>
                </a:lnTo>
                <a:lnTo>
                  <a:pt x="218023" y="57527"/>
                </a:lnTo>
                <a:lnTo>
                  <a:pt x="218172" y="58015"/>
                </a:lnTo>
                <a:lnTo>
                  <a:pt x="218336" y="58492"/>
                </a:lnTo>
                <a:lnTo>
                  <a:pt x="218515" y="58960"/>
                </a:lnTo>
                <a:lnTo>
                  <a:pt x="218710" y="59418"/>
                </a:lnTo>
                <a:lnTo>
                  <a:pt x="218921" y="59866"/>
                </a:lnTo>
                <a:lnTo>
                  <a:pt x="219148" y="60304"/>
                </a:lnTo>
                <a:lnTo>
                  <a:pt x="219390" y="60732"/>
                </a:lnTo>
                <a:lnTo>
                  <a:pt x="219647" y="61151"/>
                </a:lnTo>
                <a:lnTo>
                  <a:pt x="219921" y="61559"/>
                </a:lnTo>
                <a:lnTo>
                  <a:pt x="220210" y="61958"/>
                </a:lnTo>
                <a:lnTo>
                  <a:pt x="220514" y="62347"/>
                </a:lnTo>
                <a:lnTo>
                  <a:pt x="220834" y="62725"/>
                </a:lnTo>
                <a:lnTo>
                  <a:pt x="221170" y="63094"/>
                </a:lnTo>
                <a:lnTo>
                  <a:pt x="221522" y="63453"/>
                </a:lnTo>
                <a:lnTo>
                  <a:pt x="221889" y="63803"/>
                </a:lnTo>
                <a:lnTo>
                  <a:pt x="222269" y="64140"/>
                </a:lnTo>
                <a:lnTo>
                  <a:pt x="222661" y="64462"/>
                </a:lnTo>
                <a:lnTo>
                  <a:pt x="223065" y="64771"/>
                </a:lnTo>
                <a:lnTo>
                  <a:pt x="223480" y="65065"/>
                </a:lnTo>
                <a:lnTo>
                  <a:pt x="223907" y="65345"/>
                </a:lnTo>
                <a:lnTo>
                  <a:pt x="224345" y="65610"/>
                </a:lnTo>
                <a:lnTo>
                  <a:pt x="224794" y="65861"/>
                </a:lnTo>
                <a:lnTo>
                  <a:pt x="225255" y="66098"/>
                </a:lnTo>
                <a:lnTo>
                  <a:pt x="225728" y="66320"/>
                </a:lnTo>
                <a:lnTo>
                  <a:pt x="226212" y="66528"/>
                </a:lnTo>
                <a:lnTo>
                  <a:pt x="226707" y="66722"/>
                </a:lnTo>
                <a:lnTo>
                  <a:pt x="227214" y="66901"/>
                </a:lnTo>
                <a:lnTo>
                  <a:pt x="227732" y="67066"/>
                </a:lnTo>
                <a:lnTo>
                  <a:pt x="228262" y="67216"/>
                </a:lnTo>
                <a:lnTo>
                  <a:pt x="228803" y="67353"/>
                </a:lnTo>
                <a:lnTo>
                  <a:pt x="229356" y="67475"/>
                </a:lnTo>
                <a:lnTo>
                  <a:pt x="229920" y="67582"/>
                </a:lnTo>
                <a:lnTo>
                  <a:pt x="230496" y="67675"/>
                </a:lnTo>
                <a:lnTo>
                  <a:pt x="231083" y="67754"/>
                </a:lnTo>
                <a:lnTo>
                  <a:pt x="231681" y="67819"/>
                </a:lnTo>
                <a:lnTo>
                  <a:pt x="232292" y="67869"/>
                </a:lnTo>
                <a:lnTo>
                  <a:pt x="232913" y="67905"/>
                </a:lnTo>
                <a:lnTo>
                  <a:pt x="233546" y="67926"/>
                </a:lnTo>
                <a:lnTo>
                  <a:pt x="234191" y="67934"/>
                </a:lnTo>
                <a:lnTo>
                  <a:pt x="234759" y="67928"/>
                </a:lnTo>
                <a:lnTo>
                  <a:pt x="235319" y="67911"/>
                </a:lnTo>
                <a:lnTo>
                  <a:pt x="235869" y="67882"/>
                </a:lnTo>
                <a:lnTo>
                  <a:pt x="236409" y="67842"/>
                </a:lnTo>
                <a:lnTo>
                  <a:pt x="236940" y="67790"/>
                </a:lnTo>
                <a:lnTo>
                  <a:pt x="237461" y="67727"/>
                </a:lnTo>
                <a:lnTo>
                  <a:pt x="237972" y="67653"/>
                </a:lnTo>
                <a:lnTo>
                  <a:pt x="238475" y="67567"/>
                </a:lnTo>
                <a:lnTo>
                  <a:pt x="238967" y="67469"/>
                </a:lnTo>
                <a:lnTo>
                  <a:pt x="239450" y="67360"/>
                </a:lnTo>
                <a:lnTo>
                  <a:pt x="239923" y="67239"/>
                </a:lnTo>
                <a:lnTo>
                  <a:pt x="240387" y="67108"/>
                </a:lnTo>
                <a:lnTo>
                  <a:pt x="240841" y="66964"/>
                </a:lnTo>
                <a:lnTo>
                  <a:pt x="241286" y="66809"/>
                </a:lnTo>
                <a:lnTo>
                  <a:pt x="241721" y="66643"/>
                </a:lnTo>
                <a:lnTo>
                  <a:pt x="242147" y="66465"/>
                </a:lnTo>
                <a:lnTo>
                  <a:pt x="242562" y="66276"/>
                </a:lnTo>
                <a:lnTo>
                  <a:pt x="242969" y="66075"/>
                </a:lnTo>
                <a:lnTo>
                  <a:pt x="243366" y="65863"/>
                </a:lnTo>
                <a:lnTo>
                  <a:pt x="243753" y="65639"/>
                </a:lnTo>
                <a:lnTo>
                  <a:pt x="244131" y="65404"/>
                </a:lnTo>
                <a:lnTo>
                  <a:pt x="244499" y="65157"/>
                </a:lnTo>
                <a:lnTo>
                  <a:pt x="244857" y="64899"/>
                </a:lnTo>
                <a:lnTo>
                  <a:pt x="245206" y="64629"/>
                </a:lnTo>
                <a:lnTo>
                  <a:pt x="245544" y="64350"/>
                </a:lnTo>
                <a:lnTo>
                  <a:pt x="245867" y="64062"/>
                </a:lnTo>
                <a:lnTo>
                  <a:pt x="246175" y="63767"/>
                </a:lnTo>
                <a:lnTo>
                  <a:pt x="246469" y="63464"/>
                </a:lnTo>
                <a:lnTo>
                  <a:pt x="246749" y="63153"/>
                </a:lnTo>
                <a:lnTo>
                  <a:pt x="247014" y="62833"/>
                </a:lnTo>
                <a:lnTo>
                  <a:pt x="247266" y="62506"/>
                </a:lnTo>
                <a:lnTo>
                  <a:pt x="247502" y="62171"/>
                </a:lnTo>
                <a:lnTo>
                  <a:pt x="247725" y="61828"/>
                </a:lnTo>
                <a:lnTo>
                  <a:pt x="247933" y="61477"/>
                </a:lnTo>
                <a:lnTo>
                  <a:pt x="248126" y="61118"/>
                </a:lnTo>
                <a:lnTo>
                  <a:pt x="248306" y="60751"/>
                </a:lnTo>
                <a:lnTo>
                  <a:pt x="248471" y="60376"/>
                </a:lnTo>
                <a:lnTo>
                  <a:pt x="248621" y="59993"/>
                </a:lnTo>
                <a:lnTo>
                  <a:pt x="248758" y="59602"/>
                </a:lnTo>
                <a:lnTo>
                  <a:pt x="248880" y="59203"/>
                </a:lnTo>
                <a:lnTo>
                  <a:pt x="248987" y="58796"/>
                </a:lnTo>
                <a:lnTo>
                  <a:pt x="249081" y="58381"/>
                </a:lnTo>
                <a:lnTo>
                  <a:pt x="249114" y="58204"/>
                </a:lnTo>
                <a:lnTo>
                  <a:pt x="249339" y="58204"/>
                </a:lnTo>
                <a:lnTo>
                  <a:pt x="249339" y="67016"/>
                </a:lnTo>
                <a:lnTo>
                  <a:pt x="260446" y="67016"/>
                </a:lnTo>
                <a:lnTo>
                  <a:pt x="260446" y="32773"/>
                </a:lnTo>
                <a:close/>
                <a:moveTo>
                  <a:pt x="236596" y="59247"/>
                </a:moveTo>
                <a:lnTo>
                  <a:pt x="236272" y="59215"/>
                </a:lnTo>
                <a:lnTo>
                  <a:pt x="235955" y="59176"/>
                </a:lnTo>
                <a:lnTo>
                  <a:pt x="235643" y="59129"/>
                </a:lnTo>
                <a:lnTo>
                  <a:pt x="235338" y="59075"/>
                </a:lnTo>
                <a:lnTo>
                  <a:pt x="235039" y="59014"/>
                </a:lnTo>
                <a:lnTo>
                  <a:pt x="234746" y="58946"/>
                </a:lnTo>
                <a:lnTo>
                  <a:pt x="234459" y="58871"/>
                </a:lnTo>
                <a:lnTo>
                  <a:pt x="234179" y="58788"/>
                </a:lnTo>
                <a:lnTo>
                  <a:pt x="233904" y="58699"/>
                </a:lnTo>
                <a:lnTo>
                  <a:pt x="233636" y="58602"/>
                </a:lnTo>
                <a:lnTo>
                  <a:pt x="233375" y="58498"/>
                </a:lnTo>
                <a:lnTo>
                  <a:pt x="233119" y="58387"/>
                </a:lnTo>
                <a:lnTo>
                  <a:pt x="232870" y="58269"/>
                </a:lnTo>
                <a:lnTo>
                  <a:pt x="232626" y="58143"/>
                </a:lnTo>
                <a:lnTo>
                  <a:pt x="232389" y="58011"/>
                </a:lnTo>
                <a:lnTo>
                  <a:pt x="232159" y="57871"/>
                </a:lnTo>
                <a:lnTo>
                  <a:pt x="231934" y="57724"/>
                </a:lnTo>
                <a:lnTo>
                  <a:pt x="231716" y="57570"/>
                </a:lnTo>
                <a:lnTo>
                  <a:pt x="231504" y="57408"/>
                </a:lnTo>
                <a:lnTo>
                  <a:pt x="231298" y="57240"/>
                </a:lnTo>
                <a:lnTo>
                  <a:pt x="231099" y="57065"/>
                </a:lnTo>
                <a:lnTo>
                  <a:pt x="230909" y="56885"/>
                </a:lnTo>
                <a:lnTo>
                  <a:pt x="230728" y="56700"/>
                </a:lnTo>
                <a:lnTo>
                  <a:pt x="230555" y="56509"/>
                </a:lnTo>
                <a:lnTo>
                  <a:pt x="230390" y="56313"/>
                </a:lnTo>
                <a:lnTo>
                  <a:pt x="230234" y="56112"/>
                </a:lnTo>
                <a:lnTo>
                  <a:pt x="230086" y="55906"/>
                </a:lnTo>
                <a:lnTo>
                  <a:pt x="229947" y="55694"/>
                </a:lnTo>
                <a:lnTo>
                  <a:pt x="229816" y="55477"/>
                </a:lnTo>
                <a:lnTo>
                  <a:pt x="229694" y="55255"/>
                </a:lnTo>
                <a:lnTo>
                  <a:pt x="229580" y="55028"/>
                </a:lnTo>
                <a:lnTo>
                  <a:pt x="229474" y="54795"/>
                </a:lnTo>
                <a:lnTo>
                  <a:pt x="229377" y="54557"/>
                </a:lnTo>
                <a:lnTo>
                  <a:pt x="229288" y="54314"/>
                </a:lnTo>
                <a:lnTo>
                  <a:pt x="229208" y="54066"/>
                </a:lnTo>
                <a:lnTo>
                  <a:pt x="229136" y="53812"/>
                </a:lnTo>
                <a:lnTo>
                  <a:pt x="229073" y="53553"/>
                </a:lnTo>
                <a:lnTo>
                  <a:pt x="229018" y="53289"/>
                </a:lnTo>
                <a:lnTo>
                  <a:pt x="228972" y="53019"/>
                </a:lnTo>
                <a:lnTo>
                  <a:pt x="228934" y="52745"/>
                </a:lnTo>
                <a:lnTo>
                  <a:pt x="228904" y="52465"/>
                </a:lnTo>
                <a:lnTo>
                  <a:pt x="228883" y="52179"/>
                </a:lnTo>
                <a:lnTo>
                  <a:pt x="228870" y="51889"/>
                </a:lnTo>
                <a:lnTo>
                  <a:pt x="228866" y="51593"/>
                </a:lnTo>
                <a:lnTo>
                  <a:pt x="228870" y="51320"/>
                </a:lnTo>
                <a:lnTo>
                  <a:pt x="228881" y="51051"/>
                </a:lnTo>
                <a:lnTo>
                  <a:pt x="228899" y="50787"/>
                </a:lnTo>
                <a:lnTo>
                  <a:pt x="228925" y="50527"/>
                </a:lnTo>
                <a:lnTo>
                  <a:pt x="228958" y="50272"/>
                </a:lnTo>
                <a:lnTo>
                  <a:pt x="228998" y="50021"/>
                </a:lnTo>
                <a:lnTo>
                  <a:pt x="229046" y="49775"/>
                </a:lnTo>
                <a:lnTo>
                  <a:pt x="229101" y="49533"/>
                </a:lnTo>
                <a:lnTo>
                  <a:pt x="229163" y="49295"/>
                </a:lnTo>
                <a:lnTo>
                  <a:pt x="229233" y="49062"/>
                </a:lnTo>
                <a:lnTo>
                  <a:pt x="229310" y="48834"/>
                </a:lnTo>
                <a:lnTo>
                  <a:pt x="229394" y="48610"/>
                </a:lnTo>
                <a:lnTo>
                  <a:pt x="229485" y="48390"/>
                </a:lnTo>
                <a:lnTo>
                  <a:pt x="229584" y="48175"/>
                </a:lnTo>
                <a:lnTo>
                  <a:pt x="229691" y="47964"/>
                </a:lnTo>
                <a:lnTo>
                  <a:pt x="229804" y="47758"/>
                </a:lnTo>
                <a:lnTo>
                  <a:pt x="229925" y="47556"/>
                </a:lnTo>
                <a:lnTo>
                  <a:pt x="230053" y="47359"/>
                </a:lnTo>
                <a:lnTo>
                  <a:pt x="230189" y="47166"/>
                </a:lnTo>
                <a:lnTo>
                  <a:pt x="230332" y="46978"/>
                </a:lnTo>
                <a:lnTo>
                  <a:pt x="230482" y="46794"/>
                </a:lnTo>
                <a:lnTo>
                  <a:pt x="230640" y="46614"/>
                </a:lnTo>
                <a:lnTo>
                  <a:pt x="230805" y="46439"/>
                </a:lnTo>
                <a:lnTo>
                  <a:pt x="230977" y="46269"/>
                </a:lnTo>
                <a:lnTo>
                  <a:pt x="231155" y="46104"/>
                </a:lnTo>
                <a:lnTo>
                  <a:pt x="231339" y="45946"/>
                </a:lnTo>
                <a:lnTo>
                  <a:pt x="231527" y="45795"/>
                </a:lnTo>
                <a:lnTo>
                  <a:pt x="231719" y="45652"/>
                </a:lnTo>
                <a:lnTo>
                  <a:pt x="231917" y="45515"/>
                </a:lnTo>
                <a:lnTo>
                  <a:pt x="232119" y="45385"/>
                </a:lnTo>
                <a:lnTo>
                  <a:pt x="232326" y="45262"/>
                </a:lnTo>
                <a:lnTo>
                  <a:pt x="232538" y="45147"/>
                </a:lnTo>
                <a:lnTo>
                  <a:pt x="232755" y="45038"/>
                </a:lnTo>
                <a:lnTo>
                  <a:pt x="232976" y="44936"/>
                </a:lnTo>
                <a:lnTo>
                  <a:pt x="233202" y="44841"/>
                </a:lnTo>
                <a:lnTo>
                  <a:pt x="233433" y="44754"/>
                </a:lnTo>
                <a:lnTo>
                  <a:pt x="233669" y="44673"/>
                </a:lnTo>
                <a:lnTo>
                  <a:pt x="233910" y="44599"/>
                </a:lnTo>
                <a:lnTo>
                  <a:pt x="234155" y="44533"/>
                </a:lnTo>
                <a:lnTo>
                  <a:pt x="234405" y="44473"/>
                </a:lnTo>
                <a:lnTo>
                  <a:pt x="234660" y="44421"/>
                </a:lnTo>
                <a:lnTo>
                  <a:pt x="234919" y="44375"/>
                </a:lnTo>
                <a:lnTo>
                  <a:pt x="235184" y="44336"/>
                </a:lnTo>
                <a:lnTo>
                  <a:pt x="235453" y="44305"/>
                </a:lnTo>
                <a:lnTo>
                  <a:pt x="235727" y="44280"/>
                </a:lnTo>
                <a:lnTo>
                  <a:pt x="236006" y="44263"/>
                </a:lnTo>
                <a:lnTo>
                  <a:pt x="236289" y="44252"/>
                </a:lnTo>
                <a:lnTo>
                  <a:pt x="236578" y="44249"/>
                </a:lnTo>
                <a:lnTo>
                  <a:pt x="248970" y="44249"/>
                </a:lnTo>
                <a:lnTo>
                  <a:pt x="248970" y="50400"/>
                </a:lnTo>
                <a:lnTo>
                  <a:pt x="248965" y="50726"/>
                </a:lnTo>
                <a:lnTo>
                  <a:pt x="248949" y="51047"/>
                </a:lnTo>
                <a:lnTo>
                  <a:pt x="248922" y="51364"/>
                </a:lnTo>
                <a:lnTo>
                  <a:pt x="248885" y="51675"/>
                </a:lnTo>
                <a:lnTo>
                  <a:pt x="248837" y="51981"/>
                </a:lnTo>
                <a:lnTo>
                  <a:pt x="248778" y="52282"/>
                </a:lnTo>
                <a:lnTo>
                  <a:pt x="248709" y="52578"/>
                </a:lnTo>
                <a:lnTo>
                  <a:pt x="248629" y="52868"/>
                </a:lnTo>
                <a:lnTo>
                  <a:pt x="248538" y="53154"/>
                </a:lnTo>
                <a:lnTo>
                  <a:pt x="248436" y="53434"/>
                </a:lnTo>
                <a:lnTo>
                  <a:pt x="248324" y="53710"/>
                </a:lnTo>
                <a:lnTo>
                  <a:pt x="248201" y="53980"/>
                </a:lnTo>
                <a:lnTo>
                  <a:pt x="248068" y="54245"/>
                </a:lnTo>
                <a:lnTo>
                  <a:pt x="247924" y="54506"/>
                </a:lnTo>
                <a:lnTo>
                  <a:pt x="247769" y="54761"/>
                </a:lnTo>
                <a:lnTo>
                  <a:pt x="247603" y="55011"/>
                </a:lnTo>
                <a:lnTo>
                  <a:pt x="247427" y="55255"/>
                </a:lnTo>
                <a:lnTo>
                  <a:pt x="247240" y="55495"/>
                </a:lnTo>
                <a:lnTo>
                  <a:pt x="247043" y="55730"/>
                </a:lnTo>
                <a:lnTo>
                  <a:pt x="246834" y="55959"/>
                </a:lnTo>
                <a:lnTo>
                  <a:pt x="246615" y="56184"/>
                </a:lnTo>
                <a:lnTo>
                  <a:pt x="246386" y="56403"/>
                </a:lnTo>
                <a:lnTo>
                  <a:pt x="246145" y="56617"/>
                </a:lnTo>
                <a:lnTo>
                  <a:pt x="245894" y="56827"/>
                </a:lnTo>
                <a:lnTo>
                  <a:pt x="245635" y="57029"/>
                </a:lnTo>
                <a:lnTo>
                  <a:pt x="245369" y="57222"/>
                </a:lnTo>
                <a:lnTo>
                  <a:pt x="245098" y="57407"/>
                </a:lnTo>
                <a:lnTo>
                  <a:pt x="244820" y="57584"/>
                </a:lnTo>
                <a:lnTo>
                  <a:pt x="244535" y="57752"/>
                </a:lnTo>
                <a:lnTo>
                  <a:pt x="244245" y="57911"/>
                </a:lnTo>
                <a:lnTo>
                  <a:pt x="243948" y="58061"/>
                </a:lnTo>
                <a:lnTo>
                  <a:pt x="243646" y="58203"/>
                </a:lnTo>
                <a:lnTo>
                  <a:pt x="243336" y="58337"/>
                </a:lnTo>
                <a:lnTo>
                  <a:pt x="243021" y="58461"/>
                </a:lnTo>
                <a:lnTo>
                  <a:pt x="242700" y="58578"/>
                </a:lnTo>
                <a:lnTo>
                  <a:pt x="242372" y="58685"/>
                </a:lnTo>
                <a:lnTo>
                  <a:pt x="242038" y="58784"/>
                </a:lnTo>
                <a:lnTo>
                  <a:pt x="241698" y="58874"/>
                </a:lnTo>
                <a:lnTo>
                  <a:pt x="241352" y="58956"/>
                </a:lnTo>
                <a:lnTo>
                  <a:pt x="240999" y="59029"/>
                </a:lnTo>
                <a:lnTo>
                  <a:pt x="240640" y="59094"/>
                </a:lnTo>
                <a:lnTo>
                  <a:pt x="240275" y="59150"/>
                </a:lnTo>
                <a:lnTo>
                  <a:pt x="239904" y="59197"/>
                </a:lnTo>
                <a:lnTo>
                  <a:pt x="239526" y="59236"/>
                </a:lnTo>
                <a:lnTo>
                  <a:pt x="239143" y="59266"/>
                </a:lnTo>
                <a:lnTo>
                  <a:pt x="238753" y="59287"/>
                </a:lnTo>
                <a:lnTo>
                  <a:pt x="238357" y="59300"/>
                </a:lnTo>
                <a:lnTo>
                  <a:pt x="237954" y="59305"/>
                </a:lnTo>
                <a:lnTo>
                  <a:pt x="237606" y="59301"/>
                </a:lnTo>
                <a:lnTo>
                  <a:pt x="237263" y="59290"/>
                </a:lnTo>
                <a:lnTo>
                  <a:pt x="236927" y="59272"/>
                </a:lnTo>
                <a:lnTo>
                  <a:pt x="236596" y="59247"/>
                </a:lnTo>
                <a:close/>
                <a:moveTo>
                  <a:pt x="413348" y="56639"/>
                </a:moveTo>
                <a:lnTo>
                  <a:pt x="413124" y="56631"/>
                </a:lnTo>
                <a:lnTo>
                  <a:pt x="412905" y="56617"/>
                </a:lnTo>
                <a:lnTo>
                  <a:pt x="412689" y="56597"/>
                </a:lnTo>
                <a:lnTo>
                  <a:pt x="412478" y="56572"/>
                </a:lnTo>
                <a:lnTo>
                  <a:pt x="412270" y="56541"/>
                </a:lnTo>
                <a:lnTo>
                  <a:pt x="412066" y="56505"/>
                </a:lnTo>
                <a:lnTo>
                  <a:pt x="411867" y="56463"/>
                </a:lnTo>
                <a:lnTo>
                  <a:pt x="411671" y="56416"/>
                </a:lnTo>
                <a:lnTo>
                  <a:pt x="411479" y="56363"/>
                </a:lnTo>
                <a:lnTo>
                  <a:pt x="411292" y="56305"/>
                </a:lnTo>
                <a:lnTo>
                  <a:pt x="411108" y="56240"/>
                </a:lnTo>
                <a:lnTo>
                  <a:pt x="410928" y="56171"/>
                </a:lnTo>
                <a:lnTo>
                  <a:pt x="410753" y="56095"/>
                </a:lnTo>
                <a:lnTo>
                  <a:pt x="410581" y="56015"/>
                </a:lnTo>
                <a:lnTo>
                  <a:pt x="410413" y="55928"/>
                </a:lnTo>
                <a:lnTo>
                  <a:pt x="410249" y="55836"/>
                </a:lnTo>
                <a:lnTo>
                  <a:pt x="410090" y="55739"/>
                </a:lnTo>
                <a:lnTo>
                  <a:pt x="409934" y="55636"/>
                </a:lnTo>
                <a:lnTo>
                  <a:pt x="409782" y="55527"/>
                </a:lnTo>
                <a:lnTo>
                  <a:pt x="409634" y="55413"/>
                </a:lnTo>
                <a:lnTo>
                  <a:pt x="409490" y="55293"/>
                </a:lnTo>
                <a:lnTo>
                  <a:pt x="409350" y="55167"/>
                </a:lnTo>
                <a:lnTo>
                  <a:pt x="409215" y="55036"/>
                </a:lnTo>
                <a:lnTo>
                  <a:pt x="409083" y="54901"/>
                </a:lnTo>
                <a:lnTo>
                  <a:pt x="408958" y="54761"/>
                </a:lnTo>
                <a:lnTo>
                  <a:pt x="408838" y="54617"/>
                </a:lnTo>
                <a:lnTo>
                  <a:pt x="408724" y="54469"/>
                </a:lnTo>
                <a:lnTo>
                  <a:pt x="408615" y="54317"/>
                </a:lnTo>
                <a:lnTo>
                  <a:pt x="408512" y="54161"/>
                </a:lnTo>
                <a:lnTo>
                  <a:pt x="408414" y="54002"/>
                </a:lnTo>
                <a:lnTo>
                  <a:pt x="408322" y="53838"/>
                </a:lnTo>
                <a:lnTo>
                  <a:pt x="408235" y="53670"/>
                </a:lnTo>
                <a:lnTo>
                  <a:pt x="408155" y="53498"/>
                </a:lnTo>
                <a:lnTo>
                  <a:pt x="408079" y="53323"/>
                </a:lnTo>
                <a:lnTo>
                  <a:pt x="408009" y="53143"/>
                </a:lnTo>
                <a:lnTo>
                  <a:pt x="407945" y="52959"/>
                </a:lnTo>
                <a:lnTo>
                  <a:pt x="407887" y="52772"/>
                </a:lnTo>
                <a:lnTo>
                  <a:pt x="407834" y="52580"/>
                </a:lnTo>
                <a:lnTo>
                  <a:pt x="407786" y="52384"/>
                </a:lnTo>
                <a:lnTo>
                  <a:pt x="407744" y="52185"/>
                </a:lnTo>
                <a:lnTo>
                  <a:pt x="407708" y="51981"/>
                </a:lnTo>
                <a:lnTo>
                  <a:pt x="407678" y="51773"/>
                </a:lnTo>
                <a:lnTo>
                  <a:pt x="407652" y="51562"/>
                </a:lnTo>
                <a:lnTo>
                  <a:pt x="407633" y="51346"/>
                </a:lnTo>
                <a:lnTo>
                  <a:pt x="407619" y="51127"/>
                </a:lnTo>
                <a:lnTo>
                  <a:pt x="407611" y="50903"/>
                </a:lnTo>
                <a:lnTo>
                  <a:pt x="407608" y="50676"/>
                </a:lnTo>
                <a:lnTo>
                  <a:pt x="407608" y="0"/>
                </a:lnTo>
                <a:lnTo>
                  <a:pt x="379974" y="0"/>
                </a:lnTo>
                <a:lnTo>
                  <a:pt x="379974" y="10373"/>
                </a:lnTo>
                <a:lnTo>
                  <a:pt x="396132" y="10373"/>
                </a:lnTo>
                <a:lnTo>
                  <a:pt x="396132" y="50676"/>
                </a:lnTo>
                <a:lnTo>
                  <a:pt x="396136" y="51079"/>
                </a:lnTo>
                <a:lnTo>
                  <a:pt x="396147" y="51479"/>
                </a:lnTo>
                <a:lnTo>
                  <a:pt x="396165" y="51874"/>
                </a:lnTo>
                <a:lnTo>
                  <a:pt x="396191" y="52265"/>
                </a:lnTo>
                <a:lnTo>
                  <a:pt x="396224" y="52653"/>
                </a:lnTo>
                <a:lnTo>
                  <a:pt x="396264" y="53036"/>
                </a:lnTo>
                <a:lnTo>
                  <a:pt x="396312" y="53416"/>
                </a:lnTo>
                <a:lnTo>
                  <a:pt x="396367" y="53792"/>
                </a:lnTo>
                <a:lnTo>
                  <a:pt x="396429" y="54163"/>
                </a:lnTo>
                <a:lnTo>
                  <a:pt x="396499" y="54531"/>
                </a:lnTo>
                <a:lnTo>
                  <a:pt x="396576" y="54894"/>
                </a:lnTo>
                <a:lnTo>
                  <a:pt x="396660" y="55254"/>
                </a:lnTo>
                <a:lnTo>
                  <a:pt x="396752" y="55610"/>
                </a:lnTo>
                <a:lnTo>
                  <a:pt x="396851" y="55961"/>
                </a:lnTo>
                <a:lnTo>
                  <a:pt x="396957" y="56309"/>
                </a:lnTo>
                <a:lnTo>
                  <a:pt x="397071" y="56652"/>
                </a:lnTo>
                <a:lnTo>
                  <a:pt x="397192" y="56992"/>
                </a:lnTo>
                <a:lnTo>
                  <a:pt x="397320" y="57328"/>
                </a:lnTo>
                <a:lnTo>
                  <a:pt x="397455" y="57660"/>
                </a:lnTo>
                <a:lnTo>
                  <a:pt x="397598" y="57987"/>
                </a:lnTo>
                <a:lnTo>
                  <a:pt x="397749" y="58311"/>
                </a:lnTo>
                <a:lnTo>
                  <a:pt x="397906" y="58631"/>
                </a:lnTo>
                <a:lnTo>
                  <a:pt x="398071" y="58947"/>
                </a:lnTo>
                <a:lnTo>
                  <a:pt x="398243" y="59258"/>
                </a:lnTo>
                <a:lnTo>
                  <a:pt x="398422" y="59565"/>
                </a:lnTo>
                <a:lnTo>
                  <a:pt x="398606" y="59866"/>
                </a:lnTo>
                <a:lnTo>
                  <a:pt x="398796" y="60161"/>
                </a:lnTo>
                <a:lnTo>
                  <a:pt x="398992" y="60451"/>
                </a:lnTo>
                <a:lnTo>
                  <a:pt x="399193" y="60734"/>
                </a:lnTo>
                <a:lnTo>
                  <a:pt x="399399" y="61011"/>
                </a:lnTo>
                <a:lnTo>
                  <a:pt x="399612" y="61283"/>
                </a:lnTo>
                <a:lnTo>
                  <a:pt x="399829" y="61548"/>
                </a:lnTo>
                <a:lnTo>
                  <a:pt x="400053" y="61808"/>
                </a:lnTo>
                <a:lnTo>
                  <a:pt x="400282" y="62062"/>
                </a:lnTo>
                <a:lnTo>
                  <a:pt x="400516" y="62310"/>
                </a:lnTo>
                <a:lnTo>
                  <a:pt x="400756" y="62552"/>
                </a:lnTo>
                <a:lnTo>
                  <a:pt x="401002" y="62788"/>
                </a:lnTo>
                <a:lnTo>
                  <a:pt x="401253" y="63018"/>
                </a:lnTo>
                <a:lnTo>
                  <a:pt x="401510" y="63242"/>
                </a:lnTo>
                <a:lnTo>
                  <a:pt x="401772" y="63461"/>
                </a:lnTo>
                <a:lnTo>
                  <a:pt x="402040" y="63673"/>
                </a:lnTo>
                <a:lnTo>
                  <a:pt x="402314" y="63880"/>
                </a:lnTo>
                <a:lnTo>
                  <a:pt x="402593" y="64081"/>
                </a:lnTo>
                <a:lnTo>
                  <a:pt x="402878" y="64276"/>
                </a:lnTo>
                <a:lnTo>
                  <a:pt x="403168" y="64465"/>
                </a:lnTo>
                <a:lnTo>
                  <a:pt x="403464" y="64648"/>
                </a:lnTo>
                <a:lnTo>
                  <a:pt x="403765" y="64825"/>
                </a:lnTo>
                <a:lnTo>
                  <a:pt x="404072" y="64996"/>
                </a:lnTo>
                <a:lnTo>
                  <a:pt x="404384" y="65161"/>
                </a:lnTo>
                <a:lnTo>
                  <a:pt x="404701" y="65319"/>
                </a:lnTo>
                <a:lnTo>
                  <a:pt x="405021" y="65470"/>
                </a:lnTo>
                <a:lnTo>
                  <a:pt x="405346" y="65613"/>
                </a:lnTo>
                <a:lnTo>
                  <a:pt x="405676" y="65750"/>
                </a:lnTo>
                <a:lnTo>
                  <a:pt x="406009" y="65880"/>
                </a:lnTo>
                <a:lnTo>
                  <a:pt x="406347" y="66003"/>
                </a:lnTo>
                <a:lnTo>
                  <a:pt x="406689" y="66118"/>
                </a:lnTo>
                <a:lnTo>
                  <a:pt x="407036" y="66227"/>
                </a:lnTo>
                <a:lnTo>
                  <a:pt x="407386" y="66329"/>
                </a:lnTo>
                <a:lnTo>
                  <a:pt x="407742" y="66423"/>
                </a:lnTo>
                <a:lnTo>
                  <a:pt x="408101" y="66511"/>
                </a:lnTo>
                <a:lnTo>
                  <a:pt x="408465" y="66592"/>
                </a:lnTo>
                <a:lnTo>
                  <a:pt x="408833" y="66665"/>
                </a:lnTo>
                <a:lnTo>
                  <a:pt x="409205" y="66732"/>
                </a:lnTo>
                <a:lnTo>
                  <a:pt x="409581" y="66792"/>
                </a:lnTo>
                <a:lnTo>
                  <a:pt x="409962" y="66844"/>
                </a:lnTo>
                <a:lnTo>
                  <a:pt x="410347" y="66890"/>
                </a:lnTo>
                <a:lnTo>
                  <a:pt x="410737" y="66928"/>
                </a:lnTo>
                <a:lnTo>
                  <a:pt x="411131" y="66960"/>
                </a:lnTo>
                <a:lnTo>
                  <a:pt x="411529" y="66985"/>
                </a:lnTo>
                <a:lnTo>
                  <a:pt x="411931" y="67002"/>
                </a:lnTo>
                <a:lnTo>
                  <a:pt x="412338" y="67013"/>
                </a:lnTo>
                <a:lnTo>
                  <a:pt x="412749" y="67016"/>
                </a:lnTo>
                <a:lnTo>
                  <a:pt x="428815" y="67016"/>
                </a:lnTo>
                <a:lnTo>
                  <a:pt x="428815" y="56642"/>
                </a:lnTo>
                <a:lnTo>
                  <a:pt x="413575" y="56642"/>
                </a:lnTo>
                <a:lnTo>
                  <a:pt x="413348" y="56639"/>
                </a:lnTo>
                <a:close/>
                <a:moveTo>
                  <a:pt x="358711" y="24581"/>
                </a:moveTo>
                <a:lnTo>
                  <a:pt x="358590" y="24154"/>
                </a:lnTo>
                <a:lnTo>
                  <a:pt x="358456" y="23737"/>
                </a:lnTo>
                <a:lnTo>
                  <a:pt x="358309" y="23329"/>
                </a:lnTo>
                <a:lnTo>
                  <a:pt x="358150" y="22930"/>
                </a:lnTo>
                <a:lnTo>
                  <a:pt x="357977" y="22540"/>
                </a:lnTo>
                <a:lnTo>
                  <a:pt x="357793" y="22159"/>
                </a:lnTo>
                <a:lnTo>
                  <a:pt x="357595" y="21788"/>
                </a:lnTo>
                <a:lnTo>
                  <a:pt x="357384" y="21425"/>
                </a:lnTo>
                <a:lnTo>
                  <a:pt x="357161" y="21071"/>
                </a:lnTo>
                <a:lnTo>
                  <a:pt x="356925" y="20727"/>
                </a:lnTo>
                <a:lnTo>
                  <a:pt x="356677" y="20391"/>
                </a:lnTo>
                <a:lnTo>
                  <a:pt x="356415" y="20065"/>
                </a:lnTo>
                <a:lnTo>
                  <a:pt x="356141" y="19748"/>
                </a:lnTo>
                <a:lnTo>
                  <a:pt x="355854" y="19440"/>
                </a:lnTo>
                <a:lnTo>
                  <a:pt x="355554" y="19141"/>
                </a:lnTo>
                <a:lnTo>
                  <a:pt x="355244" y="18852"/>
                </a:lnTo>
                <a:lnTo>
                  <a:pt x="354925" y="18576"/>
                </a:lnTo>
                <a:lnTo>
                  <a:pt x="354596" y="18312"/>
                </a:lnTo>
                <a:lnTo>
                  <a:pt x="354259" y="18061"/>
                </a:lnTo>
                <a:lnTo>
                  <a:pt x="353913" y="17821"/>
                </a:lnTo>
                <a:lnTo>
                  <a:pt x="353558" y="17594"/>
                </a:lnTo>
                <a:lnTo>
                  <a:pt x="353194" y="17380"/>
                </a:lnTo>
                <a:lnTo>
                  <a:pt x="352821" y="17177"/>
                </a:lnTo>
                <a:lnTo>
                  <a:pt x="352439" y="16987"/>
                </a:lnTo>
                <a:lnTo>
                  <a:pt x="352048" y="16809"/>
                </a:lnTo>
                <a:lnTo>
                  <a:pt x="351649" y="16643"/>
                </a:lnTo>
                <a:lnTo>
                  <a:pt x="351240" y="16490"/>
                </a:lnTo>
                <a:lnTo>
                  <a:pt x="350823" y="16349"/>
                </a:lnTo>
                <a:lnTo>
                  <a:pt x="350396" y="16220"/>
                </a:lnTo>
                <a:lnTo>
                  <a:pt x="349961" y="16103"/>
                </a:lnTo>
                <a:lnTo>
                  <a:pt x="349517" y="15999"/>
                </a:lnTo>
                <a:lnTo>
                  <a:pt x="349063" y="15907"/>
                </a:lnTo>
                <a:lnTo>
                  <a:pt x="348601" y="15827"/>
                </a:lnTo>
                <a:lnTo>
                  <a:pt x="348130" y="15760"/>
                </a:lnTo>
                <a:lnTo>
                  <a:pt x="347650" y="15705"/>
                </a:lnTo>
                <a:lnTo>
                  <a:pt x="347161" y="15662"/>
                </a:lnTo>
                <a:lnTo>
                  <a:pt x="346663" y="15631"/>
                </a:lnTo>
                <a:lnTo>
                  <a:pt x="346157" y="15613"/>
                </a:lnTo>
                <a:lnTo>
                  <a:pt x="345641" y="15606"/>
                </a:lnTo>
                <a:lnTo>
                  <a:pt x="345011" y="15616"/>
                </a:lnTo>
                <a:lnTo>
                  <a:pt x="344392" y="15643"/>
                </a:lnTo>
                <a:lnTo>
                  <a:pt x="343783" y="15688"/>
                </a:lnTo>
                <a:lnTo>
                  <a:pt x="343185" y="15752"/>
                </a:lnTo>
                <a:lnTo>
                  <a:pt x="342597" y="15834"/>
                </a:lnTo>
                <a:lnTo>
                  <a:pt x="342020" y="15934"/>
                </a:lnTo>
                <a:lnTo>
                  <a:pt x="341453" y="16052"/>
                </a:lnTo>
                <a:lnTo>
                  <a:pt x="340897" y="16188"/>
                </a:lnTo>
                <a:lnTo>
                  <a:pt x="340352" y="16342"/>
                </a:lnTo>
                <a:lnTo>
                  <a:pt x="339817" y="16515"/>
                </a:lnTo>
                <a:lnTo>
                  <a:pt x="339292" y="16706"/>
                </a:lnTo>
                <a:lnTo>
                  <a:pt x="338778" y="16915"/>
                </a:lnTo>
                <a:lnTo>
                  <a:pt x="338274" y="17142"/>
                </a:lnTo>
                <a:lnTo>
                  <a:pt x="337781" y="17387"/>
                </a:lnTo>
                <a:lnTo>
                  <a:pt x="337299" y="17651"/>
                </a:lnTo>
                <a:lnTo>
                  <a:pt x="336827" y="17932"/>
                </a:lnTo>
                <a:lnTo>
                  <a:pt x="336365" y="18232"/>
                </a:lnTo>
                <a:lnTo>
                  <a:pt x="335915" y="18550"/>
                </a:lnTo>
                <a:lnTo>
                  <a:pt x="335474" y="18886"/>
                </a:lnTo>
                <a:lnTo>
                  <a:pt x="335044" y="19241"/>
                </a:lnTo>
                <a:lnTo>
                  <a:pt x="334625" y="19613"/>
                </a:lnTo>
                <a:lnTo>
                  <a:pt x="334216" y="20004"/>
                </a:lnTo>
                <a:lnTo>
                  <a:pt x="333818" y="20413"/>
                </a:lnTo>
                <a:lnTo>
                  <a:pt x="333430" y="20840"/>
                </a:lnTo>
                <a:lnTo>
                  <a:pt x="333055" y="21282"/>
                </a:lnTo>
                <a:lnTo>
                  <a:pt x="332697" y="21737"/>
                </a:lnTo>
                <a:lnTo>
                  <a:pt x="332354" y="22205"/>
                </a:lnTo>
                <a:lnTo>
                  <a:pt x="332028" y="22686"/>
                </a:lnTo>
                <a:lnTo>
                  <a:pt x="331717" y="23179"/>
                </a:lnTo>
                <a:lnTo>
                  <a:pt x="331422" y="23685"/>
                </a:lnTo>
                <a:lnTo>
                  <a:pt x="331143" y="24204"/>
                </a:lnTo>
                <a:lnTo>
                  <a:pt x="330880" y="24736"/>
                </a:lnTo>
                <a:lnTo>
                  <a:pt x="330633" y="25280"/>
                </a:lnTo>
                <a:lnTo>
                  <a:pt x="330402" y="25838"/>
                </a:lnTo>
                <a:lnTo>
                  <a:pt x="330187" y="26407"/>
                </a:lnTo>
                <a:lnTo>
                  <a:pt x="329988" y="26990"/>
                </a:lnTo>
                <a:lnTo>
                  <a:pt x="329805" y="27586"/>
                </a:lnTo>
                <a:lnTo>
                  <a:pt x="329638" y="28194"/>
                </a:lnTo>
                <a:lnTo>
                  <a:pt x="329486" y="28815"/>
                </a:lnTo>
                <a:lnTo>
                  <a:pt x="329351" y="29448"/>
                </a:lnTo>
                <a:lnTo>
                  <a:pt x="329231" y="30095"/>
                </a:lnTo>
                <a:lnTo>
                  <a:pt x="329128" y="30754"/>
                </a:lnTo>
                <a:lnTo>
                  <a:pt x="329040" y="31426"/>
                </a:lnTo>
                <a:lnTo>
                  <a:pt x="328968" y="32111"/>
                </a:lnTo>
                <a:lnTo>
                  <a:pt x="328913" y="32808"/>
                </a:lnTo>
                <a:lnTo>
                  <a:pt x="328873" y="33518"/>
                </a:lnTo>
                <a:lnTo>
                  <a:pt x="328849" y="34241"/>
                </a:lnTo>
                <a:lnTo>
                  <a:pt x="328841" y="34977"/>
                </a:lnTo>
                <a:lnTo>
                  <a:pt x="328841" y="48656"/>
                </a:lnTo>
                <a:lnTo>
                  <a:pt x="328849" y="49384"/>
                </a:lnTo>
                <a:lnTo>
                  <a:pt x="328873" y="50100"/>
                </a:lnTo>
                <a:lnTo>
                  <a:pt x="328913" y="50803"/>
                </a:lnTo>
                <a:lnTo>
                  <a:pt x="328970" y="51494"/>
                </a:lnTo>
                <a:lnTo>
                  <a:pt x="329042" y="52172"/>
                </a:lnTo>
                <a:lnTo>
                  <a:pt x="329131" y="52838"/>
                </a:lnTo>
                <a:lnTo>
                  <a:pt x="329235" y="53492"/>
                </a:lnTo>
                <a:lnTo>
                  <a:pt x="329356" y="54133"/>
                </a:lnTo>
                <a:lnTo>
                  <a:pt x="329493" y="54762"/>
                </a:lnTo>
                <a:lnTo>
                  <a:pt x="329646" y="55378"/>
                </a:lnTo>
                <a:lnTo>
                  <a:pt x="329815" y="55982"/>
                </a:lnTo>
                <a:lnTo>
                  <a:pt x="330000" y="56573"/>
                </a:lnTo>
                <a:lnTo>
                  <a:pt x="330201" y="57152"/>
                </a:lnTo>
                <a:lnTo>
                  <a:pt x="330418" y="57719"/>
                </a:lnTo>
                <a:lnTo>
                  <a:pt x="330652" y="58273"/>
                </a:lnTo>
                <a:lnTo>
                  <a:pt x="330901" y="58815"/>
                </a:lnTo>
                <a:lnTo>
                  <a:pt x="331167" y="59344"/>
                </a:lnTo>
                <a:lnTo>
                  <a:pt x="331448" y="59861"/>
                </a:lnTo>
                <a:lnTo>
                  <a:pt x="331746" y="60366"/>
                </a:lnTo>
                <a:lnTo>
                  <a:pt x="332060" y="60858"/>
                </a:lnTo>
                <a:lnTo>
                  <a:pt x="332390" y="61337"/>
                </a:lnTo>
                <a:lnTo>
                  <a:pt x="332736" y="61805"/>
                </a:lnTo>
                <a:lnTo>
                  <a:pt x="333098" y="62259"/>
                </a:lnTo>
                <a:lnTo>
                  <a:pt x="333476" y="62702"/>
                </a:lnTo>
                <a:lnTo>
                  <a:pt x="333868" y="63129"/>
                </a:lnTo>
                <a:lnTo>
                  <a:pt x="334269" y="63537"/>
                </a:lnTo>
                <a:lnTo>
                  <a:pt x="334681" y="63928"/>
                </a:lnTo>
                <a:lnTo>
                  <a:pt x="335102" y="64300"/>
                </a:lnTo>
                <a:lnTo>
                  <a:pt x="335534" y="64655"/>
                </a:lnTo>
                <a:lnTo>
                  <a:pt x="335975" y="64991"/>
                </a:lnTo>
                <a:lnTo>
                  <a:pt x="336427" y="65309"/>
                </a:lnTo>
                <a:lnTo>
                  <a:pt x="336889" y="65608"/>
                </a:lnTo>
                <a:lnTo>
                  <a:pt x="337360" y="65890"/>
                </a:lnTo>
                <a:lnTo>
                  <a:pt x="337842" y="66153"/>
                </a:lnTo>
                <a:lnTo>
                  <a:pt x="338334" y="66399"/>
                </a:lnTo>
                <a:lnTo>
                  <a:pt x="338836" y="66626"/>
                </a:lnTo>
                <a:lnTo>
                  <a:pt x="339348" y="66835"/>
                </a:lnTo>
                <a:lnTo>
                  <a:pt x="339869" y="67025"/>
                </a:lnTo>
                <a:lnTo>
                  <a:pt x="340401" y="67198"/>
                </a:lnTo>
                <a:lnTo>
                  <a:pt x="340943" y="67352"/>
                </a:lnTo>
                <a:lnTo>
                  <a:pt x="341495" y="67489"/>
                </a:lnTo>
                <a:lnTo>
                  <a:pt x="342058" y="67607"/>
                </a:lnTo>
                <a:lnTo>
                  <a:pt x="342630" y="67707"/>
                </a:lnTo>
                <a:lnTo>
                  <a:pt x="343212" y="67788"/>
                </a:lnTo>
                <a:lnTo>
                  <a:pt x="343804" y="67852"/>
                </a:lnTo>
                <a:lnTo>
                  <a:pt x="344406" y="67897"/>
                </a:lnTo>
                <a:lnTo>
                  <a:pt x="345018" y="67925"/>
                </a:lnTo>
                <a:lnTo>
                  <a:pt x="345641" y="67934"/>
                </a:lnTo>
                <a:lnTo>
                  <a:pt x="346157" y="67928"/>
                </a:lnTo>
                <a:lnTo>
                  <a:pt x="346663" y="67909"/>
                </a:lnTo>
                <a:lnTo>
                  <a:pt x="347161" y="67878"/>
                </a:lnTo>
                <a:lnTo>
                  <a:pt x="347650" y="67835"/>
                </a:lnTo>
                <a:lnTo>
                  <a:pt x="348130" y="67780"/>
                </a:lnTo>
                <a:lnTo>
                  <a:pt x="348601" y="67713"/>
                </a:lnTo>
                <a:lnTo>
                  <a:pt x="349063" y="67633"/>
                </a:lnTo>
                <a:lnTo>
                  <a:pt x="349517" y="67541"/>
                </a:lnTo>
                <a:lnTo>
                  <a:pt x="349961" y="67437"/>
                </a:lnTo>
                <a:lnTo>
                  <a:pt x="350396" y="67320"/>
                </a:lnTo>
                <a:lnTo>
                  <a:pt x="350823" y="67191"/>
                </a:lnTo>
                <a:lnTo>
                  <a:pt x="351240" y="67050"/>
                </a:lnTo>
                <a:lnTo>
                  <a:pt x="351649" y="66897"/>
                </a:lnTo>
                <a:lnTo>
                  <a:pt x="352048" y="66731"/>
                </a:lnTo>
                <a:lnTo>
                  <a:pt x="352439" y="66553"/>
                </a:lnTo>
                <a:lnTo>
                  <a:pt x="352821" y="66363"/>
                </a:lnTo>
                <a:lnTo>
                  <a:pt x="353194" y="66160"/>
                </a:lnTo>
                <a:lnTo>
                  <a:pt x="353558" y="65946"/>
                </a:lnTo>
                <a:lnTo>
                  <a:pt x="353913" y="65719"/>
                </a:lnTo>
                <a:lnTo>
                  <a:pt x="354259" y="65479"/>
                </a:lnTo>
                <a:lnTo>
                  <a:pt x="354596" y="65228"/>
                </a:lnTo>
                <a:lnTo>
                  <a:pt x="354925" y="64964"/>
                </a:lnTo>
                <a:lnTo>
                  <a:pt x="355244" y="64688"/>
                </a:lnTo>
                <a:lnTo>
                  <a:pt x="355554" y="64399"/>
                </a:lnTo>
                <a:lnTo>
                  <a:pt x="355854" y="64100"/>
                </a:lnTo>
                <a:lnTo>
                  <a:pt x="356141" y="63792"/>
                </a:lnTo>
                <a:lnTo>
                  <a:pt x="356415" y="63475"/>
                </a:lnTo>
                <a:lnTo>
                  <a:pt x="356677" y="63149"/>
                </a:lnTo>
                <a:lnTo>
                  <a:pt x="356925" y="62813"/>
                </a:lnTo>
                <a:lnTo>
                  <a:pt x="357161" y="62469"/>
                </a:lnTo>
                <a:lnTo>
                  <a:pt x="357384" y="62115"/>
                </a:lnTo>
                <a:lnTo>
                  <a:pt x="357595" y="61753"/>
                </a:lnTo>
                <a:lnTo>
                  <a:pt x="357793" y="61381"/>
                </a:lnTo>
                <a:lnTo>
                  <a:pt x="357977" y="61000"/>
                </a:lnTo>
                <a:lnTo>
                  <a:pt x="358150" y="60610"/>
                </a:lnTo>
                <a:lnTo>
                  <a:pt x="358309" y="60211"/>
                </a:lnTo>
                <a:lnTo>
                  <a:pt x="358456" y="59803"/>
                </a:lnTo>
                <a:lnTo>
                  <a:pt x="358590" y="59386"/>
                </a:lnTo>
                <a:lnTo>
                  <a:pt x="358711" y="58959"/>
                </a:lnTo>
                <a:lnTo>
                  <a:pt x="358819" y="58524"/>
                </a:lnTo>
                <a:lnTo>
                  <a:pt x="358915" y="58080"/>
                </a:lnTo>
                <a:lnTo>
                  <a:pt x="358998" y="57626"/>
                </a:lnTo>
                <a:lnTo>
                  <a:pt x="359035" y="57377"/>
                </a:lnTo>
                <a:lnTo>
                  <a:pt x="359227" y="57377"/>
                </a:lnTo>
                <a:lnTo>
                  <a:pt x="359227" y="67016"/>
                </a:lnTo>
                <a:lnTo>
                  <a:pt x="370427" y="67016"/>
                </a:lnTo>
                <a:lnTo>
                  <a:pt x="370427" y="0"/>
                </a:lnTo>
                <a:lnTo>
                  <a:pt x="358951" y="0"/>
                </a:lnTo>
                <a:lnTo>
                  <a:pt x="358951" y="14137"/>
                </a:lnTo>
                <a:lnTo>
                  <a:pt x="359318" y="26163"/>
                </a:lnTo>
                <a:lnTo>
                  <a:pt x="359035" y="26163"/>
                </a:lnTo>
                <a:lnTo>
                  <a:pt x="358998" y="25914"/>
                </a:lnTo>
                <a:lnTo>
                  <a:pt x="358915" y="25460"/>
                </a:lnTo>
                <a:lnTo>
                  <a:pt x="358819" y="25016"/>
                </a:lnTo>
                <a:lnTo>
                  <a:pt x="358711" y="24581"/>
                </a:lnTo>
                <a:close/>
                <a:moveTo>
                  <a:pt x="348264" y="57947"/>
                </a:moveTo>
                <a:lnTo>
                  <a:pt x="347927" y="57907"/>
                </a:lnTo>
                <a:lnTo>
                  <a:pt x="347596" y="57858"/>
                </a:lnTo>
                <a:lnTo>
                  <a:pt x="347273" y="57800"/>
                </a:lnTo>
                <a:lnTo>
                  <a:pt x="346956" y="57733"/>
                </a:lnTo>
                <a:lnTo>
                  <a:pt x="346645" y="57657"/>
                </a:lnTo>
                <a:lnTo>
                  <a:pt x="346342" y="57572"/>
                </a:lnTo>
                <a:lnTo>
                  <a:pt x="346045" y="57479"/>
                </a:lnTo>
                <a:lnTo>
                  <a:pt x="345755" y="57376"/>
                </a:lnTo>
                <a:lnTo>
                  <a:pt x="345471" y="57265"/>
                </a:lnTo>
                <a:lnTo>
                  <a:pt x="345194" y="57144"/>
                </a:lnTo>
                <a:lnTo>
                  <a:pt x="344924" y="57015"/>
                </a:lnTo>
                <a:lnTo>
                  <a:pt x="344661" y="56876"/>
                </a:lnTo>
                <a:lnTo>
                  <a:pt x="344404" y="56729"/>
                </a:lnTo>
                <a:lnTo>
                  <a:pt x="344154" y="56573"/>
                </a:lnTo>
                <a:lnTo>
                  <a:pt x="343911" y="56408"/>
                </a:lnTo>
                <a:lnTo>
                  <a:pt x="343674" y="56234"/>
                </a:lnTo>
                <a:lnTo>
                  <a:pt x="343444" y="56051"/>
                </a:lnTo>
                <a:lnTo>
                  <a:pt x="343221" y="55859"/>
                </a:lnTo>
                <a:lnTo>
                  <a:pt x="343004" y="55658"/>
                </a:lnTo>
                <a:lnTo>
                  <a:pt x="342794" y="55448"/>
                </a:lnTo>
                <a:lnTo>
                  <a:pt x="342592" y="55230"/>
                </a:lnTo>
                <a:lnTo>
                  <a:pt x="342399" y="55005"/>
                </a:lnTo>
                <a:lnTo>
                  <a:pt x="342214" y="54771"/>
                </a:lnTo>
                <a:lnTo>
                  <a:pt x="342037" y="54530"/>
                </a:lnTo>
                <a:lnTo>
                  <a:pt x="341869" y="54282"/>
                </a:lnTo>
                <a:lnTo>
                  <a:pt x="341710" y="54025"/>
                </a:lnTo>
                <a:lnTo>
                  <a:pt x="341560" y="53761"/>
                </a:lnTo>
                <a:lnTo>
                  <a:pt x="341418" y="53490"/>
                </a:lnTo>
                <a:lnTo>
                  <a:pt x="341284" y="53211"/>
                </a:lnTo>
                <a:lnTo>
                  <a:pt x="341160" y="52924"/>
                </a:lnTo>
                <a:lnTo>
                  <a:pt x="341043" y="52629"/>
                </a:lnTo>
                <a:lnTo>
                  <a:pt x="340936" y="52327"/>
                </a:lnTo>
                <a:lnTo>
                  <a:pt x="340837" y="52017"/>
                </a:lnTo>
                <a:lnTo>
                  <a:pt x="340747" y="51700"/>
                </a:lnTo>
                <a:lnTo>
                  <a:pt x="340665" y="51375"/>
                </a:lnTo>
                <a:lnTo>
                  <a:pt x="340592" y="51042"/>
                </a:lnTo>
                <a:lnTo>
                  <a:pt x="340527" y="50702"/>
                </a:lnTo>
                <a:lnTo>
                  <a:pt x="340471" y="50354"/>
                </a:lnTo>
                <a:lnTo>
                  <a:pt x="340424" y="49998"/>
                </a:lnTo>
                <a:lnTo>
                  <a:pt x="340385" y="49635"/>
                </a:lnTo>
                <a:lnTo>
                  <a:pt x="340355" y="49264"/>
                </a:lnTo>
                <a:lnTo>
                  <a:pt x="340334" y="48885"/>
                </a:lnTo>
                <a:lnTo>
                  <a:pt x="340321" y="48499"/>
                </a:lnTo>
                <a:lnTo>
                  <a:pt x="340316" y="48105"/>
                </a:lnTo>
                <a:lnTo>
                  <a:pt x="340316" y="35436"/>
                </a:lnTo>
                <a:lnTo>
                  <a:pt x="340321" y="35042"/>
                </a:lnTo>
                <a:lnTo>
                  <a:pt x="340334" y="34656"/>
                </a:lnTo>
                <a:lnTo>
                  <a:pt x="340355" y="34277"/>
                </a:lnTo>
                <a:lnTo>
                  <a:pt x="340385" y="33906"/>
                </a:lnTo>
                <a:lnTo>
                  <a:pt x="340424" y="33543"/>
                </a:lnTo>
                <a:lnTo>
                  <a:pt x="340471" y="33187"/>
                </a:lnTo>
                <a:lnTo>
                  <a:pt x="340527" y="32839"/>
                </a:lnTo>
                <a:lnTo>
                  <a:pt x="340592" y="32498"/>
                </a:lnTo>
                <a:lnTo>
                  <a:pt x="340665" y="32166"/>
                </a:lnTo>
                <a:lnTo>
                  <a:pt x="340747" y="31841"/>
                </a:lnTo>
                <a:lnTo>
                  <a:pt x="340837" y="31523"/>
                </a:lnTo>
                <a:lnTo>
                  <a:pt x="340936" y="31213"/>
                </a:lnTo>
                <a:lnTo>
                  <a:pt x="341043" y="30911"/>
                </a:lnTo>
                <a:lnTo>
                  <a:pt x="341160" y="30616"/>
                </a:lnTo>
                <a:lnTo>
                  <a:pt x="341284" y="30330"/>
                </a:lnTo>
                <a:lnTo>
                  <a:pt x="341418" y="30050"/>
                </a:lnTo>
                <a:lnTo>
                  <a:pt x="341560" y="29779"/>
                </a:lnTo>
                <a:lnTo>
                  <a:pt x="341710" y="29515"/>
                </a:lnTo>
                <a:lnTo>
                  <a:pt x="341869" y="29259"/>
                </a:lnTo>
                <a:lnTo>
                  <a:pt x="342037" y="29010"/>
                </a:lnTo>
                <a:lnTo>
                  <a:pt x="342214" y="28769"/>
                </a:lnTo>
                <a:lnTo>
                  <a:pt x="342399" y="28536"/>
                </a:lnTo>
                <a:lnTo>
                  <a:pt x="342592" y="28310"/>
                </a:lnTo>
                <a:lnTo>
                  <a:pt x="342794" y="28092"/>
                </a:lnTo>
                <a:lnTo>
                  <a:pt x="343004" y="27882"/>
                </a:lnTo>
                <a:lnTo>
                  <a:pt x="343221" y="27681"/>
                </a:lnTo>
                <a:lnTo>
                  <a:pt x="343444" y="27489"/>
                </a:lnTo>
                <a:lnTo>
                  <a:pt x="343674" y="27306"/>
                </a:lnTo>
                <a:lnTo>
                  <a:pt x="343911" y="27132"/>
                </a:lnTo>
                <a:lnTo>
                  <a:pt x="344154" y="26967"/>
                </a:lnTo>
                <a:lnTo>
                  <a:pt x="344404" y="26811"/>
                </a:lnTo>
                <a:lnTo>
                  <a:pt x="344661" y="26664"/>
                </a:lnTo>
                <a:lnTo>
                  <a:pt x="344924" y="26525"/>
                </a:lnTo>
                <a:lnTo>
                  <a:pt x="345194" y="26396"/>
                </a:lnTo>
                <a:lnTo>
                  <a:pt x="345471" y="26276"/>
                </a:lnTo>
                <a:lnTo>
                  <a:pt x="345755" y="26164"/>
                </a:lnTo>
                <a:lnTo>
                  <a:pt x="346045" y="26061"/>
                </a:lnTo>
                <a:lnTo>
                  <a:pt x="346342" y="25968"/>
                </a:lnTo>
                <a:lnTo>
                  <a:pt x="346645" y="25883"/>
                </a:lnTo>
                <a:lnTo>
                  <a:pt x="346956" y="25807"/>
                </a:lnTo>
                <a:lnTo>
                  <a:pt x="347273" y="25740"/>
                </a:lnTo>
                <a:lnTo>
                  <a:pt x="347596" y="25682"/>
                </a:lnTo>
                <a:lnTo>
                  <a:pt x="347927" y="25633"/>
                </a:lnTo>
                <a:lnTo>
                  <a:pt x="348264" y="25593"/>
                </a:lnTo>
                <a:lnTo>
                  <a:pt x="348608" y="25562"/>
                </a:lnTo>
                <a:lnTo>
                  <a:pt x="348958" y="25539"/>
                </a:lnTo>
                <a:lnTo>
                  <a:pt x="349315" y="25526"/>
                </a:lnTo>
                <a:lnTo>
                  <a:pt x="349679" y="25521"/>
                </a:lnTo>
                <a:lnTo>
                  <a:pt x="350043" y="25526"/>
                </a:lnTo>
                <a:lnTo>
                  <a:pt x="350400" y="25540"/>
                </a:lnTo>
                <a:lnTo>
                  <a:pt x="350750" y="25562"/>
                </a:lnTo>
                <a:lnTo>
                  <a:pt x="351093" y="25594"/>
                </a:lnTo>
                <a:lnTo>
                  <a:pt x="351430" y="25635"/>
                </a:lnTo>
                <a:lnTo>
                  <a:pt x="351759" y="25685"/>
                </a:lnTo>
                <a:lnTo>
                  <a:pt x="352082" y="25744"/>
                </a:lnTo>
                <a:lnTo>
                  <a:pt x="352398" y="25812"/>
                </a:lnTo>
                <a:lnTo>
                  <a:pt x="352707" y="25889"/>
                </a:lnTo>
                <a:lnTo>
                  <a:pt x="353009" y="25976"/>
                </a:lnTo>
                <a:lnTo>
                  <a:pt x="353304" y="26071"/>
                </a:lnTo>
                <a:lnTo>
                  <a:pt x="353593" y="26176"/>
                </a:lnTo>
                <a:lnTo>
                  <a:pt x="353874" y="26289"/>
                </a:lnTo>
                <a:lnTo>
                  <a:pt x="354149" y="26412"/>
                </a:lnTo>
                <a:lnTo>
                  <a:pt x="354416" y="26544"/>
                </a:lnTo>
                <a:lnTo>
                  <a:pt x="354677" y="26684"/>
                </a:lnTo>
                <a:lnTo>
                  <a:pt x="354932" y="26834"/>
                </a:lnTo>
                <a:lnTo>
                  <a:pt x="355179" y="26993"/>
                </a:lnTo>
                <a:lnTo>
                  <a:pt x="355419" y="27161"/>
                </a:lnTo>
                <a:lnTo>
                  <a:pt x="355653" y="27339"/>
                </a:lnTo>
                <a:lnTo>
                  <a:pt x="355879" y="27525"/>
                </a:lnTo>
                <a:lnTo>
                  <a:pt x="356099" y="27720"/>
                </a:lnTo>
                <a:lnTo>
                  <a:pt x="356312" y="27925"/>
                </a:lnTo>
                <a:lnTo>
                  <a:pt x="356518" y="28138"/>
                </a:lnTo>
                <a:lnTo>
                  <a:pt x="356717" y="28360"/>
                </a:lnTo>
                <a:lnTo>
                  <a:pt x="356907" y="28588"/>
                </a:lnTo>
                <a:lnTo>
                  <a:pt x="357088" y="28824"/>
                </a:lnTo>
                <a:lnTo>
                  <a:pt x="357262" y="29067"/>
                </a:lnTo>
                <a:lnTo>
                  <a:pt x="357426" y="29318"/>
                </a:lnTo>
                <a:lnTo>
                  <a:pt x="357583" y="29575"/>
                </a:lnTo>
                <a:lnTo>
                  <a:pt x="357730" y="29840"/>
                </a:lnTo>
                <a:lnTo>
                  <a:pt x="357870" y="30111"/>
                </a:lnTo>
                <a:lnTo>
                  <a:pt x="358001" y="30390"/>
                </a:lnTo>
                <a:lnTo>
                  <a:pt x="358123" y="30676"/>
                </a:lnTo>
                <a:lnTo>
                  <a:pt x="358237" y="30970"/>
                </a:lnTo>
                <a:lnTo>
                  <a:pt x="358343" y="31270"/>
                </a:lnTo>
                <a:lnTo>
                  <a:pt x="358440" y="31578"/>
                </a:lnTo>
                <a:lnTo>
                  <a:pt x="358529" y="31893"/>
                </a:lnTo>
                <a:lnTo>
                  <a:pt x="358609" y="32215"/>
                </a:lnTo>
                <a:lnTo>
                  <a:pt x="358681" y="32544"/>
                </a:lnTo>
                <a:lnTo>
                  <a:pt x="358744" y="32880"/>
                </a:lnTo>
                <a:lnTo>
                  <a:pt x="358799" y="33224"/>
                </a:lnTo>
                <a:lnTo>
                  <a:pt x="358846" y="33575"/>
                </a:lnTo>
                <a:lnTo>
                  <a:pt x="358884" y="33933"/>
                </a:lnTo>
                <a:lnTo>
                  <a:pt x="358913" y="34298"/>
                </a:lnTo>
                <a:lnTo>
                  <a:pt x="358934" y="34670"/>
                </a:lnTo>
                <a:lnTo>
                  <a:pt x="358947" y="35050"/>
                </a:lnTo>
                <a:lnTo>
                  <a:pt x="358951" y="35436"/>
                </a:lnTo>
                <a:lnTo>
                  <a:pt x="358951" y="48105"/>
                </a:lnTo>
                <a:lnTo>
                  <a:pt x="358947" y="48492"/>
                </a:lnTo>
                <a:lnTo>
                  <a:pt x="358934" y="48871"/>
                </a:lnTo>
                <a:lnTo>
                  <a:pt x="358913" y="49243"/>
                </a:lnTo>
                <a:lnTo>
                  <a:pt x="358884" y="49608"/>
                </a:lnTo>
                <a:lnTo>
                  <a:pt x="358846" y="49966"/>
                </a:lnTo>
                <a:lnTo>
                  <a:pt x="358799" y="50317"/>
                </a:lnTo>
                <a:lnTo>
                  <a:pt x="358744" y="50660"/>
                </a:lnTo>
                <a:lnTo>
                  <a:pt x="358681" y="50997"/>
                </a:lnTo>
                <a:lnTo>
                  <a:pt x="358609" y="51326"/>
                </a:lnTo>
                <a:lnTo>
                  <a:pt x="358529" y="51648"/>
                </a:lnTo>
                <a:lnTo>
                  <a:pt x="358440" y="51963"/>
                </a:lnTo>
                <a:lnTo>
                  <a:pt x="358343" y="52271"/>
                </a:lnTo>
                <a:lnTo>
                  <a:pt x="358237" y="52571"/>
                </a:lnTo>
                <a:lnTo>
                  <a:pt x="358123" y="52864"/>
                </a:lnTo>
                <a:lnTo>
                  <a:pt x="358001" y="53151"/>
                </a:lnTo>
                <a:lnTo>
                  <a:pt x="357870" y="53430"/>
                </a:lnTo>
                <a:lnTo>
                  <a:pt x="357730" y="53701"/>
                </a:lnTo>
                <a:lnTo>
                  <a:pt x="357583" y="53966"/>
                </a:lnTo>
                <a:lnTo>
                  <a:pt x="357426" y="54224"/>
                </a:lnTo>
                <a:lnTo>
                  <a:pt x="357262" y="54474"/>
                </a:lnTo>
                <a:lnTo>
                  <a:pt x="357088" y="54717"/>
                </a:lnTo>
                <a:lnTo>
                  <a:pt x="356907" y="54953"/>
                </a:lnTo>
                <a:lnTo>
                  <a:pt x="356717" y="55182"/>
                </a:lnTo>
                <a:lnTo>
                  <a:pt x="356518" y="55403"/>
                </a:lnTo>
                <a:lnTo>
                  <a:pt x="356312" y="55617"/>
                </a:lnTo>
                <a:lnTo>
                  <a:pt x="356099" y="55821"/>
                </a:lnTo>
                <a:lnTo>
                  <a:pt x="355879" y="56016"/>
                </a:lnTo>
                <a:lnTo>
                  <a:pt x="355653" y="56203"/>
                </a:lnTo>
                <a:lnTo>
                  <a:pt x="355419" y="56380"/>
                </a:lnTo>
                <a:lnTo>
                  <a:pt x="355179" y="56548"/>
                </a:lnTo>
                <a:lnTo>
                  <a:pt x="354932" y="56707"/>
                </a:lnTo>
                <a:lnTo>
                  <a:pt x="354677" y="56856"/>
                </a:lnTo>
                <a:lnTo>
                  <a:pt x="354416" y="56997"/>
                </a:lnTo>
                <a:lnTo>
                  <a:pt x="354149" y="57129"/>
                </a:lnTo>
                <a:lnTo>
                  <a:pt x="353874" y="57251"/>
                </a:lnTo>
                <a:lnTo>
                  <a:pt x="353593" y="57365"/>
                </a:lnTo>
                <a:lnTo>
                  <a:pt x="353304" y="57469"/>
                </a:lnTo>
                <a:lnTo>
                  <a:pt x="353009" y="57565"/>
                </a:lnTo>
                <a:lnTo>
                  <a:pt x="352707" y="57651"/>
                </a:lnTo>
                <a:lnTo>
                  <a:pt x="352398" y="57728"/>
                </a:lnTo>
                <a:lnTo>
                  <a:pt x="352082" y="57796"/>
                </a:lnTo>
                <a:lnTo>
                  <a:pt x="351759" y="57855"/>
                </a:lnTo>
                <a:lnTo>
                  <a:pt x="351430" y="57905"/>
                </a:lnTo>
                <a:lnTo>
                  <a:pt x="351093" y="57946"/>
                </a:lnTo>
                <a:lnTo>
                  <a:pt x="350750" y="57978"/>
                </a:lnTo>
                <a:lnTo>
                  <a:pt x="350400" y="58001"/>
                </a:lnTo>
                <a:lnTo>
                  <a:pt x="350043" y="58014"/>
                </a:lnTo>
                <a:lnTo>
                  <a:pt x="349679" y="58019"/>
                </a:lnTo>
                <a:lnTo>
                  <a:pt x="349315" y="58014"/>
                </a:lnTo>
                <a:lnTo>
                  <a:pt x="348958" y="58001"/>
                </a:lnTo>
                <a:lnTo>
                  <a:pt x="348608" y="57979"/>
                </a:lnTo>
                <a:lnTo>
                  <a:pt x="348264" y="57947"/>
                </a:lnTo>
                <a:close/>
                <a:moveTo>
                  <a:pt x="496289" y="67016"/>
                </a:moveTo>
                <a:lnTo>
                  <a:pt x="507765" y="67016"/>
                </a:lnTo>
                <a:lnTo>
                  <a:pt x="507765" y="35436"/>
                </a:lnTo>
                <a:lnTo>
                  <a:pt x="507769" y="35035"/>
                </a:lnTo>
                <a:lnTo>
                  <a:pt x="507782" y="34641"/>
                </a:lnTo>
                <a:lnTo>
                  <a:pt x="507803" y="34254"/>
                </a:lnTo>
                <a:lnTo>
                  <a:pt x="507832" y="33875"/>
                </a:lnTo>
                <a:lnTo>
                  <a:pt x="507870" y="33504"/>
                </a:lnTo>
                <a:lnTo>
                  <a:pt x="507917" y="33141"/>
                </a:lnTo>
                <a:lnTo>
                  <a:pt x="507972" y="32785"/>
                </a:lnTo>
                <a:lnTo>
                  <a:pt x="508035" y="32437"/>
                </a:lnTo>
                <a:lnTo>
                  <a:pt x="508107" y="32097"/>
                </a:lnTo>
                <a:lnTo>
                  <a:pt x="508187" y="31764"/>
                </a:lnTo>
                <a:lnTo>
                  <a:pt x="508276" y="31439"/>
                </a:lnTo>
                <a:lnTo>
                  <a:pt x="508373" y="31121"/>
                </a:lnTo>
                <a:lnTo>
                  <a:pt x="508479" y="30811"/>
                </a:lnTo>
                <a:lnTo>
                  <a:pt x="508593" y="30509"/>
                </a:lnTo>
                <a:lnTo>
                  <a:pt x="508715" y="30215"/>
                </a:lnTo>
                <a:lnTo>
                  <a:pt x="508846" y="29928"/>
                </a:lnTo>
                <a:lnTo>
                  <a:pt x="508986" y="29648"/>
                </a:lnTo>
                <a:lnTo>
                  <a:pt x="509133" y="29377"/>
                </a:lnTo>
                <a:lnTo>
                  <a:pt x="509290" y="29113"/>
                </a:lnTo>
                <a:lnTo>
                  <a:pt x="509454" y="28857"/>
                </a:lnTo>
                <a:lnTo>
                  <a:pt x="509628" y="28608"/>
                </a:lnTo>
                <a:lnTo>
                  <a:pt x="509809" y="28367"/>
                </a:lnTo>
                <a:lnTo>
                  <a:pt x="509999" y="28134"/>
                </a:lnTo>
                <a:lnTo>
                  <a:pt x="510198" y="27908"/>
                </a:lnTo>
                <a:lnTo>
                  <a:pt x="510404" y="27691"/>
                </a:lnTo>
                <a:lnTo>
                  <a:pt x="510618" y="27483"/>
                </a:lnTo>
                <a:lnTo>
                  <a:pt x="510839" y="27284"/>
                </a:lnTo>
                <a:lnTo>
                  <a:pt x="511066" y="27095"/>
                </a:lnTo>
                <a:lnTo>
                  <a:pt x="511301" y="26914"/>
                </a:lnTo>
                <a:lnTo>
                  <a:pt x="511544" y="26743"/>
                </a:lnTo>
                <a:lnTo>
                  <a:pt x="511793" y="26581"/>
                </a:lnTo>
                <a:lnTo>
                  <a:pt x="512050" y="26429"/>
                </a:lnTo>
                <a:lnTo>
                  <a:pt x="512313" y="26286"/>
                </a:lnTo>
                <a:lnTo>
                  <a:pt x="512584" y="26152"/>
                </a:lnTo>
                <a:lnTo>
                  <a:pt x="512862" y="26027"/>
                </a:lnTo>
                <a:lnTo>
                  <a:pt x="513147" y="25911"/>
                </a:lnTo>
                <a:lnTo>
                  <a:pt x="513440" y="25805"/>
                </a:lnTo>
                <a:lnTo>
                  <a:pt x="513739" y="25708"/>
                </a:lnTo>
                <a:lnTo>
                  <a:pt x="514046" y="25620"/>
                </a:lnTo>
                <a:lnTo>
                  <a:pt x="514360" y="25541"/>
                </a:lnTo>
                <a:lnTo>
                  <a:pt x="514681" y="25472"/>
                </a:lnTo>
                <a:lnTo>
                  <a:pt x="515009" y="25412"/>
                </a:lnTo>
                <a:lnTo>
                  <a:pt x="515345" y="25361"/>
                </a:lnTo>
                <a:lnTo>
                  <a:pt x="515687" y="25319"/>
                </a:lnTo>
                <a:lnTo>
                  <a:pt x="516037" y="25287"/>
                </a:lnTo>
                <a:lnTo>
                  <a:pt x="516394" y="25264"/>
                </a:lnTo>
                <a:lnTo>
                  <a:pt x="516758" y="25250"/>
                </a:lnTo>
                <a:lnTo>
                  <a:pt x="517129" y="25245"/>
                </a:lnTo>
                <a:lnTo>
                  <a:pt x="517493" y="25250"/>
                </a:lnTo>
                <a:lnTo>
                  <a:pt x="517851" y="25264"/>
                </a:lnTo>
                <a:lnTo>
                  <a:pt x="518202" y="25287"/>
                </a:lnTo>
                <a:lnTo>
                  <a:pt x="518546" y="25319"/>
                </a:lnTo>
                <a:lnTo>
                  <a:pt x="518884" y="25361"/>
                </a:lnTo>
                <a:lnTo>
                  <a:pt x="519215" y="25412"/>
                </a:lnTo>
                <a:lnTo>
                  <a:pt x="519540" y="25472"/>
                </a:lnTo>
                <a:lnTo>
                  <a:pt x="519858" y="25541"/>
                </a:lnTo>
                <a:lnTo>
                  <a:pt x="520170" y="25620"/>
                </a:lnTo>
                <a:lnTo>
                  <a:pt x="520475" y="25708"/>
                </a:lnTo>
                <a:lnTo>
                  <a:pt x="520773" y="25805"/>
                </a:lnTo>
                <a:lnTo>
                  <a:pt x="521065" y="25911"/>
                </a:lnTo>
                <a:lnTo>
                  <a:pt x="521351" y="26027"/>
                </a:lnTo>
                <a:lnTo>
                  <a:pt x="521630" y="26152"/>
                </a:lnTo>
                <a:lnTo>
                  <a:pt x="521902" y="26286"/>
                </a:lnTo>
                <a:lnTo>
                  <a:pt x="522168" y="26429"/>
                </a:lnTo>
                <a:lnTo>
                  <a:pt x="522428" y="26581"/>
                </a:lnTo>
                <a:lnTo>
                  <a:pt x="522681" y="26743"/>
                </a:lnTo>
                <a:lnTo>
                  <a:pt x="522927" y="26914"/>
                </a:lnTo>
                <a:lnTo>
                  <a:pt x="523167" y="27095"/>
                </a:lnTo>
                <a:lnTo>
                  <a:pt x="523400" y="27284"/>
                </a:lnTo>
                <a:lnTo>
                  <a:pt x="523627" y="27483"/>
                </a:lnTo>
                <a:lnTo>
                  <a:pt x="523847" y="27691"/>
                </a:lnTo>
                <a:lnTo>
                  <a:pt x="524060" y="27908"/>
                </a:lnTo>
                <a:lnTo>
                  <a:pt x="524266" y="28134"/>
                </a:lnTo>
                <a:lnTo>
                  <a:pt x="524464" y="28367"/>
                </a:lnTo>
                <a:lnTo>
                  <a:pt x="524652" y="28608"/>
                </a:lnTo>
                <a:lnTo>
                  <a:pt x="524832" y="28857"/>
                </a:lnTo>
                <a:lnTo>
                  <a:pt x="525003" y="29113"/>
                </a:lnTo>
                <a:lnTo>
                  <a:pt x="525165" y="29377"/>
                </a:lnTo>
                <a:lnTo>
                  <a:pt x="525318" y="29648"/>
                </a:lnTo>
                <a:lnTo>
                  <a:pt x="525463" y="29928"/>
                </a:lnTo>
                <a:lnTo>
                  <a:pt x="525599" y="30215"/>
                </a:lnTo>
                <a:lnTo>
                  <a:pt x="525726" y="30509"/>
                </a:lnTo>
                <a:lnTo>
                  <a:pt x="525844" y="30811"/>
                </a:lnTo>
                <a:lnTo>
                  <a:pt x="525954" y="31121"/>
                </a:lnTo>
                <a:lnTo>
                  <a:pt x="526054" y="31439"/>
                </a:lnTo>
                <a:lnTo>
                  <a:pt x="526146" y="31764"/>
                </a:lnTo>
                <a:lnTo>
                  <a:pt x="526230" y="32097"/>
                </a:lnTo>
                <a:lnTo>
                  <a:pt x="526304" y="32437"/>
                </a:lnTo>
                <a:lnTo>
                  <a:pt x="526370" y="32785"/>
                </a:lnTo>
                <a:lnTo>
                  <a:pt x="526427" y="33141"/>
                </a:lnTo>
                <a:lnTo>
                  <a:pt x="526475" y="33504"/>
                </a:lnTo>
                <a:lnTo>
                  <a:pt x="526515" y="33875"/>
                </a:lnTo>
                <a:lnTo>
                  <a:pt x="526545" y="34254"/>
                </a:lnTo>
                <a:lnTo>
                  <a:pt x="526567" y="34641"/>
                </a:lnTo>
                <a:lnTo>
                  <a:pt x="526580" y="35035"/>
                </a:lnTo>
                <a:lnTo>
                  <a:pt x="526585" y="35436"/>
                </a:lnTo>
                <a:lnTo>
                  <a:pt x="526585" y="38281"/>
                </a:lnTo>
                <a:lnTo>
                  <a:pt x="538611" y="38281"/>
                </a:lnTo>
                <a:lnTo>
                  <a:pt x="538611" y="34610"/>
                </a:lnTo>
                <a:lnTo>
                  <a:pt x="538602" y="33874"/>
                </a:lnTo>
                <a:lnTo>
                  <a:pt x="538578" y="33152"/>
                </a:lnTo>
                <a:lnTo>
                  <a:pt x="538537" y="32444"/>
                </a:lnTo>
                <a:lnTo>
                  <a:pt x="538481" y="31749"/>
                </a:lnTo>
                <a:lnTo>
                  <a:pt x="538407" y="31067"/>
                </a:lnTo>
                <a:lnTo>
                  <a:pt x="538318" y="30398"/>
                </a:lnTo>
                <a:lnTo>
                  <a:pt x="538212" y="29743"/>
                </a:lnTo>
                <a:lnTo>
                  <a:pt x="538090" y="29102"/>
                </a:lnTo>
                <a:lnTo>
                  <a:pt x="537952" y="28473"/>
                </a:lnTo>
                <a:lnTo>
                  <a:pt x="537798" y="27859"/>
                </a:lnTo>
                <a:lnTo>
                  <a:pt x="537627" y="27257"/>
                </a:lnTo>
                <a:lnTo>
                  <a:pt x="537440" y="26669"/>
                </a:lnTo>
                <a:lnTo>
                  <a:pt x="537237" y="26094"/>
                </a:lnTo>
                <a:lnTo>
                  <a:pt x="537018" y="25533"/>
                </a:lnTo>
                <a:lnTo>
                  <a:pt x="536782" y="24985"/>
                </a:lnTo>
                <a:lnTo>
                  <a:pt x="536530" y="24451"/>
                </a:lnTo>
                <a:lnTo>
                  <a:pt x="536262" y="23929"/>
                </a:lnTo>
                <a:lnTo>
                  <a:pt x="535977" y="23422"/>
                </a:lnTo>
                <a:lnTo>
                  <a:pt x="535677" y="22927"/>
                </a:lnTo>
                <a:lnTo>
                  <a:pt x="535360" y="22446"/>
                </a:lnTo>
                <a:lnTo>
                  <a:pt x="535026" y="21979"/>
                </a:lnTo>
                <a:lnTo>
                  <a:pt x="534677" y="21525"/>
                </a:lnTo>
                <a:lnTo>
                  <a:pt x="534311" y="21084"/>
                </a:lnTo>
                <a:lnTo>
                  <a:pt x="533929" y="20656"/>
                </a:lnTo>
                <a:lnTo>
                  <a:pt x="533533" y="20244"/>
                </a:lnTo>
                <a:lnTo>
                  <a:pt x="533125" y="19850"/>
                </a:lnTo>
                <a:lnTo>
                  <a:pt x="532704" y="19473"/>
                </a:lnTo>
                <a:lnTo>
                  <a:pt x="532272" y="19113"/>
                </a:lnTo>
                <a:lnTo>
                  <a:pt x="531827" y="18771"/>
                </a:lnTo>
                <a:lnTo>
                  <a:pt x="531370" y="18447"/>
                </a:lnTo>
                <a:lnTo>
                  <a:pt x="530901" y="18140"/>
                </a:lnTo>
                <a:lnTo>
                  <a:pt x="530420" y="17851"/>
                </a:lnTo>
                <a:lnTo>
                  <a:pt x="529927" y="17579"/>
                </a:lnTo>
                <a:lnTo>
                  <a:pt x="529422" y="17325"/>
                </a:lnTo>
                <a:lnTo>
                  <a:pt x="528905" y="17088"/>
                </a:lnTo>
                <a:lnTo>
                  <a:pt x="528375" y="16869"/>
                </a:lnTo>
                <a:lnTo>
                  <a:pt x="527834" y="16667"/>
                </a:lnTo>
                <a:lnTo>
                  <a:pt x="527280" y="16483"/>
                </a:lnTo>
                <a:lnTo>
                  <a:pt x="526714" y="16317"/>
                </a:lnTo>
                <a:lnTo>
                  <a:pt x="526136" y="16168"/>
                </a:lnTo>
                <a:lnTo>
                  <a:pt x="525546" y="16036"/>
                </a:lnTo>
                <a:lnTo>
                  <a:pt x="524944" y="15922"/>
                </a:lnTo>
                <a:lnTo>
                  <a:pt x="524330" y="15826"/>
                </a:lnTo>
                <a:lnTo>
                  <a:pt x="523703" y="15747"/>
                </a:lnTo>
                <a:lnTo>
                  <a:pt x="523065" y="15685"/>
                </a:lnTo>
                <a:lnTo>
                  <a:pt x="522414" y="15641"/>
                </a:lnTo>
                <a:lnTo>
                  <a:pt x="521752" y="15615"/>
                </a:lnTo>
                <a:lnTo>
                  <a:pt x="521077" y="15606"/>
                </a:lnTo>
                <a:lnTo>
                  <a:pt x="520486" y="15614"/>
                </a:lnTo>
                <a:lnTo>
                  <a:pt x="519907" y="15635"/>
                </a:lnTo>
                <a:lnTo>
                  <a:pt x="519341" y="15671"/>
                </a:lnTo>
                <a:lnTo>
                  <a:pt x="518787" y="15721"/>
                </a:lnTo>
                <a:lnTo>
                  <a:pt x="518244" y="15786"/>
                </a:lnTo>
                <a:lnTo>
                  <a:pt x="517714" y="15865"/>
                </a:lnTo>
                <a:lnTo>
                  <a:pt x="517196" y="15958"/>
                </a:lnTo>
                <a:lnTo>
                  <a:pt x="516690" y="16065"/>
                </a:lnTo>
                <a:lnTo>
                  <a:pt x="516196" y="16187"/>
                </a:lnTo>
                <a:lnTo>
                  <a:pt x="515715" y="16324"/>
                </a:lnTo>
                <a:lnTo>
                  <a:pt x="515245" y="16474"/>
                </a:lnTo>
                <a:lnTo>
                  <a:pt x="514788" y="16639"/>
                </a:lnTo>
                <a:lnTo>
                  <a:pt x="514342" y="16818"/>
                </a:lnTo>
                <a:lnTo>
                  <a:pt x="513909" y="17012"/>
                </a:lnTo>
                <a:lnTo>
                  <a:pt x="513488" y="17220"/>
                </a:lnTo>
                <a:lnTo>
                  <a:pt x="513079" y="17442"/>
                </a:lnTo>
                <a:lnTo>
                  <a:pt x="512682" y="17679"/>
                </a:lnTo>
                <a:lnTo>
                  <a:pt x="512297" y="17930"/>
                </a:lnTo>
                <a:lnTo>
                  <a:pt x="511925" y="18195"/>
                </a:lnTo>
                <a:lnTo>
                  <a:pt x="511564" y="18475"/>
                </a:lnTo>
                <a:lnTo>
                  <a:pt x="511216" y="18769"/>
                </a:lnTo>
                <a:lnTo>
                  <a:pt x="510879" y="19078"/>
                </a:lnTo>
                <a:lnTo>
                  <a:pt x="510555" y="19400"/>
                </a:lnTo>
                <a:lnTo>
                  <a:pt x="510243" y="19737"/>
                </a:lnTo>
                <a:lnTo>
                  <a:pt x="509943" y="20089"/>
                </a:lnTo>
                <a:lnTo>
                  <a:pt x="509656" y="20454"/>
                </a:lnTo>
                <a:lnTo>
                  <a:pt x="509382" y="20833"/>
                </a:lnTo>
                <a:lnTo>
                  <a:pt x="509121" y="21227"/>
                </a:lnTo>
                <a:lnTo>
                  <a:pt x="508872" y="21634"/>
                </a:lnTo>
                <a:lnTo>
                  <a:pt x="508637" y="22055"/>
                </a:lnTo>
                <a:lnTo>
                  <a:pt x="508413" y="22491"/>
                </a:lnTo>
                <a:lnTo>
                  <a:pt x="508203" y="22940"/>
                </a:lnTo>
                <a:lnTo>
                  <a:pt x="508005" y="23404"/>
                </a:lnTo>
                <a:lnTo>
                  <a:pt x="507821" y="23881"/>
                </a:lnTo>
                <a:lnTo>
                  <a:pt x="507649" y="24373"/>
                </a:lnTo>
                <a:lnTo>
                  <a:pt x="507489" y="24878"/>
                </a:lnTo>
                <a:lnTo>
                  <a:pt x="507343" y="25398"/>
                </a:lnTo>
                <a:lnTo>
                  <a:pt x="507209" y="25932"/>
                </a:lnTo>
                <a:lnTo>
                  <a:pt x="507158" y="26163"/>
                </a:lnTo>
                <a:lnTo>
                  <a:pt x="507123" y="26163"/>
                </a:lnTo>
                <a:lnTo>
                  <a:pt x="507123" y="16524"/>
                </a:lnTo>
                <a:lnTo>
                  <a:pt x="496289" y="16524"/>
                </a:lnTo>
                <a:lnTo>
                  <a:pt x="496289" y="67016"/>
                </a:lnTo>
                <a:close/>
                <a:moveTo>
                  <a:pt x="462837" y="67825"/>
                </a:moveTo>
                <a:lnTo>
                  <a:pt x="463472" y="67764"/>
                </a:lnTo>
                <a:lnTo>
                  <a:pt x="464099" y="67690"/>
                </a:lnTo>
                <a:lnTo>
                  <a:pt x="464717" y="67602"/>
                </a:lnTo>
                <a:lnTo>
                  <a:pt x="465327" y="67500"/>
                </a:lnTo>
                <a:lnTo>
                  <a:pt x="465929" y="67385"/>
                </a:lnTo>
                <a:lnTo>
                  <a:pt x="466522" y="67256"/>
                </a:lnTo>
                <a:lnTo>
                  <a:pt x="467106" y="67114"/>
                </a:lnTo>
                <a:lnTo>
                  <a:pt x="467682" y="66958"/>
                </a:lnTo>
                <a:lnTo>
                  <a:pt x="468250" y="66789"/>
                </a:lnTo>
                <a:lnTo>
                  <a:pt x="468809" y="66606"/>
                </a:lnTo>
                <a:lnTo>
                  <a:pt x="469360" y="66410"/>
                </a:lnTo>
                <a:lnTo>
                  <a:pt x="469902" y="66200"/>
                </a:lnTo>
                <a:lnTo>
                  <a:pt x="470436" y="65976"/>
                </a:lnTo>
                <a:lnTo>
                  <a:pt x="470962" y="65739"/>
                </a:lnTo>
                <a:lnTo>
                  <a:pt x="471479" y="65489"/>
                </a:lnTo>
                <a:lnTo>
                  <a:pt x="471987" y="65224"/>
                </a:lnTo>
                <a:lnTo>
                  <a:pt x="472487" y="64947"/>
                </a:lnTo>
                <a:lnTo>
                  <a:pt x="472979" y="64656"/>
                </a:lnTo>
                <a:lnTo>
                  <a:pt x="473462" y="64351"/>
                </a:lnTo>
                <a:lnTo>
                  <a:pt x="473936" y="64032"/>
                </a:lnTo>
                <a:lnTo>
                  <a:pt x="474399" y="63703"/>
                </a:lnTo>
                <a:lnTo>
                  <a:pt x="474847" y="63364"/>
                </a:lnTo>
                <a:lnTo>
                  <a:pt x="475280" y="63016"/>
                </a:lnTo>
                <a:lnTo>
                  <a:pt x="475697" y="62659"/>
                </a:lnTo>
                <a:lnTo>
                  <a:pt x="476099" y="62293"/>
                </a:lnTo>
                <a:lnTo>
                  <a:pt x="476487" y="61918"/>
                </a:lnTo>
                <a:lnTo>
                  <a:pt x="476859" y="61534"/>
                </a:lnTo>
                <a:lnTo>
                  <a:pt x="477216" y="61141"/>
                </a:lnTo>
                <a:lnTo>
                  <a:pt x="477557" y="60738"/>
                </a:lnTo>
                <a:lnTo>
                  <a:pt x="477884" y="60327"/>
                </a:lnTo>
                <a:lnTo>
                  <a:pt x="478195" y="59907"/>
                </a:lnTo>
                <a:lnTo>
                  <a:pt x="478492" y="59477"/>
                </a:lnTo>
                <a:lnTo>
                  <a:pt x="478773" y="59038"/>
                </a:lnTo>
                <a:lnTo>
                  <a:pt x="479039" y="58591"/>
                </a:lnTo>
                <a:lnTo>
                  <a:pt x="479290" y="58134"/>
                </a:lnTo>
                <a:lnTo>
                  <a:pt x="479526" y="57668"/>
                </a:lnTo>
                <a:lnTo>
                  <a:pt x="479747" y="57193"/>
                </a:lnTo>
                <a:lnTo>
                  <a:pt x="479952" y="56709"/>
                </a:lnTo>
                <a:lnTo>
                  <a:pt x="480143" y="56215"/>
                </a:lnTo>
                <a:lnTo>
                  <a:pt x="480318" y="55713"/>
                </a:lnTo>
                <a:lnTo>
                  <a:pt x="480478" y="55202"/>
                </a:lnTo>
                <a:lnTo>
                  <a:pt x="480623" y="54681"/>
                </a:lnTo>
                <a:lnTo>
                  <a:pt x="480753" y="54152"/>
                </a:lnTo>
                <a:lnTo>
                  <a:pt x="480868" y="53613"/>
                </a:lnTo>
                <a:lnTo>
                  <a:pt x="469576" y="53613"/>
                </a:lnTo>
                <a:lnTo>
                  <a:pt x="469519" y="53825"/>
                </a:lnTo>
                <a:lnTo>
                  <a:pt x="469456" y="54033"/>
                </a:lnTo>
                <a:lnTo>
                  <a:pt x="469388" y="54236"/>
                </a:lnTo>
                <a:lnTo>
                  <a:pt x="469313" y="54436"/>
                </a:lnTo>
                <a:lnTo>
                  <a:pt x="469232" y="54630"/>
                </a:lnTo>
                <a:lnTo>
                  <a:pt x="469145" y="54821"/>
                </a:lnTo>
                <a:lnTo>
                  <a:pt x="469052" y="55007"/>
                </a:lnTo>
                <a:lnTo>
                  <a:pt x="468953" y="55189"/>
                </a:lnTo>
                <a:lnTo>
                  <a:pt x="468848" y="55367"/>
                </a:lnTo>
                <a:lnTo>
                  <a:pt x="468737" y="55540"/>
                </a:lnTo>
                <a:lnTo>
                  <a:pt x="468620" y="55709"/>
                </a:lnTo>
                <a:lnTo>
                  <a:pt x="468497" y="55874"/>
                </a:lnTo>
                <a:lnTo>
                  <a:pt x="468367" y="56034"/>
                </a:lnTo>
                <a:lnTo>
                  <a:pt x="468232" y="56190"/>
                </a:lnTo>
                <a:lnTo>
                  <a:pt x="468091" y="56342"/>
                </a:lnTo>
                <a:lnTo>
                  <a:pt x="467943" y="56490"/>
                </a:lnTo>
                <a:lnTo>
                  <a:pt x="467790" y="56633"/>
                </a:lnTo>
                <a:lnTo>
                  <a:pt x="467630" y="56772"/>
                </a:lnTo>
                <a:lnTo>
                  <a:pt x="467465" y="56906"/>
                </a:lnTo>
                <a:lnTo>
                  <a:pt x="467293" y="57036"/>
                </a:lnTo>
                <a:lnTo>
                  <a:pt x="467115" y="57162"/>
                </a:lnTo>
                <a:lnTo>
                  <a:pt x="466931" y="57284"/>
                </a:lnTo>
                <a:lnTo>
                  <a:pt x="466742" y="57401"/>
                </a:lnTo>
                <a:lnTo>
                  <a:pt x="466546" y="57514"/>
                </a:lnTo>
                <a:lnTo>
                  <a:pt x="466344" y="57623"/>
                </a:lnTo>
                <a:lnTo>
                  <a:pt x="466138" y="57727"/>
                </a:lnTo>
                <a:lnTo>
                  <a:pt x="465926" y="57826"/>
                </a:lnTo>
                <a:lnTo>
                  <a:pt x="465709" y="57921"/>
                </a:lnTo>
                <a:lnTo>
                  <a:pt x="465487" y="58011"/>
                </a:lnTo>
                <a:lnTo>
                  <a:pt x="465260" y="58097"/>
                </a:lnTo>
                <a:lnTo>
                  <a:pt x="465028" y="58178"/>
                </a:lnTo>
                <a:lnTo>
                  <a:pt x="464791" y="58254"/>
                </a:lnTo>
                <a:lnTo>
                  <a:pt x="464549" y="58325"/>
                </a:lnTo>
                <a:lnTo>
                  <a:pt x="464302" y="58392"/>
                </a:lnTo>
                <a:lnTo>
                  <a:pt x="464049" y="58455"/>
                </a:lnTo>
                <a:lnTo>
                  <a:pt x="463792" y="58513"/>
                </a:lnTo>
                <a:lnTo>
                  <a:pt x="463529" y="58566"/>
                </a:lnTo>
                <a:lnTo>
                  <a:pt x="463261" y="58614"/>
                </a:lnTo>
                <a:lnTo>
                  <a:pt x="462989" y="58658"/>
                </a:lnTo>
                <a:lnTo>
                  <a:pt x="462711" y="58697"/>
                </a:lnTo>
                <a:lnTo>
                  <a:pt x="462428" y="58732"/>
                </a:lnTo>
                <a:lnTo>
                  <a:pt x="462139" y="58762"/>
                </a:lnTo>
                <a:lnTo>
                  <a:pt x="461846" y="58787"/>
                </a:lnTo>
                <a:lnTo>
                  <a:pt x="461548" y="58808"/>
                </a:lnTo>
                <a:lnTo>
                  <a:pt x="461245" y="58824"/>
                </a:lnTo>
                <a:lnTo>
                  <a:pt x="460936" y="58836"/>
                </a:lnTo>
                <a:lnTo>
                  <a:pt x="460622" y="58843"/>
                </a:lnTo>
                <a:lnTo>
                  <a:pt x="460304" y="58845"/>
                </a:lnTo>
                <a:lnTo>
                  <a:pt x="459887" y="58841"/>
                </a:lnTo>
                <a:lnTo>
                  <a:pt x="459479" y="58826"/>
                </a:lnTo>
                <a:lnTo>
                  <a:pt x="459080" y="58803"/>
                </a:lnTo>
                <a:lnTo>
                  <a:pt x="458689" y="58770"/>
                </a:lnTo>
                <a:lnTo>
                  <a:pt x="458307" y="58728"/>
                </a:lnTo>
                <a:lnTo>
                  <a:pt x="457934" y="58676"/>
                </a:lnTo>
                <a:lnTo>
                  <a:pt x="457569" y="58615"/>
                </a:lnTo>
                <a:lnTo>
                  <a:pt x="457213" y="58544"/>
                </a:lnTo>
                <a:lnTo>
                  <a:pt x="456865" y="58464"/>
                </a:lnTo>
                <a:lnTo>
                  <a:pt x="456526" y="58375"/>
                </a:lnTo>
                <a:lnTo>
                  <a:pt x="456195" y="58276"/>
                </a:lnTo>
                <a:lnTo>
                  <a:pt x="455874" y="58168"/>
                </a:lnTo>
                <a:lnTo>
                  <a:pt x="455560" y="58051"/>
                </a:lnTo>
                <a:lnTo>
                  <a:pt x="455256" y="57924"/>
                </a:lnTo>
                <a:lnTo>
                  <a:pt x="454960" y="57787"/>
                </a:lnTo>
                <a:lnTo>
                  <a:pt x="454672" y="57642"/>
                </a:lnTo>
                <a:lnTo>
                  <a:pt x="454394" y="57487"/>
                </a:lnTo>
                <a:lnTo>
                  <a:pt x="454124" y="57322"/>
                </a:lnTo>
                <a:lnTo>
                  <a:pt x="453862" y="57148"/>
                </a:lnTo>
                <a:lnTo>
                  <a:pt x="453609" y="56965"/>
                </a:lnTo>
                <a:lnTo>
                  <a:pt x="453365" y="56772"/>
                </a:lnTo>
                <a:lnTo>
                  <a:pt x="453129" y="56570"/>
                </a:lnTo>
                <a:lnTo>
                  <a:pt x="452902" y="56358"/>
                </a:lnTo>
                <a:lnTo>
                  <a:pt x="452683" y="56137"/>
                </a:lnTo>
                <a:lnTo>
                  <a:pt x="452474" y="55907"/>
                </a:lnTo>
                <a:lnTo>
                  <a:pt x="452273" y="55668"/>
                </a:lnTo>
                <a:lnTo>
                  <a:pt x="452081" y="55420"/>
                </a:lnTo>
                <a:lnTo>
                  <a:pt x="451898" y="55162"/>
                </a:lnTo>
                <a:lnTo>
                  <a:pt x="451724" y="54896"/>
                </a:lnTo>
                <a:lnTo>
                  <a:pt x="451559" y="54620"/>
                </a:lnTo>
                <a:lnTo>
                  <a:pt x="451403" y="54335"/>
                </a:lnTo>
                <a:lnTo>
                  <a:pt x="451255" y="54042"/>
                </a:lnTo>
                <a:lnTo>
                  <a:pt x="451117" y="53739"/>
                </a:lnTo>
                <a:lnTo>
                  <a:pt x="450988" y="53427"/>
                </a:lnTo>
                <a:lnTo>
                  <a:pt x="450867" y="53106"/>
                </a:lnTo>
                <a:lnTo>
                  <a:pt x="450755" y="52776"/>
                </a:lnTo>
                <a:lnTo>
                  <a:pt x="450653" y="52436"/>
                </a:lnTo>
                <a:lnTo>
                  <a:pt x="450559" y="52088"/>
                </a:lnTo>
                <a:lnTo>
                  <a:pt x="450474" y="51731"/>
                </a:lnTo>
                <a:lnTo>
                  <a:pt x="450398" y="51364"/>
                </a:lnTo>
                <a:lnTo>
                  <a:pt x="450331" y="50989"/>
                </a:lnTo>
                <a:lnTo>
                  <a:pt x="450273" y="50604"/>
                </a:lnTo>
                <a:lnTo>
                  <a:pt x="450224" y="50210"/>
                </a:lnTo>
                <a:lnTo>
                  <a:pt x="450184" y="49807"/>
                </a:lnTo>
                <a:lnTo>
                  <a:pt x="450153" y="49395"/>
                </a:lnTo>
                <a:lnTo>
                  <a:pt x="450131" y="48974"/>
                </a:lnTo>
                <a:lnTo>
                  <a:pt x="450117" y="48544"/>
                </a:lnTo>
                <a:lnTo>
                  <a:pt x="450113" y="48105"/>
                </a:lnTo>
                <a:lnTo>
                  <a:pt x="450113" y="44525"/>
                </a:lnTo>
                <a:lnTo>
                  <a:pt x="481235" y="44525"/>
                </a:lnTo>
                <a:lnTo>
                  <a:pt x="481235" y="35436"/>
                </a:lnTo>
                <a:lnTo>
                  <a:pt x="481230" y="34942"/>
                </a:lnTo>
                <a:lnTo>
                  <a:pt x="481216" y="34452"/>
                </a:lnTo>
                <a:lnTo>
                  <a:pt x="481194" y="33968"/>
                </a:lnTo>
                <a:lnTo>
                  <a:pt x="481162" y="33489"/>
                </a:lnTo>
                <a:lnTo>
                  <a:pt x="481121" y="33016"/>
                </a:lnTo>
                <a:lnTo>
                  <a:pt x="481071" y="32547"/>
                </a:lnTo>
                <a:lnTo>
                  <a:pt x="481012" y="32084"/>
                </a:lnTo>
                <a:lnTo>
                  <a:pt x="480944" y="31626"/>
                </a:lnTo>
                <a:lnTo>
                  <a:pt x="480867" y="31174"/>
                </a:lnTo>
                <a:lnTo>
                  <a:pt x="480780" y="30727"/>
                </a:lnTo>
                <a:lnTo>
                  <a:pt x="480685" y="30285"/>
                </a:lnTo>
                <a:lnTo>
                  <a:pt x="480580" y="29848"/>
                </a:lnTo>
                <a:lnTo>
                  <a:pt x="480467" y="29416"/>
                </a:lnTo>
                <a:lnTo>
                  <a:pt x="480344" y="28990"/>
                </a:lnTo>
                <a:lnTo>
                  <a:pt x="480212" y="28569"/>
                </a:lnTo>
                <a:lnTo>
                  <a:pt x="480072" y="28153"/>
                </a:lnTo>
                <a:lnTo>
                  <a:pt x="479922" y="27743"/>
                </a:lnTo>
                <a:lnTo>
                  <a:pt x="479763" y="27338"/>
                </a:lnTo>
                <a:lnTo>
                  <a:pt x="479595" y="26938"/>
                </a:lnTo>
                <a:lnTo>
                  <a:pt x="479417" y="26543"/>
                </a:lnTo>
                <a:lnTo>
                  <a:pt x="479231" y="26154"/>
                </a:lnTo>
                <a:lnTo>
                  <a:pt x="479036" y="25770"/>
                </a:lnTo>
                <a:lnTo>
                  <a:pt x="478831" y="25391"/>
                </a:lnTo>
                <a:lnTo>
                  <a:pt x="478618" y="25017"/>
                </a:lnTo>
                <a:lnTo>
                  <a:pt x="478396" y="24649"/>
                </a:lnTo>
                <a:lnTo>
                  <a:pt x="478167" y="24289"/>
                </a:lnTo>
                <a:lnTo>
                  <a:pt x="477931" y="23935"/>
                </a:lnTo>
                <a:lnTo>
                  <a:pt x="477687" y="23588"/>
                </a:lnTo>
                <a:lnTo>
                  <a:pt x="477436" y="23247"/>
                </a:lnTo>
                <a:lnTo>
                  <a:pt x="477178" y="22914"/>
                </a:lnTo>
                <a:lnTo>
                  <a:pt x="476912" y="22587"/>
                </a:lnTo>
                <a:lnTo>
                  <a:pt x="476639" y="22268"/>
                </a:lnTo>
                <a:lnTo>
                  <a:pt x="476359" y="21955"/>
                </a:lnTo>
                <a:lnTo>
                  <a:pt x="476071" y="21649"/>
                </a:lnTo>
                <a:lnTo>
                  <a:pt x="475776" y="21350"/>
                </a:lnTo>
                <a:lnTo>
                  <a:pt x="475474" y="21058"/>
                </a:lnTo>
                <a:lnTo>
                  <a:pt x="475164" y="20772"/>
                </a:lnTo>
                <a:lnTo>
                  <a:pt x="474847" y="20494"/>
                </a:lnTo>
                <a:lnTo>
                  <a:pt x="474523" y="20222"/>
                </a:lnTo>
                <a:lnTo>
                  <a:pt x="474191" y="19957"/>
                </a:lnTo>
                <a:lnTo>
                  <a:pt x="473852" y="19699"/>
                </a:lnTo>
                <a:lnTo>
                  <a:pt x="473506" y="19448"/>
                </a:lnTo>
                <a:lnTo>
                  <a:pt x="473152" y="19204"/>
                </a:lnTo>
                <a:lnTo>
                  <a:pt x="472791" y="18967"/>
                </a:lnTo>
                <a:lnTo>
                  <a:pt x="472423" y="18736"/>
                </a:lnTo>
                <a:lnTo>
                  <a:pt x="472047" y="18513"/>
                </a:lnTo>
                <a:lnTo>
                  <a:pt x="471664" y="18296"/>
                </a:lnTo>
                <a:lnTo>
                  <a:pt x="471273" y="18086"/>
                </a:lnTo>
                <a:lnTo>
                  <a:pt x="470877" y="17884"/>
                </a:lnTo>
                <a:lnTo>
                  <a:pt x="470474" y="17690"/>
                </a:lnTo>
                <a:lnTo>
                  <a:pt x="470066" y="17505"/>
                </a:lnTo>
                <a:lnTo>
                  <a:pt x="469653" y="17328"/>
                </a:lnTo>
                <a:lnTo>
                  <a:pt x="469234" y="17160"/>
                </a:lnTo>
                <a:lnTo>
                  <a:pt x="468809" y="17001"/>
                </a:lnTo>
                <a:lnTo>
                  <a:pt x="468379" y="16850"/>
                </a:lnTo>
                <a:lnTo>
                  <a:pt x="467943" y="16708"/>
                </a:lnTo>
                <a:lnTo>
                  <a:pt x="467502" y="16575"/>
                </a:lnTo>
                <a:lnTo>
                  <a:pt x="467055" y="16450"/>
                </a:lnTo>
                <a:lnTo>
                  <a:pt x="466602" y="16334"/>
                </a:lnTo>
                <a:lnTo>
                  <a:pt x="466144" y="16226"/>
                </a:lnTo>
                <a:lnTo>
                  <a:pt x="465680" y="16127"/>
                </a:lnTo>
                <a:lnTo>
                  <a:pt x="465211" y="16037"/>
                </a:lnTo>
                <a:lnTo>
                  <a:pt x="464736" y="15955"/>
                </a:lnTo>
                <a:lnTo>
                  <a:pt x="464256" y="15882"/>
                </a:lnTo>
                <a:lnTo>
                  <a:pt x="463770" y="15817"/>
                </a:lnTo>
                <a:lnTo>
                  <a:pt x="463278" y="15761"/>
                </a:lnTo>
                <a:lnTo>
                  <a:pt x="462781" y="15714"/>
                </a:lnTo>
                <a:lnTo>
                  <a:pt x="462278" y="15675"/>
                </a:lnTo>
                <a:lnTo>
                  <a:pt x="461770" y="15645"/>
                </a:lnTo>
                <a:lnTo>
                  <a:pt x="461256" y="15624"/>
                </a:lnTo>
                <a:lnTo>
                  <a:pt x="460736" y="15611"/>
                </a:lnTo>
                <a:lnTo>
                  <a:pt x="460211" y="15606"/>
                </a:lnTo>
                <a:lnTo>
                  <a:pt x="459679" y="15611"/>
                </a:lnTo>
                <a:lnTo>
                  <a:pt x="459152" y="15624"/>
                </a:lnTo>
                <a:lnTo>
                  <a:pt x="458631" y="15645"/>
                </a:lnTo>
                <a:lnTo>
                  <a:pt x="458115" y="15675"/>
                </a:lnTo>
                <a:lnTo>
                  <a:pt x="457606" y="15714"/>
                </a:lnTo>
                <a:lnTo>
                  <a:pt x="457102" y="15761"/>
                </a:lnTo>
                <a:lnTo>
                  <a:pt x="456604" y="15817"/>
                </a:lnTo>
                <a:lnTo>
                  <a:pt x="456111" y="15882"/>
                </a:lnTo>
                <a:lnTo>
                  <a:pt x="455624" y="15955"/>
                </a:lnTo>
                <a:lnTo>
                  <a:pt x="455143" y="16037"/>
                </a:lnTo>
                <a:lnTo>
                  <a:pt x="454668" y="16127"/>
                </a:lnTo>
                <a:lnTo>
                  <a:pt x="454199" y="16226"/>
                </a:lnTo>
                <a:lnTo>
                  <a:pt x="453735" y="16334"/>
                </a:lnTo>
                <a:lnTo>
                  <a:pt x="453277" y="16450"/>
                </a:lnTo>
                <a:lnTo>
                  <a:pt x="452825" y="16575"/>
                </a:lnTo>
                <a:lnTo>
                  <a:pt x="452378" y="16708"/>
                </a:lnTo>
                <a:lnTo>
                  <a:pt x="451937" y="16850"/>
                </a:lnTo>
                <a:lnTo>
                  <a:pt x="451502" y="17001"/>
                </a:lnTo>
                <a:lnTo>
                  <a:pt x="451073" y="17160"/>
                </a:lnTo>
                <a:lnTo>
                  <a:pt x="450649" y="17328"/>
                </a:lnTo>
                <a:lnTo>
                  <a:pt x="450231" y="17505"/>
                </a:lnTo>
                <a:lnTo>
                  <a:pt x="449819" y="17690"/>
                </a:lnTo>
                <a:lnTo>
                  <a:pt x="449412" y="17884"/>
                </a:lnTo>
                <a:lnTo>
                  <a:pt x="449012" y="18086"/>
                </a:lnTo>
                <a:lnTo>
                  <a:pt x="448618" y="18296"/>
                </a:lnTo>
                <a:lnTo>
                  <a:pt x="448231" y="18513"/>
                </a:lnTo>
                <a:lnTo>
                  <a:pt x="447852" y="18736"/>
                </a:lnTo>
                <a:lnTo>
                  <a:pt x="447480" y="18967"/>
                </a:lnTo>
                <a:lnTo>
                  <a:pt x="447116" y="19204"/>
                </a:lnTo>
                <a:lnTo>
                  <a:pt x="446760" y="19448"/>
                </a:lnTo>
                <a:lnTo>
                  <a:pt x="446410" y="19699"/>
                </a:lnTo>
                <a:lnTo>
                  <a:pt x="446069" y="19957"/>
                </a:lnTo>
                <a:lnTo>
                  <a:pt x="445735" y="20222"/>
                </a:lnTo>
                <a:lnTo>
                  <a:pt x="445408" y="20494"/>
                </a:lnTo>
                <a:lnTo>
                  <a:pt x="445089" y="20772"/>
                </a:lnTo>
                <a:lnTo>
                  <a:pt x="444777" y="21058"/>
                </a:lnTo>
                <a:lnTo>
                  <a:pt x="444473" y="21350"/>
                </a:lnTo>
                <a:lnTo>
                  <a:pt x="444176" y="21649"/>
                </a:lnTo>
                <a:lnTo>
                  <a:pt x="443887" y="21955"/>
                </a:lnTo>
                <a:lnTo>
                  <a:pt x="443605" y="22268"/>
                </a:lnTo>
                <a:lnTo>
                  <a:pt x="443331" y="22587"/>
                </a:lnTo>
                <a:lnTo>
                  <a:pt x="443064" y="22914"/>
                </a:lnTo>
                <a:lnTo>
                  <a:pt x="442805" y="23247"/>
                </a:lnTo>
                <a:lnTo>
                  <a:pt x="442553" y="23588"/>
                </a:lnTo>
                <a:lnTo>
                  <a:pt x="442309" y="23935"/>
                </a:lnTo>
                <a:lnTo>
                  <a:pt x="442072" y="24289"/>
                </a:lnTo>
                <a:lnTo>
                  <a:pt x="441843" y="24649"/>
                </a:lnTo>
                <a:lnTo>
                  <a:pt x="441621" y="25017"/>
                </a:lnTo>
                <a:lnTo>
                  <a:pt x="441408" y="25391"/>
                </a:lnTo>
                <a:lnTo>
                  <a:pt x="441203" y="25770"/>
                </a:lnTo>
                <a:lnTo>
                  <a:pt x="441008" y="26154"/>
                </a:lnTo>
                <a:lnTo>
                  <a:pt x="440822" y="26543"/>
                </a:lnTo>
                <a:lnTo>
                  <a:pt x="440645" y="26938"/>
                </a:lnTo>
                <a:lnTo>
                  <a:pt x="440477" y="27338"/>
                </a:lnTo>
                <a:lnTo>
                  <a:pt x="440318" y="27743"/>
                </a:lnTo>
                <a:lnTo>
                  <a:pt x="440168" y="28153"/>
                </a:lnTo>
                <a:lnTo>
                  <a:pt x="440027" y="28569"/>
                </a:lnTo>
                <a:lnTo>
                  <a:pt x="439896" y="28990"/>
                </a:lnTo>
                <a:lnTo>
                  <a:pt x="439773" y="29416"/>
                </a:lnTo>
                <a:lnTo>
                  <a:pt x="439660" y="29848"/>
                </a:lnTo>
                <a:lnTo>
                  <a:pt x="439555" y="30285"/>
                </a:lnTo>
                <a:lnTo>
                  <a:pt x="439460" y="30727"/>
                </a:lnTo>
                <a:lnTo>
                  <a:pt x="439374" y="31174"/>
                </a:lnTo>
                <a:lnTo>
                  <a:pt x="439296" y="31626"/>
                </a:lnTo>
                <a:lnTo>
                  <a:pt x="439228" y="32084"/>
                </a:lnTo>
                <a:lnTo>
                  <a:pt x="439169" y="32547"/>
                </a:lnTo>
                <a:lnTo>
                  <a:pt x="439119" y="33016"/>
                </a:lnTo>
                <a:lnTo>
                  <a:pt x="439078" y="33489"/>
                </a:lnTo>
                <a:lnTo>
                  <a:pt x="439047" y="33968"/>
                </a:lnTo>
                <a:lnTo>
                  <a:pt x="439024" y="34452"/>
                </a:lnTo>
                <a:lnTo>
                  <a:pt x="439010" y="34942"/>
                </a:lnTo>
                <a:lnTo>
                  <a:pt x="439006" y="35436"/>
                </a:lnTo>
                <a:lnTo>
                  <a:pt x="439006" y="48105"/>
                </a:lnTo>
                <a:lnTo>
                  <a:pt x="439010" y="48600"/>
                </a:lnTo>
                <a:lnTo>
                  <a:pt x="439024" y="49089"/>
                </a:lnTo>
                <a:lnTo>
                  <a:pt x="439047" y="49573"/>
                </a:lnTo>
                <a:lnTo>
                  <a:pt x="439078" y="50052"/>
                </a:lnTo>
                <a:lnTo>
                  <a:pt x="439119" y="50525"/>
                </a:lnTo>
                <a:lnTo>
                  <a:pt x="439169" y="50994"/>
                </a:lnTo>
                <a:lnTo>
                  <a:pt x="439228" y="51457"/>
                </a:lnTo>
                <a:lnTo>
                  <a:pt x="439296" y="51914"/>
                </a:lnTo>
                <a:lnTo>
                  <a:pt x="439374" y="52367"/>
                </a:lnTo>
                <a:lnTo>
                  <a:pt x="439460" y="52814"/>
                </a:lnTo>
                <a:lnTo>
                  <a:pt x="439555" y="53256"/>
                </a:lnTo>
                <a:lnTo>
                  <a:pt x="439660" y="53693"/>
                </a:lnTo>
                <a:lnTo>
                  <a:pt x="439773" y="54125"/>
                </a:lnTo>
                <a:lnTo>
                  <a:pt x="439896" y="54551"/>
                </a:lnTo>
                <a:lnTo>
                  <a:pt x="440027" y="54972"/>
                </a:lnTo>
                <a:lnTo>
                  <a:pt x="440168" y="55388"/>
                </a:lnTo>
                <a:lnTo>
                  <a:pt x="440318" y="55798"/>
                </a:lnTo>
                <a:lnTo>
                  <a:pt x="440477" y="56203"/>
                </a:lnTo>
                <a:lnTo>
                  <a:pt x="440645" y="56603"/>
                </a:lnTo>
                <a:lnTo>
                  <a:pt x="440822" y="56998"/>
                </a:lnTo>
                <a:lnTo>
                  <a:pt x="441008" y="57387"/>
                </a:lnTo>
                <a:lnTo>
                  <a:pt x="441203" y="57772"/>
                </a:lnTo>
                <a:lnTo>
                  <a:pt x="441408" y="58151"/>
                </a:lnTo>
                <a:lnTo>
                  <a:pt x="441621" y="58524"/>
                </a:lnTo>
                <a:lnTo>
                  <a:pt x="441843" y="58892"/>
                </a:lnTo>
                <a:lnTo>
                  <a:pt x="442072" y="59253"/>
                </a:lnTo>
                <a:lnTo>
                  <a:pt x="442309" y="59607"/>
                </a:lnTo>
                <a:lnTo>
                  <a:pt x="442553" y="59954"/>
                </a:lnTo>
                <a:lnTo>
                  <a:pt x="442805" y="60294"/>
                </a:lnTo>
                <a:lnTo>
                  <a:pt x="443064" y="60627"/>
                </a:lnTo>
                <a:lnTo>
                  <a:pt x="443331" y="60954"/>
                </a:lnTo>
                <a:lnTo>
                  <a:pt x="443605" y="61273"/>
                </a:lnTo>
                <a:lnTo>
                  <a:pt x="443887" y="61586"/>
                </a:lnTo>
                <a:lnTo>
                  <a:pt x="444176" y="61892"/>
                </a:lnTo>
                <a:lnTo>
                  <a:pt x="444473" y="62191"/>
                </a:lnTo>
                <a:lnTo>
                  <a:pt x="444777" y="62483"/>
                </a:lnTo>
                <a:lnTo>
                  <a:pt x="445089" y="62768"/>
                </a:lnTo>
                <a:lnTo>
                  <a:pt x="445408" y="63047"/>
                </a:lnTo>
                <a:lnTo>
                  <a:pt x="445735" y="63319"/>
                </a:lnTo>
                <a:lnTo>
                  <a:pt x="446069" y="63584"/>
                </a:lnTo>
                <a:lnTo>
                  <a:pt x="446410" y="63842"/>
                </a:lnTo>
                <a:lnTo>
                  <a:pt x="446760" y="64093"/>
                </a:lnTo>
                <a:lnTo>
                  <a:pt x="447116" y="64337"/>
                </a:lnTo>
                <a:lnTo>
                  <a:pt x="447480" y="64574"/>
                </a:lnTo>
                <a:lnTo>
                  <a:pt x="447852" y="64805"/>
                </a:lnTo>
                <a:lnTo>
                  <a:pt x="448231" y="65029"/>
                </a:lnTo>
                <a:lnTo>
                  <a:pt x="448618" y="65246"/>
                </a:lnTo>
                <a:lnTo>
                  <a:pt x="449012" y="65456"/>
                </a:lnTo>
                <a:lnTo>
                  <a:pt x="449412" y="65658"/>
                </a:lnTo>
                <a:lnTo>
                  <a:pt x="449819" y="65851"/>
                </a:lnTo>
                <a:lnTo>
                  <a:pt x="450231" y="66036"/>
                </a:lnTo>
                <a:lnTo>
                  <a:pt x="450649" y="66213"/>
                </a:lnTo>
                <a:lnTo>
                  <a:pt x="451073" y="66381"/>
                </a:lnTo>
                <a:lnTo>
                  <a:pt x="451502" y="66540"/>
                </a:lnTo>
                <a:lnTo>
                  <a:pt x="451937" y="66690"/>
                </a:lnTo>
                <a:lnTo>
                  <a:pt x="452378" y="66832"/>
                </a:lnTo>
                <a:lnTo>
                  <a:pt x="452825" y="66966"/>
                </a:lnTo>
                <a:lnTo>
                  <a:pt x="453277" y="67090"/>
                </a:lnTo>
                <a:lnTo>
                  <a:pt x="453735" y="67207"/>
                </a:lnTo>
                <a:lnTo>
                  <a:pt x="454199" y="67314"/>
                </a:lnTo>
                <a:lnTo>
                  <a:pt x="454668" y="67413"/>
                </a:lnTo>
                <a:lnTo>
                  <a:pt x="455143" y="67503"/>
                </a:lnTo>
                <a:lnTo>
                  <a:pt x="455624" y="67585"/>
                </a:lnTo>
                <a:lnTo>
                  <a:pt x="456111" y="67658"/>
                </a:lnTo>
                <a:lnTo>
                  <a:pt x="456604" y="67723"/>
                </a:lnTo>
                <a:lnTo>
                  <a:pt x="457102" y="67779"/>
                </a:lnTo>
                <a:lnTo>
                  <a:pt x="457606" y="67826"/>
                </a:lnTo>
                <a:lnTo>
                  <a:pt x="458115" y="67865"/>
                </a:lnTo>
                <a:lnTo>
                  <a:pt x="458631" y="67895"/>
                </a:lnTo>
                <a:lnTo>
                  <a:pt x="459152" y="67916"/>
                </a:lnTo>
                <a:lnTo>
                  <a:pt x="459679" y="67929"/>
                </a:lnTo>
                <a:lnTo>
                  <a:pt x="460211" y="67934"/>
                </a:lnTo>
                <a:lnTo>
                  <a:pt x="460880" y="67927"/>
                </a:lnTo>
                <a:lnTo>
                  <a:pt x="461541" y="67907"/>
                </a:lnTo>
                <a:lnTo>
                  <a:pt x="462193" y="67873"/>
                </a:lnTo>
                <a:lnTo>
                  <a:pt x="462837" y="67825"/>
                </a:lnTo>
                <a:close/>
                <a:moveTo>
                  <a:pt x="450131" y="34581"/>
                </a:moveTo>
                <a:lnTo>
                  <a:pt x="450153" y="34165"/>
                </a:lnTo>
                <a:lnTo>
                  <a:pt x="450184" y="33758"/>
                </a:lnTo>
                <a:lnTo>
                  <a:pt x="450224" y="33359"/>
                </a:lnTo>
                <a:lnTo>
                  <a:pt x="450273" y="32969"/>
                </a:lnTo>
                <a:lnTo>
                  <a:pt x="450331" y="32587"/>
                </a:lnTo>
                <a:lnTo>
                  <a:pt x="450398" y="32213"/>
                </a:lnTo>
                <a:lnTo>
                  <a:pt x="450474" y="31847"/>
                </a:lnTo>
                <a:lnTo>
                  <a:pt x="450559" y="31490"/>
                </a:lnTo>
                <a:lnTo>
                  <a:pt x="450653" y="31141"/>
                </a:lnTo>
                <a:lnTo>
                  <a:pt x="450755" y="30800"/>
                </a:lnTo>
                <a:lnTo>
                  <a:pt x="450867" y="30467"/>
                </a:lnTo>
                <a:lnTo>
                  <a:pt x="450988" y="30143"/>
                </a:lnTo>
                <a:lnTo>
                  <a:pt x="451117" y="29827"/>
                </a:lnTo>
                <a:lnTo>
                  <a:pt x="451255" y="29520"/>
                </a:lnTo>
                <a:lnTo>
                  <a:pt x="451403" y="29221"/>
                </a:lnTo>
                <a:lnTo>
                  <a:pt x="451559" y="28930"/>
                </a:lnTo>
                <a:lnTo>
                  <a:pt x="451724" y="28647"/>
                </a:lnTo>
                <a:lnTo>
                  <a:pt x="451898" y="28373"/>
                </a:lnTo>
                <a:lnTo>
                  <a:pt x="452081" y="28106"/>
                </a:lnTo>
                <a:lnTo>
                  <a:pt x="452273" y="27849"/>
                </a:lnTo>
                <a:lnTo>
                  <a:pt x="452474" y="27599"/>
                </a:lnTo>
                <a:lnTo>
                  <a:pt x="452683" y="27358"/>
                </a:lnTo>
                <a:lnTo>
                  <a:pt x="452902" y="27126"/>
                </a:lnTo>
                <a:lnTo>
                  <a:pt x="453128" y="26903"/>
                </a:lnTo>
                <a:lnTo>
                  <a:pt x="453363" y="26691"/>
                </a:lnTo>
                <a:lnTo>
                  <a:pt x="453606" y="26488"/>
                </a:lnTo>
                <a:lnTo>
                  <a:pt x="453858" y="26295"/>
                </a:lnTo>
                <a:lnTo>
                  <a:pt x="454118" y="26112"/>
                </a:lnTo>
                <a:lnTo>
                  <a:pt x="454386" y="25940"/>
                </a:lnTo>
                <a:lnTo>
                  <a:pt x="454662" y="25776"/>
                </a:lnTo>
                <a:lnTo>
                  <a:pt x="454947" y="25623"/>
                </a:lnTo>
                <a:lnTo>
                  <a:pt x="455240" y="25480"/>
                </a:lnTo>
                <a:lnTo>
                  <a:pt x="455541" y="25347"/>
                </a:lnTo>
                <a:lnTo>
                  <a:pt x="455851" y="25223"/>
                </a:lnTo>
                <a:lnTo>
                  <a:pt x="456168" y="25109"/>
                </a:lnTo>
                <a:lnTo>
                  <a:pt x="456494" y="25006"/>
                </a:lnTo>
                <a:lnTo>
                  <a:pt x="456829" y="24912"/>
                </a:lnTo>
                <a:lnTo>
                  <a:pt x="457172" y="24828"/>
                </a:lnTo>
                <a:lnTo>
                  <a:pt x="457522" y="24754"/>
                </a:lnTo>
                <a:lnTo>
                  <a:pt x="457882" y="24689"/>
                </a:lnTo>
                <a:lnTo>
                  <a:pt x="458249" y="24635"/>
                </a:lnTo>
                <a:lnTo>
                  <a:pt x="458625" y="24590"/>
                </a:lnTo>
                <a:lnTo>
                  <a:pt x="459009" y="24556"/>
                </a:lnTo>
                <a:lnTo>
                  <a:pt x="459402" y="24531"/>
                </a:lnTo>
                <a:lnTo>
                  <a:pt x="459802" y="24516"/>
                </a:lnTo>
                <a:lnTo>
                  <a:pt x="460211" y="24511"/>
                </a:lnTo>
                <a:lnTo>
                  <a:pt x="460620" y="24516"/>
                </a:lnTo>
                <a:lnTo>
                  <a:pt x="461020" y="24531"/>
                </a:lnTo>
                <a:lnTo>
                  <a:pt x="461412" y="24555"/>
                </a:lnTo>
                <a:lnTo>
                  <a:pt x="461795" y="24589"/>
                </a:lnTo>
                <a:lnTo>
                  <a:pt x="462169" y="24633"/>
                </a:lnTo>
                <a:lnTo>
                  <a:pt x="462535" y="24686"/>
                </a:lnTo>
                <a:lnTo>
                  <a:pt x="462892" y="24750"/>
                </a:lnTo>
                <a:lnTo>
                  <a:pt x="463241" y="24823"/>
                </a:lnTo>
                <a:lnTo>
                  <a:pt x="463581" y="24905"/>
                </a:lnTo>
                <a:lnTo>
                  <a:pt x="463912" y="24998"/>
                </a:lnTo>
                <a:lnTo>
                  <a:pt x="464235" y="25100"/>
                </a:lnTo>
                <a:lnTo>
                  <a:pt x="464549" y="25211"/>
                </a:lnTo>
                <a:lnTo>
                  <a:pt x="464854" y="25333"/>
                </a:lnTo>
                <a:lnTo>
                  <a:pt x="465151" y="25464"/>
                </a:lnTo>
                <a:lnTo>
                  <a:pt x="465440" y="25605"/>
                </a:lnTo>
                <a:lnTo>
                  <a:pt x="465719" y="25756"/>
                </a:lnTo>
                <a:lnTo>
                  <a:pt x="465990" y="25916"/>
                </a:lnTo>
                <a:lnTo>
                  <a:pt x="466253" y="26086"/>
                </a:lnTo>
                <a:lnTo>
                  <a:pt x="466507" y="26266"/>
                </a:lnTo>
                <a:lnTo>
                  <a:pt x="466752" y="26456"/>
                </a:lnTo>
                <a:lnTo>
                  <a:pt x="466989" y="26655"/>
                </a:lnTo>
                <a:lnTo>
                  <a:pt x="467217" y="26864"/>
                </a:lnTo>
                <a:lnTo>
                  <a:pt x="467436" y="27083"/>
                </a:lnTo>
                <a:lnTo>
                  <a:pt x="467647" y="27312"/>
                </a:lnTo>
                <a:lnTo>
                  <a:pt x="467849" y="27549"/>
                </a:lnTo>
                <a:lnTo>
                  <a:pt x="468043" y="27795"/>
                </a:lnTo>
                <a:lnTo>
                  <a:pt x="468228" y="28050"/>
                </a:lnTo>
                <a:lnTo>
                  <a:pt x="468404" y="28313"/>
                </a:lnTo>
                <a:lnTo>
                  <a:pt x="468572" y="28584"/>
                </a:lnTo>
                <a:lnTo>
                  <a:pt x="468732" y="28864"/>
                </a:lnTo>
                <a:lnTo>
                  <a:pt x="468882" y="29152"/>
                </a:lnTo>
                <a:lnTo>
                  <a:pt x="469024" y="29449"/>
                </a:lnTo>
                <a:lnTo>
                  <a:pt x="469158" y="29754"/>
                </a:lnTo>
                <a:lnTo>
                  <a:pt x="469283" y="30067"/>
                </a:lnTo>
                <a:lnTo>
                  <a:pt x="469399" y="30389"/>
                </a:lnTo>
                <a:lnTo>
                  <a:pt x="469506" y="30720"/>
                </a:lnTo>
                <a:lnTo>
                  <a:pt x="469605" y="31059"/>
                </a:lnTo>
                <a:lnTo>
                  <a:pt x="469696" y="31406"/>
                </a:lnTo>
                <a:lnTo>
                  <a:pt x="469778" y="31762"/>
                </a:lnTo>
                <a:lnTo>
                  <a:pt x="469851" y="32126"/>
                </a:lnTo>
                <a:lnTo>
                  <a:pt x="469915" y="32499"/>
                </a:lnTo>
                <a:lnTo>
                  <a:pt x="469971" y="32880"/>
                </a:lnTo>
                <a:lnTo>
                  <a:pt x="470019" y="33269"/>
                </a:lnTo>
                <a:lnTo>
                  <a:pt x="470057" y="33667"/>
                </a:lnTo>
                <a:lnTo>
                  <a:pt x="470087" y="34074"/>
                </a:lnTo>
                <a:lnTo>
                  <a:pt x="470109" y="34489"/>
                </a:lnTo>
                <a:lnTo>
                  <a:pt x="470122" y="34912"/>
                </a:lnTo>
                <a:lnTo>
                  <a:pt x="470126" y="35344"/>
                </a:lnTo>
                <a:lnTo>
                  <a:pt x="470126" y="37188"/>
                </a:lnTo>
                <a:lnTo>
                  <a:pt x="450113" y="37364"/>
                </a:lnTo>
                <a:lnTo>
                  <a:pt x="450113" y="35436"/>
                </a:lnTo>
                <a:lnTo>
                  <a:pt x="450117" y="35004"/>
                </a:lnTo>
                <a:lnTo>
                  <a:pt x="450131" y="34581"/>
                </a:lnTo>
                <a:close/>
              </a:path>
            </a:pathLst>
          </a:custGeom>
          <a:solidFill xmlns:a="http://schemas.openxmlformats.org/drawingml/2006/main">
            <a:srgbClr val="9538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Text :">
            <a:extLst xmlns:a="http://schemas.openxmlformats.org/drawingml/2006/main">
              <a:ext uri="{FF2B5EF4-FFF2-40B4-BE49-F238E27FC236}">
                <a16:creationId xmlns:a16="http://schemas.microsoft.com/office/drawing/2014/main" id="{EED1A3F3-0E68-4097-B033-99C6ADB9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76" y="2321999"/>
            <a:ext cx="17076" cy="52327"/>
          </a:xfrm>
          <a:custGeom xmlns:a="http://schemas.openxmlformats.org/drawingml/2006/main">
            <a:pathLst>
              <a:path w="17076" h="52327">
                <a:moveTo>
                  <a:pt x="8538" y="15423"/>
                </a:moveTo>
                <a:cubicBezTo>
                  <a:pt x="5967" y="15423"/>
                  <a:pt x="3901" y="14704"/>
                  <a:pt x="2341" y="13266"/>
                </a:cubicBezTo>
                <a:cubicBezTo>
                  <a:pt x="780" y="11828"/>
                  <a:pt x="0" y="9976"/>
                  <a:pt x="0" y="7711"/>
                </a:cubicBezTo>
                <a:cubicBezTo>
                  <a:pt x="0" y="5385"/>
                  <a:pt x="780" y="3518"/>
                  <a:pt x="2341" y="2111"/>
                </a:cubicBezTo>
                <a:cubicBezTo>
                  <a:pt x="3901" y="704"/>
                  <a:pt x="5967" y="0"/>
                  <a:pt x="8538" y="0"/>
                </a:cubicBezTo>
                <a:cubicBezTo>
                  <a:pt x="11108" y="0"/>
                  <a:pt x="13173" y="704"/>
                  <a:pt x="14734" y="2111"/>
                </a:cubicBezTo>
                <a:cubicBezTo>
                  <a:pt x="16295" y="3518"/>
                  <a:pt x="17076" y="5385"/>
                  <a:pt x="17076" y="7711"/>
                </a:cubicBezTo>
                <a:cubicBezTo>
                  <a:pt x="17076" y="9976"/>
                  <a:pt x="16295" y="11828"/>
                  <a:pt x="14734" y="13266"/>
                </a:cubicBezTo>
                <a:cubicBezTo>
                  <a:pt x="13173" y="14704"/>
                  <a:pt x="11108" y="15423"/>
                  <a:pt x="8538" y="15423"/>
                </a:cubicBezTo>
                <a:moveTo>
                  <a:pt x="8538" y="52327"/>
                </a:moveTo>
                <a:cubicBezTo>
                  <a:pt x="5967" y="52327"/>
                  <a:pt x="3901" y="51624"/>
                  <a:pt x="2341" y="50216"/>
                </a:cubicBezTo>
                <a:cubicBezTo>
                  <a:pt x="780" y="48809"/>
                  <a:pt x="0" y="46942"/>
                  <a:pt x="0" y="44616"/>
                </a:cubicBezTo>
                <a:cubicBezTo>
                  <a:pt x="0" y="42290"/>
                  <a:pt x="780" y="40424"/>
                  <a:pt x="2341" y="39017"/>
                </a:cubicBezTo>
                <a:cubicBezTo>
                  <a:pt x="3901" y="37608"/>
                  <a:pt x="5967" y="36904"/>
                  <a:pt x="8538" y="36904"/>
                </a:cubicBezTo>
                <a:cubicBezTo>
                  <a:pt x="11108" y="36904"/>
                  <a:pt x="13173" y="37608"/>
                  <a:pt x="14734" y="39017"/>
                </a:cubicBezTo>
                <a:cubicBezTo>
                  <a:pt x="16295" y="40424"/>
                  <a:pt x="17076" y="42290"/>
                  <a:pt x="17076" y="44616"/>
                </a:cubicBezTo>
                <a:cubicBezTo>
                  <a:pt x="17076" y="46942"/>
                  <a:pt x="16295" y="48809"/>
                  <a:pt x="14734" y="50216"/>
                </a:cubicBezTo>
                <a:cubicBezTo>
                  <a:pt x="13173" y="51624"/>
                  <a:pt x="11108" y="52327"/>
                  <a:pt x="8538" y="523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Text .">
            <a:extLst xmlns:a="http://schemas.openxmlformats.org/drawingml/2006/main">
              <a:ext uri="{FF2B5EF4-FFF2-40B4-BE49-F238E27FC236}">
                <a16:creationId xmlns:a16="http://schemas.microsoft.com/office/drawing/2014/main" id="{255DB8CC-3045-4F89-8663-886A43BE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437" y="2460438"/>
            <a:ext cx="111174" cy="17167"/>
          </a:xfrm>
          <a:custGeom xmlns:a="http://schemas.openxmlformats.org/drawingml/2006/main">
            <a:pathLst>
              <a:path w="111174" h="17167">
                <a:moveTo>
                  <a:pt x="8630" y="17167"/>
                </a:moveTo>
                <a:cubicBezTo>
                  <a:pt x="5999" y="17167"/>
                  <a:pt x="3903" y="16402"/>
                  <a:pt x="2342" y="14872"/>
                </a:cubicBezTo>
                <a:cubicBezTo>
                  <a:pt x="781" y="13343"/>
                  <a:pt x="0" y="11262"/>
                  <a:pt x="0" y="8630"/>
                </a:cubicBezTo>
                <a:cubicBezTo>
                  <a:pt x="0" y="5998"/>
                  <a:pt x="781" y="3901"/>
                  <a:pt x="2342" y="2341"/>
                </a:cubicBezTo>
                <a:cubicBezTo>
                  <a:pt x="3903" y="780"/>
                  <a:pt x="5999" y="0"/>
                  <a:pt x="8630" y="0"/>
                </a:cubicBezTo>
                <a:cubicBezTo>
                  <a:pt x="11262" y="0"/>
                  <a:pt x="13358" y="780"/>
                  <a:pt x="14919" y="2341"/>
                </a:cubicBezTo>
                <a:cubicBezTo>
                  <a:pt x="16479" y="3901"/>
                  <a:pt x="17259" y="5998"/>
                  <a:pt x="17259" y="8630"/>
                </a:cubicBezTo>
                <a:cubicBezTo>
                  <a:pt x="17259" y="11262"/>
                  <a:pt x="16479" y="13343"/>
                  <a:pt x="14919" y="14872"/>
                </a:cubicBezTo>
                <a:cubicBezTo>
                  <a:pt x="13358" y="16402"/>
                  <a:pt x="11262" y="17167"/>
                  <a:pt x="8630" y="17167"/>
                </a:cubicBezTo>
                <a:moveTo>
                  <a:pt x="55541" y="17167"/>
                </a:moveTo>
                <a:cubicBezTo>
                  <a:pt x="52909" y="17167"/>
                  <a:pt x="50813" y="16402"/>
                  <a:pt x="49252" y="14872"/>
                </a:cubicBezTo>
                <a:cubicBezTo>
                  <a:pt x="47691" y="13343"/>
                  <a:pt x="46910" y="11262"/>
                  <a:pt x="46910" y="8630"/>
                </a:cubicBezTo>
                <a:cubicBezTo>
                  <a:pt x="46910" y="5998"/>
                  <a:pt x="47691" y="3901"/>
                  <a:pt x="49252" y="2341"/>
                </a:cubicBezTo>
                <a:cubicBezTo>
                  <a:pt x="50813" y="780"/>
                  <a:pt x="52909" y="0"/>
                  <a:pt x="55541" y="0"/>
                </a:cubicBezTo>
                <a:cubicBezTo>
                  <a:pt x="58172" y="0"/>
                  <a:pt x="60268" y="780"/>
                  <a:pt x="61829" y="2341"/>
                </a:cubicBezTo>
                <a:cubicBezTo>
                  <a:pt x="63389" y="3901"/>
                  <a:pt x="64170" y="5998"/>
                  <a:pt x="64170" y="8630"/>
                </a:cubicBezTo>
                <a:cubicBezTo>
                  <a:pt x="64170" y="11262"/>
                  <a:pt x="63389" y="13343"/>
                  <a:pt x="61829" y="14872"/>
                </a:cubicBezTo>
                <a:cubicBezTo>
                  <a:pt x="60268" y="16402"/>
                  <a:pt x="58172" y="17167"/>
                  <a:pt x="55541" y="17167"/>
                </a:cubicBezTo>
                <a:moveTo>
                  <a:pt x="102545" y="17167"/>
                </a:moveTo>
                <a:cubicBezTo>
                  <a:pt x="99913" y="17167"/>
                  <a:pt x="97817" y="16402"/>
                  <a:pt x="96255" y="14872"/>
                </a:cubicBezTo>
                <a:cubicBezTo>
                  <a:pt x="94695" y="13343"/>
                  <a:pt x="93914" y="11262"/>
                  <a:pt x="93914" y="8630"/>
                </a:cubicBezTo>
                <a:cubicBezTo>
                  <a:pt x="93914" y="5998"/>
                  <a:pt x="94695" y="3901"/>
                  <a:pt x="96255" y="2341"/>
                </a:cubicBezTo>
                <a:cubicBezTo>
                  <a:pt x="97817" y="780"/>
                  <a:pt x="99913" y="0"/>
                  <a:pt x="102545" y="0"/>
                </a:cubicBezTo>
                <a:cubicBezTo>
                  <a:pt x="105177" y="0"/>
                  <a:pt x="107273" y="780"/>
                  <a:pt x="108833" y="2341"/>
                </a:cubicBezTo>
                <a:cubicBezTo>
                  <a:pt x="110394" y="3901"/>
                  <a:pt x="111174" y="5998"/>
                  <a:pt x="111174" y="8630"/>
                </a:cubicBezTo>
                <a:cubicBezTo>
                  <a:pt x="111174" y="11262"/>
                  <a:pt x="110394" y="13343"/>
                  <a:pt x="108833" y="14872"/>
                </a:cubicBezTo>
                <a:cubicBezTo>
                  <a:pt x="107273" y="16402"/>
                  <a:pt x="105177" y="17167"/>
                  <a:pt x="102545" y="171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F7A26F-C997-45EB-BD45-65588446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595" y="2389401"/>
            <a:ext cx="1955522" cy="667382"/>
          </a:xfrm>
          <a:custGeom xmlns:a="http://schemas.openxmlformats.org/drawingml/2006/main">
            <a:pathLst>
              <a:path w="1955522" h="667382">
                <a:moveTo>
                  <a:pt x="0" y="0"/>
                </a:moveTo>
                <a:lnTo>
                  <a:pt x="1955522" y="0"/>
                </a:lnTo>
                <a:lnTo>
                  <a:pt x="1955522" y="667382"/>
                </a:lnTo>
                <a:lnTo>
                  <a:pt x="0" y="6673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Text class:Handler">
            <a:extLst xmlns:a="http://schemas.openxmlformats.org/drawingml/2006/main">
              <a:ext uri="{FF2B5EF4-FFF2-40B4-BE49-F238E27FC236}">
                <a16:creationId xmlns:a16="http://schemas.microsoft.com/office/drawing/2014/main" id="{7F0E14C3-A58A-44BD-94C2-7785645D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155" y="2575992"/>
            <a:ext cx="1058262" cy="101901"/>
          </a:xfrm>
          <a:custGeom xmlns:a="http://schemas.openxmlformats.org/drawingml/2006/main">
            <a:pathLst>
              <a:path w="1058262" h="101901">
                <a:moveTo>
                  <a:pt x="446651" y="46454"/>
                </a:moveTo>
                <a:lnTo>
                  <a:pt x="447097" y="46404"/>
                </a:lnTo>
                <a:lnTo>
                  <a:pt x="447536" y="46342"/>
                </a:lnTo>
                <a:lnTo>
                  <a:pt x="447967" y="46269"/>
                </a:lnTo>
                <a:lnTo>
                  <a:pt x="448389" y="46184"/>
                </a:lnTo>
                <a:lnTo>
                  <a:pt x="448804" y="46089"/>
                </a:lnTo>
                <a:lnTo>
                  <a:pt x="449211" y="45982"/>
                </a:lnTo>
                <a:lnTo>
                  <a:pt x="449610" y="45864"/>
                </a:lnTo>
                <a:lnTo>
                  <a:pt x="450001" y="45735"/>
                </a:lnTo>
                <a:lnTo>
                  <a:pt x="450385" y="45595"/>
                </a:lnTo>
                <a:lnTo>
                  <a:pt x="450760" y="45443"/>
                </a:lnTo>
                <a:lnTo>
                  <a:pt x="451128" y="45280"/>
                </a:lnTo>
                <a:lnTo>
                  <a:pt x="451487" y="45106"/>
                </a:lnTo>
                <a:lnTo>
                  <a:pt x="451839" y="44920"/>
                </a:lnTo>
                <a:lnTo>
                  <a:pt x="452183" y="44724"/>
                </a:lnTo>
                <a:lnTo>
                  <a:pt x="452519" y="44516"/>
                </a:lnTo>
                <a:lnTo>
                  <a:pt x="452847" y="44297"/>
                </a:lnTo>
                <a:lnTo>
                  <a:pt x="453167" y="44067"/>
                </a:lnTo>
                <a:lnTo>
                  <a:pt x="453479" y="43825"/>
                </a:lnTo>
                <a:lnTo>
                  <a:pt x="453784" y="43572"/>
                </a:lnTo>
                <a:lnTo>
                  <a:pt x="454080" y="43308"/>
                </a:lnTo>
                <a:lnTo>
                  <a:pt x="454367" y="43035"/>
                </a:lnTo>
                <a:lnTo>
                  <a:pt x="454641" y="42756"/>
                </a:lnTo>
                <a:lnTo>
                  <a:pt x="454904" y="42470"/>
                </a:lnTo>
                <a:lnTo>
                  <a:pt x="455154" y="42178"/>
                </a:lnTo>
                <a:lnTo>
                  <a:pt x="455392" y="41879"/>
                </a:lnTo>
                <a:lnTo>
                  <a:pt x="455617" y="41574"/>
                </a:lnTo>
                <a:lnTo>
                  <a:pt x="455831" y="41262"/>
                </a:lnTo>
                <a:lnTo>
                  <a:pt x="456032" y="40944"/>
                </a:lnTo>
                <a:lnTo>
                  <a:pt x="456221" y="40620"/>
                </a:lnTo>
                <a:lnTo>
                  <a:pt x="456398" y="40289"/>
                </a:lnTo>
                <a:lnTo>
                  <a:pt x="456563" y="39951"/>
                </a:lnTo>
                <a:lnTo>
                  <a:pt x="456715" y="39607"/>
                </a:lnTo>
                <a:lnTo>
                  <a:pt x="456856" y="39257"/>
                </a:lnTo>
                <a:lnTo>
                  <a:pt x="456984" y="38900"/>
                </a:lnTo>
                <a:lnTo>
                  <a:pt x="457100" y="38537"/>
                </a:lnTo>
                <a:lnTo>
                  <a:pt x="457203" y="38167"/>
                </a:lnTo>
                <a:lnTo>
                  <a:pt x="457295" y="37791"/>
                </a:lnTo>
                <a:lnTo>
                  <a:pt x="457374" y="37408"/>
                </a:lnTo>
                <a:lnTo>
                  <a:pt x="457441" y="37019"/>
                </a:lnTo>
                <a:lnTo>
                  <a:pt x="457496" y="36624"/>
                </a:lnTo>
                <a:lnTo>
                  <a:pt x="457539" y="36222"/>
                </a:lnTo>
                <a:lnTo>
                  <a:pt x="457569" y="35813"/>
                </a:lnTo>
                <a:lnTo>
                  <a:pt x="457587" y="35398"/>
                </a:lnTo>
                <a:lnTo>
                  <a:pt x="457594" y="34977"/>
                </a:lnTo>
                <a:lnTo>
                  <a:pt x="457587" y="34544"/>
                </a:lnTo>
                <a:lnTo>
                  <a:pt x="457569" y="34119"/>
                </a:lnTo>
                <a:lnTo>
                  <a:pt x="457539" y="33701"/>
                </a:lnTo>
                <a:lnTo>
                  <a:pt x="457496" y="33290"/>
                </a:lnTo>
                <a:lnTo>
                  <a:pt x="457441" y="32886"/>
                </a:lnTo>
                <a:lnTo>
                  <a:pt x="457374" y="32489"/>
                </a:lnTo>
                <a:lnTo>
                  <a:pt x="457295" y="32099"/>
                </a:lnTo>
                <a:lnTo>
                  <a:pt x="457203" y="31717"/>
                </a:lnTo>
                <a:lnTo>
                  <a:pt x="457100" y="31342"/>
                </a:lnTo>
                <a:lnTo>
                  <a:pt x="456984" y="30974"/>
                </a:lnTo>
                <a:lnTo>
                  <a:pt x="456856" y="30613"/>
                </a:lnTo>
                <a:lnTo>
                  <a:pt x="456715" y="30260"/>
                </a:lnTo>
                <a:lnTo>
                  <a:pt x="456563" y="29913"/>
                </a:lnTo>
                <a:lnTo>
                  <a:pt x="456398" y="29574"/>
                </a:lnTo>
                <a:lnTo>
                  <a:pt x="456221" y="29242"/>
                </a:lnTo>
                <a:lnTo>
                  <a:pt x="456032" y="28917"/>
                </a:lnTo>
                <a:lnTo>
                  <a:pt x="455831" y="28599"/>
                </a:lnTo>
                <a:lnTo>
                  <a:pt x="455617" y="28289"/>
                </a:lnTo>
                <a:lnTo>
                  <a:pt x="455392" y="27985"/>
                </a:lnTo>
                <a:lnTo>
                  <a:pt x="455154" y="27689"/>
                </a:lnTo>
                <a:lnTo>
                  <a:pt x="454904" y="27400"/>
                </a:lnTo>
                <a:lnTo>
                  <a:pt x="454641" y="27118"/>
                </a:lnTo>
                <a:lnTo>
                  <a:pt x="454367" y="26844"/>
                </a:lnTo>
                <a:lnTo>
                  <a:pt x="454080" y="26576"/>
                </a:lnTo>
                <a:lnTo>
                  <a:pt x="453784" y="26318"/>
                </a:lnTo>
                <a:lnTo>
                  <a:pt x="453479" y="26070"/>
                </a:lnTo>
                <a:lnTo>
                  <a:pt x="453167" y="25834"/>
                </a:lnTo>
                <a:lnTo>
                  <a:pt x="452847" y="25609"/>
                </a:lnTo>
                <a:lnTo>
                  <a:pt x="452519" y="25394"/>
                </a:lnTo>
                <a:lnTo>
                  <a:pt x="452183" y="25191"/>
                </a:lnTo>
                <a:lnTo>
                  <a:pt x="451839" y="24998"/>
                </a:lnTo>
                <a:lnTo>
                  <a:pt x="451487" y="24817"/>
                </a:lnTo>
                <a:lnTo>
                  <a:pt x="451128" y="24647"/>
                </a:lnTo>
                <a:lnTo>
                  <a:pt x="450760" y="24487"/>
                </a:lnTo>
                <a:lnTo>
                  <a:pt x="450385" y="24339"/>
                </a:lnTo>
                <a:lnTo>
                  <a:pt x="450001" y="24201"/>
                </a:lnTo>
                <a:lnTo>
                  <a:pt x="449610" y="24075"/>
                </a:lnTo>
                <a:lnTo>
                  <a:pt x="449211" y="23959"/>
                </a:lnTo>
                <a:lnTo>
                  <a:pt x="448804" y="23855"/>
                </a:lnTo>
                <a:lnTo>
                  <a:pt x="448389" y="23761"/>
                </a:lnTo>
                <a:lnTo>
                  <a:pt x="447967" y="23679"/>
                </a:lnTo>
                <a:lnTo>
                  <a:pt x="447536" y="23608"/>
                </a:lnTo>
                <a:lnTo>
                  <a:pt x="447097" y="23547"/>
                </a:lnTo>
                <a:lnTo>
                  <a:pt x="446651" y="23498"/>
                </a:lnTo>
                <a:lnTo>
                  <a:pt x="446197" y="23459"/>
                </a:lnTo>
                <a:lnTo>
                  <a:pt x="445735" y="23432"/>
                </a:lnTo>
                <a:lnTo>
                  <a:pt x="445265" y="23415"/>
                </a:lnTo>
                <a:lnTo>
                  <a:pt x="444787" y="23410"/>
                </a:lnTo>
                <a:lnTo>
                  <a:pt x="444309" y="23415"/>
                </a:lnTo>
                <a:lnTo>
                  <a:pt x="443838" y="23432"/>
                </a:lnTo>
                <a:lnTo>
                  <a:pt x="443376" y="23459"/>
                </a:lnTo>
                <a:lnTo>
                  <a:pt x="442922" y="23498"/>
                </a:lnTo>
                <a:lnTo>
                  <a:pt x="442475" y="23547"/>
                </a:lnTo>
                <a:lnTo>
                  <a:pt x="442036" y="23608"/>
                </a:lnTo>
                <a:lnTo>
                  <a:pt x="441606" y="23679"/>
                </a:lnTo>
                <a:lnTo>
                  <a:pt x="441183" y="23761"/>
                </a:lnTo>
                <a:lnTo>
                  <a:pt x="440768" y="23855"/>
                </a:lnTo>
                <a:lnTo>
                  <a:pt x="440361" y="23959"/>
                </a:lnTo>
                <a:lnTo>
                  <a:pt x="439962" y="24075"/>
                </a:lnTo>
                <a:lnTo>
                  <a:pt x="439570" y="24201"/>
                </a:lnTo>
                <a:lnTo>
                  <a:pt x="439187" y="24339"/>
                </a:lnTo>
                <a:lnTo>
                  <a:pt x="438812" y="24487"/>
                </a:lnTo>
                <a:lnTo>
                  <a:pt x="438444" y="24647"/>
                </a:lnTo>
                <a:lnTo>
                  <a:pt x="438084" y="24817"/>
                </a:lnTo>
                <a:lnTo>
                  <a:pt x="437732" y="24998"/>
                </a:lnTo>
                <a:lnTo>
                  <a:pt x="437389" y="25191"/>
                </a:lnTo>
                <a:lnTo>
                  <a:pt x="437053" y="25394"/>
                </a:lnTo>
                <a:lnTo>
                  <a:pt x="436724" y="25609"/>
                </a:lnTo>
                <a:lnTo>
                  <a:pt x="436404" y="25834"/>
                </a:lnTo>
                <a:lnTo>
                  <a:pt x="436092" y="26070"/>
                </a:lnTo>
                <a:lnTo>
                  <a:pt x="435787" y="26318"/>
                </a:lnTo>
                <a:lnTo>
                  <a:pt x="435491" y="26576"/>
                </a:lnTo>
                <a:lnTo>
                  <a:pt x="435204" y="26844"/>
                </a:lnTo>
                <a:lnTo>
                  <a:pt x="434930" y="27118"/>
                </a:lnTo>
                <a:lnTo>
                  <a:pt x="434668" y="27400"/>
                </a:lnTo>
                <a:lnTo>
                  <a:pt x="434418" y="27689"/>
                </a:lnTo>
                <a:lnTo>
                  <a:pt x="434180" y="27985"/>
                </a:lnTo>
                <a:lnTo>
                  <a:pt x="433955" y="28289"/>
                </a:lnTo>
                <a:lnTo>
                  <a:pt x="433741" y="28599"/>
                </a:lnTo>
                <a:lnTo>
                  <a:pt x="433540" y="28917"/>
                </a:lnTo>
                <a:lnTo>
                  <a:pt x="433351" y="29242"/>
                </a:lnTo>
                <a:lnTo>
                  <a:pt x="433175" y="29574"/>
                </a:lnTo>
                <a:lnTo>
                  <a:pt x="433010" y="29913"/>
                </a:lnTo>
                <a:lnTo>
                  <a:pt x="432858" y="30260"/>
                </a:lnTo>
                <a:lnTo>
                  <a:pt x="432717" y="30613"/>
                </a:lnTo>
                <a:lnTo>
                  <a:pt x="432589" y="30974"/>
                </a:lnTo>
                <a:lnTo>
                  <a:pt x="432474" y="31342"/>
                </a:lnTo>
                <a:lnTo>
                  <a:pt x="432370" y="31717"/>
                </a:lnTo>
                <a:lnTo>
                  <a:pt x="432278" y="32099"/>
                </a:lnTo>
                <a:lnTo>
                  <a:pt x="432199" y="32489"/>
                </a:lnTo>
                <a:lnTo>
                  <a:pt x="432132" y="32886"/>
                </a:lnTo>
                <a:lnTo>
                  <a:pt x="432077" y="33290"/>
                </a:lnTo>
                <a:lnTo>
                  <a:pt x="432035" y="33701"/>
                </a:lnTo>
                <a:lnTo>
                  <a:pt x="432004" y="34119"/>
                </a:lnTo>
                <a:lnTo>
                  <a:pt x="431986" y="34544"/>
                </a:lnTo>
                <a:lnTo>
                  <a:pt x="431980" y="34977"/>
                </a:lnTo>
                <a:lnTo>
                  <a:pt x="431986" y="35398"/>
                </a:lnTo>
                <a:lnTo>
                  <a:pt x="432004" y="35813"/>
                </a:lnTo>
                <a:lnTo>
                  <a:pt x="432035" y="36222"/>
                </a:lnTo>
                <a:lnTo>
                  <a:pt x="432077" y="36624"/>
                </a:lnTo>
                <a:lnTo>
                  <a:pt x="432132" y="37019"/>
                </a:lnTo>
                <a:lnTo>
                  <a:pt x="432199" y="37408"/>
                </a:lnTo>
                <a:lnTo>
                  <a:pt x="432278" y="37791"/>
                </a:lnTo>
                <a:lnTo>
                  <a:pt x="432370" y="38167"/>
                </a:lnTo>
                <a:lnTo>
                  <a:pt x="432474" y="38537"/>
                </a:lnTo>
                <a:lnTo>
                  <a:pt x="432589" y="38900"/>
                </a:lnTo>
                <a:lnTo>
                  <a:pt x="432717" y="39257"/>
                </a:lnTo>
                <a:lnTo>
                  <a:pt x="432858" y="39607"/>
                </a:lnTo>
                <a:lnTo>
                  <a:pt x="433010" y="39951"/>
                </a:lnTo>
                <a:lnTo>
                  <a:pt x="433175" y="40289"/>
                </a:lnTo>
                <a:lnTo>
                  <a:pt x="433351" y="40620"/>
                </a:lnTo>
                <a:lnTo>
                  <a:pt x="433540" y="40944"/>
                </a:lnTo>
                <a:lnTo>
                  <a:pt x="433741" y="41262"/>
                </a:lnTo>
                <a:lnTo>
                  <a:pt x="433955" y="41574"/>
                </a:lnTo>
                <a:lnTo>
                  <a:pt x="434180" y="41879"/>
                </a:lnTo>
                <a:lnTo>
                  <a:pt x="434418" y="42178"/>
                </a:lnTo>
                <a:lnTo>
                  <a:pt x="434668" y="42470"/>
                </a:lnTo>
                <a:lnTo>
                  <a:pt x="434930" y="42756"/>
                </a:lnTo>
                <a:lnTo>
                  <a:pt x="435204" y="43035"/>
                </a:lnTo>
                <a:lnTo>
                  <a:pt x="435491" y="43308"/>
                </a:lnTo>
                <a:lnTo>
                  <a:pt x="435787" y="43572"/>
                </a:lnTo>
                <a:lnTo>
                  <a:pt x="436092" y="43825"/>
                </a:lnTo>
                <a:lnTo>
                  <a:pt x="436404" y="44067"/>
                </a:lnTo>
                <a:lnTo>
                  <a:pt x="436724" y="44297"/>
                </a:lnTo>
                <a:lnTo>
                  <a:pt x="437053" y="44516"/>
                </a:lnTo>
                <a:lnTo>
                  <a:pt x="437389" y="44724"/>
                </a:lnTo>
                <a:lnTo>
                  <a:pt x="437732" y="44920"/>
                </a:lnTo>
                <a:lnTo>
                  <a:pt x="438084" y="45106"/>
                </a:lnTo>
                <a:lnTo>
                  <a:pt x="438444" y="45280"/>
                </a:lnTo>
                <a:lnTo>
                  <a:pt x="438812" y="45443"/>
                </a:lnTo>
                <a:lnTo>
                  <a:pt x="439187" y="45595"/>
                </a:lnTo>
                <a:lnTo>
                  <a:pt x="439570" y="45735"/>
                </a:lnTo>
                <a:lnTo>
                  <a:pt x="439962" y="45864"/>
                </a:lnTo>
                <a:lnTo>
                  <a:pt x="440361" y="45982"/>
                </a:lnTo>
                <a:lnTo>
                  <a:pt x="440768" y="46089"/>
                </a:lnTo>
                <a:lnTo>
                  <a:pt x="441183" y="46184"/>
                </a:lnTo>
                <a:lnTo>
                  <a:pt x="441606" y="46269"/>
                </a:lnTo>
                <a:lnTo>
                  <a:pt x="442036" y="46342"/>
                </a:lnTo>
                <a:lnTo>
                  <a:pt x="442475" y="46404"/>
                </a:lnTo>
                <a:lnTo>
                  <a:pt x="442922" y="46454"/>
                </a:lnTo>
                <a:lnTo>
                  <a:pt x="443376" y="46493"/>
                </a:lnTo>
                <a:lnTo>
                  <a:pt x="443838" y="46522"/>
                </a:lnTo>
                <a:lnTo>
                  <a:pt x="444309" y="46538"/>
                </a:lnTo>
                <a:lnTo>
                  <a:pt x="444787" y="46544"/>
                </a:lnTo>
                <a:lnTo>
                  <a:pt x="445265" y="46538"/>
                </a:lnTo>
                <a:lnTo>
                  <a:pt x="445735" y="46522"/>
                </a:lnTo>
                <a:lnTo>
                  <a:pt x="446197" y="46493"/>
                </a:lnTo>
                <a:lnTo>
                  <a:pt x="446651" y="46454"/>
                </a:lnTo>
                <a:close/>
                <a:moveTo>
                  <a:pt x="126760" y="84958"/>
                </a:moveTo>
                <a:lnTo>
                  <a:pt x="126425" y="84946"/>
                </a:lnTo>
                <a:lnTo>
                  <a:pt x="126096" y="84925"/>
                </a:lnTo>
                <a:lnTo>
                  <a:pt x="125772" y="84896"/>
                </a:lnTo>
                <a:lnTo>
                  <a:pt x="125455" y="84858"/>
                </a:lnTo>
                <a:lnTo>
                  <a:pt x="125143" y="84812"/>
                </a:lnTo>
                <a:lnTo>
                  <a:pt x="124838" y="84758"/>
                </a:lnTo>
                <a:lnTo>
                  <a:pt x="124539" y="84695"/>
                </a:lnTo>
                <a:lnTo>
                  <a:pt x="124245" y="84624"/>
                </a:lnTo>
                <a:lnTo>
                  <a:pt x="123958" y="84545"/>
                </a:lnTo>
                <a:lnTo>
                  <a:pt x="123676" y="84457"/>
                </a:lnTo>
                <a:lnTo>
                  <a:pt x="123401" y="84361"/>
                </a:lnTo>
                <a:lnTo>
                  <a:pt x="123131" y="84256"/>
                </a:lnTo>
                <a:lnTo>
                  <a:pt x="122868" y="84143"/>
                </a:lnTo>
                <a:lnTo>
                  <a:pt x="122610" y="84022"/>
                </a:lnTo>
                <a:lnTo>
                  <a:pt x="122358" y="83892"/>
                </a:lnTo>
                <a:lnTo>
                  <a:pt x="122113" y="83754"/>
                </a:lnTo>
                <a:lnTo>
                  <a:pt x="121873" y="83608"/>
                </a:lnTo>
                <a:lnTo>
                  <a:pt x="121639" y="83453"/>
                </a:lnTo>
                <a:lnTo>
                  <a:pt x="121411" y="83290"/>
                </a:lnTo>
                <a:lnTo>
                  <a:pt x="121190" y="83119"/>
                </a:lnTo>
                <a:lnTo>
                  <a:pt x="120974" y="82939"/>
                </a:lnTo>
                <a:lnTo>
                  <a:pt x="120764" y="82751"/>
                </a:lnTo>
                <a:lnTo>
                  <a:pt x="120560" y="82555"/>
                </a:lnTo>
                <a:lnTo>
                  <a:pt x="120364" y="82351"/>
                </a:lnTo>
                <a:lnTo>
                  <a:pt x="120175" y="82141"/>
                </a:lnTo>
                <a:lnTo>
                  <a:pt x="119995" y="81925"/>
                </a:lnTo>
                <a:lnTo>
                  <a:pt x="119824" y="81703"/>
                </a:lnTo>
                <a:lnTo>
                  <a:pt x="119661" y="81476"/>
                </a:lnTo>
                <a:lnTo>
                  <a:pt x="119506" y="81242"/>
                </a:lnTo>
                <a:lnTo>
                  <a:pt x="119359" y="81002"/>
                </a:lnTo>
                <a:lnTo>
                  <a:pt x="119221" y="80757"/>
                </a:lnTo>
                <a:lnTo>
                  <a:pt x="119092" y="80505"/>
                </a:lnTo>
                <a:lnTo>
                  <a:pt x="118970" y="80247"/>
                </a:lnTo>
                <a:lnTo>
                  <a:pt x="118857" y="79984"/>
                </a:lnTo>
                <a:lnTo>
                  <a:pt x="118753" y="79714"/>
                </a:lnTo>
                <a:lnTo>
                  <a:pt x="118657" y="79439"/>
                </a:lnTo>
                <a:lnTo>
                  <a:pt x="118569" y="79157"/>
                </a:lnTo>
                <a:lnTo>
                  <a:pt x="118489" y="78870"/>
                </a:lnTo>
                <a:lnTo>
                  <a:pt x="118418" y="78576"/>
                </a:lnTo>
                <a:lnTo>
                  <a:pt x="118355" y="78277"/>
                </a:lnTo>
                <a:lnTo>
                  <a:pt x="118301" y="77971"/>
                </a:lnTo>
                <a:lnTo>
                  <a:pt x="118255" y="77660"/>
                </a:lnTo>
                <a:lnTo>
                  <a:pt x="118217" y="77343"/>
                </a:lnTo>
                <a:lnTo>
                  <a:pt x="118188" y="77019"/>
                </a:lnTo>
                <a:lnTo>
                  <a:pt x="118167" y="76690"/>
                </a:lnTo>
                <a:lnTo>
                  <a:pt x="118154" y="76355"/>
                </a:lnTo>
                <a:lnTo>
                  <a:pt x="118150" y="76014"/>
                </a:lnTo>
                <a:lnTo>
                  <a:pt x="118150" y="0"/>
                </a:lnTo>
                <a:lnTo>
                  <a:pt x="76700" y="0"/>
                </a:lnTo>
                <a:lnTo>
                  <a:pt x="76700" y="15559"/>
                </a:lnTo>
                <a:lnTo>
                  <a:pt x="100937" y="15559"/>
                </a:lnTo>
                <a:lnTo>
                  <a:pt x="100937" y="76014"/>
                </a:lnTo>
                <a:lnTo>
                  <a:pt x="100943" y="76619"/>
                </a:lnTo>
                <a:lnTo>
                  <a:pt x="100959" y="77218"/>
                </a:lnTo>
                <a:lnTo>
                  <a:pt x="100987" y="77811"/>
                </a:lnTo>
                <a:lnTo>
                  <a:pt x="101025" y="78398"/>
                </a:lnTo>
                <a:lnTo>
                  <a:pt x="101075" y="78979"/>
                </a:lnTo>
                <a:lnTo>
                  <a:pt x="101135" y="79555"/>
                </a:lnTo>
                <a:lnTo>
                  <a:pt x="101206" y="80124"/>
                </a:lnTo>
                <a:lnTo>
                  <a:pt x="101289" y="80687"/>
                </a:lnTo>
                <a:lnTo>
                  <a:pt x="101382" y="81245"/>
                </a:lnTo>
                <a:lnTo>
                  <a:pt x="101487" y="81796"/>
                </a:lnTo>
                <a:lnTo>
                  <a:pt x="101602" y="82341"/>
                </a:lnTo>
                <a:lnTo>
                  <a:pt x="101729" y="82881"/>
                </a:lnTo>
                <a:lnTo>
                  <a:pt x="101866" y="83414"/>
                </a:lnTo>
                <a:lnTo>
                  <a:pt x="102015" y="83942"/>
                </a:lnTo>
                <a:lnTo>
                  <a:pt x="102174" y="84463"/>
                </a:lnTo>
                <a:lnTo>
                  <a:pt x="102344" y="84979"/>
                </a:lnTo>
                <a:lnTo>
                  <a:pt x="102526" y="85488"/>
                </a:lnTo>
                <a:lnTo>
                  <a:pt x="102718" y="85992"/>
                </a:lnTo>
                <a:lnTo>
                  <a:pt x="102922" y="86489"/>
                </a:lnTo>
                <a:lnTo>
                  <a:pt x="103136" y="86981"/>
                </a:lnTo>
                <a:lnTo>
                  <a:pt x="103361" y="87467"/>
                </a:lnTo>
                <a:lnTo>
                  <a:pt x="103598" y="87946"/>
                </a:lnTo>
                <a:lnTo>
                  <a:pt x="103845" y="88420"/>
                </a:lnTo>
                <a:lnTo>
                  <a:pt x="104104" y="88888"/>
                </a:lnTo>
                <a:lnTo>
                  <a:pt x="104372" y="89348"/>
                </a:lnTo>
                <a:lnTo>
                  <a:pt x="104648" y="89799"/>
                </a:lnTo>
                <a:lnTo>
                  <a:pt x="104933" y="90242"/>
                </a:lnTo>
                <a:lnTo>
                  <a:pt x="105226" y="90676"/>
                </a:lnTo>
                <a:lnTo>
                  <a:pt x="105528" y="91101"/>
                </a:lnTo>
                <a:lnTo>
                  <a:pt x="105838" y="91517"/>
                </a:lnTo>
                <a:lnTo>
                  <a:pt x="106156" y="91924"/>
                </a:lnTo>
                <a:lnTo>
                  <a:pt x="106482" y="92322"/>
                </a:lnTo>
                <a:lnTo>
                  <a:pt x="106817" y="92712"/>
                </a:lnTo>
                <a:lnTo>
                  <a:pt x="107161" y="93093"/>
                </a:lnTo>
                <a:lnTo>
                  <a:pt x="107513" y="93465"/>
                </a:lnTo>
                <a:lnTo>
                  <a:pt x="107873" y="93828"/>
                </a:lnTo>
                <a:lnTo>
                  <a:pt x="108241" y="94182"/>
                </a:lnTo>
                <a:lnTo>
                  <a:pt x="108618" y="94527"/>
                </a:lnTo>
                <a:lnTo>
                  <a:pt x="109003" y="94864"/>
                </a:lnTo>
                <a:lnTo>
                  <a:pt x="109397" y="95191"/>
                </a:lnTo>
                <a:lnTo>
                  <a:pt x="109799" y="95510"/>
                </a:lnTo>
                <a:lnTo>
                  <a:pt x="110209" y="95820"/>
                </a:lnTo>
                <a:lnTo>
                  <a:pt x="110628" y="96121"/>
                </a:lnTo>
                <a:lnTo>
                  <a:pt x="111055" y="96414"/>
                </a:lnTo>
                <a:lnTo>
                  <a:pt x="111490" y="96697"/>
                </a:lnTo>
                <a:lnTo>
                  <a:pt x="111934" y="96972"/>
                </a:lnTo>
                <a:lnTo>
                  <a:pt x="112386" y="97237"/>
                </a:lnTo>
                <a:lnTo>
                  <a:pt x="112847" y="97494"/>
                </a:lnTo>
                <a:lnTo>
                  <a:pt x="113315" y="97741"/>
                </a:lnTo>
                <a:lnTo>
                  <a:pt x="113789" y="97978"/>
                </a:lnTo>
                <a:lnTo>
                  <a:pt x="114270" y="98204"/>
                </a:lnTo>
                <a:lnTo>
                  <a:pt x="114758" y="98420"/>
                </a:lnTo>
                <a:lnTo>
                  <a:pt x="115252" y="98625"/>
                </a:lnTo>
                <a:lnTo>
                  <a:pt x="115752" y="98820"/>
                </a:lnTo>
                <a:lnTo>
                  <a:pt x="116259" y="99004"/>
                </a:lnTo>
                <a:lnTo>
                  <a:pt x="116772" y="99178"/>
                </a:lnTo>
                <a:lnTo>
                  <a:pt x="117292" y="99341"/>
                </a:lnTo>
                <a:lnTo>
                  <a:pt x="117818" y="99493"/>
                </a:lnTo>
                <a:lnTo>
                  <a:pt x="118351" y="99635"/>
                </a:lnTo>
                <a:lnTo>
                  <a:pt x="118890" y="99767"/>
                </a:lnTo>
                <a:lnTo>
                  <a:pt x="119435" y="99888"/>
                </a:lnTo>
                <a:lnTo>
                  <a:pt x="119987" y="99998"/>
                </a:lnTo>
                <a:lnTo>
                  <a:pt x="120546" y="100098"/>
                </a:lnTo>
                <a:lnTo>
                  <a:pt x="121111" y="100188"/>
                </a:lnTo>
                <a:lnTo>
                  <a:pt x="121682" y="100266"/>
                </a:lnTo>
                <a:lnTo>
                  <a:pt x="122260" y="100335"/>
                </a:lnTo>
                <a:lnTo>
                  <a:pt x="122844" y="100393"/>
                </a:lnTo>
                <a:lnTo>
                  <a:pt x="123435" y="100440"/>
                </a:lnTo>
                <a:lnTo>
                  <a:pt x="124032" y="100477"/>
                </a:lnTo>
                <a:lnTo>
                  <a:pt x="124635" y="100503"/>
                </a:lnTo>
                <a:lnTo>
                  <a:pt x="125245" y="100519"/>
                </a:lnTo>
                <a:lnTo>
                  <a:pt x="125862" y="100524"/>
                </a:lnTo>
                <a:lnTo>
                  <a:pt x="149961" y="100524"/>
                </a:lnTo>
                <a:lnTo>
                  <a:pt x="149961" y="84963"/>
                </a:lnTo>
                <a:lnTo>
                  <a:pt x="127101" y="84963"/>
                </a:lnTo>
                <a:lnTo>
                  <a:pt x="126760" y="84958"/>
                </a:lnTo>
                <a:close/>
                <a:moveTo>
                  <a:pt x="540904" y="100524"/>
                </a:moveTo>
                <a:lnTo>
                  <a:pt x="558117" y="100524"/>
                </a:lnTo>
                <a:lnTo>
                  <a:pt x="558117" y="0"/>
                </a:lnTo>
                <a:lnTo>
                  <a:pt x="540904" y="0"/>
                </a:lnTo>
                <a:lnTo>
                  <a:pt x="540904" y="40348"/>
                </a:lnTo>
                <a:lnTo>
                  <a:pt x="513914" y="40348"/>
                </a:lnTo>
                <a:lnTo>
                  <a:pt x="513914" y="0"/>
                </a:lnTo>
                <a:lnTo>
                  <a:pt x="496701" y="0"/>
                </a:lnTo>
                <a:lnTo>
                  <a:pt x="496701" y="100524"/>
                </a:lnTo>
                <a:lnTo>
                  <a:pt x="513914" y="100524"/>
                </a:lnTo>
                <a:lnTo>
                  <a:pt x="513914" y="56321"/>
                </a:lnTo>
                <a:lnTo>
                  <a:pt x="540904" y="56321"/>
                </a:lnTo>
                <a:lnTo>
                  <a:pt x="540904" y="100524"/>
                </a:lnTo>
                <a:close/>
                <a:moveTo>
                  <a:pt x="287376" y="101594"/>
                </a:moveTo>
                <a:lnTo>
                  <a:pt x="288482" y="101498"/>
                </a:lnTo>
                <a:lnTo>
                  <a:pt x="289563" y="101381"/>
                </a:lnTo>
                <a:lnTo>
                  <a:pt x="290619" y="101243"/>
                </a:lnTo>
                <a:lnTo>
                  <a:pt x="291651" y="101083"/>
                </a:lnTo>
                <a:lnTo>
                  <a:pt x="292658" y="100902"/>
                </a:lnTo>
                <a:lnTo>
                  <a:pt x="293640" y="100700"/>
                </a:lnTo>
                <a:lnTo>
                  <a:pt x="294598" y="100477"/>
                </a:lnTo>
                <a:lnTo>
                  <a:pt x="295531" y="100232"/>
                </a:lnTo>
                <a:lnTo>
                  <a:pt x="296440" y="99966"/>
                </a:lnTo>
                <a:lnTo>
                  <a:pt x="297324" y="99679"/>
                </a:lnTo>
                <a:lnTo>
                  <a:pt x="298183" y="99371"/>
                </a:lnTo>
                <a:lnTo>
                  <a:pt x="299018" y="99041"/>
                </a:lnTo>
                <a:lnTo>
                  <a:pt x="299828" y="98690"/>
                </a:lnTo>
                <a:lnTo>
                  <a:pt x="300613" y="98317"/>
                </a:lnTo>
                <a:lnTo>
                  <a:pt x="301374" y="97924"/>
                </a:lnTo>
                <a:lnTo>
                  <a:pt x="302110" y="97509"/>
                </a:lnTo>
                <a:lnTo>
                  <a:pt x="302821" y="97073"/>
                </a:lnTo>
                <a:lnTo>
                  <a:pt x="303508" y="96615"/>
                </a:lnTo>
                <a:lnTo>
                  <a:pt x="304170" y="96137"/>
                </a:lnTo>
                <a:lnTo>
                  <a:pt x="304808" y="95637"/>
                </a:lnTo>
                <a:lnTo>
                  <a:pt x="305420" y="95118"/>
                </a:lnTo>
                <a:lnTo>
                  <a:pt x="306007" y="94581"/>
                </a:lnTo>
                <a:lnTo>
                  <a:pt x="306567" y="94028"/>
                </a:lnTo>
                <a:lnTo>
                  <a:pt x="307101" y="93458"/>
                </a:lnTo>
                <a:lnTo>
                  <a:pt x="307610" y="92871"/>
                </a:lnTo>
                <a:lnTo>
                  <a:pt x="308092" y="92267"/>
                </a:lnTo>
                <a:lnTo>
                  <a:pt x="308548" y="91646"/>
                </a:lnTo>
                <a:lnTo>
                  <a:pt x="308978" y="91008"/>
                </a:lnTo>
                <a:lnTo>
                  <a:pt x="309382" y="90353"/>
                </a:lnTo>
                <a:lnTo>
                  <a:pt x="309760" y="89681"/>
                </a:lnTo>
                <a:lnTo>
                  <a:pt x="310111" y="88992"/>
                </a:lnTo>
                <a:lnTo>
                  <a:pt x="310437" y="88286"/>
                </a:lnTo>
                <a:lnTo>
                  <a:pt x="310737" y="87563"/>
                </a:lnTo>
                <a:lnTo>
                  <a:pt x="311010" y="86823"/>
                </a:lnTo>
                <a:lnTo>
                  <a:pt x="311258" y="86066"/>
                </a:lnTo>
                <a:lnTo>
                  <a:pt x="311480" y="85292"/>
                </a:lnTo>
                <a:lnTo>
                  <a:pt x="311675" y="84501"/>
                </a:lnTo>
                <a:lnTo>
                  <a:pt x="311844" y="83694"/>
                </a:lnTo>
                <a:lnTo>
                  <a:pt x="311988" y="82869"/>
                </a:lnTo>
                <a:lnTo>
                  <a:pt x="312105" y="82027"/>
                </a:lnTo>
                <a:lnTo>
                  <a:pt x="312196" y="81169"/>
                </a:lnTo>
                <a:lnTo>
                  <a:pt x="312261" y="80293"/>
                </a:lnTo>
                <a:lnTo>
                  <a:pt x="312300" y="79400"/>
                </a:lnTo>
                <a:lnTo>
                  <a:pt x="312314" y="78491"/>
                </a:lnTo>
                <a:lnTo>
                  <a:pt x="312302" y="77639"/>
                </a:lnTo>
                <a:lnTo>
                  <a:pt x="312269" y="76805"/>
                </a:lnTo>
                <a:lnTo>
                  <a:pt x="312213" y="75988"/>
                </a:lnTo>
                <a:lnTo>
                  <a:pt x="312136" y="75188"/>
                </a:lnTo>
                <a:lnTo>
                  <a:pt x="312036" y="74406"/>
                </a:lnTo>
                <a:lnTo>
                  <a:pt x="311913" y="73641"/>
                </a:lnTo>
                <a:lnTo>
                  <a:pt x="311769" y="72894"/>
                </a:lnTo>
                <a:lnTo>
                  <a:pt x="311602" y="72164"/>
                </a:lnTo>
                <a:lnTo>
                  <a:pt x="311413" y="71452"/>
                </a:lnTo>
                <a:lnTo>
                  <a:pt x="311202" y="70757"/>
                </a:lnTo>
                <a:lnTo>
                  <a:pt x="310969" y="70080"/>
                </a:lnTo>
                <a:lnTo>
                  <a:pt x="310713" y="69420"/>
                </a:lnTo>
                <a:lnTo>
                  <a:pt x="310435" y="68777"/>
                </a:lnTo>
                <a:lnTo>
                  <a:pt x="310135" y="68152"/>
                </a:lnTo>
                <a:lnTo>
                  <a:pt x="309813" y="67545"/>
                </a:lnTo>
                <a:lnTo>
                  <a:pt x="309468" y="66955"/>
                </a:lnTo>
                <a:lnTo>
                  <a:pt x="309101" y="66382"/>
                </a:lnTo>
                <a:lnTo>
                  <a:pt x="308712" y="65827"/>
                </a:lnTo>
                <a:lnTo>
                  <a:pt x="308301" y="65289"/>
                </a:lnTo>
                <a:lnTo>
                  <a:pt x="307867" y="64769"/>
                </a:lnTo>
                <a:lnTo>
                  <a:pt x="307412" y="64266"/>
                </a:lnTo>
                <a:lnTo>
                  <a:pt x="306934" y="63781"/>
                </a:lnTo>
                <a:lnTo>
                  <a:pt x="306434" y="63313"/>
                </a:lnTo>
                <a:lnTo>
                  <a:pt x="305911" y="62862"/>
                </a:lnTo>
                <a:lnTo>
                  <a:pt x="305365" y="62426"/>
                </a:lnTo>
                <a:lnTo>
                  <a:pt x="304795" y="62002"/>
                </a:lnTo>
                <a:lnTo>
                  <a:pt x="304200" y="61589"/>
                </a:lnTo>
                <a:lnTo>
                  <a:pt x="303580" y="61189"/>
                </a:lnTo>
                <a:lnTo>
                  <a:pt x="302936" y="60800"/>
                </a:lnTo>
                <a:lnTo>
                  <a:pt x="302267" y="60422"/>
                </a:lnTo>
                <a:lnTo>
                  <a:pt x="301573" y="60056"/>
                </a:lnTo>
                <a:lnTo>
                  <a:pt x="300855" y="59703"/>
                </a:lnTo>
                <a:lnTo>
                  <a:pt x="300112" y="59360"/>
                </a:lnTo>
                <a:lnTo>
                  <a:pt x="299344" y="59030"/>
                </a:lnTo>
                <a:lnTo>
                  <a:pt x="298552" y="58711"/>
                </a:lnTo>
                <a:lnTo>
                  <a:pt x="297735" y="58404"/>
                </a:lnTo>
                <a:lnTo>
                  <a:pt x="296894" y="58108"/>
                </a:lnTo>
                <a:lnTo>
                  <a:pt x="296028" y="57825"/>
                </a:lnTo>
                <a:lnTo>
                  <a:pt x="295137" y="57553"/>
                </a:lnTo>
                <a:lnTo>
                  <a:pt x="294222" y="57292"/>
                </a:lnTo>
                <a:lnTo>
                  <a:pt x="293282" y="57044"/>
                </a:lnTo>
                <a:lnTo>
                  <a:pt x="292317" y="56807"/>
                </a:lnTo>
                <a:lnTo>
                  <a:pt x="291328" y="56582"/>
                </a:lnTo>
                <a:lnTo>
                  <a:pt x="290314" y="56368"/>
                </a:lnTo>
                <a:lnTo>
                  <a:pt x="289276" y="56167"/>
                </a:lnTo>
                <a:lnTo>
                  <a:pt x="288213" y="55977"/>
                </a:lnTo>
                <a:lnTo>
                  <a:pt x="287125" y="55798"/>
                </a:lnTo>
                <a:lnTo>
                  <a:pt x="286013" y="55632"/>
                </a:lnTo>
                <a:lnTo>
                  <a:pt x="276236" y="54255"/>
                </a:lnTo>
                <a:lnTo>
                  <a:pt x="275805" y="54185"/>
                </a:lnTo>
                <a:lnTo>
                  <a:pt x="275384" y="54111"/>
                </a:lnTo>
                <a:lnTo>
                  <a:pt x="274973" y="54033"/>
                </a:lnTo>
                <a:lnTo>
                  <a:pt x="274572" y="53951"/>
                </a:lnTo>
                <a:lnTo>
                  <a:pt x="274181" y="53867"/>
                </a:lnTo>
                <a:lnTo>
                  <a:pt x="273800" y="53778"/>
                </a:lnTo>
                <a:lnTo>
                  <a:pt x="273429" y="53686"/>
                </a:lnTo>
                <a:lnTo>
                  <a:pt x="273069" y="53590"/>
                </a:lnTo>
                <a:lnTo>
                  <a:pt x="272718" y="53491"/>
                </a:lnTo>
                <a:lnTo>
                  <a:pt x="272377" y="53388"/>
                </a:lnTo>
                <a:lnTo>
                  <a:pt x="272047" y="53281"/>
                </a:lnTo>
                <a:lnTo>
                  <a:pt x="271726" y="53171"/>
                </a:lnTo>
                <a:lnTo>
                  <a:pt x="271415" y="53058"/>
                </a:lnTo>
                <a:lnTo>
                  <a:pt x="271115" y="52940"/>
                </a:lnTo>
                <a:lnTo>
                  <a:pt x="270824" y="52819"/>
                </a:lnTo>
                <a:lnTo>
                  <a:pt x="270544" y="52695"/>
                </a:lnTo>
                <a:lnTo>
                  <a:pt x="270273" y="52567"/>
                </a:lnTo>
                <a:lnTo>
                  <a:pt x="270013" y="52435"/>
                </a:lnTo>
                <a:lnTo>
                  <a:pt x="269762" y="52300"/>
                </a:lnTo>
                <a:lnTo>
                  <a:pt x="269522" y="52161"/>
                </a:lnTo>
                <a:lnTo>
                  <a:pt x="269292" y="52019"/>
                </a:lnTo>
                <a:lnTo>
                  <a:pt x="269071" y="51873"/>
                </a:lnTo>
                <a:lnTo>
                  <a:pt x="268861" y="51723"/>
                </a:lnTo>
                <a:lnTo>
                  <a:pt x="268661" y="51570"/>
                </a:lnTo>
                <a:lnTo>
                  <a:pt x="268470" y="51412"/>
                </a:lnTo>
                <a:lnTo>
                  <a:pt x="268287" y="51246"/>
                </a:lnTo>
                <a:lnTo>
                  <a:pt x="268112" y="51074"/>
                </a:lnTo>
                <a:lnTo>
                  <a:pt x="267946" y="50895"/>
                </a:lnTo>
                <a:lnTo>
                  <a:pt x="267787" y="50709"/>
                </a:lnTo>
                <a:lnTo>
                  <a:pt x="267637" y="50516"/>
                </a:lnTo>
                <a:lnTo>
                  <a:pt x="267494" y="50316"/>
                </a:lnTo>
                <a:lnTo>
                  <a:pt x="267360" y="50109"/>
                </a:lnTo>
                <a:lnTo>
                  <a:pt x="267234" y="49895"/>
                </a:lnTo>
                <a:lnTo>
                  <a:pt x="267117" y="49674"/>
                </a:lnTo>
                <a:lnTo>
                  <a:pt x="267007" y="49446"/>
                </a:lnTo>
                <a:lnTo>
                  <a:pt x="266905" y="49211"/>
                </a:lnTo>
                <a:lnTo>
                  <a:pt x="266812" y="48970"/>
                </a:lnTo>
                <a:lnTo>
                  <a:pt x="266726" y="48721"/>
                </a:lnTo>
                <a:lnTo>
                  <a:pt x="266649" y="48466"/>
                </a:lnTo>
                <a:lnTo>
                  <a:pt x="266580" y="48203"/>
                </a:lnTo>
                <a:lnTo>
                  <a:pt x="266519" y="47934"/>
                </a:lnTo>
                <a:lnTo>
                  <a:pt x="266466" y="47658"/>
                </a:lnTo>
                <a:lnTo>
                  <a:pt x="266422" y="47375"/>
                </a:lnTo>
                <a:lnTo>
                  <a:pt x="266385" y="47085"/>
                </a:lnTo>
                <a:lnTo>
                  <a:pt x="266357" y="46788"/>
                </a:lnTo>
                <a:lnTo>
                  <a:pt x="266336" y="46484"/>
                </a:lnTo>
                <a:lnTo>
                  <a:pt x="266324" y="46173"/>
                </a:lnTo>
                <a:lnTo>
                  <a:pt x="266320" y="45855"/>
                </a:lnTo>
                <a:lnTo>
                  <a:pt x="266325" y="45514"/>
                </a:lnTo>
                <a:lnTo>
                  <a:pt x="266339" y="45180"/>
                </a:lnTo>
                <a:lnTo>
                  <a:pt x="266362" y="44853"/>
                </a:lnTo>
                <a:lnTo>
                  <a:pt x="266395" y="44533"/>
                </a:lnTo>
                <a:lnTo>
                  <a:pt x="266437" y="44220"/>
                </a:lnTo>
                <a:lnTo>
                  <a:pt x="266488" y="43914"/>
                </a:lnTo>
                <a:lnTo>
                  <a:pt x="266548" y="43615"/>
                </a:lnTo>
                <a:lnTo>
                  <a:pt x="266618" y="43323"/>
                </a:lnTo>
                <a:lnTo>
                  <a:pt x="266698" y="43038"/>
                </a:lnTo>
                <a:lnTo>
                  <a:pt x="266786" y="42759"/>
                </a:lnTo>
                <a:lnTo>
                  <a:pt x="266884" y="42488"/>
                </a:lnTo>
                <a:lnTo>
                  <a:pt x="266991" y="42223"/>
                </a:lnTo>
                <a:lnTo>
                  <a:pt x="267108" y="41966"/>
                </a:lnTo>
                <a:lnTo>
                  <a:pt x="267234" y="41715"/>
                </a:lnTo>
                <a:lnTo>
                  <a:pt x="267369" y="41472"/>
                </a:lnTo>
                <a:lnTo>
                  <a:pt x="267514" y="41235"/>
                </a:lnTo>
                <a:lnTo>
                  <a:pt x="267667" y="41005"/>
                </a:lnTo>
                <a:lnTo>
                  <a:pt x="267831" y="40782"/>
                </a:lnTo>
                <a:lnTo>
                  <a:pt x="268003" y="40566"/>
                </a:lnTo>
                <a:lnTo>
                  <a:pt x="268185" y="40358"/>
                </a:lnTo>
                <a:lnTo>
                  <a:pt x="268376" y="40155"/>
                </a:lnTo>
                <a:lnTo>
                  <a:pt x="268576" y="39960"/>
                </a:lnTo>
                <a:lnTo>
                  <a:pt x="268786" y="39772"/>
                </a:lnTo>
                <a:lnTo>
                  <a:pt x="269005" y="39591"/>
                </a:lnTo>
                <a:lnTo>
                  <a:pt x="269235" y="39417"/>
                </a:lnTo>
                <a:lnTo>
                  <a:pt x="269475" y="39250"/>
                </a:lnTo>
                <a:lnTo>
                  <a:pt x="269727" y="39091"/>
                </a:lnTo>
                <a:lnTo>
                  <a:pt x="269990" y="38939"/>
                </a:lnTo>
                <a:lnTo>
                  <a:pt x="270265" y="38794"/>
                </a:lnTo>
                <a:lnTo>
                  <a:pt x="270550" y="38657"/>
                </a:lnTo>
                <a:lnTo>
                  <a:pt x="270847" y="38527"/>
                </a:lnTo>
                <a:lnTo>
                  <a:pt x="271155" y="38405"/>
                </a:lnTo>
                <a:lnTo>
                  <a:pt x="271474" y="38290"/>
                </a:lnTo>
                <a:lnTo>
                  <a:pt x="271805" y="38183"/>
                </a:lnTo>
                <a:lnTo>
                  <a:pt x="272147" y="38083"/>
                </a:lnTo>
                <a:lnTo>
                  <a:pt x="272500" y="37990"/>
                </a:lnTo>
                <a:lnTo>
                  <a:pt x="272864" y="37905"/>
                </a:lnTo>
                <a:lnTo>
                  <a:pt x="273239" y="37827"/>
                </a:lnTo>
                <a:lnTo>
                  <a:pt x="273626" y="37756"/>
                </a:lnTo>
                <a:lnTo>
                  <a:pt x="274024" y="37693"/>
                </a:lnTo>
                <a:lnTo>
                  <a:pt x="274433" y="37638"/>
                </a:lnTo>
                <a:lnTo>
                  <a:pt x="274854" y="37590"/>
                </a:lnTo>
                <a:lnTo>
                  <a:pt x="275285" y="37549"/>
                </a:lnTo>
                <a:lnTo>
                  <a:pt x="275728" y="37516"/>
                </a:lnTo>
                <a:lnTo>
                  <a:pt x="276182" y="37490"/>
                </a:lnTo>
                <a:lnTo>
                  <a:pt x="276648" y="37471"/>
                </a:lnTo>
                <a:lnTo>
                  <a:pt x="277124" y="37460"/>
                </a:lnTo>
                <a:lnTo>
                  <a:pt x="277612" y="37456"/>
                </a:lnTo>
                <a:lnTo>
                  <a:pt x="282846" y="37456"/>
                </a:lnTo>
                <a:lnTo>
                  <a:pt x="283244" y="37460"/>
                </a:lnTo>
                <a:lnTo>
                  <a:pt x="283636" y="37470"/>
                </a:lnTo>
                <a:lnTo>
                  <a:pt x="284022" y="37486"/>
                </a:lnTo>
                <a:lnTo>
                  <a:pt x="284401" y="37510"/>
                </a:lnTo>
                <a:lnTo>
                  <a:pt x="284773" y="37540"/>
                </a:lnTo>
                <a:lnTo>
                  <a:pt x="285139" y="37577"/>
                </a:lnTo>
                <a:lnTo>
                  <a:pt x="285499" y="37620"/>
                </a:lnTo>
                <a:lnTo>
                  <a:pt x="285852" y="37671"/>
                </a:lnTo>
                <a:lnTo>
                  <a:pt x="286198" y="37728"/>
                </a:lnTo>
                <a:lnTo>
                  <a:pt x="286539" y="37791"/>
                </a:lnTo>
                <a:lnTo>
                  <a:pt x="286872" y="37861"/>
                </a:lnTo>
                <a:lnTo>
                  <a:pt x="287200" y="37938"/>
                </a:lnTo>
                <a:lnTo>
                  <a:pt x="287521" y="38022"/>
                </a:lnTo>
                <a:lnTo>
                  <a:pt x="287835" y="38113"/>
                </a:lnTo>
                <a:lnTo>
                  <a:pt x="288143" y="38210"/>
                </a:lnTo>
                <a:lnTo>
                  <a:pt x="288445" y="38314"/>
                </a:lnTo>
                <a:lnTo>
                  <a:pt x="288740" y="38424"/>
                </a:lnTo>
                <a:lnTo>
                  <a:pt x="289028" y="38541"/>
                </a:lnTo>
                <a:lnTo>
                  <a:pt x="289311" y="38665"/>
                </a:lnTo>
                <a:lnTo>
                  <a:pt x="289586" y="38796"/>
                </a:lnTo>
                <a:lnTo>
                  <a:pt x="289856" y="38933"/>
                </a:lnTo>
                <a:lnTo>
                  <a:pt x="290118" y="39077"/>
                </a:lnTo>
                <a:lnTo>
                  <a:pt x="290375" y="39228"/>
                </a:lnTo>
                <a:lnTo>
                  <a:pt x="290625" y="39385"/>
                </a:lnTo>
                <a:lnTo>
                  <a:pt x="290867" y="39548"/>
                </a:lnTo>
                <a:lnTo>
                  <a:pt x="291101" y="39714"/>
                </a:lnTo>
                <a:lnTo>
                  <a:pt x="291325" y="39884"/>
                </a:lnTo>
                <a:lnTo>
                  <a:pt x="291541" y="40058"/>
                </a:lnTo>
                <a:lnTo>
                  <a:pt x="291748" y="40236"/>
                </a:lnTo>
                <a:lnTo>
                  <a:pt x="291946" y="40417"/>
                </a:lnTo>
                <a:lnTo>
                  <a:pt x="292135" y="40603"/>
                </a:lnTo>
                <a:lnTo>
                  <a:pt x="292316" y="40792"/>
                </a:lnTo>
                <a:lnTo>
                  <a:pt x="292487" y="40985"/>
                </a:lnTo>
                <a:lnTo>
                  <a:pt x="292650" y="41182"/>
                </a:lnTo>
                <a:lnTo>
                  <a:pt x="292804" y="41383"/>
                </a:lnTo>
                <a:lnTo>
                  <a:pt x="292949" y="41587"/>
                </a:lnTo>
                <a:lnTo>
                  <a:pt x="293085" y="41796"/>
                </a:lnTo>
                <a:lnTo>
                  <a:pt x="293212" y="42008"/>
                </a:lnTo>
                <a:lnTo>
                  <a:pt x="293331" y="42224"/>
                </a:lnTo>
                <a:lnTo>
                  <a:pt x="293440" y="42444"/>
                </a:lnTo>
                <a:lnTo>
                  <a:pt x="293541" y="42667"/>
                </a:lnTo>
                <a:lnTo>
                  <a:pt x="293633" y="42895"/>
                </a:lnTo>
                <a:lnTo>
                  <a:pt x="293716" y="43126"/>
                </a:lnTo>
                <a:lnTo>
                  <a:pt x="293791" y="43361"/>
                </a:lnTo>
                <a:lnTo>
                  <a:pt x="293856" y="43600"/>
                </a:lnTo>
                <a:lnTo>
                  <a:pt x="293913" y="43843"/>
                </a:lnTo>
                <a:lnTo>
                  <a:pt x="293960" y="44089"/>
                </a:lnTo>
                <a:lnTo>
                  <a:pt x="293999" y="44340"/>
                </a:lnTo>
                <a:lnTo>
                  <a:pt x="311212" y="44340"/>
                </a:lnTo>
                <a:lnTo>
                  <a:pt x="311154" y="43555"/>
                </a:lnTo>
                <a:lnTo>
                  <a:pt x="311072" y="42783"/>
                </a:lnTo>
                <a:lnTo>
                  <a:pt x="310965" y="42025"/>
                </a:lnTo>
                <a:lnTo>
                  <a:pt x="310834" y="41280"/>
                </a:lnTo>
                <a:lnTo>
                  <a:pt x="310678" y="40548"/>
                </a:lnTo>
                <a:lnTo>
                  <a:pt x="310498" y="39830"/>
                </a:lnTo>
                <a:lnTo>
                  <a:pt x="310294" y="39125"/>
                </a:lnTo>
                <a:lnTo>
                  <a:pt x="310065" y="38434"/>
                </a:lnTo>
                <a:lnTo>
                  <a:pt x="309812" y="37756"/>
                </a:lnTo>
                <a:lnTo>
                  <a:pt x="309534" y="37091"/>
                </a:lnTo>
                <a:lnTo>
                  <a:pt x="309232" y="36440"/>
                </a:lnTo>
                <a:lnTo>
                  <a:pt x="308906" y="35802"/>
                </a:lnTo>
                <a:lnTo>
                  <a:pt x="308555" y="35178"/>
                </a:lnTo>
                <a:lnTo>
                  <a:pt x="308180" y="34567"/>
                </a:lnTo>
                <a:lnTo>
                  <a:pt x="307780" y="33969"/>
                </a:lnTo>
                <a:lnTo>
                  <a:pt x="307357" y="33385"/>
                </a:lnTo>
                <a:lnTo>
                  <a:pt x="306908" y="32814"/>
                </a:lnTo>
                <a:lnTo>
                  <a:pt x="306436" y="32256"/>
                </a:lnTo>
                <a:lnTo>
                  <a:pt x="305938" y="31712"/>
                </a:lnTo>
                <a:lnTo>
                  <a:pt x="305417" y="31181"/>
                </a:lnTo>
                <a:lnTo>
                  <a:pt x="304871" y="30664"/>
                </a:lnTo>
                <a:lnTo>
                  <a:pt x="304301" y="30160"/>
                </a:lnTo>
                <a:lnTo>
                  <a:pt x="303706" y="29669"/>
                </a:lnTo>
                <a:lnTo>
                  <a:pt x="303087" y="29192"/>
                </a:lnTo>
                <a:lnTo>
                  <a:pt x="302447" y="28731"/>
                </a:lnTo>
                <a:lnTo>
                  <a:pt x="301790" y="28290"/>
                </a:lnTo>
                <a:lnTo>
                  <a:pt x="301114" y="27869"/>
                </a:lnTo>
                <a:lnTo>
                  <a:pt x="300421" y="27467"/>
                </a:lnTo>
                <a:lnTo>
                  <a:pt x="299711" y="27085"/>
                </a:lnTo>
                <a:lnTo>
                  <a:pt x="298982" y="26722"/>
                </a:lnTo>
                <a:lnTo>
                  <a:pt x="298236" y="26379"/>
                </a:lnTo>
                <a:lnTo>
                  <a:pt x="297472" y="26056"/>
                </a:lnTo>
                <a:lnTo>
                  <a:pt x="296691" y="25752"/>
                </a:lnTo>
                <a:lnTo>
                  <a:pt x="295892" y="25467"/>
                </a:lnTo>
                <a:lnTo>
                  <a:pt x="295075" y="25203"/>
                </a:lnTo>
                <a:lnTo>
                  <a:pt x="294240" y="24958"/>
                </a:lnTo>
                <a:lnTo>
                  <a:pt x="293388" y="24732"/>
                </a:lnTo>
                <a:lnTo>
                  <a:pt x="292518" y="24526"/>
                </a:lnTo>
                <a:lnTo>
                  <a:pt x="291631" y="24340"/>
                </a:lnTo>
                <a:lnTo>
                  <a:pt x="290725" y="24174"/>
                </a:lnTo>
                <a:lnTo>
                  <a:pt x="289802" y="24027"/>
                </a:lnTo>
                <a:lnTo>
                  <a:pt x="288862" y="23899"/>
                </a:lnTo>
                <a:lnTo>
                  <a:pt x="287903" y="23791"/>
                </a:lnTo>
                <a:lnTo>
                  <a:pt x="286927" y="23703"/>
                </a:lnTo>
                <a:lnTo>
                  <a:pt x="285934" y="23634"/>
                </a:lnTo>
                <a:lnTo>
                  <a:pt x="284922" y="23585"/>
                </a:lnTo>
                <a:lnTo>
                  <a:pt x="283893" y="23556"/>
                </a:lnTo>
                <a:lnTo>
                  <a:pt x="282846" y="23546"/>
                </a:lnTo>
                <a:lnTo>
                  <a:pt x="277612" y="23546"/>
                </a:lnTo>
                <a:lnTo>
                  <a:pt x="276465" y="23556"/>
                </a:lnTo>
                <a:lnTo>
                  <a:pt x="275341" y="23587"/>
                </a:lnTo>
                <a:lnTo>
                  <a:pt x="274240" y="23638"/>
                </a:lnTo>
                <a:lnTo>
                  <a:pt x="273163" y="23709"/>
                </a:lnTo>
                <a:lnTo>
                  <a:pt x="272110" y="23800"/>
                </a:lnTo>
                <a:lnTo>
                  <a:pt x="271080" y="23912"/>
                </a:lnTo>
                <a:lnTo>
                  <a:pt x="270073" y="24044"/>
                </a:lnTo>
                <a:lnTo>
                  <a:pt x="269090" y="24197"/>
                </a:lnTo>
                <a:lnTo>
                  <a:pt x="268130" y="24369"/>
                </a:lnTo>
                <a:lnTo>
                  <a:pt x="267193" y="24563"/>
                </a:lnTo>
                <a:lnTo>
                  <a:pt x="266280" y="24776"/>
                </a:lnTo>
                <a:lnTo>
                  <a:pt x="265391" y="25010"/>
                </a:lnTo>
                <a:lnTo>
                  <a:pt x="264525" y="25264"/>
                </a:lnTo>
                <a:lnTo>
                  <a:pt x="263682" y="25538"/>
                </a:lnTo>
                <a:lnTo>
                  <a:pt x="262863" y="25833"/>
                </a:lnTo>
                <a:lnTo>
                  <a:pt x="262067" y="26148"/>
                </a:lnTo>
                <a:lnTo>
                  <a:pt x="261294" y="26483"/>
                </a:lnTo>
                <a:lnTo>
                  <a:pt x="260545" y="26839"/>
                </a:lnTo>
                <a:lnTo>
                  <a:pt x="259820" y="27215"/>
                </a:lnTo>
                <a:lnTo>
                  <a:pt x="259117" y="27611"/>
                </a:lnTo>
                <a:lnTo>
                  <a:pt x="258439" y="28028"/>
                </a:lnTo>
                <a:lnTo>
                  <a:pt x="257783" y="28465"/>
                </a:lnTo>
                <a:lnTo>
                  <a:pt x="257152" y="28923"/>
                </a:lnTo>
                <a:lnTo>
                  <a:pt x="256543" y="29400"/>
                </a:lnTo>
                <a:lnTo>
                  <a:pt x="255959" y="29896"/>
                </a:lnTo>
                <a:lnTo>
                  <a:pt x="255399" y="30408"/>
                </a:lnTo>
                <a:lnTo>
                  <a:pt x="254865" y="30937"/>
                </a:lnTo>
                <a:lnTo>
                  <a:pt x="254355" y="31483"/>
                </a:lnTo>
                <a:lnTo>
                  <a:pt x="253870" y="32045"/>
                </a:lnTo>
                <a:lnTo>
                  <a:pt x="253410" y="32623"/>
                </a:lnTo>
                <a:lnTo>
                  <a:pt x="252975" y="33218"/>
                </a:lnTo>
                <a:lnTo>
                  <a:pt x="252565" y="33829"/>
                </a:lnTo>
                <a:lnTo>
                  <a:pt x="252179" y="34457"/>
                </a:lnTo>
                <a:lnTo>
                  <a:pt x="251819" y="35102"/>
                </a:lnTo>
                <a:lnTo>
                  <a:pt x="251483" y="35762"/>
                </a:lnTo>
                <a:lnTo>
                  <a:pt x="251172" y="36440"/>
                </a:lnTo>
                <a:lnTo>
                  <a:pt x="250886" y="37134"/>
                </a:lnTo>
                <a:lnTo>
                  <a:pt x="250625" y="37844"/>
                </a:lnTo>
                <a:lnTo>
                  <a:pt x="250389" y="38571"/>
                </a:lnTo>
                <a:lnTo>
                  <a:pt x="250178" y="39314"/>
                </a:lnTo>
                <a:lnTo>
                  <a:pt x="249991" y="40074"/>
                </a:lnTo>
                <a:lnTo>
                  <a:pt x="249830" y="40850"/>
                </a:lnTo>
                <a:lnTo>
                  <a:pt x="249693" y="41643"/>
                </a:lnTo>
                <a:lnTo>
                  <a:pt x="249581" y="42453"/>
                </a:lnTo>
                <a:lnTo>
                  <a:pt x="249494" y="43278"/>
                </a:lnTo>
                <a:lnTo>
                  <a:pt x="249432" y="44121"/>
                </a:lnTo>
                <a:lnTo>
                  <a:pt x="249395" y="44979"/>
                </a:lnTo>
                <a:lnTo>
                  <a:pt x="249382" y="45855"/>
                </a:lnTo>
                <a:lnTo>
                  <a:pt x="249393" y="46695"/>
                </a:lnTo>
                <a:lnTo>
                  <a:pt x="249424" y="47518"/>
                </a:lnTo>
                <a:lnTo>
                  <a:pt x="249477" y="48323"/>
                </a:lnTo>
                <a:lnTo>
                  <a:pt x="249550" y="49110"/>
                </a:lnTo>
                <a:lnTo>
                  <a:pt x="249645" y="49880"/>
                </a:lnTo>
                <a:lnTo>
                  <a:pt x="249761" y="50632"/>
                </a:lnTo>
                <a:lnTo>
                  <a:pt x="249898" y="51366"/>
                </a:lnTo>
                <a:lnTo>
                  <a:pt x="250055" y="52083"/>
                </a:lnTo>
                <a:lnTo>
                  <a:pt x="250234" y="52781"/>
                </a:lnTo>
                <a:lnTo>
                  <a:pt x="250434" y="53463"/>
                </a:lnTo>
                <a:lnTo>
                  <a:pt x="250655" y="54126"/>
                </a:lnTo>
                <a:lnTo>
                  <a:pt x="250897" y="54772"/>
                </a:lnTo>
                <a:lnTo>
                  <a:pt x="251160" y="55400"/>
                </a:lnTo>
                <a:lnTo>
                  <a:pt x="251444" y="56010"/>
                </a:lnTo>
                <a:lnTo>
                  <a:pt x="251749" y="56603"/>
                </a:lnTo>
                <a:lnTo>
                  <a:pt x="252075" y="57178"/>
                </a:lnTo>
                <a:lnTo>
                  <a:pt x="252423" y="57735"/>
                </a:lnTo>
                <a:lnTo>
                  <a:pt x="252791" y="58275"/>
                </a:lnTo>
                <a:lnTo>
                  <a:pt x="253180" y="58797"/>
                </a:lnTo>
                <a:lnTo>
                  <a:pt x="253590" y="59301"/>
                </a:lnTo>
                <a:lnTo>
                  <a:pt x="254022" y="59788"/>
                </a:lnTo>
                <a:lnTo>
                  <a:pt x="254474" y="60257"/>
                </a:lnTo>
                <a:lnTo>
                  <a:pt x="254948" y="60708"/>
                </a:lnTo>
                <a:lnTo>
                  <a:pt x="255442" y="61141"/>
                </a:lnTo>
                <a:lnTo>
                  <a:pt x="255959" y="61560"/>
                </a:lnTo>
                <a:lnTo>
                  <a:pt x="256500" y="61967"/>
                </a:lnTo>
                <a:lnTo>
                  <a:pt x="257065" y="62363"/>
                </a:lnTo>
                <a:lnTo>
                  <a:pt x="257653" y="62748"/>
                </a:lnTo>
                <a:lnTo>
                  <a:pt x="258266" y="63121"/>
                </a:lnTo>
                <a:lnTo>
                  <a:pt x="258902" y="63482"/>
                </a:lnTo>
                <a:lnTo>
                  <a:pt x="259563" y="63832"/>
                </a:lnTo>
                <a:lnTo>
                  <a:pt x="260247" y="64171"/>
                </a:lnTo>
                <a:lnTo>
                  <a:pt x="260955" y="64498"/>
                </a:lnTo>
                <a:lnTo>
                  <a:pt x="261687" y="64814"/>
                </a:lnTo>
                <a:lnTo>
                  <a:pt x="262443" y="65118"/>
                </a:lnTo>
                <a:lnTo>
                  <a:pt x="263223" y="65410"/>
                </a:lnTo>
                <a:lnTo>
                  <a:pt x="264027" y="65691"/>
                </a:lnTo>
                <a:lnTo>
                  <a:pt x="264854" y="65961"/>
                </a:lnTo>
                <a:lnTo>
                  <a:pt x="265706" y="66219"/>
                </a:lnTo>
                <a:lnTo>
                  <a:pt x="266581" y="66466"/>
                </a:lnTo>
                <a:lnTo>
                  <a:pt x="267481" y="66701"/>
                </a:lnTo>
                <a:lnTo>
                  <a:pt x="268404" y="66925"/>
                </a:lnTo>
                <a:lnTo>
                  <a:pt x="269351" y="67137"/>
                </a:lnTo>
                <a:lnTo>
                  <a:pt x="270322" y="67338"/>
                </a:lnTo>
                <a:lnTo>
                  <a:pt x="271317" y="67528"/>
                </a:lnTo>
                <a:lnTo>
                  <a:pt x="272336" y="67705"/>
                </a:lnTo>
                <a:lnTo>
                  <a:pt x="273379" y="67872"/>
                </a:lnTo>
                <a:lnTo>
                  <a:pt x="274445" y="68027"/>
                </a:lnTo>
                <a:lnTo>
                  <a:pt x="283808" y="69403"/>
                </a:lnTo>
                <a:lnTo>
                  <a:pt x="284296" y="69463"/>
                </a:lnTo>
                <a:lnTo>
                  <a:pt x="284774" y="69529"/>
                </a:lnTo>
                <a:lnTo>
                  <a:pt x="285240" y="69600"/>
                </a:lnTo>
                <a:lnTo>
                  <a:pt x="285696" y="69677"/>
                </a:lnTo>
                <a:lnTo>
                  <a:pt x="286141" y="69759"/>
                </a:lnTo>
                <a:lnTo>
                  <a:pt x="286575" y="69847"/>
                </a:lnTo>
                <a:lnTo>
                  <a:pt x="286999" y="69940"/>
                </a:lnTo>
                <a:lnTo>
                  <a:pt x="287412" y="70038"/>
                </a:lnTo>
                <a:lnTo>
                  <a:pt x="287814" y="70143"/>
                </a:lnTo>
                <a:lnTo>
                  <a:pt x="288205" y="70252"/>
                </a:lnTo>
                <a:lnTo>
                  <a:pt x="288585" y="70367"/>
                </a:lnTo>
                <a:lnTo>
                  <a:pt x="288955" y="70488"/>
                </a:lnTo>
                <a:lnTo>
                  <a:pt x="289314" y="70614"/>
                </a:lnTo>
                <a:lnTo>
                  <a:pt x="289662" y="70746"/>
                </a:lnTo>
                <a:lnTo>
                  <a:pt x="289999" y="70883"/>
                </a:lnTo>
                <a:lnTo>
                  <a:pt x="290326" y="71025"/>
                </a:lnTo>
                <a:lnTo>
                  <a:pt x="290642" y="71173"/>
                </a:lnTo>
                <a:lnTo>
                  <a:pt x="290947" y="71327"/>
                </a:lnTo>
                <a:lnTo>
                  <a:pt x="291241" y="71486"/>
                </a:lnTo>
                <a:lnTo>
                  <a:pt x="291525" y="71651"/>
                </a:lnTo>
                <a:lnTo>
                  <a:pt x="291798" y="71821"/>
                </a:lnTo>
                <a:lnTo>
                  <a:pt x="292060" y="71996"/>
                </a:lnTo>
                <a:lnTo>
                  <a:pt x="292311" y="72177"/>
                </a:lnTo>
                <a:lnTo>
                  <a:pt x="292552" y="72364"/>
                </a:lnTo>
                <a:lnTo>
                  <a:pt x="292782" y="72556"/>
                </a:lnTo>
                <a:lnTo>
                  <a:pt x="293003" y="72754"/>
                </a:lnTo>
                <a:lnTo>
                  <a:pt x="293213" y="72959"/>
                </a:lnTo>
                <a:lnTo>
                  <a:pt x="293414" y="73169"/>
                </a:lnTo>
                <a:lnTo>
                  <a:pt x="293606" y="73385"/>
                </a:lnTo>
                <a:lnTo>
                  <a:pt x="293787" y="73607"/>
                </a:lnTo>
                <a:lnTo>
                  <a:pt x="293959" y="73835"/>
                </a:lnTo>
                <a:lnTo>
                  <a:pt x="294121" y="74069"/>
                </a:lnTo>
                <a:lnTo>
                  <a:pt x="294272" y="74310"/>
                </a:lnTo>
                <a:lnTo>
                  <a:pt x="294415" y="74556"/>
                </a:lnTo>
                <a:lnTo>
                  <a:pt x="294547" y="74808"/>
                </a:lnTo>
                <a:lnTo>
                  <a:pt x="294670" y="75066"/>
                </a:lnTo>
                <a:lnTo>
                  <a:pt x="294782" y="75330"/>
                </a:lnTo>
                <a:lnTo>
                  <a:pt x="294885" y="75600"/>
                </a:lnTo>
                <a:lnTo>
                  <a:pt x="294979" y="75876"/>
                </a:lnTo>
                <a:lnTo>
                  <a:pt x="295062" y="76158"/>
                </a:lnTo>
                <a:lnTo>
                  <a:pt x="295135" y="76446"/>
                </a:lnTo>
                <a:lnTo>
                  <a:pt x="295199" y="76740"/>
                </a:lnTo>
                <a:lnTo>
                  <a:pt x="295253" y="77040"/>
                </a:lnTo>
                <a:lnTo>
                  <a:pt x="295297" y="77346"/>
                </a:lnTo>
                <a:lnTo>
                  <a:pt x="295332" y="77658"/>
                </a:lnTo>
                <a:lnTo>
                  <a:pt x="295356" y="77976"/>
                </a:lnTo>
                <a:lnTo>
                  <a:pt x="295371" y="78300"/>
                </a:lnTo>
                <a:lnTo>
                  <a:pt x="295376" y="78630"/>
                </a:lnTo>
                <a:lnTo>
                  <a:pt x="295370" y="78982"/>
                </a:lnTo>
                <a:lnTo>
                  <a:pt x="295354" y="79328"/>
                </a:lnTo>
                <a:lnTo>
                  <a:pt x="295326" y="79669"/>
                </a:lnTo>
                <a:lnTo>
                  <a:pt x="295288" y="80002"/>
                </a:lnTo>
                <a:lnTo>
                  <a:pt x="295238" y="80330"/>
                </a:lnTo>
                <a:lnTo>
                  <a:pt x="295178" y="80652"/>
                </a:lnTo>
                <a:lnTo>
                  <a:pt x="295106" y="80967"/>
                </a:lnTo>
                <a:lnTo>
                  <a:pt x="295024" y="81276"/>
                </a:lnTo>
                <a:lnTo>
                  <a:pt x="294930" y="81579"/>
                </a:lnTo>
                <a:lnTo>
                  <a:pt x="294826" y="81875"/>
                </a:lnTo>
                <a:lnTo>
                  <a:pt x="294710" y="82166"/>
                </a:lnTo>
                <a:lnTo>
                  <a:pt x="294584" y="82450"/>
                </a:lnTo>
                <a:lnTo>
                  <a:pt x="294447" y="82728"/>
                </a:lnTo>
                <a:lnTo>
                  <a:pt x="294298" y="83000"/>
                </a:lnTo>
                <a:lnTo>
                  <a:pt x="294139" y="83266"/>
                </a:lnTo>
                <a:lnTo>
                  <a:pt x="293968" y="83525"/>
                </a:lnTo>
                <a:lnTo>
                  <a:pt x="293787" y="83778"/>
                </a:lnTo>
                <a:lnTo>
                  <a:pt x="293594" y="84025"/>
                </a:lnTo>
                <a:lnTo>
                  <a:pt x="293391" y="84266"/>
                </a:lnTo>
                <a:lnTo>
                  <a:pt x="293177" y="84500"/>
                </a:lnTo>
                <a:lnTo>
                  <a:pt x="292951" y="84729"/>
                </a:lnTo>
                <a:lnTo>
                  <a:pt x="292715" y="84951"/>
                </a:lnTo>
                <a:lnTo>
                  <a:pt x="292467" y="85167"/>
                </a:lnTo>
                <a:lnTo>
                  <a:pt x="292209" y="85377"/>
                </a:lnTo>
                <a:lnTo>
                  <a:pt x="291940" y="85579"/>
                </a:lnTo>
                <a:lnTo>
                  <a:pt x="291659" y="85773"/>
                </a:lnTo>
                <a:lnTo>
                  <a:pt x="291368" y="85958"/>
                </a:lnTo>
                <a:lnTo>
                  <a:pt x="291066" y="86134"/>
                </a:lnTo>
                <a:lnTo>
                  <a:pt x="290752" y="86302"/>
                </a:lnTo>
                <a:lnTo>
                  <a:pt x="290428" y="86461"/>
                </a:lnTo>
                <a:lnTo>
                  <a:pt x="290092" y="86612"/>
                </a:lnTo>
                <a:lnTo>
                  <a:pt x="289746" y="86754"/>
                </a:lnTo>
                <a:lnTo>
                  <a:pt x="289389" y="86887"/>
                </a:lnTo>
                <a:lnTo>
                  <a:pt x="289020" y="87012"/>
                </a:lnTo>
                <a:lnTo>
                  <a:pt x="288641" y="87129"/>
                </a:lnTo>
                <a:lnTo>
                  <a:pt x="288250" y="87236"/>
                </a:lnTo>
                <a:lnTo>
                  <a:pt x="287849" y="87335"/>
                </a:lnTo>
                <a:lnTo>
                  <a:pt x="287437" y="87426"/>
                </a:lnTo>
                <a:lnTo>
                  <a:pt x="287013" y="87507"/>
                </a:lnTo>
                <a:lnTo>
                  <a:pt x="286579" y="87580"/>
                </a:lnTo>
                <a:lnTo>
                  <a:pt x="286133" y="87645"/>
                </a:lnTo>
                <a:lnTo>
                  <a:pt x="285677" y="87701"/>
                </a:lnTo>
                <a:lnTo>
                  <a:pt x="285210" y="87748"/>
                </a:lnTo>
                <a:lnTo>
                  <a:pt x="284731" y="87787"/>
                </a:lnTo>
                <a:lnTo>
                  <a:pt x="284242" y="87817"/>
                </a:lnTo>
                <a:lnTo>
                  <a:pt x="283741" y="87839"/>
                </a:lnTo>
                <a:lnTo>
                  <a:pt x="283230" y="87852"/>
                </a:lnTo>
                <a:lnTo>
                  <a:pt x="282707" y="87856"/>
                </a:lnTo>
                <a:lnTo>
                  <a:pt x="276650" y="87856"/>
                </a:lnTo>
                <a:lnTo>
                  <a:pt x="276217" y="87852"/>
                </a:lnTo>
                <a:lnTo>
                  <a:pt x="275791" y="87841"/>
                </a:lnTo>
                <a:lnTo>
                  <a:pt x="275372" y="87822"/>
                </a:lnTo>
                <a:lnTo>
                  <a:pt x="274960" y="87795"/>
                </a:lnTo>
                <a:lnTo>
                  <a:pt x="274555" y="87760"/>
                </a:lnTo>
                <a:lnTo>
                  <a:pt x="274157" y="87718"/>
                </a:lnTo>
                <a:lnTo>
                  <a:pt x="273766" y="87669"/>
                </a:lnTo>
                <a:lnTo>
                  <a:pt x="273382" y="87611"/>
                </a:lnTo>
                <a:lnTo>
                  <a:pt x="273005" y="87546"/>
                </a:lnTo>
                <a:lnTo>
                  <a:pt x="272635" y="87474"/>
                </a:lnTo>
                <a:lnTo>
                  <a:pt x="272271" y="87393"/>
                </a:lnTo>
                <a:lnTo>
                  <a:pt x="271915" y="87305"/>
                </a:lnTo>
                <a:lnTo>
                  <a:pt x="271566" y="87210"/>
                </a:lnTo>
                <a:lnTo>
                  <a:pt x="271223" y="87107"/>
                </a:lnTo>
                <a:lnTo>
                  <a:pt x="270888" y="86996"/>
                </a:lnTo>
                <a:lnTo>
                  <a:pt x="270559" y="86877"/>
                </a:lnTo>
                <a:lnTo>
                  <a:pt x="270237" y="86751"/>
                </a:lnTo>
                <a:lnTo>
                  <a:pt x="269922" y="86617"/>
                </a:lnTo>
                <a:lnTo>
                  <a:pt x="269615" y="86476"/>
                </a:lnTo>
                <a:lnTo>
                  <a:pt x="269314" y="86327"/>
                </a:lnTo>
                <a:lnTo>
                  <a:pt x="269020" y="86170"/>
                </a:lnTo>
                <a:lnTo>
                  <a:pt x="268733" y="86006"/>
                </a:lnTo>
                <a:lnTo>
                  <a:pt x="268453" y="85834"/>
                </a:lnTo>
                <a:lnTo>
                  <a:pt x="268180" y="85654"/>
                </a:lnTo>
                <a:lnTo>
                  <a:pt x="267915" y="85468"/>
                </a:lnTo>
                <a:lnTo>
                  <a:pt x="267661" y="85277"/>
                </a:lnTo>
                <a:lnTo>
                  <a:pt x="267417" y="85081"/>
                </a:lnTo>
                <a:lnTo>
                  <a:pt x="267183" y="84881"/>
                </a:lnTo>
                <a:lnTo>
                  <a:pt x="266960" y="84676"/>
                </a:lnTo>
                <a:lnTo>
                  <a:pt x="266747" y="84466"/>
                </a:lnTo>
                <a:lnTo>
                  <a:pt x="266544" y="84251"/>
                </a:lnTo>
                <a:lnTo>
                  <a:pt x="266351" y="84032"/>
                </a:lnTo>
                <a:lnTo>
                  <a:pt x="266169" y="83807"/>
                </a:lnTo>
                <a:lnTo>
                  <a:pt x="265997" y="83578"/>
                </a:lnTo>
                <a:lnTo>
                  <a:pt x="265835" y="83344"/>
                </a:lnTo>
                <a:lnTo>
                  <a:pt x="265684" y="83106"/>
                </a:lnTo>
                <a:lnTo>
                  <a:pt x="265543" y="82862"/>
                </a:lnTo>
                <a:lnTo>
                  <a:pt x="265412" y="82614"/>
                </a:lnTo>
                <a:lnTo>
                  <a:pt x="265291" y="82361"/>
                </a:lnTo>
                <a:lnTo>
                  <a:pt x="265181" y="82103"/>
                </a:lnTo>
                <a:lnTo>
                  <a:pt x="265081" y="81841"/>
                </a:lnTo>
                <a:lnTo>
                  <a:pt x="264991" y="81573"/>
                </a:lnTo>
                <a:lnTo>
                  <a:pt x="264912" y="81301"/>
                </a:lnTo>
                <a:lnTo>
                  <a:pt x="264842" y="81025"/>
                </a:lnTo>
                <a:lnTo>
                  <a:pt x="264784" y="80743"/>
                </a:lnTo>
                <a:lnTo>
                  <a:pt x="264735" y="80456"/>
                </a:lnTo>
                <a:lnTo>
                  <a:pt x="264697" y="80165"/>
                </a:lnTo>
                <a:lnTo>
                  <a:pt x="264668" y="79869"/>
                </a:lnTo>
                <a:lnTo>
                  <a:pt x="247455" y="79869"/>
                </a:lnTo>
                <a:lnTo>
                  <a:pt x="247484" y="80417"/>
                </a:lnTo>
                <a:lnTo>
                  <a:pt x="247525" y="80959"/>
                </a:lnTo>
                <a:lnTo>
                  <a:pt x="247577" y="81494"/>
                </a:lnTo>
                <a:lnTo>
                  <a:pt x="247641" y="82024"/>
                </a:lnTo>
                <a:lnTo>
                  <a:pt x="247716" y="82548"/>
                </a:lnTo>
                <a:lnTo>
                  <a:pt x="247804" y="83066"/>
                </a:lnTo>
                <a:lnTo>
                  <a:pt x="247903" y="83578"/>
                </a:lnTo>
                <a:lnTo>
                  <a:pt x="248014" y="84084"/>
                </a:lnTo>
                <a:lnTo>
                  <a:pt x="248136" y="84584"/>
                </a:lnTo>
                <a:lnTo>
                  <a:pt x="248270" y="85078"/>
                </a:lnTo>
                <a:lnTo>
                  <a:pt x="248416" y="85566"/>
                </a:lnTo>
                <a:lnTo>
                  <a:pt x="248574" y="86048"/>
                </a:lnTo>
                <a:lnTo>
                  <a:pt x="248743" y="86524"/>
                </a:lnTo>
                <a:lnTo>
                  <a:pt x="248924" y="86994"/>
                </a:lnTo>
                <a:lnTo>
                  <a:pt x="249117" y="87458"/>
                </a:lnTo>
                <a:lnTo>
                  <a:pt x="249321" y="87916"/>
                </a:lnTo>
                <a:lnTo>
                  <a:pt x="249537" y="88369"/>
                </a:lnTo>
                <a:lnTo>
                  <a:pt x="249765" y="88815"/>
                </a:lnTo>
                <a:lnTo>
                  <a:pt x="250005" y="89255"/>
                </a:lnTo>
                <a:lnTo>
                  <a:pt x="250256" y="89690"/>
                </a:lnTo>
                <a:lnTo>
                  <a:pt x="250519" y="90118"/>
                </a:lnTo>
                <a:lnTo>
                  <a:pt x="250794" y="90540"/>
                </a:lnTo>
                <a:lnTo>
                  <a:pt x="251080" y="90957"/>
                </a:lnTo>
                <a:lnTo>
                  <a:pt x="251378" y="91367"/>
                </a:lnTo>
                <a:lnTo>
                  <a:pt x="251687" y="91771"/>
                </a:lnTo>
                <a:lnTo>
                  <a:pt x="252006" y="92167"/>
                </a:lnTo>
                <a:lnTo>
                  <a:pt x="252335" y="92556"/>
                </a:lnTo>
                <a:lnTo>
                  <a:pt x="252673" y="92937"/>
                </a:lnTo>
                <a:lnTo>
                  <a:pt x="253022" y="93311"/>
                </a:lnTo>
                <a:lnTo>
                  <a:pt x="253380" y="93678"/>
                </a:lnTo>
                <a:lnTo>
                  <a:pt x="253747" y="94037"/>
                </a:lnTo>
                <a:lnTo>
                  <a:pt x="254125" y="94388"/>
                </a:lnTo>
                <a:lnTo>
                  <a:pt x="254512" y="94733"/>
                </a:lnTo>
                <a:lnTo>
                  <a:pt x="254910" y="95070"/>
                </a:lnTo>
                <a:lnTo>
                  <a:pt x="255317" y="95399"/>
                </a:lnTo>
                <a:lnTo>
                  <a:pt x="255734" y="95721"/>
                </a:lnTo>
                <a:lnTo>
                  <a:pt x="256160" y="96036"/>
                </a:lnTo>
                <a:lnTo>
                  <a:pt x="256597" y="96343"/>
                </a:lnTo>
                <a:lnTo>
                  <a:pt x="257043" y="96643"/>
                </a:lnTo>
                <a:lnTo>
                  <a:pt x="257499" y="96936"/>
                </a:lnTo>
                <a:lnTo>
                  <a:pt x="257965" y="97221"/>
                </a:lnTo>
                <a:lnTo>
                  <a:pt x="258440" y="97499"/>
                </a:lnTo>
                <a:lnTo>
                  <a:pt x="258926" y="97769"/>
                </a:lnTo>
                <a:lnTo>
                  <a:pt x="259421" y="98032"/>
                </a:lnTo>
                <a:lnTo>
                  <a:pt x="259926" y="98287"/>
                </a:lnTo>
                <a:lnTo>
                  <a:pt x="260441" y="98535"/>
                </a:lnTo>
                <a:lnTo>
                  <a:pt x="260965" y="98776"/>
                </a:lnTo>
                <a:lnTo>
                  <a:pt x="261500" y="99009"/>
                </a:lnTo>
                <a:lnTo>
                  <a:pt x="262043" y="99234"/>
                </a:lnTo>
                <a:lnTo>
                  <a:pt x="262594" y="99449"/>
                </a:lnTo>
                <a:lnTo>
                  <a:pt x="263153" y="99655"/>
                </a:lnTo>
                <a:lnTo>
                  <a:pt x="263719" y="99851"/>
                </a:lnTo>
                <a:lnTo>
                  <a:pt x="264293" y="100037"/>
                </a:lnTo>
                <a:lnTo>
                  <a:pt x="264874" y="100214"/>
                </a:lnTo>
                <a:lnTo>
                  <a:pt x="265464" y="100382"/>
                </a:lnTo>
                <a:lnTo>
                  <a:pt x="266060" y="100540"/>
                </a:lnTo>
                <a:lnTo>
                  <a:pt x="266665" y="100688"/>
                </a:lnTo>
                <a:lnTo>
                  <a:pt x="267277" y="100827"/>
                </a:lnTo>
                <a:lnTo>
                  <a:pt x="267897" y="100956"/>
                </a:lnTo>
                <a:lnTo>
                  <a:pt x="268524" y="101075"/>
                </a:lnTo>
                <a:lnTo>
                  <a:pt x="269159" y="101185"/>
                </a:lnTo>
                <a:lnTo>
                  <a:pt x="269802" y="101286"/>
                </a:lnTo>
                <a:lnTo>
                  <a:pt x="270452" y="101377"/>
                </a:lnTo>
                <a:lnTo>
                  <a:pt x="271110" y="101458"/>
                </a:lnTo>
                <a:lnTo>
                  <a:pt x="271776" y="101530"/>
                </a:lnTo>
                <a:lnTo>
                  <a:pt x="272449" y="101592"/>
                </a:lnTo>
                <a:lnTo>
                  <a:pt x="273130" y="101644"/>
                </a:lnTo>
                <a:lnTo>
                  <a:pt x="273819" y="101687"/>
                </a:lnTo>
                <a:lnTo>
                  <a:pt x="274515" y="101721"/>
                </a:lnTo>
                <a:lnTo>
                  <a:pt x="275219" y="101745"/>
                </a:lnTo>
                <a:lnTo>
                  <a:pt x="275930" y="101759"/>
                </a:lnTo>
                <a:lnTo>
                  <a:pt x="276650" y="101764"/>
                </a:lnTo>
                <a:lnTo>
                  <a:pt x="282707" y="101764"/>
                </a:lnTo>
                <a:lnTo>
                  <a:pt x="283912" y="101753"/>
                </a:lnTo>
                <a:lnTo>
                  <a:pt x="285091" y="101721"/>
                </a:lnTo>
                <a:lnTo>
                  <a:pt x="286246" y="101668"/>
                </a:lnTo>
                <a:lnTo>
                  <a:pt x="287376" y="101594"/>
                </a:lnTo>
                <a:close/>
                <a:moveTo>
                  <a:pt x="369999" y="101594"/>
                </a:moveTo>
                <a:lnTo>
                  <a:pt x="371104" y="101498"/>
                </a:lnTo>
                <a:lnTo>
                  <a:pt x="372185" y="101381"/>
                </a:lnTo>
                <a:lnTo>
                  <a:pt x="373242" y="101243"/>
                </a:lnTo>
                <a:lnTo>
                  <a:pt x="374273" y="101083"/>
                </a:lnTo>
                <a:lnTo>
                  <a:pt x="375280" y="100902"/>
                </a:lnTo>
                <a:lnTo>
                  <a:pt x="376263" y="100700"/>
                </a:lnTo>
                <a:lnTo>
                  <a:pt x="377221" y="100477"/>
                </a:lnTo>
                <a:lnTo>
                  <a:pt x="378154" y="100232"/>
                </a:lnTo>
                <a:lnTo>
                  <a:pt x="379062" y="99966"/>
                </a:lnTo>
                <a:lnTo>
                  <a:pt x="379946" y="99679"/>
                </a:lnTo>
                <a:lnTo>
                  <a:pt x="380805" y="99371"/>
                </a:lnTo>
                <a:lnTo>
                  <a:pt x="381640" y="99041"/>
                </a:lnTo>
                <a:lnTo>
                  <a:pt x="382450" y="98690"/>
                </a:lnTo>
                <a:lnTo>
                  <a:pt x="383236" y="98317"/>
                </a:lnTo>
                <a:lnTo>
                  <a:pt x="383996" y="97924"/>
                </a:lnTo>
                <a:lnTo>
                  <a:pt x="384732" y="97509"/>
                </a:lnTo>
                <a:lnTo>
                  <a:pt x="385444" y="97073"/>
                </a:lnTo>
                <a:lnTo>
                  <a:pt x="386131" y="96615"/>
                </a:lnTo>
                <a:lnTo>
                  <a:pt x="386793" y="96137"/>
                </a:lnTo>
                <a:lnTo>
                  <a:pt x="387431" y="95637"/>
                </a:lnTo>
                <a:lnTo>
                  <a:pt x="388043" y="95118"/>
                </a:lnTo>
                <a:lnTo>
                  <a:pt x="388629" y="94581"/>
                </a:lnTo>
                <a:lnTo>
                  <a:pt x="389190" y="94028"/>
                </a:lnTo>
                <a:lnTo>
                  <a:pt x="389724" y="93458"/>
                </a:lnTo>
                <a:lnTo>
                  <a:pt x="390232" y="92871"/>
                </a:lnTo>
                <a:lnTo>
                  <a:pt x="390714" y="92267"/>
                </a:lnTo>
                <a:lnTo>
                  <a:pt x="391170" y="91646"/>
                </a:lnTo>
                <a:lnTo>
                  <a:pt x="391600" y="91008"/>
                </a:lnTo>
                <a:lnTo>
                  <a:pt x="392004" y="90353"/>
                </a:lnTo>
                <a:lnTo>
                  <a:pt x="392382" y="89681"/>
                </a:lnTo>
                <a:lnTo>
                  <a:pt x="392734" y="88992"/>
                </a:lnTo>
                <a:lnTo>
                  <a:pt x="393060" y="88286"/>
                </a:lnTo>
                <a:lnTo>
                  <a:pt x="393359" y="87563"/>
                </a:lnTo>
                <a:lnTo>
                  <a:pt x="393633" y="86823"/>
                </a:lnTo>
                <a:lnTo>
                  <a:pt x="393881" y="86066"/>
                </a:lnTo>
                <a:lnTo>
                  <a:pt x="394102" y="85292"/>
                </a:lnTo>
                <a:lnTo>
                  <a:pt x="394298" y="84501"/>
                </a:lnTo>
                <a:lnTo>
                  <a:pt x="394467" y="83694"/>
                </a:lnTo>
                <a:lnTo>
                  <a:pt x="394610" y="82869"/>
                </a:lnTo>
                <a:lnTo>
                  <a:pt x="394728" y="82027"/>
                </a:lnTo>
                <a:lnTo>
                  <a:pt x="394819" y="81169"/>
                </a:lnTo>
                <a:lnTo>
                  <a:pt x="394884" y="80293"/>
                </a:lnTo>
                <a:lnTo>
                  <a:pt x="394923" y="79400"/>
                </a:lnTo>
                <a:lnTo>
                  <a:pt x="394936" y="78491"/>
                </a:lnTo>
                <a:lnTo>
                  <a:pt x="394925" y="77639"/>
                </a:lnTo>
                <a:lnTo>
                  <a:pt x="394892" y="76805"/>
                </a:lnTo>
                <a:lnTo>
                  <a:pt x="394836" y="75988"/>
                </a:lnTo>
                <a:lnTo>
                  <a:pt x="394758" y="75188"/>
                </a:lnTo>
                <a:lnTo>
                  <a:pt x="394658" y="74406"/>
                </a:lnTo>
                <a:lnTo>
                  <a:pt x="394536" y="73641"/>
                </a:lnTo>
                <a:lnTo>
                  <a:pt x="394391" y="72894"/>
                </a:lnTo>
                <a:lnTo>
                  <a:pt x="394225" y="72164"/>
                </a:lnTo>
                <a:lnTo>
                  <a:pt x="394036" y="71452"/>
                </a:lnTo>
                <a:lnTo>
                  <a:pt x="393825" y="70757"/>
                </a:lnTo>
                <a:lnTo>
                  <a:pt x="393591" y="70080"/>
                </a:lnTo>
                <a:lnTo>
                  <a:pt x="393336" y="69420"/>
                </a:lnTo>
                <a:lnTo>
                  <a:pt x="393058" y="68777"/>
                </a:lnTo>
                <a:lnTo>
                  <a:pt x="392758" y="68152"/>
                </a:lnTo>
                <a:lnTo>
                  <a:pt x="392435" y="67545"/>
                </a:lnTo>
                <a:lnTo>
                  <a:pt x="392091" y="66955"/>
                </a:lnTo>
                <a:lnTo>
                  <a:pt x="391724" y="66382"/>
                </a:lnTo>
                <a:lnTo>
                  <a:pt x="391335" y="65827"/>
                </a:lnTo>
                <a:lnTo>
                  <a:pt x="390924" y="65289"/>
                </a:lnTo>
                <a:lnTo>
                  <a:pt x="390490" y="64769"/>
                </a:lnTo>
                <a:lnTo>
                  <a:pt x="390034" y="64266"/>
                </a:lnTo>
                <a:lnTo>
                  <a:pt x="389556" y="63781"/>
                </a:lnTo>
                <a:lnTo>
                  <a:pt x="389056" y="63313"/>
                </a:lnTo>
                <a:lnTo>
                  <a:pt x="388534" y="62862"/>
                </a:lnTo>
                <a:lnTo>
                  <a:pt x="387988" y="62426"/>
                </a:lnTo>
                <a:lnTo>
                  <a:pt x="387417" y="62002"/>
                </a:lnTo>
                <a:lnTo>
                  <a:pt x="386822" y="61589"/>
                </a:lnTo>
                <a:lnTo>
                  <a:pt x="386203" y="61189"/>
                </a:lnTo>
                <a:lnTo>
                  <a:pt x="385558" y="60800"/>
                </a:lnTo>
                <a:lnTo>
                  <a:pt x="384889" y="60422"/>
                </a:lnTo>
                <a:lnTo>
                  <a:pt x="384196" y="60056"/>
                </a:lnTo>
                <a:lnTo>
                  <a:pt x="383477" y="59703"/>
                </a:lnTo>
                <a:lnTo>
                  <a:pt x="382734" y="59360"/>
                </a:lnTo>
                <a:lnTo>
                  <a:pt x="381967" y="59030"/>
                </a:lnTo>
                <a:lnTo>
                  <a:pt x="381175" y="58711"/>
                </a:lnTo>
                <a:lnTo>
                  <a:pt x="380358" y="58404"/>
                </a:lnTo>
                <a:lnTo>
                  <a:pt x="379516" y="58108"/>
                </a:lnTo>
                <a:lnTo>
                  <a:pt x="378650" y="57825"/>
                </a:lnTo>
                <a:lnTo>
                  <a:pt x="377760" y="57553"/>
                </a:lnTo>
                <a:lnTo>
                  <a:pt x="376844" y="57292"/>
                </a:lnTo>
                <a:lnTo>
                  <a:pt x="375904" y="57044"/>
                </a:lnTo>
                <a:lnTo>
                  <a:pt x="374940" y="56807"/>
                </a:lnTo>
                <a:lnTo>
                  <a:pt x="373951" y="56582"/>
                </a:lnTo>
                <a:lnTo>
                  <a:pt x="372937" y="56368"/>
                </a:lnTo>
                <a:lnTo>
                  <a:pt x="371898" y="56167"/>
                </a:lnTo>
                <a:lnTo>
                  <a:pt x="370835" y="55977"/>
                </a:lnTo>
                <a:lnTo>
                  <a:pt x="369748" y="55798"/>
                </a:lnTo>
                <a:lnTo>
                  <a:pt x="368635" y="55632"/>
                </a:lnTo>
                <a:lnTo>
                  <a:pt x="358858" y="54255"/>
                </a:lnTo>
                <a:lnTo>
                  <a:pt x="358427" y="54185"/>
                </a:lnTo>
                <a:lnTo>
                  <a:pt x="358006" y="54111"/>
                </a:lnTo>
                <a:lnTo>
                  <a:pt x="357595" y="54033"/>
                </a:lnTo>
                <a:lnTo>
                  <a:pt x="357195" y="53951"/>
                </a:lnTo>
                <a:lnTo>
                  <a:pt x="356804" y="53867"/>
                </a:lnTo>
                <a:lnTo>
                  <a:pt x="356423" y="53778"/>
                </a:lnTo>
                <a:lnTo>
                  <a:pt x="356052" y="53686"/>
                </a:lnTo>
                <a:lnTo>
                  <a:pt x="355691" y="53590"/>
                </a:lnTo>
                <a:lnTo>
                  <a:pt x="355341" y="53491"/>
                </a:lnTo>
                <a:lnTo>
                  <a:pt x="355000" y="53388"/>
                </a:lnTo>
                <a:lnTo>
                  <a:pt x="354669" y="53281"/>
                </a:lnTo>
                <a:lnTo>
                  <a:pt x="354349" y="53171"/>
                </a:lnTo>
                <a:lnTo>
                  <a:pt x="354038" y="53058"/>
                </a:lnTo>
                <a:lnTo>
                  <a:pt x="353737" y="52940"/>
                </a:lnTo>
                <a:lnTo>
                  <a:pt x="353447" y="52819"/>
                </a:lnTo>
                <a:lnTo>
                  <a:pt x="353166" y="52695"/>
                </a:lnTo>
                <a:lnTo>
                  <a:pt x="352896" y="52567"/>
                </a:lnTo>
                <a:lnTo>
                  <a:pt x="352635" y="52435"/>
                </a:lnTo>
                <a:lnTo>
                  <a:pt x="352385" y="52300"/>
                </a:lnTo>
                <a:lnTo>
                  <a:pt x="352145" y="52161"/>
                </a:lnTo>
                <a:lnTo>
                  <a:pt x="351914" y="52019"/>
                </a:lnTo>
                <a:lnTo>
                  <a:pt x="351694" y="51873"/>
                </a:lnTo>
                <a:lnTo>
                  <a:pt x="351484" y="51723"/>
                </a:lnTo>
                <a:lnTo>
                  <a:pt x="351283" y="51570"/>
                </a:lnTo>
                <a:lnTo>
                  <a:pt x="351092" y="51412"/>
                </a:lnTo>
                <a:lnTo>
                  <a:pt x="350910" y="51246"/>
                </a:lnTo>
                <a:lnTo>
                  <a:pt x="350735" y="51074"/>
                </a:lnTo>
                <a:lnTo>
                  <a:pt x="350568" y="50895"/>
                </a:lnTo>
                <a:lnTo>
                  <a:pt x="350410" y="50709"/>
                </a:lnTo>
                <a:lnTo>
                  <a:pt x="350259" y="50516"/>
                </a:lnTo>
                <a:lnTo>
                  <a:pt x="350117" y="50316"/>
                </a:lnTo>
                <a:lnTo>
                  <a:pt x="349983" y="50109"/>
                </a:lnTo>
                <a:lnTo>
                  <a:pt x="349857" y="49895"/>
                </a:lnTo>
                <a:lnTo>
                  <a:pt x="349739" y="49674"/>
                </a:lnTo>
                <a:lnTo>
                  <a:pt x="349629" y="49446"/>
                </a:lnTo>
                <a:lnTo>
                  <a:pt x="349528" y="49211"/>
                </a:lnTo>
                <a:lnTo>
                  <a:pt x="349434" y="48970"/>
                </a:lnTo>
                <a:lnTo>
                  <a:pt x="349349" y="48721"/>
                </a:lnTo>
                <a:lnTo>
                  <a:pt x="349272" y="48466"/>
                </a:lnTo>
                <a:lnTo>
                  <a:pt x="349203" y="48203"/>
                </a:lnTo>
                <a:lnTo>
                  <a:pt x="349142" y="47934"/>
                </a:lnTo>
                <a:lnTo>
                  <a:pt x="349089" y="47658"/>
                </a:lnTo>
                <a:lnTo>
                  <a:pt x="349044" y="47375"/>
                </a:lnTo>
                <a:lnTo>
                  <a:pt x="349008" y="47085"/>
                </a:lnTo>
                <a:lnTo>
                  <a:pt x="348979" y="46788"/>
                </a:lnTo>
                <a:lnTo>
                  <a:pt x="348959" y="46484"/>
                </a:lnTo>
                <a:lnTo>
                  <a:pt x="348947" y="46173"/>
                </a:lnTo>
                <a:lnTo>
                  <a:pt x="348943" y="45855"/>
                </a:lnTo>
                <a:lnTo>
                  <a:pt x="348947" y="45514"/>
                </a:lnTo>
                <a:lnTo>
                  <a:pt x="348961" y="45180"/>
                </a:lnTo>
                <a:lnTo>
                  <a:pt x="348985" y="44853"/>
                </a:lnTo>
                <a:lnTo>
                  <a:pt x="349017" y="44533"/>
                </a:lnTo>
                <a:lnTo>
                  <a:pt x="349059" y="44220"/>
                </a:lnTo>
                <a:lnTo>
                  <a:pt x="349110" y="43914"/>
                </a:lnTo>
                <a:lnTo>
                  <a:pt x="349171" y="43615"/>
                </a:lnTo>
                <a:lnTo>
                  <a:pt x="349241" y="43323"/>
                </a:lnTo>
                <a:lnTo>
                  <a:pt x="349320" y="43038"/>
                </a:lnTo>
                <a:lnTo>
                  <a:pt x="349409" y="42759"/>
                </a:lnTo>
                <a:lnTo>
                  <a:pt x="349507" y="42488"/>
                </a:lnTo>
                <a:lnTo>
                  <a:pt x="349614" y="42223"/>
                </a:lnTo>
                <a:lnTo>
                  <a:pt x="349731" y="41966"/>
                </a:lnTo>
                <a:lnTo>
                  <a:pt x="349856" y="41715"/>
                </a:lnTo>
                <a:lnTo>
                  <a:pt x="349992" y="41472"/>
                </a:lnTo>
                <a:lnTo>
                  <a:pt x="350136" y="41235"/>
                </a:lnTo>
                <a:lnTo>
                  <a:pt x="350290" y="41005"/>
                </a:lnTo>
                <a:lnTo>
                  <a:pt x="350453" y="40782"/>
                </a:lnTo>
                <a:lnTo>
                  <a:pt x="350626" y="40566"/>
                </a:lnTo>
                <a:lnTo>
                  <a:pt x="350807" y="40358"/>
                </a:lnTo>
                <a:lnTo>
                  <a:pt x="350999" y="40155"/>
                </a:lnTo>
                <a:lnTo>
                  <a:pt x="351199" y="39960"/>
                </a:lnTo>
                <a:lnTo>
                  <a:pt x="351409" y="39772"/>
                </a:lnTo>
                <a:lnTo>
                  <a:pt x="351628" y="39591"/>
                </a:lnTo>
                <a:lnTo>
                  <a:pt x="351857" y="39417"/>
                </a:lnTo>
                <a:lnTo>
                  <a:pt x="352098" y="39250"/>
                </a:lnTo>
                <a:lnTo>
                  <a:pt x="352350" y="39091"/>
                </a:lnTo>
                <a:lnTo>
                  <a:pt x="352613" y="38939"/>
                </a:lnTo>
                <a:lnTo>
                  <a:pt x="352887" y="38794"/>
                </a:lnTo>
                <a:lnTo>
                  <a:pt x="353173" y="38657"/>
                </a:lnTo>
                <a:lnTo>
                  <a:pt x="353470" y="38527"/>
                </a:lnTo>
                <a:lnTo>
                  <a:pt x="353778" y="38405"/>
                </a:lnTo>
                <a:lnTo>
                  <a:pt x="354097" y="38290"/>
                </a:lnTo>
                <a:lnTo>
                  <a:pt x="354428" y="38183"/>
                </a:lnTo>
                <a:lnTo>
                  <a:pt x="354769" y="38083"/>
                </a:lnTo>
                <a:lnTo>
                  <a:pt x="355122" y="37990"/>
                </a:lnTo>
                <a:lnTo>
                  <a:pt x="355487" y="37905"/>
                </a:lnTo>
                <a:lnTo>
                  <a:pt x="355862" y="37827"/>
                </a:lnTo>
                <a:lnTo>
                  <a:pt x="356249" y="37756"/>
                </a:lnTo>
                <a:lnTo>
                  <a:pt x="356647" y="37693"/>
                </a:lnTo>
                <a:lnTo>
                  <a:pt x="357056" y="37638"/>
                </a:lnTo>
                <a:lnTo>
                  <a:pt x="357476" y="37590"/>
                </a:lnTo>
                <a:lnTo>
                  <a:pt x="357908" y="37549"/>
                </a:lnTo>
                <a:lnTo>
                  <a:pt x="358351" y="37516"/>
                </a:lnTo>
                <a:lnTo>
                  <a:pt x="358805" y="37490"/>
                </a:lnTo>
                <a:lnTo>
                  <a:pt x="359270" y="37471"/>
                </a:lnTo>
                <a:lnTo>
                  <a:pt x="359747" y="37460"/>
                </a:lnTo>
                <a:lnTo>
                  <a:pt x="360235" y="37456"/>
                </a:lnTo>
                <a:lnTo>
                  <a:pt x="365469" y="37456"/>
                </a:lnTo>
                <a:lnTo>
                  <a:pt x="365867" y="37460"/>
                </a:lnTo>
                <a:lnTo>
                  <a:pt x="366259" y="37470"/>
                </a:lnTo>
                <a:lnTo>
                  <a:pt x="366644" y="37486"/>
                </a:lnTo>
                <a:lnTo>
                  <a:pt x="367023" y="37510"/>
                </a:lnTo>
                <a:lnTo>
                  <a:pt x="367396" y="37540"/>
                </a:lnTo>
                <a:lnTo>
                  <a:pt x="367762" y="37577"/>
                </a:lnTo>
                <a:lnTo>
                  <a:pt x="368121" y="37620"/>
                </a:lnTo>
                <a:lnTo>
                  <a:pt x="368474" y="37671"/>
                </a:lnTo>
                <a:lnTo>
                  <a:pt x="368821" y="37728"/>
                </a:lnTo>
                <a:lnTo>
                  <a:pt x="369161" y="37791"/>
                </a:lnTo>
                <a:lnTo>
                  <a:pt x="369495" y="37861"/>
                </a:lnTo>
                <a:lnTo>
                  <a:pt x="369822" y="37938"/>
                </a:lnTo>
                <a:lnTo>
                  <a:pt x="370143" y="38022"/>
                </a:lnTo>
                <a:lnTo>
                  <a:pt x="370458" y="38113"/>
                </a:lnTo>
                <a:lnTo>
                  <a:pt x="370766" y="38210"/>
                </a:lnTo>
                <a:lnTo>
                  <a:pt x="371067" y="38314"/>
                </a:lnTo>
                <a:lnTo>
                  <a:pt x="371362" y="38424"/>
                </a:lnTo>
                <a:lnTo>
                  <a:pt x="371651" y="38541"/>
                </a:lnTo>
                <a:lnTo>
                  <a:pt x="371933" y="38665"/>
                </a:lnTo>
                <a:lnTo>
                  <a:pt x="372209" y="38796"/>
                </a:lnTo>
                <a:lnTo>
                  <a:pt x="372478" y="38933"/>
                </a:lnTo>
                <a:lnTo>
                  <a:pt x="372741" y="39077"/>
                </a:lnTo>
                <a:lnTo>
                  <a:pt x="372997" y="39228"/>
                </a:lnTo>
                <a:lnTo>
                  <a:pt x="373247" y="39385"/>
                </a:lnTo>
                <a:lnTo>
                  <a:pt x="373490" y="39548"/>
                </a:lnTo>
                <a:lnTo>
                  <a:pt x="373723" y="39714"/>
                </a:lnTo>
                <a:lnTo>
                  <a:pt x="373948" y="39884"/>
                </a:lnTo>
                <a:lnTo>
                  <a:pt x="374164" y="40058"/>
                </a:lnTo>
                <a:lnTo>
                  <a:pt x="374370" y="40236"/>
                </a:lnTo>
                <a:lnTo>
                  <a:pt x="374569" y="40417"/>
                </a:lnTo>
                <a:lnTo>
                  <a:pt x="374758" y="40603"/>
                </a:lnTo>
                <a:lnTo>
                  <a:pt x="374938" y="40792"/>
                </a:lnTo>
                <a:lnTo>
                  <a:pt x="375110" y="40985"/>
                </a:lnTo>
                <a:lnTo>
                  <a:pt x="375272" y="41182"/>
                </a:lnTo>
                <a:lnTo>
                  <a:pt x="375426" y="41383"/>
                </a:lnTo>
                <a:lnTo>
                  <a:pt x="375571" y="41587"/>
                </a:lnTo>
                <a:lnTo>
                  <a:pt x="375708" y="41796"/>
                </a:lnTo>
                <a:lnTo>
                  <a:pt x="375835" y="42008"/>
                </a:lnTo>
                <a:lnTo>
                  <a:pt x="375953" y="42224"/>
                </a:lnTo>
                <a:lnTo>
                  <a:pt x="376063" y="42444"/>
                </a:lnTo>
                <a:lnTo>
                  <a:pt x="376164" y="42667"/>
                </a:lnTo>
                <a:lnTo>
                  <a:pt x="376256" y="42895"/>
                </a:lnTo>
                <a:lnTo>
                  <a:pt x="376339" y="43126"/>
                </a:lnTo>
                <a:lnTo>
                  <a:pt x="376413" y="43361"/>
                </a:lnTo>
                <a:lnTo>
                  <a:pt x="376479" y="43600"/>
                </a:lnTo>
                <a:lnTo>
                  <a:pt x="376535" y="43843"/>
                </a:lnTo>
                <a:lnTo>
                  <a:pt x="376583" y="44089"/>
                </a:lnTo>
                <a:lnTo>
                  <a:pt x="376622" y="44340"/>
                </a:lnTo>
                <a:lnTo>
                  <a:pt x="393835" y="44340"/>
                </a:lnTo>
                <a:lnTo>
                  <a:pt x="393777" y="43555"/>
                </a:lnTo>
                <a:lnTo>
                  <a:pt x="393695" y="42783"/>
                </a:lnTo>
                <a:lnTo>
                  <a:pt x="393588" y="42025"/>
                </a:lnTo>
                <a:lnTo>
                  <a:pt x="393456" y="41280"/>
                </a:lnTo>
                <a:lnTo>
                  <a:pt x="393301" y="40548"/>
                </a:lnTo>
                <a:lnTo>
                  <a:pt x="393121" y="39830"/>
                </a:lnTo>
                <a:lnTo>
                  <a:pt x="392916" y="39125"/>
                </a:lnTo>
                <a:lnTo>
                  <a:pt x="392688" y="38434"/>
                </a:lnTo>
                <a:lnTo>
                  <a:pt x="392434" y="37756"/>
                </a:lnTo>
                <a:lnTo>
                  <a:pt x="392157" y="37091"/>
                </a:lnTo>
                <a:lnTo>
                  <a:pt x="391855" y="36440"/>
                </a:lnTo>
                <a:lnTo>
                  <a:pt x="391528" y="35802"/>
                </a:lnTo>
                <a:lnTo>
                  <a:pt x="391178" y="35178"/>
                </a:lnTo>
                <a:lnTo>
                  <a:pt x="390803" y="34567"/>
                </a:lnTo>
                <a:lnTo>
                  <a:pt x="390403" y="33969"/>
                </a:lnTo>
                <a:lnTo>
                  <a:pt x="389979" y="33385"/>
                </a:lnTo>
                <a:lnTo>
                  <a:pt x="389531" y="32814"/>
                </a:lnTo>
                <a:lnTo>
                  <a:pt x="389058" y="32256"/>
                </a:lnTo>
                <a:lnTo>
                  <a:pt x="388561" y="31712"/>
                </a:lnTo>
                <a:lnTo>
                  <a:pt x="388040" y="31181"/>
                </a:lnTo>
                <a:lnTo>
                  <a:pt x="387494" y="30664"/>
                </a:lnTo>
                <a:lnTo>
                  <a:pt x="386923" y="30160"/>
                </a:lnTo>
                <a:lnTo>
                  <a:pt x="386329" y="29669"/>
                </a:lnTo>
                <a:lnTo>
                  <a:pt x="385710" y="29192"/>
                </a:lnTo>
                <a:lnTo>
                  <a:pt x="385070" y="28731"/>
                </a:lnTo>
                <a:lnTo>
                  <a:pt x="384412" y="28290"/>
                </a:lnTo>
                <a:lnTo>
                  <a:pt x="383737" y="27869"/>
                </a:lnTo>
                <a:lnTo>
                  <a:pt x="383044" y="27467"/>
                </a:lnTo>
                <a:lnTo>
                  <a:pt x="382333" y="27085"/>
                </a:lnTo>
                <a:lnTo>
                  <a:pt x="381605" y="26722"/>
                </a:lnTo>
                <a:lnTo>
                  <a:pt x="380859" y="26379"/>
                </a:lnTo>
                <a:lnTo>
                  <a:pt x="380095" y="26056"/>
                </a:lnTo>
                <a:lnTo>
                  <a:pt x="379314" y="25752"/>
                </a:lnTo>
                <a:lnTo>
                  <a:pt x="378514" y="25467"/>
                </a:lnTo>
                <a:lnTo>
                  <a:pt x="377698" y="25203"/>
                </a:lnTo>
                <a:lnTo>
                  <a:pt x="376863" y="24958"/>
                </a:lnTo>
                <a:lnTo>
                  <a:pt x="376011" y="24732"/>
                </a:lnTo>
                <a:lnTo>
                  <a:pt x="375141" y="24526"/>
                </a:lnTo>
                <a:lnTo>
                  <a:pt x="374253" y="24340"/>
                </a:lnTo>
                <a:lnTo>
                  <a:pt x="373348" y="24174"/>
                </a:lnTo>
                <a:lnTo>
                  <a:pt x="372425" y="24027"/>
                </a:lnTo>
                <a:lnTo>
                  <a:pt x="371484" y="23899"/>
                </a:lnTo>
                <a:lnTo>
                  <a:pt x="370526" y="23791"/>
                </a:lnTo>
                <a:lnTo>
                  <a:pt x="369550" y="23703"/>
                </a:lnTo>
                <a:lnTo>
                  <a:pt x="368556" y="23634"/>
                </a:lnTo>
                <a:lnTo>
                  <a:pt x="367545" y="23585"/>
                </a:lnTo>
                <a:lnTo>
                  <a:pt x="366516" y="23556"/>
                </a:lnTo>
                <a:lnTo>
                  <a:pt x="365469" y="23546"/>
                </a:lnTo>
                <a:lnTo>
                  <a:pt x="360235" y="23546"/>
                </a:lnTo>
                <a:lnTo>
                  <a:pt x="359087" y="23556"/>
                </a:lnTo>
                <a:lnTo>
                  <a:pt x="357963" y="23587"/>
                </a:lnTo>
                <a:lnTo>
                  <a:pt x="356863" y="23638"/>
                </a:lnTo>
                <a:lnTo>
                  <a:pt x="355786" y="23709"/>
                </a:lnTo>
                <a:lnTo>
                  <a:pt x="354732" y="23800"/>
                </a:lnTo>
                <a:lnTo>
                  <a:pt x="353702" y="23912"/>
                </a:lnTo>
                <a:lnTo>
                  <a:pt x="352696" y="24044"/>
                </a:lnTo>
                <a:lnTo>
                  <a:pt x="351712" y="24197"/>
                </a:lnTo>
                <a:lnTo>
                  <a:pt x="350752" y="24369"/>
                </a:lnTo>
                <a:lnTo>
                  <a:pt x="349816" y="24563"/>
                </a:lnTo>
                <a:lnTo>
                  <a:pt x="348903" y="24776"/>
                </a:lnTo>
                <a:lnTo>
                  <a:pt x="348013" y="25010"/>
                </a:lnTo>
                <a:lnTo>
                  <a:pt x="347147" y="25264"/>
                </a:lnTo>
                <a:lnTo>
                  <a:pt x="346304" y="25538"/>
                </a:lnTo>
                <a:lnTo>
                  <a:pt x="345485" y="25833"/>
                </a:lnTo>
                <a:lnTo>
                  <a:pt x="344689" y="26148"/>
                </a:lnTo>
                <a:lnTo>
                  <a:pt x="343917" y="26483"/>
                </a:lnTo>
                <a:lnTo>
                  <a:pt x="343168" y="26839"/>
                </a:lnTo>
                <a:lnTo>
                  <a:pt x="342442" y="27215"/>
                </a:lnTo>
                <a:lnTo>
                  <a:pt x="341740" y="27611"/>
                </a:lnTo>
                <a:lnTo>
                  <a:pt x="341061" y="28028"/>
                </a:lnTo>
                <a:lnTo>
                  <a:pt x="340406" y="28465"/>
                </a:lnTo>
                <a:lnTo>
                  <a:pt x="339774" y="28923"/>
                </a:lnTo>
                <a:lnTo>
                  <a:pt x="339166" y="29400"/>
                </a:lnTo>
                <a:lnTo>
                  <a:pt x="338581" y="29896"/>
                </a:lnTo>
                <a:lnTo>
                  <a:pt x="338022" y="30408"/>
                </a:lnTo>
                <a:lnTo>
                  <a:pt x="337487" y="30937"/>
                </a:lnTo>
                <a:lnTo>
                  <a:pt x="336978" y="31483"/>
                </a:lnTo>
                <a:lnTo>
                  <a:pt x="336493" y="32045"/>
                </a:lnTo>
                <a:lnTo>
                  <a:pt x="336033" y="32623"/>
                </a:lnTo>
                <a:lnTo>
                  <a:pt x="335598" y="33218"/>
                </a:lnTo>
                <a:lnTo>
                  <a:pt x="335187" y="33829"/>
                </a:lnTo>
                <a:lnTo>
                  <a:pt x="334802" y="34457"/>
                </a:lnTo>
                <a:lnTo>
                  <a:pt x="334441" y="35102"/>
                </a:lnTo>
                <a:lnTo>
                  <a:pt x="334106" y="35762"/>
                </a:lnTo>
                <a:lnTo>
                  <a:pt x="333795" y="36440"/>
                </a:lnTo>
                <a:lnTo>
                  <a:pt x="333509" y="37134"/>
                </a:lnTo>
                <a:lnTo>
                  <a:pt x="333248" y="37844"/>
                </a:lnTo>
                <a:lnTo>
                  <a:pt x="333012" y="38571"/>
                </a:lnTo>
                <a:lnTo>
                  <a:pt x="332800" y="39314"/>
                </a:lnTo>
                <a:lnTo>
                  <a:pt x="332614" y="40074"/>
                </a:lnTo>
                <a:lnTo>
                  <a:pt x="332452" y="40850"/>
                </a:lnTo>
                <a:lnTo>
                  <a:pt x="332316" y="41643"/>
                </a:lnTo>
                <a:lnTo>
                  <a:pt x="332204" y="42453"/>
                </a:lnTo>
                <a:lnTo>
                  <a:pt x="332117" y="43278"/>
                </a:lnTo>
                <a:lnTo>
                  <a:pt x="332054" y="44121"/>
                </a:lnTo>
                <a:lnTo>
                  <a:pt x="332017" y="44979"/>
                </a:lnTo>
                <a:lnTo>
                  <a:pt x="332005" y="45855"/>
                </a:lnTo>
                <a:lnTo>
                  <a:pt x="332015" y="46695"/>
                </a:lnTo>
                <a:lnTo>
                  <a:pt x="332047" y="47518"/>
                </a:lnTo>
                <a:lnTo>
                  <a:pt x="332099" y="48323"/>
                </a:lnTo>
                <a:lnTo>
                  <a:pt x="332173" y="49110"/>
                </a:lnTo>
                <a:lnTo>
                  <a:pt x="332268" y="49880"/>
                </a:lnTo>
                <a:lnTo>
                  <a:pt x="332383" y="50632"/>
                </a:lnTo>
                <a:lnTo>
                  <a:pt x="332520" y="51366"/>
                </a:lnTo>
                <a:lnTo>
                  <a:pt x="332678" y="52083"/>
                </a:lnTo>
                <a:lnTo>
                  <a:pt x="332857" y="52781"/>
                </a:lnTo>
                <a:lnTo>
                  <a:pt x="333057" y="53463"/>
                </a:lnTo>
                <a:lnTo>
                  <a:pt x="333278" y="54126"/>
                </a:lnTo>
                <a:lnTo>
                  <a:pt x="333520" y="54772"/>
                </a:lnTo>
                <a:lnTo>
                  <a:pt x="333783" y="55400"/>
                </a:lnTo>
                <a:lnTo>
                  <a:pt x="334067" y="56010"/>
                </a:lnTo>
                <a:lnTo>
                  <a:pt x="334372" y="56603"/>
                </a:lnTo>
                <a:lnTo>
                  <a:pt x="334698" y="57178"/>
                </a:lnTo>
                <a:lnTo>
                  <a:pt x="335045" y="57735"/>
                </a:lnTo>
                <a:lnTo>
                  <a:pt x="335413" y="58275"/>
                </a:lnTo>
                <a:lnTo>
                  <a:pt x="335803" y="58797"/>
                </a:lnTo>
                <a:lnTo>
                  <a:pt x="336213" y="59301"/>
                </a:lnTo>
                <a:lnTo>
                  <a:pt x="336644" y="59788"/>
                </a:lnTo>
                <a:lnTo>
                  <a:pt x="337097" y="60257"/>
                </a:lnTo>
                <a:lnTo>
                  <a:pt x="337570" y="60708"/>
                </a:lnTo>
                <a:lnTo>
                  <a:pt x="338065" y="61141"/>
                </a:lnTo>
                <a:lnTo>
                  <a:pt x="338582" y="61560"/>
                </a:lnTo>
                <a:lnTo>
                  <a:pt x="339122" y="61967"/>
                </a:lnTo>
                <a:lnTo>
                  <a:pt x="339687" y="62363"/>
                </a:lnTo>
                <a:lnTo>
                  <a:pt x="340276" y="62748"/>
                </a:lnTo>
                <a:lnTo>
                  <a:pt x="340888" y="63121"/>
                </a:lnTo>
                <a:lnTo>
                  <a:pt x="341525" y="63482"/>
                </a:lnTo>
                <a:lnTo>
                  <a:pt x="342185" y="63832"/>
                </a:lnTo>
                <a:lnTo>
                  <a:pt x="342869" y="64171"/>
                </a:lnTo>
                <a:lnTo>
                  <a:pt x="343578" y="64498"/>
                </a:lnTo>
                <a:lnTo>
                  <a:pt x="344310" y="64814"/>
                </a:lnTo>
                <a:lnTo>
                  <a:pt x="345066" y="65118"/>
                </a:lnTo>
                <a:lnTo>
                  <a:pt x="345845" y="65410"/>
                </a:lnTo>
                <a:lnTo>
                  <a:pt x="346649" y="65691"/>
                </a:lnTo>
                <a:lnTo>
                  <a:pt x="347477" y="65961"/>
                </a:lnTo>
                <a:lnTo>
                  <a:pt x="348328" y="66219"/>
                </a:lnTo>
                <a:lnTo>
                  <a:pt x="349204" y="66466"/>
                </a:lnTo>
                <a:lnTo>
                  <a:pt x="350103" y="66701"/>
                </a:lnTo>
                <a:lnTo>
                  <a:pt x="351027" y="66925"/>
                </a:lnTo>
                <a:lnTo>
                  <a:pt x="351974" y="67137"/>
                </a:lnTo>
                <a:lnTo>
                  <a:pt x="352945" y="67338"/>
                </a:lnTo>
                <a:lnTo>
                  <a:pt x="353940" y="67528"/>
                </a:lnTo>
                <a:lnTo>
                  <a:pt x="354959" y="67705"/>
                </a:lnTo>
                <a:lnTo>
                  <a:pt x="356001" y="67872"/>
                </a:lnTo>
                <a:lnTo>
                  <a:pt x="357068" y="68027"/>
                </a:lnTo>
                <a:lnTo>
                  <a:pt x="366431" y="69403"/>
                </a:lnTo>
                <a:lnTo>
                  <a:pt x="366919" y="69463"/>
                </a:lnTo>
                <a:lnTo>
                  <a:pt x="367396" y="69529"/>
                </a:lnTo>
                <a:lnTo>
                  <a:pt x="367863" y="69600"/>
                </a:lnTo>
                <a:lnTo>
                  <a:pt x="368319" y="69677"/>
                </a:lnTo>
                <a:lnTo>
                  <a:pt x="368764" y="69759"/>
                </a:lnTo>
                <a:lnTo>
                  <a:pt x="369198" y="69847"/>
                </a:lnTo>
                <a:lnTo>
                  <a:pt x="369621" y="69940"/>
                </a:lnTo>
                <a:lnTo>
                  <a:pt x="370034" y="70038"/>
                </a:lnTo>
                <a:lnTo>
                  <a:pt x="370436" y="70143"/>
                </a:lnTo>
                <a:lnTo>
                  <a:pt x="370827" y="70252"/>
                </a:lnTo>
                <a:lnTo>
                  <a:pt x="371208" y="70367"/>
                </a:lnTo>
                <a:lnTo>
                  <a:pt x="371577" y="70488"/>
                </a:lnTo>
                <a:lnTo>
                  <a:pt x="371936" y="70614"/>
                </a:lnTo>
                <a:lnTo>
                  <a:pt x="372285" y="70746"/>
                </a:lnTo>
                <a:lnTo>
                  <a:pt x="372622" y="70883"/>
                </a:lnTo>
                <a:lnTo>
                  <a:pt x="372949" y="71025"/>
                </a:lnTo>
                <a:lnTo>
                  <a:pt x="373264" y="71173"/>
                </a:lnTo>
                <a:lnTo>
                  <a:pt x="373570" y="71327"/>
                </a:lnTo>
                <a:lnTo>
                  <a:pt x="373864" y="71486"/>
                </a:lnTo>
                <a:lnTo>
                  <a:pt x="374147" y="71651"/>
                </a:lnTo>
                <a:lnTo>
                  <a:pt x="374420" y="71821"/>
                </a:lnTo>
                <a:lnTo>
                  <a:pt x="374682" y="71996"/>
                </a:lnTo>
                <a:lnTo>
                  <a:pt x="374934" y="72177"/>
                </a:lnTo>
                <a:lnTo>
                  <a:pt x="375174" y="72364"/>
                </a:lnTo>
                <a:lnTo>
                  <a:pt x="375405" y="72556"/>
                </a:lnTo>
                <a:lnTo>
                  <a:pt x="375625" y="72754"/>
                </a:lnTo>
                <a:lnTo>
                  <a:pt x="375836" y="72959"/>
                </a:lnTo>
                <a:lnTo>
                  <a:pt x="376037" y="73169"/>
                </a:lnTo>
                <a:lnTo>
                  <a:pt x="376228" y="73385"/>
                </a:lnTo>
                <a:lnTo>
                  <a:pt x="376410" y="73607"/>
                </a:lnTo>
                <a:lnTo>
                  <a:pt x="376581" y="73835"/>
                </a:lnTo>
                <a:lnTo>
                  <a:pt x="376743" y="74069"/>
                </a:lnTo>
                <a:lnTo>
                  <a:pt x="376895" y="74310"/>
                </a:lnTo>
                <a:lnTo>
                  <a:pt x="377037" y="74556"/>
                </a:lnTo>
                <a:lnTo>
                  <a:pt x="377170" y="74808"/>
                </a:lnTo>
                <a:lnTo>
                  <a:pt x="377292" y="75066"/>
                </a:lnTo>
                <a:lnTo>
                  <a:pt x="377405" y="75330"/>
                </a:lnTo>
                <a:lnTo>
                  <a:pt x="377508" y="75600"/>
                </a:lnTo>
                <a:lnTo>
                  <a:pt x="377601" y="75876"/>
                </a:lnTo>
                <a:lnTo>
                  <a:pt x="377684" y="76158"/>
                </a:lnTo>
                <a:lnTo>
                  <a:pt x="377758" y="76446"/>
                </a:lnTo>
                <a:lnTo>
                  <a:pt x="377822" y="76740"/>
                </a:lnTo>
                <a:lnTo>
                  <a:pt x="377876" y="77040"/>
                </a:lnTo>
                <a:lnTo>
                  <a:pt x="377920" y="77346"/>
                </a:lnTo>
                <a:lnTo>
                  <a:pt x="377954" y="77658"/>
                </a:lnTo>
                <a:lnTo>
                  <a:pt x="377979" y="77976"/>
                </a:lnTo>
                <a:lnTo>
                  <a:pt x="377993" y="78300"/>
                </a:lnTo>
                <a:lnTo>
                  <a:pt x="377998" y="78630"/>
                </a:lnTo>
                <a:lnTo>
                  <a:pt x="377993" y="78982"/>
                </a:lnTo>
                <a:lnTo>
                  <a:pt x="377976" y="79328"/>
                </a:lnTo>
                <a:lnTo>
                  <a:pt x="377949" y="79669"/>
                </a:lnTo>
                <a:lnTo>
                  <a:pt x="377910" y="80002"/>
                </a:lnTo>
                <a:lnTo>
                  <a:pt x="377861" y="80330"/>
                </a:lnTo>
                <a:lnTo>
                  <a:pt x="377800" y="80652"/>
                </a:lnTo>
                <a:lnTo>
                  <a:pt x="377729" y="80967"/>
                </a:lnTo>
                <a:lnTo>
                  <a:pt x="377646" y="81276"/>
                </a:lnTo>
                <a:lnTo>
                  <a:pt x="377553" y="81579"/>
                </a:lnTo>
                <a:lnTo>
                  <a:pt x="377448" y="81875"/>
                </a:lnTo>
                <a:lnTo>
                  <a:pt x="377333" y="82166"/>
                </a:lnTo>
                <a:lnTo>
                  <a:pt x="377207" y="82450"/>
                </a:lnTo>
                <a:lnTo>
                  <a:pt x="377069" y="82728"/>
                </a:lnTo>
                <a:lnTo>
                  <a:pt x="376921" y="83000"/>
                </a:lnTo>
                <a:lnTo>
                  <a:pt x="376761" y="83266"/>
                </a:lnTo>
                <a:lnTo>
                  <a:pt x="376591" y="83525"/>
                </a:lnTo>
                <a:lnTo>
                  <a:pt x="376409" y="83778"/>
                </a:lnTo>
                <a:lnTo>
                  <a:pt x="376217" y="84025"/>
                </a:lnTo>
                <a:lnTo>
                  <a:pt x="376014" y="84266"/>
                </a:lnTo>
                <a:lnTo>
                  <a:pt x="375799" y="84500"/>
                </a:lnTo>
                <a:lnTo>
                  <a:pt x="375574" y="84729"/>
                </a:lnTo>
                <a:lnTo>
                  <a:pt x="375337" y="84951"/>
                </a:lnTo>
                <a:lnTo>
                  <a:pt x="375090" y="85167"/>
                </a:lnTo>
                <a:lnTo>
                  <a:pt x="374832" y="85377"/>
                </a:lnTo>
                <a:lnTo>
                  <a:pt x="374562" y="85579"/>
                </a:lnTo>
                <a:lnTo>
                  <a:pt x="374282" y="85773"/>
                </a:lnTo>
                <a:lnTo>
                  <a:pt x="373991" y="85958"/>
                </a:lnTo>
                <a:lnTo>
                  <a:pt x="373688" y="86134"/>
                </a:lnTo>
                <a:lnTo>
                  <a:pt x="373375" y="86302"/>
                </a:lnTo>
                <a:lnTo>
                  <a:pt x="373050" y="86461"/>
                </a:lnTo>
                <a:lnTo>
                  <a:pt x="372715" y="86612"/>
                </a:lnTo>
                <a:lnTo>
                  <a:pt x="372369" y="86754"/>
                </a:lnTo>
                <a:lnTo>
                  <a:pt x="372011" y="86887"/>
                </a:lnTo>
                <a:lnTo>
                  <a:pt x="371643" y="87012"/>
                </a:lnTo>
                <a:lnTo>
                  <a:pt x="371263" y="87129"/>
                </a:lnTo>
                <a:lnTo>
                  <a:pt x="370873" y="87236"/>
                </a:lnTo>
                <a:lnTo>
                  <a:pt x="370472" y="87335"/>
                </a:lnTo>
                <a:lnTo>
                  <a:pt x="370059" y="87426"/>
                </a:lnTo>
                <a:lnTo>
                  <a:pt x="369636" y="87507"/>
                </a:lnTo>
                <a:lnTo>
                  <a:pt x="369201" y="87580"/>
                </a:lnTo>
                <a:lnTo>
                  <a:pt x="368756" y="87645"/>
                </a:lnTo>
                <a:lnTo>
                  <a:pt x="368300" y="87701"/>
                </a:lnTo>
                <a:lnTo>
                  <a:pt x="367832" y="87748"/>
                </a:lnTo>
                <a:lnTo>
                  <a:pt x="367354" y="87787"/>
                </a:lnTo>
                <a:lnTo>
                  <a:pt x="366864" y="87817"/>
                </a:lnTo>
                <a:lnTo>
                  <a:pt x="366364" y="87839"/>
                </a:lnTo>
                <a:lnTo>
                  <a:pt x="365852" y="87852"/>
                </a:lnTo>
                <a:lnTo>
                  <a:pt x="365330" y="87856"/>
                </a:lnTo>
                <a:lnTo>
                  <a:pt x="359272" y="87856"/>
                </a:lnTo>
                <a:lnTo>
                  <a:pt x="358840" y="87852"/>
                </a:lnTo>
                <a:lnTo>
                  <a:pt x="358414" y="87841"/>
                </a:lnTo>
                <a:lnTo>
                  <a:pt x="357995" y="87822"/>
                </a:lnTo>
                <a:lnTo>
                  <a:pt x="357583" y="87795"/>
                </a:lnTo>
                <a:lnTo>
                  <a:pt x="357178" y="87760"/>
                </a:lnTo>
                <a:lnTo>
                  <a:pt x="356780" y="87718"/>
                </a:lnTo>
                <a:lnTo>
                  <a:pt x="356389" y="87669"/>
                </a:lnTo>
                <a:lnTo>
                  <a:pt x="356005" y="87611"/>
                </a:lnTo>
                <a:lnTo>
                  <a:pt x="355628" y="87546"/>
                </a:lnTo>
                <a:lnTo>
                  <a:pt x="355257" y="87474"/>
                </a:lnTo>
                <a:lnTo>
                  <a:pt x="354894" y="87393"/>
                </a:lnTo>
                <a:lnTo>
                  <a:pt x="354538" y="87305"/>
                </a:lnTo>
                <a:lnTo>
                  <a:pt x="354188" y="87210"/>
                </a:lnTo>
                <a:lnTo>
                  <a:pt x="353846" y="87107"/>
                </a:lnTo>
                <a:lnTo>
                  <a:pt x="353510" y="86996"/>
                </a:lnTo>
                <a:lnTo>
                  <a:pt x="353181" y="86877"/>
                </a:lnTo>
                <a:lnTo>
                  <a:pt x="352860" y="86751"/>
                </a:lnTo>
                <a:lnTo>
                  <a:pt x="352545" y="86617"/>
                </a:lnTo>
                <a:lnTo>
                  <a:pt x="352237" y="86476"/>
                </a:lnTo>
                <a:lnTo>
                  <a:pt x="351936" y="86327"/>
                </a:lnTo>
                <a:lnTo>
                  <a:pt x="351642" y="86170"/>
                </a:lnTo>
                <a:lnTo>
                  <a:pt x="351355" y="86006"/>
                </a:lnTo>
                <a:lnTo>
                  <a:pt x="351075" y="85834"/>
                </a:lnTo>
                <a:lnTo>
                  <a:pt x="350802" y="85654"/>
                </a:lnTo>
                <a:lnTo>
                  <a:pt x="350538" y="85468"/>
                </a:lnTo>
                <a:lnTo>
                  <a:pt x="350283" y="85277"/>
                </a:lnTo>
                <a:lnTo>
                  <a:pt x="350040" y="85081"/>
                </a:lnTo>
                <a:lnTo>
                  <a:pt x="349806" y="84881"/>
                </a:lnTo>
                <a:lnTo>
                  <a:pt x="349582" y="84676"/>
                </a:lnTo>
                <a:lnTo>
                  <a:pt x="349369" y="84466"/>
                </a:lnTo>
                <a:lnTo>
                  <a:pt x="349166" y="84251"/>
                </a:lnTo>
                <a:lnTo>
                  <a:pt x="348974" y="84032"/>
                </a:lnTo>
                <a:lnTo>
                  <a:pt x="348792" y="83807"/>
                </a:lnTo>
                <a:lnTo>
                  <a:pt x="348620" y="83578"/>
                </a:lnTo>
                <a:lnTo>
                  <a:pt x="348458" y="83344"/>
                </a:lnTo>
                <a:lnTo>
                  <a:pt x="348307" y="83106"/>
                </a:lnTo>
                <a:lnTo>
                  <a:pt x="348165" y="82862"/>
                </a:lnTo>
                <a:lnTo>
                  <a:pt x="348034" y="82614"/>
                </a:lnTo>
                <a:lnTo>
                  <a:pt x="347914" y="82361"/>
                </a:lnTo>
                <a:lnTo>
                  <a:pt x="347804" y="82103"/>
                </a:lnTo>
                <a:lnTo>
                  <a:pt x="347704" y="81841"/>
                </a:lnTo>
                <a:lnTo>
                  <a:pt x="347614" y="81573"/>
                </a:lnTo>
                <a:lnTo>
                  <a:pt x="347534" y="81301"/>
                </a:lnTo>
                <a:lnTo>
                  <a:pt x="347465" y="81025"/>
                </a:lnTo>
                <a:lnTo>
                  <a:pt x="347406" y="80743"/>
                </a:lnTo>
                <a:lnTo>
                  <a:pt x="347358" y="80456"/>
                </a:lnTo>
                <a:lnTo>
                  <a:pt x="347319" y="80165"/>
                </a:lnTo>
                <a:lnTo>
                  <a:pt x="347291" y="79869"/>
                </a:lnTo>
                <a:lnTo>
                  <a:pt x="330078" y="79869"/>
                </a:lnTo>
                <a:lnTo>
                  <a:pt x="330107" y="80417"/>
                </a:lnTo>
                <a:lnTo>
                  <a:pt x="330147" y="80959"/>
                </a:lnTo>
                <a:lnTo>
                  <a:pt x="330199" y="81494"/>
                </a:lnTo>
                <a:lnTo>
                  <a:pt x="330263" y="82024"/>
                </a:lnTo>
                <a:lnTo>
                  <a:pt x="330339" y="82548"/>
                </a:lnTo>
                <a:lnTo>
                  <a:pt x="330426" y="83066"/>
                </a:lnTo>
                <a:lnTo>
                  <a:pt x="330525" y="83578"/>
                </a:lnTo>
                <a:lnTo>
                  <a:pt x="330636" y="84084"/>
                </a:lnTo>
                <a:lnTo>
                  <a:pt x="330759" y="84584"/>
                </a:lnTo>
                <a:lnTo>
                  <a:pt x="330893" y="85078"/>
                </a:lnTo>
                <a:lnTo>
                  <a:pt x="331039" y="85566"/>
                </a:lnTo>
                <a:lnTo>
                  <a:pt x="331196" y="86048"/>
                </a:lnTo>
                <a:lnTo>
                  <a:pt x="331366" y="86524"/>
                </a:lnTo>
                <a:lnTo>
                  <a:pt x="331547" y="86994"/>
                </a:lnTo>
                <a:lnTo>
                  <a:pt x="331739" y="87458"/>
                </a:lnTo>
                <a:lnTo>
                  <a:pt x="331944" y="87916"/>
                </a:lnTo>
                <a:lnTo>
                  <a:pt x="332160" y="88369"/>
                </a:lnTo>
                <a:lnTo>
                  <a:pt x="332388" y="88815"/>
                </a:lnTo>
                <a:lnTo>
                  <a:pt x="332627" y="89255"/>
                </a:lnTo>
                <a:lnTo>
                  <a:pt x="332879" y="89690"/>
                </a:lnTo>
                <a:lnTo>
                  <a:pt x="333142" y="90118"/>
                </a:lnTo>
                <a:lnTo>
                  <a:pt x="333416" y="90540"/>
                </a:lnTo>
                <a:lnTo>
                  <a:pt x="333703" y="90957"/>
                </a:lnTo>
                <a:lnTo>
                  <a:pt x="334001" y="91367"/>
                </a:lnTo>
                <a:lnTo>
                  <a:pt x="334310" y="91771"/>
                </a:lnTo>
                <a:lnTo>
                  <a:pt x="334629" y="92167"/>
                </a:lnTo>
                <a:lnTo>
                  <a:pt x="334957" y="92556"/>
                </a:lnTo>
                <a:lnTo>
                  <a:pt x="335296" y="92937"/>
                </a:lnTo>
                <a:lnTo>
                  <a:pt x="335644" y="93311"/>
                </a:lnTo>
                <a:lnTo>
                  <a:pt x="336002" y="93678"/>
                </a:lnTo>
                <a:lnTo>
                  <a:pt x="336370" y="94037"/>
                </a:lnTo>
                <a:lnTo>
                  <a:pt x="336748" y="94388"/>
                </a:lnTo>
                <a:lnTo>
                  <a:pt x="337135" y="94733"/>
                </a:lnTo>
                <a:lnTo>
                  <a:pt x="337532" y="95070"/>
                </a:lnTo>
                <a:lnTo>
                  <a:pt x="337939" y="95399"/>
                </a:lnTo>
                <a:lnTo>
                  <a:pt x="338356" y="95721"/>
                </a:lnTo>
                <a:lnTo>
                  <a:pt x="338783" y="96036"/>
                </a:lnTo>
                <a:lnTo>
                  <a:pt x="339219" y="96343"/>
                </a:lnTo>
                <a:lnTo>
                  <a:pt x="339665" y="96643"/>
                </a:lnTo>
                <a:lnTo>
                  <a:pt x="340122" y="96936"/>
                </a:lnTo>
                <a:lnTo>
                  <a:pt x="340587" y="97221"/>
                </a:lnTo>
                <a:lnTo>
                  <a:pt x="341063" y="97499"/>
                </a:lnTo>
                <a:lnTo>
                  <a:pt x="341548" y="97769"/>
                </a:lnTo>
                <a:lnTo>
                  <a:pt x="342044" y="98032"/>
                </a:lnTo>
                <a:lnTo>
                  <a:pt x="342549" y="98287"/>
                </a:lnTo>
                <a:lnTo>
                  <a:pt x="343063" y="98535"/>
                </a:lnTo>
                <a:lnTo>
                  <a:pt x="343588" y="98776"/>
                </a:lnTo>
                <a:lnTo>
                  <a:pt x="344122" y="99009"/>
                </a:lnTo>
                <a:lnTo>
                  <a:pt x="344666" y="99234"/>
                </a:lnTo>
                <a:lnTo>
                  <a:pt x="345217" y="99449"/>
                </a:lnTo>
                <a:lnTo>
                  <a:pt x="345775" y="99655"/>
                </a:lnTo>
                <a:lnTo>
                  <a:pt x="346342" y="99851"/>
                </a:lnTo>
                <a:lnTo>
                  <a:pt x="346915" y="100037"/>
                </a:lnTo>
                <a:lnTo>
                  <a:pt x="347497" y="100214"/>
                </a:lnTo>
                <a:lnTo>
                  <a:pt x="348086" y="100382"/>
                </a:lnTo>
                <a:lnTo>
                  <a:pt x="348683" y="100540"/>
                </a:lnTo>
                <a:lnTo>
                  <a:pt x="349288" y="100688"/>
                </a:lnTo>
                <a:lnTo>
                  <a:pt x="349900" y="100827"/>
                </a:lnTo>
                <a:lnTo>
                  <a:pt x="350519" y="100956"/>
                </a:lnTo>
                <a:lnTo>
                  <a:pt x="351147" y="101075"/>
                </a:lnTo>
                <a:lnTo>
                  <a:pt x="351782" y="101185"/>
                </a:lnTo>
                <a:lnTo>
                  <a:pt x="352425" y="101286"/>
                </a:lnTo>
                <a:lnTo>
                  <a:pt x="353075" y="101377"/>
                </a:lnTo>
                <a:lnTo>
                  <a:pt x="353733" y="101458"/>
                </a:lnTo>
                <a:lnTo>
                  <a:pt x="354399" y="101530"/>
                </a:lnTo>
                <a:lnTo>
                  <a:pt x="355072" y="101592"/>
                </a:lnTo>
                <a:lnTo>
                  <a:pt x="355753" y="101644"/>
                </a:lnTo>
                <a:lnTo>
                  <a:pt x="356441" y="101687"/>
                </a:lnTo>
                <a:lnTo>
                  <a:pt x="357138" y="101721"/>
                </a:lnTo>
                <a:lnTo>
                  <a:pt x="357842" y="101745"/>
                </a:lnTo>
                <a:lnTo>
                  <a:pt x="358553" y="101759"/>
                </a:lnTo>
                <a:lnTo>
                  <a:pt x="359272" y="101764"/>
                </a:lnTo>
                <a:lnTo>
                  <a:pt x="365330" y="101764"/>
                </a:lnTo>
                <a:lnTo>
                  <a:pt x="366534" y="101753"/>
                </a:lnTo>
                <a:lnTo>
                  <a:pt x="367714" y="101721"/>
                </a:lnTo>
                <a:lnTo>
                  <a:pt x="368868" y="101668"/>
                </a:lnTo>
                <a:lnTo>
                  <a:pt x="369999" y="101594"/>
                </a:lnTo>
                <a:close/>
                <a:moveTo>
                  <a:pt x="36697" y="101696"/>
                </a:moveTo>
                <a:lnTo>
                  <a:pt x="37800" y="101581"/>
                </a:lnTo>
                <a:lnTo>
                  <a:pt x="38883" y="101440"/>
                </a:lnTo>
                <a:lnTo>
                  <a:pt x="39946" y="101274"/>
                </a:lnTo>
                <a:lnTo>
                  <a:pt x="40989" y="101082"/>
                </a:lnTo>
                <a:lnTo>
                  <a:pt x="42011" y="100865"/>
                </a:lnTo>
                <a:lnTo>
                  <a:pt x="43014" y="100622"/>
                </a:lnTo>
                <a:lnTo>
                  <a:pt x="43997" y="100353"/>
                </a:lnTo>
                <a:lnTo>
                  <a:pt x="44959" y="100059"/>
                </a:lnTo>
                <a:lnTo>
                  <a:pt x="45902" y="99739"/>
                </a:lnTo>
                <a:lnTo>
                  <a:pt x="46824" y="99394"/>
                </a:lnTo>
                <a:lnTo>
                  <a:pt x="47726" y="99023"/>
                </a:lnTo>
                <a:lnTo>
                  <a:pt x="48608" y="98626"/>
                </a:lnTo>
                <a:lnTo>
                  <a:pt x="49470" y="98204"/>
                </a:lnTo>
                <a:lnTo>
                  <a:pt x="50312" y="97757"/>
                </a:lnTo>
                <a:lnTo>
                  <a:pt x="51134" y="97283"/>
                </a:lnTo>
                <a:lnTo>
                  <a:pt x="51936" y="96785"/>
                </a:lnTo>
                <a:lnTo>
                  <a:pt x="52718" y="96260"/>
                </a:lnTo>
                <a:lnTo>
                  <a:pt x="53480" y="95710"/>
                </a:lnTo>
                <a:lnTo>
                  <a:pt x="54221" y="95135"/>
                </a:lnTo>
                <a:lnTo>
                  <a:pt x="54943" y="94534"/>
                </a:lnTo>
                <a:lnTo>
                  <a:pt x="55640" y="93911"/>
                </a:lnTo>
                <a:lnTo>
                  <a:pt x="56309" y="93269"/>
                </a:lnTo>
                <a:lnTo>
                  <a:pt x="56950" y="92609"/>
                </a:lnTo>
                <a:lnTo>
                  <a:pt x="57563" y="91931"/>
                </a:lnTo>
                <a:lnTo>
                  <a:pt x="58148" y="91234"/>
                </a:lnTo>
                <a:lnTo>
                  <a:pt x="58704" y="90519"/>
                </a:lnTo>
                <a:lnTo>
                  <a:pt x="59232" y="89785"/>
                </a:lnTo>
                <a:lnTo>
                  <a:pt x="59732" y="89033"/>
                </a:lnTo>
                <a:lnTo>
                  <a:pt x="60204" y="88263"/>
                </a:lnTo>
                <a:lnTo>
                  <a:pt x="60648" y="87474"/>
                </a:lnTo>
                <a:lnTo>
                  <a:pt x="61063" y="86667"/>
                </a:lnTo>
                <a:lnTo>
                  <a:pt x="61450" y="85841"/>
                </a:lnTo>
                <a:lnTo>
                  <a:pt x="61809" y="84997"/>
                </a:lnTo>
                <a:lnTo>
                  <a:pt x="62140" y="84135"/>
                </a:lnTo>
                <a:lnTo>
                  <a:pt x="62442" y="83254"/>
                </a:lnTo>
                <a:lnTo>
                  <a:pt x="62716" y="82355"/>
                </a:lnTo>
                <a:lnTo>
                  <a:pt x="62962" y="81437"/>
                </a:lnTo>
                <a:lnTo>
                  <a:pt x="63180" y="80501"/>
                </a:lnTo>
                <a:lnTo>
                  <a:pt x="63369" y="79547"/>
                </a:lnTo>
                <a:lnTo>
                  <a:pt x="63531" y="78574"/>
                </a:lnTo>
                <a:lnTo>
                  <a:pt x="63664" y="77583"/>
                </a:lnTo>
                <a:lnTo>
                  <a:pt x="63769" y="76573"/>
                </a:lnTo>
                <a:lnTo>
                  <a:pt x="63845" y="75545"/>
                </a:lnTo>
                <a:lnTo>
                  <a:pt x="63894" y="74499"/>
                </a:lnTo>
                <a:lnTo>
                  <a:pt x="46681" y="74499"/>
                </a:lnTo>
                <a:lnTo>
                  <a:pt x="46640" y="74987"/>
                </a:lnTo>
                <a:lnTo>
                  <a:pt x="46588" y="75467"/>
                </a:lnTo>
                <a:lnTo>
                  <a:pt x="46525" y="75937"/>
                </a:lnTo>
                <a:lnTo>
                  <a:pt x="46450" y="76398"/>
                </a:lnTo>
                <a:lnTo>
                  <a:pt x="46362" y="76849"/>
                </a:lnTo>
                <a:lnTo>
                  <a:pt x="46264" y="77291"/>
                </a:lnTo>
                <a:lnTo>
                  <a:pt x="46153" y="77724"/>
                </a:lnTo>
                <a:lnTo>
                  <a:pt x="46031" y="78148"/>
                </a:lnTo>
                <a:lnTo>
                  <a:pt x="45897" y="78562"/>
                </a:lnTo>
                <a:lnTo>
                  <a:pt x="45751" y="78967"/>
                </a:lnTo>
                <a:lnTo>
                  <a:pt x="45594" y="79362"/>
                </a:lnTo>
                <a:lnTo>
                  <a:pt x="45425" y="79748"/>
                </a:lnTo>
                <a:lnTo>
                  <a:pt x="45244" y="80125"/>
                </a:lnTo>
                <a:lnTo>
                  <a:pt x="45051" y="80493"/>
                </a:lnTo>
                <a:lnTo>
                  <a:pt x="44847" y="80851"/>
                </a:lnTo>
                <a:lnTo>
                  <a:pt x="44631" y="81200"/>
                </a:lnTo>
                <a:lnTo>
                  <a:pt x="44403" y="81540"/>
                </a:lnTo>
                <a:lnTo>
                  <a:pt x="44163" y="81870"/>
                </a:lnTo>
                <a:lnTo>
                  <a:pt x="43912" y="82191"/>
                </a:lnTo>
                <a:lnTo>
                  <a:pt x="43649" y="82502"/>
                </a:lnTo>
                <a:lnTo>
                  <a:pt x="43375" y="82805"/>
                </a:lnTo>
                <a:lnTo>
                  <a:pt x="43088" y="83098"/>
                </a:lnTo>
                <a:lnTo>
                  <a:pt x="42790" y="83381"/>
                </a:lnTo>
                <a:lnTo>
                  <a:pt x="42480" y="83656"/>
                </a:lnTo>
                <a:lnTo>
                  <a:pt x="42160" y="83920"/>
                </a:lnTo>
                <a:lnTo>
                  <a:pt x="41830" y="84173"/>
                </a:lnTo>
                <a:lnTo>
                  <a:pt x="41490" y="84414"/>
                </a:lnTo>
                <a:lnTo>
                  <a:pt x="41140" y="84644"/>
                </a:lnTo>
                <a:lnTo>
                  <a:pt x="40780" y="84863"/>
                </a:lnTo>
                <a:lnTo>
                  <a:pt x="40411" y="85071"/>
                </a:lnTo>
                <a:lnTo>
                  <a:pt x="40031" y="85268"/>
                </a:lnTo>
                <a:lnTo>
                  <a:pt x="39642" y="85453"/>
                </a:lnTo>
                <a:lnTo>
                  <a:pt x="39243" y="85628"/>
                </a:lnTo>
                <a:lnTo>
                  <a:pt x="38835" y="85790"/>
                </a:lnTo>
                <a:lnTo>
                  <a:pt x="38416" y="85942"/>
                </a:lnTo>
                <a:lnTo>
                  <a:pt x="37988" y="86083"/>
                </a:lnTo>
                <a:lnTo>
                  <a:pt x="37550" y="86212"/>
                </a:lnTo>
                <a:lnTo>
                  <a:pt x="37102" y="86330"/>
                </a:lnTo>
                <a:lnTo>
                  <a:pt x="36644" y="86436"/>
                </a:lnTo>
                <a:lnTo>
                  <a:pt x="36177" y="86532"/>
                </a:lnTo>
                <a:lnTo>
                  <a:pt x="35699" y="86616"/>
                </a:lnTo>
                <a:lnTo>
                  <a:pt x="35212" y="86689"/>
                </a:lnTo>
                <a:lnTo>
                  <a:pt x="34715" y="86751"/>
                </a:lnTo>
                <a:lnTo>
                  <a:pt x="34208" y="86802"/>
                </a:lnTo>
                <a:lnTo>
                  <a:pt x="33692" y="86841"/>
                </a:lnTo>
                <a:lnTo>
                  <a:pt x="33166" y="86869"/>
                </a:lnTo>
                <a:lnTo>
                  <a:pt x="32629" y="86886"/>
                </a:lnTo>
                <a:lnTo>
                  <a:pt x="32083" y="86892"/>
                </a:lnTo>
                <a:lnTo>
                  <a:pt x="31515" y="86885"/>
                </a:lnTo>
                <a:lnTo>
                  <a:pt x="30956" y="86865"/>
                </a:lnTo>
                <a:lnTo>
                  <a:pt x="30408" y="86831"/>
                </a:lnTo>
                <a:lnTo>
                  <a:pt x="29869" y="86784"/>
                </a:lnTo>
                <a:lnTo>
                  <a:pt x="29341" y="86724"/>
                </a:lnTo>
                <a:lnTo>
                  <a:pt x="28822" y="86651"/>
                </a:lnTo>
                <a:lnTo>
                  <a:pt x="28314" y="86564"/>
                </a:lnTo>
                <a:lnTo>
                  <a:pt x="27815" y="86463"/>
                </a:lnTo>
                <a:lnTo>
                  <a:pt x="27327" y="86349"/>
                </a:lnTo>
                <a:lnTo>
                  <a:pt x="26849" y="86222"/>
                </a:lnTo>
                <a:lnTo>
                  <a:pt x="26380" y="86082"/>
                </a:lnTo>
                <a:lnTo>
                  <a:pt x="25922" y="85928"/>
                </a:lnTo>
                <a:lnTo>
                  <a:pt x="25474" y="85760"/>
                </a:lnTo>
                <a:lnTo>
                  <a:pt x="25036" y="85580"/>
                </a:lnTo>
                <a:lnTo>
                  <a:pt x="24608" y="85385"/>
                </a:lnTo>
                <a:lnTo>
                  <a:pt x="24189" y="85178"/>
                </a:lnTo>
                <a:lnTo>
                  <a:pt x="23781" y="84957"/>
                </a:lnTo>
                <a:lnTo>
                  <a:pt x="23383" y="84723"/>
                </a:lnTo>
                <a:lnTo>
                  <a:pt x="22995" y="84475"/>
                </a:lnTo>
                <a:lnTo>
                  <a:pt x="22617" y="84214"/>
                </a:lnTo>
                <a:lnTo>
                  <a:pt x="22249" y="83939"/>
                </a:lnTo>
                <a:lnTo>
                  <a:pt x="21891" y="83652"/>
                </a:lnTo>
                <a:lnTo>
                  <a:pt x="21543" y="83350"/>
                </a:lnTo>
                <a:lnTo>
                  <a:pt x="21205" y="83036"/>
                </a:lnTo>
                <a:lnTo>
                  <a:pt x="20880" y="82709"/>
                </a:lnTo>
                <a:lnTo>
                  <a:pt x="20568" y="82371"/>
                </a:lnTo>
                <a:lnTo>
                  <a:pt x="20270" y="82022"/>
                </a:lnTo>
                <a:lnTo>
                  <a:pt x="19986" y="81663"/>
                </a:lnTo>
                <a:lnTo>
                  <a:pt x="19715" y="81292"/>
                </a:lnTo>
                <a:lnTo>
                  <a:pt x="19459" y="80910"/>
                </a:lnTo>
                <a:lnTo>
                  <a:pt x="19216" y="80517"/>
                </a:lnTo>
                <a:lnTo>
                  <a:pt x="18988" y="80113"/>
                </a:lnTo>
                <a:lnTo>
                  <a:pt x="18773" y="79699"/>
                </a:lnTo>
                <a:lnTo>
                  <a:pt x="18572" y="79273"/>
                </a:lnTo>
                <a:lnTo>
                  <a:pt x="18385" y="78836"/>
                </a:lnTo>
                <a:lnTo>
                  <a:pt x="18211" y="78388"/>
                </a:lnTo>
                <a:lnTo>
                  <a:pt x="18052" y="77930"/>
                </a:lnTo>
                <a:lnTo>
                  <a:pt x="17906" y="77460"/>
                </a:lnTo>
                <a:lnTo>
                  <a:pt x="17775" y="76979"/>
                </a:lnTo>
                <a:lnTo>
                  <a:pt x="17657" y="76487"/>
                </a:lnTo>
                <a:lnTo>
                  <a:pt x="17553" y="75985"/>
                </a:lnTo>
                <a:lnTo>
                  <a:pt x="17463" y="75471"/>
                </a:lnTo>
                <a:lnTo>
                  <a:pt x="17386" y="74946"/>
                </a:lnTo>
                <a:lnTo>
                  <a:pt x="17324" y="74411"/>
                </a:lnTo>
                <a:lnTo>
                  <a:pt x="17276" y="73864"/>
                </a:lnTo>
                <a:lnTo>
                  <a:pt x="17241" y="73306"/>
                </a:lnTo>
                <a:lnTo>
                  <a:pt x="17220" y="72738"/>
                </a:lnTo>
                <a:lnTo>
                  <a:pt x="17213" y="72158"/>
                </a:lnTo>
                <a:lnTo>
                  <a:pt x="17213" y="53016"/>
                </a:lnTo>
                <a:lnTo>
                  <a:pt x="17220" y="52436"/>
                </a:lnTo>
                <a:lnTo>
                  <a:pt x="17241" y="51868"/>
                </a:lnTo>
                <a:lnTo>
                  <a:pt x="17276" y="51311"/>
                </a:lnTo>
                <a:lnTo>
                  <a:pt x="17324" y="50765"/>
                </a:lnTo>
                <a:lnTo>
                  <a:pt x="17386" y="50230"/>
                </a:lnTo>
                <a:lnTo>
                  <a:pt x="17463" y="49707"/>
                </a:lnTo>
                <a:lnTo>
                  <a:pt x="17553" y="49195"/>
                </a:lnTo>
                <a:lnTo>
                  <a:pt x="17657" y="48694"/>
                </a:lnTo>
                <a:lnTo>
                  <a:pt x="17775" y="48204"/>
                </a:lnTo>
                <a:lnTo>
                  <a:pt x="17906" y="47726"/>
                </a:lnTo>
                <a:lnTo>
                  <a:pt x="18052" y="47258"/>
                </a:lnTo>
                <a:lnTo>
                  <a:pt x="18211" y="46802"/>
                </a:lnTo>
                <a:lnTo>
                  <a:pt x="18385" y="46358"/>
                </a:lnTo>
                <a:lnTo>
                  <a:pt x="18572" y="45924"/>
                </a:lnTo>
                <a:lnTo>
                  <a:pt x="18773" y="45502"/>
                </a:lnTo>
                <a:lnTo>
                  <a:pt x="18988" y="45091"/>
                </a:lnTo>
                <a:lnTo>
                  <a:pt x="19216" y="44691"/>
                </a:lnTo>
                <a:lnTo>
                  <a:pt x="19459" y="44303"/>
                </a:lnTo>
                <a:lnTo>
                  <a:pt x="19715" y="43925"/>
                </a:lnTo>
                <a:lnTo>
                  <a:pt x="19986" y="43559"/>
                </a:lnTo>
                <a:lnTo>
                  <a:pt x="20270" y="43204"/>
                </a:lnTo>
                <a:lnTo>
                  <a:pt x="20568" y="42861"/>
                </a:lnTo>
                <a:lnTo>
                  <a:pt x="20880" y="42528"/>
                </a:lnTo>
                <a:lnTo>
                  <a:pt x="21205" y="42207"/>
                </a:lnTo>
                <a:lnTo>
                  <a:pt x="21543" y="41898"/>
                </a:lnTo>
                <a:lnTo>
                  <a:pt x="21891" y="41602"/>
                </a:lnTo>
                <a:lnTo>
                  <a:pt x="22249" y="41319"/>
                </a:lnTo>
                <a:lnTo>
                  <a:pt x="22617" y="41050"/>
                </a:lnTo>
                <a:lnTo>
                  <a:pt x="22995" y="40793"/>
                </a:lnTo>
                <a:lnTo>
                  <a:pt x="23383" y="40550"/>
                </a:lnTo>
                <a:lnTo>
                  <a:pt x="23781" y="40319"/>
                </a:lnTo>
                <a:lnTo>
                  <a:pt x="24189" y="40102"/>
                </a:lnTo>
                <a:lnTo>
                  <a:pt x="24608" y="39898"/>
                </a:lnTo>
                <a:lnTo>
                  <a:pt x="25036" y="39708"/>
                </a:lnTo>
                <a:lnTo>
                  <a:pt x="25474" y="39530"/>
                </a:lnTo>
                <a:lnTo>
                  <a:pt x="25922" y="39366"/>
                </a:lnTo>
                <a:lnTo>
                  <a:pt x="26380" y="39214"/>
                </a:lnTo>
                <a:lnTo>
                  <a:pt x="26849" y="39076"/>
                </a:lnTo>
                <a:lnTo>
                  <a:pt x="27327" y="38951"/>
                </a:lnTo>
                <a:lnTo>
                  <a:pt x="27815" y="38840"/>
                </a:lnTo>
                <a:lnTo>
                  <a:pt x="28314" y="38741"/>
                </a:lnTo>
                <a:lnTo>
                  <a:pt x="28822" y="38655"/>
                </a:lnTo>
                <a:lnTo>
                  <a:pt x="29341" y="38583"/>
                </a:lnTo>
                <a:lnTo>
                  <a:pt x="29869" y="38524"/>
                </a:lnTo>
                <a:lnTo>
                  <a:pt x="30408" y="38478"/>
                </a:lnTo>
                <a:lnTo>
                  <a:pt x="30956" y="38445"/>
                </a:lnTo>
                <a:lnTo>
                  <a:pt x="31515" y="38425"/>
                </a:lnTo>
                <a:lnTo>
                  <a:pt x="32083" y="38419"/>
                </a:lnTo>
                <a:lnTo>
                  <a:pt x="32629" y="38424"/>
                </a:lnTo>
                <a:lnTo>
                  <a:pt x="33166" y="38441"/>
                </a:lnTo>
                <a:lnTo>
                  <a:pt x="33692" y="38469"/>
                </a:lnTo>
                <a:lnTo>
                  <a:pt x="34208" y="38508"/>
                </a:lnTo>
                <a:lnTo>
                  <a:pt x="34715" y="38559"/>
                </a:lnTo>
                <a:lnTo>
                  <a:pt x="35212" y="38621"/>
                </a:lnTo>
                <a:lnTo>
                  <a:pt x="35699" y="38694"/>
                </a:lnTo>
                <a:lnTo>
                  <a:pt x="36177" y="38778"/>
                </a:lnTo>
                <a:lnTo>
                  <a:pt x="36644" y="38874"/>
                </a:lnTo>
                <a:lnTo>
                  <a:pt x="37102" y="38980"/>
                </a:lnTo>
                <a:lnTo>
                  <a:pt x="37550" y="39098"/>
                </a:lnTo>
                <a:lnTo>
                  <a:pt x="37988" y="39228"/>
                </a:lnTo>
                <a:lnTo>
                  <a:pt x="38416" y="39368"/>
                </a:lnTo>
                <a:lnTo>
                  <a:pt x="38835" y="39520"/>
                </a:lnTo>
                <a:lnTo>
                  <a:pt x="39243" y="39683"/>
                </a:lnTo>
                <a:lnTo>
                  <a:pt x="39642" y="39857"/>
                </a:lnTo>
                <a:lnTo>
                  <a:pt x="40031" y="40042"/>
                </a:lnTo>
                <a:lnTo>
                  <a:pt x="40411" y="40239"/>
                </a:lnTo>
                <a:lnTo>
                  <a:pt x="40780" y="40447"/>
                </a:lnTo>
                <a:lnTo>
                  <a:pt x="41140" y="40666"/>
                </a:lnTo>
                <a:lnTo>
                  <a:pt x="41490" y="40896"/>
                </a:lnTo>
                <a:lnTo>
                  <a:pt x="41830" y="41138"/>
                </a:lnTo>
                <a:lnTo>
                  <a:pt x="42160" y="41390"/>
                </a:lnTo>
                <a:lnTo>
                  <a:pt x="42480" y="41654"/>
                </a:lnTo>
                <a:lnTo>
                  <a:pt x="42790" y="41929"/>
                </a:lnTo>
                <a:lnTo>
                  <a:pt x="43088" y="42212"/>
                </a:lnTo>
                <a:lnTo>
                  <a:pt x="43375" y="42505"/>
                </a:lnTo>
                <a:lnTo>
                  <a:pt x="43649" y="42808"/>
                </a:lnTo>
                <a:lnTo>
                  <a:pt x="43912" y="43119"/>
                </a:lnTo>
                <a:lnTo>
                  <a:pt x="44163" y="43440"/>
                </a:lnTo>
                <a:lnTo>
                  <a:pt x="44403" y="43771"/>
                </a:lnTo>
                <a:lnTo>
                  <a:pt x="44631" y="44110"/>
                </a:lnTo>
                <a:lnTo>
                  <a:pt x="44847" y="44459"/>
                </a:lnTo>
                <a:lnTo>
                  <a:pt x="45051" y="44818"/>
                </a:lnTo>
                <a:lnTo>
                  <a:pt x="45244" y="45185"/>
                </a:lnTo>
                <a:lnTo>
                  <a:pt x="45425" y="45562"/>
                </a:lnTo>
                <a:lnTo>
                  <a:pt x="45594" y="45949"/>
                </a:lnTo>
                <a:lnTo>
                  <a:pt x="45751" y="46344"/>
                </a:lnTo>
                <a:lnTo>
                  <a:pt x="45897" y="46749"/>
                </a:lnTo>
                <a:lnTo>
                  <a:pt x="46031" y="47163"/>
                </a:lnTo>
                <a:lnTo>
                  <a:pt x="46153" y="47587"/>
                </a:lnTo>
                <a:lnTo>
                  <a:pt x="46264" y="48020"/>
                </a:lnTo>
                <a:lnTo>
                  <a:pt x="46362" y="48462"/>
                </a:lnTo>
                <a:lnTo>
                  <a:pt x="46450" y="48914"/>
                </a:lnTo>
                <a:lnTo>
                  <a:pt x="46525" y="49375"/>
                </a:lnTo>
                <a:lnTo>
                  <a:pt x="46588" y="49845"/>
                </a:lnTo>
                <a:lnTo>
                  <a:pt x="46640" y="50325"/>
                </a:lnTo>
                <a:lnTo>
                  <a:pt x="46681" y="50814"/>
                </a:lnTo>
                <a:lnTo>
                  <a:pt x="63894" y="50814"/>
                </a:lnTo>
                <a:lnTo>
                  <a:pt x="63845" y="49767"/>
                </a:lnTo>
                <a:lnTo>
                  <a:pt x="63769" y="48739"/>
                </a:lnTo>
                <a:lnTo>
                  <a:pt x="63664" y="47729"/>
                </a:lnTo>
                <a:lnTo>
                  <a:pt x="63531" y="46738"/>
                </a:lnTo>
                <a:lnTo>
                  <a:pt x="63369" y="45765"/>
                </a:lnTo>
                <a:lnTo>
                  <a:pt x="63180" y="44810"/>
                </a:lnTo>
                <a:lnTo>
                  <a:pt x="62962" y="43874"/>
                </a:lnTo>
                <a:lnTo>
                  <a:pt x="62716" y="42956"/>
                </a:lnTo>
                <a:lnTo>
                  <a:pt x="62442" y="42057"/>
                </a:lnTo>
                <a:lnTo>
                  <a:pt x="62140" y="41176"/>
                </a:lnTo>
                <a:lnTo>
                  <a:pt x="61809" y="40313"/>
                </a:lnTo>
                <a:lnTo>
                  <a:pt x="61450" y="39469"/>
                </a:lnTo>
                <a:lnTo>
                  <a:pt x="61063" y="38644"/>
                </a:lnTo>
                <a:lnTo>
                  <a:pt x="60648" y="37836"/>
                </a:lnTo>
                <a:lnTo>
                  <a:pt x="60204" y="37047"/>
                </a:lnTo>
                <a:lnTo>
                  <a:pt x="59732" y="36277"/>
                </a:lnTo>
                <a:lnTo>
                  <a:pt x="59232" y="35525"/>
                </a:lnTo>
                <a:lnTo>
                  <a:pt x="58704" y="34791"/>
                </a:lnTo>
                <a:lnTo>
                  <a:pt x="58148" y="34076"/>
                </a:lnTo>
                <a:lnTo>
                  <a:pt x="57563" y="33379"/>
                </a:lnTo>
                <a:lnTo>
                  <a:pt x="56950" y="32701"/>
                </a:lnTo>
                <a:lnTo>
                  <a:pt x="56309" y="32041"/>
                </a:lnTo>
                <a:lnTo>
                  <a:pt x="55640" y="31400"/>
                </a:lnTo>
                <a:lnTo>
                  <a:pt x="54943" y="30776"/>
                </a:lnTo>
                <a:lnTo>
                  <a:pt x="54221" y="30175"/>
                </a:lnTo>
                <a:lnTo>
                  <a:pt x="53480" y="29600"/>
                </a:lnTo>
                <a:lnTo>
                  <a:pt x="52718" y="29050"/>
                </a:lnTo>
                <a:lnTo>
                  <a:pt x="51936" y="28526"/>
                </a:lnTo>
                <a:lnTo>
                  <a:pt x="51134" y="28027"/>
                </a:lnTo>
                <a:lnTo>
                  <a:pt x="50312" y="27553"/>
                </a:lnTo>
                <a:lnTo>
                  <a:pt x="49470" y="27106"/>
                </a:lnTo>
                <a:lnTo>
                  <a:pt x="48608" y="26684"/>
                </a:lnTo>
                <a:lnTo>
                  <a:pt x="47726" y="26287"/>
                </a:lnTo>
                <a:lnTo>
                  <a:pt x="46824" y="25916"/>
                </a:lnTo>
                <a:lnTo>
                  <a:pt x="45902" y="25571"/>
                </a:lnTo>
                <a:lnTo>
                  <a:pt x="44959" y="25251"/>
                </a:lnTo>
                <a:lnTo>
                  <a:pt x="43997" y="24957"/>
                </a:lnTo>
                <a:lnTo>
                  <a:pt x="43014" y="24689"/>
                </a:lnTo>
                <a:lnTo>
                  <a:pt x="42011" y="24446"/>
                </a:lnTo>
                <a:lnTo>
                  <a:pt x="40989" y="24228"/>
                </a:lnTo>
                <a:lnTo>
                  <a:pt x="39946" y="24036"/>
                </a:lnTo>
                <a:lnTo>
                  <a:pt x="38883" y="23870"/>
                </a:lnTo>
                <a:lnTo>
                  <a:pt x="37800" y="23729"/>
                </a:lnTo>
                <a:lnTo>
                  <a:pt x="36697" y="23614"/>
                </a:lnTo>
                <a:lnTo>
                  <a:pt x="35574" y="23525"/>
                </a:lnTo>
                <a:lnTo>
                  <a:pt x="34430" y="23461"/>
                </a:lnTo>
                <a:lnTo>
                  <a:pt x="33267" y="23422"/>
                </a:lnTo>
                <a:lnTo>
                  <a:pt x="32083" y="23410"/>
                </a:lnTo>
                <a:lnTo>
                  <a:pt x="31284" y="23416"/>
                </a:lnTo>
                <a:lnTo>
                  <a:pt x="30494" y="23435"/>
                </a:lnTo>
                <a:lnTo>
                  <a:pt x="29712" y="23467"/>
                </a:lnTo>
                <a:lnTo>
                  <a:pt x="28938" y="23511"/>
                </a:lnTo>
                <a:lnTo>
                  <a:pt x="28172" y="23568"/>
                </a:lnTo>
                <a:lnTo>
                  <a:pt x="27415" y="23638"/>
                </a:lnTo>
                <a:lnTo>
                  <a:pt x="26666" y="23720"/>
                </a:lnTo>
                <a:lnTo>
                  <a:pt x="25925" y="23815"/>
                </a:lnTo>
                <a:lnTo>
                  <a:pt x="25193" y="23923"/>
                </a:lnTo>
                <a:lnTo>
                  <a:pt x="24470" y="24043"/>
                </a:lnTo>
                <a:lnTo>
                  <a:pt x="23754" y="24176"/>
                </a:lnTo>
                <a:lnTo>
                  <a:pt x="23047" y="24322"/>
                </a:lnTo>
                <a:lnTo>
                  <a:pt x="22348" y="24480"/>
                </a:lnTo>
                <a:lnTo>
                  <a:pt x="21658" y="24652"/>
                </a:lnTo>
                <a:lnTo>
                  <a:pt x="20976" y="24835"/>
                </a:lnTo>
                <a:lnTo>
                  <a:pt x="20303" y="25032"/>
                </a:lnTo>
                <a:lnTo>
                  <a:pt x="19637" y="25241"/>
                </a:lnTo>
                <a:lnTo>
                  <a:pt x="18981" y="25463"/>
                </a:lnTo>
                <a:lnTo>
                  <a:pt x="18332" y="25697"/>
                </a:lnTo>
                <a:lnTo>
                  <a:pt x="17692" y="25944"/>
                </a:lnTo>
                <a:lnTo>
                  <a:pt x="17060" y="26204"/>
                </a:lnTo>
                <a:lnTo>
                  <a:pt x="16437" y="26476"/>
                </a:lnTo>
                <a:lnTo>
                  <a:pt x="15822" y="26762"/>
                </a:lnTo>
                <a:lnTo>
                  <a:pt x="15215" y="27059"/>
                </a:lnTo>
                <a:lnTo>
                  <a:pt x="14618" y="27369"/>
                </a:lnTo>
                <a:lnTo>
                  <a:pt x="14033" y="27688"/>
                </a:lnTo>
                <a:lnTo>
                  <a:pt x="13458" y="28018"/>
                </a:lnTo>
                <a:lnTo>
                  <a:pt x="12895" y="28358"/>
                </a:lnTo>
                <a:lnTo>
                  <a:pt x="12344" y="28708"/>
                </a:lnTo>
                <a:lnTo>
                  <a:pt x="11803" y="29068"/>
                </a:lnTo>
                <a:lnTo>
                  <a:pt x="11274" y="29439"/>
                </a:lnTo>
                <a:lnTo>
                  <a:pt x="10755" y="29820"/>
                </a:lnTo>
                <a:lnTo>
                  <a:pt x="10249" y="30212"/>
                </a:lnTo>
                <a:lnTo>
                  <a:pt x="9753" y="30614"/>
                </a:lnTo>
                <a:lnTo>
                  <a:pt x="9268" y="31026"/>
                </a:lnTo>
                <a:lnTo>
                  <a:pt x="8795" y="31448"/>
                </a:lnTo>
                <a:lnTo>
                  <a:pt x="8333" y="31880"/>
                </a:lnTo>
                <a:lnTo>
                  <a:pt x="7882" y="32323"/>
                </a:lnTo>
                <a:lnTo>
                  <a:pt x="7443" y="32776"/>
                </a:lnTo>
                <a:lnTo>
                  <a:pt x="7015" y="33240"/>
                </a:lnTo>
                <a:lnTo>
                  <a:pt x="6597" y="33714"/>
                </a:lnTo>
                <a:lnTo>
                  <a:pt x="6192" y="34198"/>
                </a:lnTo>
                <a:lnTo>
                  <a:pt x="5797" y="34692"/>
                </a:lnTo>
                <a:lnTo>
                  <a:pt x="5414" y="35196"/>
                </a:lnTo>
                <a:lnTo>
                  <a:pt x="5041" y="35711"/>
                </a:lnTo>
                <a:lnTo>
                  <a:pt x="4680" y="36236"/>
                </a:lnTo>
                <a:lnTo>
                  <a:pt x="4331" y="36772"/>
                </a:lnTo>
                <a:lnTo>
                  <a:pt x="3992" y="37318"/>
                </a:lnTo>
                <a:lnTo>
                  <a:pt x="3667" y="37873"/>
                </a:lnTo>
                <a:lnTo>
                  <a:pt x="3355" y="38437"/>
                </a:lnTo>
                <a:lnTo>
                  <a:pt x="3057" y="39011"/>
                </a:lnTo>
                <a:lnTo>
                  <a:pt x="2772" y="39594"/>
                </a:lnTo>
                <a:lnTo>
                  <a:pt x="2502" y="40185"/>
                </a:lnTo>
                <a:lnTo>
                  <a:pt x="2246" y="40786"/>
                </a:lnTo>
                <a:lnTo>
                  <a:pt x="2003" y="41396"/>
                </a:lnTo>
                <a:lnTo>
                  <a:pt x="1774" y="42015"/>
                </a:lnTo>
                <a:lnTo>
                  <a:pt x="1559" y="42643"/>
                </a:lnTo>
                <a:lnTo>
                  <a:pt x="1358" y="43280"/>
                </a:lnTo>
                <a:lnTo>
                  <a:pt x="1171" y="43927"/>
                </a:lnTo>
                <a:lnTo>
                  <a:pt x="998" y="44582"/>
                </a:lnTo>
                <a:lnTo>
                  <a:pt x="839" y="45246"/>
                </a:lnTo>
                <a:lnTo>
                  <a:pt x="693" y="45920"/>
                </a:lnTo>
                <a:lnTo>
                  <a:pt x="561" y="46602"/>
                </a:lnTo>
                <a:lnTo>
                  <a:pt x="444" y="47294"/>
                </a:lnTo>
                <a:lnTo>
                  <a:pt x="340" y="47995"/>
                </a:lnTo>
                <a:lnTo>
                  <a:pt x="250" y="48705"/>
                </a:lnTo>
                <a:lnTo>
                  <a:pt x="173" y="49424"/>
                </a:lnTo>
                <a:lnTo>
                  <a:pt x="111" y="50152"/>
                </a:lnTo>
                <a:lnTo>
                  <a:pt x="62" y="50889"/>
                </a:lnTo>
                <a:lnTo>
                  <a:pt x="28" y="51635"/>
                </a:lnTo>
                <a:lnTo>
                  <a:pt x="7" y="52390"/>
                </a:lnTo>
                <a:lnTo>
                  <a:pt x="0" y="53154"/>
                </a:lnTo>
                <a:lnTo>
                  <a:pt x="0" y="72158"/>
                </a:lnTo>
                <a:lnTo>
                  <a:pt x="7" y="72911"/>
                </a:lnTo>
                <a:lnTo>
                  <a:pt x="28" y="73656"/>
                </a:lnTo>
                <a:lnTo>
                  <a:pt x="62" y="74392"/>
                </a:lnTo>
                <a:lnTo>
                  <a:pt x="111" y="75120"/>
                </a:lnTo>
                <a:lnTo>
                  <a:pt x="173" y="75840"/>
                </a:lnTo>
                <a:lnTo>
                  <a:pt x="250" y="76551"/>
                </a:lnTo>
                <a:lnTo>
                  <a:pt x="340" y="77254"/>
                </a:lnTo>
                <a:lnTo>
                  <a:pt x="444" y="77949"/>
                </a:lnTo>
                <a:lnTo>
                  <a:pt x="561" y="78635"/>
                </a:lnTo>
                <a:lnTo>
                  <a:pt x="693" y="79313"/>
                </a:lnTo>
                <a:lnTo>
                  <a:pt x="839" y="79982"/>
                </a:lnTo>
                <a:lnTo>
                  <a:pt x="998" y="80644"/>
                </a:lnTo>
                <a:lnTo>
                  <a:pt x="1171" y="81296"/>
                </a:lnTo>
                <a:lnTo>
                  <a:pt x="1358" y="81941"/>
                </a:lnTo>
                <a:lnTo>
                  <a:pt x="1559" y="82577"/>
                </a:lnTo>
                <a:lnTo>
                  <a:pt x="1774" y="83205"/>
                </a:lnTo>
                <a:lnTo>
                  <a:pt x="2003" y="83824"/>
                </a:lnTo>
                <a:lnTo>
                  <a:pt x="2246" y="84435"/>
                </a:lnTo>
                <a:lnTo>
                  <a:pt x="2502" y="85038"/>
                </a:lnTo>
                <a:lnTo>
                  <a:pt x="2772" y="85632"/>
                </a:lnTo>
                <a:lnTo>
                  <a:pt x="3057" y="86218"/>
                </a:lnTo>
                <a:lnTo>
                  <a:pt x="3355" y="86795"/>
                </a:lnTo>
                <a:lnTo>
                  <a:pt x="3667" y="87365"/>
                </a:lnTo>
                <a:lnTo>
                  <a:pt x="3992" y="87925"/>
                </a:lnTo>
                <a:lnTo>
                  <a:pt x="4331" y="88477"/>
                </a:lnTo>
                <a:lnTo>
                  <a:pt x="4680" y="89017"/>
                </a:lnTo>
                <a:lnTo>
                  <a:pt x="5041" y="89547"/>
                </a:lnTo>
                <a:lnTo>
                  <a:pt x="5414" y="90067"/>
                </a:lnTo>
                <a:lnTo>
                  <a:pt x="5797" y="90576"/>
                </a:lnTo>
                <a:lnTo>
                  <a:pt x="6192" y="91075"/>
                </a:lnTo>
                <a:lnTo>
                  <a:pt x="6597" y="91563"/>
                </a:lnTo>
                <a:lnTo>
                  <a:pt x="7015" y="92041"/>
                </a:lnTo>
                <a:lnTo>
                  <a:pt x="7443" y="92508"/>
                </a:lnTo>
                <a:lnTo>
                  <a:pt x="7882" y="92964"/>
                </a:lnTo>
                <a:lnTo>
                  <a:pt x="8333" y="93410"/>
                </a:lnTo>
                <a:lnTo>
                  <a:pt x="8795" y="93846"/>
                </a:lnTo>
                <a:lnTo>
                  <a:pt x="9268" y="94271"/>
                </a:lnTo>
                <a:lnTo>
                  <a:pt x="9753" y="94686"/>
                </a:lnTo>
                <a:lnTo>
                  <a:pt x="10249" y="95090"/>
                </a:lnTo>
                <a:lnTo>
                  <a:pt x="10755" y="95483"/>
                </a:lnTo>
                <a:lnTo>
                  <a:pt x="11274" y="95866"/>
                </a:lnTo>
                <a:lnTo>
                  <a:pt x="11803" y="96239"/>
                </a:lnTo>
                <a:lnTo>
                  <a:pt x="12344" y="96601"/>
                </a:lnTo>
                <a:lnTo>
                  <a:pt x="12895" y="96952"/>
                </a:lnTo>
                <a:lnTo>
                  <a:pt x="13458" y="97293"/>
                </a:lnTo>
                <a:lnTo>
                  <a:pt x="14033" y="97623"/>
                </a:lnTo>
                <a:lnTo>
                  <a:pt x="14618" y="97943"/>
                </a:lnTo>
                <a:lnTo>
                  <a:pt x="15215" y="98253"/>
                </a:lnTo>
                <a:lnTo>
                  <a:pt x="15822" y="98550"/>
                </a:lnTo>
                <a:lnTo>
                  <a:pt x="16437" y="98835"/>
                </a:lnTo>
                <a:lnTo>
                  <a:pt x="17060" y="99108"/>
                </a:lnTo>
                <a:lnTo>
                  <a:pt x="17692" y="99367"/>
                </a:lnTo>
                <a:lnTo>
                  <a:pt x="18332" y="99614"/>
                </a:lnTo>
                <a:lnTo>
                  <a:pt x="18981" y="99849"/>
                </a:lnTo>
                <a:lnTo>
                  <a:pt x="19637" y="100070"/>
                </a:lnTo>
                <a:lnTo>
                  <a:pt x="20303" y="100279"/>
                </a:lnTo>
                <a:lnTo>
                  <a:pt x="20976" y="100476"/>
                </a:lnTo>
                <a:lnTo>
                  <a:pt x="21658" y="100659"/>
                </a:lnTo>
                <a:lnTo>
                  <a:pt x="22348" y="100830"/>
                </a:lnTo>
                <a:lnTo>
                  <a:pt x="23047" y="100989"/>
                </a:lnTo>
                <a:lnTo>
                  <a:pt x="23754" y="101134"/>
                </a:lnTo>
                <a:lnTo>
                  <a:pt x="24470" y="101267"/>
                </a:lnTo>
                <a:lnTo>
                  <a:pt x="25193" y="101388"/>
                </a:lnTo>
                <a:lnTo>
                  <a:pt x="25925" y="101495"/>
                </a:lnTo>
                <a:lnTo>
                  <a:pt x="26666" y="101590"/>
                </a:lnTo>
                <a:lnTo>
                  <a:pt x="27415" y="101673"/>
                </a:lnTo>
                <a:lnTo>
                  <a:pt x="28172" y="101742"/>
                </a:lnTo>
                <a:lnTo>
                  <a:pt x="28938" y="101799"/>
                </a:lnTo>
                <a:lnTo>
                  <a:pt x="29712" y="101844"/>
                </a:lnTo>
                <a:lnTo>
                  <a:pt x="30494" y="101875"/>
                </a:lnTo>
                <a:lnTo>
                  <a:pt x="31284" y="101894"/>
                </a:lnTo>
                <a:lnTo>
                  <a:pt x="32083" y="101901"/>
                </a:lnTo>
                <a:lnTo>
                  <a:pt x="33267" y="101888"/>
                </a:lnTo>
                <a:lnTo>
                  <a:pt x="34430" y="101849"/>
                </a:lnTo>
                <a:lnTo>
                  <a:pt x="35574" y="101785"/>
                </a:lnTo>
                <a:lnTo>
                  <a:pt x="36697" y="101696"/>
                </a:lnTo>
                <a:close/>
                <a:moveTo>
                  <a:pt x="227900" y="49160"/>
                </a:moveTo>
                <a:lnTo>
                  <a:pt x="227886" y="48182"/>
                </a:lnTo>
                <a:lnTo>
                  <a:pt x="227844" y="47220"/>
                </a:lnTo>
                <a:lnTo>
                  <a:pt x="227774" y="46276"/>
                </a:lnTo>
                <a:lnTo>
                  <a:pt x="227676" y="45348"/>
                </a:lnTo>
                <a:lnTo>
                  <a:pt x="227550" y="44438"/>
                </a:lnTo>
                <a:lnTo>
                  <a:pt x="227396" y="43544"/>
                </a:lnTo>
                <a:lnTo>
                  <a:pt x="227214" y="42668"/>
                </a:lnTo>
                <a:lnTo>
                  <a:pt x="227004" y="41808"/>
                </a:lnTo>
                <a:lnTo>
                  <a:pt x="226767" y="40966"/>
                </a:lnTo>
                <a:lnTo>
                  <a:pt x="226501" y="40140"/>
                </a:lnTo>
                <a:lnTo>
                  <a:pt x="226207" y="39332"/>
                </a:lnTo>
                <a:lnTo>
                  <a:pt x="225886" y="38540"/>
                </a:lnTo>
                <a:lnTo>
                  <a:pt x="225536" y="37765"/>
                </a:lnTo>
                <a:lnTo>
                  <a:pt x="225158" y="37008"/>
                </a:lnTo>
                <a:lnTo>
                  <a:pt x="224753" y="36267"/>
                </a:lnTo>
                <a:lnTo>
                  <a:pt x="224319" y="35543"/>
                </a:lnTo>
                <a:lnTo>
                  <a:pt x="223858" y="34836"/>
                </a:lnTo>
                <a:lnTo>
                  <a:pt x="223368" y="34147"/>
                </a:lnTo>
                <a:lnTo>
                  <a:pt x="222851" y="33474"/>
                </a:lnTo>
                <a:lnTo>
                  <a:pt x="222305" y="32818"/>
                </a:lnTo>
                <a:lnTo>
                  <a:pt x="221732" y="32179"/>
                </a:lnTo>
                <a:lnTo>
                  <a:pt x="221130" y="31557"/>
                </a:lnTo>
                <a:lnTo>
                  <a:pt x="220501" y="30953"/>
                </a:lnTo>
                <a:lnTo>
                  <a:pt x="219843" y="30365"/>
                </a:lnTo>
                <a:lnTo>
                  <a:pt x="219162" y="29797"/>
                </a:lnTo>
                <a:lnTo>
                  <a:pt x="218460" y="29254"/>
                </a:lnTo>
                <a:lnTo>
                  <a:pt x="217739" y="28735"/>
                </a:lnTo>
                <a:lnTo>
                  <a:pt x="216996" y="28240"/>
                </a:lnTo>
                <a:lnTo>
                  <a:pt x="216234" y="27769"/>
                </a:lnTo>
                <a:lnTo>
                  <a:pt x="215451" y="27322"/>
                </a:lnTo>
                <a:lnTo>
                  <a:pt x="214647" y="26899"/>
                </a:lnTo>
                <a:lnTo>
                  <a:pt x="213824" y="26501"/>
                </a:lnTo>
                <a:lnTo>
                  <a:pt x="212980" y="26126"/>
                </a:lnTo>
                <a:lnTo>
                  <a:pt x="212116" y="25776"/>
                </a:lnTo>
                <a:lnTo>
                  <a:pt x="211231" y="25450"/>
                </a:lnTo>
                <a:lnTo>
                  <a:pt x="210326" y="25148"/>
                </a:lnTo>
                <a:lnTo>
                  <a:pt x="209401" y="24871"/>
                </a:lnTo>
                <a:lnTo>
                  <a:pt x="208455" y="24617"/>
                </a:lnTo>
                <a:lnTo>
                  <a:pt x="207489" y="24388"/>
                </a:lnTo>
                <a:lnTo>
                  <a:pt x="206503" y="24182"/>
                </a:lnTo>
                <a:lnTo>
                  <a:pt x="205497" y="24001"/>
                </a:lnTo>
                <a:lnTo>
                  <a:pt x="204470" y="23844"/>
                </a:lnTo>
                <a:lnTo>
                  <a:pt x="203422" y="23711"/>
                </a:lnTo>
                <a:lnTo>
                  <a:pt x="202355" y="23603"/>
                </a:lnTo>
                <a:lnTo>
                  <a:pt x="201267" y="23518"/>
                </a:lnTo>
                <a:lnTo>
                  <a:pt x="200159" y="23458"/>
                </a:lnTo>
                <a:lnTo>
                  <a:pt x="199030" y="23422"/>
                </a:lnTo>
                <a:lnTo>
                  <a:pt x="197882" y="23410"/>
                </a:lnTo>
                <a:lnTo>
                  <a:pt x="196800" y="23421"/>
                </a:lnTo>
                <a:lnTo>
                  <a:pt x="195734" y="23454"/>
                </a:lnTo>
                <a:lnTo>
                  <a:pt x="194684" y="23509"/>
                </a:lnTo>
                <a:lnTo>
                  <a:pt x="193651" y="23586"/>
                </a:lnTo>
                <a:lnTo>
                  <a:pt x="192634" y="23685"/>
                </a:lnTo>
                <a:lnTo>
                  <a:pt x="191633" y="23806"/>
                </a:lnTo>
                <a:lnTo>
                  <a:pt x="190649" y="23949"/>
                </a:lnTo>
                <a:lnTo>
                  <a:pt x="189680" y="24114"/>
                </a:lnTo>
                <a:lnTo>
                  <a:pt x="188728" y="24301"/>
                </a:lnTo>
                <a:lnTo>
                  <a:pt x="187793" y="24509"/>
                </a:lnTo>
                <a:lnTo>
                  <a:pt x="186873" y="24740"/>
                </a:lnTo>
                <a:lnTo>
                  <a:pt x="185970" y="24993"/>
                </a:lnTo>
                <a:lnTo>
                  <a:pt x="185083" y="25268"/>
                </a:lnTo>
                <a:lnTo>
                  <a:pt x="184212" y="25565"/>
                </a:lnTo>
                <a:lnTo>
                  <a:pt x="183358" y="25884"/>
                </a:lnTo>
                <a:lnTo>
                  <a:pt x="182519" y="26225"/>
                </a:lnTo>
                <a:lnTo>
                  <a:pt x="181697" y="26588"/>
                </a:lnTo>
                <a:lnTo>
                  <a:pt x="180892" y="26973"/>
                </a:lnTo>
                <a:lnTo>
                  <a:pt x="180102" y="27380"/>
                </a:lnTo>
                <a:lnTo>
                  <a:pt x="179329" y="27809"/>
                </a:lnTo>
                <a:lnTo>
                  <a:pt x="178572" y="28260"/>
                </a:lnTo>
                <a:lnTo>
                  <a:pt x="177831" y="28733"/>
                </a:lnTo>
                <a:lnTo>
                  <a:pt x="177107" y="29228"/>
                </a:lnTo>
                <a:lnTo>
                  <a:pt x="176399" y="29745"/>
                </a:lnTo>
                <a:lnTo>
                  <a:pt x="175711" y="30280"/>
                </a:lnTo>
                <a:lnTo>
                  <a:pt x="175048" y="30831"/>
                </a:lnTo>
                <a:lnTo>
                  <a:pt x="174410" y="31397"/>
                </a:lnTo>
                <a:lnTo>
                  <a:pt x="173797" y="31978"/>
                </a:lnTo>
                <a:lnTo>
                  <a:pt x="173209" y="32575"/>
                </a:lnTo>
                <a:lnTo>
                  <a:pt x="172646" y="33187"/>
                </a:lnTo>
                <a:lnTo>
                  <a:pt x="172108" y="33814"/>
                </a:lnTo>
                <a:lnTo>
                  <a:pt x="171594" y="34457"/>
                </a:lnTo>
                <a:lnTo>
                  <a:pt x="171105" y="35115"/>
                </a:lnTo>
                <a:lnTo>
                  <a:pt x="170641" y="35788"/>
                </a:lnTo>
                <a:lnTo>
                  <a:pt x="170202" y="36476"/>
                </a:lnTo>
                <a:lnTo>
                  <a:pt x="169788" y="37180"/>
                </a:lnTo>
                <a:lnTo>
                  <a:pt x="169399" y="37899"/>
                </a:lnTo>
                <a:lnTo>
                  <a:pt x="169035" y="38633"/>
                </a:lnTo>
                <a:lnTo>
                  <a:pt x="168695" y="39383"/>
                </a:lnTo>
                <a:lnTo>
                  <a:pt x="168381" y="40148"/>
                </a:lnTo>
                <a:lnTo>
                  <a:pt x="168091" y="40928"/>
                </a:lnTo>
                <a:lnTo>
                  <a:pt x="167826" y="41724"/>
                </a:lnTo>
                <a:lnTo>
                  <a:pt x="167586" y="42535"/>
                </a:lnTo>
                <a:lnTo>
                  <a:pt x="167371" y="43361"/>
                </a:lnTo>
                <a:lnTo>
                  <a:pt x="167180" y="44203"/>
                </a:lnTo>
                <a:lnTo>
                  <a:pt x="167015" y="45060"/>
                </a:lnTo>
                <a:lnTo>
                  <a:pt x="166874" y="45932"/>
                </a:lnTo>
                <a:lnTo>
                  <a:pt x="166758" y="46819"/>
                </a:lnTo>
                <a:lnTo>
                  <a:pt x="183560" y="46819"/>
                </a:lnTo>
                <a:lnTo>
                  <a:pt x="183622" y="46467"/>
                </a:lnTo>
                <a:lnTo>
                  <a:pt x="183695" y="46120"/>
                </a:lnTo>
                <a:lnTo>
                  <a:pt x="183779" y="45780"/>
                </a:lnTo>
                <a:lnTo>
                  <a:pt x="183873" y="45446"/>
                </a:lnTo>
                <a:lnTo>
                  <a:pt x="183977" y="45118"/>
                </a:lnTo>
                <a:lnTo>
                  <a:pt x="184093" y="44796"/>
                </a:lnTo>
                <a:lnTo>
                  <a:pt x="184218" y="44481"/>
                </a:lnTo>
                <a:lnTo>
                  <a:pt x="184354" y="44172"/>
                </a:lnTo>
                <a:lnTo>
                  <a:pt x="184501" y="43869"/>
                </a:lnTo>
                <a:lnTo>
                  <a:pt x="184658" y="43572"/>
                </a:lnTo>
                <a:lnTo>
                  <a:pt x="184826" y="43282"/>
                </a:lnTo>
                <a:lnTo>
                  <a:pt x="185004" y="42998"/>
                </a:lnTo>
                <a:lnTo>
                  <a:pt x="185193" y="42720"/>
                </a:lnTo>
                <a:lnTo>
                  <a:pt x="185392" y="42448"/>
                </a:lnTo>
                <a:lnTo>
                  <a:pt x="185602" y="42182"/>
                </a:lnTo>
                <a:lnTo>
                  <a:pt x="185822" y="41923"/>
                </a:lnTo>
                <a:lnTo>
                  <a:pt x="186053" y="41670"/>
                </a:lnTo>
                <a:lnTo>
                  <a:pt x="186295" y="41423"/>
                </a:lnTo>
                <a:lnTo>
                  <a:pt x="186547" y="41182"/>
                </a:lnTo>
                <a:lnTo>
                  <a:pt x="186809" y="40948"/>
                </a:lnTo>
                <a:lnTo>
                  <a:pt x="187082" y="40720"/>
                </a:lnTo>
                <a:lnTo>
                  <a:pt x="187365" y="40498"/>
                </a:lnTo>
                <a:lnTo>
                  <a:pt x="187659" y="40282"/>
                </a:lnTo>
                <a:lnTo>
                  <a:pt x="187964" y="40072"/>
                </a:lnTo>
                <a:lnTo>
                  <a:pt x="188277" y="39870"/>
                </a:lnTo>
                <a:lnTo>
                  <a:pt x="188597" y="39676"/>
                </a:lnTo>
                <a:lnTo>
                  <a:pt x="188924" y="39491"/>
                </a:lnTo>
                <a:lnTo>
                  <a:pt x="189257" y="39315"/>
                </a:lnTo>
                <a:lnTo>
                  <a:pt x="189597" y="39147"/>
                </a:lnTo>
                <a:lnTo>
                  <a:pt x="189944" y="38988"/>
                </a:lnTo>
                <a:lnTo>
                  <a:pt x="190297" y="38837"/>
                </a:lnTo>
                <a:lnTo>
                  <a:pt x="190657" y="38695"/>
                </a:lnTo>
                <a:lnTo>
                  <a:pt x="191024" y="38561"/>
                </a:lnTo>
                <a:lnTo>
                  <a:pt x="191398" y="38437"/>
                </a:lnTo>
                <a:lnTo>
                  <a:pt x="191778" y="38320"/>
                </a:lnTo>
                <a:lnTo>
                  <a:pt x="192165" y="38213"/>
                </a:lnTo>
                <a:lnTo>
                  <a:pt x="192558" y="38114"/>
                </a:lnTo>
                <a:lnTo>
                  <a:pt x="192959" y="38023"/>
                </a:lnTo>
                <a:lnTo>
                  <a:pt x="193365" y="37941"/>
                </a:lnTo>
                <a:lnTo>
                  <a:pt x="193779" y="37868"/>
                </a:lnTo>
                <a:lnTo>
                  <a:pt x="194199" y="37804"/>
                </a:lnTo>
                <a:lnTo>
                  <a:pt x="194626" y="37748"/>
                </a:lnTo>
                <a:lnTo>
                  <a:pt x="195060" y="37700"/>
                </a:lnTo>
                <a:lnTo>
                  <a:pt x="195500" y="37662"/>
                </a:lnTo>
                <a:lnTo>
                  <a:pt x="195948" y="37632"/>
                </a:lnTo>
                <a:lnTo>
                  <a:pt x="196401" y="37610"/>
                </a:lnTo>
                <a:lnTo>
                  <a:pt x="196862" y="37597"/>
                </a:lnTo>
                <a:lnTo>
                  <a:pt x="197329" y="37593"/>
                </a:lnTo>
                <a:lnTo>
                  <a:pt x="197841" y="37598"/>
                </a:lnTo>
                <a:lnTo>
                  <a:pt x="198344" y="37614"/>
                </a:lnTo>
                <a:lnTo>
                  <a:pt x="198838" y="37641"/>
                </a:lnTo>
                <a:lnTo>
                  <a:pt x="199322" y="37679"/>
                </a:lnTo>
                <a:lnTo>
                  <a:pt x="199798" y="37727"/>
                </a:lnTo>
                <a:lnTo>
                  <a:pt x="200264" y="37787"/>
                </a:lnTo>
                <a:lnTo>
                  <a:pt x="200722" y="37856"/>
                </a:lnTo>
                <a:lnTo>
                  <a:pt x="201170" y="37937"/>
                </a:lnTo>
                <a:lnTo>
                  <a:pt x="201609" y="38029"/>
                </a:lnTo>
                <a:lnTo>
                  <a:pt x="202040" y="38131"/>
                </a:lnTo>
                <a:lnTo>
                  <a:pt x="202461" y="38244"/>
                </a:lnTo>
                <a:lnTo>
                  <a:pt x="202872" y="38368"/>
                </a:lnTo>
                <a:lnTo>
                  <a:pt x="203275" y="38502"/>
                </a:lnTo>
                <a:lnTo>
                  <a:pt x="203669" y="38647"/>
                </a:lnTo>
                <a:lnTo>
                  <a:pt x="204054" y="38803"/>
                </a:lnTo>
                <a:lnTo>
                  <a:pt x="204429" y="38970"/>
                </a:lnTo>
                <a:lnTo>
                  <a:pt x="204796" y="39148"/>
                </a:lnTo>
                <a:lnTo>
                  <a:pt x="205153" y="39336"/>
                </a:lnTo>
                <a:lnTo>
                  <a:pt x="205501" y="39535"/>
                </a:lnTo>
                <a:lnTo>
                  <a:pt x="205840" y="39745"/>
                </a:lnTo>
                <a:lnTo>
                  <a:pt x="206170" y="39966"/>
                </a:lnTo>
                <a:lnTo>
                  <a:pt x="206491" y="40197"/>
                </a:lnTo>
                <a:lnTo>
                  <a:pt x="206803" y="40439"/>
                </a:lnTo>
                <a:lnTo>
                  <a:pt x="207106" y="40692"/>
                </a:lnTo>
                <a:lnTo>
                  <a:pt x="207398" y="40954"/>
                </a:lnTo>
                <a:lnTo>
                  <a:pt x="207678" y="41225"/>
                </a:lnTo>
                <a:lnTo>
                  <a:pt x="207945" y="41504"/>
                </a:lnTo>
                <a:lnTo>
                  <a:pt x="208200" y="41792"/>
                </a:lnTo>
                <a:lnTo>
                  <a:pt x="208442" y="42087"/>
                </a:lnTo>
                <a:lnTo>
                  <a:pt x="208672" y="42391"/>
                </a:lnTo>
                <a:lnTo>
                  <a:pt x="208890" y="42704"/>
                </a:lnTo>
                <a:lnTo>
                  <a:pt x="209095" y="43025"/>
                </a:lnTo>
                <a:lnTo>
                  <a:pt x="209288" y="43354"/>
                </a:lnTo>
                <a:lnTo>
                  <a:pt x="209468" y="43692"/>
                </a:lnTo>
                <a:lnTo>
                  <a:pt x="209636" y="44038"/>
                </a:lnTo>
                <a:lnTo>
                  <a:pt x="209791" y="44392"/>
                </a:lnTo>
                <a:lnTo>
                  <a:pt x="209934" y="44755"/>
                </a:lnTo>
                <a:lnTo>
                  <a:pt x="210065" y="45126"/>
                </a:lnTo>
                <a:lnTo>
                  <a:pt x="210183" y="45506"/>
                </a:lnTo>
                <a:lnTo>
                  <a:pt x="210289" y="45894"/>
                </a:lnTo>
                <a:lnTo>
                  <a:pt x="210382" y="46290"/>
                </a:lnTo>
                <a:lnTo>
                  <a:pt x="210463" y="46695"/>
                </a:lnTo>
                <a:lnTo>
                  <a:pt x="210531" y="47108"/>
                </a:lnTo>
                <a:lnTo>
                  <a:pt x="210587" y="47529"/>
                </a:lnTo>
                <a:lnTo>
                  <a:pt x="210630" y="47959"/>
                </a:lnTo>
                <a:lnTo>
                  <a:pt x="210662" y="48397"/>
                </a:lnTo>
                <a:lnTo>
                  <a:pt x="210680" y="48844"/>
                </a:lnTo>
                <a:lnTo>
                  <a:pt x="210686" y="49299"/>
                </a:lnTo>
                <a:lnTo>
                  <a:pt x="210686" y="55770"/>
                </a:lnTo>
                <a:lnTo>
                  <a:pt x="191822" y="55770"/>
                </a:lnTo>
                <a:lnTo>
                  <a:pt x="190696" y="55781"/>
                </a:lnTo>
                <a:lnTo>
                  <a:pt x="189593" y="55813"/>
                </a:lnTo>
                <a:lnTo>
                  <a:pt x="188510" y="55865"/>
                </a:lnTo>
                <a:lnTo>
                  <a:pt x="187450" y="55939"/>
                </a:lnTo>
                <a:lnTo>
                  <a:pt x="186410" y="56033"/>
                </a:lnTo>
                <a:lnTo>
                  <a:pt x="185393" y="56149"/>
                </a:lnTo>
                <a:lnTo>
                  <a:pt x="184396" y="56286"/>
                </a:lnTo>
                <a:lnTo>
                  <a:pt x="183422" y="56444"/>
                </a:lnTo>
                <a:lnTo>
                  <a:pt x="182469" y="56623"/>
                </a:lnTo>
                <a:lnTo>
                  <a:pt x="181537" y="56823"/>
                </a:lnTo>
                <a:lnTo>
                  <a:pt x="180627" y="57043"/>
                </a:lnTo>
                <a:lnTo>
                  <a:pt x="179738" y="57285"/>
                </a:lnTo>
                <a:lnTo>
                  <a:pt x="178871" y="57548"/>
                </a:lnTo>
                <a:lnTo>
                  <a:pt x="178025" y="57832"/>
                </a:lnTo>
                <a:lnTo>
                  <a:pt x="177201" y="58138"/>
                </a:lnTo>
                <a:lnTo>
                  <a:pt x="176399" y="58464"/>
                </a:lnTo>
                <a:lnTo>
                  <a:pt x="175618" y="58811"/>
                </a:lnTo>
                <a:lnTo>
                  <a:pt x="174858" y="59179"/>
                </a:lnTo>
                <a:lnTo>
                  <a:pt x="174120" y="59568"/>
                </a:lnTo>
                <a:lnTo>
                  <a:pt x="173404" y="59979"/>
                </a:lnTo>
                <a:lnTo>
                  <a:pt x="172709" y="60410"/>
                </a:lnTo>
                <a:lnTo>
                  <a:pt x="172035" y="60862"/>
                </a:lnTo>
                <a:lnTo>
                  <a:pt x="171383" y="61336"/>
                </a:lnTo>
                <a:lnTo>
                  <a:pt x="170753" y="61830"/>
                </a:lnTo>
                <a:lnTo>
                  <a:pt x="170146" y="62344"/>
                </a:lnTo>
                <a:lnTo>
                  <a:pt x="169565" y="62875"/>
                </a:lnTo>
                <a:lnTo>
                  <a:pt x="169010" y="63424"/>
                </a:lnTo>
                <a:lnTo>
                  <a:pt x="168481" y="63991"/>
                </a:lnTo>
                <a:lnTo>
                  <a:pt x="167977" y="64576"/>
                </a:lnTo>
                <a:lnTo>
                  <a:pt x="167499" y="65178"/>
                </a:lnTo>
                <a:lnTo>
                  <a:pt x="167048" y="65798"/>
                </a:lnTo>
                <a:lnTo>
                  <a:pt x="166622" y="66435"/>
                </a:lnTo>
                <a:lnTo>
                  <a:pt x="166221" y="67090"/>
                </a:lnTo>
                <a:lnTo>
                  <a:pt x="165847" y="67763"/>
                </a:lnTo>
                <a:lnTo>
                  <a:pt x="165498" y="68454"/>
                </a:lnTo>
                <a:lnTo>
                  <a:pt x="165176" y="69162"/>
                </a:lnTo>
                <a:lnTo>
                  <a:pt x="164879" y="69888"/>
                </a:lnTo>
                <a:lnTo>
                  <a:pt x="164608" y="70632"/>
                </a:lnTo>
                <a:lnTo>
                  <a:pt x="164362" y="71393"/>
                </a:lnTo>
                <a:lnTo>
                  <a:pt x="164143" y="72172"/>
                </a:lnTo>
                <a:lnTo>
                  <a:pt x="163949" y="72969"/>
                </a:lnTo>
                <a:lnTo>
                  <a:pt x="163781" y="73783"/>
                </a:lnTo>
                <a:lnTo>
                  <a:pt x="163639" y="74615"/>
                </a:lnTo>
                <a:lnTo>
                  <a:pt x="163523" y="75465"/>
                </a:lnTo>
                <a:lnTo>
                  <a:pt x="163433" y="76333"/>
                </a:lnTo>
                <a:lnTo>
                  <a:pt x="163368" y="77218"/>
                </a:lnTo>
                <a:lnTo>
                  <a:pt x="163330" y="78121"/>
                </a:lnTo>
                <a:lnTo>
                  <a:pt x="163317" y="79041"/>
                </a:lnTo>
                <a:lnTo>
                  <a:pt x="163328" y="79906"/>
                </a:lnTo>
                <a:lnTo>
                  <a:pt x="163363" y="80756"/>
                </a:lnTo>
                <a:lnTo>
                  <a:pt x="163422" y="81591"/>
                </a:lnTo>
                <a:lnTo>
                  <a:pt x="163504" y="82412"/>
                </a:lnTo>
                <a:lnTo>
                  <a:pt x="163609" y="83217"/>
                </a:lnTo>
                <a:lnTo>
                  <a:pt x="163738" y="84008"/>
                </a:lnTo>
                <a:lnTo>
                  <a:pt x="163891" y="84783"/>
                </a:lnTo>
                <a:lnTo>
                  <a:pt x="164066" y="85544"/>
                </a:lnTo>
                <a:lnTo>
                  <a:pt x="164265" y="86291"/>
                </a:lnTo>
                <a:lnTo>
                  <a:pt x="164488" y="87022"/>
                </a:lnTo>
                <a:lnTo>
                  <a:pt x="164734" y="87738"/>
                </a:lnTo>
                <a:lnTo>
                  <a:pt x="165003" y="88440"/>
                </a:lnTo>
                <a:lnTo>
                  <a:pt x="165296" y="89127"/>
                </a:lnTo>
                <a:lnTo>
                  <a:pt x="165612" y="89799"/>
                </a:lnTo>
                <a:lnTo>
                  <a:pt x="165952" y="90456"/>
                </a:lnTo>
                <a:lnTo>
                  <a:pt x="166315" y="91099"/>
                </a:lnTo>
                <a:lnTo>
                  <a:pt x="166702" y="91726"/>
                </a:lnTo>
                <a:lnTo>
                  <a:pt x="167112" y="92339"/>
                </a:lnTo>
                <a:lnTo>
                  <a:pt x="167545" y="92937"/>
                </a:lnTo>
                <a:lnTo>
                  <a:pt x="168002" y="93520"/>
                </a:lnTo>
                <a:lnTo>
                  <a:pt x="168482" y="94088"/>
                </a:lnTo>
                <a:lnTo>
                  <a:pt x="168986" y="94642"/>
                </a:lnTo>
                <a:lnTo>
                  <a:pt x="169513" y="95180"/>
                </a:lnTo>
                <a:lnTo>
                  <a:pt x="170064" y="95704"/>
                </a:lnTo>
                <a:lnTo>
                  <a:pt x="170635" y="96210"/>
                </a:lnTo>
                <a:lnTo>
                  <a:pt x="171223" y="96694"/>
                </a:lnTo>
                <a:lnTo>
                  <a:pt x="171828" y="97156"/>
                </a:lnTo>
                <a:lnTo>
                  <a:pt x="172451" y="97597"/>
                </a:lnTo>
                <a:lnTo>
                  <a:pt x="173091" y="98017"/>
                </a:lnTo>
                <a:lnTo>
                  <a:pt x="173748" y="98415"/>
                </a:lnTo>
                <a:lnTo>
                  <a:pt x="174422" y="98792"/>
                </a:lnTo>
                <a:lnTo>
                  <a:pt x="175114" y="99147"/>
                </a:lnTo>
                <a:lnTo>
                  <a:pt x="175822" y="99480"/>
                </a:lnTo>
                <a:lnTo>
                  <a:pt x="176548" y="99792"/>
                </a:lnTo>
                <a:lnTo>
                  <a:pt x="177291" y="100082"/>
                </a:lnTo>
                <a:lnTo>
                  <a:pt x="178051" y="100351"/>
                </a:lnTo>
                <a:lnTo>
                  <a:pt x="178829" y="100599"/>
                </a:lnTo>
                <a:lnTo>
                  <a:pt x="179624" y="100825"/>
                </a:lnTo>
                <a:lnTo>
                  <a:pt x="180435" y="101029"/>
                </a:lnTo>
                <a:lnTo>
                  <a:pt x="181264" y="101212"/>
                </a:lnTo>
                <a:lnTo>
                  <a:pt x="182111" y="101373"/>
                </a:lnTo>
                <a:lnTo>
                  <a:pt x="182974" y="101513"/>
                </a:lnTo>
                <a:lnTo>
                  <a:pt x="183855" y="101632"/>
                </a:lnTo>
                <a:lnTo>
                  <a:pt x="184753" y="101728"/>
                </a:lnTo>
                <a:lnTo>
                  <a:pt x="185668" y="101804"/>
                </a:lnTo>
                <a:lnTo>
                  <a:pt x="186600" y="101857"/>
                </a:lnTo>
                <a:lnTo>
                  <a:pt x="187550" y="101890"/>
                </a:lnTo>
                <a:lnTo>
                  <a:pt x="188516" y="101901"/>
                </a:lnTo>
                <a:lnTo>
                  <a:pt x="189370" y="101892"/>
                </a:lnTo>
                <a:lnTo>
                  <a:pt x="190209" y="101866"/>
                </a:lnTo>
                <a:lnTo>
                  <a:pt x="191034" y="101823"/>
                </a:lnTo>
                <a:lnTo>
                  <a:pt x="191844" y="101763"/>
                </a:lnTo>
                <a:lnTo>
                  <a:pt x="192640" y="101685"/>
                </a:lnTo>
                <a:lnTo>
                  <a:pt x="193422" y="101591"/>
                </a:lnTo>
                <a:lnTo>
                  <a:pt x="194189" y="101479"/>
                </a:lnTo>
                <a:lnTo>
                  <a:pt x="194942" y="101350"/>
                </a:lnTo>
                <a:lnTo>
                  <a:pt x="195681" y="101203"/>
                </a:lnTo>
                <a:lnTo>
                  <a:pt x="196406" y="101040"/>
                </a:lnTo>
                <a:lnTo>
                  <a:pt x="197116" y="100859"/>
                </a:lnTo>
                <a:lnTo>
                  <a:pt x="197811" y="100661"/>
                </a:lnTo>
                <a:lnTo>
                  <a:pt x="198493" y="100446"/>
                </a:lnTo>
                <a:lnTo>
                  <a:pt x="199159" y="100214"/>
                </a:lnTo>
                <a:lnTo>
                  <a:pt x="199812" y="99964"/>
                </a:lnTo>
                <a:lnTo>
                  <a:pt x="200450" y="99698"/>
                </a:lnTo>
                <a:lnTo>
                  <a:pt x="201074" y="99414"/>
                </a:lnTo>
                <a:lnTo>
                  <a:pt x="201684" y="99112"/>
                </a:lnTo>
                <a:lnTo>
                  <a:pt x="202279" y="98794"/>
                </a:lnTo>
                <a:lnTo>
                  <a:pt x="202860" y="98458"/>
                </a:lnTo>
                <a:lnTo>
                  <a:pt x="203427" y="98105"/>
                </a:lnTo>
                <a:lnTo>
                  <a:pt x="203979" y="97735"/>
                </a:lnTo>
                <a:lnTo>
                  <a:pt x="204517" y="97348"/>
                </a:lnTo>
                <a:lnTo>
                  <a:pt x="205040" y="96944"/>
                </a:lnTo>
                <a:lnTo>
                  <a:pt x="205546" y="96525"/>
                </a:lnTo>
                <a:lnTo>
                  <a:pt x="206030" y="96094"/>
                </a:lnTo>
                <a:lnTo>
                  <a:pt x="206493" y="95651"/>
                </a:lnTo>
                <a:lnTo>
                  <a:pt x="206934" y="95196"/>
                </a:lnTo>
                <a:lnTo>
                  <a:pt x="207354" y="94729"/>
                </a:lnTo>
                <a:lnTo>
                  <a:pt x="207752" y="94250"/>
                </a:lnTo>
                <a:lnTo>
                  <a:pt x="208129" y="93759"/>
                </a:lnTo>
                <a:lnTo>
                  <a:pt x="208484" y="93257"/>
                </a:lnTo>
                <a:lnTo>
                  <a:pt x="208818" y="92742"/>
                </a:lnTo>
                <a:lnTo>
                  <a:pt x="209130" y="92215"/>
                </a:lnTo>
                <a:lnTo>
                  <a:pt x="209420" y="91677"/>
                </a:lnTo>
                <a:lnTo>
                  <a:pt x="209689" y="91126"/>
                </a:lnTo>
                <a:lnTo>
                  <a:pt x="209937" y="90563"/>
                </a:lnTo>
                <a:lnTo>
                  <a:pt x="210163" y="89989"/>
                </a:lnTo>
                <a:lnTo>
                  <a:pt x="210367" y="89403"/>
                </a:lnTo>
                <a:lnTo>
                  <a:pt x="210550" y="88804"/>
                </a:lnTo>
                <a:lnTo>
                  <a:pt x="210712" y="88194"/>
                </a:lnTo>
                <a:lnTo>
                  <a:pt x="210852" y="87571"/>
                </a:lnTo>
                <a:lnTo>
                  <a:pt x="210901" y="87305"/>
                </a:lnTo>
                <a:lnTo>
                  <a:pt x="211239" y="87305"/>
                </a:lnTo>
                <a:lnTo>
                  <a:pt x="211239" y="100524"/>
                </a:lnTo>
                <a:lnTo>
                  <a:pt x="227900" y="100524"/>
                </a:lnTo>
                <a:lnTo>
                  <a:pt x="227900" y="49160"/>
                </a:lnTo>
                <a:close/>
                <a:moveTo>
                  <a:pt x="192125" y="88871"/>
                </a:moveTo>
                <a:lnTo>
                  <a:pt x="191639" y="88823"/>
                </a:lnTo>
                <a:lnTo>
                  <a:pt x="191163" y="88763"/>
                </a:lnTo>
                <a:lnTo>
                  <a:pt x="190695" y="88694"/>
                </a:lnTo>
                <a:lnTo>
                  <a:pt x="190237" y="88613"/>
                </a:lnTo>
                <a:lnTo>
                  <a:pt x="189789" y="88521"/>
                </a:lnTo>
                <a:lnTo>
                  <a:pt x="189349" y="88419"/>
                </a:lnTo>
                <a:lnTo>
                  <a:pt x="188919" y="88306"/>
                </a:lnTo>
                <a:lnTo>
                  <a:pt x="188499" y="88183"/>
                </a:lnTo>
                <a:lnTo>
                  <a:pt x="188087" y="88048"/>
                </a:lnTo>
                <a:lnTo>
                  <a:pt x="187685" y="87903"/>
                </a:lnTo>
                <a:lnTo>
                  <a:pt x="187292" y="87747"/>
                </a:lnTo>
                <a:lnTo>
                  <a:pt x="186909" y="87580"/>
                </a:lnTo>
                <a:lnTo>
                  <a:pt x="186535" y="87403"/>
                </a:lnTo>
                <a:lnTo>
                  <a:pt x="186170" y="87215"/>
                </a:lnTo>
                <a:lnTo>
                  <a:pt x="185815" y="87016"/>
                </a:lnTo>
                <a:lnTo>
                  <a:pt x="185469" y="86806"/>
                </a:lnTo>
                <a:lnTo>
                  <a:pt x="185132" y="86586"/>
                </a:lnTo>
                <a:lnTo>
                  <a:pt x="184804" y="86355"/>
                </a:lnTo>
                <a:lnTo>
                  <a:pt x="184486" y="86113"/>
                </a:lnTo>
                <a:lnTo>
                  <a:pt x="184177" y="85860"/>
                </a:lnTo>
                <a:lnTo>
                  <a:pt x="183880" y="85598"/>
                </a:lnTo>
                <a:lnTo>
                  <a:pt x="183595" y="85328"/>
                </a:lnTo>
                <a:lnTo>
                  <a:pt x="183323" y="85050"/>
                </a:lnTo>
                <a:lnTo>
                  <a:pt x="183063" y="84764"/>
                </a:lnTo>
                <a:lnTo>
                  <a:pt x="182816" y="84470"/>
                </a:lnTo>
                <a:lnTo>
                  <a:pt x="182582" y="84168"/>
                </a:lnTo>
                <a:lnTo>
                  <a:pt x="182360" y="83859"/>
                </a:lnTo>
                <a:lnTo>
                  <a:pt x="182151" y="83541"/>
                </a:lnTo>
                <a:lnTo>
                  <a:pt x="181955" y="83216"/>
                </a:lnTo>
                <a:lnTo>
                  <a:pt x="181771" y="82883"/>
                </a:lnTo>
                <a:lnTo>
                  <a:pt x="181600" y="82542"/>
                </a:lnTo>
                <a:lnTo>
                  <a:pt x="181442" y="82193"/>
                </a:lnTo>
                <a:lnTo>
                  <a:pt x="181296" y="81836"/>
                </a:lnTo>
                <a:lnTo>
                  <a:pt x="181163" y="81471"/>
                </a:lnTo>
                <a:lnTo>
                  <a:pt x="181043" y="81098"/>
                </a:lnTo>
                <a:lnTo>
                  <a:pt x="180935" y="80718"/>
                </a:lnTo>
                <a:lnTo>
                  <a:pt x="180840" y="80330"/>
                </a:lnTo>
                <a:lnTo>
                  <a:pt x="180758" y="79933"/>
                </a:lnTo>
                <a:lnTo>
                  <a:pt x="180688" y="79529"/>
                </a:lnTo>
                <a:lnTo>
                  <a:pt x="180631" y="79117"/>
                </a:lnTo>
                <a:lnTo>
                  <a:pt x="180587" y="78697"/>
                </a:lnTo>
                <a:lnTo>
                  <a:pt x="180555" y="78269"/>
                </a:lnTo>
                <a:lnTo>
                  <a:pt x="180536" y="77833"/>
                </a:lnTo>
                <a:lnTo>
                  <a:pt x="180530" y="77390"/>
                </a:lnTo>
                <a:lnTo>
                  <a:pt x="180535" y="76980"/>
                </a:lnTo>
                <a:lnTo>
                  <a:pt x="180552" y="76577"/>
                </a:lnTo>
                <a:lnTo>
                  <a:pt x="180579" y="76181"/>
                </a:lnTo>
                <a:lnTo>
                  <a:pt x="180618" y="75791"/>
                </a:lnTo>
                <a:lnTo>
                  <a:pt x="180667" y="75408"/>
                </a:lnTo>
                <a:lnTo>
                  <a:pt x="180728" y="75032"/>
                </a:lnTo>
                <a:lnTo>
                  <a:pt x="180799" y="74662"/>
                </a:lnTo>
                <a:lnTo>
                  <a:pt x="180882" y="74299"/>
                </a:lnTo>
                <a:lnTo>
                  <a:pt x="180975" y="73943"/>
                </a:lnTo>
                <a:lnTo>
                  <a:pt x="181079" y="73594"/>
                </a:lnTo>
                <a:lnTo>
                  <a:pt x="181195" y="73251"/>
                </a:lnTo>
                <a:lnTo>
                  <a:pt x="181321" y="72915"/>
                </a:lnTo>
                <a:lnTo>
                  <a:pt x="181459" y="72585"/>
                </a:lnTo>
                <a:lnTo>
                  <a:pt x="181607" y="72263"/>
                </a:lnTo>
                <a:lnTo>
                  <a:pt x="181767" y="71947"/>
                </a:lnTo>
                <a:lnTo>
                  <a:pt x="181937" y="71637"/>
                </a:lnTo>
                <a:lnTo>
                  <a:pt x="182119" y="71335"/>
                </a:lnTo>
                <a:lnTo>
                  <a:pt x="182311" y="71039"/>
                </a:lnTo>
                <a:lnTo>
                  <a:pt x="182514" y="70749"/>
                </a:lnTo>
                <a:lnTo>
                  <a:pt x="182729" y="70467"/>
                </a:lnTo>
                <a:lnTo>
                  <a:pt x="182954" y="70191"/>
                </a:lnTo>
                <a:lnTo>
                  <a:pt x="183191" y="69921"/>
                </a:lnTo>
                <a:lnTo>
                  <a:pt x="183438" y="69659"/>
                </a:lnTo>
                <a:lnTo>
                  <a:pt x="183696" y="69403"/>
                </a:lnTo>
                <a:lnTo>
                  <a:pt x="183964" y="69156"/>
                </a:lnTo>
                <a:lnTo>
                  <a:pt x="184239" y="68919"/>
                </a:lnTo>
                <a:lnTo>
                  <a:pt x="184521" y="68693"/>
                </a:lnTo>
                <a:lnTo>
                  <a:pt x="184810" y="68477"/>
                </a:lnTo>
                <a:lnTo>
                  <a:pt x="185106" y="68272"/>
                </a:lnTo>
                <a:lnTo>
                  <a:pt x="185410" y="68078"/>
                </a:lnTo>
                <a:lnTo>
                  <a:pt x="185720" y="67893"/>
                </a:lnTo>
                <a:lnTo>
                  <a:pt x="186038" y="67720"/>
                </a:lnTo>
                <a:lnTo>
                  <a:pt x="186363" y="67557"/>
                </a:lnTo>
                <a:lnTo>
                  <a:pt x="186695" y="67404"/>
                </a:lnTo>
                <a:lnTo>
                  <a:pt x="187034" y="67262"/>
                </a:lnTo>
                <a:lnTo>
                  <a:pt x="187381" y="67131"/>
                </a:lnTo>
                <a:lnTo>
                  <a:pt x="187734" y="67010"/>
                </a:lnTo>
                <a:lnTo>
                  <a:pt x="188095" y="66899"/>
                </a:lnTo>
                <a:lnTo>
                  <a:pt x="188463" y="66799"/>
                </a:lnTo>
                <a:lnTo>
                  <a:pt x="188838" y="66710"/>
                </a:lnTo>
                <a:lnTo>
                  <a:pt x="189220" y="66631"/>
                </a:lnTo>
                <a:lnTo>
                  <a:pt x="189610" y="66563"/>
                </a:lnTo>
                <a:lnTo>
                  <a:pt x="190006" y="66505"/>
                </a:lnTo>
                <a:lnTo>
                  <a:pt x="190410" y="66457"/>
                </a:lnTo>
                <a:lnTo>
                  <a:pt x="190821" y="66421"/>
                </a:lnTo>
                <a:lnTo>
                  <a:pt x="191239" y="66394"/>
                </a:lnTo>
                <a:lnTo>
                  <a:pt x="191665" y="66378"/>
                </a:lnTo>
                <a:lnTo>
                  <a:pt x="192097" y="66373"/>
                </a:lnTo>
                <a:lnTo>
                  <a:pt x="210686" y="66373"/>
                </a:lnTo>
                <a:lnTo>
                  <a:pt x="210686" y="75600"/>
                </a:lnTo>
                <a:lnTo>
                  <a:pt x="210678" y="76089"/>
                </a:lnTo>
                <a:lnTo>
                  <a:pt x="210654" y="76571"/>
                </a:lnTo>
                <a:lnTo>
                  <a:pt x="210614" y="77046"/>
                </a:lnTo>
                <a:lnTo>
                  <a:pt x="210558" y="77512"/>
                </a:lnTo>
                <a:lnTo>
                  <a:pt x="210486" y="77971"/>
                </a:lnTo>
                <a:lnTo>
                  <a:pt x="210398" y="78423"/>
                </a:lnTo>
                <a:lnTo>
                  <a:pt x="210294" y="78866"/>
                </a:lnTo>
                <a:lnTo>
                  <a:pt x="210174" y="79302"/>
                </a:lnTo>
                <a:lnTo>
                  <a:pt x="210037" y="79731"/>
                </a:lnTo>
                <a:lnTo>
                  <a:pt x="209885" y="80152"/>
                </a:lnTo>
                <a:lnTo>
                  <a:pt x="209717" y="80565"/>
                </a:lnTo>
                <a:lnTo>
                  <a:pt x="209533" y="80970"/>
                </a:lnTo>
                <a:lnTo>
                  <a:pt x="209333" y="81368"/>
                </a:lnTo>
                <a:lnTo>
                  <a:pt x="209116" y="81758"/>
                </a:lnTo>
                <a:lnTo>
                  <a:pt x="208884" y="82141"/>
                </a:lnTo>
                <a:lnTo>
                  <a:pt x="208636" y="82516"/>
                </a:lnTo>
                <a:lnTo>
                  <a:pt x="208371" y="82883"/>
                </a:lnTo>
                <a:lnTo>
                  <a:pt x="208091" y="83243"/>
                </a:lnTo>
                <a:lnTo>
                  <a:pt x="207794" y="83595"/>
                </a:lnTo>
                <a:lnTo>
                  <a:pt x="207482" y="83939"/>
                </a:lnTo>
                <a:lnTo>
                  <a:pt x="207154" y="84276"/>
                </a:lnTo>
                <a:lnTo>
                  <a:pt x="206809" y="84605"/>
                </a:lnTo>
                <a:lnTo>
                  <a:pt x="206449" y="84926"/>
                </a:lnTo>
                <a:lnTo>
                  <a:pt x="206072" y="85240"/>
                </a:lnTo>
                <a:lnTo>
                  <a:pt x="205683" y="85543"/>
                </a:lnTo>
                <a:lnTo>
                  <a:pt x="205285" y="85834"/>
                </a:lnTo>
                <a:lnTo>
                  <a:pt x="204877" y="86111"/>
                </a:lnTo>
                <a:lnTo>
                  <a:pt x="204460" y="86376"/>
                </a:lnTo>
                <a:lnTo>
                  <a:pt x="204034" y="86627"/>
                </a:lnTo>
                <a:lnTo>
                  <a:pt x="203598" y="86866"/>
                </a:lnTo>
                <a:lnTo>
                  <a:pt x="203153" y="87092"/>
                </a:lnTo>
                <a:lnTo>
                  <a:pt x="202699" y="87305"/>
                </a:lnTo>
                <a:lnTo>
                  <a:pt x="202235" y="87505"/>
                </a:lnTo>
                <a:lnTo>
                  <a:pt x="201762" y="87692"/>
                </a:lnTo>
                <a:lnTo>
                  <a:pt x="201280" y="87866"/>
                </a:lnTo>
                <a:lnTo>
                  <a:pt x="200789" y="88028"/>
                </a:lnTo>
                <a:lnTo>
                  <a:pt x="200288" y="88176"/>
                </a:lnTo>
                <a:lnTo>
                  <a:pt x="199777" y="88312"/>
                </a:lnTo>
                <a:lnTo>
                  <a:pt x="199258" y="88434"/>
                </a:lnTo>
                <a:lnTo>
                  <a:pt x="198729" y="88544"/>
                </a:lnTo>
                <a:lnTo>
                  <a:pt x="198191" y="88641"/>
                </a:lnTo>
                <a:lnTo>
                  <a:pt x="197643" y="88725"/>
                </a:lnTo>
                <a:lnTo>
                  <a:pt x="197087" y="88796"/>
                </a:lnTo>
                <a:lnTo>
                  <a:pt x="196520" y="88854"/>
                </a:lnTo>
                <a:lnTo>
                  <a:pt x="195945" y="88899"/>
                </a:lnTo>
                <a:lnTo>
                  <a:pt x="195360" y="88931"/>
                </a:lnTo>
                <a:lnTo>
                  <a:pt x="194766" y="88951"/>
                </a:lnTo>
                <a:lnTo>
                  <a:pt x="194162" y="88957"/>
                </a:lnTo>
                <a:lnTo>
                  <a:pt x="193639" y="88952"/>
                </a:lnTo>
                <a:lnTo>
                  <a:pt x="193125" y="88936"/>
                </a:lnTo>
                <a:lnTo>
                  <a:pt x="192621" y="88909"/>
                </a:lnTo>
                <a:lnTo>
                  <a:pt x="192125" y="88871"/>
                </a:lnTo>
                <a:close/>
                <a:moveTo>
                  <a:pt x="641015" y="49160"/>
                </a:moveTo>
                <a:lnTo>
                  <a:pt x="641001" y="48182"/>
                </a:lnTo>
                <a:lnTo>
                  <a:pt x="640960" y="47220"/>
                </a:lnTo>
                <a:lnTo>
                  <a:pt x="640890" y="46276"/>
                </a:lnTo>
                <a:lnTo>
                  <a:pt x="640792" y="45348"/>
                </a:lnTo>
                <a:lnTo>
                  <a:pt x="640666" y="44438"/>
                </a:lnTo>
                <a:lnTo>
                  <a:pt x="640512" y="43544"/>
                </a:lnTo>
                <a:lnTo>
                  <a:pt x="640330" y="42668"/>
                </a:lnTo>
                <a:lnTo>
                  <a:pt x="640120" y="41808"/>
                </a:lnTo>
                <a:lnTo>
                  <a:pt x="639883" y="40966"/>
                </a:lnTo>
                <a:lnTo>
                  <a:pt x="639617" y="40140"/>
                </a:lnTo>
                <a:lnTo>
                  <a:pt x="639323" y="39332"/>
                </a:lnTo>
                <a:lnTo>
                  <a:pt x="639001" y="38540"/>
                </a:lnTo>
                <a:lnTo>
                  <a:pt x="638652" y="37765"/>
                </a:lnTo>
                <a:lnTo>
                  <a:pt x="638274" y="37008"/>
                </a:lnTo>
                <a:lnTo>
                  <a:pt x="637869" y="36267"/>
                </a:lnTo>
                <a:lnTo>
                  <a:pt x="637435" y="35543"/>
                </a:lnTo>
                <a:lnTo>
                  <a:pt x="636973" y="34836"/>
                </a:lnTo>
                <a:lnTo>
                  <a:pt x="636484" y="34147"/>
                </a:lnTo>
                <a:lnTo>
                  <a:pt x="635966" y="33474"/>
                </a:lnTo>
                <a:lnTo>
                  <a:pt x="635421" y="32818"/>
                </a:lnTo>
                <a:lnTo>
                  <a:pt x="634848" y="32179"/>
                </a:lnTo>
                <a:lnTo>
                  <a:pt x="634246" y="31557"/>
                </a:lnTo>
                <a:lnTo>
                  <a:pt x="633617" y="30953"/>
                </a:lnTo>
                <a:lnTo>
                  <a:pt x="632959" y="30365"/>
                </a:lnTo>
                <a:lnTo>
                  <a:pt x="632278" y="29797"/>
                </a:lnTo>
                <a:lnTo>
                  <a:pt x="631576" y="29254"/>
                </a:lnTo>
                <a:lnTo>
                  <a:pt x="630854" y="28735"/>
                </a:lnTo>
                <a:lnTo>
                  <a:pt x="630112" y="28240"/>
                </a:lnTo>
                <a:lnTo>
                  <a:pt x="629349" y="27769"/>
                </a:lnTo>
                <a:lnTo>
                  <a:pt x="628567" y="27322"/>
                </a:lnTo>
                <a:lnTo>
                  <a:pt x="627763" y="26899"/>
                </a:lnTo>
                <a:lnTo>
                  <a:pt x="626940" y="26501"/>
                </a:lnTo>
                <a:lnTo>
                  <a:pt x="626096" y="26126"/>
                </a:lnTo>
                <a:lnTo>
                  <a:pt x="625231" y="25776"/>
                </a:lnTo>
                <a:lnTo>
                  <a:pt x="624347" y="25450"/>
                </a:lnTo>
                <a:lnTo>
                  <a:pt x="623442" y="25148"/>
                </a:lnTo>
                <a:lnTo>
                  <a:pt x="622517" y="24871"/>
                </a:lnTo>
                <a:lnTo>
                  <a:pt x="621571" y="24617"/>
                </a:lnTo>
                <a:lnTo>
                  <a:pt x="620605" y="24388"/>
                </a:lnTo>
                <a:lnTo>
                  <a:pt x="619619" y="24182"/>
                </a:lnTo>
                <a:lnTo>
                  <a:pt x="618612" y="24001"/>
                </a:lnTo>
                <a:lnTo>
                  <a:pt x="617586" y="23844"/>
                </a:lnTo>
                <a:lnTo>
                  <a:pt x="616538" y="23711"/>
                </a:lnTo>
                <a:lnTo>
                  <a:pt x="615471" y="23603"/>
                </a:lnTo>
                <a:lnTo>
                  <a:pt x="614383" y="23518"/>
                </a:lnTo>
                <a:lnTo>
                  <a:pt x="613275" y="23458"/>
                </a:lnTo>
                <a:lnTo>
                  <a:pt x="612146" y="23422"/>
                </a:lnTo>
                <a:lnTo>
                  <a:pt x="610997" y="23410"/>
                </a:lnTo>
                <a:lnTo>
                  <a:pt x="609915" y="23421"/>
                </a:lnTo>
                <a:lnTo>
                  <a:pt x="608850" y="23454"/>
                </a:lnTo>
                <a:lnTo>
                  <a:pt x="607800" y="23509"/>
                </a:lnTo>
                <a:lnTo>
                  <a:pt x="606767" y="23586"/>
                </a:lnTo>
                <a:lnTo>
                  <a:pt x="605750" y="23685"/>
                </a:lnTo>
                <a:lnTo>
                  <a:pt x="604749" y="23806"/>
                </a:lnTo>
                <a:lnTo>
                  <a:pt x="603764" y="23949"/>
                </a:lnTo>
                <a:lnTo>
                  <a:pt x="602796" y="24114"/>
                </a:lnTo>
                <a:lnTo>
                  <a:pt x="601844" y="24301"/>
                </a:lnTo>
                <a:lnTo>
                  <a:pt x="600908" y="24509"/>
                </a:lnTo>
                <a:lnTo>
                  <a:pt x="599989" y="24740"/>
                </a:lnTo>
                <a:lnTo>
                  <a:pt x="599086" y="24993"/>
                </a:lnTo>
                <a:lnTo>
                  <a:pt x="598199" y="25268"/>
                </a:lnTo>
                <a:lnTo>
                  <a:pt x="597328" y="25565"/>
                </a:lnTo>
                <a:lnTo>
                  <a:pt x="596474" y="25884"/>
                </a:lnTo>
                <a:lnTo>
                  <a:pt x="595635" y="26225"/>
                </a:lnTo>
                <a:lnTo>
                  <a:pt x="594813" y="26588"/>
                </a:lnTo>
                <a:lnTo>
                  <a:pt x="594008" y="26973"/>
                </a:lnTo>
                <a:lnTo>
                  <a:pt x="593218" y="27380"/>
                </a:lnTo>
                <a:lnTo>
                  <a:pt x="592445" y="27809"/>
                </a:lnTo>
                <a:lnTo>
                  <a:pt x="591688" y="28260"/>
                </a:lnTo>
                <a:lnTo>
                  <a:pt x="590947" y="28733"/>
                </a:lnTo>
                <a:lnTo>
                  <a:pt x="590223" y="29228"/>
                </a:lnTo>
                <a:lnTo>
                  <a:pt x="589515" y="29745"/>
                </a:lnTo>
                <a:lnTo>
                  <a:pt x="588827" y="30280"/>
                </a:lnTo>
                <a:lnTo>
                  <a:pt x="588164" y="30831"/>
                </a:lnTo>
                <a:lnTo>
                  <a:pt x="587526" y="31397"/>
                </a:lnTo>
                <a:lnTo>
                  <a:pt x="586913" y="31978"/>
                </a:lnTo>
                <a:lnTo>
                  <a:pt x="586325" y="32575"/>
                </a:lnTo>
                <a:lnTo>
                  <a:pt x="585762" y="33187"/>
                </a:lnTo>
                <a:lnTo>
                  <a:pt x="585223" y="33814"/>
                </a:lnTo>
                <a:lnTo>
                  <a:pt x="584710" y="34457"/>
                </a:lnTo>
                <a:lnTo>
                  <a:pt x="584221" y="35115"/>
                </a:lnTo>
                <a:lnTo>
                  <a:pt x="583757" y="35788"/>
                </a:lnTo>
                <a:lnTo>
                  <a:pt x="583318" y="36476"/>
                </a:lnTo>
                <a:lnTo>
                  <a:pt x="582904" y="37180"/>
                </a:lnTo>
                <a:lnTo>
                  <a:pt x="582515" y="37899"/>
                </a:lnTo>
                <a:lnTo>
                  <a:pt x="582151" y="38633"/>
                </a:lnTo>
                <a:lnTo>
                  <a:pt x="581811" y="39383"/>
                </a:lnTo>
                <a:lnTo>
                  <a:pt x="581496" y="40148"/>
                </a:lnTo>
                <a:lnTo>
                  <a:pt x="581207" y="40928"/>
                </a:lnTo>
                <a:lnTo>
                  <a:pt x="580942" y="41724"/>
                </a:lnTo>
                <a:lnTo>
                  <a:pt x="580702" y="42535"/>
                </a:lnTo>
                <a:lnTo>
                  <a:pt x="580486" y="43361"/>
                </a:lnTo>
                <a:lnTo>
                  <a:pt x="580296" y="44203"/>
                </a:lnTo>
                <a:lnTo>
                  <a:pt x="580131" y="45060"/>
                </a:lnTo>
                <a:lnTo>
                  <a:pt x="579990" y="45932"/>
                </a:lnTo>
                <a:lnTo>
                  <a:pt x="579874" y="46819"/>
                </a:lnTo>
                <a:lnTo>
                  <a:pt x="596676" y="46819"/>
                </a:lnTo>
                <a:lnTo>
                  <a:pt x="596738" y="46467"/>
                </a:lnTo>
                <a:lnTo>
                  <a:pt x="596811" y="46120"/>
                </a:lnTo>
                <a:lnTo>
                  <a:pt x="596895" y="45780"/>
                </a:lnTo>
                <a:lnTo>
                  <a:pt x="596989" y="45446"/>
                </a:lnTo>
                <a:lnTo>
                  <a:pt x="597093" y="45118"/>
                </a:lnTo>
                <a:lnTo>
                  <a:pt x="597209" y="44796"/>
                </a:lnTo>
                <a:lnTo>
                  <a:pt x="597334" y="44481"/>
                </a:lnTo>
                <a:lnTo>
                  <a:pt x="597470" y="44172"/>
                </a:lnTo>
                <a:lnTo>
                  <a:pt x="597617" y="43869"/>
                </a:lnTo>
                <a:lnTo>
                  <a:pt x="597774" y="43572"/>
                </a:lnTo>
                <a:lnTo>
                  <a:pt x="597942" y="43282"/>
                </a:lnTo>
                <a:lnTo>
                  <a:pt x="598120" y="42998"/>
                </a:lnTo>
                <a:lnTo>
                  <a:pt x="598309" y="42720"/>
                </a:lnTo>
                <a:lnTo>
                  <a:pt x="598508" y="42448"/>
                </a:lnTo>
                <a:lnTo>
                  <a:pt x="598718" y="42182"/>
                </a:lnTo>
                <a:lnTo>
                  <a:pt x="598938" y="41923"/>
                </a:lnTo>
                <a:lnTo>
                  <a:pt x="599169" y="41670"/>
                </a:lnTo>
                <a:lnTo>
                  <a:pt x="599411" y="41423"/>
                </a:lnTo>
                <a:lnTo>
                  <a:pt x="599663" y="41182"/>
                </a:lnTo>
                <a:lnTo>
                  <a:pt x="599925" y="40948"/>
                </a:lnTo>
                <a:lnTo>
                  <a:pt x="600198" y="40720"/>
                </a:lnTo>
                <a:lnTo>
                  <a:pt x="600481" y="40498"/>
                </a:lnTo>
                <a:lnTo>
                  <a:pt x="600775" y="40282"/>
                </a:lnTo>
                <a:lnTo>
                  <a:pt x="601080" y="40072"/>
                </a:lnTo>
                <a:lnTo>
                  <a:pt x="601393" y="39870"/>
                </a:lnTo>
                <a:lnTo>
                  <a:pt x="601713" y="39676"/>
                </a:lnTo>
                <a:lnTo>
                  <a:pt x="602040" y="39491"/>
                </a:lnTo>
                <a:lnTo>
                  <a:pt x="602373" y="39315"/>
                </a:lnTo>
                <a:lnTo>
                  <a:pt x="602713" y="39147"/>
                </a:lnTo>
                <a:lnTo>
                  <a:pt x="603060" y="38988"/>
                </a:lnTo>
                <a:lnTo>
                  <a:pt x="603413" y="38837"/>
                </a:lnTo>
                <a:lnTo>
                  <a:pt x="603773" y="38695"/>
                </a:lnTo>
                <a:lnTo>
                  <a:pt x="604140" y="38561"/>
                </a:lnTo>
                <a:lnTo>
                  <a:pt x="604514" y="38437"/>
                </a:lnTo>
                <a:lnTo>
                  <a:pt x="604894" y="38320"/>
                </a:lnTo>
                <a:lnTo>
                  <a:pt x="605281" y="38213"/>
                </a:lnTo>
                <a:lnTo>
                  <a:pt x="605674" y="38114"/>
                </a:lnTo>
                <a:lnTo>
                  <a:pt x="606074" y="38023"/>
                </a:lnTo>
                <a:lnTo>
                  <a:pt x="606481" y="37941"/>
                </a:lnTo>
                <a:lnTo>
                  <a:pt x="606895" y="37868"/>
                </a:lnTo>
                <a:lnTo>
                  <a:pt x="607315" y="37804"/>
                </a:lnTo>
                <a:lnTo>
                  <a:pt x="607742" y="37748"/>
                </a:lnTo>
                <a:lnTo>
                  <a:pt x="608176" y="37700"/>
                </a:lnTo>
                <a:lnTo>
                  <a:pt x="608616" y="37662"/>
                </a:lnTo>
                <a:lnTo>
                  <a:pt x="609063" y="37632"/>
                </a:lnTo>
                <a:lnTo>
                  <a:pt x="609517" y="37610"/>
                </a:lnTo>
                <a:lnTo>
                  <a:pt x="609978" y="37597"/>
                </a:lnTo>
                <a:lnTo>
                  <a:pt x="610445" y="37593"/>
                </a:lnTo>
                <a:lnTo>
                  <a:pt x="610957" y="37598"/>
                </a:lnTo>
                <a:lnTo>
                  <a:pt x="611460" y="37614"/>
                </a:lnTo>
                <a:lnTo>
                  <a:pt x="611954" y="37641"/>
                </a:lnTo>
                <a:lnTo>
                  <a:pt x="612438" y="37679"/>
                </a:lnTo>
                <a:lnTo>
                  <a:pt x="612914" y="37727"/>
                </a:lnTo>
                <a:lnTo>
                  <a:pt x="613380" y="37787"/>
                </a:lnTo>
                <a:lnTo>
                  <a:pt x="613838" y="37856"/>
                </a:lnTo>
                <a:lnTo>
                  <a:pt x="614286" y="37937"/>
                </a:lnTo>
                <a:lnTo>
                  <a:pt x="614725" y="38029"/>
                </a:lnTo>
                <a:lnTo>
                  <a:pt x="615155" y="38131"/>
                </a:lnTo>
                <a:lnTo>
                  <a:pt x="615576" y="38244"/>
                </a:lnTo>
                <a:lnTo>
                  <a:pt x="615988" y="38368"/>
                </a:lnTo>
                <a:lnTo>
                  <a:pt x="616391" y="38502"/>
                </a:lnTo>
                <a:lnTo>
                  <a:pt x="616785" y="38647"/>
                </a:lnTo>
                <a:lnTo>
                  <a:pt x="617170" y="38803"/>
                </a:lnTo>
                <a:lnTo>
                  <a:pt x="617545" y="38970"/>
                </a:lnTo>
                <a:lnTo>
                  <a:pt x="617912" y="39148"/>
                </a:lnTo>
                <a:lnTo>
                  <a:pt x="618269" y="39336"/>
                </a:lnTo>
                <a:lnTo>
                  <a:pt x="618617" y="39535"/>
                </a:lnTo>
                <a:lnTo>
                  <a:pt x="618956" y="39745"/>
                </a:lnTo>
                <a:lnTo>
                  <a:pt x="619286" y="39966"/>
                </a:lnTo>
                <a:lnTo>
                  <a:pt x="619607" y="40197"/>
                </a:lnTo>
                <a:lnTo>
                  <a:pt x="619919" y="40439"/>
                </a:lnTo>
                <a:lnTo>
                  <a:pt x="620222" y="40692"/>
                </a:lnTo>
                <a:lnTo>
                  <a:pt x="620514" y="40954"/>
                </a:lnTo>
                <a:lnTo>
                  <a:pt x="620794" y="41225"/>
                </a:lnTo>
                <a:lnTo>
                  <a:pt x="621061" y="41504"/>
                </a:lnTo>
                <a:lnTo>
                  <a:pt x="621316" y="41792"/>
                </a:lnTo>
                <a:lnTo>
                  <a:pt x="621558" y="42087"/>
                </a:lnTo>
                <a:lnTo>
                  <a:pt x="621788" y="42391"/>
                </a:lnTo>
                <a:lnTo>
                  <a:pt x="622006" y="42704"/>
                </a:lnTo>
                <a:lnTo>
                  <a:pt x="622211" y="43025"/>
                </a:lnTo>
                <a:lnTo>
                  <a:pt x="622404" y="43354"/>
                </a:lnTo>
                <a:lnTo>
                  <a:pt x="622584" y="43692"/>
                </a:lnTo>
                <a:lnTo>
                  <a:pt x="622752" y="44038"/>
                </a:lnTo>
                <a:lnTo>
                  <a:pt x="622907" y="44392"/>
                </a:lnTo>
                <a:lnTo>
                  <a:pt x="623050" y="44755"/>
                </a:lnTo>
                <a:lnTo>
                  <a:pt x="623181" y="45126"/>
                </a:lnTo>
                <a:lnTo>
                  <a:pt x="623299" y="45506"/>
                </a:lnTo>
                <a:lnTo>
                  <a:pt x="623404" y="45894"/>
                </a:lnTo>
                <a:lnTo>
                  <a:pt x="623498" y="46290"/>
                </a:lnTo>
                <a:lnTo>
                  <a:pt x="623579" y="46695"/>
                </a:lnTo>
                <a:lnTo>
                  <a:pt x="623647" y="47108"/>
                </a:lnTo>
                <a:lnTo>
                  <a:pt x="623703" y="47529"/>
                </a:lnTo>
                <a:lnTo>
                  <a:pt x="623746" y="47959"/>
                </a:lnTo>
                <a:lnTo>
                  <a:pt x="623777" y="48397"/>
                </a:lnTo>
                <a:lnTo>
                  <a:pt x="623796" y="48844"/>
                </a:lnTo>
                <a:lnTo>
                  <a:pt x="623802" y="49299"/>
                </a:lnTo>
                <a:lnTo>
                  <a:pt x="623802" y="55770"/>
                </a:lnTo>
                <a:lnTo>
                  <a:pt x="604938" y="55770"/>
                </a:lnTo>
                <a:lnTo>
                  <a:pt x="603812" y="55781"/>
                </a:lnTo>
                <a:lnTo>
                  <a:pt x="602709" y="55813"/>
                </a:lnTo>
                <a:lnTo>
                  <a:pt x="601626" y="55865"/>
                </a:lnTo>
                <a:lnTo>
                  <a:pt x="600565" y="55939"/>
                </a:lnTo>
                <a:lnTo>
                  <a:pt x="599526" y="56033"/>
                </a:lnTo>
                <a:lnTo>
                  <a:pt x="598509" y="56149"/>
                </a:lnTo>
                <a:lnTo>
                  <a:pt x="597512" y="56286"/>
                </a:lnTo>
                <a:lnTo>
                  <a:pt x="596538" y="56444"/>
                </a:lnTo>
                <a:lnTo>
                  <a:pt x="595584" y="56623"/>
                </a:lnTo>
                <a:lnTo>
                  <a:pt x="594653" y="56823"/>
                </a:lnTo>
                <a:lnTo>
                  <a:pt x="593743" y="57043"/>
                </a:lnTo>
                <a:lnTo>
                  <a:pt x="592854" y="57285"/>
                </a:lnTo>
                <a:lnTo>
                  <a:pt x="591987" y="57548"/>
                </a:lnTo>
                <a:lnTo>
                  <a:pt x="591141" y="57832"/>
                </a:lnTo>
                <a:lnTo>
                  <a:pt x="590317" y="58138"/>
                </a:lnTo>
                <a:lnTo>
                  <a:pt x="589515" y="58464"/>
                </a:lnTo>
                <a:lnTo>
                  <a:pt x="588734" y="58811"/>
                </a:lnTo>
                <a:lnTo>
                  <a:pt x="587974" y="59179"/>
                </a:lnTo>
                <a:lnTo>
                  <a:pt x="587236" y="59568"/>
                </a:lnTo>
                <a:lnTo>
                  <a:pt x="586520" y="59979"/>
                </a:lnTo>
                <a:lnTo>
                  <a:pt x="585825" y="60410"/>
                </a:lnTo>
                <a:lnTo>
                  <a:pt x="585151" y="60862"/>
                </a:lnTo>
                <a:lnTo>
                  <a:pt x="584499" y="61336"/>
                </a:lnTo>
                <a:lnTo>
                  <a:pt x="583869" y="61830"/>
                </a:lnTo>
                <a:lnTo>
                  <a:pt x="583262" y="62344"/>
                </a:lnTo>
                <a:lnTo>
                  <a:pt x="582681" y="62875"/>
                </a:lnTo>
                <a:lnTo>
                  <a:pt x="582126" y="63424"/>
                </a:lnTo>
                <a:lnTo>
                  <a:pt x="581597" y="63991"/>
                </a:lnTo>
                <a:lnTo>
                  <a:pt x="581093" y="64576"/>
                </a:lnTo>
                <a:lnTo>
                  <a:pt x="580615" y="65178"/>
                </a:lnTo>
                <a:lnTo>
                  <a:pt x="580164" y="65798"/>
                </a:lnTo>
                <a:lnTo>
                  <a:pt x="579737" y="66435"/>
                </a:lnTo>
                <a:lnTo>
                  <a:pt x="579337" y="67090"/>
                </a:lnTo>
                <a:lnTo>
                  <a:pt x="578963" y="67763"/>
                </a:lnTo>
                <a:lnTo>
                  <a:pt x="578614" y="68454"/>
                </a:lnTo>
                <a:lnTo>
                  <a:pt x="578292" y="69162"/>
                </a:lnTo>
                <a:lnTo>
                  <a:pt x="577995" y="69888"/>
                </a:lnTo>
                <a:lnTo>
                  <a:pt x="577724" y="70632"/>
                </a:lnTo>
                <a:lnTo>
                  <a:pt x="577478" y="71393"/>
                </a:lnTo>
                <a:lnTo>
                  <a:pt x="577259" y="72172"/>
                </a:lnTo>
                <a:lnTo>
                  <a:pt x="577065" y="72969"/>
                </a:lnTo>
                <a:lnTo>
                  <a:pt x="576897" y="73783"/>
                </a:lnTo>
                <a:lnTo>
                  <a:pt x="576755" y="74615"/>
                </a:lnTo>
                <a:lnTo>
                  <a:pt x="576639" y="75465"/>
                </a:lnTo>
                <a:lnTo>
                  <a:pt x="576549" y="76333"/>
                </a:lnTo>
                <a:lnTo>
                  <a:pt x="576484" y="77218"/>
                </a:lnTo>
                <a:lnTo>
                  <a:pt x="576445" y="78121"/>
                </a:lnTo>
                <a:lnTo>
                  <a:pt x="576433" y="79041"/>
                </a:lnTo>
                <a:lnTo>
                  <a:pt x="576444" y="79906"/>
                </a:lnTo>
                <a:lnTo>
                  <a:pt x="576479" y="80756"/>
                </a:lnTo>
                <a:lnTo>
                  <a:pt x="576538" y="81591"/>
                </a:lnTo>
                <a:lnTo>
                  <a:pt x="576620" y="82412"/>
                </a:lnTo>
                <a:lnTo>
                  <a:pt x="576725" y="83217"/>
                </a:lnTo>
                <a:lnTo>
                  <a:pt x="576854" y="84008"/>
                </a:lnTo>
                <a:lnTo>
                  <a:pt x="577006" y="84783"/>
                </a:lnTo>
                <a:lnTo>
                  <a:pt x="577182" y="85544"/>
                </a:lnTo>
                <a:lnTo>
                  <a:pt x="577381" y="86291"/>
                </a:lnTo>
                <a:lnTo>
                  <a:pt x="577604" y="87022"/>
                </a:lnTo>
                <a:lnTo>
                  <a:pt x="577850" y="87738"/>
                </a:lnTo>
                <a:lnTo>
                  <a:pt x="578119" y="88440"/>
                </a:lnTo>
                <a:lnTo>
                  <a:pt x="578412" y="89127"/>
                </a:lnTo>
                <a:lnTo>
                  <a:pt x="578728" y="89799"/>
                </a:lnTo>
                <a:lnTo>
                  <a:pt x="579068" y="90456"/>
                </a:lnTo>
                <a:lnTo>
                  <a:pt x="579431" y="91099"/>
                </a:lnTo>
                <a:lnTo>
                  <a:pt x="579818" y="91726"/>
                </a:lnTo>
                <a:lnTo>
                  <a:pt x="580228" y="92339"/>
                </a:lnTo>
                <a:lnTo>
                  <a:pt x="580661" y="92937"/>
                </a:lnTo>
                <a:lnTo>
                  <a:pt x="581118" y="93520"/>
                </a:lnTo>
                <a:lnTo>
                  <a:pt x="581598" y="94088"/>
                </a:lnTo>
                <a:lnTo>
                  <a:pt x="582102" y="94642"/>
                </a:lnTo>
                <a:lnTo>
                  <a:pt x="582629" y="95180"/>
                </a:lnTo>
                <a:lnTo>
                  <a:pt x="583180" y="95704"/>
                </a:lnTo>
                <a:lnTo>
                  <a:pt x="583751" y="96210"/>
                </a:lnTo>
                <a:lnTo>
                  <a:pt x="584339" y="96694"/>
                </a:lnTo>
                <a:lnTo>
                  <a:pt x="584944" y="97156"/>
                </a:lnTo>
                <a:lnTo>
                  <a:pt x="585567" y="97597"/>
                </a:lnTo>
                <a:lnTo>
                  <a:pt x="586207" y="98017"/>
                </a:lnTo>
                <a:lnTo>
                  <a:pt x="586864" y="98415"/>
                </a:lnTo>
                <a:lnTo>
                  <a:pt x="587538" y="98792"/>
                </a:lnTo>
                <a:lnTo>
                  <a:pt x="588229" y="99147"/>
                </a:lnTo>
                <a:lnTo>
                  <a:pt x="588938" y="99480"/>
                </a:lnTo>
                <a:lnTo>
                  <a:pt x="589664" y="99792"/>
                </a:lnTo>
                <a:lnTo>
                  <a:pt x="590407" y="100082"/>
                </a:lnTo>
                <a:lnTo>
                  <a:pt x="591167" y="100351"/>
                </a:lnTo>
                <a:lnTo>
                  <a:pt x="591945" y="100599"/>
                </a:lnTo>
                <a:lnTo>
                  <a:pt x="592739" y="100825"/>
                </a:lnTo>
                <a:lnTo>
                  <a:pt x="593551" y="101029"/>
                </a:lnTo>
                <a:lnTo>
                  <a:pt x="594380" y="101212"/>
                </a:lnTo>
                <a:lnTo>
                  <a:pt x="595227" y="101373"/>
                </a:lnTo>
                <a:lnTo>
                  <a:pt x="596090" y="101513"/>
                </a:lnTo>
                <a:lnTo>
                  <a:pt x="596971" y="101632"/>
                </a:lnTo>
                <a:lnTo>
                  <a:pt x="597869" y="101728"/>
                </a:lnTo>
                <a:lnTo>
                  <a:pt x="598784" y="101804"/>
                </a:lnTo>
                <a:lnTo>
                  <a:pt x="599716" y="101857"/>
                </a:lnTo>
                <a:lnTo>
                  <a:pt x="600666" y="101890"/>
                </a:lnTo>
                <a:lnTo>
                  <a:pt x="601632" y="101901"/>
                </a:lnTo>
                <a:lnTo>
                  <a:pt x="602486" y="101892"/>
                </a:lnTo>
                <a:lnTo>
                  <a:pt x="603325" y="101866"/>
                </a:lnTo>
                <a:lnTo>
                  <a:pt x="604150" y="101823"/>
                </a:lnTo>
                <a:lnTo>
                  <a:pt x="604960" y="101763"/>
                </a:lnTo>
                <a:lnTo>
                  <a:pt x="605756" y="101685"/>
                </a:lnTo>
                <a:lnTo>
                  <a:pt x="606538" y="101591"/>
                </a:lnTo>
                <a:lnTo>
                  <a:pt x="607305" y="101479"/>
                </a:lnTo>
                <a:lnTo>
                  <a:pt x="608058" y="101350"/>
                </a:lnTo>
                <a:lnTo>
                  <a:pt x="608797" y="101203"/>
                </a:lnTo>
                <a:lnTo>
                  <a:pt x="609521" y="101040"/>
                </a:lnTo>
                <a:lnTo>
                  <a:pt x="610231" y="100859"/>
                </a:lnTo>
                <a:lnTo>
                  <a:pt x="610927" y="100661"/>
                </a:lnTo>
                <a:lnTo>
                  <a:pt x="611608" y="100446"/>
                </a:lnTo>
                <a:lnTo>
                  <a:pt x="612275" y="100214"/>
                </a:lnTo>
                <a:lnTo>
                  <a:pt x="612928" y="99964"/>
                </a:lnTo>
                <a:lnTo>
                  <a:pt x="613566" y="99698"/>
                </a:lnTo>
                <a:lnTo>
                  <a:pt x="614190" y="99414"/>
                </a:lnTo>
                <a:lnTo>
                  <a:pt x="614800" y="99112"/>
                </a:lnTo>
                <a:lnTo>
                  <a:pt x="615395" y="98794"/>
                </a:lnTo>
                <a:lnTo>
                  <a:pt x="615976" y="98458"/>
                </a:lnTo>
                <a:lnTo>
                  <a:pt x="616543" y="98105"/>
                </a:lnTo>
                <a:lnTo>
                  <a:pt x="617095" y="97735"/>
                </a:lnTo>
                <a:lnTo>
                  <a:pt x="617633" y="97348"/>
                </a:lnTo>
                <a:lnTo>
                  <a:pt x="618156" y="96944"/>
                </a:lnTo>
                <a:lnTo>
                  <a:pt x="618662" y="96525"/>
                </a:lnTo>
                <a:lnTo>
                  <a:pt x="619146" y="96094"/>
                </a:lnTo>
                <a:lnTo>
                  <a:pt x="619609" y="95651"/>
                </a:lnTo>
                <a:lnTo>
                  <a:pt x="620050" y="95196"/>
                </a:lnTo>
                <a:lnTo>
                  <a:pt x="620470" y="94729"/>
                </a:lnTo>
                <a:lnTo>
                  <a:pt x="620868" y="94250"/>
                </a:lnTo>
                <a:lnTo>
                  <a:pt x="621245" y="93759"/>
                </a:lnTo>
                <a:lnTo>
                  <a:pt x="621600" y="93257"/>
                </a:lnTo>
                <a:lnTo>
                  <a:pt x="621934" y="92742"/>
                </a:lnTo>
                <a:lnTo>
                  <a:pt x="622246" y="92215"/>
                </a:lnTo>
                <a:lnTo>
                  <a:pt x="622536" y="91677"/>
                </a:lnTo>
                <a:lnTo>
                  <a:pt x="622805" y="91126"/>
                </a:lnTo>
                <a:lnTo>
                  <a:pt x="623053" y="90563"/>
                </a:lnTo>
                <a:lnTo>
                  <a:pt x="623279" y="89989"/>
                </a:lnTo>
                <a:lnTo>
                  <a:pt x="623483" y="89403"/>
                </a:lnTo>
                <a:lnTo>
                  <a:pt x="623666" y="88804"/>
                </a:lnTo>
                <a:lnTo>
                  <a:pt x="623828" y="88194"/>
                </a:lnTo>
                <a:lnTo>
                  <a:pt x="623968" y="87571"/>
                </a:lnTo>
                <a:lnTo>
                  <a:pt x="624017" y="87305"/>
                </a:lnTo>
                <a:lnTo>
                  <a:pt x="624355" y="87305"/>
                </a:lnTo>
                <a:lnTo>
                  <a:pt x="624355" y="100524"/>
                </a:lnTo>
                <a:lnTo>
                  <a:pt x="641015" y="100524"/>
                </a:lnTo>
                <a:lnTo>
                  <a:pt x="641015" y="49160"/>
                </a:lnTo>
                <a:close/>
                <a:moveTo>
                  <a:pt x="605241" y="88871"/>
                </a:moveTo>
                <a:lnTo>
                  <a:pt x="604755" y="88823"/>
                </a:lnTo>
                <a:lnTo>
                  <a:pt x="604279" y="88763"/>
                </a:lnTo>
                <a:lnTo>
                  <a:pt x="603811" y="88694"/>
                </a:lnTo>
                <a:lnTo>
                  <a:pt x="603353" y="88613"/>
                </a:lnTo>
                <a:lnTo>
                  <a:pt x="602905" y="88521"/>
                </a:lnTo>
                <a:lnTo>
                  <a:pt x="602465" y="88419"/>
                </a:lnTo>
                <a:lnTo>
                  <a:pt x="602035" y="88306"/>
                </a:lnTo>
                <a:lnTo>
                  <a:pt x="601615" y="88183"/>
                </a:lnTo>
                <a:lnTo>
                  <a:pt x="601203" y="88048"/>
                </a:lnTo>
                <a:lnTo>
                  <a:pt x="600801" y="87903"/>
                </a:lnTo>
                <a:lnTo>
                  <a:pt x="600408" y="87747"/>
                </a:lnTo>
                <a:lnTo>
                  <a:pt x="600025" y="87580"/>
                </a:lnTo>
                <a:lnTo>
                  <a:pt x="599651" y="87403"/>
                </a:lnTo>
                <a:lnTo>
                  <a:pt x="599286" y="87215"/>
                </a:lnTo>
                <a:lnTo>
                  <a:pt x="598931" y="87016"/>
                </a:lnTo>
                <a:lnTo>
                  <a:pt x="598585" y="86806"/>
                </a:lnTo>
                <a:lnTo>
                  <a:pt x="598248" y="86586"/>
                </a:lnTo>
                <a:lnTo>
                  <a:pt x="597920" y="86355"/>
                </a:lnTo>
                <a:lnTo>
                  <a:pt x="597602" y="86113"/>
                </a:lnTo>
                <a:lnTo>
                  <a:pt x="597293" y="85860"/>
                </a:lnTo>
                <a:lnTo>
                  <a:pt x="596996" y="85598"/>
                </a:lnTo>
                <a:lnTo>
                  <a:pt x="596711" y="85328"/>
                </a:lnTo>
                <a:lnTo>
                  <a:pt x="596438" y="85050"/>
                </a:lnTo>
                <a:lnTo>
                  <a:pt x="596179" y="84764"/>
                </a:lnTo>
                <a:lnTo>
                  <a:pt x="595932" y="84470"/>
                </a:lnTo>
                <a:lnTo>
                  <a:pt x="595698" y="84168"/>
                </a:lnTo>
                <a:lnTo>
                  <a:pt x="595476" y="83859"/>
                </a:lnTo>
                <a:lnTo>
                  <a:pt x="595267" y="83541"/>
                </a:lnTo>
                <a:lnTo>
                  <a:pt x="595071" y="83216"/>
                </a:lnTo>
                <a:lnTo>
                  <a:pt x="594887" y="82883"/>
                </a:lnTo>
                <a:lnTo>
                  <a:pt x="594716" y="82542"/>
                </a:lnTo>
                <a:lnTo>
                  <a:pt x="594558" y="82193"/>
                </a:lnTo>
                <a:lnTo>
                  <a:pt x="594412" y="81836"/>
                </a:lnTo>
                <a:lnTo>
                  <a:pt x="594279" y="81471"/>
                </a:lnTo>
                <a:lnTo>
                  <a:pt x="594159" y="81098"/>
                </a:lnTo>
                <a:lnTo>
                  <a:pt x="594051" y="80718"/>
                </a:lnTo>
                <a:lnTo>
                  <a:pt x="593956" y="80330"/>
                </a:lnTo>
                <a:lnTo>
                  <a:pt x="593874" y="79933"/>
                </a:lnTo>
                <a:lnTo>
                  <a:pt x="593804" y="79529"/>
                </a:lnTo>
                <a:lnTo>
                  <a:pt x="593747" y="79117"/>
                </a:lnTo>
                <a:lnTo>
                  <a:pt x="593703" y="78697"/>
                </a:lnTo>
                <a:lnTo>
                  <a:pt x="593671" y="78269"/>
                </a:lnTo>
                <a:lnTo>
                  <a:pt x="593652" y="77833"/>
                </a:lnTo>
                <a:lnTo>
                  <a:pt x="593646" y="77390"/>
                </a:lnTo>
                <a:lnTo>
                  <a:pt x="593651" y="76980"/>
                </a:lnTo>
                <a:lnTo>
                  <a:pt x="593668" y="76577"/>
                </a:lnTo>
                <a:lnTo>
                  <a:pt x="593695" y="76181"/>
                </a:lnTo>
                <a:lnTo>
                  <a:pt x="593734" y="75791"/>
                </a:lnTo>
                <a:lnTo>
                  <a:pt x="593783" y="75408"/>
                </a:lnTo>
                <a:lnTo>
                  <a:pt x="593844" y="75032"/>
                </a:lnTo>
                <a:lnTo>
                  <a:pt x="593915" y="74662"/>
                </a:lnTo>
                <a:lnTo>
                  <a:pt x="593998" y="74299"/>
                </a:lnTo>
                <a:lnTo>
                  <a:pt x="594091" y="73943"/>
                </a:lnTo>
                <a:lnTo>
                  <a:pt x="594195" y="73594"/>
                </a:lnTo>
                <a:lnTo>
                  <a:pt x="594311" y="73251"/>
                </a:lnTo>
                <a:lnTo>
                  <a:pt x="594437" y="72915"/>
                </a:lnTo>
                <a:lnTo>
                  <a:pt x="594575" y="72585"/>
                </a:lnTo>
                <a:lnTo>
                  <a:pt x="594723" y="72263"/>
                </a:lnTo>
                <a:lnTo>
                  <a:pt x="594883" y="71947"/>
                </a:lnTo>
                <a:lnTo>
                  <a:pt x="595053" y="71637"/>
                </a:lnTo>
                <a:lnTo>
                  <a:pt x="595234" y="71335"/>
                </a:lnTo>
                <a:lnTo>
                  <a:pt x="595427" y="71039"/>
                </a:lnTo>
                <a:lnTo>
                  <a:pt x="595630" y="70749"/>
                </a:lnTo>
                <a:lnTo>
                  <a:pt x="595845" y="70467"/>
                </a:lnTo>
                <a:lnTo>
                  <a:pt x="596070" y="70191"/>
                </a:lnTo>
                <a:lnTo>
                  <a:pt x="596306" y="69921"/>
                </a:lnTo>
                <a:lnTo>
                  <a:pt x="596554" y="69659"/>
                </a:lnTo>
                <a:lnTo>
                  <a:pt x="596812" y="69403"/>
                </a:lnTo>
                <a:lnTo>
                  <a:pt x="597080" y="69156"/>
                </a:lnTo>
                <a:lnTo>
                  <a:pt x="597355" y="68919"/>
                </a:lnTo>
                <a:lnTo>
                  <a:pt x="597637" y="68693"/>
                </a:lnTo>
                <a:lnTo>
                  <a:pt x="597926" y="68477"/>
                </a:lnTo>
                <a:lnTo>
                  <a:pt x="598222" y="68272"/>
                </a:lnTo>
                <a:lnTo>
                  <a:pt x="598525" y="68078"/>
                </a:lnTo>
                <a:lnTo>
                  <a:pt x="598836" y="67893"/>
                </a:lnTo>
                <a:lnTo>
                  <a:pt x="599154" y="67720"/>
                </a:lnTo>
                <a:lnTo>
                  <a:pt x="599479" y="67557"/>
                </a:lnTo>
                <a:lnTo>
                  <a:pt x="599811" y="67404"/>
                </a:lnTo>
                <a:lnTo>
                  <a:pt x="600150" y="67262"/>
                </a:lnTo>
                <a:lnTo>
                  <a:pt x="600497" y="67131"/>
                </a:lnTo>
                <a:lnTo>
                  <a:pt x="600850" y="67010"/>
                </a:lnTo>
                <a:lnTo>
                  <a:pt x="601211" y="66899"/>
                </a:lnTo>
                <a:lnTo>
                  <a:pt x="601579" y="66799"/>
                </a:lnTo>
                <a:lnTo>
                  <a:pt x="601954" y="66710"/>
                </a:lnTo>
                <a:lnTo>
                  <a:pt x="602336" y="66631"/>
                </a:lnTo>
                <a:lnTo>
                  <a:pt x="602726" y="66563"/>
                </a:lnTo>
                <a:lnTo>
                  <a:pt x="603122" y="66505"/>
                </a:lnTo>
                <a:lnTo>
                  <a:pt x="603526" y="66457"/>
                </a:lnTo>
                <a:lnTo>
                  <a:pt x="603937" y="66421"/>
                </a:lnTo>
                <a:lnTo>
                  <a:pt x="604355" y="66394"/>
                </a:lnTo>
                <a:lnTo>
                  <a:pt x="604780" y="66378"/>
                </a:lnTo>
                <a:lnTo>
                  <a:pt x="605213" y="66373"/>
                </a:lnTo>
                <a:lnTo>
                  <a:pt x="623802" y="66373"/>
                </a:lnTo>
                <a:lnTo>
                  <a:pt x="623802" y="75600"/>
                </a:lnTo>
                <a:lnTo>
                  <a:pt x="623794" y="76089"/>
                </a:lnTo>
                <a:lnTo>
                  <a:pt x="623770" y="76571"/>
                </a:lnTo>
                <a:lnTo>
                  <a:pt x="623730" y="77046"/>
                </a:lnTo>
                <a:lnTo>
                  <a:pt x="623674" y="77512"/>
                </a:lnTo>
                <a:lnTo>
                  <a:pt x="623602" y="77971"/>
                </a:lnTo>
                <a:lnTo>
                  <a:pt x="623514" y="78423"/>
                </a:lnTo>
                <a:lnTo>
                  <a:pt x="623410" y="78866"/>
                </a:lnTo>
                <a:lnTo>
                  <a:pt x="623290" y="79302"/>
                </a:lnTo>
                <a:lnTo>
                  <a:pt x="623153" y="79731"/>
                </a:lnTo>
                <a:lnTo>
                  <a:pt x="623001" y="80152"/>
                </a:lnTo>
                <a:lnTo>
                  <a:pt x="622833" y="80565"/>
                </a:lnTo>
                <a:lnTo>
                  <a:pt x="622649" y="80970"/>
                </a:lnTo>
                <a:lnTo>
                  <a:pt x="622448" y="81368"/>
                </a:lnTo>
                <a:lnTo>
                  <a:pt x="622232" y="81758"/>
                </a:lnTo>
                <a:lnTo>
                  <a:pt x="622000" y="82141"/>
                </a:lnTo>
                <a:lnTo>
                  <a:pt x="621752" y="82516"/>
                </a:lnTo>
                <a:lnTo>
                  <a:pt x="621487" y="82883"/>
                </a:lnTo>
                <a:lnTo>
                  <a:pt x="621207" y="83243"/>
                </a:lnTo>
                <a:lnTo>
                  <a:pt x="620910" y="83595"/>
                </a:lnTo>
                <a:lnTo>
                  <a:pt x="620598" y="83939"/>
                </a:lnTo>
                <a:lnTo>
                  <a:pt x="620270" y="84276"/>
                </a:lnTo>
                <a:lnTo>
                  <a:pt x="619925" y="84605"/>
                </a:lnTo>
                <a:lnTo>
                  <a:pt x="619565" y="84926"/>
                </a:lnTo>
                <a:lnTo>
                  <a:pt x="619188" y="85240"/>
                </a:lnTo>
                <a:lnTo>
                  <a:pt x="618799" y="85543"/>
                </a:lnTo>
                <a:lnTo>
                  <a:pt x="618401" y="85834"/>
                </a:lnTo>
                <a:lnTo>
                  <a:pt x="617993" y="86111"/>
                </a:lnTo>
                <a:lnTo>
                  <a:pt x="617576" y="86376"/>
                </a:lnTo>
                <a:lnTo>
                  <a:pt x="617150" y="86627"/>
                </a:lnTo>
                <a:lnTo>
                  <a:pt x="616714" y="86866"/>
                </a:lnTo>
                <a:lnTo>
                  <a:pt x="616269" y="87092"/>
                </a:lnTo>
                <a:lnTo>
                  <a:pt x="615815" y="87305"/>
                </a:lnTo>
                <a:lnTo>
                  <a:pt x="615351" y="87505"/>
                </a:lnTo>
                <a:lnTo>
                  <a:pt x="614878" y="87692"/>
                </a:lnTo>
                <a:lnTo>
                  <a:pt x="614396" y="87866"/>
                </a:lnTo>
                <a:lnTo>
                  <a:pt x="613905" y="88028"/>
                </a:lnTo>
                <a:lnTo>
                  <a:pt x="613404" y="88176"/>
                </a:lnTo>
                <a:lnTo>
                  <a:pt x="612893" y="88312"/>
                </a:lnTo>
                <a:lnTo>
                  <a:pt x="612374" y="88434"/>
                </a:lnTo>
                <a:lnTo>
                  <a:pt x="611845" y="88544"/>
                </a:lnTo>
                <a:lnTo>
                  <a:pt x="611307" y="88641"/>
                </a:lnTo>
                <a:lnTo>
                  <a:pt x="610759" y="88725"/>
                </a:lnTo>
                <a:lnTo>
                  <a:pt x="610202" y="88796"/>
                </a:lnTo>
                <a:lnTo>
                  <a:pt x="609636" y="88854"/>
                </a:lnTo>
                <a:lnTo>
                  <a:pt x="609061" y="88899"/>
                </a:lnTo>
                <a:lnTo>
                  <a:pt x="608476" y="88931"/>
                </a:lnTo>
                <a:lnTo>
                  <a:pt x="607882" y="88951"/>
                </a:lnTo>
                <a:lnTo>
                  <a:pt x="607278" y="88957"/>
                </a:lnTo>
                <a:lnTo>
                  <a:pt x="606755" y="88952"/>
                </a:lnTo>
                <a:lnTo>
                  <a:pt x="606241" y="88936"/>
                </a:lnTo>
                <a:lnTo>
                  <a:pt x="605737" y="88909"/>
                </a:lnTo>
                <a:lnTo>
                  <a:pt x="605241" y="88871"/>
                </a:lnTo>
                <a:close/>
                <a:moveTo>
                  <a:pt x="446651" y="101813"/>
                </a:moveTo>
                <a:lnTo>
                  <a:pt x="447097" y="101763"/>
                </a:lnTo>
                <a:lnTo>
                  <a:pt x="447536" y="101703"/>
                </a:lnTo>
                <a:lnTo>
                  <a:pt x="447967" y="101631"/>
                </a:lnTo>
                <a:lnTo>
                  <a:pt x="448389" y="101549"/>
                </a:lnTo>
                <a:lnTo>
                  <a:pt x="448804" y="101455"/>
                </a:lnTo>
                <a:lnTo>
                  <a:pt x="449211" y="101351"/>
                </a:lnTo>
                <a:lnTo>
                  <a:pt x="449610" y="101235"/>
                </a:lnTo>
                <a:lnTo>
                  <a:pt x="450001" y="101109"/>
                </a:lnTo>
                <a:lnTo>
                  <a:pt x="450385" y="100971"/>
                </a:lnTo>
                <a:lnTo>
                  <a:pt x="450760" y="100823"/>
                </a:lnTo>
                <a:lnTo>
                  <a:pt x="451128" y="100664"/>
                </a:lnTo>
                <a:lnTo>
                  <a:pt x="451487" y="100493"/>
                </a:lnTo>
                <a:lnTo>
                  <a:pt x="451839" y="100312"/>
                </a:lnTo>
                <a:lnTo>
                  <a:pt x="452183" y="100119"/>
                </a:lnTo>
                <a:lnTo>
                  <a:pt x="452519" y="99916"/>
                </a:lnTo>
                <a:lnTo>
                  <a:pt x="452847" y="99702"/>
                </a:lnTo>
                <a:lnTo>
                  <a:pt x="453167" y="99476"/>
                </a:lnTo>
                <a:lnTo>
                  <a:pt x="453479" y="99240"/>
                </a:lnTo>
                <a:lnTo>
                  <a:pt x="453784" y="98992"/>
                </a:lnTo>
                <a:lnTo>
                  <a:pt x="454080" y="98734"/>
                </a:lnTo>
                <a:lnTo>
                  <a:pt x="454367" y="98467"/>
                </a:lnTo>
                <a:lnTo>
                  <a:pt x="454641" y="98192"/>
                </a:lnTo>
                <a:lnTo>
                  <a:pt x="454904" y="97910"/>
                </a:lnTo>
                <a:lnTo>
                  <a:pt x="455154" y="97621"/>
                </a:lnTo>
                <a:lnTo>
                  <a:pt x="455392" y="97325"/>
                </a:lnTo>
                <a:lnTo>
                  <a:pt x="455617" y="97021"/>
                </a:lnTo>
                <a:lnTo>
                  <a:pt x="455831" y="96711"/>
                </a:lnTo>
                <a:lnTo>
                  <a:pt x="456032" y="96393"/>
                </a:lnTo>
                <a:lnTo>
                  <a:pt x="456221" y="96068"/>
                </a:lnTo>
                <a:lnTo>
                  <a:pt x="456398" y="95736"/>
                </a:lnTo>
                <a:lnTo>
                  <a:pt x="456563" y="95397"/>
                </a:lnTo>
                <a:lnTo>
                  <a:pt x="456715" y="95051"/>
                </a:lnTo>
                <a:lnTo>
                  <a:pt x="456856" y="94697"/>
                </a:lnTo>
                <a:lnTo>
                  <a:pt x="456984" y="94336"/>
                </a:lnTo>
                <a:lnTo>
                  <a:pt x="457100" y="93968"/>
                </a:lnTo>
                <a:lnTo>
                  <a:pt x="457203" y="93593"/>
                </a:lnTo>
                <a:lnTo>
                  <a:pt x="457295" y="93211"/>
                </a:lnTo>
                <a:lnTo>
                  <a:pt x="457374" y="92821"/>
                </a:lnTo>
                <a:lnTo>
                  <a:pt x="457441" y="92424"/>
                </a:lnTo>
                <a:lnTo>
                  <a:pt x="457496" y="92021"/>
                </a:lnTo>
                <a:lnTo>
                  <a:pt x="457539" y="91610"/>
                </a:lnTo>
                <a:lnTo>
                  <a:pt x="457569" y="91191"/>
                </a:lnTo>
                <a:lnTo>
                  <a:pt x="457587" y="90766"/>
                </a:lnTo>
                <a:lnTo>
                  <a:pt x="457594" y="90333"/>
                </a:lnTo>
                <a:lnTo>
                  <a:pt x="457587" y="89901"/>
                </a:lnTo>
                <a:lnTo>
                  <a:pt x="457569" y="89476"/>
                </a:lnTo>
                <a:lnTo>
                  <a:pt x="457539" y="89058"/>
                </a:lnTo>
                <a:lnTo>
                  <a:pt x="457496" y="88647"/>
                </a:lnTo>
                <a:lnTo>
                  <a:pt x="457441" y="88243"/>
                </a:lnTo>
                <a:lnTo>
                  <a:pt x="457374" y="87846"/>
                </a:lnTo>
                <a:lnTo>
                  <a:pt x="457295" y="87457"/>
                </a:lnTo>
                <a:lnTo>
                  <a:pt x="457203" y="87075"/>
                </a:lnTo>
                <a:lnTo>
                  <a:pt x="457100" y="86700"/>
                </a:lnTo>
                <a:lnTo>
                  <a:pt x="456984" y="86332"/>
                </a:lnTo>
                <a:lnTo>
                  <a:pt x="456856" y="85971"/>
                </a:lnTo>
                <a:lnTo>
                  <a:pt x="456715" y="85618"/>
                </a:lnTo>
                <a:lnTo>
                  <a:pt x="456563" y="85271"/>
                </a:lnTo>
                <a:lnTo>
                  <a:pt x="456398" y="84932"/>
                </a:lnTo>
                <a:lnTo>
                  <a:pt x="456221" y="84600"/>
                </a:lnTo>
                <a:lnTo>
                  <a:pt x="456032" y="84275"/>
                </a:lnTo>
                <a:lnTo>
                  <a:pt x="455831" y="83958"/>
                </a:lnTo>
                <a:lnTo>
                  <a:pt x="455617" y="83647"/>
                </a:lnTo>
                <a:lnTo>
                  <a:pt x="455392" y="83344"/>
                </a:lnTo>
                <a:lnTo>
                  <a:pt x="455154" y="83048"/>
                </a:lnTo>
                <a:lnTo>
                  <a:pt x="454904" y="82759"/>
                </a:lnTo>
                <a:lnTo>
                  <a:pt x="454641" y="82477"/>
                </a:lnTo>
                <a:lnTo>
                  <a:pt x="454367" y="82202"/>
                </a:lnTo>
                <a:lnTo>
                  <a:pt x="454080" y="81935"/>
                </a:lnTo>
                <a:lnTo>
                  <a:pt x="453784" y="81676"/>
                </a:lnTo>
                <a:lnTo>
                  <a:pt x="453479" y="81429"/>
                </a:lnTo>
                <a:lnTo>
                  <a:pt x="453167" y="81192"/>
                </a:lnTo>
                <a:lnTo>
                  <a:pt x="452847" y="80967"/>
                </a:lnTo>
                <a:lnTo>
                  <a:pt x="452519" y="80752"/>
                </a:lnTo>
                <a:lnTo>
                  <a:pt x="452183" y="80548"/>
                </a:lnTo>
                <a:lnTo>
                  <a:pt x="451839" y="80356"/>
                </a:lnTo>
                <a:lnTo>
                  <a:pt x="451487" y="80174"/>
                </a:lnTo>
                <a:lnTo>
                  <a:pt x="451128" y="80004"/>
                </a:lnTo>
                <a:lnTo>
                  <a:pt x="450760" y="79844"/>
                </a:lnTo>
                <a:lnTo>
                  <a:pt x="450385" y="79696"/>
                </a:lnTo>
                <a:lnTo>
                  <a:pt x="450001" y="79558"/>
                </a:lnTo>
                <a:lnTo>
                  <a:pt x="449610" y="79432"/>
                </a:lnTo>
                <a:lnTo>
                  <a:pt x="449211" y="79316"/>
                </a:lnTo>
                <a:lnTo>
                  <a:pt x="448804" y="79212"/>
                </a:lnTo>
                <a:lnTo>
                  <a:pt x="448389" y="79118"/>
                </a:lnTo>
                <a:lnTo>
                  <a:pt x="447967" y="79036"/>
                </a:lnTo>
                <a:lnTo>
                  <a:pt x="447536" y="78964"/>
                </a:lnTo>
                <a:lnTo>
                  <a:pt x="447097" y="78904"/>
                </a:lnTo>
                <a:lnTo>
                  <a:pt x="446651" y="78854"/>
                </a:lnTo>
                <a:lnTo>
                  <a:pt x="446197" y="78816"/>
                </a:lnTo>
                <a:lnTo>
                  <a:pt x="445735" y="78788"/>
                </a:lnTo>
                <a:lnTo>
                  <a:pt x="445265" y="78772"/>
                </a:lnTo>
                <a:lnTo>
                  <a:pt x="444787" y="78766"/>
                </a:lnTo>
                <a:lnTo>
                  <a:pt x="444309" y="78772"/>
                </a:lnTo>
                <a:lnTo>
                  <a:pt x="443838" y="78788"/>
                </a:lnTo>
                <a:lnTo>
                  <a:pt x="443376" y="78816"/>
                </a:lnTo>
                <a:lnTo>
                  <a:pt x="442922" y="78854"/>
                </a:lnTo>
                <a:lnTo>
                  <a:pt x="442475" y="78904"/>
                </a:lnTo>
                <a:lnTo>
                  <a:pt x="442036" y="78964"/>
                </a:lnTo>
                <a:lnTo>
                  <a:pt x="441606" y="79036"/>
                </a:lnTo>
                <a:lnTo>
                  <a:pt x="441183" y="79118"/>
                </a:lnTo>
                <a:lnTo>
                  <a:pt x="440768" y="79212"/>
                </a:lnTo>
                <a:lnTo>
                  <a:pt x="440361" y="79316"/>
                </a:lnTo>
                <a:lnTo>
                  <a:pt x="439962" y="79432"/>
                </a:lnTo>
                <a:lnTo>
                  <a:pt x="439570" y="79558"/>
                </a:lnTo>
                <a:lnTo>
                  <a:pt x="439187" y="79696"/>
                </a:lnTo>
                <a:lnTo>
                  <a:pt x="438812" y="79844"/>
                </a:lnTo>
                <a:lnTo>
                  <a:pt x="438444" y="80004"/>
                </a:lnTo>
                <a:lnTo>
                  <a:pt x="438084" y="80174"/>
                </a:lnTo>
                <a:lnTo>
                  <a:pt x="437732" y="80356"/>
                </a:lnTo>
                <a:lnTo>
                  <a:pt x="437389" y="80548"/>
                </a:lnTo>
                <a:lnTo>
                  <a:pt x="437053" y="80752"/>
                </a:lnTo>
                <a:lnTo>
                  <a:pt x="436724" y="80967"/>
                </a:lnTo>
                <a:lnTo>
                  <a:pt x="436404" y="81192"/>
                </a:lnTo>
                <a:lnTo>
                  <a:pt x="436092" y="81429"/>
                </a:lnTo>
                <a:lnTo>
                  <a:pt x="435787" y="81676"/>
                </a:lnTo>
                <a:lnTo>
                  <a:pt x="435491" y="81935"/>
                </a:lnTo>
                <a:lnTo>
                  <a:pt x="435204" y="82202"/>
                </a:lnTo>
                <a:lnTo>
                  <a:pt x="434930" y="82477"/>
                </a:lnTo>
                <a:lnTo>
                  <a:pt x="434668" y="82759"/>
                </a:lnTo>
                <a:lnTo>
                  <a:pt x="434418" y="83048"/>
                </a:lnTo>
                <a:lnTo>
                  <a:pt x="434180" y="83344"/>
                </a:lnTo>
                <a:lnTo>
                  <a:pt x="433955" y="83647"/>
                </a:lnTo>
                <a:lnTo>
                  <a:pt x="433741" y="83958"/>
                </a:lnTo>
                <a:lnTo>
                  <a:pt x="433540" y="84275"/>
                </a:lnTo>
                <a:lnTo>
                  <a:pt x="433351" y="84600"/>
                </a:lnTo>
                <a:lnTo>
                  <a:pt x="433175" y="84932"/>
                </a:lnTo>
                <a:lnTo>
                  <a:pt x="433010" y="85271"/>
                </a:lnTo>
                <a:lnTo>
                  <a:pt x="432858" y="85618"/>
                </a:lnTo>
                <a:lnTo>
                  <a:pt x="432717" y="85971"/>
                </a:lnTo>
                <a:lnTo>
                  <a:pt x="432589" y="86332"/>
                </a:lnTo>
                <a:lnTo>
                  <a:pt x="432474" y="86700"/>
                </a:lnTo>
                <a:lnTo>
                  <a:pt x="432370" y="87075"/>
                </a:lnTo>
                <a:lnTo>
                  <a:pt x="432278" y="87457"/>
                </a:lnTo>
                <a:lnTo>
                  <a:pt x="432199" y="87846"/>
                </a:lnTo>
                <a:lnTo>
                  <a:pt x="432132" y="88243"/>
                </a:lnTo>
                <a:lnTo>
                  <a:pt x="432077" y="88647"/>
                </a:lnTo>
                <a:lnTo>
                  <a:pt x="432035" y="89058"/>
                </a:lnTo>
                <a:lnTo>
                  <a:pt x="432004" y="89476"/>
                </a:lnTo>
                <a:lnTo>
                  <a:pt x="431986" y="89901"/>
                </a:lnTo>
                <a:lnTo>
                  <a:pt x="431980" y="90333"/>
                </a:lnTo>
                <a:lnTo>
                  <a:pt x="431986" y="90766"/>
                </a:lnTo>
                <a:lnTo>
                  <a:pt x="432004" y="91191"/>
                </a:lnTo>
                <a:lnTo>
                  <a:pt x="432035" y="91610"/>
                </a:lnTo>
                <a:lnTo>
                  <a:pt x="432077" y="92021"/>
                </a:lnTo>
                <a:lnTo>
                  <a:pt x="432132" y="92424"/>
                </a:lnTo>
                <a:lnTo>
                  <a:pt x="432199" y="92821"/>
                </a:lnTo>
                <a:lnTo>
                  <a:pt x="432278" y="93211"/>
                </a:lnTo>
                <a:lnTo>
                  <a:pt x="432370" y="93593"/>
                </a:lnTo>
                <a:lnTo>
                  <a:pt x="432474" y="93968"/>
                </a:lnTo>
                <a:lnTo>
                  <a:pt x="432589" y="94336"/>
                </a:lnTo>
                <a:lnTo>
                  <a:pt x="432717" y="94697"/>
                </a:lnTo>
                <a:lnTo>
                  <a:pt x="432858" y="95051"/>
                </a:lnTo>
                <a:lnTo>
                  <a:pt x="433010" y="95397"/>
                </a:lnTo>
                <a:lnTo>
                  <a:pt x="433175" y="95736"/>
                </a:lnTo>
                <a:lnTo>
                  <a:pt x="433351" y="96068"/>
                </a:lnTo>
                <a:lnTo>
                  <a:pt x="433540" y="96393"/>
                </a:lnTo>
                <a:lnTo>
                  <a:pt x="433741" y="96711"/>
                </a:lnTo>
                <a:lnTo>
                  <a:pt x="433955" y="97021"/>
                </a:lnTo>
                <a:lnTo>
                  <a:pt x="434180" y="97325"/>
                </a:lnTo>
                <a:lnTo>
                  <a:pt x="434418" y="97621"/>
                </a:lnTo>
                <a:lnTo>
                  <a:pt x="434668" y="97910"/>
                </a:lnTo>
                <a:lnTo>
                  <a:pt x="434930" y="98192"/>
                </a:lnTo>
                <a:lnTo>
                  <a:pt x="435204" y="98467"/>
                </a:lnTo>
                <a:lnTo>
                  <a:pt x="435491" y="98734"/>
                </a:lnTo>
                <a:lnTo>
                  <a:pt x="435787" y="98992"/>
                </a:lnTo>
                <a:lnTo>
                  <a:pt x="436092" y="99240"/>
                </a:lnTo>
                <a:lnTo>
                  <a:pt x="436404" y="99476"/>
                </a:lnTo>
                <a:lnTo>
                  <a:pt x="436724" y="99702"/>
                </a:lnTo>
                <a:lnTo>
                  <a:pt x="437053" y="99916"/>
                </a:lnTo>
                <a:lnTo>
                  <a:pt x="437389" y="100119"/>
                </a:lnTo>
                <a:lnTo>
                  <a:pt x="437732" y="100312"/>
                </a:lnTo>
                <a:lnTo>
                  <a:pt x="438084" y="100493"/>
                </a:lnTo>
                <a:lnTo>
                  <a:pt x="438444" y="100664"/>
                </a:lnTo>
                <a:lnTo>
                  <a:pt x="438812" y="100823"/>
                </a:lnTo>
                <a:lnTo>
                  <a:pt x="439187" y="100971"/>
                </a:lnTo>
                <a:lnTo>
                  <a:pt x="439570" y="101109"/>
                </a:lnTo>
                <a:lnTo>
                  <a:pt x="439962" y="101235"/>
                </a:lnTo>
                <a:lnTo>
                  <a:pt x="440361" y="101351"/>
                </a:lnTo>
                <a:lnTo>
                  <a:pt x="440768" y="101455"/>
                </a:lnTo>
                <a:lnTo>
                  <a:pt x="441183" y="101549"/>
                </a:lnTo>
                <a:lnTo>
                  <a:pt x="441606" y="101631"/>
                </a:lnTo>
                <a:lnTo>
                  <a:pt x="442036" y="101703"/>
                </a:lnTo>
                <a:lnTo>
                  <a:pt x="442475" y="101763"/>
                </a:lnTo>
                <a:lnTo>
                  <a:pt x="442922" y="101813"/>
                </a:lnTo>
                <a:lnTo>
                  <a:pt x="443376" y="101851"/>
                </a:lnTo>
                <a:lnTo>
                  <a:pt x="443838" y="101879"/>
                </a:lnTo>
                <a:lnTo>
                  <a:pt x="444309" y="101895"/>
                </a:lnTo>
                <a:lnTo>
                  <a:pt x="444787" y="101901"/>
                </a:lnTo>
                <a:lnTo>
                  <a:pt x="445265" y="101895"/>
                </a:lnTo>
                <a:lnTo>
                  <a:pt x="445735" y="101879"/>
                </a:lnTo>
                <a:lnTo>
                  <a:pt x="446197" y="101851"/>
                </a:lnTo>
                <a:lnTo>
                  <a:pt x="446651" y="101813"/>
                </a:lnTo>
                <a:close/>
                <a:moveTo>
                  <a:pt x="870032" y="84946"/>
                </a:moveTo>
                <a:lnTo>
                  <a:pt x="869703" y="84925"/>
                </a:lnTo>
                <a:lnTo>
                  <a:pt x="869379" y="84896"/>
                </a:lnTo>
                <a:lnTo>
                  <a:pt x="869062" y="84858"/>
                </a:lnTo>
                <a:lnTo>
                  <a:pt x="868751" y="84812"/>
                </a:lnTo>
                <a:lnTo>
                  <a:pt x="868445" y="84758"/>
                </a:lnTo>
                <a:lnTo>
                  <a:pt x="868146" y="84695"/>
                </a:lnTo>
                <a:lnTo>
                  <a:pt x="867852" y="84624"/>
                </a:lnTo>
                <a:lnTo>
                  <a:pt x="867565" y="84545"/>
                </a:lnTo>
                <a:lnTo>
                  <a:pt x="867283" y="84457"/>
                </a:lnTo>
                <a:lnTo>
                  <a:pt x="867008" y="84361"/>
                </a:lnTo>
                <a:lnTo>
                  <a:pt x="866738" y="84256"/>
                </a:lnTo>
                <a:lnTo>
                  <a:pt x="866475" y="84143"/>
                </a:lnTo>
                <a:lnTo>
                  <a:pt x="866217" y="84022"/>
                </a:lnTo>
                <a:lnTo>
                  <a:pt x="865965" y="83892"/>
                </a:lnTo>
                <a:lnTo>
                  <a:pt x="865720" y="83754"/>
                </a:lnTo>
                <a:lnTo>
                  <a:pt x="865480" y="83608"/>
                </a:lnTo>
                <a:lnTo>
                  <a:pt x="865246" y="83453"/>
                </a:lnTo>
                <a:lnTo>
                  <a:pt x="865019" y="83290"/>
                </a:lnTo>
                <a:lnTo>
                  <a:pt x="864797" y="83119"/>
                </a:lnTo>
                <a:lnTo>
                  <a:pt x="864581" y="82939"/>
                </a:lnTo>
                <a:lnTo>
                  <a:pt x="864371" y="82751"/>
                </a:lnTo>
                <a:lnTo>
                  <a:pt x="864168" y="82555"/>
                </a:lnTo>
                <a:lnTo>
                  <a:pt x="863971" y="82351"/>
                </a:lnTo>
                <a:lnTo>
                  <a:pt x="863783" y="82141"/>
                </a:lnTo>
                <a:lnTo>
                  <a:pt x="863603" y="81925"/>
                </a:lnTo>
                <a:lnTo>
                  <a:pt x="863431" y="81703"/>
                </a:lnTo>
                <a:lnTo>
                  <a:pt x="863268" y="81476"/>
                </a:lnTo>
                <a:lnTo>
                  <a:pt x="863113" y="81242"/>
                </a:lnTo>
                <a:lnTo>
                  <a:pt x="862967" y="81002"/>
                </a:lnTo>
                <a:lnTo>
                  <a:pt x="862829" y="80757"/>
                </a:lnTo>
                <a:lnTo>
                  <a:pt x="862699" y="80505"/>
                </a:lnTo>
                <a:lnTo>
                  <a:pt x="862578" y="80247"/>
                </a:lnTo>
                <a:lnTo>
                  <a:pt x="862465" y="79984"/>
                </a:lnTo>
                <a:lnTo>
                  <a:pt x="862360" y="79714"/>
                </a:lnTo>
                <a:lnTo>
                  <a:pt x="862264" y="79439"/>
                </a:lnTo>
                <a:lnTo>
                  <a:pt x="862176" y="79157"/>
                </a:lnTo>
                <a:lnTo>
                  <a:pt x="862096" y="78870"/>
                </a:lnTo>
                <a:lnTo>
                  <a:pt x="862025" y="78576"/>
                </a:lnTo>
                <a:lnTo>
                  <a:pt x="861962" y="78277"/>
                </a:lnTo>
                <a:lnTo>
                  <a:pt x="861908" y="77971"/>
                </a:lnTo>
                <a:lnTo>
                  <a:pt x="861862" y="77660"/>
                </a:lnTo>
                <a:lnTo>
                  <a:pt x="861824" y="77343"/>
                </a:lnTo>
                <a:lnTo>
                  <a:pt x="861795" y="77019"/>
                </a:lnTo>
                <a:lnTo>
                  <a:pt x="861774" y="76690"/>
                </a:lnTo>
                <a:lnTo>
                  <a:pt x="861762" y="76355"/>
                </a:lnTo>
                <a:lnTo>
                  <a:pt x="861757" y="76014"/>
                </a:lnTo>
                <a:lnTo>
                  <a:pt x="861757" y="0"/>
                </a:lnTo>
                <a:lnTo>
                  <a:pt x="820307" y="0"/>
                </a:lnTo>
                <a:lnTo>
                  <a:pt x="820307" y="15559"/>
                </a:lnTo>
                <a:lnTo>
                  <a:pt x="844544" y="15559"/>
                </a:lnTo>
                <a:lnTo>
                  <a:pt x="844544" y="76014"/>
                </a:lnTo>
                <a:lnTo>
                  <a:pt x="844550" y="76619"/>
                </a:lnTo>
                <a:lnTo>
                  <a:pt x="844566" y="77218"/>
                </a:lnTo>
                <a:lnTo>
                  <a:pt x="844594" y="77811"/>
                </a:lnTo>
                <a:lnTo>
                  <a:pt x="844632" y="78398"/>
                </a:lnTo>
                <a:lnTo>
                  <a:pt x="844682" y="78979"/>
                </a:lnTo>
                <a:lnTo>
                  <a:pt x="844742" y="79555"/>
                </a:lnTo>
                <a:lnTo>
                  <a:pt x="844814" y="80124"/>
                </a:lnTo>
                <a:lnTo>
                  <a:pt x="844896" y="80687"/>
                </a:lnTo>
                <a:lnTo>
                  <a:pt x="844990" y="81245"/>
                </a:lnTo>
                <a:lnTo>
                  <a:pt x="845094" y="81796"/>
                </a:lnTo>
                <a:lnTo>
                  <a:pt x="845210" y="82341"/>
                </a:lnTo>
                <a:lnTo>
                  <a:pt x="845336" y="82881"/>
                </a:lnTo>
                <a:lnTo>
                  <a:pt x="845473" y="83414"/>
                </a:lnTo>
                <a:lnTo>
                  <a:pt x="845622" y="83942"/>
                </a:lnTo>
                <a:lnTo>
                  <a:pt x="845781" y="84463"/>
                </a:lnTo>
                <a:lnTo>
                  <a:pt x="845952" y="84979"/>
                </a:lnTo>
                <a:lnTo>
                  <a:pt x="846133" y="85488"/>
                </a:lnTo>
                <a:lnTo>
                  <a:pt x="846325" y="85992"/>
                </a:lnTo>
                <a:lnTo>
                  <a:pt x="846529" y="86489"/>
                </a:lnTo>
                <a:lnTo>
                  <a:pt x="846743" y="86981"/>
                </a:lnTo>
                <a:lnTo>
                  <a:pt x="846969" y="87467"/>
                </a:lnTo>
                <a:lnTo>
                  <a:pt x="847205" y="87946"/>
                </a:lnTo>
                <a:lnTo>
                  <a:pt x="847452" y="88420"/>
                </a:lnTo>
                <a:lnTo>
                  <a:pt x="847711" y="88888"/>
                </a:lnTo>
                <a:lnTo>
                  <a:pt x="847979" y="89348"/>
                </a:lnTo>
                <a:lnTo>
                  <a:pt x="848255" y="89799"/>
                </a:lnTo>
                <a:lnTo>
                  <a:pt x="848540" y="90242"/>
                </a:lnTo>
                <a:lnTo>
                  <a:pt x="848833" y="90676"/>
                </a:lnTo>
                <a:lnTo>
                  <a:pt x="849135" y="91101"/>
                </a:lnTo>
                <a:lnTo>
                  <a:pt x="849445" y="91517"/>
                </a:lnTo>
                <a:lnTo>
                  <a:pt x="849763" y="91924"/>
                </a:lnTo>
                <a:lnTo>
                  <a:pt x="850090" y="92322"/>
                </a:lnTo>
                <a:lnTo>
                  <a:pt x="850425" y="92712"/>
                </a:lnTo>
                <a:lnTo>
                  <a:pt x="850768" y="93093"/>
                </a:lnTo>
                <a:lnTo>
                  <a:pt x="851120" y="93465"/>
                </a:lnTo>
                <a:lnTo>
                  <a:pt x="851480" y="93828"/>
                </a:lnTo>
                <a:lnTo>
                  <a:pt x="851848" y="94182"/>
                </a:lnTo>
                <a:lnTo>
                  <a:pt x="852225" y="94527"/>
                </a:lnTo>
                <a:lnTo>
                  <a:pt x="852610" y="94864"/>
                </a:lnTo>
                <a:lnTo>
                  <a:pt x="853004" y="95191"/>
                </a:lnTo>
                <a:lnTo>
                  <a:pt x="853406" y="95510"/>
                </a:lnTo>
                <a:lnTo>
                  <a:pt x="853816" y="95820"/>
                </a:lnTo>
                <a:lnTo>
                  <a:pt x="854235" y="96121"/>
                </a:lnTo>
                <a:lnTo>
                  <a:pt x="854662" y="96414"/>
                </a:lnTo>
                <a:lnTo>
                  <a:pt x="855097" y="96697"/>
                </a:lnTo>
                <a:lnTo>
                  <a:pt x="855541" y="96972"/>
                </a:lnTo>
                <a:lnTo>
                  <a:pt x="855993" y="97237"/>
                </a:lnTo>
                <a:lnTo>
                  <a:pt x="856454" y="97494"/>
                </a:lnTo>
                <a:lnTo>
                  <a:pt x="856922" y="97741"/>
                </a:lnTo>
                <a:lnTo>
                  <a:pt x="857397" y="97978"/>
                </a:lnTo>
                <a:lnTo>
                  <a:pt x="857878" y="98204"/>
                </a:lnTo>
                <a:lnTo>
                  <a:pt x="858365" y="98420"/>
                </a:lnTo>
                <a:lnTo>
                  <a:pt x="858859" y="98625"/>
                </a:lnTo>
                <a:lnTo>
                  <a:pt x="859359" y="98820"/>
                </a:lnTo>
                <a:lnTo>
                  <a:pt x="859866" y="99004"/>
                </a:lnTo>
                <a:lnTo>
                  <a:pt x="860380" y="99178"/>
                </a:lnTo>
                <a:lnTo>
                  <a:pt x="860899" y="99341"/>
                </a:lnTo>
                <a:lnTo>
                  <a:pt x="861425" y="99493"/>
                </a:lnTo>
                <a:lnTo>
                  <a:pt x="861958" y="99635"/>
                </a:lnTo>
                <a:lnTo>
                  <a:pt x="862497" y="99767"/>
                </a:lnTo>
                <a:lnTo>
                  <a:pt x="863043" y="99888"/>
                </a:lnTo>
                <a:lnTo>
                  <a:pt x="863595" y="99998"/>
                </a:lnTo>
                <a:lnTo>
                  <a:pt x="864153" y="100098"/>
                </a:lnTo>
                <a:lnTo>
                  <a:pt x="864718" y="100188"/>
                </a:lnTo>
                <a:lnTo>
                  <a:pt x="865289" y="100266"/>
                </a:lnTo>
                <a:lnTo>
                  <a:pt x="865867" y="100335"/>
                </a:lnTo>
                <a:lnTo>
                  <a:pt x="866451" y="100393"/>
                </a:lnTo>
                <a:lnTo>
                  <a:pt x="867042" y="100440"/>
                </a:lnTo>
                <a:lnTo>
                  <a:pt x="867639" y="100477"/>
                </a:lnTo>
                <a:lnTo>
                  <a:pt x="868242" y="100503"/>
                </a:lnTo>
                <a:lnTo>
                  <a:pt x="868852" y="100519"/>
                </a:lnTo>
                <a:lnTo>
                  <a:pt x="869469" y="100524"/>
                </a:lnTo>
                <a:lnTo>
                  <a:pt x="893568" y="100524"/>
                </a:lnTo>
                <a:lnTo>
                  <a:pt x="893568" y="84963"/>
                </a:lnTo>
                <a:lnTo>
                  <a:pt x="870709" y="84963"/>
                </a:lnTo>
                <a:lnTo>
                  <a:pt x="870367" y="84958"/>
                </a:lnTo>
                <a:lnTo>
                  <a:pt x="870032" y="84946"/>
                </a:lnTo>
                <a:close/>
                <a:moveTo>
                  <a:pt x="788413" y="36871"/>
                </a:moveTo>
                <a:lnTo>
                  <a:pt x="788231" y="36232"/>
                </a:lnTo>
                <a:lnTo>
                  <a:pt x="788030" y="35606"/>
                </a:lnTo>
                <a:lnTo>
                  <a:pt x="787810" y="34994"/>
                </a:lnTo>
                <a:lnTo>
                  <a:pt x="787571" y="34395"/>
                </a:lnTo>
                <a:lnTo>
                  <a:pt x="787313" y="33810"/>
                </a:lnTo>
                <a:lnTo>
                  <a:pt x="787035" y="33239"/>
                </a:lnTo>
                <a:lnTo>
                  <a:pt x="786739" y="32681"/>
                </a:lnTo>
                <a:lnTo>
                  <a:pt x="786423" y="32137"/>
                </a:lnTo>
                <a:lnTo>
                  <a:pt x="786088" y="31607"/>
                </a:lnTo>
                <a:lnTo>
                  <a:pt x="785734" y="31090"/>
                </a:lnTo>
                <a:lnTo>
                  <a:pt x="785361" y="30587"/>
                </a:lnTo>
                <a:lnTo>
                  <a:pt x="784969" y="30098"/>
                </a:lnTo>
                <a:lnTo>
                  <a:pt x="784558" y="29622"/>
                </a:lnTo>
                <a:lnTo>
                  <a:pt x="784128" y="29160"/>
                </a:lnTo>
                <a:lnTo>
                  <a:pt x="783678" y="28711"/>
                </a:lnTo>
                <a:lnTo>
                  <a:pt x="783212" y="28278"/>
                </a:lnTo>
                <a:lnTo>
                  <a:pt x="782733" y="27864"/>
                </a:lnTo>
                <a:lnTo>
                  <a:pt x="782241" y="27468"/>
                </a:lnTo>
                <a:lnTo>
                  <a:pt x="781735" y="27091"/>
                </a:lnTo>
                <a:lnTo>
                  <a:pt x="781216" y="26732"/>
                </a:lnTo>
                <a:lnTo>
                  <a:pt x="780683" y="26392"/>
                </a:lnTo>
                <a:lnTo>
                  <a:pt x="780137" y="26070"/>
                </a:lnTo>
                <a:lnTo>
                  <a:pt x="779578" y="25766"/>
                </a:lnTo>
                <a:lnTo>
                  <a:pt x="779005" y="25480"/>
                </a:lnTo>
                <a:lnTo>
                  <a:pt x="778419" y="25214"/>
                </a:lnTo>
                <a:lnTo>
                  <a:pt x="777820" y="24965"/>
                </a:lnTo>
                <a:lnTo>
                  <a:pt x="777207" y="24735"/>
                </a:lnTo>
                <a:lnTo>
                  <a:pt x="776580" y="24523"/>
                </a:lnTo>
                <a:lnTo>
                  <a:pt x="775941" y="24330"/>
                </a:lnTo>
                <a:lnTo>
                  <a:pt x="775288" y="24155"/>
                </a:lnTo>
                <a:lnTo>
                  <a:pt x="774621" y="23999"/>
                </a:lnTo>
                <a:lnTo>
                  <a:pt x="773941" y="23861"/>
                </a:lnTo>
                <a:lnTo>
                  <a:pt x="773248" y="23741"/>
                </a:lnTo>
                <a:lnTo>
                  <a:pt x="772542" y="23640"/>
                </a:lnTo>
                <a:lnTo>
                  <a:pt x="771822" y="23557"/>
                </a:lnTo>
                <a:lnTo>
                  <a:pt x="771088" y="23492"/>
                </a:lnTo>
                <a:lnTo>
                  <a:pt x="770341" y="23446"/>
                </a:lnTo>
                <a:lnTo>
                  <a:pt x="769581" y="23419"/>
                </a:lnTo>
                <a:lnTo>
                  <a:pt x="768808" y="23410"/>
                </a:lnTo>
                <a:lnTo>
                  <a:pt x="767863" y="23423"/>
                </a:lnTo>
                <a:lnTo>
                  <a:pt x="766934" y="23464"/>
                </a:lnTo>
                <a:lnTo>
                  <a:pt x="766021" y="23532"/>
                </a:lnTo>
                <a:lnTo>
                  <a:pt x="765124" y="23628"/>
                </a:lnTo>
                <a:lnTo>
                  <a:pt x="764242" y="23750"/>
                </a:lnTo>
                <a:lnTo>
                  <a:pt x="763376" y="23900"/>
                </a:lnTo>
                <a:lnTo>
                  <a:pt x="762526" y="24077"/>
                </a:lnTo>
                <a:lnTo>
                  <a:pt x="761692" y="24282"/>
                </a:lnTo>
                <a:lnTo>
                  <a:pt x="760874" y="24514"/>
                </a:lnTo>
                <a:lnTo>
                  <a:pt x="760071" y="24772"/>
                </a:lnTo>
                <a:lnTo>
                  <a:pt x="759284" y="25059"/>
                </a:lnTo>
                <a:lnTo>
                  <a:pt x="758513" y="25372"/>
                </a:lnTo>
                <a:lnTo>
                  <a:pt x="757758" y="25713"/>
                </a:lnTo>
                <a:lnTo>
                  <a:pt x="757018" y="26081"/>
                </a:lnTo>
                <a:lnTo>
                  <a:pt x="756295" y="26476"/>
                </a:lnTo>
                <a:lnTo>
                  <a:pt x="755587" y="26899"/>
                </a:lnTo>
                <a:lnTo>
                  <a:pt x="754895" y="27348"/>
                </a:lnTo>
                <a:lnTo>
                  <a:pt x="754218" y="27825"/>
                </a:lnTo>
                <a:lnTo>
                  <a:pt x="753558" y="28330"/>
                </a:lnTo>
                <a:lnTo>
                  <a:pt x="752913" y="28861"/>
                </a:lnTo>
                <a:lnTo>
                  <a:pt x="752284" y="29420"/>
                </a:lnTo>
                <a:lnTo>
                  <a:pt x="751671" y="30006"/>
                </a:lnTo>
                <a:lnTo>
                  <a:pt x="751073" y="30619"/>
                </a:lnTo>
                <a:lnTo>
                  <a:pt x="750491" y="31260"/>
                </a:lnTo>
                <a:lnTo>
                  <a:pt x="749930" y="31923"/>
                </a:lnTo>
                <a:lnTo>
                  <a:pt x="749392" y="32606"/>
                </a:lnTo>
                <a:lnTo>
                  <a:pt x="748878" y="33308"/>
                </a:lnTo>
                <a:lnTo>
                  <a:pt x="748388" y="34029"/>
                </a:lnTo>
                <a:lnTo>
                  <a:pt x="747922" y="34769"/>
                </a:lnTo>
                <a:lnTo>
                  <a:pt x="747480" y="35528"/>
                </a:lnTo>
                <a:lnTo>
                  <a:pt x="747062" y="36306"/>
                </a:lnTo>
                <a:lnTo>
                  <a:pt x="746667" y="37104"/>
                </a:lnTo>
                <a:lnTo>
                  <a:pt x="746297" y="37921"/>
                </a:lnTo>
                <a:lnTo>
                  <a:pt x="745950" y="38756"/>
                </a:lnTo>
                <a:lnTo>
                  <a:pt x="745627" y="39611"/>
                </a:lnTo>
                <a:lnTo>
                  <a:pt x="745329" y="40485"/>
                </a:lnTo>
                <a:lnTo>
                  <a:pt x="745054" y="41378"/>
                </a:lnTo>
                <a:lnTo>
                  <a:pt x="744803" y="42291"/>
                </a:lnTo>
                <a:lnTo>
                  <a:pt x="744576" y="43222"/>
                </a:lnTo>
                <a:lnTo>
                  <a:pt x="744373" y="44172"/>
                </a:lnTo>
                <a:lnTo>
                  <a:pt x="744193" y="45142"/>
                </a:lnTo>
                <a:lnTo>
                  <a:pt x="744038" y="46131"/>
                </a:lnTo>
                <a:lnTo>
                  <a:pt x="743907" y="47139"/>
                </a:lnTo>
                <a:lnTo>
                  <a:pt x="743799" y="48166"/>
                </a:lnTo>
                <a:lnTo>
                  <a:pt x="743715" y="49212"/>
                </a:lnTo>
                <a:lnTo>
                  <a:pt x="743656" y="50277"/>
                </a:lnTo>
                <a:lnTo>
                  <a:pt x="743620" y="51362"/>
                </a:lnTo>
                <a:lnTo>
                  <a:pt x="743608" y="52465"/>
                </a:lnTo>
                <a:lnTo>
                  <a:pt x="743608" y="72984"/>
                </a:lnTo>
                <a:lnTo>
                  <a:pt x="743620" y="74076"/>
                </a:lnTo>
                <a:lnTo>
                  <a:pt x="743656" y="75149"/>
                </a:lnTo>
                <a:lnTo>
                  <a:pt x="743716" y="76204"/>
                </a:lnTo>
                <a:lnTo>
                  <a:pt x="743801" y="77241"/>
                </a:lnTo>
                <a:lnTo>
                  <a:pt x="743910" y="78258"/>
                </a:lnTo>
                <a:lnTo>
                  <a:pt x="744042" y="79257"/>
                </a:lnTo>
                <a:lnTo>
                  <a:pt x="744199" y="80238"/>
                </a:lnTo>
                <a:lnTo>
                  <a:pt x="744380" y="81200"/>
                </a:lnTo>
                <a:lnTo>
                  <a:pt x="744586" y="82143"/>
                </a:lnTo>
                <a:lnTo>
                  <a:pt x="744815" y="83067"/>
                </a:lnTo>
                <a:lnTo>
                  <a:pt x="745068" y="83973"/>
                </a:lnTo>
                <a:lnTo>
                  <a:pt x="745346" y="84860"/>
                </a:lnTo>
                <a:lnTo>
                  <a:pt x="745648" y="85729"/>
                </a:lnTo>
                <a:lnTo>
                  <a:pt x="745974" y="86579"/>
                </a:lnTo>
                <a:lnTo>
                  <a:pt x="746324" y="87410"/>
                </a:lnTo>
                <a:lnTo>
                  <a:pt x="746698" y="88223"/>
                </a:lnTo>
                <a:lnTo>
                  <a:pt x="747096" y="89017"/>
                </a:lnTo>
                <a:lnTo>
                  <a:pt x="747519" y="89792"/>
                </a:lnTo>
                <a:lnTo>
                  <a:pt x="747965" y="90549"/>
                </a:lnTo>
                <a:lnTo>
                  <a:pt x="748436" y="91287"/>
                </a:lnTo>
                <a:lnTo>
                  <a:pt x="748931" y="92006"/>
                </a:lnTo>
                <a:lnTo>
                  <a:pt x="749450" y="92707"/>
                </a:lnTo>
                <a:lnTo>
                  <a:pt x="749993" y="93389"/>
                </a:lnTo>
                <a:lnTo>
                  <a:pt x="750561" y="94052"/>
                </a:lnTo>
                <a:lnTo>
                  <a:pt x="751148" y="94693"/>
                </a:lnTo>
                <a:lnTo>
                  <a:pt x="751750" y="95306"/>
                </a:lnTo>
                <a:lnTo>
                  <a:pt x="752367" y="95892"/>
                </a:lnTo>
                <a:lnTo>
                  <a:pt x="753000" y="96450"/>
                </a:lnTo>
                <a:lnTo>
                  <a:pt x="753647" y="96982"/>
                </a:lnTo>
                <a:lnTo>
                  <a:pt x="754309" y="97486"/>
                </a:lnTo>
                <a:lnTo>
                  <a:pt x="754987" y="97963"/>
                </a:lnTo>
                <a:lnTo>
                  <a:pt x="755679" y="98412"/>
                </a:lnTo>
                <a:lnTo>
                  <a:pt x="756387" y="98835"/>
                </a:lnTo>
                <a:lnTo>
                  <a:pt x="757110" y="99230"/>
                </a:lnTo>
                <a:lnTo>
                  <a:pt x="757847" y="99598"/>
                </a:lnTo>
                <a:lnTo>
                  <a:pt x="758600" y="99938"/>
                </a:lnTo>
                <a:lnTo>
                  <a:pt x="759368" y="100252"/>
                </a:lnTo>
                <a:lnTo>
                  <a:pt x="760151" y="100538"/>
                </a:lnTo>
                <a:lnTo>
                  <a:pt x="760949" y="100797"/>
                </a:lnTo>
                <a:lnTo>
                  <a:pt x="761762" y="101029"/>
                </a:lnTo>
                <a:lnTo>
                  <a:pt x="762590" y="101233"/>
                </a:lnTo>
                <a:lnTo>
                  <a:pt x="763433" y="101410"/>
                </a:lnTo>
                <a:lnTo>
                  <a:pt x="764291" y="101560"/>
                </a:lnTo>
                <a:lnTo>
                  <a:pt x="765164" y="101683"/>
                </a:lnTo>
                <a:lnTo>
                  <a:pt x="766052" y="101778"/>
                </a:lnTo>
                <a:lnTo>
                  <a:pt x="766956" y="101846"/>
                </a:lnTo>
                <a:lnTo>
                  <a:pt x="767874" y="101887"/>
                </a:lnTo>
                <a:lnTo>
                  <a:pt x="768808" y="101901"/>
                </a:lnTo>
                <a:lnTo>
                  <a:pt x="769581" y="101891"/>
                </a:lnTo>
                <a:lnTo>
                  <a:pt x="770341" y="101864"/>
                </a:lnTo>
                <a:lnTo>
                  <a:pt x="771088" y="101818"/>
                </a:lnTo>
                <a:lnTo>
                  <a:pt x="771822" y="101753"/>
                </a:lnTo>
                <a:lnTo>
                  <a:pt x="772542" y="101670"/>
                </a:lnTo>
                <a:lnTo>
                  <a:pt x="773248" y="101569"/>
                </a:lnTo>
                <a:lnTo>
                  <a:pt x="773941" y="101450"/>
                </a:lnTo>
                <a:lnTo>
                  <a:pt x="774621" y="101311"/>
                </a:lnTo>
                <a:lnTo>
                  <a:pt x="775288" y="101155"/>
                </a:lnTo>
                <a:lnTo>
                  <a:pt x="775941" y="100980"/>
                </a:lnTo>
                <a:lnTo>
                  <a:pt x="776580" y="100787"/>
                </a:lnTo>
                <a:lnTo>
                  <a:pt x="777207" y="100575"/>
                </a:lnTo>
                <a:lnTo>
                  <a:pt x="777820" y="100345"/>
                </a:lnTo>
                <a:lnTo>
                  <a:pt x="778419" y="100097"/>
                </a:lnTo>
                <a:lnTo>
                  <a:pt x="779005" y="99830"/>
                </a:lnTo>
                <a:lnTo>
                  <a:pt x="779578" y="99544"/>
                </a:lnTo>
                <a:lnTo>
                  <a:pt x="780137" y="99241"/>
                </a:lnTo>
                <a:lnTo>
                  <a:pt x="780683" y="98918"/>
                </a:lnTo>
                <a:lnTo>
                  <a:pt x="781216" y="98578"/>
                </a:lnTo>
                <a:lnTo>
                  <a:pt x="781735" y="98219"/>
                </a:lnTo>
                <a:lnTo>
                  <a:pt x="782241" y="97842"/>
                </a:lnTo>
                <a:lnTo>
                  <a:pt x="782733" y="97446"/>
                </a:lnTo>
                <a:lnTo>
                  <a:pt x="783212" y="97032"/>
                </a:lnTo>
                <a:lnTo>
                  <a:pt x="783678" y="96599"/>
                </a:lnTo>
                <a:lnTo>
                  <a:pt x="784128" y="96151"/>
                </a:lnTo>
                <a:lnTo>
                  <a:pt x="784558" y="95688"/>
                </a:lnTo>
                <a:lnTo>
                  <a:pt x="784969" y="95212"/>
                </a:lnTo>
                <a:lnTo>
                  <a:pt x="785361" y="94723"/>
                </a:lnTo>
                <a:lnTo>
                  <a:pt x="785734" y="94220"/>
                </a:lnTo>
                <a:lnTo>
                  <a:pt x="786088" y="93703"/>
                </a:lnTo>
                <a:lnTo>
                  <a:pt x="786423" y="93173"/>
                </a:lnTo>
                <a:lnTo>
                  <a:pt x="786739" y="92629"/>
                </a:lnTo>
                <a:lnTo>
                  <a:pt x="787035" y="92071"/>
                </a:lnTo>
                <a:lnTo>
                  <a:pt x="787313" y="91500"/>
                </a:lnTo>
                <a:lnTo>
                  <a:pt x="787571" y="90915"/>
                </a:lnTo>
                <a:lnTo>
                  <a:pt x="787810" y="90317"/>
                </a:lnTo>
                <a:lnTo>
                  <a:pt x="788030" y="89704"/>
                </a:lnTo>
                <a:lnTo>
                  <a:pt x="788231" y="89079"/>
                </a:lnTo>
                <a:lnTo>
                  <a:pt x="788413" y="88439"/>
                </a:lnTo>
                <a:lnTo>
                  <a:pt x="788575" y="87786"/>
                </a:lnTo>
                <a:lnTo>
                  <a:pt x="788719" y="87120"/>
                </a:lnTo>
                <a:lnTo>
                  <a:pt x="788843" y="86439"/>
                </a:lnTo>
                <a:lnTo>
                  <a:pt x="788900" y="86066"/>
                </a:lnTo>
                <a:lnTo>
                  <a:pt x="789187" y="86066"/>
                </a:lnTo>
                <a:lnTo>
                  <a:pt x="789187" y="100524"/>
                </a:lnTo>
                <a:lnTo>
                  <a:pt x="805987" y="100524"/>
                </a:lnTo>
                <a:lnTo>
                  <a:pt x="805987" y="0"/>
                </a:lnTo>
                <a:lnTo>
                  <a:pt x="788773" y="0"/>
                </a:lnTo>
                <a:lnTo>
                  <a:pt x="788773" y="21205"/>
                </a:lnTo>
                <a:lnTo>
                  <a:pt x="789324" y="39244"/>
                </a:lnTo>
                <a:lnTo>
                  <a:pt x="788900" y="39244"/>
                </a:lnTo>
                <a:lnTo>
                  <a:pt x="788843" y="38871"/>
                </a:lnTo>
                <a:lnTo>
                  <a:pt x="788719" y="38191"/>
                </a:lnTo>
                <a:lnTo>
                  <a:pt x="788575" y="37524"/>
                </a:lnTo>
                <a:lnTo>
                  <a:pt x="788413" y="36871"/>
                </a:lnTo>
                <a:close/>
                <a:moveTo>
                  <a:pt x="772742" y="86921"/>
                </a:moveTo>
                <a:lnTo>
                  <a:pt x="772237" y="86861"/>
                </a:lnTo>
                <a:lnTo>
                  <a:pt x="771741" y="86787"/>
                </a:lnTo>
                <a:lnTo>
                  <a:pt x="771256" y="86700"/>
                </a:lnTo>
                <a:lnTo>
                  <a:pt x="770780" y="86600"/>
                </a:lnTo>
                <a:lnTo>
                  <a:pt x="770315" y="86486"/>
                </a:lnTo>
                <a:lnTo>
                  <a:pt x="769859" y="86359"/>
                </a:lnTo>
                <a:lnTo>
                  <a:pt x="769414" y="86218"/>
                </a:lnTo>
                <a:lnTo>
                  <a:pt x="768978" y="86064"/>
                </a:lnTo>
                <a:lnTo>
                  <a:pt x="768553" y="85897"/>
                </a:lnTo>
                <a:lnTo>
                  <a:pt x="768138" y="85716"/>
                </a:lnTo>
                <a:lnTo>
                  <a:pt x="767733" y="85522"/>
                </a:lnTo>
                <a:lnTo>
                  <a:pt x="767338" y="85314"/>
                </a:lnTo>
                <a:lnTo>
                  <a:pt x="766952" y="85094"/>
                </a:lnTo>
                <a:lnTo>
                  <a:pt x="766577" y="84859"/>
                </a:lnTo>
                <a:lnTo>
                  <a:pt x="766212" y="84612"/>
                </a:lnTo>
                <a:lnTo>
                  <a:pt x="765857" y="84351"/>
                </a:lnTo>
                <a:lnTo>
                  <a:pt x="765512" y="84076"/>
                </a:lnTo>
                <a:lnTo>
                  <a:pt x="765178" y="83788"/>
                </a:lnTo>
                <a:lnTo>
                  <a:pt x="764853" y="83487"/>
                </a:lnTo>
                <a:lnTo>
                  <a:pt x="764538" y="83172"/>
                </a:lnTo>
                <a:lnTo>
                  <a:pt x="764235" y="82845"/>
                </a:lnTo>
                <a:lnTo>
                  <a:pt x="763944" y="82507"/>
                </a:lnTo>
                <a:lnTo>
                  <a:pt x="763667" y="82157"/>
                </a:lnTo>
                <a:lnTo>
                  <a:pt x="763402" y="81795"/>
                </a:lnTo>
                <a:lnTo>
                  <a:pt x="763151" y="81422"/>
                </a:lnTo>
                <a:lnTo>
                  <a:pt x="762912" y="81038"/>
                </a:lnTo>
                <a:lnTo>
                  <a:pt x="762686" y="80642"/>
                </a:lnTo>
                <a:lnTo>
                  <a:pt x="762473" y="80235"/>
                </a:lnTo>
                <a:lnTo>
                  <a:pt x="762273" y="79816"/>
                </a:lnTo>
                <a:lnTo>
                  <a:pt x="762086" y="79386"/>
                </a:lnTo>
                <a:lnTo>
                  <a:pt x="761912" y="78944"/>
                </a:lnTo>
                <a:lnTo>
                  <a:pt x="761750" y="78491"/>
                </a:lnTo>
                <a:lnTo>
                  <a:pt x="761602" y="78026"/>
                </a:lnTo>
                <a:lnTo>
                  <a:pt x="761466" y="77550"/>
                </a:lnTo>
                <a:lnTo>
                  <a:pt x="761344" y="77062"/>
                </a:lnTo>
                <a:lnTo>
                  <a:pt x="761234" y="76563"/>
                </a:lnTo>
                <a:lnTo>
                  <a:pt x="761137" y="76053"/>
                </a:lnTo>
                <a:lnTo>
                  <a:pt x="761053" y="75531"/>
                </a:lnTo>
                <a:lnTo>
                  <a:pt x="760982" y="74997"/>
                </a:lnTo>
                <a:lnTo>
                  <a:pt x="760924" y="74452"/>
                </a:lnTo>
                <a:lnTo>
                  <a:pt x="760879" y="73896"/>
                </a:lnTo>
                <a:lnTo>
                  <a:pt x="760847" y="73328"/>
                </a:lnTo>
                <a:lnTo>
                  <a:pt x="760827" y="72749"/>
                </a:lnTo>
                <a:lnTo>
                  <a:pt x="760821" y="72158"/>
                </a:lnTo>
                <a:lnTo>
                  <a:pt x="760821" y="53154"/>
                </a:lnTo>
                <a:lnTo>
                  <a:pt x="760827" y="52563"/>
                </a:lnTo>
                <a:lnTo>
                  <a:pt x="760847" y="51984"/>
                </a:lnTo>
                <a:lnTo>
                  <a:pt x="760879" y="51416"/>
                </a:lnTo>
                <a:lnTo>
                  <a:pt x="760924" y="50859"/>
                </a:lnTo>
                <a:lnTo>
                  <a:pt x="760982" y="50314"/>
                </a:lnTo>
                <a:lnTo>
                  <a:pt x="761053" y="49781"/>
                </a:lnTo>
                <a:lnTo>
                  <a:pt x="761137" y="49258"/>
                </a:lnTo>
                <a:lnTo>
                  <a:pt x="761234" y="48748"/>
                </a:lnTo>
                <a:lnTo>
                  <a:pt x="761344" y="48249"/>
                </a:lnTo>
                <a:lnTo>
                  <a:pt x="761466" y="47761"/>
                </a:lnTo>
                <a:lnTo>
                  <a:pt x="761602" y="47285"/>
                </a:lnTo>
                <a:lnTo>
                  <a:pt x="761750" y="46820"/>
                </a:lnTo>
                <a:lnTo>
                  <a:pt x="761912" y="46366"/>
                </a:lnTo>
                <a:lnTo>
                  <a:pt x="762086" y="45925"/>
                </a:lnTo>
                <a:lnTo>
                  <a:pt x="762273" y="45494"/>
                </a:lnTo>
                <a:lnTo>
                  <a:pt x="762473" y="45075"/>
                </a:lnTo>
                <a:lnTo>
                  <a:pt x="762686" y="44668"/>
                </a:lnTo>
                <a:lnTo>
                  <a:pt x="762912" y="44272"/>
                </a:lnTo>
                <a:lnTo>
                  <a:pt x="763151" y="43888"/>
                </a:lnTo>
                <a:lnTo>
                  <a:pt x="763402" y="43515"/>
                </a:lnTo>
                <a:lnTo>
                  <a:pt x="763667" y="43153"/>
                </a:lnTo>
                <a:lnTo>
                  <a:pt x="763944" y="42803"/>
                </a:lnTo>
                <a:lnTo>
                  <a:pt x="764235" y="42465"/>
                </a:lnTo>
                <a:lnTo>
                  <a:pt x="764538" y="42138"/>
                </a:lnTo>
                <a:lnTo>
                  <a:pt x="764853" y="41823"/>
                </a:lnTo>
                <a:lnTo>
                  <a:pt x="765178" y="41522"/>
                </a:lnTo>
                <a:lnTo>
                  <a:pt x="765512" y="41234"/>
                </a:lnTo>
                <a:lnTo>
                  <a:pt x="765857" y="40960"/>
                </a:lnTo>
                <a:lnTo>
                  <a:pt x="766212" y="40699"/>
                </a:lnTo>
                <a:lnTo>
                  <a:pt x="766577" y="40451"/>
                </a:lnTo>
                <a:lnTo>
                  <a:pt x="766952" y="40217"/>
                </a:lnTo>
                <a:lnTo>
                  <a:pt x="767338" y="39996"/>
                </a:lnTo>
                <a:lnTo>
                  <a:pt x="767733" y="39788"/>
                </a:lnTo>
                <a:lnTo>
                  <a:pt x="768138" y="39594"/>
                </a:lnTo>
                <a:lnTo>
                  <a:pt x="768553" y="39413"/>
                </a:lnTo>
                <a:lnTo>
                  <a:pt x="768978" y="39246"/>
                </a:lnTo>
                <a:lnTo>
                  <a:pt x="769414" y="39092"/>
                </a:lnTo>
                <a:lnTo>
                  <a:pt x="769859" y="38951"/>
                </a:lnTo>
                <a:lnTo>
                  <a:pt x="770315" y="38824"/>
                </a:lnTo>
                <a:lnTo>
                  <a:pt x="770780" y="38710"/>
                </a:lnTo>
                <a:lnTo>
                  <a:pt x="771256" y="38610"/>
                </a:lnTo>
                <a:lnTo>
                  <a:pt x="771741" y="38523"/>
                </a:lnTo>
                <a:lnTo>
                  <a:pt x="772237" y="38449"/>
                </a:lnTo>
                <a:lnTo>
                  <a:pt x="772742" y="38389"/>
                </a:lnTo>
                <a:lnTo>
                  <a:pt x="773258" y="38342"/>
                </a:lnTo>
                <a:lnTo>
                  <a:pt x="773784" y="38309"/>
                </a:lnTo>
                <a:lnTo>
                  <a:pt x="774320" y="38289"/>
                </a:lnTo>
                <a:lnTo>
                  <a:pt x="774865" y="38282"/>
                </a:lnTo>
                <a:lnTo>
                  <a:pt x="775411" y="38289"/>
                </a:lnTo>
                <a:lnTo>
                  <a:pt x="775947" y="38309"/>
                </a:lnTo>
                <a:lnTo>
                  <a:pt x="776472" y="38343"/>
                </a:lnTo>
                <a:lnTo>
                  <a:pt x="776987" y="38391"/>
                </a:lnTo>
                <a:lnTo>
                  <a:pt x="777491" y="38452"/>
                </a:lnTo>
                <a:lnTo>
                  <a:pt x="777986" y="38527"/>
                </a:lnTo>
                <a:lnTo>
                  <a:pt x="778470" y="38616"/>
                </a:lnTo>
                <a:lnTo>
                  <a:pt x="778943" y="38718"/>
                </a:lnTo>
                <a:lnTo>
                  <a:pt x="779407" y="38834"/>
                </a:lnTo>
                <a:lnTo>
                  <a:pt x="779860" y="38963"/>
                </a:lnTo>
                <a:lnTo>
                  <a:pt x="780303" y="39107"/>
                </a:lnTo>
                <a:lnTo>
                  <a:pt x="780735" y="39263"/>
                </a:lnTo>
                <a:lnTo>
                  <a:pt x="781157" y="39434"/>
                </a:lnTo>
                <a:lnTo>
                  <a:pt x="781569" y="39618"/>
                </a:lnTo>
                <a:lnTo>
                  <a:pt x="781971" y="39815"/>
                </a:lnTo>
                <a:lnTo>
                  <a:pt x="782363" y="40027"/>
                </a:lnTo>
                <a:lnTo>
                  <a:pt x="782744" y="40251"/>
                </a:lnTo>
                <a:lnTo>
                  <a:pt x="783115" y="40490"/>
                </a:lnTo>
                <a:lnTo>
                  <a:pt x="783475" y="40742"/>
                </a:lnTo>
                <a:lnTo>
                  <a:pt x="783825" y="41008"/>
                </a:lnTo>
                <a:lnTo>
                  <a:pt x="784165" y="41287"/>
                </a:lnTo>
                <a:lnTo>
                  <a:pt x="784495" y="41580"/>
                </a:lnTo>
                <a:lnTo>
                  <a:pt x="784814" y="41887"/>
                </a:lnTo>
                <a:lnTo>
                  <a:pt x="785124" y="42207"/>
                </a:lnTo>
                <a:lnTo>
                  <a:pt x="785421" y="42539"/>
                </a:lnTo>
                <a:lnTo>
                  <a:pt x="785707" y="42882"/>
                </a:lnTo>
                <a:lnTo>
                  <a:pt x="785979" y="43236"/>
                </a:lnTo>
                <a:lnTo>
                  <a:pt x="786239" y="43601"/>
                </a:lnTo>
                <a:lnTo>
                  <a:pt x="786486" y="43976"/>
                </a:lnTo>
                <a:lnTo>
                  <a:pt x="786720" y="44362"/>
                </a:lnTo>
                <a:lnTo>
                  <a:pt x="786942" y="44759"/>
                </a:lnTo>
                <a:lnTo>
                  <a:pt x="787151" y="45167"/>
                </a:lnTo>
                <a:lnTo>
                  <a:pt x="787348" y="45585"/>
                </a:lnTo>
                <a:lnTo>
                  <a:pt x="787531" y="46015"/>
                </a:lnTo>
                <a:lnTo>
                  <a:pt x="787703" y="46455"/>
                </a:lnTo>
                <a:lnTo>
                  <a:pt x="787861" y="46905"/>
                </a:lnTo>
                <a:lnTo>
                  <a:pt x="788007" y="47367"/>
                </a:lnTo>
                <a:lnTo>
                  <a:pt x="788140" y="47839"/>
                </a:lnTo>
                <a:lnTo>
                  <a:pt x="788260" y="48322"/>
                </a:lnTo>
                <a:lnTo>
                  <a:pt x="788368" y="48816"/>
                </a:lnTo>
                <a:lnTo>
                  <a:pt x="788463" y="49321"/>
                </a:lnTo>
                <a:lnTo>
                  <a:pt x="788545" y="49836"/>
                </a:lnTo>
                <a:lnTo>
                  <a:pt x="788615" y="50362"/>
                </a:lnTo>
                <a:lnTo>
                  <a:pt x="788672" y="50899"/>
                </a:lnTo>
                <a:lnTo>
                  <a:pt x="788716" y="51447"/>
                </a:lnTo>
                <a:lnTo>
                  <a:pt x="788748" y="52005"/>
                </a:lnTo>
                <a:lnTo>
                  <a:pt x="788767" y="52574"/>
                </a:lnTo>
                <a:lnTo>
                  <a:pt x="788773" y="53154"/>
                </a:lnTo>
                <a:lnTo>
                  <a:pt x="788773" y="72158"/>
                </a:lnTo>
                <a:lnTo>
                  <a:pt x="788767" y="72738"/>
                </a:lnTo>
                <a:lnTo>
                  <a:pt x="788748" y="73307"/>
                </a:lnTo>
                <a:lnTo>
                  <a:pt x="788716" y="73865"/>
                </a:lnTo>
                <a:lnTo>
                  <a:pt x="788672" y="74413"/>
                </a:lnTo>
                <a:lnTo>
                  <a:pt x="788615" y="74949"/>
                </a:lnTo>
                <a:lnTo>
                  <a:pt x="788545" y="75475"/>
                </a:lnTo>
                <a:lnTo>
                  <a:pt x="788463" y="75991"/>
                </a:lnTo>
                <a:lnTo>
                  <a:pt x="788368" y="76495"/>
                </a:lnTo>
                <a:lnTo>
                  <a:pt x="788260" y="76989"/>
                </a:lnTo>
                <a:lnTo>
                  <a:pt x="788140" y="77472"/>
                </a:lnTo>
                <a:lnTo>
                  <a:pt x="788007" y="77944"/>
                </a:lnTo>
                <a:lnTo>
                  <a:pt x="787861" y="78406"/>
                </a:lnTo>
                <a:lnTo>
                  <a:pt x="787703" y="78857"/>
                </a:lnTo>
                <a:lnTo>
                  <a:pt x="787531" y="79297"/>
                </a:lnTo>
                <a:lnTo>
                  <a:pt x="787348" y="79726"/>
                </a:lnTo>
                <a:lnTo>
                  <a:pt x="787151" y="80144"/>
                </a:lnTo>
                <a:lnTo>
                  <a:pt x="786942" y="80552"/>
                </a:lnTo>
                <a:lnTo>
                  <a:pt x="786720" y="80949"/>
                </a:lnTo>
                <a:lnTo>
                  <a:pt x="786486" y="81335"/>
                </a:lnTo>
                <a:lnTo>
                  <a:pt x="786239" y="81711"/>
                </a:lnTo>
                <a:lnTo>
                  <a:pt x="785979" y="82075"/>
                </a:lnTo>
                <a:lnTo>
                  <a:pt x="785707" y="82429"/>
                </a:lnTo>
                <a:lnTo>
                  <a:pt x="785421" y="82773"/>
                </a:lnTo>
                <a:lnTo>
                  <a:pt x="785124" y="83105"/>
                </a:lnTo>
                <a:lnTo>
                  <a:pt x="784814" y="83425"/>
                </a:lnTo>
                <a:lnTo>
                  <a:pt x="784495" y="83732"/>
                </a:lnTo>
                <a:lnTo>
                  <a:pt x="784165" y="84025"/>
                </a:lnTo>
                <a:lnTo>
                  <a:pt x="783825" y="84304"/>
                </a:lnTo>
                <a:lnTo>
                  <a:pt x="783475" y="84569"/>
                </a:lnTo>
                <a:lnTo>
                  <a:pt x="783115" y="84821"/>
                </a:lnTo>
                <a:lnTo>
                  <a:pt x="782744" y="85060"/>
                </a:lnTo>
                <a:lnTo>
                  <a:pt x="782363" y="85285"/>
                </a:lnTo>
                <a:lnTo>
                  <a:pt x="781971" y="85496"/>
                </a:lnTo>
                <a:lnTo>
                  <a:pt x="781569" y="85693"/>
                </a:lnTo>
                <a:lnTo>
                  <a:pt x="781157" y="85877"/>
                </a:lnTo>
                <a:lnTo>
                  <a:pt x="780735" y="86047"/>
                </a:lnTo>
                <a:lnTo>
                  <a:pt x="780303" y="86204"/>
                </a:lnTo>
                <a:lnTo>
                  <a:pt x="779860" y="86347"/>
                </a:lnTo>
                <a:lnTo>
                  <a:pt x="779407" y="86476"/>
                </a:lnTo>
                <a:lnTo>
                  <a:pt x="778943" y="86592"/>
                </a:lnTo>
                <a:lnTo>
                  <a:pt x="778470" y="86694"/>
                </a:lnTo>
                <a:lnTo>
                  <a:pt x="777986" y="86783"/>
                </a:lnTo>
                <a:lnTo>
                  <a:pt x="777491" y="86858"/>
                </a:lnTo>
                <a:lnTo>
                  <a:pt x="776987" y="86919"/>
                </a:lnTo>
                <a:lnTo>
                  <a:pt x="776472" y="86967"/>
                </a:lnTo>
                <a:lnTo>
                  <a:pt x="775947" y="87001"/>
                </a:lnTo>
                <a:lnTo>
                  <a:pt x="775411" y="87021"/>
                </a:lnTo>
                <a:lnTo>
                  <a:pt x="774865" y="87028"/>
                </a:lnTo>
                <a:lnTo>
                  <a:pt x="774320" y="87021"/>
                </a:lnTo>
                <a:lnTo>
                  <a:pt x="773784" y="87001"/>
                </a:lnTo>
                <a:lnTo>
                  <a:pt x="773258" y="86968"/>
                </a:lnTo>
                <a:lnTo>
                  <a:pt x="772742" y="86921"/>
                </a:lnTo>
                <a:close/>
                <a:moveTo>
                  <a:pt x="679160" y="100524"/>
                </a:moveTo>
                <a:lnTo>
                  <a:pt x="679160" y="53154"/>
                </a:lnTo>
                <a:lnTo>
                  <a:pt x="679166" y="52563"/>
                </a:lnTo>
                <a:lnTo>
                  <a:pt x="679185" y="51984"/>
                </a:lnTo>
                <a:lnTo>
                  <a:pt x="679217" y="51416"/>
                </a:lnTo>
                <a:lnTo>
                  <a:pt x="679262" y="50859"/>
                </a:lnTo>
                <a:lnTo>
                  <a:pt x="679319" y="50314"/>
                </a:lnTo>
                <a:lnTo>
                  <a:pt x="679388" y="49781"/>
                </a:lnTo>
                <a:lnTo>
                  <a:pt x="679471" y="49258"/>
                </a:lnTo>
                <a:lnTo>
                  <a:pt x="679566" y="48748"/>
                </a:lnTo>
                <a:lnTo>
                  <a:pt x="679673" y="48249"/>
                </a:lnTo>
                <a:lnTo>
                  <a:pt x="679794" y="47761"/>
                </a:lnTo>
                <a:lnTo>
                  <a:pt x="679927" y="47285"/>
                </a:lnTo>
                <a:lnTo>
                  <a:pt x="680073" y="46820"/>
                </a:lnTo>
                <a:lnTo>
                  <a:pt x="680231" y="46366"/>
                </a:lnTo>
                <a:lnTo>
                  <a:pt x="680402" y="45925"/>
                </a:lnTo>
                <a:lnTo>
                  <a:pt x="680586" y="45494"/>
                </a:lnTo>
                <a:lnTo>
                  <a:pt x="680782" y="45075"/>
                </a:lnTo>
                <a:lnTo>
                  <a:pt x="680991" y="44668"/>
                </a:lnTo>
                <a:lnTo>
                  <a:pt x="681213" y="44272"/>
                </a:lnTo>
                <a:lnTo>
                  <a:pt x="681448" y="43888"/>
                </a:lnTo>
                <a:lnTo>
                  <a:pt x="681695" y="43515"/>
                </a:lnTo>
                <a:lnTo>
                  <a:pt x="681955" y="43153"/>
                </a:lnTo>
                <a:lnTo>
                  <a:pt x="682227" y="42803"/>
                </a:lnTo>
                <a:lnTo>
                  <a:pt x="682512" y="42465"/>
                </a:lnTo>
                <a:lnTo>
                  <a:pt x="682810" y="42138"/>
                </a:lnTo>
                <a:lnTo>
                  <a:pt x="683119" y="41823"/>
                </a:lnTo>
                <a:lnTo>
                  <a:pt x="683437" y="41522"/>
                </a:lnTo>
                <a:lnTo>
                  <a:pt x="683764" y="41234"/>
                </a:lnTo>
                <a:lnTo>
                  <a:pt x="684101" y="40960"/>
                </a:lnTo>
                <a:lnTo>
                  <a:pt x="684447" y="40699"/>
                </a:lnTo>
                <a:lnTo>
                  <a:pt x="684803" y="40451"/>
                </a:lnTo>
                <a:lnTo>
                  <a:pt x="685167" y="40217"/>
                </a:lnTo>
                <a:lnTo>
                  <a:pt x="685541" y="39996"/>
                </a:lnTo>
                <a:lnTo>
                  <a:pt x="685925" y="39788"/>
                </a:lnTo>
                <a:lnTo>
                  <a:pt x="686317" y="39594"/>
                </a:lnTo>
                <a:lnTo>
                  <a:pt x="686719" y="39413"/>
                </a:lnTo>
                <a:lnTo>
                  <a:pt x="687131" y="39246"/>
                </a:lnTo>
                <a:lnTo>
                  <a:pt x="687551" y="39092"/>
                </a:lnTo>
                <a:lnTo>
                  <a:pt x="687981" y="38951"/>
                </a:lnTo>
                <a:lnTo>
                  <a:pt x="688420" y="38824"/>
                </a:lnTo>
                <a:lnTo>
                  <a:pt x="688869" y="38710"/>
                </a:lnTo>
                <a:lnTo>
                  <a:pt x="689327" y="38610"/>
                </a:lnTo>
                <a:lnTo>
                  <a:pt x="689794" y="38523"/>
                </a:lnTo>
                <a:lnTo>
                  <a:pt x="690270" y="38449"/>
                </a:lnTo>
                <a:lnTo>
                  <a:pt x="690756" y="38389"/>
                </a:lnTo>
                <a:lnTo>
                  <a:pt x="691251" y="38342"/>
                </a:lnTo>
                <a:lnTo>
                  <a:pt x="691756" y="38309"/>
                </a:lnTo>
                <a:lnTo>
                  <a:pt x="692270" y="38289"/>
                </a:lnTo>
                <a:lnTo>
                  <a:pt x="692793" y="38282"/>
                </a:lnTo>
                <a:lnTo>
                  <a:pt x="693327" y="38288"/>
                </a:lnTo>
                <a:lnTo>
                  <a:pt x="693852" y="38308"/>
                </a:lnTo>
                <a:lnTo>
                  <a:pt x="694366" y="38340"/>
                </a:lnTo>
                <a:lnTo>
                  <a:pt x="694870" y="38385"/>
                </a:lnTo>
                <a:lnTo>
                  <a:pt x="695365" y="38443"/>
                </a:lnTo>
                <a:lnTo>
                  <a:pt x="695849" y="38514"/>
                </a:lnTo>
                <a:lnTo>
                  <a:pt x="696323" y="38598"/>
                </a:lnTo>
                <a:lnTo>
                  <a:pt x="696787" y="38695"/>
                </a:lnTo>
                <a:lnTo>
                  <a:pt x="697241" y="38805"/>
                </a:lnTo>
                <a:lnTo>
                  <a:pt x="697685" y="38928"/>
                </a:lnTo>
                <a:lnTo>
                  <a:pt x="698119" y="39063"/>
                </a:lnTo>
                <a:lnTo>
                  <a:pt x="698543" y="39212"/>
                </a:lnTo>
                <a:lnTo>
                  <a:pt x="698957" y="39373"/>
                </a:lnTo>
                <a:lnTo>
                  <a:pt x="699360" y="39548"/>
                </a:lnTo>
                <a:lnTo>
                  <a:pt x="699754" y="39735"/>
                </a:lnTo>
                <a:lnTo>
                  <a:pt x="700138" y="39935"/>
                </a:lnTo>
                <a:lnTo>
                  <a:pt x="700511" y="40148"/>
                </a:lnTo>
                <a:lnTo>
                  <a:pt x="700875" y="40374"/>
                </a:lnTo>
                <a:lnTo>
                  <a:pt x="701228" y="40613"/>
                </a:lnTo>
                <a:lnTo>
                  <a:pt x="701572" y="40865"/>
                </a:lnTo>
                <a:lnTo>
                  <a:pt x="701905" y="41130"/>
                </a:lnTo>
                <a:lnTo>
                  <a:pt x="702229" y="41407"/>
                </a:lnTo>
                <a:lnTo>
                  <a:pt x="702542" y="41698"/>
                </a:lnTo>
                <a:lnTo>
                  <a:pt x="702845" y="42001"/>
                </a:lnTo>
                <a:lnTo>
                  <a:pt x="703137" y="42316"/>
                </a:lnTo>
                <a:lnTo>
                  <a:pt x="703417" y="42643"/>
                </a:lnTo>
                <a:lnTo>
                  <a:pt x="703684" y="42980"/>
                </a:lnTo>
                <a:lnTo>
                  <a:pt x="703939" y="43328"/>
                </a:lnTo>
                <a:lnTo>
                  <a:pt x="704181" y="43687"/>
                </a:lnTo>
                <a:lnTo>
                  <a:pt x="704411" y="44058"/>
                </a:lnTo>
                <a:lnTo>
                  <a:pt x="704629" y="44439"/>
                </a:lnTo>
                <a:lnTo>
                  <a:pt x="704834" y="44831"/>
                </a:lnTo>
                <a:lnTo>
                  <a:pt x="705027" y="45234"/>
                </a:lnTo>
                <a:lnTo>
                  <a:pt x="705207" y="45648"/>
                </a:lnTo>
                <a:lnTo>
                  <a:pt x="705375" y="46074"/>
                </a:lnTo>
                <a:lnTo>
                  <a:pt x="705530" y="46510"/>
                </a:lnTo>
                <a:lnTo>
                  <a:pt x="705673" y="46957"/>
                </a:lnTo>
                <a:lnTo>
                  <a:pt x="705804" y="47415"/>
                </a:lnTo>
                <a:lnTo>
                  <a:pt x="705922" y="47884"/>
                </a:lnTo>
                <a:lnTo>
                  <a:pt x="706028" y="48365"/>
                </a:lnTo>
                <a:lnTo>
                  <a:pt x="706121" y="48856"/>
                </a:lnTo>
                <a:lnTo>
                  <a:pt x="706202" y="49358"/>
                </a:lnTo>
                <a:lnTo>
                  <a:pt x="706270" y="49871"/>
                </a:lnTo>
                <a:lnTo>
                  <a:pt x="706326" y="50395"/>
                </a:lnTo>
                <a:lnTo>
                  <a:pt x="706370" y="50930"/>
                </a:lnTo>
                <a:lnTo>
                  <a:pt x="706401" y="51477"/>
                </a:lnTo>
                <a:lnTo>
                  <a:pt x="706419" y="52034"/>
                </a:lnTo>
                <a:lnTo>
                  <a:pt x="706425" y="52602"/>
                </a:lnTo>
                <a:lnTo>
                  <a:pt x="706425" y="100524"/>
                </a:lnTo>
                <a:lnTo>
                  <a:pt x="723639" y="100524"/>
                </a:lnTo>
                <a:lnTo>
                  <a:pt x="723639" y="50814"/>
                </a:lnTo>
                <a:lnTo>
                  <a:pt x="723627" y="49778"/>
                </a:lnTo>
                <a:lnTo>
                  <a:pt x="723592" y="48760"/>
                </a:lnTo>
                <a:lnTo>
                  <a:pt x="723534" y="47760"/>
                </a:lnTo>
                <a:lnTo>
                  <a:pt x="723453" y="46778"/>
                </a:lnTo>
                <a:lnTo>
                  <a:pt x="723349" y="45813"/>
                </a:lnTo>
                <a:lnTo>
                  <a:pt x="723221" y="44866"/>
                </a:lnTo>
                <a:lnTo>
                  <a:pt x="723070" y="43937"/>
                </a:lnTo>
                <a:lnTo>
                  <a:pt x="722896" y="43025"/>
                </a:lnTo>
                <a:lnTo>
                  <a:pt x="722699" y="42131"/>
                </a:lnTo>
                <a:lnTo>
                  <a:pt x="722479" y="41255"/>
                </a:lnTo>
                <a:lnTo>
                  <a:pt x="722235" y="40397"/>
                </a:lnTo>
                <a:lnTo>
                  <a:pt x="721969" y="39556"/>
                </a:lnTo>
                <a:lnTo>
                  <a:pt x="721679" y="38733"/>
                </a:lnTo>
                <a:lnTo>
                  <a:pt x="721366" y="37927"/>
                </a:lnTo>
                <a:lnTo>
                  <a:pt x="721029" y="37140"/>
                </a:lnTo>
                <a:lnTo>
                  <a:pt x="720670" y="36369"/>
                </a:lnTo>
                <a:lnTo>
                  <a:pt x="720287" y="35617"/>
                </a:lnTo>
                <a:lnTo>
                  <a:pt x="719881" y="34882"/>
                </a:lnTo>
                <a:lnTo>
                  <a:pt x="719452" y="34165"/>
                </a:lnTo>
                <a:lnTo>
                  <a:pt x="719000" y="33466"/>
                </a:lnTo>
                <a:lnTo>
                  <a:pt x="718524" y="32784"/>
                </a:lnTo>
                <a:lnTo>
                  <a:pt x="718026" y="32121"/>
                </a:lnTo>
                <a:lnTo>
                  <a:pt x="717504" y="31474"/>
                </a:lnTo>
                <a:lnTo>
                  <a:pt x="716959" y="30846"/>
                </a:lnTo>
                <a:lnTo>
                  <a:pt x="716395" y="30239"/>
                </a:lnTo>
                <a:lnTo>
                  <a:pt x="715815" y="29658"/>
                </a:lnTo>
                <a:lnTo>
                  <a:pt x="715220" y="29103"/>
                </a:lnTo>
                <a:lnTo>
                  <a:pt x="714609" y="28574"/>
                </a:lnTo>
                <a:lnTo>
                  <a:pt x="713982" y="28070"/>
                </a:lnTo>
                <a:lnTo>
                  <a:pt x="713340" y="27592"/>
                </a:lnTo>
                <a:lnTo>
                  <a:pt x="712683" y="27141"/>
                </a:lnTo>
                <a:lnTo>
                  <a:pt x="712010" y="26715"/>
                </a:lnTo>
                <a:lnTo>
                  <a:pt x="711321" y="26314"/>
                </a:lnTo>
                <a:lnTo>
                  <a:pt x="710617" y="25940"/>
                </a:lnTo>
                <a:lnTo>
                  <a:pt x="709898" y="25591"/>
                </a:lnTo>
                <a:lnTo>
                  <a:pt x="709162" y="25269"/>
                </a:lnTo>
                <a:lnTo>
                  <a:pt x="708412" y="24972"/>
                </a:lnTo>
                <a:lnTo>
                  <a:pt x="707645" y="24701"/>
                </a:lnTo>
                <a:lnTo>
                  <a:pt x="706864" y="24455"/>
                </a:lnTo>
                <a:lnTo>
                  <a:pt x="706066" y="24236"/>
                </a:lnTo>
                <a:lnTo>
                  <a:pt x="705253" y="24042"/>
                </a:lnTo>
                <a:lnTo>
                  <a:pt x="704425" y="23874"/>
                </a:lnTo>
                <a:lnTo>
                  <a:pt x="703581" y="23732"/>
                </a:lnTo>
                <a:lnTo>
                  <a:pt x="702721" y="23616"/>
                </a:lnTo>
                <a:lnTo>
                  <a:pt x="701846" y="23526"/>
                </a:lnTo>
                <a:lnTo>
                  <a:pt x="700956" y="23461"/>
                </a:lnTo>
                <a:lnTo>
                  <a:pt x="700050" y="23423"/>
                </a:lnTo>
                <a:lnTo>
                  <a:pt x="699128" y="23410"/>
                </a:lnTo>
                <a:lnTo>
                  <a:pt x="698343" y="23419"/>
                </a:lnTo>
                <a:lnTo>
                  <a:pt x="697573" y="23446"/>
                </a:lnTo>
                <a:lnTo>
                  <a:pt x="696816" y="23491"/>
                </a:lnTo>
                <a:lnTo>
                  <a:pt x="696074" y="23555"/>
                </a:lnTo>
                <a:lnTo>
                  <a:pt x="695345" y="23637"/>
                </a:lnTo>
                <a:lnTo>
                  <a:pt x="694631" y="23737"/>
                </a:lnTo>
                <a:lnTo>
                  <a:pt x="693931" y="23855"/>
                </a:lnTo>
                <a:lnTo>
                  <a:pt x="693245" y="23991"/>
                </a:lnTo>
                <a:lnTo>
                  <a:pt x="692573" y="24146"/>
                </a:lnTo>
                <a:lnTo>
                  <a:pt x="691915" y="24318"/>
                </a:lnTo>
                <a:lnTo>
                  <a:pt x="691271" y="24509"/>
                </a:lnTo>
                <a:lnTo>
                  <a:pt x="690642" y="24718"/>
                </a:lnTo>
                <a:lnTo>
                  <a:pt x="690026" y="24945"/>
                </a:lnTo>
                <a:lnTo>
                  <a:pt x="689425" y="25191"/>
                </a:lnTo>
                <a:lnTo>
                  <a:pt x="688837" y="25454"/>
                </a:lnTo>
                <a:lnTo>
                  <a:pt x="688264" y="25736"/>
                </a:lnTo>
                <a:lnTo>
                  <a:pt x="687705" y="26036"/>
                </a:lnTo>
                <a:lnTo>
                  <a:pt x="687160" y="26354"/>
                </a:lnTo>
                <a:lnTo>
                  <a:pt x="686629" y="26690"/>
                </a:lnTo>
                <a:lnTo>
                  <a:pt x="686112" y="27044"/>
                </a:lnTo>
                <a:lnTo>
                  <a:pt x="685610" y="27417"/>
                </a:lnTo>
                <a:lnTo>
                  <a:pt x="685121" y="27808"/>
                </a:lnTo>
                <a:lnTo>
                  <a:pt x="684647" y="28217"/>
                </a:lnTo>
                <a:lnTo>
                  <a:pt x="684186" y="28644"/>
                </a:lnTo>
                <a:lnTo>
                  <a:pt x="683743" y="29087"/>
                </a:lnTo>
                <a:lnTo>
                  <a:pt x="683318" y="29544"/>
                </a:lnTo>
                <a:lnTo>
                  <a:pt x="682912" y="30016"/>
                </a:lnTo>
                <a:lnTo>
                  <a:pt x="682525" y="30503"/>
                </a:lnTo>
                <a:lnTo>
                  <a:pt x="682156" y="31003"/>
                </a:lnTo>
                <a:lnTo>
                  <a:pt x="681807" y="31518"/>
                </a:lnTo>
                <a:lnTo>
                  <a:pt x="681477" y="32047"/>
                </a:lnTo>
                <a:lnTo>
                  <a:pt x="681165" y="32591"/>
                </a:lnTo>
                <a:lnTo>
                  <a:pt x="680872" y="33149"/>
                </a:lnTo>
                <a:lnTo>
                  <a:pt x="680599" y="33721"/>
                </a:lnTo>
                <a:lnTo>
                  <a:pt x="680344" y="34308"/>
                </a:lnTo>
                <a:lnTo>
                  <a:pt x="680108" y="34909"/>
                </a:lnTo>
                <a:lnTo>
                  <a:pt x="679891" y="35524"/>
                </a:lnTo>
                <a:lnTo>
                  <a:pt x="679692" y="36153"/>
                </a:lnTo>
                <a:lnTo>
                  <a:pt x="679513" y="36797"/>
                </a:lnTo>
                <a:lnTo>
                  <a:pt x="679352" y="37456"/>
                </a:lnTo>
                <a:lnTo>
                  <a:pt x="679211" y="38128"/>
                </a:lnTo>
                <a:lnTo>
                  <a:pt x="679088" y="38815"/>
                </a:lnTo>
                <a:lnTo>
                  <a:pt x="679025" y="39244"/>
                </a:lnTo>
                <a:lnTo>
                  <a:pt x="678748" y="39244"/>
                </a:lnTo>
                <a:lnTo>
                  <a:pt x="678748" y="24786"/>
                </a:lnTo>
                <a:lnTo>
                  <a:pt x="661947" y="24786"/>
                </a:lnTo>
                <a:lnTo>
                  <a:pt x="661947" y="100524"/>
                </a:lnTo>
                <a:lnTo>
                  <a:pt x="679160" y="100524"/>
                </a:lnTo>
                <a:close/>
                <a:moveTo>
                  <a:pt x="994780" y="100524"/>
                </a:moveTo>
                <a:lnTo>
                  <a:pt x="1011993" y="100524"/>
                </a:lnTo>
                <a:lnTo>
                  <a:pt x="1011993" y="53154"/>
                </a:lnTo>
                <a:lnTo>
                  <a:pt x="1011999" y="52552"/>
                </a:lnTo>
                <a:lnTo>
                  <a:pt x="1012018" y="51961"/>
                </a:lnTo>
                <a:lnTo>
                  <a:pt x="1012050" y="51381"/>
                </a:lnTo>
                <a:lnTo>
                  <a:pt x="1012094" y="50813"/>
                </a:lnTo>
                <a:lnTo>
                  <a:pt x="1012151" y="50256"/>
                </a:lnTo>
                <a:lnTo>
                  <a:pt x="1012221" y="49711"/>
                </a:lnTo>
                <a:lnTo>
                  <a:pt x="1012303" y="49178"/>
                </a:lnTo>
                <a:lnTo>
                  <a:pt x="1012398" y="48655"/>
                </a:lnTo>
                <a:lnTo>
                  <a:pt x="1012506" y="48145"/>
                </a:lnTo>
                <a:lnTo>
                  <a:pt x="1012626" y="47646"/>
                </a:lnTo>
                <a:lnTo>
                  <a:pt x="1012759" y="47158"/>
                </a:lnTo>
                <a:lnTo>
                  <a:pt x="1012905" y="46682"/>
                </a:lnTo>
                <a:lnTo>
                  <a:pt x="1013064" y="46217"/>
                </a:lnTo>
                <a:lnTo>
                  <a:pt x="1013235" y="45764"/>
                </a:lnTo>
                <a:lnTo>
                  <a:pt x="1013418" y="45322"/>
                </a:lnTo>
                <a:lnTo>
                  <a:pt x="1013615" y="44892"/>
                </a:lnTo>
                <a:lnTo>
                  <a:pt x="1013824" y="44473"/>
                </a:lnTo>
                <a:lnTo>
                  <a:pt x="1014046" y="44065"/>
                </a:lnTo>
                <a:lnTo>
                  <a:pt x="1014280" y="43670"/>
                </a:lnTo>
                <a:lnTo>
                  <a:pt x="1014527" y="43285"/>
                </a:lnTo>
                <a:lnTo>
                  <a:pt x="1014787" y="42912"/>
                </a:lnTo>
                <a:lnTo>
                  <a:pt x="1015060" y="42551"/>
                </a:lnTo>
                <a:lnTo>
                  <a:pt x="1015345" y="42201"/>
                </a:lnTo>
                <a:lnTo>
                  <a:pt x="1015643" y="41862"/>
                </a:lnTo>
                <a:lnTo>
                  <a:pt x="1015952" y="41537"/>
                </a:lnTo>
                <a:lnTo>
                  <a:pt x="1016272" y="41225"/>
                </a:lnTo>
                <a:lnTo>
                  <a:pt x="1016603" y="40926"/>
                </a:lnTo>
                <a:lnTo>
                  <a:pt x="1016945" y="40642"/>
                </a:lnTo>
                <a:lnTo>
                  <a:pt x="1017298" y="40372"/>
                </a:lnTo>
                <a:lnTo>
                  <a:pt x="1017661" y="40115"/>
                </a:lnTo>
                <a:lnTo>
                  <a:pt x="1018035" y="39872"/>
                </a:lnTo>
                <a:lnTo>
                  <a:pt x="1018420" y="39643"/>
                </a:lnTo>
                <a:lnTo>
                  <a:pt x="1018815" y="39428"/>
                </a:lnTo>
                <a:lnTo>
                  <a:pt x="1019222" y="39227"/>
                </a:lnTo>
                <a:lnTo>
                  <a:pt x="1019639" y="39040"/>
                </a:lnTo>
                <a:lnTo>
                  <a:pt x="1020067" y="38867"/>
                </a:lnTo>
                <a:lnTo>
                  <a:pt x="1020505" y="38707"/>
                </a:lnTo>
                <a:lnTo>
                  <a:pt x="1020955" y="38562"/>
                </a:lnTo>
                <a:lnTo>
                  <a:pt x="1021415" y="38430"/>
                </a:lnTo>
                <a:lnTo>
                  <a:pt x="1021886" y="38312"/>
                </a:lnTo>
                <a:lnTo>
                  <a:pt x="1022367" y="38208"/>
                </a:lnTo>
                <a:lnTo>
                  <a:pt x="1022859" y="38118"/>
                </a:lnTo>
                <a:lnTo>
                  <a:pt x="1023363" y="38041"/>
                </a:lnTo>
                <a:lnTo>
                  <a:pt x="1023876" y="37979"/>
                </a:lnTo>
                <a:lnTo>
                  <a:pt x="1024401" y="37931"/>
                </a:lnTo>
                <a:lnTo>
                  <a:pt x="1024936" y="37896"/>
                </a:lnTo>
                <a:lnTo>
                  <a:pt x="1025483" y="37875"/>
                </a:lnTo>
                <a:lnTo>
                  <a:pt x="1026039" y="37868"/>
                </a:lnTo>
                <a:lnTo>
                  <a:pt x="1026585" y="37875"/>
                </a:lnTo>
                <a:lnTo>
                  <a:pt x="1027121" y="37896"/>
                </a:lnTo>
                <a:lnTo>
                  <a:pt x="1027648" y="37931"/>
                </a:lnTo>
                <a:lnTo>
                  <a:pt x="1028164" y="37979"/>
                </a:lnTo>
                <a:lnTo>
                  <a:pt x="1028671" y="38041"/>
                </a:lnTo>
                <a:lnTo>
                  <a:pt x="1029168" y="38118"/>
                </a:lnTo>
                <a:lnTo>
                  <a:pt x="1029655" y="38208"/>
                </a:lnTo>
                <a:lnTo>
                  <a:pt x="1030133" y="38312"/>
                </a:lnTo>
                <a:lnTo>
                  <a:pt x="1030600" y="38430"/>
                </a:lnTo>
                <a:lnTo>
                  <a:pt x="1031058" y="38562"/>
                </a:lnTo>
                <a:lnTo>
                  <a:pt x="1031506" y="38707"/>
                </a:lnTo>
                <a:lnTo>
                  <a:pt x="1031944" y="38867"/>
                </a:lnTo>
                <a:lnTo>
                  <a:pt x="1032372" y="39040"/>
                </a:lnTo>
                <a:lnTo>
                  <a:pt x="1032791" y="39227"/>
                </a:lnTo>
                <a:lnTo>
                  <a:pt x="1033199" y="39428"/>
                </a:lnTo>
                <a:lnTo>
                  <a:pt x="1033598" y="39643"/>
                </a:lnTo>
                <a:lnTo>
                  <a:pt x="1033987" y="39872"/>
                </a:lnTo>
                <a:lnTo>
                  <a:pt x="1034366" y="40115"/>
                </a:lnTo>
                <a:lnTo>
                  <a:pt x="1034736" y="40372"/>
                </a:lnTo>
                <a:lnTo>
                  <a:pt x="1035096" y="40642"/>
                </a:lnTo>
                <a:lnTo>
                  <a:pt x="1035445" y="40926"/>
                </a:lnTo>
                <a:lnTo>
                  <a:pt x="1035786" y="41225"/>
                </a:lnTo>
                <a:lnTo>
                  <a:pt x="1036116" y="41537"/>
                </a:lnTo>
                <a:lnTo>
                  <a:pt x="1036436" y="41862"/>
                </a:lnTo>
                <a:lnTo>
                  <a:pt x="1036745" y="42201"/>
                </a:lnTo>
                <a:lnTo>
                  <a:pt x="1037041" y="42551"/>
                </a:lnTo>
                <a:lnTo>
                  <a:pt x="1037324" y="42912"/>
                </a:lnTo>
                <a:lnTo>
                  <a:pt x="1037593" y="43285"/>
                </a:lnTo>
                <a:lnTo>
                  <a:pt x="1037850" y="43670"/>
                </a:lnTo>
                <a:lnTo>
                  <a:pt x="1038093" y="44065"/>
                </a:lnTo>
                <a:lnTo>
                  <a:pt x="1038323" y="44473"/>
                </a:lnTo>
                <a:lnTo>
                  <a:pt x="1038540" y="44892"/>
                </a:lnTo>
                <a:lnTo>
                  <a:pt x="1038744" y="45322"/>
                </a:lnTo>
                <a:lnTo>
                  <a:pt x="1038934" y="45764"/>
                </a:lnTo>
                <a:lnTo>
                  <a:pt x="1039112" y="46217"/>
                </a:lnTo>
                <a:lnTo>
                  <a:pt x="1039276" y="46682"/>
                </a:lnTo>
                <a:lnTo>
                  <a:pt x="1039427" y="47158"/>
                </a:lnTo>
                <a:lnTo>
                  <a:pt x="1039565" y="47646"/>
                </a:lnTo>
                <a:lnTo>
                  <a:pt x="1039690" y="48145"/>
                </a:lnTo>
                <a:lnTo>
                  <a:pt x="1039802" y="48655"/>
                </a:lnTo>
                <a:lnTo>
                  <a:pt x="1039900" y="49178"/>
                </a:lnTo>
                <a:lnTo>
                  <a:pt x="1039986" y="49711"/>
                </a:lnTo>
                <a:lnTo>
                  <a:pt x="1040058" y="50256"/>
                </a:lnTo>
                <a:lnTo>
                  <a:pt x="1040117" y="50813"/>
                </a:lnTo>
                <a:lnTo>
                  <a:pt x="1040163" y="51381"/>
                </a:lnTo>
                <a:lnTo>
                  <a:pt x="1040196" y="51961"/>
                </a:lnTo>
                <a:lnTo>
                  <a:pt x="1040216" y="52552"/>
                </a:lnTo>
                <a:lnTo>
                  <a:pt x="1040223" y="53154"/>
                </a:lnTo>
                <a:lnTo>
                  <a:pt x="1040223" y="57422"/>
                </a:lnTo>
                <a:lnTo>
                  <a:pt x="1058262" y="57422"/>
                </a:lnTo>
                <a:lnTo>
                  <a:pt x="1058262" y="51915"/>
                </a:lnTo>
                <a:lnTo>
                  <a:pt x="1058249" y="50812"/>
                </a:lnTo>
                <a:lnTo>
                  <a:pt x="1058213" y="49729"/>
                </a:lnTo>
                <a:lnTo>
                  <a:pt x="1058152" y="48666"/>
                </a:lnTo>
                <a:lnTo>
                  <a:pt x="1058066" y="47623"/>
                </a:lnTo>
                <a:lnTo>
                  <a:pt x="1057957" y="46600"/>
                </a:lnTo>
                <a:lnTo>
                  <a:pt x="1057823" y="45598"/>
                </a:lnTo>
                <a:lnTo>
                  <a:pt x="1057664" y="44615"/>
                </a:lnTo>
                <a:lnTo>
                  <a:pt x="1057481" y="43652"/>
                </a:lnTo>
                <a:lnTo>
                  <a:pt x="1057274" y="42710"/>
                </a:lnTo>
                <a:lnTo>
                  <a:pt x="1057042" y="41788"/>
                </a:lnTo>
                <a:lnTo>
                  <a:pt x="1056786" y="40886"/>
                </a:lnTo>
                <a:lnTo>
                  <a:pt x="1056506" y="40003"/>
                </a:lnTo>
                <a:lnTo>
                  <a:pt x="1056201" y="39141"/>
                </a:lnTo>
                <a:lnTo>
                  <a:pt x="1055872" y="38299"/>
                </a:lnTo>
                <a:lnTo>
                  <a:pt x="1055518" y="37478"/>
                </a:lnTo>
                <a:lnTo>
                  <a:pt x="1055140" y="36676"/>
                </a:lnTo>
                <a:lnTo>
                  <a:pt x="1054738" y="35894"/>
                </a:lnTo>
                <a:lnTo>
                  <a:pt x="1054311" y="35132"/>
                </a:lnTo>
                <a:lnTo>
                  <a:pt x="1053860" y="34391"/>
                </a:lnTo>
                <a:lnTo>
                  <a:pt x="1053385" y="33669"/>
                </a:lnTo>
                <a:lnTo>
                  <a:pt x="1052885" y="32968"/>
                </a:lnTo>
                <a:lnTo>
                  <a:pt x="1052361" y="32287"/>
                </a:lnTo>
                <a:lnTo>
                  <a:pt x="1051812" y="31626"/>
                </a:lnTo>
                <a:lnTo>
                  <a:pt x="1051239" y="30985"/>
                </a:lnTo>
                <a:lnTo>
                  <a:pt x="1050645" y="30366"/>
                </a:lnTo>
                <a:lnTo>
                  <a:pt x="1050033" y="29775"/>
                </a:lnTo>
                <a:lnTo>
                  <a:pt x="1049402" y="29209"/>
                </a:lnTo>
                <a:lnTo>
                  <a:pt x="1048753" y="28670"/>
                </a:lnTo>
                <a:lnTo>
                  <a:pt x="1048086" y="28157"/>
                </a:lnTo>
                <a:lnTo>
                  <a:pt x="1047401" y="27670"/>
                </a:lnTo>
                <a:lnTo>
                  <a:pt x="1046698" y="27210"/>
                </a:lnTo>
                <a:lnTo>
                  <a:pt x="1045976" y="26776"/>
                </a:lnTo>
                <a:lnTo>
                  <a:pt x="1045236" y="26369"/>
                </a:lnTo>
                <a:lnTo>
                  <a:pt x="1044479" y="25987"/>
                </a:lnTo>
                <a:lnTo>
                  <a:pt x="1043703" y="25632"/>
                </a:lnTo>
                <a:lnTo>
                  <a:pt x="1042908" y="25303"/>
                </a:lnTo>
                <a:lnTo>
                  <a:pt x="1042096" y="25001"/>
                </a:lnTo>
                <a:lnTo>
                  <a:pt x="1041266" y="24725"/>
                </a:lnTo>
                <a:lnTo>
                  <a:pt x="1040417" y="24475"/>
                </a:lnTo>
                <a:lnTo>
                  <a:pt x="1039550" y="24251"/>
                </a:lnTo>
                <a:lnTo>
                  <a:pt x="1038665" y="24054"/>
                </a:lnTo>
                <a:lnTo>
                  <a:pt x="1037762" y="23883"/>
                </a:lnTo>
                <a:lnTo>
                  <a:pt x="1036840" y="23738"/>
                </a:lnTo>
                <a:lnTo>
                  <a:pt x="1035901" y="23620"/>
                </a:lnTo>
                <a:lnTo>
                  <a:pt x="1034943" y="23528"/>
                </a:lnTo>
                <a:lnTo>
                  <a:pt x="1033967" y="23462"/>
                </a:lnTo>
                <a:lnTo>
                  <a:pt x="1032973" y="23423"/>
                </a:lnTo>
                <a:lnTo>
                  <a:pt x="1031961" y="23410"/>
                </a:lnTo>
                <a:lnTo>
                  <a:pt x="1031075" y="23420"/>
                </a:lnTo>
                <a:lnTo>
                  <a:pt x="1030207" y="23453"/>
                </a:lnTo>
                <a:lnTo>
                  <a:pt x="1029357" y="23506"/>
                </a:lnTo>
                <a:lnTo>
                  <a:pt x="1028525" y="23582"/>
                </a:lnTo>
                <a:lnTo>
                  <a:pt x="1027712" y="23679"/>
                </a:lnTo>
                <a:lnTo>
                  <a:pt x="1026917" y="23797"/>
                </a:lnTo>
                <a:lnTo>
                  <a:pt x="1026140" y="23937"/>
                </a:lnTo>
                <a:lnTo>
                  <a:pt x="1025381" y="24098"/>
                </a:lnTo>
                <a:lnTo>
                  <a:pt x="1024640" y="24281"/>
                </a:lnTo>
                <a:lnTo>
                  <a:pt x="1023918" y="24485"/>
                </a:lnTo>
                <a:lnTo>
                  <a:pt x="1023213" y="24711"/>
                </a:lnTo>
                <a:lnTo>
                  <a:pt x="1022527" y="24959"/>
                </a:lnTo>
                <a:lnTo>
                  <a:pt x="1021859" y="25228"/>
                </a:lnTo>
                <a:lnTo>
                  <a:pt x="1021209" y="25518"/>
                </a:lnTo>
                <a:lnTo>
                  <a:pt x="1020578" y="25830"/>
                </a:lnTo>
                <a:lnTo>
                  <a:pt x="1019964" y="26164"/>
                </a:lnTo>
                <a:lnTo>
                  <a:pt x="1019369" y="26519"/>
                </a:lnTo>
                <a:lnTo>
                  <a:pt x="1018791" y="26895"/>
                </a:lnTo>
                <a:lnTo>
                  <a:pt x="1018232" y="27293"/>
                </a:lnTo>
                <a:lnTo>
                  <a:pt x="1017692" y="27713"/>
                </a:lnTo>
                <a:lnTo>
                  <a:pt x="1017169" y="28154"/>
                </a:lnTo>
                <a:lnTo>
                  <a:pt x="1016664" y="28616"/>
                </a:lnTo>
                <a:lnTo>
                  <a:pt x="1016178" y="29100"/>
                </a:lnTo>
                <a:lnTo>
                  <a:pt x="1015710" y="29606"/>
                </a:lnTo>
                <a:lnTo>
                  <a:pt x="1015260" y="30133"/>
                </a:lnTo>
                <a:lnTo>
                  <a:pt x="1014830" y="30681"/>
                </a:lnTo>
                <a:lnTo>
                  <a:pt x="1014419" y="31250"/>
                </a:lnTo>
                <a:lnTo>
                  <a:pt x="1014027" y="31840"/>
                </a:lnTo>
                <a:lnTo>
                  <a:pt x="1013654" y="32451"/>
                </a:lnTo>
                <a:lnTo>
                  <a:pt x="1013300" y="33083"/>
                </a:lnTo>
                <a:lnTo>
                  <a:pt x="1012966" y="33736"/>
                </a:lnTo>
                <a:lnTo>
                  <a:pt x="1012650" y="34410"/>
                </a:lnTo>
                <a:lnTo>
                  <a:pt x="1012354" y="35106"/>
                </a:lnTo>
                <a:lnTo>
                  <a:pt x="1012077" y="35822"/>
                </a:lnTo>
                <a:lnTo>
                  <a:pt x="1011818" y="36559"/>
                </a:lnTo>
                <a:lnTo>
                  <a:pt x="1011579" y="37318"/>
                </a:lnTo>
                <a:lnTo>
                  <a:pt x="1011359" y="38097"/>
                </a:lnTo>
                <a:lnTo>
                  <a:pt x="1011159" y="38897"/>
                </a:lnTo>
                <a:lnTo>
                  <a:pt x="1011082" y="39244"/>
                </a:lnTo>
                <a:lnTo>
                  <a:pt x="1011030" y="39244"/>
                </a:lnTo>
                <a:lnTo>
                  <a:pt x="1011030" y="24786"/>
                </a:lnTo>
                <a:lnTo>
                  <a:pt x="994780" y="24786"/>
                </a:lnTo>
                <a:lnTo>
                  <a:pt x="994780" y="100524"/>
                </a:lnTo>
                <a:close/>
                <a:moveTo>
                  <a:pt x="945553" y="101647"/>
                </a:moveTo>
                <a:lnTo>
                  <a:pt x="946494" y="101535"/>
                </a:lnTo>
                <a:lnTo>
                  <a:pt x="947421" y="101403"/>
                </a:lnTo>
                <a:lnTo>
                  <a:pt x="948336" y="101250"/>
                </a:lnTo>
                <a:lnTo>
                  <a:pt x="949238" y="101078"/>
                </a:lnTo>
                <a:lnTo>
                  <a:pt x="950128" y="100885"/>
                </a:lnTo>
                <a:lnTo>
                  <a:pt x="951005" y="100671"/>
                </a:lnTo>
                <a:lnTo>
                  <a:pt x="951869" y="100438"/>
                </a:lnTo>
                <a:lnTo>
                  <a:pt x="952720" y="100184"/>
                </a:lnTo>
                <a:lnTo>
                  <a:pt x="953559" y="99909"/>
                </a:lnTo>
                <a:lnTo>
                  <a:pt x="954385" y="99615"/>
                </a:lnTo>
                <a:lnTo>
                  <a:pt x="955199" y="99300"/>
                </a:lnTo>
                <a:lnTo>
                  <a:pt x="955999" y="98964"/>
                </a:lnTo>
                <a:lnTo>
                  <a:pt x="956788" y="98609"/>
                </a:lnTo>
                <a:lnTo>
                  <a:pt x="957563" y="98233"/>
                </a:lnTo>
                <a:lnTo>
                  <a:pt x="958326" y="97837"/>
                </a:lnTo>
                <a:lnTo>
                  <a:pt x="959076" y="97420"/>
                </a:lnTo>
                <a:lnTo>
                  <a:pt x="959813" y="96983"/>
                </a:lnTo>
                <a:lnTo>
                  <a:pt x="960538" y="96526"/>
                </a:lnTo>
                <a:lnTo>
                  <a:pt x="961250" y="96049"/>
                </a:lnTo>
                <a:lnTo>
                  <a:pt x="961944" y="95554"/>
                </a:lnTo>
                <a:lnTo>
                  <a:pt x="962616" y="95046"/>
                </a:lnTo>
                <a:lnTo>
                  <a:pt x="963265" y="94524"/>
                </a:lnTo>
                <a:lnTo>
                  <a:pt x="963891" y="93989"/>
                </a:lnTo>
                <a:lnTo>
                  <a:pt x="964494" y="93440"/>
                </a:lnTo>
                <a:lnTo>
                  <a:pt x="965075" y="92877"/>
                </a:lnTo>
                <a:lnTo>
                  <a:pt x="965633" y="92301"/>
                </a:lnTo>
                <a:lnTo>
                  <a:pt x="966168" y="91711"/>
                </a:lnTo>
                <a:lnTo>
                  <a:pt x="966681" y="91108"/>
                </a:lnTo>
                <a:lnTo>
                  <a:pt x="967171" y="90491"/>
                </a:lnTo>
                <a:lnTo>
                  <a:pt x="967638" y="89860"/>
                </a:lnTo>
                <a:lnTo>
                  <a:pt x="968083" y="89215"/>
                </a:lnTo>
                <a:lnTo>
                  <a:pt x="968505" y="88557"/>
                </a:lnTo>
                <a:lnTo>
                  <a:pt x="968904" y="87886"/>
                </a:lnTo>
                <a:lnTo>
                  <a:pt x="969280" y="87201"/>
                </a:lnTo>
                <a:lnTo>
                  <a:pt x="969634" y="86502"/>
                </a:lnTo>
                <a:lnTo>
                  <a:pt x="969965" y="85789"/>
                </a:lnTo>
                <a:lnTo>
                  <a:pt x="970273" y="85063"/>
                </a:lnTo>
                <a:lnTo>
                  <a:pt x="970559" y="84323"/>
                </a:lnTo>
                <a:lnTo>
                  <a:pt x="970822" y="83570"/>
                </a:lnTo>
                <a:lnTo>
                  <a:pt x="971062" y="82803"/>
                </a:lnTo>
                <a:lnTo>
                  <a:pt x="971280" y="82022"/>
                </a:lnTo>
                <a:lnTo>
                  <a:pt x="971474" y="81228"/>
                </a:lnTo>
                <a:lnTo>
                  <a:pt x="971647" y="80420"/>
                </a:lnTo>
                <a:lnTo>
                  <a:pt x="954709" y="80420"/>
                </a:lnTo>
                <a:lnTo>
                  <a:pt x="954624" y="80738"/>
                </a:lnTo>
                <a:lnTo>
                  <a:pt x="954530" y="81049"/>
                </a:lnTo>
                <a:lnTo>
                  <a:pt x="954427" y="81355"/>
                </a:lnTo>
                <a:lnTo>
                  <a:pt x="954315" y="81653"/>
                </a:lnTo>
                <a:lnTo>
                  <a:pt x="954193" y="81946"/>
                </a:lnTo>
                <a:lnTo>
                  <a:pt x="954063" y="82231"/>
                </a:lnTo>
                <a:lnTo>
                  <a:pt x="953924" y="82511"/>
                </a:lnTo>
                <a:lnTo>
                  <a:pt x="953775" y="82784"/>
                </a:lnTo>
                <a:lnTo>
                  <a:pt x="953617" y="83050"/>
                </a:lnTo>
                <a:lnTo>
                  <a:pt x="953451" y="83310"/>
                </a:lnTo>
                <a:lnTo>
                  <a:pt x="953275" y="83564"/>
                </a:lnTo>
                <a:lnTo>
                  <a:pt x="953090" y="83811"/>
                </a:lnTo>
                <a:lnTo>
                  <a:pt x="952896" y="84051"/>
                </a:lnTo>
                <a:lnTo>
                  <a:pt x="952693" y="84285"/>
                </a:lnTo>
                <a:lnTo>
                  <a:pt x="952481" y="84513"/>
                </a:lnTo>
                <a:lnTo>
                  <a:pt x="952260" y="84734"/>
                </a:lnTo>
                <a:lnTo>
                  <a:pt x="952030" y="84949"/>
                </a:lnTo>
                <a:lnTo>
                  <a:pt x="951790" y="85157"/>
                </a:lnTo>
                <a:lnTo>
                  <a:pt x="951542" y="85359"/>
                </a:lnTo>
                <a:lnTo>
                  <a:pt x="951285" y="85555"/>
                </a:lnTo>
                <a:lnTo>
                  <a:pt x="951018" y="85744"/>
                </a:lnTo>
                <a:lnTo>
                  <a:pt x="950742" y="85926"/>
                </a:lnTo>
                <a:lnTo>
                  <a:pt x="950458" y="86102"/>
                </a:lnTo>
                <a:lnTo>
                  <a:pt x="950164" y="86272"/>
                </a:lnTo>
                <a:lnTo>
                  <a:pt x="949862" y="86435"/>
                </a:lnTo>
                <a:lnTo>
                  <a:pt x="949552" y="86591"/>
                </a:lnTo>
                <a:lnTo>
                  <a:pt x="949234" y="86740"/>
                </a:lnTo>
                <a:lnTo>
                  <a:pt x="948909" y="86882"/>
                </a:lnTo>
                <a:lnTo>
                  <a:pt x="948576" y="87017"/>
                </a:lnTo>
                <a:lnTo>
                  <a:pt x="948236" y="87145"/>
                </a:lnTo>
                <a:lnTo>
                  <a:pt x="947888" y="87266"/>
                </a:lnTo>
                <a:lnTo>
                  <a:pt x="947532" y="87381"/>
                </a:lnTo>
                <a:lnTo>
                  <a:pt x="947169" y="87488"/>
                </a:lnTo>
                <a:lnTo>
                  <a:pt x="946798" y="87589"/>
                </a:lnTo>
                <a:lnTo>
                  <a:pt x="946419" y="87682"/>
                </a:lnTo>
                <a:lnTo>
                  <a:pt x="946033" y="87769"/>
                </a:lnTo>
                <a:lnTo>
                  <a:pt x="945639" y="87848"/>
                </a:lnTo>
                <a:lnTo>
                  <a:pt x="945237" y="87921"/>
                </a:lnTo>
                <a:lnTo>
                  <a:pt x="944828" y="87987"/>
                </a:lnTo>
                <a:lnTo>
                  <a:pt x="944411" y="88046"/>
                </a:lnTo>
                <a:lnTo>
                  <a:pt x="943987" y="88098"/>
                </a:lnTo>
                <a:lnTo>
                  <a:pt x="943554" y="88143"/>
                </a:lnTo>
                <a:lnTo>
                  <a:pt x="943115" y="88181"/>
                </a:lnTo>
                <a:lnTo>
                  <a:pt x="942667" y="88212"/>
                </a:lnTo>
                <a:lnTo>
                  <a:pt x="942212" y="88237"/>
                </a:lnTo>
                <a:lnTo>
                  <a:pt x="941749" y="88254"/>
                </a:lnTo>
                <a:lnTo>
                  <a:pt x="941279" y="88264"/>
                </a:lnTo>
                <a:lnTo>
                  <a:pt x="940801" y="88268"/>
                </a:lnTo>
                <a:lnTo>
                  <a:pt x="940176" y="88261"/>
                </a:lnTo>
                <a:lnTo>
                  <a:pt x="939564" y="88240"/>
                </a:lnTo>
                <a:lnTo>
                  <a:pt x="938965" y="88204"/>
                </a:lnTo>
                <a:lnTo>
                  <a:pt x="938379" y="88155"/>
                </a:lnTo>
                <a:lnTo>
                  <a:pt x="937806" y="88092"/>
                </a:lnTo>
                <a:lnTo>
                  <a:pt x="937246" y="88014"/>
                </a:lnTo>
                <a:lnTo>
                  <a:pt x="936698" y="87922"/>
                </a:lnTo>
                <a:lnTo>
                  <a:pt x="936164" y="87817"/>
                </a:lnTo>
                <a:lnTo>
                  <a:pt x="935643" y="87697"/>
                </a:lnTo>
                <a:lnTo>
                  <a:pt x="935134" y="87563"/>
                </a:lnTo>
                <a:lnTo>
                  <a:pt x="934638" y="87415"/>
                </a:lnTo>
                <a:lnTo>
                  <a:pt x="934156" y="87252"/>
                </a:lnTo>
                <a:lnTo>
                  <a:pt x="933686" y="87076"/>
                </a:lnTo>
                <a:lnTo>
                  <a:pt x="933229" y="86886"/>
                </a:lnTo>
                <a:lnTo>
                  <a:pt x="932785" y="86681"/>
                </a:lnTo>
                <a:lnTo>
                  <a:pt x="932354" y="86463"/>
                </a:lnTo>
                <a:lnTo>
                  <a:pt x="931936" y="86230"/>
                </a:lnTo>
                <a:lnTo>
                  <a:pt x="931530" y="85983"/>
                </a:lnTo>
                <a:lnTo>
                  <a:pt x="931138" y="85722"/>
                </a:lnTo>
                <a:lnTo>
                  <a:pt x="930759" y="85447"/>
                </a:lnTo>
                <a:lnTo>
                  <a:pt x="930392" y="85158"/>
                </a:lnTo>
                <a:lnTo>
                  <a:pt x="930039" y="84855"/>
                </a:lnTo>
                <a:lnTo>
                  <a:pt x="929698" y="84538"/>
                </a:lnTo>
                <a:lnTo>
                  <a:pt x="929370" y="84206"/>
                </a:lnTo>
                <a:lnTo>
                  <a:pt x="929056" y="83861"/>
                </a:lnTo>
                <a:lnTo>
                  <a:pt x="928754" y="83502"/>
                </a:lnTo>
                <a:lnTo>
                  <a:pt x="928466" y="83129"/>
                </a:lnTo>
                <a:lnTo>
                  <a:pt x="928192" y="82743"/>
                </a:lnTo>
                <a:lnTo>
                  <a:pt x="927931" y="82343"/>
                </a:lnTo>
                <a:lnTo>
                  <a:pt x="927683" y="81930"/>
                </a:lnTo>
                <a:lnTo>
                  <a:pt x="927449" y="81503"/>
                </a:lnTo>
                <a:lnTo>
                  <a:pt x="927228" y="81062"/>
                </a:lnTo>
                <a:lnTo>
                  <a:pt x="927021" y="80608"/>
                </a:lnTo>
                <a:lnTo>
                  <a:pt x="926826" y="80140"/>
                </a:lnTo>
                <a:lnTo>
                  <a:pt x="926646" y="79658"/>
                </a:lnTo>
                <a:lnTo>
                  <a:pt x="926478" y="79163"/>
                </a:lnTo>
                <a:lnTo>
                  <a:pt x="926324" y="78654"/>
                </a:lnTo>
                <a:lnTo>
                  <a:pt x="926184" y="78132"/>
                </a:lnTo>
                <a:lnTo>
                  <a:pt x="926057" y="77596"/>
                </a:lnTo>
                <a:lnTo>
                  <a:pt x="925943" y="77046"/>
                </a:lnTo>
                <a:lnTo>
                  <a:pt x="925842" y="76483"/>
                </a:lnTo>
                <a:lnTo>
                  <a:pt x="925755" y="75906"/>
                </a:lnTo>
                <a:lnTo>
                  <a:pt x="925682" y="75315"/>
                </a:lnTo>
                <a:lnTo>
                  <a:pt x="925622" y="74711"/>
                </a:lnTo>
                <a:lnTo>
                  <a:pt x="925575" y="74093"/>
                </a:lnTo>
                <a:lnTo>
                  <a:pt x="925541" y="73462"/>
                </a:lnTo>
                <a:lnTo>
                  <a:pt x="925521" y="72817"/>
                </a:lnTo>
                <a:lnTo>
                  <a:pt x="925514" y="72158"/>
                </a:lnTo>
                <a:lnTo>
                  <a:pt x="925514" y="66787"/>
                </a:lnTo>
                <a:lnTo>
                  <a:pt x="972197" y="66787"/>
                </a:lnTo>
                <a:lnTo>
                  <a:pt x="972197" y="53154"/>
                </a:lnTo>
                <a:lnTo>
                  <a:pt x="972190" y="52412"/>
                </a:lnTo>
                <a:lnTo>
                  <a:pt x="972170" y="51678"/>
                </a:lnTo>
                <a:lnTo>
                  <a:pt x="972136" y="50952"/>
                </a:lnTo>
                <a:lnTo>
                  <a:pt x="972088" y="50234"/>
                </a:lnTo>
                <a:lnTo>
                  <a:pt x="972027" y="49523"/>
                </a:lnTo>
                <a:lnTo>
                  <a:pt x="971952" y="48821"/>
                </a:lnTo>
                <a:lnTo>
                  <a:pt x="971863" y="48126"/>
                </a:lnTo>
                <a:lnTo>
                  <a:pt x="971761" y="47440"/>
                </a:lnTo>
                <a:lnTo>
                  <a:pt x="971645" y="46761"/>
                </a:lnTo>
                <a:lnTo>
                  <a:pt x="971516" y="46090"/>
                </a:lnTo>
                <a:lnTo>
                  <a:pt x="971373" y="45427"/>
                </a:lnTo>
                <a:lnTo>
                  <a:pt x="971216" y="44772"/>
                </a:lnTo>
                <a:lnTo>
                  <a:pt x="971045" y="44124"/>
                </a:lnTo>
                <a:lnTo>
                  <a:pt x="970861" y="43485"/>
                </a:lnTo>
                <a:lnTo>
                  <a:pt x="970664" y="42854"/>
                </a:lnTo>
                <a:lnTo>
                  <a:pt x="970453" y="42230"/>
                </a:lnTo>
                <a:lnTo>
                  <a:pt x="970228" y="41614"/>
                </a:lnTo>
                <a:lnTo>
                  <a:pt x="969989" y="41007"/>
                </a:lnTo>
                <a:lnTo>
                  <a:pt x="969737" y="40407"/>
                </a:lnTo>
                <a:lnTo>
                  <a:pt x="969471" y="39815"/>
                </a:lnTo>
                <a:lnTo>
                  <a:pt x="969192" y="39231"/>
                </a:lnTo>
                <a:lnTo>
                  <a:pt x="968899" y="38654"/>
                </a:lnTo>
                <a:lnTo>
                  <a:pt x="968592" y="38086"/>
                </a:lnTo>
                <a:lnTo>
                  <a:pt x="968272" y="37526"/>
                </a:lnTo>
                <a:lnTo>
                  <a:pt x="967940" y="36974"/>
                </a:lnTo>
                <a:lnTo>
                  <a:pt x="967596" y="36433"/>
                </a:lnTo>
                <a:lnTo>
                  <a:pt x="967242" y="35902"/>
                </a:lnTo>
                <a:lnTo>
                  <a:pt x="966876" y="35381"/>
                </a:lnTo>
                <a:lnTo>
                  <a:pt x="966500" y="34871"/>
                </a:lnTo>
                <a:lnTo>
                  <a:pt x="966112" y="34371"/>
                </a:lnTo>
                <a:lnTo>
                  <a:pt x="965714" y="33881"/>
                </a:lnTo>
                <a:lnTo>
                  <a:pt x="965304" y="33402"/>
                </a:lnTo>
                <a:lnTo>
                  <a:pt x="964884" y="32932"/>
                </a:lnTo>
                <a:lnTo>
                  <a:pt x="964452" y="32473"/>
                </a:lnTo>
                <a:lnTo>
                  <a:pt x="964010" y="32025"/>
                </a:lnTo>
                <a:lnTo>
                  <a:pt x="963556" y="31587"/>
                </a:lnTo>
                <a:lnTo>
                  <a:pt x="963092" y="31158"/>
                </a:lnTo>
                <a:lnTo>
                  <a:pt x="962616" y="30741"/>
                </a:lnTo>
                <a:lnTo>
                  <a:pt x="962130" y="30333"/>
                </a:lnTo>
                <a:lnTo>
                  <a:pt x="961632" y="29936"/>
                </a:lnTo>
                <a:lnTo>
                  <a:pt x="961124" y="29549"/>
                </a:lnTo>
                <a:lnTo>
                  <a:pt x="960604" y="29172"/>
                </a:lnTo>
                <a:lnTo>
                  <a:pt x="960073" y="28806"/>
                </a:lnTo>
                <a:lnTo>
                  <a:pt x="959532" y="28450"/>
                </a:lnTo>
                <a:lnTo>
                  <a:pt x="958979" y="28104"/>
                </a:lnTo>
                <a:lnTo>
                  <a:pt x="958416" y="27769"/>
                </a:lnTo>
                <a:lnTo>
                  <a:pt x="957841" y="27444"/>
                </a:lnTo>
                <a:lnTo>
                  <a:pt x="957255" y="27129"/>
                </a:lnTo>
                <a:lnTo>
                  <a:pt x="956660" y="26825"/>
                </a:lnTo>
                <a:lnTo>
                  <a:pt x="956057" y="26535"/>
                </a:lnTo>
                <a:lnTo>
                  <a:pt x="955445" y="26257"/>
                </a:lnTo>
                <a:lnTo>
                  <a:pt x="954825" y="25992"/>
                </a:lnTo>
                <a:lnTo>
                  <a:pt x="954196" y="25741"/>
                </a:lnTo>
                <a:lnTo>
                  <a:pt x="953559" y="25502"/>
                </a:lnTo>
                <a:lnTo>
                  <a:pt x="952914" y="25276"/>
                </a:lnTo>
                <a:lnTo>
                  <a:pt x="952260" y="25063"/>
                </a:lnTo>
                <a:lnTo>
                  <a:pt x="951598" y="24862"/>
                </a:lnTo>
                <a:lnTo>
                  <a:pt x="950927" y="24675"/>
                </a:lnTo>
                <a:lnTo>
                  <a:pt x="950248" y="24501"/>
                </a:lnTo>
                <a:lnTo>
                  <a:pt x="949561" y="24339"/>
                </a:lnTo>
                <a:lnTo>
                  <a:pt x="948866" y="24191"/>
                </a:lnTo>
                <a:lnTo>
                  <a:pt x="948162" y="24055"/>
                </a:lnTo>
                <a:lnTo>
                  <a:pt x="947449" y="23933"/>
                </a:lnTo>
                <a:lnTo>
                  <a:pt x="946729" y="23823"/>
                </a:lnTo>
                <a:lnTo>
                  <a:pt x="946000" y="23726"/>
                </a:lnTo>
                <a:lnTo>
                  <a:pt x="945262" y="23642"/>
                </a:lnTo>
                <a:lnTo>
                  <a:pt x="944517" y="23571"/>
                </a:lnTo>
                <a:lnTo>
                  <a:pt x="943762" y="23513"/>
                </a:lnTo>
                <a:lnTo>
                  <a:pt x="943000" y="23468"/>
                </a:lnTo>
                <a:lnTo>
                  <a:pt x="942229" y="23435"/>
                </a:lnTo>
                <a:lnTo>
                  <a:pt x="941450" y="23416"/>
                </a:lnTo>
                <a:lnTo>
                  <a:pt x="940662" y="23410"/>
                </a:lnTo>
                <a:lnTo>
                  <a:pt x="939863" y="23416"/>
                </a:lnTo>
                <a:lnTo>
                  <a:pt x="939073" y="23435"/>
                </a:lnTo>
                <a:lnTo>
                  <a:pt x="938291" y="23468"/>
                </a:lnTo>
                <a:lnTo>
                  <a:pt x="937518" y="23513"/>
                </a:lnTo>
                <a:lnTo>
                  <a:pt x="936754" y="23571"/>
                </a:lnTo>
                <a:lnTo>
                  <a:pt x="935998" y="23642"/>
                </a:lnTo>
                <a:lnTo>
                  <a:pt x="935250" y="23726"/>
                </a:lnTo>
                <a:lnTo>
                  <a:pt x="934512" y="23823"/>
                </a:lnTo>
                <a:lnTo>
                  <a:pt x="933782" y="23933"/>
                </a:lnTo>
                <a:lnTo>
                  <a:pt x="933060" y="24055"/>
                </a:lnTo>
                <a:lnTo>
                  <a:pt x="932347" y="24191"/>
                </a:lnTo>
                <a:lnTo>
                  <a:pt x="931643" y="24339"/>
                </a:lnTo>
                <a:lnTo>
                  <a:pt x="930947" y="24501"/>
                </a:lnTo>
                <a:lnTo>
                  <a:pt x="930260" y="24675"/>
                </a:lnTo>
                <a:lnTo>
                  <a:pt x="929582" y="24862"/>
                </a:lnTo>
                <a:lnTo>
                  <a:pt x="928912" y="25063"/>
                </a:lnTo>
                <a:lnTo>
                  <a:pt x="928251" y="25276"/>
                </a:lnTo>
                <a:lnTo>
                  <a:pt x="927598" y="25502"/>
                </a:lnTo>
                <a:lnTo>
                  <a:pt x="926954" y="25741"/>
                </a:lnTo>
                <a:lnTo>
                  <a:pt x="926319" y="25992"/>
                </a:lnTo>
                <a:lnTo>
                  <a:pt x="925692" y="26257"/>
                </a:lnTo>
                <a:lnTo>
                  <a:pt x="925074" y="26535"/>
                </a:lnTo>
                <a:lnTo>
                  <a:pt x="924464" y="26825"/>
                </a:lnTo>
                <a:lnTo>
                  <a:pt x="923863" y="27129"/>
                </a:lnTo>
                <a:lnTo>
                  <a:pt x="923272" y="27444"/>
                </a:lnTo>
                <a:lnTo>
                  <a:pt x="922692" y="27769"/>
                </a:lnTo>
                <a:lnTo>
                  <a:pt x="922123" y="28104"/>
                </a:lnTo>
                <a:lnTo>
                  <a:pt x="921566" y="28450"/>
                </a:lnTo>
                <a:lnTo>
                  <a:pt x="921020" y="28806"/>
                </a:lnTo>
                <a:lnTo>
                  <a:pt x="920485" y="29172"/>
                </a:lnTo>
                <a:lnTo>
                  <a:pt x="919961" y="29549"/>
                </a:lnTo>
                <a:lnTo>
                  <a:pt x="919448" y="29936"/>
                </a:lnTo>
                <a:lnTo>
                  <a:pt x="918947" y="30333"/>
                </a:lnTo>
                <a:lnTo>
                  <a:pt x="918457" y="30741"/>
                </a:lnTo>
                <a:lnTo>
                  <a:pt x="917978" y="31158"/>
                </a:lnTo>
                <a:lnTo>
                  <a:pt x="917511" y="31587"/>
                </a:lnTo>
                <a:lnTo>
                  <a:pt x="917055" y="32025"/>
                </a:lnTo>
                <a:lnTo>
                  <a:pt x="916610" y="32473"/>
                </a:lnTo>
                <a:lnTo>
                  <a:pt x="916176" y="32932"/>
                </a:lnTo>
                <a:lnTo>
                  <a:pt x="915753" y="33402"/>
                </a:lnTo>
                <a:lnTo>
                  <a:pt x="915342" y="33881"/>
                </a:lnTo>
                <a:lnTo>
                  <a:pt x="914942" y="34371"/>
                </a:lnTo>
                <a:lnTo>
                  <a:pt x="914553" y="34871"/>
                </a:lnTo>
                <a:lnTo>
                  <a:pt x="914175" y="35381"/>
                </a:lnTo>
                <a:lnTo>
                  <a:pt x="913809" y="35902"/>
                </a:lnTo>
                <a:lnTo>
                  <a:pt x="913453" y="36433"/>
                </a:lnTo>
                <a:lnTo>
                  <a:pt x="913110" y="36974"/>
                </a:lnTo>
                <a:lnTo>
                  <a:pt x="912777" y="37526"/>
                </a:lnTo>
                <a:lnTo>
                  <a:pt x="912457" y="38086"/>
                </a:lnTo>
                <a:lnTo>
                  <a:pt x="912150" y="38654"/>
                </a:lnTo>
                <a:lnTo>
                  <a:pt x="911857" y="39231"/>
                </a:lnTo>
                <a:lnTo>
                  <a:pt x="911578" y="39815"/>
                </a:lnTo>
                <a:lnTo>
                  <a:pt x="911313" y="40407"/>
                </a:lnTo>
                <a:lnTo>
                  <a:pt x="911061" y="41007"/>
                </a:lnTo>
                <a:lnTo>
                  <a:pt x="910822" y="41614"/>
                </a:lnTo>
                <a:lnTo>
                  <a:pt x="910597" y="42230"/>
                </a:lnTo>
                <a:lnTo>
                  <a:pt x="910386" y="42854"/>
                </a:lnTo>
                <a:lnTo>
                  <a:pt x="910189" y="43485"/>
                </a:lnTo>
                <a:lnTo>
                  <a:pt x="910005" y="44124"/>
                </a:lnTo>
                <a:lnTo>
                  <a:pt x="909835" y="44772"/>
                </a:lnTo>
                <a:lnTo>
                  <a:pt x="909678" y="45427"/>
                </a:lnTo>
                <a:lnTo>
                  <a:pt x="909535" y="46090"/>
                </a:lnTo>
                <a:lnTo>
                  <a:pt x="909406" y="46761"/>
                </a:lnTo>
                <a:lnTo>
                  <a:pt x="909290" y="47440"/>
                </a:lnTo>
                <a:lnTo>
                  <a:pt x="909188" y="48126"/>
                </a:lnTo>
                <a:lnTo>
                  <a:pt x="909099" y="48821"/>
                </a:lnTo>
                <a:lnTo>
                  <a:pt x="909024" y="49523"/>
                </a:lnTo>
                <a:lnTo>
                  <a:pt x="908963" y="50234"/>
                </a:lnTo>
                <a:lnTo>
                  <a:pt x="908915" y="50952"/>
                </a:lnTo>
                <a:lnTo>
                  <a:pt x="908881" y="51678"/>
                </a:lnTo>
                <a:lnTo>
                  <a:pt x="908861" y="52412"/>
                </a:lnTo>
                <a:lnTo>
                  <a:pt x="908854" y="53154"/>
                </a:lnTo>
                <a:lnTo>
                  <a:pt x="908854" y="72158"/>
                </a:lnTo>
                <a:lnTo>
                  <a:pt x="908861" y="72900"/>
                </a:lnTo>
                <a:lnTo>
                  <a:pt x="908881" y="73634"/>
                </a:lnTo>
                <a:lnTo>
                  <a:pt x="908915" y="74360"/>
                </a:lnTo>
                <a:lnTo>
                  <a:pt x="908963" y="75078"/>
                </a:lnTo>
                <a:lnTo>
                  <a:pt x="909024" y="75788"/>
                </a:lnTo>
                <a:lnTo>
                  <a:pt x="909099" y="76491"/>
                </a:lnTo>
                <a:lnTo>
                  <a:pt x="909188" y="77185"/>
                </a:lnTo>
                <a:lnTo>
                  <a:pt x="909290" y="77872"/>
                </a:lnTo>
                <a:lnTo>
                  <a:pt x="909406" y="78550"/>
                </a:lnTo>
                <a:lnTo>
                  <a:pt x="909535" y="79221"/>
                </a:lnTo>
                <a:lnTo>
                  <a:pt x="909678" y="79884"/>
                </a:lnTo>
                <a:lnTo>
                  <a:pt x="909835" y="80540"/>
                </a:lnTo>
                <a:lnTo>
                  <a:pt x="910005" y="81187"/>
                </a:lnTo>
                <a:lnTo>
                  <a:pt x="910189" y="81826"/>
                </a:lnTo>
                <a:lnTo>
                  <a:pt x="910386" y="82458"/>
                </a:lnTo>
                <a:lnTo>
                  <a:pt x="910597" y="83081"/>
                </a:lnTo>
                <a:lnTo>
                  <a:pt x="910822" y="83697"/>
                </a:lnTo>
                <a:lnTo>
                  <a:pt x="911061" y="84305"/>
                </a:lnTo>
                <a:lnTo>
                  <a:pt x="911313" y="84905"/>
                </a:lnTo>
                <a:lnTo>
                  <a:pt x="911578" y="85497"/>
                </a:lnTo>
                <a:lnTo>
                  <a:pt x="911857" y="86081"/>
                </a:lnTo>
                <a:lnTo>
                  <a:pt x="912150" y="86658"/>
                </a:lnTo>
                <a:lnTo>
                  <a:pt x="912457" y="87226"/>
                </a:lnTo>
                <a:lnTo>
                  <a:pt x="912777" y="87787"/>
                </a:lnTo>
                <a:lnTo>
                  <a:pt x="913110" y="88338"/>
                </a:lnTo>
                <a:lnTo>
                  <a:pt x="913453" y="88879"/>
                </a:lnTo>
                <a:lnTo>
                  <a:pt x="913809" y="89410"/>
                </a:lnTo>
                <a:lnTo>
                  <a:pt x="914175" y="89930"/>
                </a:lnTo>
                <a:lnTo>
                  <a:pt x="914553" y="90441"/>
                </a:lnTo>
                <a:lnTo>
                  <a:pt x="914942" y="90941"/>
                </a:lnTo>
                <a:lnTo>
                  <a:pt x="915342" y="91430"/>
                </a:lnTo>
                <a:lnTo>
                  <a:pt x="915753" y="91910"/>
                </a:lnTo>
                <a:lnTo>
                  <a:pt x="916176" y="92379"/>
                </a:lnTo>
                <a:lnTo>
                  <a:pt x="916610" y="92838"/>
                </a:lnTo>
                <a:lnTo>
                  <a:pt x="917055" y="93286"/>
                </a:lnTo>
                <a:lnTo>
                  <a:pt x="917511" y="93725"/>
                </a:lnTo>
                <a:lnTo>
                  <a:pt x="917978" y="94153"/>
                </a:lnTo>
                <a:lnTo>
                  <a:pt x="918457" y="94571"/>
                </a:lnTo>
                <a:lnTo>
                  <a:pt x="918947" y="94978"/>
                </a:lnTo>
                <a:lnTo>
                  <a:pt x="919448" y="95375"/>
                </a:lnTo>
                <a:lnTo>
                  <a:pt x="919961" y="95762"/>
                </a:lnTo>
                <a:lnTo>
                  <a:pt x="920485" y="96139"/>
                </a:lnTo>
                <a:lnTo>
                  <a:pt x="921020" y="96505"/>
                </a:lnTo>
                <a:lnTo>
                  <a:pt x="921566" y="96862"/>
                </a:lnTo>
                <a:lnTo>
                  <a:pt x="922123" y="97207"/>
                </a:lnTo>
                <a:lnTo>
                  <a:pt x="922692" y="97543"/>
                </a:lnTo>
                <a:lnTo>
                  <a:pt x="923272" y="97868"/>
                </a:lnTo>
                <a:lnTo>
                  <a:pt x="923863" y="98183"/>
                </a:lnTo>
                <a:lnTo>
                  <a:pt x="924464" y="98487"/>
                </a:lnTo>
                <a:lnTo>
                  <a:pt x="925074" y="98777"/>
                </a:lnTo>
                <a:lnTo>
                  <a:pt x="925692" y="99055"/>
                </a:lnTo>
                <a:lnTo>
                  <a:pt x="926319" y="99319"/>
                </a:lnTo>
                <a:lnTo>
                  <a:pt x="926954" y="99571"/>
                </a:lnTo>
                <a:lnTo>
                  <a:pt x="927598" y="99810"/>
                </a:lnTo>
                <a:lnTo>
                  <a:pt x="928251" y="100036"/>
                </a:lnTo>
                <a:lnTo>
                  <a:pt x="928912" y="100248"/>
                </a:lnTo>
                <a:lnTo>
                  <a:pt x="929582" y="100449"/>
                </a:lnTo>
                <a:lnTo>
                  <a:pt x="930260" y="100636"/>
                </a:lnTo>
                <a:lnTo>
                  <a:pt x="930947" y="100810"/>
                </a:lnTo>
                <a:lnTo>
                  <a:pt x="931643" y="100971"/>
                </a:lnTo>
                <a:lnTo>
                  <a:pt x="932347" y="101120"/>
                </a:lnTo>
                <a:lnTo>
                  <a:pt x="933060" y="101255"/>
                </a:lnTo>
                <a:lnTo>
                  <a:pt x="933782" y="101378"/>
                </a:lnTo>
                <a:lnTo>
                  <a:pt x="934512" y="101488"/>
                </a:lnTo>
                <a:lnTo>
                  <a:pt x="935250" y="101584"/>
                </a:lnTo>
                <a:lnTo>
                  <a:pt x="935998" y="101668"/>
                </a:lnTo>
                <a:lnTo>
                  <a:pt x="936754" y="101739"/>
                </a:lnTo>
                <a:lnTo>
                  <a:pt x="937518" y="101797"/>
                </a:lnTo>
                <a:lnTo>
                  <a:pt x="938291" y="101842"/>
                </a:lnTo>
                <a:lnTo>
                  <a:pt x="939073" y="101875"/>
                </a:lnTo>
                <a:lnTo>
                  <a:pt x="939863" y="101894"/>
                </a:lnTo>
                <a:lnTo>
                  <a:pt x="940662" y="101901"/>
                </a:lnTo>
                <a:lnTo>
                  <a:pt x="941666" y="101890"/>
                </a:lnTo>
                <a:lnTo>
                  <a:pt x="942657" y="101860"/>
                </a:lnTo>
                <a:lnTo>
                  <a:pt x="943635" y="101809"/>
                </a:lnTo>
                <a:lnTo>
                  <a:pt x="944601" y="101738"/>
                </a:lnTo>
                <a:lnTo>
                  <a:pt x="945553" y="101647"/>
                </a:lnTo>
                <a:close/>
                <a:moveTo>
                  <a:pt x="925541" y="51871"/>
                </a:moveTo>
                <a:lnTo>
                  <a:pt x="925575" y="51248"/>
                </a:lnTo>
                <a:lnTo>
                  <a:pt x="925622" y="50637"/>
                </a:lnTo>
                <a:lnTo>
                  <a:pt x="925682" y="50039"/>
                </a:lnTo>
                <a:lnTo>
                  <a:pt x="925755" y="49453"/>
                </a:lnTo>
                <a:lnTo>
                  <a:pt x="925842" y="48880"/>
                </a:lnTo>
                <a:lnTo>
                  <a:pt x="925943" y="48319"/>
                </a:lnTo>
                <a:lnTo>
                  <a:pt x="926057" y="47771"/>
                </a:lnTo>
                <a:lnTo>
                  <a:pt x="926184" y="47235"/>
                </a:lnTo>
                <a:lnTo>
                  <a:pt x="926324" y="46711"/>
                </a:lnTo>
                <a:lnTo>
                  <a:pt x="926478" y="46200"/>
                </a:lnTo>
                <a:lnTo>
                  <a:pt x="926646" y="45701"/>
                </a:lnTo>
                <a:lnTo>
                  <a:pt x="926826" y="45215"/>
                </a:lnTo>
                <a:lnTo>
                  <a:pt x="927021" y="44741"/>
                </a:lnTo>
                <a:lnTo>
                  <a:pt x="927228" y="44280"/>
                </a:lnTo>
                <a:lnTo>
                  <a:pt x="927449" y="43831"/>
                </a:lnTo>
                <a:lnTo>
                  <a:pt x="927683" y="43394"/>
                </a:lnTo>
                <a:lnTo>
                  <a:pt x="927931" y="42970"/>
                </a:lnTo>
                <a:lnTo>
                  <a:pt x="928192" y="42559"/>
                </a:lnTo>
                <a:lnTo>
                  <a:pt x="928466" y="42160"/>
                </a:lnTo>
                <a:lnTo>
                  <a:pt x="928754" y="41773"/>
                </a:lnTo>
                <a:lnTo>
                  <a:pt x="929056" y="41399"/>
                </a:lnTo>
                <a:lnTo>
                  <a:pt x="929370" y="41037"/>
                </a:lnTo>
                <a:lnTo>
                  <a:pt x="929698" y="40688"/>
                </a:lnTo>
                <a:lnTo>
                  <a:pt x="930038" y="40355"/>
                </a:lnTo>
                <a:lnTo>
                  <a:pt x="930390" y="40036"/>
                </a:lnTo>
                <a:lnTo>
                  <a:pt x="930755" y="39732"/>
                </a:lnTo>
                <a:lnTo>
                  <a:pt x="931132" y="39443"/>
                </a:lnTo>
                <a:lnTo>
                  <a:pt x="931522" y="39169"/>
                </a:lnTo>
                <a:lnTo>
                  <a:pt x="931924" y="38909"/>
                </a:lnTo>
                <a:lnTo>
                  <a:pt x="932338" y="38665"/>
                </a:lnTo>
                <a:lnTo>
                  <a:pt x="932765" y="38435"/>
                </a:lnTo>
                <a:lnTo>
                  <a:pt x="933205" y="38220"/>
                </a:lnTo>
                <a:lnTo>
                  <a:pt x="933657" y="38020"/>
                </a:lnTo>
                <a:lnTo>
                  <a:pt x="934121" y="37834"/>
                </a:lnTo>
                <a:lnTo>
                  <a:pt x="934598" y="37664"/>
                </a:lnTo>
                <a:lnTo>
                  <a:pt x="935087" y="37508"/>
                </a:lnTo>
                <a:lnTo>
                  <a:pt x="935588" y="37367"/>
                </a:lnTo>
                <a:lnTo>
                  <a:pt x="936102" y="37241"/>
                </a:lnTo>
                <a:lnTo>
                  <a:pt x="936629" y="37130"/>
                </a:lnTo>
                <a:lnTo>
                  <a:pt x="937168" y="37034"/>
                </a:lnTo>
                <a:lnTo>
                  <a:pt x="937719" y="36952"/>
                </a:lnTo>
                <a:lnTo>
                  <a:pt x="938283" y="36886"/>
                </a:lnTo>
                <a:lnTo>
                  <a:pt x="938859" y="36834"/>
                </a:lnTo>
                <a:lnTo>
                  <a:pt x="939448" y="36797"/>
                </a:lnTo>
                <a:lnTo>
                  <a:pt x="940049" y="36774"/>
                </a:lnTo>
                <a:lnTo>
                  <a:pt x="940662" y="36767"/>
                </a:lnTo>
                <a:lnTo>
                  <a:pt x="941275" y="36774"/>
                </a:lnTo>
                <a:lnTo>
                  <a:pt x="941876" y="36796"/>
                </a:lnTo>
                <a:lnTo>
                  <a:pt x="942463" y="36833"/>
                </a:lnTo>
                <a:lnTo>
                  <a:pt x="943037" y="36884"/>
                </a:lnTo>
                <a:lnTo>
                  <a:pt x="943599" y="36949"/>
                </a:lnTo>
                <a:lnTo>
                  <a:pt x="944148" y="37030"/>
                </a:lnTo>
                <a:lnTo>
                  <a:pt x="944683" y="37124"/>
                </a:lnTo>
                <a:lnTo>
                  <a:pt x="945206" y="37234"/>
                </a:lnTo>
                <a:lnTo>
                  <a:pt x="945716" y="37358"/>
                </a:lnTo>
                <a:lnTo>
                  <a:pt x="946213" y="37496"/>
                </a:lnTo>
                <a:lnTo>
                  <a:pt x="946697" y="37649"/>
                </a:lnTo>
                <a:lnTo>
                  <a:pt x="947168" y="37817"/>
                </a:lnTo>
                <a:lnTo>
                  <a:pt x="947627" y="37999"/>
                </a:lnTo>
                <a:lnTo>
                  <a:pt x="948072" y="38196"/>
                </a:lnTo>
                <a:lnTo>
                  <a:pt x="948505" y="38408"/>
                </a:lnTo>
                <a:lnTo>
                  <a:pt x="948924" y="38634"/>
                </a:lnTo>
                <a:lnTo>
                  <a:pt x="949331" y="38875"/>
                </a:lnTo>
                <a:lnTo>
                  <a:pt x="949724" y="39130"/>
                </a:lnTo>
                <a:lnTo>
                  <a:pt x="950105" y="39400"/>
                </a:lnTo>
                <a:lnTo>
                  <a:pt x="950473" y="39684"/>
                </a:lnTo>
                <a:lnTo>
                  <a:pt x="950828" y="39983"/>
                </a:lnTo>
                <a:lnTo>
                  <a:pt x="951170" y="40296"/>
                </a:lnTo>
                <a:lnTo>
                  <a:pt x="951499" y="40625"/>
                </a:lnTo>
                <a:lnTo>
                  <a:pt x="951815" y="40967"/>
                </a:lnTo>
                <a:lnTo>
                  <a:pt x="952119" y="41324"/>
                </a:lnTo>
                <a:lnTo>
                  <a:pt x="952409" y="41693"/>
                </a:lnTo>
                <a:lnTo>
                  <a:pt x="952687" y="42074"/>
                </a:lnTo>
                <a:lnTo>
                  <a:pt x="952952" y="42469"/>
                </a:lnTo>
                <a:lnTo>
                  <a:pt x="953204" y="42876"/>
                </a:lnTo>
                <a:lnTo>
                  <a:pt x="953442" y="43296"/>
                </a:lnTo>
                <a:lnTo>
                  <a:pt x="953668" y="43728"/>
                </a:lnTo>
                <a:lnTo>
                  <a:pt x="953882" y="44173"/>
                </a:lnTo>
                <a:lnTo>
                  <a:pt x="954082" y="44631"/>
                </a:lnTo>
                <a:lnTo>
                  <a:pt x="954269" y="45101"/>
                </a:lnTo>
                <a:lnTo>
                  <a:pt x="954443" y="45584"/>
                </a:lnTo>
                <a:lnTo>
                  <a:pt x="954605" y="46080"/>
                </a:lnTo>
                <a:lnTo>
                  <a:pt x="954753" y="46588"/>
                </a:lnTo>
                <a:lnTo>
                  <a:pt x="954889" y="47109"/>
                </a:lnTo>
                <a:lnTo>
                  <a:pt x="955011" y="47643"/>
                </a:lnTo>
                <a:lnTo>
                  <a:pt x="955121" y="48189"/>
                </a:lnTo>
                <a:lnTo>
                  <a:pt x="955218" y="48748"/>
                </a:lnTo>
                <a:lnTo>
                  <a:pt x="955302" y="49320"/>
                </a:lnTo>
                <a:lnTo>
                  <a:pt x="955373" y="49904"/>
                </a:lnTo>
                <a:lnTo>
                  <a:pt x="955431" y="50501"/>
                </a:lnTo>
                <a:lnTo>
                  <a:pt x="955476" y="51111"/>
                </a:lnTo>
                <a:lnTo>
                  <a:pt x="955509" y="51733"/>
                </a:lnTo>
                <a:lnTo>
                  <a:pt x="955528" y="52368"/>
                </a:lnTo>
                <a:lnTo>
                  <a:pt x="955534" y="53016"/>
                </a:lnTo>
                <a:lnTo>
                  <a:pt x="955534" y="55781"/>
                </a:lnTo>
                <a:lnTo>
                  <a:pt x="925514" y="56046"/>
                </a:lnTo>
                <a:lnTo>
                  <a:pt x="925514" y="53154"/>
                </a:lnTo>
                <a:lnTo>
                  <a:pt x="925521" y="52506"/>
                </a:lnTo>
                <a:lnTo>
                  <a:pt x="925541" y="518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Text ExtHandler">
            <a:extLst xmlns:a="http://schemas.openxmlformats.org/drawingml/2006/main">
              <a:ext uri="{FF2B5EF4-FFF2-40B4-BE49-F238E27FC236}">
                <a16:creationId xmlns:a16="http://schemas.microsoft.com/office/drawing/2014/main" id="{715934B2-6180-4B83-BCD6-167B9EC0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9370" y="2741239"/>
            <a:ext cx="807916" cy="101901"/>
          </a:xfrm>
          <a:custGeom xmlns:a="http://schemas.openxmlformats.org/drawingml/2006/main">
            <a:pathLst>
              <a:path w="807916" h="101901">
                <a:moveTo>
                  <a:pt x="16938" y="56046"/>
                </a:moveTo>
                <a:lnTo>
                  <a:pt x="55495" y="56046"/>
                </a:lnTo>
                <a:lnTo>
                  <a:pt x="55495" y="41173"/>
                </a:lnTo>
                <a:lnTo>
                  <a:pt x="16938" y="41173"/>
                </a:lnTo>
                <a:lnTo>
                  <a:pt x="16938" y="15009"/>
                </a:lnTo>
                <a:lnTo>
                  <a:pt x="60315" y="15009"/>
                </a:lnTo>
                <a:lnTo>
                  <a:pt x="60315" y="0"/>
                </a:lnTo>
                <a:lnTo>
                  <a:pt x="0" y="0"/>
                </a:lnTo>
                <a:lnTo>
                  <a:pt x="0" y="100524"/>
                </a:lnTo>
                <a:lnTo>
                  <a:pt x="60315" y="100524"/>
                </a:lnTo>
                <a:lnTo>
                  <a:pt x="60315" y="85515"/>
                </a:lnTo>
                <a:lnTo>
                  <a:pt x="16938" y="85515"/>
                </a:lnTo>
                <a:lnTo>
                  <a:pt x="16938" y="56046"/>
                </a:lnTo>
                <a:close/>
                <a:moveTo>
                  <a:pt x="290558" y="100524"/>
                </a:moveTo>
                <a:lnTo>
                  <a:pt x="307771" y="100524"/>
                </a:lnTo>
                <a:lnTo>
                  <a:pt x="307771" y="0"/>
                </a:lnTo>
                <a:lnTo>
                  <a:pt x="290558" y="0"/>
                </a:lnTo>
                <a:lnTo>
                  <a:pt x="290558" y="40348"/>
                </a:lnTo>
                <a:lnTo>
                  <a:pt x="263568" y="40348"/>
                </a:lnTo>
                <a:lnTo>
                  <a:pt x="263568" y="0"/>
                </a:lnTo>
                <a:lnTo>
                  <a:pt x="246355" y="0"/>
                </a:lnTo>
                <a:lnTo>
                  <a:pt x="246355" y="100524"/>
                </a:lnTo>
                <a:lnTo>
                  <a:pt x="263568" y="100524"/>
                </a:lnTo>
                <a:lnTo>
                  <a:pt x="263568" y="56321"/>
                </a:lnTo>
                <a:lnTo>
                  <a:pt x="290558" y="56321"/>
                </a:lnTo>
                <a:lnTo>
                  <a:pt x="290558" y="100524"/>
                </a:lnTo>
                <a:close/>
                <a:moveTo>
                  <a:pt x="203369" y="84950"/>
                </a:moveTo>
                <a:lnTo>
                  <a:pt x="202820" y="84913"/>
                </a:lnTo>
                <a:lnTo>
                  <a:pt x="202296" y="84851"/>
                </a:lnTo>
                <a:lnTo>
                  <a:pt x="201796" y="84764"/>
                </a:lnTo>
                <a:lnTo>
                  <a:pt x="201320" y="84652"/>
                </a:lnTo>
                <a:lnTo>
                  <a:pt x="200869" y="84515"/>
                </a:lnTo>
                <a:lnTo>
                  <a:pt x="200442" y="84354"/>
                </a:lnTo>
                <a:lnTo>
                  <a:pt x="200040" y="84167"/>
                </a:lnTo>
                <a:lnTo>
                  <a:pt x="199662" y="83956"/>
                </a:lnTo>
                <a:lnTo>
                  <a:pt x="199308" y="83720"/>
                </a:lnTo>
                <a:lnTo>
                  <a:pt x="198979" y="83459"/>
                </a:lnTo>
                <a:lnTo>
                  <a:pt x="198674" y="83173"/>
                </a:lnTo>
                <a:lnTo>
                  <a:pt x="198394" y="82862"/>
                </a:lnTo>
                <a:lnTo>
                  <a:pt x="198137" y="82527"/>
                </a:lnTo>
                <a:lnTo>
                  <a:pt x="197906" y="82166"/>
                </a:lnTo>
                <a:lnTo>
                  <a:pt x="197698" y="81781"/>
                </a:lnTo>
                <a:lnTo>
                  <a:pt x="197516" y="81371"/>
                </a:lnTo>
                <a:lnTo>
                  <a:pt x="197357" y="80936"/>
                </a:lnTo>
                <a:lnTo>
                  <a:pt x="197223" y="80476"/>
                </a:lnTo>
                <a:lnTo>
                  <a:pt x="197113" y="79991"/>
                </a:lnTo>
                <a:lnTo>
                  <a:pt x="197028" y="79482"/>
                </a:lnTo>
                <a:lnTo>
                  <a:pt x="196967" y="78947"/>
                </a:lnTo>
                <a:lnTo>
                  <a:pt x="196930" y="78388"/>
                </a:lnTo>
                <a:lnTo>
                  <a:pt x="196918" y="77804"/>
                </a:lnTo>
                <a:lnTo>
                  <a:pt x="196918" y="40348"/>
                </a:lnTo>
                <a:lnTo>
                  <a:pt x="225976" y="40348"/>
                </a:lnTo>
                <a:lnTo>
                  <a:pt x="225976" y="24786"/>
                </a:lnTo>
                <a:lnTo>
                  <a:pt x="196918" y="24786"/>
                </a:lnTo>
                <a:lnTo>
                  <a:pt x="196918" y="3442"/>
                </a:lnTo>
                <a:lnTo>
                  <a:pt x="179568" y="3442"/>
                </a:lnTo>
                <a:lnTo>
                  <a:pt x="179568" y="24786"/>
                </a:lnTo>
                <a:lnTo>
                  <a:pt x="159050" y="24786"/>
                </a:lnTo>
                <a:lnTo>
                  <a:pt x="159050" y="40348"/>
                </a:lnTo>
                <a:lnTo>
                  <a:pt x="179568" y="40348"/>
                </a:lnTo>
                <a:lnTo>
                  <a:pt x="179568" y="77804"/>
                </a:lnTo>
                <a:lnTo>
                  <a:pt x="179579" y="78679"/>
                </a:lnTo>
                <a:lnTo>
                  <a:pt x="179611" y="79539"/>
                </a:lnTo>
                <a:lnTo>
                  <a:pt x="179664" y="80383"/>
                </a:lnTo>
                <a:lnTo>
                  <a:pt x="179738" y="81212"/>
                </a:lnTo>
                <a:lnTo>
                  <a:pt x="179834" y="82024"/>
                </a:lnTo>
                <a:lnTo>
                  <a:pt x="179951" y="82821"/>
                </a:lnTo>
                <a:lnTo>
                  <a:pt x="180089" y="83602"/>
                </a:lnTo>
                <a:lnTo>
                  <a:pt x="180249" y="84368"/>
                </a:lnTo>
                <a:lnTo>
                  <a:pt x="180430" y="85117"/>
                </a:lnTo>
                <a:lnTo>
                  <a:pt x="180632" y="85851"/>
                </a:lnTo>
                <a:lnTo>
                  <a:pt x="180855" y="86569"/>
                </a:lnTo>
                <a:lnTo>
                  <a:pt x="181100" y="87271"/>
                </a:lnTo>
                <a:lnTo>
                  <a:pt x="181366" y="87957"/>
                </a:lnTo>
                <a:lnTo>
                  <a:pt x="181653" y="88628"/>
                </a:lnTo>
                <a:lnTo>
                  <a:pt x="181962" y="89283"/>
                </a:lnTo>
                <a:lnTo>
                  <a:pt x="182291" y="89922"/>
                </a:lnTo>
                <a:lnTo>
                  <a:pt x="182642" y="90545"/>
                </a:lnTo>
                <a:lnTo>
                  <a:pt x="183015" y="91153"/>
                </a:lnTo>
                <a:lnTo>
                  <a:pt x="183408" y="91744"/>
                </a:lnTo>
                <a:lnTo>
                  <a:pt x="183823" y="92320"/>
                </a:lnTo>
                <a:lnTo>
                  <a:pt x="184259" y="92880"/>
                </a:lnTo>
                <a:lnTo>
                  <a:pt x="184717" y="93425"/>
                </a:lnTo>
                <a:lnTo>
                  <a:pt x="185195" y="93954"/>
                </a:lnTo>
                <a:lnTo>
                  <a:pt x="185695" y="94466"/>
                </a:lnTo>
                <a:lnTo>
                  <a:pt x="186214" y="94961"/>
                </a:lnTo>
                <a:lnTo>
                  <a:pt x="186750" y="95434"/>
                </a:lnTo>
                <a:lnTo>
                  <a:pt x="187302" y="95886"/>
                </a:lnTo>
                <a:lnTo>
                  <a:pt x="187870" y="96317"/>
                </a:lnTo>
                <a:lnTo>
                  <a:pt x="188455" y="96728"/>
                </a:lnTo>
                <a:lnTo>
                  <a:pt x="189057" y="97117"/>
                </a:lnTo>
                <a:lnTo>
                  <a:pt x="189675" y="97485"/>
                </a:lnTo>
                <a:lnTo>
                  <a:pt x="190309" y="97832"/>
                </a:lnTo>
                <a:lnTo>
                  <a:pt x="190960" y="98158"/>
                </a:lnTo>
                <a:lnTo>
                  <a:pt x="191628" y="98463"/>
                </a:lnTo>
                <a:lnTo>
                  <a:pt x="192311" y="98747"/>
                </a:lnTo>
                <a:lnTo>
                  <a:pt x="193012" y="99010"/>
                </a:lnTo>
                <a:lnTo>
                  <a:pt x="193729" y="99252"/>
                </a:lnTo>
                <a:lnTo>
                  <a:pt x="194462" y="99473"/>
                </a:lnTo>
                <a:lnTo>
                  <a:pt x="195212" y="99672"/>
                </a:lnTo>
                <a:lnTo>
                  <a:pt x="195978" y="99851"/>
                </a:lnTo>
                <a:lnTo>
                  <a:pt x="196761" y="100009"/>
                </a:lnTo>
                <a:lnTo>
                  <a:pt x="197560" y="100146"/>
                </a:lnTo>
                <a:lnTo>
                  <a:pt x="198376" y="100261"/>
                </a:lnTo>
                <a:lnTo>
                  <a:pt x="199209" y="100356"/>
                </a:lnTo>
                <a:lnTo>
                  <a:pt x="200057" y="100430"/>
                </a:lnTo>
                <a:lnTo>
                  <a:pt x="200923" y="100482"/>
                </a:lnTo>
                <a:lnTo>
                  <a:pt x="201804" y="100514"/>
                </a:lnTo>
                <a:lnTo>
                  <a:pt x="202703" y="100524"/>
                </a:lnTo>
                <a:lnTo>
                  <a:pt x="224597" y="100524"/>
                </a:lnTo>
                <a:lnTo>
                  <a:pt x="224597" y="84963"/>
                </a:lnTo>
                <a:lnTo>
                  <a:pt x="203942" y="84963"/>
                </a:lnTo>
                <a:lnTo>
                  <a:pt x="203369" y="84950"/>
                </a:lnTo>
                <a:close/>
                <a:moveTo>
                  <a:pt x="411601" y="100524"/>
                </a:moveTo>
                <a:lnTo>
                  <a:pt x="428814" y="100524"/>
                </a:lnTo>
                <a:lnTo>
                  <a:pt x="428814" y="53154"/>
                </a:lnTo>
                <a:lnTo>
                  <a:pt x="428820" y="52563"/>
                </a:lnTo>
                <a:lnTo>
                  <a:pt x="428839" y="51984"/>
                </a:lnTo>
                <a:lnTo>
                  <a:pt x="428871" y="51416"/>
                </a:lnTo>
                <a:lnTo>
                  <a:pt x="428915" y="50859"/>
                </a:lnTo>
                <a:lnTo>
                  <a:pt x="428972" y="50314"/>
                </a:lnTo>
                <a:lnTo>
                  <a:pt x="429042" y="49781"/>
                </a:lnTo>
                <a:lnTo>
                  <a:pt x="429124" y="49258"/>
                </a:lnTo>
                <a:lnTo>
                  <a:pt x="429219" y="48748"/>
                </a:lnTo>
                <a:lnTo>
                  <a:pt x="429327" y="48249"/>
                </a:lnTo>
                <a:lnTo>
                  <a:pt x="429447" y="47761"/>
                </a:lnTo>
                <a:lnTo>
                  <a:pt x="429581" y="47285"/>
                </a:lnTo>
                <a:lnTo>
                  <a:pt x="429726" y="46820"/>
                </a:lnTo>
                <a:lnTo>
                  <a:pt x="429885" y="46366"/>
                </a:lnTo>
                <a:lnTo>
                  <a:pt x="430056" y="45925"/>
                </a:lnTo>
                <a:lnTo>
                  <a:pt x="430240" y="45494"/>
                </a:lnTo>
                <a:lnTo>
                  <a:pt x="430436" y="45075"/>
                </a:lnTo>
                <a:lnTo>
                  <a:pt x="430645" y="44668"/>
                </a:lnTo>
                <a:lnTo>
                  <a:pt x="430867" y="44272"/>
                </a:lnTo>
                <a:lnTo>
                  <a:pt x="431101" y="43888"/>
                </a:lnTo>
                <a:lnTo>
                  <a:pt x="431348" y="43515"/>
                </a:lnTo>
                <a:lnTo>
                  <a:pt x="431608" y="43153"/>
                </a:lnTo>
                <a:lnTo>
                  <a:pt x="431881" y="42803"/>
                </a:lnTo>
                <a:lnTo>
                  <a:pt x="432166" y="42465"/>
                </a:lnTo>
                <a:lnTo>
                  <a:pt x="432464" y="42138"/>
                </a:lnTo>
                <a:lnTo>
                  <a:pt x="432772" y="41823"/>
                </a:lnTo>
                <a:lnTo>
                  <a:pt x="433091" y="41522"/>
                </a:lnTo>
                <a:lnTo>
                  <a:pt x="433418" y="41234"/>
                </a:lnTo>
                <a:lnTo>
                  <a:pt x="433755" y="40960"/>
                </a:lnTo>
                <a:lnTo>
                  <a:pt x="434101" y="40699"/>
                </a:lnTo>
                <a:lnTo>
                  <a:pt x="434456" y="40451"/>
                </a:lnTo>
                <a:lnTo>
                  <a:pt x="434821" y="40217"/>
                </a:lnTo>
                <a:lnTo>
                  <a:pt x="435195" y="39996"/>
                </a:lnTo>
                <a:lnTo>
                  <a:pt x="435578" y="39788"/>
                </a:lnTo>
                <a:lnTo>
                  <a:pt x="435971" y="39594"/>
                </a:lnTo>
                <a:lnTo>
                  <a:pt x="436373" y="39413"/>
                </a:lnTo>
                <a:lnTo>
                  <a:pt x="436784" y="39246"/>
                </a:lnTo>
                <a:lnTo>
                  <a:pt x="437205" y="39092"/>
                </a:lnTo>
                <a:lnTo>
                  <a:pt x="437635" y="38951"/>
                </a:lnTo>
                <a:lnTo>
                  <a:pt x="438074" y="38824"/>
                </a:lnTo>
                <a:lnTo>
                  <a:pt x="438523" y="38710"/>
                </a:lnTo>
                <a:lnTo>
                  <a:pt x="438980" y="38610"/>
                </a:lnTo>
                <a:lnTo>
                  <a:pt x="439448" y="38523"/>
                </a:lnTo>
                <a:lnTo>
                  <a:pt x="439924" y="38449"/>
                </a:lnTo>
                <a:lnTo>
                  <a:pt x="440410" y="38389"/>
                </a:lnTo>
                <a:lnTo>
                  <a:pt x="440905" y="38342"/>
                </a:lnTo>
                <a:lnTo>
                  <a:pt x="441410" y="38309"/>
                </a:lnTo>
                <a:lnTo>
                  <a:pt x="441923" y="38289"/>
                </a:lnTo>
                <a:lnTo>
                  <a:pt x="442446" y="38282"/>
                </a:lnTo>
                <a:lnTo>
                  <a:pt x="442981" y="38288"/>
                </a:lnTo>
                <a:lnTo>
                  <a:pt x="443505" y="38308"/>
                </a:lnTo>
                <a:lnTo>
                  <a:pt x="444020" y="38340"/>
                </a:lnTo>
                <a:lnTo>
                  <a:pt x="444524" y="38385"/>
                </a:lnTo>
                <a:lnTo>
                  <a:pt x="445018" y="38443"/>
                </a:lnTo>
                <a:lnTo>
                  <a:pt x="445502" y="38514"/>
                </a:lnTo>
                <a:lnTo>
                  <a:pt x="445977" y="38598"/>
                </a:lnTo>
                <a:lnTo>
                  <a:pt x="446441" y="38695"/>
                </a:lnTo>
                <a:lnTo>
                  <a:pt x="446895" y="38805"/>
                </a:lnTo>
                <a:lnTo>
                  <a:pt x="447339" y="38928"/>
                </a:lnTo>
                <a:lnTo>
                  <a:pt x="447773" y="39063"/>
                </a:lnTo>
                <a:lnTo>
                  <a:pt x="448196" y="39212"/>
                </a:lnTo>
                <a:lnTo>
                  <a:pt x="448610" y="39373"/>
                </a:lnTo>
                <a:lnTo>
                  <a:pt x="449014" y="39548"/>
                </a:lnTo>
                <a:lnTo>
                  <a:pt x="449408" y="39735"/>
                </a:lnTo>
                <a:lnTo>
                  <a:pt x="449791" y="39935"/>
                </a:lnTo>
                <a:lnTo>
                  <a:pt x="450165" y="40148"/>
                </a:lnTo>
                <a:lnTo>
                  <a:pt x="450529" y="40374"/>
                </a:lnTo>
                <a:lnTo>
                  <a:pt x="450882" y="40613"/>
                </a:lnTo>
                <a:lnTo>
                  <a:pt x="451225" y="40865"/>
                </a:lnTo>
                <a:lnTo>
                  <a:pt x="451559" y="41130"/>
                </a:lnTo>
                <a:lnTo>
                  <a:pt x="451882" y="41407"/>
                </a:lnTo>
                <a:lnTo>
                  <a:pt x="452195" y="41698"/>
                </a:lnTo>
                <a:lnTo>
                  <a:pt x="452499" y="42001"/>
                </a:lnTo>
                <a:lnTo>
                  <a:pt x="452791" y="42316"/>
                </a:lnTo>
                <a:lnTo>
                  <a:pt x="453071" y="42643"/>
                </a:lnTo>
                <a:lnTo>
                  <a:pt x="453338" y="42980"/>
                </a:lnTo>
                <a:lnTo>
                  <a:pt x="453593" y="43328"/>
                </a:lnTo>
                <a:lnTo>
                  <a:pt x="453835" y="43687"/>
                </a:lnTo>
                <a:lnTo>
                  <a:pt x="454065" y="44058"/>
                </a:lnTo>
                <a:lnTo>
                  <a:pt x="454283" y="44439"/>
                </a:lnTo>
                <a:lnTo>
                  <a:pt x="454488" y="44831"/>
                </a:lnTo>
                <a:lnTo>
                  <a:pt x="454681" y="45234"/>
                </a:lnTo>
                <a:lnTo>
                  <a:pt x="454861" y="45648"/>
                </a:lnTo>
                <a:lnTo>
                  <a:pt x="455029" y="46074"/>
                </a:lnTo>
                <a:lnTo>
                  <a:pt x="455184" y="46510"/>
                </a:lnTo>
                <a:lnTo>
                  <a:pt x="455327" y="46957"/>
                </a:lnTo>
                <a:lnTo>
                  <a:pt x="455458" y="47415"/>
                </a:lnTo>
                <a:lnTo>
                  <a:pt x="455576" y="47884"/>
                </a:lnTo>
                <a:lnTo>
                  <a:pt x="455681" y="48365"/>
                </a:lnTo>
                <a:lnTo>
                  <a:pt x="455775" y="48856"/>
                </a:lnTo>
                <a:lnTo>
                  <a:pt x="455855" y="49358"/>
                </a:lnTo>
                <a:lnTo>
                  <a:pt x="455924" y="49871"/>
                </a:lnTo>
                <a:lnTo>
                  <a:pt x="455980" y="50395"/>
                </a:lnTo>
                <a:lnTo>
                  <a:pt x="456023" y="50930"/>
                </a:lnTo>
                <a:lnTo>
                  <a:pt x="456054" y="51477"/>
                </a:lnTo>
                <a:lnTo>
                  <a:pt x="456073" y="52034"/>
                </a:lnTo>
                <a:lnTo>
                  <a:pt x="456079" y="52602"/>
                </a:lnTo>
                <a:lnTo>
                  <a:pt x="456079" y="100524"/>
                </a:lnTo>
                <a:lnTo>
                  <a:pt x="473292" y="100524"/>
                </a:lnTo>
                <a:lnTo>
                  <a:pt x="473292" y="50814"/>
                </a:lnTo>
                <a:lnTo>
                  <a:pt x="473281" y="49778"/>
                </a:lnTo>
                <a:lnTo>
                  <a:pt x="473246" y="48760"/>
                </a:lnTo>
                <a:lnTo>
                  <a:pt x="473188" y="47760"/>
                </a:lnTo>
                <a:lnTo>
                  <a:pt x="473107" y="46778"/>
                </a:lnTo>
                <a:lnTo>
                  <a:pt x="473002" y="45813"/>
                </a:lnTo>
                <a:lnTo>
                  <a:pt x="472875" y="44866"/>
                </a:lnTo>
                <a:lnTo>
                  <a:pt x="472724" y="43937"/>
                </a:lnTo>
                <a:lnTo>
                  <a:pt x="472550" y="43025"/>
                </a:lnTo>
                <a:lnTo>
                  <a:pt x="472353" y="42131"/>
                </a:lnTo>
                <a:lnTo>
                  <a:pt x="472133" y="41255"/>
                </a:lnTo>
                <a:lnTo>
                  <a:pt x="471889" y="40397"/>
                </a:lnTo>
                <a:lnTo>
                  <a:pt x="471622" y="39556"/>
                </a:lnTo>
                <a:lnTo>
                  <a:pt x="471332" y="38733"/>
                </a:lnTo>
                <a:lnTo>
                  <a:pt x="471019" y="37927"/>
                </a:lnTo>
                <a:lnTo>
                  <a:pt x="470683" y="37140"/>
                </a:lnTo>
                <a:lnTo>
                  <a:pt x="470324" y="36369"/>
                </a:lnTo>
                <a:lnTo>
                  <a:pt x="469941" y="35617"/>
                </a:lnTo>
                <a:lnTo>
                  <a:pt x="469535" y="34882"/>
                </a:lnTo>
                <a:lnTo>
                  <a:pt x="469106" y="34165"/>
                </a:lnTo>
                <a:lnTo>
                  <a:pt x="468654" y="33466"/>
                </a:lnTo>
                <a:lnTo>
                  <a:pt x="468178" y="32784"/>
                </a:lnTo>
                <a:lnTo>
                  <a:pt x="467679" y="32121"/>
                </a:lnTo>
                <a:lnTo>
                  <a:pt x="467158" y="31474"/>
                </a:lnTo>
                <a:lnTo>
                  <a:pt x="466613" y="30846"/>
                </a:lnTo>
                <a:lnTo>
                  <a:pt x="466048" y="30239"/>
                </a:lnTo>
                <a:lnTo>
                  <a:pt x="465469" y="29658"/>
                </a:lnTo>
                <a:lnTo>
                  <a:pt x="464873" y="29103"/>
                </a:lnTo>
                <a:lnTo>
                  <a:pt x="464262" y="28574"/>
                </a:lnTo>
                <a:lnTo>
                  <a:pt x="463636" y="28070"/>
                </a:lnTo>
                <a:lnTo>
                  <a:pt x="462994" y="27592"/>
                </a:lnTo>
                <a:lnTo>
                  <a:pt x="462337" y="27141"/>
                </a:lnTo>
                <a:lnTo>
                  <a:pt x="461664" y="26715"/>
                </a:lnTo>
                <a:lnTo>
                  <a:pt x="460975" y="26314"/>
                </a:lnTo>
                <a:lnTo>
                  <a:pt x="460271" y="25940"/>
                </a:lnTo>
                <a:lnTo>
                  <a:pt x="459551" y="25591"/>
                </a:lnTo>
                <a:lnTo>
                  <a:pt x="458816" y="25269"/>
                </a:lnTo>
                <a:lnTo>
                  <a:pt x="458065" y="24972"/>
                </a:lnTo>
                <a:lnTo>
                  <a:pt x="457299" y="24701"/>
                </a:lnTo>
                <a:lnTo>
                  <a:pt x="456517" y="24455"/>
                </a:lnTo>
                <a:lnTo>
                  <a:pt x="455720" y="24236"/>
                </a:lnTo>
                <a:lnTo>
                  <a:pt x="454907" y="24042"/>
                </a:lnTo>
                <a:lnTo>
                  <a:pt x="454079" y="23874"/>
                </a:lnTo>
                <a:lnTo>
                  <a:pt x="453235" y="23732"/>
                </a:lnTo>
                <a:lnTo>
                  <a:pt x="452375" y="23616"/>
                </a:lnTo>
                <a:lnTo>
                  <a:pt x="451500" y="23526"/>
                </a:lnTo>
                <a:lnTo>
                  <a:pt x="450609" y="23461"/>
                </a:lnTo>
                <a:lnTo>
                  <a:pt x="449703" y="23423"/>
                </a:lnTo>
                <a:lnTo>
                  <a:pt x="448782" y="23410"/>
                </a:lnTo>
                <a:lnTo>
                  <a:pt x="447997" y="23419"/>
                </a:lnTo>
                <a:lnTo>
                  <a:pt x="447226" y="23446"/>
                </a:lnTo>
                <a:lnTo>
                  <a:pt x="446470" y="23491"/>
                </a:lnTo>
                <a:lnTo>
                  <a:pt x="445727" y="23555"/>
                </a:lnTo>
                <a:lnTo>
                  <a:pt x="444999" y="23637"/>
                </a:lnTo>
                <a:lnTo>
                  <a:pt x="444285" y="23737"/>
                </a:lnTo>
                <a:lnTo>
                  <a:pt x="443585" y="23855"/>
                </a:lnTo>
                <a:lnTo>
                  <a:pt x="442898" y="23991"/>
                </a:lnTo>
                <a:lnTo>
                  <a:pt x="442227" y="24146"/>
                </a:lnTo>
                <a:lnTo>
                  <a:pt x="441569" y="24318"/>
                </a:lnTo>
                <a:lnTo>
                  <a:pt x="440925" y="24509"/>
                </a:lnTo>
                <a:lnTo>
                  <a:pt x="440295" y="24718"/>
                </a:lnTo>
                <a:lnTo>
                  <a:pt x="439680" y="24945"/>
                </a:lnTo>
                <a:lnTo>
                  <a:pt x="439078" y="25191"/>
                </a:lnTo>
                <a:lnTo>
                  <a:pt x="438491" y="25454"/>
                </a:lnTo>
                <a:lnTo>
                  <a:pt x="437918" y="25736"/>
                </a:lnTo>
                <a:lnTo>
                  <a:pt x="437359" y="26036"/>
                </a:lnTo>
                <a:lnTo>
                  <a:pt x="436814" y="26354"/>
                </a:lnTo>
                <a:lnTo>
                  <a:pt x="436283" y="26690"/>
                </a:lnTo>
                <a:lnTo>
                  <a:pt x="435766" y="27044"/>
                </a:lnTo>
                <a:lnTo>
                  <a:pt x="435263" y="27417"/>
                </a:lnTo>
                <a:lnTo>
                  <a:pt x="434775" y="27808"/>
                </a:lnTo>
                <a:lnTo>
                  <a:pt x="434300" y="28217"/>
                </a:lnTo>
                <a:lnTo>
                  <a:pt x="433840" y="28644"/>
                </a:lnTo>
                <a:lnTo>
                  <a:pt x="433396" y="29087"/>
                </a:lnTo>
                <a:lnTo>
                  <a:pt x="432971" y="29544"/>
                </a:lnTo>
                <a:lnTo>
                  <a:pt x="432565" y="30016"/>
                </a:lnTo>
                <a:lnTo>
                  <a:pt x="432178" y="30503"/>
                </a:lnTo>
                <a:lnTo>
                  <a:pt x="431810" y="31003"/>
                </a:lnTo>
                <a:lnTo>
                  <a:pt x="431461" y="31518"/>
                </a:lnTo>
                <a:lnTo>
                  <a:pt x="431130" y="32047"/>
                </a:lnTo>
                <a:lnTo>
                  <a:pt x="430819" y="32591"/>
                </a:lnTo>
                <a:lnTo>
                  <a:pt x="430526" y="33149"/>
                </a:lnTo>
                <a:lnTo>
                  <a:pt x="430252" y="33721"/>
                </a:lnTo>
                <a:lnTo>
                  <a:pt x="429997" y="34308"/>
                </a:lnTo>
                <a:lnTo>
                  <a:pt x="429761" y="34909"/>
                </a:lnTo>
                <a:lnTo>
                  <a:pt x="429544" y="35524"/>
                </a:lnTo>
                <a:lnTo>
                  <a:pt x="429346" y="36153"/>
                </a:lnTo>
                <a:lnTo>
                  <a:pt x="429167" y="36797"/>
                </a:lnTo>
                <a:lnTo>
                  <a:pt x="429006" y="37456"/>
                </a:lnTo>
                <a:lnTo>
                  <a:pt x="428865" y="38128"/>
                </a:lnTo>
                <a:lnTo>
                  <a:pt x="428742" y="38815"/>
                </a:lnTo>
                <a:lnTo>
                  <a:pt x="428678" y="39244"/>
                </a:lnTo>
                <a:lnTo>
                  <a:pt x="428402" y="39244"/>
                </a:lnTo>
                <a:lnTo>
                  <a:pt x="428402" y="24786"/>
                </a:lnTo>
                <a:lnTo>
                  <a:pt x="411601" y="24786"/>
                </a:lnTo>
                <a:lnTo>
                  <a:pt x="411601" y="100524"/>
                </a:lnTo>
                <a:close/>
                <a:moveTo>
                  <a:pt x="108420" y="79430"/>
                </a:moveTo>
                <a:lnTo>
                  <a:pt x="108510" y="79279"/>
                </a:lnTo>
                <a:lnTo>
                  <a:pt x="108600" y="79126"/>
                </a:lnTo>
                <a:lnTo>
                  <a:pt x="108690" y="78973"/>
                </a:lnTo>
                <a:lnTo>
                  <a:pt x="108779" y="78818"/>
                </a:lnTo>
                <a:lnTo>
                  <a:pt x="108868" y="78663"/>
                </a:lnTo>
                <a:lnTo>
                  <a:pt x="108956" y="78507"/>
                </a:lnTo>
                <a:lnTo>
                  <a:pt x="109044" y="78349"/>
                </a:lnTo>
                <a:lnTo>
                  <a:pt x="109131" y="78191"/>
                </a:lnTo>
                <a:lnTo>
                  <a:pt x="109218" y="78032"/>
                </a:lnTo>
                <a:lnTo>
                  <a:pt x="109304" y="77872"/>
                </a:lnTo>
                <a:lnTo>
                  <a:pt x="109390" y="77710"/>
                </a:lnTo>
                <a:lnTo>
                  <a:pt x="109475" y="77548"/>
                </a:lnTo>
                <a:lnTo>
                  <a:pt x="109560" y="77385"/>
                </a:lnTo>
                <a:lnTo>
                  <a:pt x="109644" y="77221"/>
                </a:lnTo>
                <a:lnTo>
                  <a:pt x="109728" y="77056"/>
                </a:lnTo>
                <a:lnTo>
                  <a:pt x="109812" y="76890"/>
                </a:lnTo>
                <a:lnTo>
                  <a:pt x="109895" y="76724"/>
                </a:lnTo>
                <a:lnTo>
                  <a:pt x="109977" y="76556"/>
                </a:lnTo>
                <a:lnTo>
                  <a:pt x="110059" y="76387"/>
                </a:lnTo>
                <a:lnTo>
                  <a:pt x="110141" y="76217"/>
                </a:lnTo>
                <a:lnTo>
                  <a:pt x="110222" y="76047"/>
                </a:lnTo>
                <a:lnTo>
                  <a:pt x="110302" y="75875"/>
                </a:lnTo>
                <a:lnTo>
                  <a:pt x="110382" y="75704"/>
                </a:lnTo>
                <a:lnTo>
                  <a:pt x="110460" y="75536"/>
                </a:lnTo>
                <a:lnTo>
                  <a:pt x="110537" y="75371"/>
                </a:lnTo>
                <a:lnTo>
                  <a:pt x="110612" y="75209"/>
                </a:lnTo>
                <a:lnTo>
                  <a:pt x="110686" y="75050"/>
                </a:lnTo>
                <a:lnTo>
                  <a:pt x="110759" y="74894"/>
                </a:lnTo>
                <a:lnTo>
                  <a:pt x="110830" y="74740"/>
                </a:lnTo>
                <a:lnTo>
                  <a:pt x="110899" y="74590"/>
                </a:lnTo>
                <a:lnTo>
                  <a:pt x="110968" y="74442"/>
                </a:lnTo>
                <a:lnTo>
                  <a:pt x="111034" y="74297"/>
                </a:lnTo>
                <a:lnTo>
                  <a:pt x="111100" y="74155"/>
                </a:lnTo>
                <a:lnTo>
                  <a:pt x="111163" y="74016"/>
                </a:lnTo>
                <a:lnTo>
                  <a:pt x="111226" y="73880"/>
                </a:lnTo>
                <a:lnTo>
                  <a:pt x="111287" y="73746"/>
                </a:lnTo>
                <a:lnTo>
                  <a:pt x="111346" y="73616"/>
                </a:lnTo>
                <a:lnTo>
                  <a:pt x="111404" y="73488"/>
                </a:lnTo>
                <a:lnTo>
                  <a:pt x="111461" y="73363"/>
                </a:lnTo>
                <a:lnTo>
                  <a:pt x="111516" y="73241"/>
                </a:lnTo>
                <a:lnTo>
                  <a:pt x="111570" y="73122"/>
                </a:lnTo>
                <a:lnTo>
                  <a:pt x="111622" y="73006"/>
                </a:lnTo>
                <a:lnTo>
                  <a:pt x="111673" y="72892"/>
                </a:lnTo>
                <a:lnTo>
                  <a:pt x="111723" y="72782"/>
                </a:lnTo>
                <a:lnTo>
                  <a:pt x="111771" y="72674"/>
                </a:lnTo>
                <a:lnTo>
                  <a:pt x="111817" y="72570"/>
                </a:lnTo>
                <a:lnTo>
                  <a:pt x="111875" y="72674"/>
                </a:lnTo>
                <a:lnTo>
                  <a:pt x="111934" y="72782"/>
                </a:lnTo>
                <a:lnTo>
                  <a:pt x="111994" y="72892"/>
                </a:lnTo>
                <a:lnTo>
                  <a:pt x="112054" y="73006"/>
                </a:lnTo>
                <a:lnTo>
                  <a:pt x="112116" y="73122"/>
                </a:lnTo>
                <a:lnTo>
                  <a:pt x="112178" y="73241"/>
                </a:lnTo>
                <a:lnTo>
                  <a:pt x="112242" y="73363"/>
                </a:lnTo>
                <a:lnTo>
                  <a:pt x="112306" y="73488"/>
                </a:lnTo>
                <a:lnTo>
                  <a:pt x="112372" y="73616"/>
                </a:lnTo>
                <a:lnTo>
                  <a:pt x="112438" y="73746"/>
                </a:lnTo>
                <a:lnTo>
                  <a:pt x="112506" y="73880"/>
                </a:lnTo>
                <a:lnTo>
                  <a:pt x="112574" y="74016"/>
                </a:lnTo>
                <a:lnTo>
                  <a:pt x="112643" y="74155"/>
                </a:lnTo>
                <a:lnTo>
                  <a:pt x="112713" y="74297"/>
                </a:lnTo>
                <a:lnTo>
                  <a:pt x="112785" y="74442"/>
                </a:lnTo>
                <a:lnTo>
                  <a:pt x="112857" y="74590"/>
                </a:lnTo>
                <a:lnTo>
                  <a:pt x="112930" y="74740"/>
                </a:lnTo>
                <a:lnTo>
                  <a:pt x="113004" y="74894"/>
                </a:lnTo>
                <a:lnTo>
                  <a:pt x="113079" y="75050"/>
                </a:lnTo>
                <a:lnTo>
                  <a:pt x="113155" y="75209"/>
                </a:lnTo>
                <a:lnTo>
                  <a:pt x="113232" y="75371"/>
                </a:lnTo>
                <a:lnTo>
                  <a:pt x="113310" y="75536"/>
                </a:lnTo>
                <a:lnTo>
                  <a:pt x="113389" y="75704"/>
                </a:lnTo>
                <a:lnTo>
                  <a:pt x="113469" y="75875"/>
                </a:lnTo>
                <a:lnTo>
                  <a:pt x="113550" y="76047"/>
                </a:lnTo>
                <a:lnTo>
                  <a:pt x="113631" y="76217"/>
                </a:lnTo>
                <a:lnTo>
                  <a:pt x="113712" y="76387"/>
                </a:lnTo>
                <a:lnTo>
                  <a:pt x="113794" y="76556"/>
                </a:lnTo>
                <a:lnTo>
                  <a:pt x="113877" y="76724"/>
                </a:lnTo>
                <a:lnTo>
                  <a:pt x="113960" y="76890"/>
                </a:lnTo>
                <a:lnTo>
                  <a:pt x="114043" y="77056"/>
                </a:lnTo>
                <a:lnTo>
                  <a:pt x="114127" y="77221"/>
                </a:lnTo>
                <a:lnTo>
                  <a:pt x="114212" y="77385"/>
                </a:lnTo>
                <a:lnTo>
                  <a:pt x="114296" y="77548"/>
                </a:lnTo>
                <a:lnTo>
                  <a:pt x="114382" y="77710"/>
                </a:lnTo>
                <a:lnTo>
                  <a:pt x="114468" y="77872"/>
                </a:lnTo>
                <a:lnTo>
                  <a:pt x="114554" y="78032"/>
                </a:lnTo>
                <a:lnTo>
                  <a:pt x="114641" y="78191"/>
                </a:lnTo>
                <a:lnTo>
                  <a:pt x="114728" y="78349"/>
                </a:lnTo>
                <a:lnTo>
                  <a:pt x="114816" y="78507"/>
                </a:lnTo>
                <a:lnTo>
                  <a:pt x="114904" y="78663"/>
                </a:lnTo>
                <a:lnTo>
                  <a:pt x="114993" y="78818"/>
                </a:lnTo>
                <a:lnTo>
                  <a:pt x="115082" y="78973"/>
                </a:lnTo>
                <a:lnTo>
                  <a:pt x="115171" y="79126"/>
                </a:lnTo>
                <a:lnTo>
                  <a:pt x="115261" y="79279"/>
                </a:lnTo>
                <a:lnTo>
                  <a:pt x="115352" y="79430"/>
                </a:lnTo>
                <a:lnTo>
                  <a:pt x="115443" y="79581"/>
                </a:lnTo>
                <a:lnTo>
                  <a:pt x="115535" y="79731"/>
                </a:lnTo>
                <a:lnTo>
                  <a:pt x="128617" y="100524"/>
                </a:lnTo>
                <a:lnTo>
                  <a:pt x="148171" y="100524"/>
                </a:lnTo>
                <a:lnTo>
                  <a:pt x="121870" y="61416"/>
                </a:lnTo>
                <a:lnTo>
                  <a:pt x="146519" y="24786"/>
                </a:lnTo>
                <a:lnTo>
                  <a:pt x="127102" y="24786"/>
                </a:lnTo>
                <a:lnTo>
                  <a:pt x="115259" y="43377"/>
                </a:lnTo>
                <a:lnTo>
                  <a:pt x="115179" y="43516"/>
                </a:lnTo>
                <a:lnTo>
                  <a:pt x="115099" y="43656"/>
                </a:lnTo>
                <a:lnTo>
                  <a:pt x="115018" y="43797"/>
                </a:lnTo>
                <a:lnTo>
                  <a:pt x="114938" y="43939"/>
                </a:lnTo>
                <a:lnTo>
                  <a:pt x="114857" y="44084"/>
                </a:lnTo>
                <a:lnTo>
                  <a:pt x="114777" y="44229"/>
                </a:lnTo>
                <a:lnTo>
                  <a:pt x="114697" y="44376"/>
                </a:lnTo>
                <a:lnTo>
                  <a:pt x="114616" y="44525"/>
                </a:lnTo>
                <a:lnTo>
                  <a:pt x="114536" y="44674"/>
                </a:lnTo>
                <a:lnTo>
                  <a:pt x="114456" y="44826"/>
                </a:lnTo>
                <a:lnTo>
                  <a:pt x="114375" y="44978"/>
                </a:lnTo>
                <a:lnTo>
                  <a:pt x="114295" y="45133"/>
                </a:lnTo>
                <a:lnTo>
                  <a:pt x="114214" y="45288"/>
                </a:lnTo>
                <a:lnTo>
                  <a:pt x="114134" y="45445"/>
                </a:lnTo>
                <a:lnTo>
                  <a:pt x="114054" y="45604"/>
                </a:lnTo>
                <a:lnTo>
                  <a:pt x="113973" y="45764"/>
                </a:lnTo>
                <a:lnTo>
                  <a:pt x="113893" y="45925"/>
                </a:lnTo>
                <a:lnTo>
                  <a:pt x="113813" y="46088"/>
                </a:lnTo>
                <a:lnTo>
                  <a:pt x="113732" y="46252"/>
                </a:lnTo>
                <a:lnTo>
                  <a:pt x="113652" y="46418"/>
                </a:lnTo>
                <a:lnTo>
                  <a:pt x="113571" y="46585"/>
                </a:lnTo>
                <a:lnTo>
                  <a:pt x="113491" y="46753"/>
                </a:lnTo>
                <a:lnTo>
                  <a:pt x="113411" y="46923"/>
                </a:lnTo>
                <a:lnTo>
                  <a:pt x="113330" y="47095"/>
                </a:lnTo>
                <a:lnTo>
                  <a:pt x="113251" y="47265"/>
                </a:lnTo>
                <a:lnTo>
                  <a:pt x="113173" y="47433"/>
                </a:lnTo>
                <a:lnTo>
                  <a:pt x="113096" y="47598"/>
                </a:lnTo>
                <a:lnTo>
                  <a:pt x="113021" y="47760"/>
                </a:lnTo>
                <a:lnTo>
                  <a:pt x="112947" y="47919"/>
                </a:lnTo>
                <a:lnTo>
                  <a:pt x="112875" y="48076"/>
                </a:lnTo>
                <a:lnTo>
                  <a:pt x="112804" y="48229"/>
                </a:lnTo>
                <a:lnTo>
                  <a:pt x="112735" y="48380"/>
                </a:lnTo>
                <a:lnTo>
                  <a:pt x="112666" y="48528"/>
                </a:lnTo>
                <a:lnTo>
                  <a:pt x="112600" y="48672"/>
                </a:lnTo>
                <a:lnTo>
                  <a:pt x="112535" y="48814"/>
                </a:lnTo>
                <a:lnTo>
                  <a:pt x="112471" y="48954"/>
                </a:lnTo>
                <a:lnTo>
                  <a:pt x="112409" y="49090"/>
                </a:lnTo>
                <a:lnTo>
                  <a:pt x="112348" y="49223"/>
                </a:lnTo>
                <a:lnTo>
                  <a:pt x="112288" y="49354"/>
                </a:lnTo>
                <a:lnTo>
                  <a:pt x="112230" y="49482"/>
                </a:lnTo>
                <a:lnTo>
                  <a:pt x="112174" y="49606"/>
                </a:lnTo>
                <a:lnTo>
                  <a:pt x="112118" y="49728"/>
                </a:lnTo>
                <a:lnTo>
                  <a:pt x="112065" y="49847"/>
                </a:lnTo>
                <a:lnTo>
                  <a:pt x="112012" y="49964"/>
                </a:lnTo>
                <a:lnTo>
                  <a:pt x="111962" y="50077"/>
                </a:lnTo>
                <a:lnTo>
                  <a:pt x="111912" y="50187"/>
                </a:lnTo>
                <a:lnTo>
                  <a:pt x="111864" y="50295"/>
                </a:lnTo>
                <a:lnTo>
                  <a:pt x="111817" y="50400"/>
                </a:lnTo>
                <a:lnTo>
                  <a:pt x="111771" y="50295"/>
                </a:lnTo>
                <a:lnTo>
                  <a:pt x="111723" y="50187"/>
                </a:lnTo>
                <a:lnTo>
                  <a:pt x="111674" y="50077"/>
                </a:lnTo>
                <a:lnTo>
                  <a:pt x="111624" y="49964"/>
                </a:lnTo>
                <a:lnTo>
                  <a:pt x="111573" y="49847"/>
                </a:lnTo>
                <a:lnTo>
                  <a:pt x="111521" y="49728"/>
                </a:lnTo>
                <a:lnTo>
                  <a:pt x="111467" y="49606"/>
                </a:lnTo>
                <a:lnTo>
                  <a:pt x="111412" y="49482"/>
                </a:lnTo>
                <a:lnTo>
                  <a:pt x="111356" y="49354"/>
                </a:lnTo>
                <a:lnTo>
                  <a:pt x="111299" y="49223"/>
                </a:lnTo>
                <a:lnTo>
                  <a:pt x="111240" y="49090"/>
                </a:lnTo>
                <a:lnTo>
                  <a:pt x="111181" y="48954"/>
                </a:lnTo>
                <a:lnTo>
                  <a:pt x="111120" y="48814"/>
                </a:lnTo>
                <a:lnTo>
                  <a:pt x="111058" y="48672"/>
                </a:lnTo>
                <a:lnTo>
                  <a:pt x="110995" y="48528"/>
                </a:lnTo>
                <a:lnTo>
                  <a:pt x="110930" y="48380"/>
                </a:lnTo>
                <a:lnTo>
                  <a:pt x="110865" y="48229"/>
                </a:lnTo>
                <a:lnTo>
                  <a:pt x="110798" y="48076"/>
                </a:lnTo>
                <a:lnTo>
                  <a:pt x="110730" y="47919"/>
                </a:lnTo>
                <a:lnTo>
                  <a:pt x="110661" y="47760"/>
                </a:lnTo>
                <a:lnTo>
                  <a:pt x="110590" y="47598"/>
                </a:lnTo>
                <a:lnTo>
                  <a:pt x="110519" y="47433"/>
                </a:lnTo>
                <a:lnTo>
                  <a:pt x="110446" y="47265"/>
                </a:lnTo>
                <a:lnTo>
                  <a:pt x="110372" y="47095"/>
                </a:lnTo>
                <a:lnTo>
                  <a:pt x="110297" y="46923"/>
                </a:lnTo>
                <a:lnTo>
                  <a:pt x="110221" y="46753"/>
                </a:lnTo>
                <a:lnTo>
                  <a:pt x="110145" y="46585"/>
                </a:lnTo>
                <a:lnTo>
                  <a:pt x="110068" y="46418"/>
                </a:lnTo>
                <a:lnTo>
                  <a:pt x="109990" y="46252"/>
                </a:lnTo>
                <a:lnTo>
                  <a:pt x="109911" y="46088"/>
                </a:lnTo>
                <a:lnTo>
                  <a:pt x="109832" y="45925"/>
                </a:lnTo>
                <a:lnTo>
                  <a:pt x="109752" y="45764"/>
                </a:lnTo>
                <a:lnTo>
                  <a:pt x="109671" y="45604"/>
                </a:lnTo>
                <a:lnTo>
                  <a:pt x="109590" y="45445"/>
                </a:lnTo>
                <a:lnTo>
                  <a:pt x="109508" y="45288"/>
                </a:lnTo>
                <a:lnTo>
                  <a:pt x="109425" y="45133"/>
                </a:lnTo>
                <a:lnTo>
                  <a:pt x="109341" y="44978"/>
                </a:lnTo>
                <a:lnTo>
                  <a:pt x="109257" y="44826"/>
                </a:lnTo>
                <a:lnTo>
                  <a:pt x="109172" y="44674"/>
                </a:lnTo>
                <a:lnTo>
                  <a:pt x="109086" y="44525"/>
                </a:lnTo>
                <a:lnTo>
                  <a:pt x="108999" y="44376"/>
                </a:lnTo>
                <a:lnTo>
                  <a:pt x="108912" y="44229"/>
                </a:lnTo>
                <a:lnTo>
                  <a:pt x="108824" y="44084"/>
                </a:lnTo>
                <a:lnTo>
                  <a:pt x="108736" y="43939"/>
                </a:lnTo>
                <a:lnTo>
                  <a:pt x="108646" y="43797"/>
                </a:lnTo>
                <a:lnTo>
                  <a:pt x="108556" y="43656"/>
                </a:lnTo>
                <a:lnTo>
                  <a:pt x="108465" y="43516"/>
                </a:lnTo>
                <a:lnTo>
                  <a:pt x="108374" y="43377"/>
                </a:lnTo>
                <a:lnTo>
                  <a:pt x="96670" y="24786"/>
                </a:lnTo>
                <a:lnTo>
                  <a:pt x="77252" y="24786"/>
                </a:lnTo>
                <a:lnTo>
                  <a:pt x="101902" y="61416"/>
                </a:lnTo>
                <a:lnTo>
                  <a:pt x="75462" y="100524"/>
                </a:lnTo>
                <a:lnTo>
                  <a:pt x="94880" y="100524"/>
                </a:lnTo>
                <a:lnTo>
                  <a:pt x="108237" y="79731"/>
                </a:lnTo>
                <a:lnTo>
                  <a:pt x="108329" y="79581"/>
                </a:lnTo>
                <a:lnTo>
                  <a:pt x="108420" y="79430"/>
                </a:lnTo>
                <a:close/>
                <a:moveTo>
                  <a:pt x="390669" y="49160"/>
                </a:moveTo>
                <a:lnTo>
                  <a:pt x="390655" y="48182"/>
                </a:lnTo>
                <a:lnTo>
                  <a:pt x="390613" y="47220"/>
                </a:lnTo>
                <a:lnTo>
                  <a:pt x="390543" y="46276"/>
                </a:lnTo>
                <a:lnTo>
                  <a:pt x="390445" y="45348"/>
                </a:lnTo>
                <a:lnTo>
                  <a:pt x="390319" y="44438"/>
                </a:lnTo>
                <a:lnTo>
                  <a:pt x="390165" y="43544"/>
                </a:lnTo>
                <a:lnTo>
                  <a:pt x="389983" y="42668"/>
                </a:lnTo>
                <a:lnTo>
                  <a:pt x="389773" y="41808"/>
                </a:lnTo>
                <a:lnTo>
                  <a:pt x="389536" y="40966"/>
                </a:lnTo>
                <a:lnTo>
                  <a:pt x="389270" y="40140"/>
                </a:lnTo>
                <a:lnTo>
                  <a:pt x="388976" y="39332"/>
                </a:lnTo>
                <a:lnTo>
                  <a:pt x="388655" y="38540"/>
                </a:lnTo>
                <a:lnTo>
                  <a:pt x="388305" y="37765"/>
                </a:lnTo>
                <a:lnTo>
                  <a:pt x="387927" y="37008"/>
                </a:lnTo>
                <a:lnTo>
                  <a:pt x="387522" y="36267"/>
                </a:lnTo>
                <a:lnTo>
                  <a:pt x="387088" y="35543"/>
                </a:lnTo>
                <a:lnTo>
                  <a:pt x="386627" y="34836"/>
                </a:lnTo>
                <a:lnTo>
                  <a:pt x="386137" y="34147"/>
                </a:lnTo>
                <a:lnTo>
                  <a:pt x="385620" y="33474"/>
                </a:lnTo>
                <a:lnTo>
                  <a:pt x="385074" y="32818"/>
                </a:lnTo>
                <a:lnTo>
                  <a:pt x="384501" y="32179"/>
                </a:lnTo>
                <a:lnTo>
                  <a:pt x="383899" y="31557"/>
                </a:lnTo>
                <a:lnTo>
                  <a:pt x="383270" y="30953"/>
                </a:lnTo>
                <a:lnTo>
                  <a:pt x="382613" y="30365"/>
                </a:lnTo>
                <a:lnTo>
                  <a:pt x="381931" y="29797"/>
                </a:lnTo>
                <a:lnTo>
                  <a:pt x="381230" y="29254"/>
                </a:lnTo>
                <a:lnTo>
                  <a:pt x="380508" y="28735"/>
                </a:lnTo>
                <a:lnTo>
                  <a:pt x="379765" y="28240"/>
                </a:lnTo>
                <a:lnTo>
                  <a:pt x="379003" y="27769"/>
                </a:lnTo>
                <a:lnTo>
                  <a:pt x="378220" y="27322"/>
                </a:lnTo>
                <a:lnTo>
                  <a:pt x="377416" y="26899"/>
                </a:lnTo>
                <a:lnTo>
                  <a:pt x="376593" y="26501"/>
                </a:lnTo>
                <a:lnTo>
                  <a:pt x="375749" y="26126"/>
                </a:lnTo>
                <a:lnTo>
                  <a:pt x="374885" y="25776"/>
                </a:lnTo>
                <a:lnTo>
                  <a:pt x="374000" y="25450"/>
                </a:lnTo>
                <a:lnTo>
                  <a:pt x="373095" y="25148"/>
                </a:lnTo>
                <a:lnTo>
                  <a:pt x="372170" y="24871"/>
                </a:lnTo>
                <a:lnTo>
                  <a:pt x="371224" y="24617"/>
                </a:lnTo>
                <a:lnTo>
                  <a:pt x="370258" y="24388"/>
                </a:lnTo>
                <a:lnTo>
                  <a:pt x="369272" y="24182"/>
                </a:lnTo>
                <a:lnTo>
                  <a:pt x="368266" y="24001"/>
                </a:lnTo>
                <a:lnTo>
                  <a:pt x="367239" y="23844"/>
                </a:lnTo>
                <a:lnTo>
                  <a:pt x="366192" y="23711"/>
                </a:lnTo>
                <a:lnTo>
                  <a:pt x="365124" y="23603"/>
                </a:lnTo>
                <a:lnTo>
                  <a:pt x="364036" y="23518"/>
                </a:lnTo>
                <a:lnTo>
                  <a:pt x="362928" y="23458"/>
                </a:lnTo>
                <a:lnTo>
                  <a:pt x="361799" y="23422"/>
                </a:lnTo>
                <a:lnTo>
                  <a:pt x="360651" y="23410"/>
                </a:lnTo>
                <a:lnTo>
                  <a:pt x="359569" y="23421"/>
                </a:lnTo>
                <a:lnTo>
                  <a:pt x="358503" y="23454"/>
                </a:lnTo>
                <a:lnTo>
                  <a:pt x="357453" y="23509"/>
                </a:lnTo>
                <a:lnTo>
                  <a:pt x="356420" y="23586"/>
                </a:lnTo>
                <a:lnTo>
                  <a:pt x="355403" y="23685"/>
                </a:lnTo>
                <a:lnTo>
                  <a:pt x="354402" y="23806"/>
                </a:lnTo>
                <a:lnTo>
                  <a:pt x="353418" y="23949"/>
                </a:lnTo>
                <a:lnTo>
                  <a:pt x="352449" y="24114"/>
                </a:lnTo>
                <a:lnTo>
                  <a:pt x="351497" y="24301"/>
                </a:lnTo>
                <a:lnTo>
                  <a:pt x="350562" y="24509"/>
                </a:lnTo>
                <a:lnTo>
                  <a:pt x="349642" y="24740"/>
                </a:lnTo>
                <a:lnTo>
                  <a:pt x="348739" y="24993"/>
                </a:lnTo>
                <a:lnTo>
                  <a:pt x="347852" y="25268"/>
                </a:lnTo>
                <a:lnTo>
                  <a:pt x="346981" y="25565"/>
                </a:lnTo>
                <a:lnTo>
                  <a:pt x="346127" y="25884"/>
                </a:lnTo>
                <a:lnTo>
                  <a:pt x="345288" y="26225"/>
                </a:lnTo>
                <a:lnTo>
                  <a:pt x="344466" y="26588"/>
                </a:lnTo>
                <a:lnTo>
                  <a:pt x="343661" y="26973"/>
                </a:lnTo>
                <a:lnTo>
                  <a:pt x="342871" y="27380"/>
                </a:lnTo>
                <a:lnTo>
                  <a:pt x="342098" y="27809"/>
                </a:lnTo>
                <a:lnTo>
                  <a:pt x="341341" y="28260"/>
                </a:lnTo>
                <a:lnTo>
                  <a:pt x="340600" y="28733"/>
                </a:lnTo>
                <a:lnTo>
                  <a:pt x="339876" y="29228"/>
                </a:lnTo>
                <a:lnTo>
                  <a:pt x="339168" y="29745"/>
                </a:lnTo>
                <a:lnTo>
                  <a:pt x="338480" y="30280"/>
                </a:lnTo>
                <a:lnTo>
                  <a:pt x="337817" y="30831"/>
                </a:lnTo>
                <a:lnTo>
                  <a:pt x="337180" y="31397"/>
                </a:lnTo>
                <a:lnTo>
                  <a:pt x="336566" y="31978"/>
                </a:lnTo>
                <a:lnTo>
                  <a:pt x="335978" y="32575"/>
                </a:lnTo>
                <a:lnTo>
                  <a:pt x="335415" y="33187"/>
                </a:lnTo>
                <a:lnTo>
                  <a:pt x="334877" y="33814"/>
                </a:lnTo>
                <a:lnTo>
                  <a:pt x="334363" y="34457"/>
                </a:lnTo>
                <a:lnTo>
                  <a:pt x="333874" y="35115"/>
                </a:lnTo>
                <a:lnTo>
                  <a:pt x="333410" y="35788"/>
                </a:lnTo>
                <a:lnTo>
                  <a:pt x="332971" y="36476"/>
                </a:lnTo>
                <a:lnTo>
                  <a:pt x="332557" y="37180"/>
                </a:lnTo>
                <a:lnTo>
                  <a:pt x="332168" y="37899"/>
                </a:lnTo>
                <a:lnTo>
                  <a:pt x="331804" y="38633"/>
                </a:lnTo>
                <a:lnTo>
                  <a:pt x="331464" y="39383"/>
                </a:lnTo>
                <a:lnTo>
                  <a:pt x="331150" y="40148"/>
                </a:lnTo>
                <a:lnTo>
                  <a:pt x="330860" y="40928"/>
                </a:lnTo>
                <a:lnTo>
                  <a:pt x="330595" y="41724"/>
                </a:lnTo>
                <a:lnTo>
                  <a:pt x="330355" y="42535"/>
                </a:lnTo>
                <a:lnTo>
                  <a:pt x="330140" y="43361"/>
                </a:lnTo>
                <a:lnTo>
                  <a:pt x="329949" y="44203"/>
                </a:lnTo>
                <a:lnTo>
                  <a:pt x="329784" y="45060"/>
                </a:lnTo>
                <a:lnTo>
                  <a:pt x="329643" y="45932"/>
                </a:lnTo>
                <a:lnTo>
                  <a:pt x="329527" y="46819"/>
                </a:lnTo>
                <a:lnTo>
                  <a:pt x="346329" y="46819"/>
                </a:lnTo>
                <a:lnTo>
                  <a:pt x="346391" y="46467"/>
                </a:lnTo>
                <a:lnTo>
                  <a:pt x="346464" y="46120"/>
                </a:lnTo>
                <a:lnTo>
                  <a:pt x="346548" y="45780"/>
                </a:lnTo>
                <a:lnTo>
                  <a:pt x="346642" y="45446"/>
                </a:lnTo>
                <a:lnTo>
                  <a:pt x="346747" y="45118"/>
                </a:lnTo>
                <a:lnTo>
                  <a:pt x="346862" y="44796"/>
                </a:lnTo>
                <a:lnTo>
                  <a:pt x="346987" y="44481"/>
                </a:lnTo>
                <a:lnTo>
                  <a:pt x="347123" y="44172"/>
                </a:lnTo>
                <a:lnTo>
                  <a:pt x="347270" y="43869"/>
                </a:lnTo>
                <a:lnTo>
                  <a:pt x="347427" y="43572"/>
                </a:lnTo>
                <a:lnTo>
                  <a:pt x="347595" y="43282"/>
                </a:lnTo>
                <a:lnTo>
                  <a:pt x="347773" y="42998"/>
                </a:lnTo>
                <a:lnTo>
                  <a:pt x="347962" y="42720"/>
                </a:lnTo>
                <a:lnTo>
                  <a:pt x="348161" y="42448"/>
                </a:lnTo>
                <a:lnTo>
                  <a:pt x="348371" y="42182"/>
                </a:lnTo>
                <a:lnTo>
                  <a:pt x="348592" y="41923"/>
                </a:lnTo>
                <a:lnTo>
                  <a:pt x="348822" y="41670"/>
                </a:lnTo>
                <a:lnTo>
                  <a:pt x="349064" y="41423"/>
                </a:lnTo>
                <a:lnTo>
                  <a:pt x="349316" y="41182"/>
                </a:lnTo>
                <a:lnTo>
                  <a:pt x="349578" y="40948"/>
                </a:lnTo>
                <a:lnTo>
                  <a:pt x="349851" y="40720"/>
                </a:lnTo>
                <a:lnTo>
                  <a:pt x="350134" y="40498"/>
                </a:lnTo>
                <a:lnTo>
                  <a:pt x="350428" y="40282"/>
                </a:lnTo>
                <a:lnTo>
                  <a:pt x="350733" y="40072"/>
                </a:lnTo>
                <a:lnTo>
                  <a:pt x="351046" y="39870"/>
                </a:lnTo>
                <a:lnTo>
                  <a:pt x="351366" y="39676"/>
                </a:lnTo>
                <a:lnTo>
                  <a:pt x="351693" y="39491"/>
                </a:lnTo>
                <a:lnTo>
                  <a:pt x="352026" y="39315"/>
                </a:lnTo>
                <a:lnTo>
                  <a:pt x="352366" y="39147"/>
                </a:lnTo>
                <a:lnTo>
                  <a:pt x="352713" y="38988"/>
                </a:lnTo>
                <a:lnTo>
                  <a:pt x="353066" y="38837"/>
                </a:lnTo>
                <a:lnTo>
                  <a:pt x="353426" y="38695"/>
                </a:lnTo>
                <a:lnTo>
                  <a:pt x="353793" y="38561"/>
                </a:lnTo>
                <a:lnTo>
                  <a:pt x="354167" y="38437"/>
                </a:lnTo>
                <a:lnTo>
                  <a:pt x="354547" y="38320"/>
                </a:lnTo>
                <a:lnTo>
                  <a:pt x="354934" y="38213"/>
                </a:lnTo>
                <a:lnTo>
                  <a:pt x="355327" y="38114"/>
                </a:lnTo>
                <a:lnTo>
                  <a:pt x="355728" y="38023"/>
                </a:lnTo>
                <a:lnTo>
                  <a:pt x="356134" y="37941"/>
                </a:lnTo>
                <a:lnTo>
                  <a:pt x="356548" y="37868"/>
                </a:lnTo>
                <a:lnTo>
                  <a:pt x="356968" y="37804"/>
                </a:lnTo>
                <a:lnTo>
                  <a:pt x="357395" y="37748"/>
                </a:lnTo>
                <a:lnTo>
                  <a:pt x="357829" y="37700"/>
                </a:lnTo>
                <a:lnTo>
                  <a:pt x="358270" y="37662"/>
                </a:lnTo>
                <a:lnTo>
                  <a:pt x="358717" y="37632"/>
                </a:lnTo>
                <a:lnTo>
                  <a:pt x="359170" y="37610"/>
                </a:lnTo>
                <a:lnTo>
                  <a:pt x="359631" y="37597"/>
                </a:lnTo>
                <a:lnTo>
                  <a:pt x="360098" y="37593"/>
                </a:lnTo>
                <a:lnTo>
                  <a:pt x="360610" y="37598"/>
                </a:lnTo>
                <a:lnTo>
                  <a:pt x="361113" y="37614"/>
                </a:lnTo>
                <a:lnTo>
                  <a:pt x="361607" y="37641"/>
                </a:lnTo>
                <a:lnTo>
                  <a:pt x="362091" y="37679"/>
                </a:lnTo>
                <a:lnTo>
                  <a:pt x="362567" y="37727"/>
                </a:lnTo>
                <a:lnTo>
                  <a:pt x="363034" y="37787"/>
                </a:lnTo>
                <a:lnTo>
                  <a:pt x="363491" y="37856"/>
                </a:lnTo>
                <a:lnTo>
                  <a:pt x="363939" y="37937"/>
                </a:lnTo>
                <a:lnTo>
                  <a:pt x="364378" y="38029"/>
                </a:lnTo>
                <a:lnTo>
                  <a:pt x="364809" y="38131"/>
                </a:lnTo>
                <a:lnTo>
                  <a:pt x="365230" y="38244"/>
                </a:lnTo>
                <a:lnTo>
                  <a:pt x="365642" y="38368"/>
                </a:lnTo>
                <a:lnTo>
                  <a:pt x="366044" y="38502"/>
                </a:lnTo>
                <a:lnTo>
                  <a:pt x="366438" y="38647"/>
                </a:lnTo>
                <a:lnTo>
                  <a:pt x="366823" y="38803"/>
                </a:lnTo>
                <a:lnTo>
                  <a:pt x="367198" y="38970"/>
                </a:lnTo>
                <a:lnTo>
                  <a:pt x="367565" y="39148"/>
                </a:lnTo>
                <a:lnTo>
                  <a:pt x="367922" y="39336"/>
                </a:lnTo>
                <a:lnTo>
                  <a:pt x="368270" y="39535"/>
                </a:lnTo>
                <a:lnTo>
                  <a:pt x="368609" y="39745"/>
                </a:lnTo>
                <a:lnTo>
                  <a:pt x="368939" y="39966"/>
                </a:lnTo>
                <a:lnTo>
                  <a:pt x="369260" y="40197"/>
                </a:lnTo>
                <a:lnTo>
                  <a:pt x="369572" y="40439"/>
                </a:lnTo>
                <a:lnTo>
                  <a:pt x="369875" y="40692"/>
                </a:lnTo>
                <a:lnTo>
                  <a:pt x="370167" y="40954"/>
                </a:lnTo>
                <a:lnTo>
                  <a:pt x="370447" y="41225"/>
                </a:lnTo>
                <a:lnTo>
                  <a:pt x="370714" y="41504"/>
                </a:lnTo>
                <a:lnTo>
                  <a:pt x="370969" y="41792"/>
                </a:lnTo>
                <a:lnTo>
                  <a:pt x="371211" y="42087"/>
                </a:lnTo>
                <a:lnTo>
                  <a:pt x="371441" y="42391"/>
                </a:lnTo>
                <a:lnTo>
                  <a:pt x="371659" y="42704"/>
                </a:lnTo>
                <a:lnTo>
                  <a:pt x="371864" y="43025"/>
                </a:lnTo>
                <a:lnTo>
                  <a:pt x="372057" y="43354"/>
                </a:lnTo>
                <a:lnTo>
                  <a:pt x="372237" y="43692"/>
                </a:lnTo>
                <a:lnTo>
                  <a:pt x="372405" y="44038"/>
                </a:lnTo>
                <a:lnTo>
                  <a:pt x="372560" y="44392"/>
                </a:lnTo>
                <a:lnTo>
                  <a:pt x="372703" y="44755"/>
                </a:lnTo>
                <a:lnTo>
                  <a:pt x="372834" y="45126"/>
                </a:lnTo>
                <a:lnTo>
                  <a:pt x="372952" y="45506"/>
                </a:lnTo>
                <a:lnTo>
                  <a:pt x="373058" y="45894"/>
                </a:lnTo>
                <a:lnTo>
                  <a:pt x="373151" y="46290"/>
                </a:lnTo>
                <a:lnTo>
                  <a:pt x="373232" y="46695"/>
                </a:lnTo>
                <a:lnTo>
                  <a:pt x="373300" y="47108"/>
                </a:lnTo>
                <a:lnTo>
                  <a:pt x="373356" y="47529"/>
                </a:lnTo>
                <a:lnTo>
                  <a:pt x="373399" y="47959"/>
                </a:lnTo>
                <a:lnTo>
                  <a:pt x="373431" y="48397"/>
                </a:lnTo>
                <a:lnTo>
                  <a:pt x="373449" y="48844"/>
                </a:lnTo>
                <a:lnTo>
                  <a:pt x="373455" y="49299"/>
                </a:lnTo>
                <a:lnTo>
                  <a:pt x="373455" y="55770"/>
                </a:lnTo>
                <a:lnTo>
                  <a:pt x="354591" y="55770"/>
                </a:lnTo>
                <a:lnTo>
                  <a:pt x="353465" y="55781"/>
                </a:lnTo>
                <a:lnTo>
                  <a:pt x="352362" y="55813"/>
                </a:lnTo>
                <a:lnTo>
                  <a:pt x="351279" y="55865"/>
                </a:lnTo>
                <a:lnTo>
                  <a:pt x="350219" y="55939"/>
                </a:lnTo>
                <a:lnTo>
                  <a:pt x="349179" y="56033"/>
                </a:lnTo>
                <a:lnTo>
                  <a:pt x="348162" y="56149"/>
                </a:lnTo>
                <a:lnTo>
                  <a:pt x="347165" y="56286"/>
                </a:lnTo>
                <a:lnTo>
                  <a:pt x="346191" y="56444"/>
                </a:lnTo>
                <a:lnTo>
                  <a:pt x="345238" y="56623"/>
                </a:lnTo>
                <a:lnTo>
                  <a:pt x="344306" y="56823"/>
                </a:lnTo>
                <a:lnTo>
                  <a:pt x="343396" y="57043"/>
                </a:lnTo>
                <a:lnTo>
                  <a:pt x="342507" y="57285"/>
                </a:lnTo>
                <a:lnTo>
                  <a:pt x="341640" y="57548"/>
                </a:lnTo>
                <a:lnTo>
                  <a:pt x="340794" y="57832"/>
                </a:lnTo>
                <a:lnTo>
                  <a:pt x="339970" y="58138"/>
                </a:lnTo>
                <a:lnTo>
                  <a:pt x="339168" y="58464"/>
                </a:lnTo>
                <a:lnTo>
                  <a:pt x="338387" y="58811"/>
                </a:lnTo>
                <a:lnTo>
                  <a:pt x="337627" y="59179"/>
                </a:lnTo>
                <a:lnTo>
                  <a:pt x="336889" y="59568"/>
                </a:lnTo>
                <a:lnTo>
                  <a:pt x="336173" y="59979"/>
                </a:lnTo>
                <a:lnTo>
                  <a:pt x="335478" y="60410"/>
                </a:lnTo>
                <a:lnTo>
                  <a:pt x="334804" y="60862"/>
                </a:lnTo>
                <a:lnTo>
                  <a:pt x="334152" y="61336"/>
                </a:lnTo>
                <a:lnTo>
                  <a:pt x="333522" y="61830"/>
                </a:lnTo>
                <a:lnTo>
                  <a:pt x="332915" y="62344"/>
                </a:lnTo>
                <a:lnTo>
                  <a:pt x="332334" y="62875"/>
                </a:lnTo>
                <a:lnTo>
                  <a:pt x="331779" y="63424"/>
                </a:lnTo>
                <a:lnTo>
                  <a:pt x="331250" y="63991"/>
                </a:lnTo>
                <a:lnTo>
                  <a:pt x="330746" y="64576"/>
                </a:lnTo>
                <a:lnTo>
                  <a:pt x="330268" y="65178"/>
                </a:lnTo>
                <a:lnTo>
                  <a:pt x="329817" y="65798"/>
                </a:lnTo>
                <a:lnTo>
                  <a:pt x="329391" y="66435"/>
                </a:lnTo>
                <a:lnTo>
                  <a:pt x="328990" y="67090"/>
                </a:lnTo>
                <a:lnTo>
                  <a:pt x="328616" y="67763"/>
                </a:lnTo>
                <a:lnTo>
                  <a:pt x="328267" y="68454"/>
                </a:lnTo>
                <a:lnTo>
                  <a:pt x="327945" y="69162"/>
                </a:lnTo>
                <a:lnTo>
                  <a:pt x="327648" y="69888"/>
                </a:lnTo>
                <a:lnTo>
                  <a:pt x="327377" y="70632"/>
                </a:lnTo>
                <a:lnTo>
                  <a:pt x="327131" y="71393"/>
                </a:lnTo>
                <a:lnTo>
                  <a:pt x="326912" y="72172"/>
                </a:lnTo>
                <a:lnTo>
                  <a:pt x="326718" y="72969"/>
                </a:lnTo>
                <a:lnTo>
                  <a:pt x="326550" y="73783"/>
                </a:lnTo>
                <a:lnTo>
                  <a:pt x="326408" y="74615"/>
                </a:lnTo>
                <a:lnTo>
                  <a:pt x="326292" y="75465"/>
                </a:lnTo>
                <a:lnTo>
                  <a:pt x="326202" y="76333"/>
                </a:lnTo>
                <a:lnTo>
                  <a:pt x="326137" y="77218"/>
                </a:lnTo>
                <a:lnTo>
                  <a:pt x="326099" y="78121"/>
                </a:lnTo>
                <a:lnTo>
                  <a:pt x="326086" y="79041"/>
                </a:lnTo>
                <a:lnTo>
                  <a:pt x="326097" y="79906"/>
                </a:lnTo>
                <a:lnTo>
                  <a:pt x="326132" y="80756"/>
                </a:lnTo>
                <a:lnTo>
                  <a:pt x="326191" y="81591"/>
                </a:lnTo>
                <a:lnTo>
                  <a:pt x="326273" y="82412"/>
                </a:lnTo>
                <a:lnTo>
                  <a:pt x="326378" y="83217"/>
                </a:lnTo>
                <a:lnTo>
                  <a:pt x="326507" y="84008"/>
                </a:lnTo>
                <a:lnTo>
                  <a:pt x="326660" y="84783"/>
                </a:lnTo>
                <a:lnTo>
                  <a:pt x="326835" y="85544"/>
                </a:lnTo>
                <a:lnTo>
                  <a:pt x="327034" y="86291"/>
                </a:lnTo>
                <a:lnTo>
                  <a:pt x="327257" y="87022"/>
                </a:lnTo>
                <a:lnTo>
                  <a:pt x="327503" y="87738"/>
                </a:lnTo>
                <a:lnTo>
                  <a:pt x="327772" y="88440"/>
                </a:lnTo>
                <a:lnTo>
                  <a:pt x="328065" y="89127"/>
                </a:lnTo>
                <a:lnTo>
                  <a:pt x="328381" y="89799"/>
                </a:lnTo>
                <a:lnTo>
                  <a:pt x="328721" y="90456"/>
                </a:lnTo>
                <a:lnTo>
                  <a:pt x="329084" y="91099"/>
                </a:lnTo>
                <a:lnTo>
                  <a:pt x="329471" y="91726"/>
                </a:lnTo>
                <a:lnTo>
                  <a:pt x="329881" y="92339"/>
                </a:lnTo>
                <a:lnTo>
                  <a:pt x="330314" y="92937"/>
                </a:lnTo>
                <a:lnTo>
                  <a:pt x="330771" y="93520"/>
                </a:lnTo>
                <a:lnTo>
                  <a:pt x="331251" y="94088"/>
                </a:lnTo>
                <a:lnTo>
                  <a:pt x="331755" y="94642"/>
                </a:lnTo>
                <a:lnTo>
                  <a:pt x="332282" y="95180"/>
                </a:lnTo>
                <a:lnTo>
                  <a:pt x="332833" y="95704"/>
                </a:lnTo>
                <a:lnTo>
                  <a:pt x="333404" y="96210"/>
                </a:lnTo>
                <a:lnTo>
                  <a:pt x="333992" y="96694"/>
                </a:lnTo>
                <a:lnTo>
                  <a:pt x="334597" y="97156"/>
                </a:lnTo>
                <a:lnTo>
                  <a:pt x="335220" y="97597"/>
                </a:lnTo>
                <a:lnTo>
                  <a:pt x="335860" y="98017"/>
                </a:lnTo>
                <a:lnTo>
                  <a:pt x="336517" y="98415"/>
                </a:lnTo>
                <a:lnTo>
                  <a:pt x="337191" y="98792"/>
                </a:lnTo>
                <a:lnTo>
                  <a:pt x="337883" y="99147"/>
                </a:lnTo>
                <a:lnTo>
                  <a:pt x="338591" y="99480"/>
                </a:lnTo>
                <a:lnTo>
                  <a:pt x="339317" y="99792"/>
                </a:lnTo>
                <a:lnTo>
                  <a:pt x="340060" y="100082"/>
                </a:lnTo>
                <a:lnTo>
                  <a:pt x="340820" y="100351"/>
                </a:lnTo>
                <a:lnTo>
                  <a:pt x="341598" y="100599"/>
                </a:lnTo>
                <a:lnTo>
                  <a:pt x="342393" y="100825"/>
                </a:lnTo>
                <a:lnTo>
                  <a:pt x="343204" y="101029"/>
                </a:lnTo>
                <a:lnTo>
                  <a:pt x="344034" y="101212"/>
                </a:lnTo>
                <a:lnTo>
                  <a:pt x="344880" y="101373"/>
                </a:lnTo>
                <a:lnTo>
                  <a:pt x="345743" y="101513"/>
                </a:lnTo>
                <a:lnTo>
                  <a:pt x="346624" y="101632"/>
                </a:lnTo>
                <a:lnTo>
                  <a:pt x="347522" y="101728"/>
                </a:lnTo>
                <a:lnTo>
                  <a:pt x="348437" y="101804"/>
                </a:lnTo>
                <a:lnTo>
                  <a:pt x="349369" y="101857"/>
                </a:lnTo>
                <a:lnTo>
                  <a:pt x="350319" y="101890"/>
                </a:lnTo>
                <a:lnTo>
                  <a:pt x="351285" y="101901"/>
                </a:lnTo>
                <a:lnTo>
                  <a:pt x="352139" y="101892"/>
                </a:lnTo>
                <a:lnTo>
                  <a:pt x="352978" y="101866"/>
                </a:lnTo>
                <a:lnTo>
                  <a:pt x="353803" y="101823"/>
                </a:lnTo>
                <a:lnTo>
                  <a:pt x="354613" y="101763"/>
                </a:lnTo>
                <a:lnTo>
                  <a:pt x="355409" y="101685"/>
                </a:lnTo>
                <a:lnTo>
                  <a:pt x="356191" y="101591"/>
                </a:lnTo>
                <a:lnTo>
                  <a:pt x="356958" y="101479"/>
                </a:lnTo>
                <a:lnTo>
                  <a:pt x="357711" y="101350"/>
                </a:lnTo>
                <a:lnTo>
                  <a:pt x="358450" y="101203"/>
                </a:lnTo>
                <a:lnTo>
                  <a:pt x="359175" y="101040"/>
                </a:lnTo>
                <a:lnTo>
                  <a:pt x="359885" y="100859"/>
                </a:lnTo>
                <a:lnTo>
                  <a:pt x="360580" y="100661"/>
                </a:lnTo>
                <a:lnTo>
                  <a:pt x="361262" y="100446"/>
                </a:lnTo>
                <a:lnTo>
                  <a:pt x="361929" y="100214"/>
                </a:lnTo>
                <a:lnTo>
                  <a:pt x="362581" y="99964"/>
                </a:lnTo>
                <a:lnTo>
                  <a:pt x="363219" y="99698"/>
                </a:lnTo>
                <a:lnTo>
                  <a:pt x="363843" y="99414"/>
                </a:lnTo>
                <a:lnTo>
                  <a:pt x="364453" y="99112"/>
                </a:lnTo>
                <a:lnTo>
                  <a:pt x="365048" y="98794"/>
                </a:lnTo>
                <a:lnTo>
                  <a:pt x="365629" y="98458"/>
                </a:lnTo>
                <a:lnTo>
                  <a:pt x="366196" y="98105"/>
                </a:lnTo>
                <a:lnTo>
                  <a:pt x="366748" y="97735"/>
                </a:lnTo>
                <a:lnTo>
                  <a:pt x="367286" y="97348"/>
                </a:lnTo>
                <a:lnTo>
                  <a:pt x="367809" y="96944"/>
                </a:lnTo>
                <a:lnTo>
                  <a:pt x="368315" y="96525"/>
                </a:lnTo>
                <a:lnTo>
                  <a:pt x="368800" y="96094"/>
                </a:lnTo>
                <a:lnTo>
                  <a:pt x="369262" y="95651"/>
                </a:lnTo>
                <a:lnTo>
                  <a:pt x="369703" y="95196"/>
                </a:lnTo>
                <a:lnTo>
                  <a:pt x="370123" y="94729"/>
                </a:lnTo>
                <a:lnTo>
                  <a:pt x="370521" y="94250"/>
                </a:lnTo>
                <a:lnTo>
                  <a:pt x="370898" y="93759"/>
                </a:lnTo>
                <a:lnTo>
                  <a:pt x="371253" y="93257"/>
                </a:lnTo>
                <a:lnTo>
                  <a:pt x="371587" y="92742"/>
                </a:lnTo>
                <a:lnTo>
                  <a:pt x="371899" y="92215"/>
                </a:lnTo>
                <a:lnTo>
                  <a:pt x="372189" y="91677"/>
                </a:lnTo>
                <a:lnTo>
                  <a:pt x="372458" y="91126"/>
                </a:lnTo>
                <a:lnTo>
                  <a:pt x="372706" y="90563"/>
                </a:lnTo>
                <a:lnTo>
                  <a:pt x="372932" y="89989"/>
                </a:lnTo>
                <a:lnTo>
                  <a:pt x="373136" y="89403"/>
                </a:lnTo>
                <a:lnTo>
                  <a:pt x="373319" y="88804"/>
                </a:lnTo>
                <a:lnTo>
                  <a:pt x="373481" y="88194"/>
                </a:lnTo>
                <a:lnTo>
                  <a:pt x="373621" y="87571"/>
                </a:lnTo>
                <a:lnTo>
                  <a:pt x="373670" y="87305"/>
                </a:lnTo>
                <a:lnTo>
                  <a:pt x="374008" y="87305"/>
                </a:lnTo>
                <a:lnTo>
                  <a:pt x="374008" y="100524"/>
                </a:lnTo>
                <a:lnTo>
                  <a:pt x="390669" y="100524"/>
                </a:lnTo>
                <a:lnTo>
                  <a:pt x="390669" y="49160"/>
                </a:lnTo>
                <a:close/>
                <a:moveTo>
                  <a:pt x="354894" y="88871"/>
                </a:moveTo>
                <a:lnTo>
                  <a:pt x="354408" y="88823"/>
                </a:lnTo>
                <a:lnTo>
                  <a:pt x="353932" y="88763"/>
                </a:lnTo>
                <a:lnTo>
                  <a:pt x="353464" y="88694"/>
                </a:lnTo>
                <a:lnTo>
                  <a:pt x="353006" y="88613"/>
                </a:lnTo>
                <a:lnTo>
                  <a:pt x="352558" y="88521"/>
                </a:lnTo>
                <a:lnTo>
                  <a:pt x="352118" y="88419"/>
                </a:lnTo>
                <a:lnTo>
                  <a:pt x="351688" y="88306"/>
                </a:lnTo>
                <a:lnTo>
                  <a:pt x="351268" y="88183"/>
                </a:lnTo>
                <a:lnTo>
                  <a:pt x="350856" y="88048"/>
                </a:lnTo>
                <a:lnTo>
                  <a:pt x="350454" y="87903"/>
                </a:lnTo>
                <a:lnTo>
                  <a:pt x="350061" y="87747"/>
                </a:lnTo>
                <a:lnTo>
                  <a:pt x="349678" y="87580"/>
                </a:lnTo>
                <a:lnTo>
                  <a:pt x="349304" y="87403"/>
                </a:lnTo>
                <a:lnTo>
                  <a:pt x="348939" y="87215"/>
                </a:lnTo>
                <a:lnTo>
                  <a:pt x="348584" y="87016"/>
                </a:lnTo>
                <a:lnTo>
                  <a:pt x="348238" y="86806"/>
                </a:lnTo>
                <a:lnTo>
                  <a:pt x="347901" y="86586"/>
                </a:lnTo>
                <a:lnTo>
                  <a:pt x="347573" y="86355"/>
                </a:lnTo>
                <a:lnTo>
                  <a:pt x="347255" y="86113"/>
                </a:lnTo>
                <a:lnTo>
                  <a:pt x="346946" y="85860"/>
                </a:lnTo>
                <a:lnTo>
                  <a:pt x="346649" y="85598"/>
                </a:lnTo>
                <a:lnTo>
                  <a:pt x="346364" y="85328"/>
                </a:lnTo>
                <a:lnTo>
                  <a:pt x="346092" y="85050"/>
                </a:lnTo>
                <a:lnTo>
                  <a:pt x="345832" y="84764"/>
                </a:lnTo>
                <a:lnTo>
                  <a:pt x="345585" y="84470"/>
                </a:lnTo>
                <a:lnTo>
                  <a:pt x="345351" y="84168"/>
                </a:lnTo>
                <a:lnTo>
                  <a:pt x="345129" y="83859"/>
                </a:lnTo>
                <a:lnTo>
                  <a:pt x="344920" y="83541"/>
                </a:lnTo>
                <a:lnTo>
                  <a:pt x="344724" y="83216"/>
                </a:lnTo>
                <a:lnTo>
                  <a:pt x="344540" y="82883"/>
                </a:lnTo>
                <a:lnTo>
                  <a:pt x="344369" y="82542"/>
                </a:lnTo>
                <a:lnTo>
                  <a:pt x="344211" y="82193"/>
                </a:lnTo>
                <a:lnTo>
                  <a:pt x="344065" y="81836"/>
                </a:lnTo>
                <a:lnTo>
                  <a:pt x="343932" y="81471"/>
                </a:lnTo>
                <a:lnTo>
                  <a:pt x="343812" y="81098"/>
                </a:lnTo>
                <a:lnTo>
                  <a:pt x="343704" y="80718"/>
                </a:lnTo>
                <a:lnTo>
                  <a:pt x="343609" y="80330"/>
                </a:lnTo>
                <a:lnTo>
                  <a:pt x="343527" y="79933"/>
                </a:lnTo>
                <a:lnTo>
                  <a:pt x="343457" y="79529"/>
                </a:lnTo>
                <a:lnTo>
                  <a:pt x="343400" y="79117"/>
                </a:lnTo>
                <a:lnTo>
                  <a:pt x="343356" y="78697"/>
                </a:lnTo>
                <a:lnTo>
                  <a:pt x="343324" y="78269"/>
                </a:lnTo>
                <a:lnTo>
                  <a:pt x="343305" y="77833"/>
                </a:lnTo>
                <a:lnTo>
                  <a:pt x="343299" y="77390"/>
                </a:lnTo>
                <a:lnTo>
                  <a:pt x="343304" y="76980"/>
                </a:lnTo>
                <a:lnTo>
                  <a:pt x="343321" y="76577"/>
                </a:lnTo>
                <a:lnTo>
                  <a:pt x="343348" y="76181"/>
                </a:lnTo>
                <a:lnTo>
                  <a:pt x="343387" y="75791"/>
                </a:lnTo>
                <a:lnTo>
                  <a:pt x="343436" y="75408"/>
                </a:lnTo>
                <a:lnTo>
                  <a:pt x="343497" y="75032"/>
                </a:lnTo>
                <a:lnTo>
                  <a:pt x="343568" y="74662"/>
                </a:lnTo>
                <a:lnTo>
                  <a:pt x="343651" y="74299"/>
                </a:lnTo>
                <a:lnTo>
                  <a:pt x="343744" y="73943"/>
                </a:lnTo>
                <a:lnTo>
                  <a:pt x="343849" y="73594"/>
                </a:lnTo>
                <a:lnTo>
                  <a:pt x="343964" y="73251"/>
                </a:lnTo>
                <a:lnTo>
                  <a:pt x="344090" y="72915"/>
                </a:lnTo>
                <a:lnTo>
                  <a:pt x="344228" y="72585"/>
                </a:lnTo>
                <a:lnTo>
                  <a:pt x="344376" y="72263"/>
                </a:lnTo>
                <a:lnTo>
                  <a:pt x="344536" y="71947"/>
                </a:lnTo>
                <a:lnTo>
                  <a:pt x="344706" y="71637"/>
                </a:lnTo>
                <a:lnTo>
                  <a:pt x="344888" y="71335"/>
                </a:lnTo>
                <a:lnTo>
                  <a:pt x="345080" y="71039"/>
                </a:lnTo>
                <a:lnTo>
                  <a:pt x="345283" y="70749"/>
                </a:lnTo>
                <a:lnTo>
                  <a:pt x="345498" y="70467"/>
                </a:lnTo>
                <a:lnTo>
                  <a:pt x="345723" y="70191"/>
                </a:lnTo>
                <a:lnTo>
                  <a:pt x="345960" y="69921"/>
                </a:lnTo>
                <a:lnTo>
                  <a:pt x="346207" y="69659"/>
                </a:lnTo>
                <a:lnTo>
                  <a:pt x="346465" y="69403"/>
                </a:lnTo>
                <a:lnTo>
                  <a:pt x="346733" y="69156"/>
                </a:lnTo>
                <a:lnTo>
                  <a:pt x="347008" y="68919"/>
                </a:lnTo>
                <a:lnTo>
                  <a:pt x="347290" y="68693"/>
                </a:lnTo>
                <a:lnTo>
                  <a:pt x="347579" y="68477"/>
                </a:lnTo>
                <a:lnTo>
                  <a:pt x="347875" y="68272"/>
                </a:lnTo>
                <a:lnTo>
                  <a:pt x="348179" y="68078"/>
                </a:lnTo>
                <a:lnTo>
                  <a:pt x="348489" y="67893"/>
                </a:lnTo>
                <a:lnTo>
                  <a:pt x="348807" y="67720"/>
                </a:lnTo>
                <a:lnTo>
                  <a:pt x="349132" y="67557"/>
                </a:lnTo>
                <a:lnTo>
                  <a:pt x="349464" y="67404"/>
                </a:lnTo>
                <a:lnTo>
                  <a:pt x="349803" y="67262"/>
                </a:lnTo>
                <a:lnTo>
                  <a:pt x="350150" y="67131"/>
                </a:lnTo>
                <a:lnTo>
                  <a:pt x="350503" y="67010"/>
                </a:lnTo>
                <a:lnTo>
                  <a:pt x="350864" y="66899"/>
                </a:lnTo>
                <a:lnTo>
                  <a:pt x="351232" y="66799"/>
                </a:lnTo>
                <a:lnTo>
                  <a:pt x="351607" y="66710"/>
                </a:lnTo>
                <a:lnTo>
                  <a:pt x="351989" y="66631"/>
                </a:lnTo>
                <a:lnTo>
                  <a:pt x="352379" y="66563"/>
                </a:lnTo>
                <a:lnTo>
                  <a:pt x="352776" y="66505"/>
                </a:lnTo>
                <a:lnTo>
                  <a:pt x="353179" y="66457"/>
                </a:lnTo>
                <a:lnTo>
                  <a:pt x="353590" y="66421"/>
                </a:lnTo>
                <a:lnTo>
                  <a:pt x="354008" y="66394"/>
                </a:lnTo>
                <a:lnTo>
                  <a:pt x="354434" y="66378"/>
                </a:lnTo>
                <a:lnTo>
                  <a:pt x="354866" y="66373"/>
                </a:lnTo>
                <a:lnTo>
                  <a:pt x="373455" y="66373"/>
                </a:lnTo>
                <a:lnTo>
                  <a:pt x="373455" y="75600"/>
                </a:lnTo>
                <a:lnTo>
                  <a:pt x="373447" y="76089"/>
                </a:lnTo>
                <a:lnTo>
                  <a:pt x="373423" y="76571"/>
                </a:lnTo>
                <a:lnTo>
                  <a:pt x="373383" y="77046"/>
                </a:lnTo>
                <a:lnTo>
                  <a:pt x="373327" y="77512"/>
                </a:lnTo>
                <a:lnTo>
                  <a:pt x="373255" y="77971"/>
                </a:lnTo>
                <a:lnTo>
                  <a:pt x="373167" y="78423"/>
                </a:lnTo>
                <a:lnTo>
                  <a:pt x="373063" y="78866"/>
                </a:lnTo>
                <a:lnTo>
                  <a:pt x="372943" y="79302"/>
                </a:lnTo>
                <a:lnTo>
                  <a:pt x="372807" y="79731"/>
                </a:lnTo>
                <a:lnTo>
                  <a:pt x="372654" y="80152"/>
                </a:lnTo>
                <a:lnTo>
                  <a:pt x="372486" y="80565"/>
                </a:lnTo>
                <a:lnTo>
                  <a:pt x="372302" y="80970"/>
                </a:lnTo>
                <a:lnTo>
                  <a:pt x="372102" y="81368"/>
                </a:lnTo>
                <a:lnTo>
                  <a:pt x="371885" y="81758"/>
                </a:lnTo>
                <a:lnTo>
                  <a:pt x="371653" y="82141"/>
                </a:lnTo>
                <a:lnTo>
                  <a:pt x="371405" y="82516"/>
                </a:lnTo>
                <a:lnTo>
                  <a:pt x="371140" y="82883"/>
                </a:lnTo>
                <a:lnTo>
                  <a:pt x="370860" y="83243"/>
                </a:lnTo>
                <a:lnTo>
                  <a:pt x="370563" y="83595"/>
                </a:lnTo>
                <a:lnTo>
                  <a:pt x="370251" y="83939"/>
                </a:lnTo>
                <a:lnTo>
                  <a:pt x="369923" y="84276"/>
                </a:lnTo>
                <a:lnTo>
                  <a:pt x="369578" y="84605"/>
                </a:lnTo>
                <a:lnTo>
                  <a:pt x="369218" y="84926"/>
                </a:lnTo>
                <a:lnTo>
                  <a:pt x="368841" y="85240"/>
                </a:lnTo>
                <a:lnTo>
                  <a:pt x="368452" y="85543"/>
                </a:lnTo>
                <a:lnTo>
                  <a:pt x="368054" y="85834"/>
                </a:lnTo>
                <a:lnTo>
                  <a:pt x="367646" y="86111"/>
                </a:lnTo>
                <a:lnTo>
                  <a:pt x="367229" y="86376"/>
                </a:lnTo>
                <a:lnTo>
                  <a:pt x="366803" y="86627"/>
                </a:lnTo>
                <a:lnTo>
                  <a:pt x="366367" y="86866"/>
                </a:lnTo>
                <a:lnTo>
                  <a:pt x="365922" y="87092"/>
                </a:lnTo>
                <a:lnTo>
                  <a:pt x="365468" y="87305"/>
                </a:lnTo>
                <a:lnTo>
                  <a:pt x="365004" y="87505"/>
                </a:lnTo>
                <a:lnTo>
                  <a:pt x="364531" y="87692"/>
                </a:lnTo>
                <a:lnTo>
                  <a:pt x="364049" y="87866"/>
                </a:lnTo>
                <a:lnTo>
                  <a:pt x="363558" y="88028"/>
                </a:lnTo>
                <a:lnTo>
                  <a:pt x="363057" y="88176"/>
                </a:lnTo>
                <a:lnTo>
                  <a:pt x="362547" y="88312"/>
                </a:lnTo>
                <a:lnTo>
                  <a:pt x="362027" y="88434"/>
                </a:lnTo>
                <a:lnTo>
                  <a:pt x="361498" y="88544"/>
                </a:lnTo>
                <a:lnTo>
                  <a:pt x="360960" y="88641"/>
                </a:lnTo>
                <a:lnTo>
                  <a:pt x="360412" y="88725"/>
                </a:lnTo>
                <a:lnTo>
                  <a:pt x="359856" y="88796"/>
                </a:lnTo>
                <a:lnTo>
                  <a:pt x="359289" y="88854"/>
                </a:lnTo>
                <a:lnTo>
                  <a:pt x="358714" y="88899"/>
                </a:lnTo>
                <a:lnTo>
                  <a:pt x="358129" y="88931"/>
                </a:lnTo>
                <a:lnTo>
                  <a:pt x="357535" y="88951"/>
                </a:lnTo>
                <a:lnTo>
                  <a:pt x="356931" y="88957"/>
                </a:lnTo>
                <a:lnTo>
                  <a:pt x="356408" y="88952"/>
                </a:lnTo>
                <a:lnTo>
                  <a:pt x="355894" y="88936"/>
                </a:lnTo>
                <a:lnTo>
                  <a:pt x="355390" y="88909"/>
                </a:lnTo>
                <a:lnTo>
                  <a:pt x="354894" y="88871"/>
                </a:lnTo>
                <a:close/>
                <a:moveTo>
                  <a:pt x="620022" y="84958"/>
                </a:moveTo>
                <a:lnTo>
                  <a:pt x="619687" y="84946"/>
                </a:lnTo>
                <a:lnTo>
                  <a:pt x="619357" y="84925"/>
                </a:lnTo>
                <a:lnTo>
                  <a:pt x="619034" y="84896"/>
                </a:lnTo>
                <a:lnTo>
                  <a:pt x="618717" y="84858"/>
                </a:lnTo>
                <a:lnTo>
                  <a:pt x="618405" y="84812"/>
                </a:lnTo>
                <a:lnTo>
                  <a:pt x="618100" y="84758"/>
                </a:lnTo>
                <a:lnTo>
                  <a:pt x="617800" y="84695"/>
                </a:lnTo>
                <a:lnTo>
                  <a:pt x="617507" y="84624"/>
                </a:lnTo>
                <a:lnTo>
                  <a:pt x="617219" y="84545"/>
                </a:lnTo>
                <a:lnTo>
                  <a:pt x="616938" y="84457"/>
                </a:lnTo>
                <a:lnTo>
                  <a:pt x="616662" y="84361"/>
                </a:lnTo>
                <a:lnTo>
                  <a:pt x="616393" y="84256"/>
                </a:lnTo>
                <a:lnTo>
                  <a:pt x="616129" y="84143"/>
                </a:lnTo>
                <a:lnTo>
                  <a:pt x="615872" y="84022"/>
                </a:lnTo>
                <a:lnTo>
                  <a:pt x="615620" y="83892"/>
                </a:lnTo>
                <a:lnTo>
                  <a:pt x="615374" y="83754"/>
                </a:lnTo>
                <a:lnTo>
                  <a:pt x="615135" y="83608"/>
                </a:lnTo>
                <a:lnTo>
                  <a:pt x="614901" y="83453"/>
                </a:lnTo>
                <a:lnTo>
                  <a:pt x="614673" y="83290"/>
                </a:lnTo>
                <a:lnTo>
                  <a:pt x="614452" y="83119"/>
                </a:lnTo>
                <a:lnTo>
                  <a:pt x="614236" y="82939"/>
                </a:lnTo>
                <a:lnTo>
                  <a:pt x="614026" y="82751"/>
                </a:lnTo>
                <a:lnTo>
                  <a:pt x="613822" y="82555"/>
                </a:lnTo>
                <a:lnTo>
                  <a:pt x="613625" y="82351"/>
                </a:lnTo>
                <a:lnTo>
                  <a:pt x="613437" y="82141"/>
                </a:lnTo>
                <a:lnTo>
                  <a:pt x="613257" y="81925"/>
                </a:lnTo>
                <a:lnTo>
                  <a:pt x="613086" y="81703"/>
                </a:lnTo>
                <a:lnTo>
                  <a:pt x="612923" y="81476"/>
                </a:lnTo>
                <a:lnTo>
                  <a:pt x="612768" y="81242"/>
                </a:lnTo>
                <a:lnTo>
                  <a:pt x="612621" y="81002"/>
                </a:lnTo>
                <a:lnTo>
                  <a:pt x="612483" y="80757"/>
                </a:lnTo>
                <a:lnTo>
                  <a:pt x="612353" y="80505"/>
                </a:lnTo>
                <a:lnTo>
                  <a:pt x="612232" y="80247"/>
                </a:lnTo>
                <a:lnTo>
                  <a:pt x="612119" y="79984"/>
                </a:lnTo>
                <a:lnTo>
                  <a:pt x="612015" y="79714"/>
                </a:lnTo>
                <a:lnTo>
                  <a:pt x="611918" y="79439"/>
                </a:lnTo>
                <a:lnTo>
                  <a:pt x="611830" y="79157"/>
                </a:lnTo>
                <a:lnTo>
                  <a:pt x="611751" y="78870"/>
                </a:lnTo>
                <a:lnTo>
                  <a:pt x="611680" y="78576"/>
                </a:lnTo>
                <a:lnTo>
                  <a:pt x="611617" y="78277"/>
                </a:lnTo>
                <a:lnTo>
                  <a:pt x="611563" y="77971"/>
                </a:lnTo>
                <a:lnTo>
                  <a:pt x="611517" y="77660"/>
                </a:lnTo>
                <a:lnTo>
                  <a:pt x="611479" y="77343"/>
                </a:lnTo>
                <a:lnTo>
                  <a:pt x="611450" y="77019"/>
                </a:lnTo>
                <a:lnTo>
                  <a:pt x="611429" y="76690"/>
                </a:lnTo>
                <a:lnTo>
                  <a:pt x="611416" y="76355"/>
                </a:lnTo>
                <a:lnTo>
                  <a:pt x="611412" y="76014"/>
                </a:lnTo>
                <a:lnTo>
                  <a:pt x="611412" y="0"/>
                </a:lnTo>
                <a:lnTo>
                  <a:pt x="569961" y="0"/>
                </a:lnTo>
                <a:lnTo>
                  <a:pt x="569961" y="15559"/>
                </a:lnTo>
                <a:lnTo>
                  <a:pt x="594199" y="15559"/>
                </a:lnTo>
                <a:lnTo>
                  <a:pt x="594199" y="76014"/>
                </a:lnTo>
                <a:lnTo>
                  <a:pt x="594204" y="76619"/>
                </a:lnTo>
                <a:lnTo>
                  <a:pt x="594221" y="77218"/>
                </a:lnTo>
                <a:lnTo>
                  <a:pt x="594248" y="77811"/>
                </a:lnTo>
                <a:lnTo>
                  <a:pt x="594287" y="78398"/>
                </a:lnTo>
                <a:lnTo>
                  <a:pt x="594336" y="78979"/>
                </a:lnTo>
                <a:lnTo>
                  <a:pt x="594397" y="79555"/>
                </a:lnTo>
                <a:lnTo>
                  <a:pt x="594468" y="80124"/>
                </a:lnTo>
                <a:lnTo>
                  <a:pt x="594551" y="80687"/>
                </a:lnTo>
                <a:lnTo>
                  <a:pt x="594644" y="81245"/>
                </a:lnTo>
                <a:lnTo>
                  <a:pt x="594749" y="81796"/>
                </a:lnTo>
                <a:lnTo>
                  <a:pt x="594864" y="82341"/>
                </a:lnTo>
                <a:lnTo>
                  <a:pt x="594990" y="82881"/>
                </a:lnTo>
                <a:lnTo>
                  <a:pt x="595128" y="83414"/>
                </a:lnTo>
                <a:lnTo>
                  <a:pt x="595276" y="83942"/>
                </a:lnTo>
                <a:lnTo>
                  <a:pt x="595436" y="84463"/>
                </a:lnTo>
                <a:lnTo>
                  <a:pt x="595606" y="84979"/>
                </a:lnTo>
                <a:lnTo>
                  <a:pt x="595788" y="85488"/>
                </a:lnTo>
                <a:lnTo>
                  <a:pt x="595980" y="85992"/>
                </a:lnTo>
                <a:lnTo>
                  <a:pt x="596183" y="86489"/>
                </a:lnTo>
                <a:lnTo>
                  <a:pt x="596398" y="86981"/>
                </a:lnTo>
                <a:lnTo>
                  <a:pt x="596623" y="87467"/>
                </a:lnTo>
                <a:lnTo>
                  <a:pt x="596860" y="87946"/>
                </a:lnTo>
                <a:lnTo>
                  <a:pt x="597107" y="88420"/>
                </a:lnTo>
                <a:lnTo>
                  <a:pt x="597365" y="88888"/>
                </a:lnTo>
                <a:lnTo>
                  <a:pt x="597633" y="89348"/>
                </a:lnTo>
                <a:lnTo>
                  <a:pt x="597910" y="89799"/>
                </a:lnTo>
                <a:lnTo>
                  <a:pt x="598195" y="90242"/>
                </a:lnTo>
                <a:lnTo>
                  <a:pt x="598488" y="90676"/>
                </a:lnTo>
                <a:lnTo>
                  <a:pt x="598789" y="91101"/>
                </a:lnTo>
                <a:lnTo>
                  <a:pt x="599099" y="91517"/>
                </a:lnTo>
                <a:lnTo>
                  <a:pt x="599418" y="91924"/>
                </a:lnTo>
                <a:lnTo>
                  <a:pt x="599744" y="92322"/>
                </a:lnTo>
                <a:lnTo>
                  <a:pt x="600079" y="92712"/>
                </a:lnTo>
                <a:lnTo>
                  <a:pt x="600423" y="93093"/>
                </a:lnTo>
                <a:lnTo>
                  <a:pt x="600774" y="93465"/>
                </a:lnTo>
                <a:lnTo>
                  <a:pt x="601134" y="93828"/>
                </a:lnTo>
                <a:lnTo>
                  <a:pt x="601503" y="94182"/>
                </a:lnTo>
                <a:lnTo>
                  <a:pt x="601880" y="94527"/>
                </a:lnTo>
                <a:lnTo>
                  <a:pt x="602265" y="94864"/>
                </a:lnTo>
                <a:lnTo>
                  <a:pt x="602659" y="95191"/>
                </a:lnTo>
                <a:lnTo>
                  <a:pt x="603061" y="95510"/>
                </a:lnTo>
                <a:lnTo>
                  <a:pt x="603471" y="95820"/>
                </a:lnTo>
                <a:lnTo>
                  <a:pt x="603890" y="96121"/>
                </a:lnTo>
                <a:lnTo>
                  <a:pt x="604317" y="96414"/>
                </a:lnTo>
                <a:lnTo>
                  <a:pt x="604752" y="96697"/>
                </a:lnTo>
                <a:lnTo>
                  <a:pt x="605196" y="96972"/>
                </a:lnTo>
                <a:lnTo>
                  <a:pt x="605648" y="97237"/>
                </a:lnTo>
                <a:lnTo>
                  <a:pt x="606109" y="97494"/>
                </a:lnTo>
                <a:lnTo>
                  <a:pt x="606577" y="97741"/>
                </a:lnTo>
                <a:lnTo>
                  <a:pt x="607051" y="97978"/>
                </a:lnTo>
                <a:lnTo>
                  <a:pt x="607532" y="98204"/>
                </a:lnTo>
                <a:lnTo>
                  <a:pt x="608020" y="98420"/>
                </a:lnTo>
                <a:lnTo>
                  <a:pt x="608514" y="98625"/>
                </a:lnTo>
                <a:lnTo>
                  <a:pt x="609014" y="98820"/>
                </a:lnTo>
                <a:lnTo>
                  <a:pt x="609521" y="99004"/>
                </a:lnTo>
                <a:lnTo>
                  <a:pt x="610034" y="99178"/>
                </a:lnTo>
                <a:lnTo>
                  <a:pt x="610554" y="99341"/>
                </a:lnTo>
                <a:lnTo>
                  <a:pt x="611080" y="99493"/>
                </a:lnTo>
                <a:lnTo>
                  <a:pt x="611613" y="99635"/>
                </a:lnTo>
                <a:lnTo>
                  <a:pt x="612152" y="99767"/>
                </a:lnTo>
                <a:lnTo>
                  <a:pt x="612697" y="99888"/>
                </a:lnTo>
                <a:lnTo>
                  <a:pt x="613249" y="99998"/>
                </a:lnTo>
                <a:lnTo>
                  <a:pt x="613808" y="100098"/>
                </a:lnTo>
                <a:lnTo>
                  <a:pt x="614372" y="100188"/>
                </a:lnTo>
                <a:lnTo>
                  <a:pt x="614944" y="100266"/>
                </a:lnTo>
                <a:lnTo>
                  <a:pt x="615521" y="100335"/>
                </a:lnTo>
                <a:lnTo>
                  <a:pt x="616106" y="100393"/>
                </a:lnTo>
                <a:lnTo>
                  <a:pt x="616696" y="100440"/>
                </a:lnTo>
                <a:lnTo>
                  <a:pt x="617293" y="100477"/>
                </a:lnTo>
                <a:lnTo>
                  <a:pt x="617897" y="100503"/>
                </a:lnTo>
                <a:lnTo>
                  <a:pt x="618507" y="100519"/>
                </a:lnTo>
                <a:lnTo>
                  <a:pt x="619123" y="100524"/>
                </a:lnTo>
                <a:lnTo>
                  <a:pt x="643222" y="100524"/>
                </a:lnTo>
                <a:lnTo>
                  <a:pt x="643222" y="84963"/>
                </a:lnTo>
                <a:lnTo>
                  <a:pt x="620363" y="84963"/>
                </a:lnTo>
                <a:lnTo>
                  <a:pt x="620022" y="84958"/>
                </a:lnTo>
                <a:close/>
                <a:moveTo>
                  <a:pt x="538066" y="36871"/>
                </a:moveTo>
                <a:lnTo>
                  <a:pt x="537884" y="36232"/>
                </a:lnTo>
                <a:lnTo>
                  <a:pt x="537683" y="35606"/>
                </a:lnTo>
                <a:lnTo>
                  <a:pt x="537463" y="34994"/>
                </a:lnTo>
                <a:lnTo>
                  <a:pt x="537224" y="34395"/>
                </a:lnTo>
                <a:lnTo>
                  <a:pt x="536966" y="33810"/>
                </a:lnTo>
                <a:lnTo>
                  <a:pt x="536688" y="33239"/>
                </a:lnTo>
                <a:lnTo>
                  <a:pt x="536392" y="32681"/>
                </a:lnTo>
                <a:lnTo>
                  <a:pt x="536076" y="32137"/>
                </a:lnTo>
                <a:lnTo>
                  <a:pt x="535741" y="31607"/>
                </a:lnTo>
                <a:lnTo>
                  <a:pt x="535388" y="31090"/>
                </a:lnTo>
                <a:lnTo>
                  <a:pt x="535015" y="30587"/>
                </a:lnTo>
                <a:lnTo>
                  <a:pt x="534622" y="30098"/>
                </a:lnTo>
                <a:lnTo>
                  <a:pt x="534211" y="29622"/>
                </a:lnTo>
                <a:lnTo>
                  <a:pt x="533781" y="29160"/>
                </a:lnTo>
                <a:lnTo>
                  <a:pt x="533331" y="28711"/>
                </a:lnTo>
                <a:lnTo>
                  <a:pt x="532865" y="28278"/>
                </a:lnTo>
                <a:lnTo>
                  <a:pt x="532386" y="27864"/>
                </a:lnTo>
                <a:lnTo>
                  <a:pt x="531894" y="27468"/>
                </a:lnTo>
                <a:lnTo>
                  <a:pt x="531388" y="27091"/>
                </a:lnTo>
                <a:lnTo>
                  <a:pt x="530869" y="26732"/>
                </a:lnTo>
                <a:lnTo>
                  <a:pt x="530336" y="26392"/>
                </a:lnTo>
                <a:lnTo>
                  <a:pt x="529790" y="26070"/>
                </a:lnTo>
                <a:lnTo>
                  <a:pt x="529231" y="25766"/>
                </a:lnTo>
                <a:lnTo>
                  <a:pt x="528658" y="25480"/>
                </a:lnTo>
                <a:lnTo>
                  <a:pt x="528072" y="25214"/>
                </a:lnTo>
                <a:lnTo>
                  <a:pt x="527473" y="24965"/>
                </a:lnTo>
                <a:lnTo>
                  <a:pt x="526860" y="24735"/>
                </a:lnTo>
                <a:lnTo>
                  <a:pt x="526234" y="24523"/>
                </a:lnTo>
                <a:lnTo>
                  <a:pt x="525594" y="24330"/>
                </a:lnTo>
                <a:lnTo>
                  <a:pt x="524941" y="24155"/>
                </a:lnTo>
                <a:lnTo>
                  <a:pt x="524274" y="23999"/>
                </a:lnTo>
                <a:lnTo>
                  <a:pt x="523595" y="23861"/>
                </a:lnTo>
                <a:lnTo>
                  <a:pt x="522901" y="23741"/>
                </a:lnTo>
                <a:lnTo>
                  <a:pt x="522195" y="23640"/>
                </a:lnTo>
                <a:lnTo>
                  <a:pt x="521475" y="23557"/>
                </a:lnTo>
                <a:lnTo>
                  <a:pt x="520741" y="23492"/>
                </a:lnTo>
                <a:lnTo>
                  <a:pt x="519995" y="23446"/>
                </a:lnTo>
                <a:lnTo>
                  <a:pt x="519234" y="23419"/>
                </a:lnTo>
                <a:lnTo>
                  <a:pt x="518461" y="23410"/>
                </a:lnTo>
                <a:lnTo>
                  <a:pt x="517516" y="23423"/>
                </a:lnTo>
                <a:lnTo>
                  <a:pt x="516587" y="23464"/>
                </a:lnTo>
                <a:lnTo>
                  <a:pt x="515674" y="23532"/>
                </a:lnTo>
                <a:lnTo>
                  <a:pt x="514777" y="23628"/>
                </a:lnTo>
                <a:lnTo>
                  <a:pt x="513895" y="23750"/>
                </a:lnTo>
                <a:lnTo>
                  <a:pt x="513030" y="23900"/>
                </a:lnTo>
                <a:lnTo>
                  <a:pt x="512180" y="24077"/>
                </a:lnTo>
                <a:lnTo>
                  <a:pt x="511345" y="24282"/>
                </a:lnTo>
                <a:lnTo>
                  <a:pt x="510527" y="24514"/>
                </a:lnTo>
                <a:lnTo>
                  <a:pt x="509724" y="24772"/>
                </a:lnTo>
                <a:lnTo>
                  <a:pt x="508937" y="25059"/>
                </a:lnTo>
                <a:lnTo>
                  <a:pt x="508166" y="25372"/>
                </a:lnTo>
                <a:lnTo>
                  <a:pt x="507411" y="25713"/>
                </a:lnTo>
                <a:lnTo>
                  <a:pt x="506672" y="26081"/>
                </a:lnTo>
                <a:lnTo>
                  <a:pt x="505948" y="26476"/>
                </a:lnTo>
                <a:lnTo>
                  <a:pt x="505240" y="26899"/>
                </a:lnTo>
                <a:lnTo>
                  <a:pt x="504548" y="27348"/>
                </a:lnTo>
                <a:lnTo>
                  <a:pt x="503871" y="27825"/>
                </a:lnTo>
                <a:lnTo>
                  <a:pt x="503211" y="28330"/>
                </a:lnTo>
                <a:lnTo>
                  <a:pt x="502566" y="28861"/>
                </a:lnTo>
                <a:lnTo>
                  <a:pt x="501937" y="29420"/>
                </a:lnTo>
                <a:lnTo>
                  <a:pt x="501324" y="30006"/>
                </a:lnTo>
                <a:lnTo>
                  <a:pt x="500726" y="30619"/>
                </a:lnTo>
                <a:lnTo>
                  <a:pt x="500144" y="31260"/>
                </a:lnTo>
                <a:lnTo>
                  <a:pt x="499583" y="31923"/>
                </a:lnTo>
                <a:lnTo>
                  <a:pt x="499045" y="32606"/>
                </a:lnTo>
                <a:lnTo>
                  <a:pt x="498531" y="33308"/>
                </a:lnTo>
                <a:lnTo>
                  <a:pt x="498041" y="34029"/>
                </a:lnTo>
                <a:lnTo>
                  <a:pt x="497575" y="34769"/>
                </a:lnTo>
                <a:lnTo>
                  <a:pt x="497133" y="35528"/>
                </a:lnTo>
                <a:lnTo>
                  <a:pt x="496715" y="36306"/>
                </a:lnTo>
                <a:lnTo>
                  <a:pt x="496320" y="37104"/>
                </a:lnTo>
                <a:lnTo>
                  <a:pt x="495950" y="37921"/>
                </a:lnTo>
                <a:lnTo>
                  <a:pt x="495603" y="38756"/>
                </a:lnTo>
                <a:lnTo>
                  <a:pt x="495281" y="39611"/>
                </a:lnTo>
                <a:lnTo>
                  <a:pt x="494982" y="40485"/>
                </a:lnTo>
                <a:lnTo>
                  <a:pt x="494707" y="41378"/>
                </a:lnTo>
                <a:lnTo>
                  <a:pt x="494456" y="42291"/>
                </a:lnTo>
                <a:lnTo>
                  <a:pt x="494229" y="43222"/>
                </a:lnTo>
                <a:lnTo>
                  <a:pt x="494026" y="44172"/>
                </a:lnTo>
                <a:lnTo>
                  <a:pt x="493846" y="45142"/>
                </a:lnTo>
                <a:lnTo>
                  <a:pt x="493691" y="46131"/>
                </a:lnTo>
                <a:lnTo>
                  <a:pt x="493560" y="47139"/>
                </a:lnTo>
                <a:lnTo>
                  <a:pt x="493452" y="48166"/>
                </a:lnTo>
                <a:lnTo>
                  <a:pt x="493368" y="49212"/>
                </a:lnTo>
                <a:lnTo>
                  <a:pt x="493309" y="50277"/>
                </a:lnTo>
                <a:lnTo>
                  <a:pt x="493273" y="51362"/>
                </a:lnTo>
                <a:lnTo>
                  <a:pt x="493261" y="52465"/>
                </a:lnTo>
                <a:lnTo>
                  <a:pt x="493261" y="72984"/>
                </a:lnTo>
                <a:lnTo>
                  <a:pt x="493273" y="74076"/>
                </a:lnTo>
                <a:lnTo>
                  <a:pt x="493309" y="75149"/>
                </a:lnTo>
                <a:lnTo>
                  <a:pt x="493370" y="76204"/>
                </a:lnTo>
                <a:lnTo>
                  <a:pt x="493454" y="77241"/>
                </a:lnTo>
                <a:lnTo>
                  <a:pt x="493563" y="78258"/>
                </a:lnTo>
                <a:lnTo>
                  <a:pt x="493695" y="79257"/>
                </a:lnTo>
                <a:lnTo>
                  <a:pt x="493852" y="80238"/>
                </a:lnTo>
                <a:lnTo>
                  <a:pt x="494033" y="81200"/>
                </a:lnTo>
                <a:lnTo>
                  <a:pt x="494239" y="82143"/>
                </a:lnTo>
                <a:lnTo>
                  <a:pt x="494468" y="83067"/>
                </a:lnTo>
                <a:lnTo>
                  <a:pt x="494722" y="83973"/>
                </a:lnTo>
                <a:lnTo>
                  <a:pt x="494999" y="84860"/>
                </a:lnTo>
                <a:lnTo>
                  <a:pt x="495301" y="85729"/>
                </a:lnTo>
                <a:lnTo>
                  <a:pt x="495627" y="86579"/>
                </a:lnTo>
                <a:lnTo>
                  <a:pt x="495977" y="87410"/>
                </a:lnTo>
                <a:lnTo>
                  <a:pt x="496351" y="88223"/>
                </a:lnTo>
                <a:lnTo>
                  <a:pt x="496749" y="89017"/>
                </a:lnTo>
                <a:lnTo>
                  <a:pt x="497172" y="89792"/>
                </a:lnTo>
                <a:lnTo>
                  <a:pt x="497619" y="90549"/>
                </a:lnTo>
                <a:lnTo>
                  <a:pt x="498089" y="91287"/>
                </a:lnTo>
                <a:lnTo>
                  <a:pt x="498584" y="92006"/>
                </a:lnTo>
                <a:lnTo>
                  <a:pt x="499103" y="92707"/>
                </a:lnTo>
                <a:lnTo>
                  <a:pt x="499646" y="93389"/>
                </a:lnTo>
                <a:lnTo>
                  <a:pt x="500214" y="94052"/>
                </a:lnTo>
                <a:lnTo>
                  <a:pt x="500801" y="94693"/>
                </a:lnTo>
                <a:lnTo>
                  <a:pt x="501403" y="95306"/>
                </a:lnTo>
                <a:lnTo>
                  <a:pt x="502020" y="95892"/>
                </a:lnTo>
                <a:lnTo>
                  <a:pt x="502653" y="96450"/>
                </a:lnTo>
                <a:lnTo>
                  <a:pt x="503300" y="96982"/>
                </a:lnTo>
                <a:lnTo>
                  <a:pt x="503962" y="97486"/>
                </a:lnTo>
                <a:lnTo>
                  <a:pt x="504640" y="97963"/>
                </a:lnTo>
                <a:lnTo>
                  <a:pt x="505332" y="98412"/>
                </a:lnTo>
                <a:lnTo>
                  <a:pt x="506040" y="98835"/>
                </a:lnTo>
                <a:lnTo>
                  <a:pt x="506763" y="99230"/>
                </a:lnTo>
                <a:lnTo>
                  <a:pt x="507500" y="99598"/>
                </a:lnTo>
                <a:lnTo>
                  <a:pt x="508253" y="99938"/>
                </a:lnTo>
                <a:lnTo>
                  <a:pt x="509021" y="100252"/>
                </a:lnTo>
                <a:lnTo>
                  <a:pt x="509804" y="100538"/>
                </a:lnTo>
                <a:lnTo>
                  <a:pt x="510602" y="100797"/>
                </a:lnTo>
                <a:lnTo>
                  <a:pt x="511415" y="101029"/>
                </a:lnTo>
                <a:lnTo>
                  <a:pt x="512243" y="101233"/>
                </a:lnTo>
                <a:lnTo>
                  <a:pt x="513086" y="101410"/>
                </a:lnTo>
                <a:lnTo>
                  <a:pt x="513944" y="101560"/>
                </a:lnTo>
                <a:lnTo>
                  <a:pt x="514817" y="101683"/>
                </a:lnTo>
                <a:lnTo>
                  <a:pt x="515706" y="101778"/>
                </a:lnTo>
                <a:lnTo>
                  <a:pt x="516609" y="101846"/>
                </a:lnTo>
                <a:lnTo>
                  <a:pt x="517527" y="101887"/>
                </a:lnTo>
                <a:lnTo>
                  <a:pt x="518461" y="101901"/>
                </a:lnTo>
                <a:lnTo>
                  <a:pt x="519234" y="101891"/>
                </a:lnTo>
                <a:lnTo>
                  <a:pt x="519995" y="101864"/>
                </a:lnTo>
                <a:lnTo>
                  <a:pt x="520741" y="101818"/>
                </a:lnTo>
                <a:lnTo>
                  <a:pt x="521475" y="101753"/>
                </a:lnTo>
                <a:lnTo>
                  <a:pt x="522195" y="101670"/>
                </a:lnTo>
                <a:lnTo>
                  <a:pt x="522901" y="101569"/>
                </a:lnTo>
                <a:lnTo>
                  <a:pt x="523595" y="101450"/>
                </a:lnTo>
                <a:lnTo>
                  <a:pt x="524274" y="101311"/>
                </a:lnTo>
                <a:lnTo>
                  <a:pt x="524941" y="101155"/>
                </a:lnTo>
                <a:lnTo>
                  <a:pt x="525594" y="100980"/>
                </a:lnTo>
                <a:lnTo>
                  <a:pt x="526234" y="100787"/>
                </a:lnTo>
                <a:lnTo>
                  <a:pt x="526860" y="100575"/>
                </a:lnTo>
                <a:lnTo>
                  <a:pt x="527473" y="100345"/>
                </a:lnTo>
                <a:lnTo>
                  <a:pt x="528072" y="100097"/>
                </a:lnTo>
                <a:lnTo>
                  <a:pt x="528658" y="99830"/>
                </a:lnTo>
                <a:lnTo>
                  <a:pt x="529231" y="99544"/>
                </a:lnTo>
                <a:lnTo>
                  <a:pt x="529790" y="99241"/>
                </a:lnTo>
                <a:lnTo>
                  <a:pt x="530336" y="98918"/>
                </a:lnTo>
                <a:lnTo>
                  <a:pt x="530869" y="98578"/>
                </a:lnTo>
                <a:lnTo>
                  <a:pt x="531388" y="98219"/>
                </a:lnTo>
                <a:lnTo>
                  <a:pt x="531894" y="97842"/>
                </a:lnTo>
                <a:lnTo>
                  <a:pt x="532386" y="97446"/>
                </a:lnTo>
                <a:lnTo>
                  <a:pt x="532865" y="97032"/>
                </a:lnTo>
                <a:lnTo>
                  <a:pt x="533331" y="96599"/>
                </a:lnTo>
                <a:lnTo>
                  <a:pt x="533781" y="96151"/>
                </a:lnTo>
                <a:lnTo>
                  <a:pt x="534211" y="95688"/>
                </a:lnTo>
                <a:lnTo>
                  <a:pt x="534622" y="95212"/>
                </a:lnTo>
                <a:lnTo>
                  <a:pt x="535015" y="94723"/>
                </a:lnTo>
                <a:lnTo>
                  <a:pt x="535388" y="94220"/>
                </a:lnTo>
                <a:lnTo>
                  <a:pt x="535741" y="93703"/>
                </a:lnTo>
                <a:lnTo>
                  <a:pt x="536076" y="93173"/>
                </a:lnTo>
                <a:lnTo>
                  <a:pt x="536392" y="92629"/>
                </a:lnTo>
                <a:lnTo>
                  <a:pt x="536688" y="92071"/>
                </a:lnTo>
                <a:lnTo>
                  <a:pt x="536966" y="91500"/>
                </a:lnTo>
                <a:lnTo>
                  <a:pt x="537224" y="90915"/>
                </a:lnTo>
                <a:lnTo>
                  <a:pt x="537463" y="90317"/>
                </a:lnTo>
                <a:lnTo>
                  <a:pt x="537683" y="89704"/>
                </a:lnTo>
                <a:lnTo>
                  <a:pt x="537884" y="89079"/>
                </a:lnTo>
                <a:lnTo>
                  <a:pt x="538066" y="88439"/>
                </a:lnTo>
                <a:lnTo>
                  <a:pt x="538228" y="87786"/>
                </a:lnTo>
                <a:lnTo>
                  <a:pt x="538372" y="87120"/>
                </a:lnTo>
                <a:lnTo>
                  <a:pt x="538496" y="86439"/>
                </a:lnTo>
                <a:lnTo>
                  <a:pt x="538553" y="86066"/>
                </a:lnTo>
                <a:lnTo>
                  <a:pt x="538840" y="86066"/>
                </a:lnTo>
                <a:lnTo>
                  <a:pt x="538840" y="100524"/>
                </a:lnTo>
                <a:lnTo>
                  <a:pt x="555640" y="100524"/>
                </a:lnTo>
                <a:lnTo>
                  <a:pt x="555640" y="0"/>
                </a:lnTo>
                <a:lnTo>
                  <a:pt x="538427" y="0"/>
                </a:lnTo>
                <a:lnTo>
                  <a:pt x="538427" y="21205"/>
                </a:lnTo>
                <a:lnTo>
                  <a:pt x="538977" y="39244"/>
                </a:lnTo>
                <a:lnTo>
                  <a:pt x="538553" y="39244"/>
                </a:lnTo>
                <a:lnTo>
                  <a:pt x="538496" y="38871"/>
                </a:lnTo>
                <a:lnTo>
                  <a:pt x="538372" y="38191"/>
                </a:lnTo>
                <a:lnTo>
                  <a:pt x="538228" y="37524"/>
                </a:lnTo>
                <a:lnTo>
                  <a:pt x="538066" y="36871"/>
                </a:lnTo>
                <a:close/>
                <a:moveTo>
                  <a:pt x="522395" y="86921"/>
                </a:moveTo>
                <a:lnTo>
                  <a:pt x="521890" y="86861"/>
                </a:lnTo>
                <a:lnTo>
                  <a:pt x="521394" y="86787"/>
                </a:lnTo>
                <a:lnTo>
                  <a:pt x="520909" y="86700"/>
                </a:lnTo>
                <a:lnTo>
                  <a:pt x="520433" y="86600"/>
                </a:lnTo>
                <a:lnTo>
                  <a:pt x="519968" y="86486"/>
                </a:lnTo>
                <a:lnTo>
                  <a:pt x="519512" y="86359"/>
                </a:lnTo>
                <a:lnTo>
                  <a:pt x="519067" y="86218"/>
                </a:lnTo>
                <a:lnTo>
                  <a:pt x="518632" y="86064"/>
                </a:lnTo>
                <a:lnTo>
                  <a:pt x="518206" y="85897"/>
                </a:lnTo>
                <a:lnTo>
                  <a:pt x="517791" y="85716"/>
                </a:lnTo>
                <a:lnTo>
                  <a:pt x="517386" y="85522"/>
                </a:lnTo>
                <a:lnTo>
                  <a:pt x="516991" y="85314"/>
                </a:lnTo>
                <a:lnTo>
                  <a:pt x="516606" y="85094"/>
                </a:lnTo>
                <a:lnTo>
                  <a:pt x="516230" y="84859"/>
                </a:lnTo>
                <a:lnTo>
                  <a:pt x="515865" y="84612"/>
                </a:lnTo>
                <a:lnTo>
                  <a:pt x="515511" y="84351"/>
                </a:lnTo>
                <a:lnTo>
                  <a:pt x="515166" y="84076"/>
                </a:lnTo>
                <a:lnTo>
                  <a:pt x="514831" y="83788"/>
                </a:lnTo>
                <a:lnTo>
                  <a:pt x="514506" y="83487"/>
                </a:lnTo>
                <a:lnTo>
                  <a:pt x="514191" y="83172"/>
                </a:lnTo>
                <a:lnTo>
                  <a:pt x="513888" y="82845"/>
                </a:lnTo>
                <a:lnTo>
                  <a:pt x="513597" y="82507"/>
                </a:lnTo>
                <a:lnTo>
                  <a:pt x="513320" y="82157"/>
                </a:lnTo>
                <a:lnTo>
                  <a:pt x="513055" y="81795"/>
                </a:lnTo>
                <a:lnTo>
                  <a:pt x="512804" y="81422"/>
                </a:lnTo>
                <a:lnTo>
                  <a:pt x="512565" y="81038"/>
                </a:lnTo>
                <a:lnTo>
                  <a:pt x="512339" y="80642"/>
                </a:lnTo>
                <a:lnTo>
                  <a:pt x="512126" y="80235"/>
                </a:lnTo>
                <a:lnTo>
                  <a:pt x="511926" y="79816"/>
                </a:lnTo>
                <a:lnTo>
                  <a:pt x="511739" y="79386"/>
                </a:lnTo>
                <a:lnTo>
                  <a:pt x="511565" y="78944"/>
                </a:lnTo>
                <a:lnTo>
                  <a:pt x="511403" y="78491"/>
                </a:lnTo>
                <a:lnTo>
                  <a:pt x="511255" y="78026"/>
                </a:lnTo>
                <a:lnTo>
                  <a:pt x="511119" y="77550"/>
                </a:lnTo>
                <a:lnTo>
                  <a:pt x="510997" y="77062"/>
                </a:lnTo>
                <a:lnTo>
                  <a:pt x="510887" y="76563"/>
                </a:lnTo>
                <a:lnTo>
                  <a:pt x="510790" y="76053"/>
                </a:lnTo>
                <a:lnTo>
                  <a:pt x="510706" y="75531"/>
                </a:lnTo>
                <a:lnTo>
                  <a:pt x="510635" y="74997"/>
                </a:lnTo>
                <a:lnTo>
                  <a:pt x="510577" y="74452"/>
                </a:lnTo>
                <a:lnTo>
                  <a:pt x="510532" y="73896"/>
                </a:lnTo>
                <a:lnTo>
                  <a:pt x="510500" y="73328"/>
                </a:lnTo>
                <a:lnTo>
                  <a:pt x="510481" y="72749"/>
                </a:lnTo>
                <a:lnTo>
                  <a:pt x="510474" y="72158"/>
                </a:lnTo>
                <a:lnTo>
                  <a:pt x="510474" y="53154"/>
                </a:lnTo>
                <a:lnTo>
                  <a:pt x="510481" y="52563"/>
                </a:lnTo>
                <a:lnTo>
                  <a:pt x="510500" y="51984"/>
                </a:lnTo>
                <a:lnTo>
                  <a:pt x="510532" y="51416"/>
                </a:lnTo>
                <a:lnTo>
                  <a:pt x="510577" y="50859"/>
                </a:lnTo>
                <a:lnTo>
                  <a:pt x="510635" y="50314"/>
                </a:lnTo>
                <a:lnTo>
                  <a:pt x="510706" y="49781"/>
                </a:lnTo>
                <a:lnTo>
                  <a:pt x="510790" y="49258"/>
                </a:lnTo>
                <a:lnTo>
                  <a:pt x="510887" y="48748"/>
                </a:lnTo>
                <a:lnTo>
                  <a:pt x="510997" y="48249"/>
                </a:lnTo>
                <a:lnTo>
                  <a:pt x="511119" y="47761"/>
                </a:lnTo>
                <a:lnTo>
                  <a:pt x="511255" y="47285"/>
                </a:lnTo>
                <a:lnTo>
                  <a:pt x="511403" y="46820"/>
                </a:lnTo>
                <a:lnTo>
                  <a:pt x="511565" y="46366"/>
                </a:lnTo>
                <a:lnTo>
                  <a:pt x="511739" y="45925"/>
                </a:lnTo>
                <a:lnTo>
                  <a:pt x="511926" y="45494"/>
                </a:lnTo>
                <a:lnTo>
                  <a:pt x="512126" y="45075"/>
                </a:lnTo>
                <a:lnTo>
                  <a:pt x="512339" y="44668"/>
                </a:lnTo>
                <a:lnTo>
                  <a:pt x="512565" y="44272"/>
                </a:lnTo>
                <a:lnTo>
                  <a:pt x="512804" y="43888"/>
                </a:lnTo>
                <a:lnTo>
                  <a:pt x="513055" y="43515"/>
                </a:lnTo>
                <a:lnTo>
                  <a:pt x="513320" y="43153"/>
                </a:lnTo>
                <a:lnTo>
                  <a:pt x="513597" y="42803"/>
                </a:lnTo>
                <a:lnTo>
                  <a:pt x="513888" y="42465"/>
                </a:lnTo>
                <a:lnTo>
                  <a:pt x="514191" y="42138"/>
                </a:lnTo>
                <a:lnTo>
                  <a:pt x="514506" y="41823"/>
                </a:lnTo>
                <a:lnTo>
                  <a:pt x="514831" y="41522"/>
                </a:lnTo>
                <a:lnTo>
                  <a:pt x="515166" y="41234"/>
                </a:lnTo>
                <a:lnTo>
                  <a:pt x="515511" y="40960"/>
                </a:lnTo>
                <a:lnTo>
                  <a:pt x="515865" y="40699"/>
                </a:lnTo>
                <a:lnTo>
                  <a:pt x="516230" y="40451"/>
                </a:lnTo>
                <a:lnTo>
                  <a:pt x="516606" y="40217"/>
                </a:lnTo>
                <a:lnTo>
                  <a:pt x="516991" y="39996"/>
                </a:lnTo>
                <a:lnTo>
                  <a:pt x="517386" y="39788"/>
                </a:lnTo>
                <a:lnTo>
                  <a:pt x="517791" y="39594"/>
                </a:lnTo>
                <a:lnTo>
                  <a:pt x="518206" y="39413"/>
                </a:lnTo>
                <a:lnTo>
                  <a:pt x="518632" y="39246"/>
                </a:lnTo>
                <a:lnTo>
                  <a:pt x="519067" y="39092"/>
                </a:lnTo>
                <a:lnTo>
                  <a:pt x="519512" y="38951"/>
                </a:lnTo>
                <a:lnTo>
                  <a:pt x="519968" y="38824"/>
                </a:lnTo>
                <a:lnTo>
                  <a:pt x="520433" y="38710"/>
                </a:lnTo>
                <a:lnTo>
                  <a:pt x="520909" y="38610"/>
                </a:lnTo>
                <a:lnTo>
                  <a:pt x="521394" y="38523"/>
                </a:lnTo>
                <a:lnTo>
                  <a:pt x="521890" y="38449"/>
                </a:lnTo>
                <a:lnTo>
                  <a:pt x="522395" y="38389"/>
                </a:lnTo>
                <a:lnTo>
                  <a:pt x="522911" y="38342"/>
                </a:lnTo>
                <a:lnTo>
                  <a:pt x="523437" y="38309"/>
                </a:lnTo>
                <a:lnTo>
                  <a:pt x="523973" y="38289"/>
                </a:lnTo>
                <a:lnTo>
                  <a:pt x="524519" y="38282"/>
                </a:lnTo>
                <a:lnTo>
                  <a:pt x="525064" y="38289"/>
                </a:lnTo>
                <a:lnTo>
                  <a:pt x="525600" y="38309"/>
                </a:lnTo>
                <a:lnTo>
                  <a:pt x="526125" y="38343"/>
                </a:lnTo>
                <a:lnTo>
                  <a:pt x="526640" y="38391"/>
                </a:lnTo>
                <a:lnTo>
                  <a:pt x="527144" y="38452"/>
                </a:lnTo>
                <a:lnTo>
                  <a:pt x="527639" y="38527"/>
                </a:lnTo>
                <a:lnTo>
                  <a:pt x="528123" y="38616"/>
                </a:lnTo>
                <a:lnTo>
                  <a:pt x="528596" y="38718"/>
                </a:lnTo>
                <a:lnTo>
                  <a:pt x="529060" y="38834"/>
                </a:lnTo>
                <a:lnTo>
                  <a:pt x="529513" y="38963"/>
                </a:lnTo>
                <a:lnTo>
                  <a:pt x="529956" y="39107"/>
                </a:lnTo>
                <a:lnTo>
                  <a:pt x="530388" y="39263"/>
                </a:lnTo>
                <a:lnTo>
                  <a:pt x="530811" y="39434"/>
                </a:lnTo>
                <a:lnTo>
                  <a:pt x="531223" y="39618"/>
                </a:lnTo>
                <a:lnTo>
                  <a:pt x="531624" y="39815"/>
                </a:lnTo>
                <a:lnTo>
                  <a:pt x="532016" y="40027"/>
                </a:lnTo>
                <a:lnTo>
                  <a:pt x="532397" y="40251"/>
                </a:lnTo>
                <a:lnTo>
                  <a:pt x="532768" y="40490"/>
                </a:lnTo>
                <a:lnTo>
                  <a:pt x="533128" y="40742"/>
                </a:lnTo>
                <a:lnTo>
                  <a:pt x="533479" y="41008"/>
                </a:lnTo>
                <a:lnTo>
                  <a:pt x="533818" y="41287"/>
                </a:lnTo>
                <a:lnTo>
                  <a:pt x="534148" y="41580"/>
                </a:lnTo>
                <a:lnTo>
                  <a:pt x="534468" y="41887"/>
                </a:lnTo>
                <a:lnTo>
                  <a:pt x="534777" y="42207"/>
                </a:lnTo>
                <a:lnTo>
                  <a:pt x="535075" y="42539"/>
                </a:lnTo>
                <a:lnTo>
                  <a:pt x="535360" y="42882"/>
                </a:lnTo>
                <a:lnTo>
                  <a:pt x="535632" y="43236"/>
                </a:lnTo>
                <a:lnTo>
                  <a:pt x="535892" y="43601"/>
                </a:lnTo>
                <a:lnTo>
                  <a:pt x="536139" y="43976"/>
                </a:lnTo>
                <a:lnTo>
                  <a:pt x="536374" y="44362"/>
                </a:lnTo>
                <a:lnTo>
                  <a:pt x="536595" y="44759"/>
                </a:lnTo>
                <a:lnTo>
                  <a:pt x="536804" y="45167"/>
                </a:lnTo>
                <a:lnTo>
                  <a:pt x="537001" y="45585"/>
                </a:lnTo>
                <a:lnTo>
                  <a:pt x="537185" y="46015"/>
                </a:lnTo>
                <a:lnTo>
                  <a:pt x="537356" y="46455"/>
                </a:lnTo>
                <a:lnTo>
                  <a:pt x="537514" y="46905"/>
                </a:lnTo>
                <a:lnTo>
                  <a:pt x="537660" y="47367"/>
                </a:lnTo>
                <a:lnTo>
                  <a:pt x="537793" y="47839"/>
                </a:lnTo>
                <a:lnTo>
                  <a:pt x="537913" y="48322"/>
                </a:lnTo>
                <a:lnTo>
                  <a:pt x="538021" y="48816"/>
                </a:lnTo>
                <a:lnTo>
                  <a:pt x="538116" y="49321"/>
                </a:lnTo>
                <a:lnTo>
                  <a:pt x="538198" y="49836"/>
                </a:lnTo>
                <a:lnTo>
                  <a:pt x="538268" y="50362"/>
                </a:lnTo>
                <a:lnTo>
                  <a:pt x="538325" y="50899"/>
                </a:lnTo>
                <a:lnTo>
                  <a:pt x="538369" y="51447"/>
                </a:lnTo>
                <a:lnTo>
                  <a:pt x="538401" y="52005"/>
                </a:lnTo>
                <a:lnTo>
                  <a:pt x="538420" y="52574"/>
                </a:lnTo>
                <a:lnTo>
                  <a:pt x="538427" y="53154"/>
                </a:lnTo>
                <a:lnTo>
                  <a:pt x="538427" y="72158"/>
                </a:lnTo>
                <a:lnTo>
                  <a:pt x="538420" y="72738"/>
                </a:lnTo>
                <a:lnTo>
                  <a:pt x="538401" y="73307"/>
                </a:lnTo>
                <a:lnTo>
                  <a:pt x="538369" y="73865"/>
                </a:lnTo>
                <a:lnTo>
                  <a:pt x="538325" y="74413"/>
                </a:lnTo>
                <a:lnTo>
                  <a:pt x="538268" y="74949"/>
                </a:lnTo>
                <a:lnTo>
                  <a:pt x="538198" y="75475"/>
                </a:lnTo>
                <a:lnTo>
                  <a:pt x="538116" y="75991"/>
                </a:lnTo>
                <a:lnTo>
                  <a:pt x="538021" y="76495"/>
                </a:lnTo>
                <a:lnTo>
                  <a:pt x="537913" y="76989"/>
                </a:lnTo>
                <a:lnTo>
                  <a:pt x="537793" y="77472"/>
                </a:lnTo>
                <a:lnTo>
                  <a:pt x="537660" y="77944"/>
                </a:lnTo>
                <a:lnTo>
                  <a:pt x="537514" y="78406"/>
                </a:lnTo>
                <a:lnTo>
                  <a:pt x="537356" y="78857"/>
                </a:lnTo>
                <a:lnTo>
                  <a:pt x="537185" y="79297"/>
                </a:lnTo>
                <a:lnTo>
                  <a:pt x="537001" y="79726"/>
                </a:lnTo>
                <a:lnTo>
                  <a:pt x="536804" y="80144"/>
                </a:lnTo>
                <a:lnTo>
                  <a:pt x="536595" y="80552"/>
                </a:lnTo>
                <a:lnTo>
                  <a:pt x="536374" y="80949"/>
                </a:lnTo>
                <a:lnTo>
                  <a:pt x="536139" y="81335"/>
                </a:lnTo>
                <a:lnTo>
                  <a:pt x="535892" y="81711"/>
                </a:lnTo>
                <a:lnTo>
                  <a:pt x="535632" y="82075"/>
                </a:lnTo>
                <a:lnTo>
                  <a:pt x="535360" y="82429"/>
                </a:lnTo>
                <a:lnTo>
                  <a:pt x="535075" y="82773"/>
                </a:lnTo>
                <a:lnTo>
                  <a:pt x="534777" y="83105"/>
                </a:lnTo>
                <a:lnTo>
                  <a:pt x="534468" y="83425"/>
                </a:lnTo>
                <a:lnTo>
                  <a:pt x="534148" y="83732"/>
                </a:lnTo>
                <a:lnTo>
                  <a:pt x="533818" y="84025"/>
                </a:lnTo>
                <a:lnTo>
                  <a:pt x="533479" y="84304"/>
                </a:lnTo>
                <a:lnTo>
                  <a:pt x="533128" y="84569"/>
                </a:lnTo>
                <a:lnTo>
                  <a:pt x="532768" y="84821"/>
                </a:lnTo>
                <a:lnTo>
                  <a:pt x="532397" y="85060"/>
                </a:lnTo>
                <a:lnTo>
                  <a:pt x="532016" y="85285"/>
                </a:lnTo>
                <a:lnTo>
                  <a:pt x="531624" y="85496"/>
                </a:lnTo>
                <a:lnTo>
                  <a:pt x="531223" y="85693"/>
                </a:lnTo>
                <a:lnTo>
                  <a:pt x="530811" y="85877"/>
                </a:lnTo>
                <a:lnTo>
                  <a:pt x="530388" y="86047"/>
                </a:lnTo>
                <a:lnTo>
                  <a:pt x="529956" y="86204"/>
                </a:lnTo>
                <a:lnTo>
                  <a:pt x="529513" y="86347"/>
                </a:lnTo>
                <a:lnTo>
                  <a:pt x="529060" y="86476"/>
                </a:lnTo>
                <a:lnTo>
                  <a:pt x="528596" y="86592"/>
                </a:lnTo>
                <a:lnTo>
                  <a:pt x="528123" y="86694"/>
                </a:lnTo>
                <a:lnTo>
                  <a:pt x="527639" y="86783"/>
                </a:lnTo>
                <a:lnTo>
                  <a:pt x="527144" y="86858"/>
                </a:lnTo>
                <a:lnTo>
                  <a:pt x="526640" y="86919"/>
                </a:lnTo>
                <a:lnTo>
                  <a:pt x="526125" y="86967"/>
                </a:lnTo>
                <a:lnTo>
                  <a:pt x="525600" y="87001"/>
                </a:lnTo>
                <a:lnTo>
                  <a:pt x="525064" y="87021"/>
                </a:lnTo>
                <a:lnTo>
                  <a:pt x="524519" y="87028"/>
                </a:lnTo>
                <a:lnTo>
                  <a:pt x="523973" y="87021"/>
                </a:lnTo>
                <a:lnTo>
                  <a:pt x="523437" y="87001"/>
                </a:lnTo>
                <a:lnTo>
                  <a:pt x="522911" y="86968"/>
                </a:lnTo>
                <a:lnTo>
                  <a:pt x="522395" y="86921"/>
                </a:lnTo>
                <a:close/>
                <a:moveTo>
                  <a:pt x="744434" y="100524"/>
                </a:moveTo>
                <a:lnTo>
                  <a:pt x="761647" y="100524"/>
                </a:lnTo>
                <a:lnTo>
                  <a:pt x="761647" y="53154"/>
                </a:lnTo>
                <a:lnTo>
                  <a:pt x="761654" y="52552"/>
                </a:lnTo>
                <a:lnTo>
                  <a:pt x="761673" y="51961"/>
                </a:lnTo>
                <a:lnTo>
                  <a:pt x="761704" y="51381"/>
                </a:lnTo>
                <a:lnTo>
                  <a:pt x="761749" y="50813"/>
                </a:lnTo>
                <a:lnTo>
                  <a:pt x="761806" y="50256"/>
                </a:lnTo>
                <a:lnTo>
                  <a:pt x="761875" y="49711"/>
                </a:lnTo>
                <a:lnTo>
                  <a:pt x="761958" y="49178"/>
                </a:lnTo>
                <a:lnTo>
                  <a:pt x="762053" y="48655"/>
                </a:lnTo>
                <a:lnTo>
                  <a:pt x="762161" y="48145"/>
                </a:lnTo>
                <a:lnTo>
                  <a:pt x="762281" y="47646"/>
                </a:lnTo>
                <a:lnTo>
                  <a:pt x="762414" y="47158"/>
                </a:lnTo>
                <a:lnTo>
                  <a:pt x="762560" y="46682"/>
                </a:lnTo>
                <a:lnTo>
                  <a:pt x="762718" y="46217"/>
                </a:lnTo>
                <a:lnTo>
                  <a:pt x="762889" y="45764"/>
                </a:lnTo>
                <a:lnTo>
                  <a:pt x="763073" y="45322"/>
                </a:lnTo>
                <a:lnTo>
                  <a:pt x="763269" y="44892"/>
                </a:lnTo>
                <a:lnTo>
                  <a:pt x="763479" y="44473"/>
                </a:lnTo>
                <a:lnTo>
                  <a:pt x="763700" y="44065"/>
                </a:lnTo>
                <a:lnTo>
                  <a:pt x="763935" y="43670"/>
                </a:lnTo>
                <a:lnTo>
                  <a:pt x="764182" y="43285"/>
                </a:lnTo>
                <a:lnTo>
                  <a:pt x="764442" y="42912"/>
                </a:lnTo>
                <a:lnTo>
                  <a:pt x="764714" y="42551"/>
                </a:lnTo>
                <a:lnTo>
                  <a:pt x="764999" y="42201"/>
                </a:lnTo>
                <a:lnTo>
                  <a:pt x="765297" y="41862"/>
                </a:lnTo>
                <a:lnTo>
                  <a:pt x="765607" y="41537"/>
                </a:lnTo>
                <a:lnTo>
                  <a:pt x="765927" y="41225"/>
                </a:lnTo>
                <a:lnTo>
                  <a:pt x="766258" y="40926"/>
                </a:lnTo>
                <a:lnTo>
                  <a:pt x="766600" y="40642"/>
                </a:lnTo>
                <a:lnTo>
                  <a:pt x="766952" y="40372"/>
                </a:lnTo>
                <a:lnTo>
                  <a:pt x="767316" y="40115"/>
                </a:lnTo>
                <a:lnTo>
                  <a:pt x="767690" y="39872"/>
                </a:lnTo>
                <a:lnTo>
                  <a:pt x="768074" y="39643"/>
                </a:lnTo>
                <a:lnTo>
                  <a:pt x="768470" y="39428"/>
                </a:lnTo>
                <a:lnTo>
                  <a:pt x="768876" y="39227"/>
                </a:lnTo>
                <a:lnTo>
                  <a:pt x="769293" y="39040"/>
                </a:lnTo>
                <a:lnTo>
                  <a:pt x="769721" y="38867"/>
                </a:lnTo>
                <a:lnTo>
                  <a:pt x="770160" y="38707"/>
                </a:lnTo>
                <a:lnTo>
                  <a:pt x="770609" y="38562"/>
                </a:lnTo>
                <a:lnTo>
                  <a:pt x="771069" y="38430"/>
                </a:lnTo>
                <a:lnTo>
                  <a:pt x="771540" y="38312"/>
                </a:lnTo>
                <a:lnTo>
                  <a:pt x="772022" y="38208"/>
                </a:lnTo>
                <a:lnTo>
                  <a:pt x="772514" y="38118"/>
                </a:lnTo>
                <a:lnTo>
                  <a:pt x="773017" y="38041"/>
                </a:lnTo>
                <a:lnTo>
                  <a:pt x="773531" y="37979"/>
                </a:lnTo>
                <a:lnTo>
                  <a:pt x="774056" y="37931"/>
                </a:lnTo>
                <a:lnTo>
                  <a:pt x="774591" y="37896"/>
                </a:lnTo>
                <a:lnTo>
                  <a:pt x="775137" y="37875"/>
                </a:lnTo>
                <a:lnTo>
                  <a:pt x="775694" y="37868"/>
                </a:lnTo>
                <a:lnTo>
                  <a:pt x="776240" y="37875"/>
                </a:lnTo>
                <a:lnTo>
                  <a:pt x="776776" y="37896"/>
                </a:lnTo>
                <a:lnTo>
                  <a:pt x="777302" y="37931"/>
                </a:lnTo>
                <a:lnTo>
                  <a:pt x="777819" y="37979"/>
                </a:lnTo>
                <a:lnTo>
                  <a:pt x="778326" y="38041"/>
                </a:lnTo>
                <a:lnTo>
                  <a:pt x="778823" y="38118"/>
                </a:lnTo>
                <a:lnTo>
                  <a:pt x="779310" y="38208"/>
                </a:lnTo>
                <a:lnTo>
                  <a:pt x="779787" y="38312"/>
                </a:lnTo>
                <a:lnTo>
                  <a:pt x="780255" y="38430"/>
                </a:lnTo>
                <a:lnTo>
                  <a:pt x="780712" y="38562"/>
                </a:lnTo>
                <a:lnTo>
                  <a:pt x="781160" y="38707"/>
                </a:lnTo>
                <a:lnTo>
                  <a:pt x="781598" y="38867"/>
                </a:lnTo>
                <a:lnTo>
                  <a:pt x="782027" y="39040"/>
                </a:lnTo>
                <a:lnTo>
                  <a:pt x="782445" y="39227"/>
                </a:lnTo>
                <a:lnTo>
                  <a:pt x="782854" y="39428"/>
                </a:lnTo>
                <a:lnTo>
                  <a:pt x="783253" y="39643"/>
                </a:lnTo>
                <a:lnTo>
                  <a:pt x="783642" y="39872"/>
                </a:lnTo>
                <a:lnTo>
                  <a:pt x="784021" y="40115"/>
                </a:lnTo>
                <a:lnTo>
                  <a:pt x="784390" y="40372"/>
                </a:lnTo>
                <a:lnTo>
                  <a:pt x="784750" y="40642"/>
                </a:lnTo>
                <a:lnTo>
                  <a:pt x="785100" y="40926"/>
                </a:lnTo>
                <a:lnTo>
                  <a:pt x="785440" y="41225"/>
                </a:lnTo>
                <a:lnTo>
                  <a:pt x="785770" y="41537"/>
                </a:lnTo>
                <a:lnTo>
                  <a:pt x="786091" y="41862"/>
                </a:lnTo>
                <a:lnTo>
                  <a:pt x="786400" y="42201"/>
                </a:lnTo>
                <a:lnTo>
                  <a:pt x="786695" y="42551"/>
                </a:lnTo>
                <a:lnTo>
                  <a:pt x="786978" y="42912"/>
                </a:lnTo>
                <a:lnTo>
                  <a:pt x="787248" y="43285"/>
                </a:lnTo>
                <a:lnTo>
                  <a:pt x="787504" y="43670"/>
                </a:lnTo>
                <a:lnTo>
                  <a:pt x="787747" y="44065"/>
                </a:lnTo>
                <a:lnTo>
                  <a:pt x="787977" y="44473"/>
                </a:lnTo>
                <a:lnTo>
                  <a:pt x="788194" y="44892"/>
                </a:lnTo>
                <a:lnTo>
                  <a:pt x="788398" y="45322"/>
                </a:lnTo>
                <a:lnTo>
                  <a:pt x="788589" y="45764"/>
                </a:lnTo>
                <a:lnTo>
                  <a:pt x="788766" y="46217"/>
                </a:lnTo>
                <a:lnTo>
                  <a:pt x="788931" y="46682"/>
                </a:lnTo>
                <a:lnTo>
                  <a:pt x="789082" y="47158"/>
                </a:lnTo>
                <a:lnTo>
                  <a:pt x="789220" y="47646"/>
                </a:lnTo>
                <a:lnTo>
                  <a:pt x="789345" y="48145"/>
                </a:lnTo>
                <a:lnTo>
                  <a:pt x="789456" y="48655"/>
                </a:lnTo>
                <a:lnTo>
                  <a:pt x="789555" y="49178"/>
                </a:lnTo>
                <a:lnTo>
                  <a:pt x="789640" y="49711"/>
                </a:lnTo>
                <a:lnTo>
                  <a:pt x="789713" y="50256"/>
                </a:lnTo>
                <a:lnTo>
                  <a:pt x="789772" y="50813"/>
                </a:lnTo>
                <a:lnTo>
                  <a:pt x="789818" y="51381"/>
                </a:lnTo>
                <a:lnTo>
                  <a:pt x="789851" y="51961"/>
                </a:lnTo>
                <a:lnTo>
                  <a:pt x="789871" y="52552"/>
                </a:lnTo>
                <a:lnTo>
                  <a:pt x="789877" y="53154"/>
                </a:lnTo>
                <a:lnTo>
                  <a:pt x="789877" y="57422"/>
                </a:lnTo>
                <a:lnTo>
                  <a:pt x="807916" y="57422"/>
                </a:lnTo>
                <a:lnTo>
                  <a:pt x="807916" y="51915"/>
                </a:lnTo>
                <a:lnTo>
                  <a:pt x="807904" y="50812"/>
                </a:lnTo>
                <a:lnTo>
                  <a:pt x="807867" y="49729"/>
                </a:lnTo>
                <a:lnTo>
                  <a:pt x="807806" y="48666"/>
                </a:lnTo>
                <a:lnTo>
                  <a:pt x="807721" y="47623"/>
                </a:lnTo>
                <a:lnTo>
                  <a:pt x="807611" y="46600"/>
                </a:lnTo>
                <a:lnTo>
                  <a:pt x="807477" y="45598"/>
                </a:lnTo>
                <a:lnTo>
                  <a:pt x="807319" y="44615"/>
                </a:lnTo>
                <a:lnTo>
                  <a:pt x="807136" y="43652"/>
                </a:lnTo>
                <a:lnTo>
                  <a:pt x="806929" y="42710"/>
                </a:lnTo>
                <a:lnTo>
                  <a:pt x="806697" y="41788"/>
                </a:lnTo>
                <a:lnTo>
                  <a:pt x="806441" y="40886"/>
                </a:lnTo>
                <a:lnTo>
                  <a:pt x="806160" y="40003"/>
                </a:lnTo>
                <a:lnTo>
                  <a:pt x="805856" y="39141"/>
                </a:lnTo>
                <a:lnTo>
                  <a:pt x="805527" y="38299"/>
                </a:lnTo>
                <a:lnTo>
                  <a:pt x="805173" y="37478"/>
                </a:lnTo>
                <a:lnTo>
                  <a:pt x="804795" y="36676"/>
                </a:lnTo>
                <a:lnTo>
                  <a:pt x="804393" y="35894"/>
                </a:lnTo>
                <a:lnTo>
                  <a:pt x="803966" y="35132"/>
                </a:lnTo>
                <a:lnTo>
                  <a:pt x="803515" y="34391"/>
                </a:lnTo>
                <a:lnTo>
                  <a:pt x="803039" y="33669"/>
                </a:lnTo>
                <a:lnTo>
                  <a:pt x="802540" y="32968"/>
                </a:lnTo>
                <a:lnTo>
                  <a:pt x="802015" y="32287"/>
                </a:lnTo>
                <a:lnTo>
                  <a:pt x="801467" y="31626"/>
                </a:lnTo>
                <a:lnTo>
                  <a:pt x="800894" y="30985"/>
                </a:lnTo>
                <a:lnTo>
                  <a:pt x="800300" y="30366"/>
                </a:lnTo>
                <a:lnTo>
                  <a:pt x="799687" y="29775"/>
                </a:lnTo>
                <a:lnTo>
                  <a:pt x="799056" y="29209"/>
                </a:lnTo>
                <a:lnTo>
                  <a:pt x="798408" y="28670"/>
                </a:lnTo>
                <a:lnTo>
                  <a:pt x="797741" y="28157"/>
                </a:lnTo>
                <a:lnTo>
                  <a:pt x="797056" y="27670"/>
                </a:lnTo>
                <a:lnTo>
                  <a:pt x="796352" y="27210"/>
                </a:lnTo>
                <a:lnTo>
                  <a:pt x="795631" y="26776"/>
                </a:lnTo>
                <a:lnTo>
                  <a:pt x="794891" y="26369"/>
                </a:lnTo>
                <a:lnTo>
                  <a:pt x="794133" y="25987"/>
                </a:lnTo>
                <a:lnTo>
                  <a:pt x="793357" y="25632"/>
                </a:lnTo>
                <a:lnTo>
                  <a:pt x="792563" y="25303"/>
                </a:lnTo>
                <a:lnTo>
                  <a:pt x="791751" y="25001"/>
                </a:lnTo>
                <a:lnTo>
                  <a:pt x="790920" y="24725"/>
                </a:lnTo>
                <a:lnTo>
                  <a:pt x="790071" y="24475"/>
                </a:lnTo>
                <a:lnTo>
                  <a:pt x="789204" y="24251"/>
                </a:lnTo>
                <a:lnTo>
                  <a:pt x="788319" y="24054"/>
                </a:lnTo>
                <a:lnTo>
                  <a:pt x="787416" y="23883"/>
                </a:lnTo>
                <a:lnTo>
                  <a:pt x="786495" y="23738"/>
                </a:lnTo>
                <a:lnTo>
                  <a:pt x="785555" y="23620"/>
                </a:lnTo>
                <a:lnTo>
                  <a:pt x="784597" y="23528"/>
                </a:lnTo>
                <a:lnTo>
                  <a:pt x="783622" y="23462"/>
                </a:lnTo>
                <a:lnTo>
                  <a:pt x="782627" y="23423"/>
                </a:lnTo>
                <a:lnTo>
                  <a:pt x="781615" y="23410"/>
                </a:lnTo>
                <a:lnTo>
                  <a:pt x="780729" y="23420"/>
                </a:lnTo>
                <a:lnTo>
                  <a:pt x="779861" y="23453"/>
                </a:lnTo>
                <a:lnTo>
                  <a:pt x="779012" y="23506"/>
                </a:lnTo>
                <a:lnTo>
                  <a:pt x="778180" y="23582"/>
                </a:lnTo>
                <a:lnTo>
                  <a:pt x="777367" y="23679"/>
                </a:lnTo>
                <a:lnTo>
                  <a:pt x="776571" y="23797"/>
                </a:lnTo>
                <a:lnTo>
                  <a:pt x="775794" y="23937"/>
                </a:lnTo>
                <a:lnTo>
                  <a:pt x="775036" y="24098"/>
                </a:lnTo>
                <a:lnTo>
                  <a:pt x="774295" y="24281"/>
                </a:lnTo>
                <a:lnTo>
                  <a:pt x="773572" y="24485"/>
                </a:lnTo>
                <a:lnTo>
                  <a:pt x="772868" y="24711"/>
                </a:lnTo>
                <a:lnTo>
                  <a:pt x="772182" y="24959"/>
                </a:lnTo>
                <a:lnTo>
                  <a:pt x="771514" y="25228"/>
                </a:lnTo>
                <a:lnTo>
                  <a:pt x="770864" y="25518"/>
                </a:lnTo>
                <a:lnTo>
                  <a:pt x="770232" y="25830"/>
                </a:lnTo>
                <a:lnTo>
                  <a:pt x="769619" y="26164"/>
                </a:lnTo>
                <a:lnTo>
                  <a:pt x="769023" y="26519"/>
                </a:lnTo>
                <a:lnTo>
                  <a:pt x="768446" y="26895"/>
                </a:lnTo>
                <a:lnTo>
                  <a:pt x="767887" y="27293"/>
                </a:lnTo>
                <a:lnTo>
                  <a:pt x="767346" y="27713"/>
                </a:lnTo>
                <a:lnTo>
                  <a:pt x="766823" y="28154"/>
                </a:lnTo>
                <a:lnTo>
                  <a:pt x="766319" y="28616"/>
                </a:lnTo>
                <a:lnTo>
                  <a:pt x="765833" y="29100"/>
                </a:lnTo>
                <a:lnTo>
                  <a:pt x="765364" y="29606"/>
                </a:lnTo>
                <a:lnTo>
                  <a:pt x="764915" y="30133"/>
                </a:lnTo>
                <a:lnTo>
                  <a:pt x="764485" y="30681"/>
                </a:lnTo>
                <a:lnTo>
                  <a:pt x="764074" y="31250"/>
                </a:lnTo>
                <a:lnTo>
                  <a:pt x="763682" y="31840"/>
                </a:lnTo>
                <a:lnTo>
                  <a:pt x="763309" y="32451"/>
                </a:lnTo>
                <a:lnTo>
                  <a:pt x="762955" y="33083"/>
                </a:lnTo>
                <a:lnTo>
                  <a:pt x="762620" y="33736"/>
                </a:lnTo>
                <a:lnTo>
                  <a:pt x="762305" y="34410"/>
                </a:lnTo>
                <a:lnTo>
                  <a:pt x="762008" y="35106"/>
                </a:lnTo>
                <a:lnTo>
                  <a:pt x="761731" y="35822"/>
                </a:lnTo>
                <a:lnTo>
                  <a:pt x="761473" y="36559"/>
                </a:lnTo>
                <a:lnTo>
                  <a:pt x="761234" y="37318"/>
                </a:lnTo>
                <a:lnTo>
                  <a:pt x="761014" y="38097"/>
                </a:lnTo>
                <a:lnTo>
                  <a:pt x="760813" y="38897"/>
                </a:lnTo>
                <a:lnTo>
                  <a:pt x="760736" y="39244"/>
                </a:lnTo>
                <a:lnTo>
                  <a:pt x="760685" y="39244"/>
                </a:lnTo>
                <a:lnTo>
                  <a:pt x="760685" y="24786"/>
                </a:lnTo>
                <a:lnTo>
                  <a:pt x="744434" y="24786"/>
                </a:lnTo>
                <a:lnTo>
                  <a:pt x="744434" y="100524"/>
                </a:lnTo>
                <a:close/>
                <a:moveTo>
                  <a:pt x="694254" y="101738"/>
                </a:moveTo>
                <a:lnTo>
                  <a:pt x="695207" y="101647"/>
                </a:lnTo>
                <a:lnTo>
                  <a:pt x="696147" y="101535"/>
                </a:lnTo>
                <a:lnTo>
                  <a:pt x="697075" y="101403"/>
                </a:lnTo>
                <a:lnTo>
                  <a:pt x="697990" y="101250"/>
                </a:lnTo>
                <a:lnTo>
                  <a:pt x="698892" y="101078"/>
                </a:lnTo>
                <a:lnTo>
                  <a:pt x="699781" y="100885"/>
                </a:lnTo>
                <a:lnTo>
                  <a:pt x="700658" y="100671"/>
                </a:lnTo>
                <a:lnTo>
                  <a:pt x="701522" y="100438"/>
                </a:lnTo>
                <a:lnTo>
                  <a:pt x="702374" y="100184"/>
                </a:lnTo>
                <a:lnTo>
                  <a:pt x="703213" y="99909"/>
                </a:lnTo>
                <a:lnTo>
                  <a:pt x="704039" y="99615"/>
                </a:lnTo>
                <a:lnTo>
                  <a:pt x="704852" y="99300"/>
                </a:lnTo>
                <a:lnTo>
                  <a:pt x="705653" y="98964"/>
                </a:lnTo>
                <a:lnTo>
                  <a:pt x="706441" y="98609"/>
                </a:lnTo>
                <a:lnTo>
                  <a:pt x="707216" y="98233"/>
                </a:lnTo>
                <a:lnTo>
                  <a:pt x="707979" y="97837"/>
                </a:lnTo>
                <a:lnTo>
                  <a:pt x="708729" y="97420"/>
                </a:lnTo>
                <a:lnTo>
                  <a:pt x="709466" y="96983"/>
                </a:lnTo>
                <a:lnTo>
                  <a:pt x="710191" y="96526"/>
                </a:lnTo>
                <a:lnTo>
                  <a:pt x="710903" y="96049"/>
                </a:lnTo>
                <a:lnTo>
                  <a:pt x="711597" y="95554"/>
                </a:lnTo>
                <a:lnTo>
                  <a:pt x="712269" y="95046"/>
                </a:lnTo>
                <a:lnTo>
                  <a:pt x="712918" y="94524"/>
                </a:lnTo>
                <a:lnTo>
                  <a:pt x="713544" y="93989"/>
                </a:lnTo>
                <a:lnTo>
                  <a:pt x="714148" y="93440"/>
                </a:lnTo>
                <a:lnTo>
                  <a:pt x="714728" y="92877"/>
                </a:lnTo>
                <a:lnTo>
                  <a:pt x="715287" y="92301"/>
                </a:lnTo>
                <a:lnTo>
                  <a:pt x="715822" y="91711"/>
                </a:lnTo>
                <a:lnTo>
                  <a:pt x="716335" y="91108"/>
                </a:lnTo>
                <a:lnTo>
                  <a:pt x="716825" y="90491"/>
                </a:lnTo>
                <a:lnTo>
                  <a:pt x="717292" y="89860"/>
                </a:lnTo>
                <a:lnTo>
                  <a:pt x="717736" y="89215"/>
                </a:lnTo>
                <a:lnTo>
                  <a:pt x="718158" y="88557"/>
                </a:lnTo>
                <a:lnTo>
                  <a:pt x="718557" y="87886"/>
                </a:lnTo>
                <a:lnTo>
                  <a:pt x="718934" y="87201"/>
                </a:lnTo>
                <a:lnTo>
                  <a:pt x="719287" y="86502"/>
                </a:lnTo>
                <a:lnTo>
                  <a:pt x="719619" y="85789"/>
                </a:lnTo>
                <a:lnTo>
                  <a:pt x="719927" y="85063"/>
                </a:lnTo>
                <a:lnTo>
                  <a:pt x="720212" y="84323"/>
                </a:lnTo>
                <a:lnTo>
                  <a:pt x="720475" y="83570"/>
                </a:lnTo>
                <a:lnTo>
                  <a:pt x="720716" y="82803"/>
                </a:lnTo>
                <a:lnTo>
                  <a:pt x="720933" y="82022"/>
                </a:lnTo>
                <a:lnTo>
                  <a:pt x="721128" y="81228"/>
                </a:lnTo>
                <a:lnTo>
                  <a:pt x="721300" y="80420"/>
                </a:lnTo>
                <a:lnTo>
                  <a:pt x="704362" y="80420"/>
                </a:lnTo>
                <a:lnTo>
                  <a:pt x="704277" y="80738"/>
                </a:lnTo>
                <a:lnTo>
                  <a:pt x="704183" y="81049"/>
                </a:lnTo>
                <a:lnTo>
                  <a:pt x="704080" y="81355"/>
                </a:lnTo>
                <a:lnTo>
                  <a:pt x="703968" y="81653"/>
                </a:lnTo>
                <a:lnTo>
                  <a:pt x="703847" y="81946"/>
                </a:lnTo>
                <a:lnTo>
                  <a:pt x="703716" y="82231"/>
                </a:lnTo>
                <a:lnTo>
                  <a:pt x="703577" y="82511"/>
                </a:lnTo>
                <a:lnTo>
                  <a:pt x="703428" y="82784"/>
                </a:lnTo>
                <a:lnTo>
                  <a:pt x="703271" y="83050"/>
                </a:lnTo>
                <a:lnTo>
                  <a:pt x="703104" y="83310"/>
                </a:lnTo>
                <a:lnTo>
                  <a:pt x="702928" y="83564"/>
                </a:lnTo>
                <a:lnTo>
                  <a:pt x="702744" y="83811"/>
                </a:lnTo>
                <a:lnTo>
                  <a:pt x="702550" y="84051"/>
                </a:lnTo>
                <a:lnTo>
                  <a:pt x="702347" y="84285"/>
                </a:lnTo>
                <a:lnTo>
                  <a:pt x="702135" y="84513"/>
                </a:lnTo>
                <a:lnTo>
                  <a:pt x="701913" y="84734"/>
                </a:lnTo>
                <a:lnTo>
                  <a:pt x="701683" y="84949"/>
                </a:lnTo>
                <a:lnTo>
                  <a:pt x="701444" y="85157"/>
                </a:lnTo>
                <a:lnTo>
                  <a:pt x="701195" y="85359"/>
                </a:lnTo>
                <a:lnTo>
                  <a:pt x="700938" y="85555"/>
                </a:lnTo>
                <a:lnTo>
                  <a:pt x="700671" y="85744"/>
                </a:lnTo>
                <a:lnTo>
                  <a:pt x="700396" y="85926"/>
                </a:lnTo>
                <a:lnTo>
                  <a:pt x="700111" y="86102"/>
                </a:lnTo>
                <a:lnTo>
                  <a:pt x="699817" y="86272"/>
                </a:lnTo>
                <a:lnTo>
                  <a:pt x="699515" y="86435"/>
                </a:lnTo>
                <a:lnTo>
                  <a:pt x="699205" y="86591"/>
                </a:lnTo>
                <a:lnTo>
                  <a:pt x="698888" y="86740"/>
                </a:lnTo>
                <a:lnTo>
                  <a:pt x="698563" y="86882"/>
                </a:lnTo>
                <a:lnTo>
                  <a:pt x="698230" y="87017"/>
                </a:lnTo>
                <a:lnTo>
                  <a:pt x="697889" y="87145"/>
                </a:lnTo>
                <a:lnTo>
                  <a:pt x="697541" y="87266"/>
                </a:lnTo>
                <a:lnTo>
                  <a:pt x="697186" y="87381"/>
                </a:lnTo>
                <a:lnTo>
                  <a:pt x="696822" y="87488"/>
                </a:lnTo>
                <a:lnTo>
                  <a:pt x="696451" y="87589"/>
                </a:lnTo>
                <a:lnTo>
                  <a:pt x="696072" y="87682"/>
                </a:lnTo>
                <a:lnTo>
                  <a:pt x="695686" y="87769"/>
                </a:lnTo>
                <a:lnTo>
                  <a:pt x="695292" y="87848"/>
                </a:lnTo>
                <a:lnTo>
                  <a:pt x="694891" y="87921"/>
                </a:lnTo>
                <a:lnTo>
                  <a:pt x="694481" y="87987"/>
                </a:lnTo>
                <a:lnTo>
                  <a:pt x="694065" y="88046"/>
                </a:lnTo>
                <a:lnTo>
                  <a:pt x="693640" y="88098"/>
                </a:lnTo>
                <a:lnTo>
                  <a:pt x="693208" y="88143"/>
                </a:lnTo>
                <a:lnTo>
                  <a:pt x="692768" y="88181"/>
                </a:lnTo>
                <a:lnTo>
                  <a:pt x="692320" y="88212"/>
                </a:lnTo>
                <a:lnTo>
                  <a:pt x="691865" y="88237"/>
                </a:lnTo>
                <a:lnTo>
                  <a:pt x="691403" y="88254"/>
                </a:lnTo>
                <a:lnTo>
                  <a:pt x="690932" y="88264"/>
                </a:lnTo>
                <a:lnTo>
                  <a:pt x="690454" y="88268"/>
                </a:lnTo>
                <a:lnTo>
                  <a:pt x="689829" y="88261"/>
                </a:lnTo>
                <a:lnTo>
                  <a:pt x="689217" y="88240"/>
                </a:lnTo>
                <a:lnTo>
                  <a:pt x="688619" y="88204"/>
                </a:lnTo>
                <a:lnTo>
                  <a:pt x="688033" y="88155"/>
                </a:lnTo>
                <a:lnTo>
                  <a:pt x="687459" y="88092"/>
                </a:lnTo>
                <a:lnTo>
                  <a:pt x="686899" y="88014"/>
                </a:lnTo>
                <a:lnTo>
                  <a:pt x="686352" y="87922"/>
                </a:lnTo>
                <a:lnTo>
                  <a:pt x="685817" y="87817"/>
                </a:lnTo>
                <a:lnTo>
                  <a:pt x="685296" y="87697"/>
                </a:lnTo>
                <a:lnTo>
                  <a:pt x="684787" y="87563"/>
                </a:lnTo>
                <a:lnTo>
                  <a:pt x="684292" y="87415"/>
                </a:lnTo>
                <a:lnTo>
                  <a:pt x="683809" y="87252"/>
                </a:lnTo>
                <a:lnTo>
                  <a:pt x="683339" y="87076"/>
                </a:lnTo>
                <a:lnTo>
                  <a:pt x="682882" y="86886"/>
                </a:lnTo>
                <a:lnTo>
                  <a:pt x="682438" y="86681"/>
                </a:lnTo>
                <a:lnTo>
                  <a:pt x="682007" y="86463"/>
                </a:lnTo>
                <a:lnTo>
                  <a:pt x="681589" y="86230"/>
                </a:lnTo>
                <a:lnTo>
                  <a:pt x="681184" y="85983"/>
                </a:lnTo>
                <a:lnTo>
                  <a:pt x="680792" y="85722"/>
                </a:lnTo>
                <a:lnTo>
                  <a:pt x="680412" y="85447"/>
                </a:lnTo>
                <a:lnTo>
                  <a:pt x="680046" y="85158"/>
                </a:lnTo>
                <a:lnTo>
                  <a:pt x="679692" y="84855"/>
                </a:lnTo>
                <a:lnTo>
                  <a:pt x="679351" y="84538"/>
                </a:lnTo>
                <a:lnTo>
                  <a:pt x="679024" y="84206"/>
                </a:lnTo>
                <a:lnTo>
                  <a:pt x="678709" y="83861"/>
                </a:lnTo>
                <a:lnTo>
                  <a:pt x="678408" y="83502"/>
                </a:lnTo>
                <a:lnTo>
                  <a:pt x="678120" y="83129"/>
                </a:lnTo>
                <a:lnTo>
                  <a:pt x="677845" y="82743"/>
                </a:lnTo>
                <a:lnTo>
                  <a:pt x="677584" y="82343"/>
                </a:lnTo>
                <a:lnTo>
                  <a:pt x="677337" y="81930"/>
                </a:lnTo>
                <a:lnTo>
                  <a:pt x="677102" y="81503"/>
                </a:lnTo>
                <a:lnTo>
                  <a:pt x="676881" y="81062"/>
                </a:lnTo>
                <a:lnTo>
                  <a:pt x="676674" y="80608"/>
                </a:lnTo>
                <a:lnTo>
                  <a:pt x="676480" y="80140"/>
                </a:lnTo>
                <a:lnTo>
                  <a:pt x="676299" y="79658"/>
                </a:lnTo>
                <a:lnTo>
                  <a:pt x="676132" y="79163"/>
                </a:lnTo>
                <a:lnTo>
                  <a:pt x="675978" y="78654"/>
                </a:lnTo>
                <a:lnTo>
                  <a:pt x="675837" y="78132"/>
                </a:lnTo>
                <a:lnTo>
                  <a:pt x="675710" y="77596"/>
                </a:lnTo>
                <a:lnTo>
                  <a:pt x="675596" y="77046"/>
                </a:lnTo>
                <a:lnTo>
                  <a:pt x="675496" y="76483"/>
                </a:lnTo>
                <a:lnTo>
                  <a:pt x="675409" y="75906"/>
                </a:lnTo>
                <a:lnTo>
                  <a:pt x="675335" y="75315"/>
                </a:lnTo>
                <a:lnTo>
                  <a:pt x="675275" y="74711"/>
                </a:lnTo>
                <a:lnTo>
                  <a:pt x="675228" y="74093"/>
                </a:lnTo>
                <a:lnTo>
                  <a:pt x="675195" y="73462"/>
                </a:lnTo>
                <a:lnTo>
                  <a:pt x="675175" y="72817"/>
                </a:lnTo>
                <a:lnTo>
                  <a:pt x="675168" y="72158"/>
                </a:lnTo>
                <a:lnTo>
                  <a:pt x="675168" y="66787"/>
                </a:lnTo>
                <a:lnTo>
                  <a:pt x="721851" y="66787"/>
                </a:lnTo>
                <a:lnTo>
                  <a:pt x="721851" y="53154"/>
                </a:lnTo>
                <a:lnTo>
                  <a:pt x="721844" y="52412"/>
                </a:lnTo>
                <a:lnTo>
                  <a:pt x="721823" y="51678"/>
                </a:lnTo>
                <a:lnTo>
                  <a:pt x="721789" y="50952"/>
                </a:lnTo>
                <a:lnTo>
                  <a:pt x="721741" y="50234"/>
                </a:lnTo>
                <a:lnTo>
                  <a:pt x="721680" y="49523"/>
                </a:lnTo>
                <a:lnTo>
                  <a:pt x="721605" y="48821"/>
                </a:lnTo>
                <a:lnTo>
                  <a:pt x="721517" y="48126"/>
                </a:lnTo>
                <a:lnTo>
                  <a:pt x="721414" y="47440"/>
                </a:lnTo>
                <a:lnTo>
                  <a:pt x="721299" y="46761"/>
                </a:lnTo>
                <a:lnTo>
                  <a:pt x="721169" y="46090"/>
                </a:lnTo>
                <a:lnTo>
                  <a:pt x="721026" y="45427"/>
                </a:lnTo>
                <a:lnTo>
                  <a:pt x="720869" y="44772"/>
                </a:lnTo>
                <a:lnTo>
                  <a:pt x="720699" y="44124"/>
                </a:lnTo>
                <a:lnTo>
                  <a:pt x="720515" y="43485"/>
                </a:lnTo>
                <a:lnTo>
                  <a:pt x="720317" y="42854"/>
                </a:lnTo>
                <a:lnTo>
                  <a:pt x="720106" y="42230"/>
                </a:lnTo>
                <a:lnTo>
                  <a:pt x="719881" y="41614"/>
                </a:lnTo>
                <a:lnTo>
                  <a:pt x="719643" y="41007"/>
                </a:lnTo>
                <a:lnTo>
                  <a:pt x="719391" y="40407"/>
                </a:lnTo>
                <a:lnTo>
                  <a:pt x="719125" y="39815"/>
                </a:lnTo>
                <a:lnTo>
                  <a:pt x="718845" y="39231"/>
                </a:lnTo>
                <a:lnTo>
                  <a:pt x="718552" y="38654"/>
                </a:lnTo>
                <a:lnTo>
                  <a:pt x="718246" y="38086"/>
                </a:lnTo>
                <a:lnTo>
                  <a:pt x="717925" y="37526"/>
                </a:lnTo>
                <a:lnTo>
                  <a:pt x="717593" y="36974"/>
                </a:lnTo>
                <a:lnTo>
                  <a:pt x="717250" y="36433"/>
                </a:lnTo>
                <a:lnTo>
                  <a:pt x="716895" y="35902"/>
                </a:lnTo>
                <a:lnTo>
                  <a:pt x="716530" y="35381"/>
                </a:lnTo>
                <a:lnTo>
                  <a:pt x="716153" y="34871"/>
                </a:lnTo>
                <a:lnTo>
                  <a:pt x="715766" y="34371"/>
                </a:lnTo>
                <a:lnTo>
                  <a:pt x="715367" y="33881"/>
                </a:lnTo>
                <a:lnTo>
                  <a:pt x="714958" y="33402"/>
                </a:lnTo>
                <a:lnTo>
                  <a:pt x="714537" y="32932"/>
                </a:lnTo>
                <a:lnTo>
                  <a:pt x="714106" y="32473"/>
                </a:lnTo>
                <a:lnTo>
                  <a:pt x="713663" y="32025"/>
                </a:lnTo>
                <a:lnTo>
                  <a:pt x="713210" y="31587"/>
                </a:lnTo>
                <a:lnTo>
                  <a:pt x="712745" y="31158"/>
                </a:lnTo>
                <a:lnTo>
                  <a:pt x="712270" y="30741"/>
                </a:lnTo>
                <a:lnTo>
                  <a:pt x="711783" y="30333"/>
                </a:lnTo>
                <a:lnTo>
                  <a:pt x="711286" y="29936"/>
                </a:lnTo>
                <a:lnTo>
                  <a:pt x="710777" y="29549"/>
                </a:lnTo>
                <a:lnTo>
                  <a:pt x="710257" y="29172"/>
                </a:lnTo>
                <a:lnTo>
                  <a:pt x="709727" y="28806"/>
                </a:lnTo>
                <a:lnTo>
                  <a:pt x="709185" y="28450"/>
                </a:lnTo>
                <a:lnTo>
                  <a:pt x="708633" y="28104"/>
                </a:lnTo>
                <a:lnTo>
                  <a:pt x="708069" y="27769"/>
                </a:lnTo>
                <a:lnTo>
                  <a:pt x="707494" y="27444"/>
                </a:lnTo>
                <a:lnTo>
                  <a:pt x="706909" y="27129"/>
                </a:lnTo>
                <a:lnTo>
                  <a:pt x="706314" y="26825"/>
                </a:lnTo>
                <a:lnTo>
                  <a:pt x="705710" y="26535"/>
                </a:lnTo>
                <a:lnTo>
                  <a:pt x="705098" y="26257"/>
                </a:lnTo>
                <a:lnTo>
                  <a:pt x="704478" y="25992"/>
                </a:lnTo>
                <a:lnTo>
                  <a:pt x="703849" y="25741"/>
                </a:lnTo>
                <a:lnTo>
                  <a:pt x="703212" y="25502"/>
                </a:lnTo>
                <a:lnTo>
                  <a:pt x="702567" y="25276"/>
                </a:lnTo>
                <a:lnTo>
                  <a:pt x="701913" y="25063"/>
                </a:lnTo>
                <a:lnTo>
                  <a:pt x="701251" y="24862"/>
                </a:lnTo>
                <a:lnTo>
                  <a:pt x="700581" y="24675"/>
                </a:lnTo>
                <a:lnTo>
                  <a:pt x="699902" y="24501"/>
                </a:lnTo>
                <a:lnTo>
                  <a:pt x="699215" y="24339"/>
                </a:lnTo>
                <a:lnTo>
                  <a:pt x="698519" y="24191"/>
                </a:lnTo>
                <a:lnTo>
                  <a:pt x="697815" y="24055"/>
                </a:lnTo>
                <a:lnTo>
                  <a:pt x="697103" y="23933"/>
                </a:lnTo>
                <a:lnTo>
                  <a:pt x="696382" y="23823"/>
                </a:lnTo>
                <a:lnTo>
                  <a:pt x="695653" y="23726"/>
                </a:lnTo>
                <a:lnTo>
                  <a:pt x="694916" y="23642"/>
                </a:lnTo>
                <a:lnTo>
                  <a:pt x="694170" y="23571"/>
                </a:lnTo>
                <a:lnTo>
                  <a:pt x="693416" y="23513"/>
                </a:lnTo>
                <a:lnTo>
                  <a:pt x="692653" y="23468"/>
                </a:lnTo>
                <a:lnTo>
                  <a:pt x="691882" y="23435"/>
                </a:lnTo>
                <a:lnTo>
                  <a:pt x="691103" y="23416"/>
                </a:lnTo>
                <a:lnTo>
                  <a:pt x="690315" y="23410"/>
                </a:lnTo>
                <a:lnTo>
                  <a:pt x="689517" y="23416"/>
                </a:lnTo>
                <a:lnTo>
                  <a:pt x="688726" y="23435"/>
                </a:lnTo>
                <a:lnTo>
                  <a:pt x="687945" y="23468"/>
                </a:lnTo>
                <a:lnTo>
                  <a:pt x="687172" y="23513"/>
                </a:lnTo>
                <a:lnTo>
                  <a:pt x="686407" y="23571"/>
                </a:lnTo>
                <a:lnTo>
                  <a:pt x="685651" y="23642"/>
                </a:lnTo>
                <a:lnTo>
                  <a:pt x="684904" y="23726"/>
                </a:lnTo>
                <a:lnTo>
                  <a:pt x="684165" y="23823"/>
                </a:lnTo>
                <a:lnTo>
                  <a:pt x="683435" y="23933"/>
                </a:lnTo>
                <a:lnTo>
                  <a:pt x="682714" y="24055"/>
                </a:lnTo>
                <a:lnTo>
                  <a:pt x="682001" y="24191"/>
                </a:lnTo>
                <a:lnTo>
                  <a:pt x="681297" y="24339"/>
                </a:lnTo>
                <a:lnTo>
                  <a:pt x="680601" y="24501"/>
                </a:lnTo>
                <a:lnTo>
                  <a:pt x="679914" y="24675"/>
                </a:lnTo>
                <a:lnTo>
                  <a:pt x="679235" y="24862"/>
                </a:lnTo>
                <a:lnTo>
                  <a:pt x="678565" y="25063"/>
                </a:lnTo>
                <a:lnTo>
                  <a:pt x="677904" y="25276"/>
                </a:lnTo>
                <a:lnTo>
                  <a:pt x="677252" y="25502"/>
                </a:lnTo>
                <a:lnTo>
                  <a:pt x="676608" y="25741"/>
                </a:lnTo>
                <a:lnTo>
                  <a:pt x="675972" y="25992"/>
                </a:lnTo>
                <a:lnTo>
                  <a:pt x="675345" y="26257"/>
                </a:lnTo>
                <a:lnTo>
                  <a:pt x="674727" y="26535"/>
                </a:lnTo>
                <a:lnTo>
                  <a:pt x="674117" y="26825"/>
                </a:lnTo>
                <a:lnTo>
                  <a:pt x="673516" y="27129"/>
                </a:lnTo>
                <a:lnTo>
                  <a:pt x="672925" y="27444"/>
                </a:lnTo>
                <a:lnTo>
                  <a:pt x="672345" y="27769"/>
                </a:lnTo>
                <a:lnTo>
                  <a:pt x="671777" y="28104"/>
                </a:lnTo>
                <a:lnTo>
                  <a:pt x="671219" y="28450"/>
                </a:lnTo>
                <a:lnTo>
                  <a:pt x="670673" y="28806"/>
                </a:lnTo>
                <a:lnTo>
                  <a:pt x="670138" y="29172"/>
                </a:lnTo>
                <a:lnTo>
                  <a:pt x="669614" y="29549"/>
                </a:lnTo>
                <a:lnTo>
                  <a:pt x="669102" y="29936"/>
                </a:lnTo>
                <a:lnTo>
                  <a:pt x="668601" y="30333"/>
                </a:lnTo>
                <a:lnTo>
                  <a:pt x="668111" y="30741"/>
                </a:lnTo>
                <a:lnTo>
                  <a:pt x="667632" y="31158"/>
                </a:lnTo>
                <a:lnTo>
                  <a:pt x="667164" y="31587"/>
                </a:lnTo>
                <a:lnTo>
                  <a:pt x="666708" y="32025"/>
                </a:lnTo>
                <a:lnTo>
                  <a:pt x="666263" y="32473"/>
                </a:lnTo>
                <a:lnTo>
                  <a:pt x="665829" y="32932"/>
                </a:lnTo>
                <a:lnTo>
                  <a:pt x="665407" y="33402"/>
                </a:lnTo>
                <a:lnTo>
                  <a:pt x="664995" y="33881"/>
                </a:lnTo>
                <a:lnTo>
                  <a:pt x="664595" y="34371"/>
                </a:lnTo>
                <a:lnTo>
                  <a:pt x="664206" y="34871"/>
                </a:lnTo>
                <a:lnTo>
                  <a:pt x="663828" y="35381"/>
                </a:lnTo>
                <a:lnTo>
                  <a:pt x="663462" y="35902"/>
                </a:lnTo>
                <a:lnTo>
                  <a:pt x="663107" y="36433"/>
                </a:lnTo>
                <a:lnTo>
                  <a:pt x="662763" y="36974"/>
                </a:lnTo>
                <a:lnTo>
                  <a:pt x="662430" y="37526"/>
                </a:lnTo>
                <a:lnTo>
                  <a:pt x="662110" y="38086"/>
                </a:lnTo>
                <a:lnTo>
                  <a:pt x="661804" y="38654"/>
                </a:lnTo>
                <a:lnTo>
                  <a:pt x="661511" y="39231"/>
                </a:lnTo>
                <a:lnTo>
                  <a:pt x="661232" y="39815"/>
                </a:lnTo>
                <a:lnTo>
                  <a:pt x="660966" y="40407"/>
                </a:lnTo>
                <a:lnTo>
                  <a:pt x="660714" y="41007"/>
                </a:lnTo>
                <a:lnTo>
                  <a:pt x="660476" y="41614"/>
                </a:lnTo>
                <a:lnTo>
                  <a:pt x="660251" y="42230"/>
                </a:lnTo>
                <a:lnTo>
                  <a:pt x="660040" y="42854"/>
                </a:lnTo>
                <a:lnTo>
                  <a:pt x="659842" y="43485"/>
                </a:lnTo>
                <a:lnTo>
                  <a:pt x="659658" y="44124"/>
                </a:lnTo>
                <a:lnTo>
                  <a:pt x="659488" y="44772"/>
                </a:lnTo>
                <a:lnTo>
                  <a:pt x="659331" y="45427"/>
                </a:lnTo>
                <a:lnTo>
                  <a:pt x="659188" y="46090"/>
                </a:lnTo>
                <a:lnTo>
                  <a:pt x="659059" y="46761"/>
                </a:lnTo>
                <a:lnTo>
                  <a:pt x="658943" y="47440"/>
                </a:lnTo>
                <a:lnTo>
                  <a:pt x="658841" y="48126"/>
                </a:lnTo>
                <a:lnTo>
                  <a:pt x="658752" y="48821"/>
                </a:lnTo>
                <a:lnTo>
                  <a:pt x="658678" y="49523"/>
                </a:lnTo>
                <a:lnTo>
                  <a:pt x="658616" y="50234"/>
                </a:lnTo>
                <a:lnTo>
                  <a:pt x="658569" y="50952"/>
                </a:lnTo>
                <a:lnTo>
                  <a:pt x="658535" y="51678"/>
                </a:lnTo>
                <a:lnTo>
                  <a:pt x="658514" y="52412"/>
                </a:lnTo>
                <a:lnTo>
                  <a:pt x="658507" y="53154"/>
                </a:lnTo>
                <a:lnTo>
                  <a:pt x="658507" y="72158"/>
                </a:lnTo>
                <a:lnTo>
                  <a:pt x="658514" y="72900"/>
                </a:lnTo>
                <a:lnTo>
                  <a:pt x="658535" y="73634"/>
                </a:lnTo>
                <a:lnTo>
                  <a:pt x="658569" y="74360"/>
                </a:lnTo>
                <a:lnTo>
                  <a:pt x="658616" y="75078"/>
                </a:lnTo>
                <a:lnTo>
                  <a:pt x="658678" y="75788"/>
                </a:lnTo>
                <a:lnTo>
                  <a:pt x="658752" y="76491"/>
                </a:lnTo>
                <a:lnTo>
                  <a:pt x="658841" y="77185"/>
                </a:lnTo>
                <a:lnTo>
                  <a:pt x="658943" y="77872"/>
                </a:lnTo>
                <a:lnTo>
                  <a:pt x="659059" y="78550"/>
                </a:lnTo>
                <a:lnTo>
                  <a:pt x="659188" y="79221"/>
                </a:lnTo>
                <a:lnTo>
                  <a:pt x="659331" y="79884"/>
                </a:lnTo>
                <a:lnTo>
                  <a:pt x="659488" y="80540"/>
                </a:lnTo>
                <a:lnTo>
                  <a:pt x="659658" y="81187"/>
                </a:lnTo>
                <a:lnTo>
                  <a:pt x="659842" y="81826"/>
                </a:lnTo>
                <a:lnTo>
                  <a:pt x="660040" y="82458"/>
                </a:lnTo>
                <a:lnTo>
                  <a:pt x="660251" y="83081"/>
                </a:lnTo>
                <a:lnTo>
                  <a:pt x="660476" y="83697"/>
                </a:lnTo>
                <a:lnTo>
                  <a:pt x="660714" y="84305"/>
                </a:lnTo>
                <a:lnTo>
                  <a:pt x="660966" y="84905"/>
                </a:lnTo>
                <a:lnTo>
                  <a:pt x="661232" y="85497"/>
                </a:lnTo>
                <a:lnTo>
                  <a:pt x="661511" y="86081"/>
                </a:lnTo>
                <a:lnTo>
                  <a:pt x="661804" y="86658"/>
                </a:lnTo>
                <a:lnTo>
                  <a:pt x="662110" y="87226"/>
                </a:lnTo>
                <a:lnTo>
                  <a:pt x="662430" y="87787"/>
                </a:lnTo>
                <a:lnTo>
                  <a:pt x="662763" y="88338"/>
                </a:lnTo>
                <a:lnTo>
                  <a:pt x="663107" y="88879"/>
                </a:lnTo>
                <a:lnTo>
                  <a:pt x="663462" y="89410"/>
                </a:lnTo>
                <a:lnTo>
                  <a:pt x="663828" y="89930"/>
                </a:lnTo>
                <a:lnTo>
                  <a:pt x="664206" y="90441"/>
                </a:lnTo>
                <a:lnTo>
                  <a:pt x="664595" y="90941"/>
                </a:lnTo>
                <a:lnTo>
                  <a:pt x="664995" y="91430"/>
                </a:lnTo>
                <a:lnTo>
                  <a:pt x="665407" y="91910"/>
                </a:lnTo>
                <a:lnTo>
                  <a:pt x="665829" y="92379"/>
                </a:lnTo>
                <a:lnTo>
                  <a:pt x="666263" y="92838"/>
                </a:lnTo>
                <a:lnTo>
                  <a:pt x="666708" y="93286"/>
                </a:lnTo>
                <a:lnTo>
                  <a:pt x="667164" y="93725"/>
                </a:lnTo>
                <a:lnTo>
                  <a:pt x="667632" y="94153"/>
                </a:lnTo>
                <a:lnTo>
                  <a:pt x="668111" y="94571"/>
                </a:lnTo>
                <a:lnTo>
                  <a:pt x="668601" y="94978"/>
                </a:lnTo>
                <a:lnTo>
                  <a:pt x="669102" y="95375"/>
                </a:lnTo>
                <a:lnTo>
                  <a:pt x="669614" y="95762"/>
                </a:lnTo>
                <a:lnTo>
                  <a:pt x="670138" y="96139"/>
                </a:lnTo>
                <a:lnTo>
                  <a:pt x="670673" y="96505"/>
                </a:lnTo>
                <a:lnTo>
                  <a:pt x="671219" y="96862"/>
                </a:lnTo>
                <a:lnTo>
                  <a:pt x="671777" y="97207"/>
                </a:lnTo>
                <a:lnTo>
                  <a:pt x="672345" y="97543"/>
                </a:lnTo>
                <a:lnTo>
                  <a:pt x="672925" y="97868"/>
                </a:lnTo>
                <a:lnTo>
                  <a:pt x="673516" y="98183"/>
                </a:lnTo>
                <a:lnTo>
                  <a:pt x="674117" y="98487"/>
                </a:lnTo>
                <a:lnTo>
                  <a:pt x="674727" y="98777"/>
                </a:lnTo>
                <a:lnTo>
                  <a:pt x="675345" y="99055"/>
                </a:lnTo>
                <a:lnTo>
                  <a:pt x="675972" y="99319"/>
                </a:lnTo>
                <a:lnTo>
                  <a:pt x="676608" y="99571"/>
                </a:lnTo>
                <a:lnTo>
                  <a:pt x="677252" y="99810"/>
                </a:lnTo>
                <a:lnTo>
                  <a:pt x="677904" y="100036"/>
                </a:lnTo>
                <a:lnTo>
                  <a:pt x="678565" y="100248"/>
                </a:lnTo>
                <a:lnTo>
                  <a:pt x="679235" y="100449"/>
                </a:lnTo>
                <a:lnTo>
                  <a:pt x="679914" y="100636"/>
                </a:lnTo>
                <a:lnTo>
                  <a:pt x="680601" y="100810"/>
                </a:lnTo>
                <a:lnTo>
                  <a:pt x="681297" y="100971"/>
                </a:lnTo>
                <a:lnTo>
                  <a:pt x="682001" y="101120"/>
                </a:lnTo>
                <a:lnTo>
                  <a:pt x="682714" y="101255"/>
                </a:lnTo>
                <a:lnTo>
                  <a:pt x="683435" y="101378"/>
                </a:lnTo>
                <a:lnTo>
                  <a:pt x="684165" y="101488"/>
                </a:lnTo>
                <a:lnTo>
                  <a:pt x="684904" y="101584"/>
                </a:lnTo>
                <a:lnTo>
                  <a:pt x="685651" y="101668"/>
                </a:lnTo>
                <a:lnTo>
                  <a:pt x="686407" y="101739"/>
                </a:lnTo>
                <a:lnTo>
                  <a:pt x="687172" y="101797"/>
                </a:lnTo>
                <a:lnTo>
                  <a:pt x="687945" y="101842"/>
                </a:lnTo>
                <a:lnTo>
                  <a:pt x="688726" y="101875"/>
                </a:lnTo>
                <a:lnTo>
                  <a:pt x="689517" y="101894"/>
                </a:lnTo>
                <a:lnTo>
                  <a:pt x="690315" y="101901"/>
                </a:lnTo>
                <a:lnTo>
                  <a:pt x="691319" y="101890"/>
                </a:lnTo>
                <a:lnTo>
                  <a:pt x="692310" y="101860"/>
                </a:lnTo>
                <a:lnTo>
                  <a:pt x="693288" y="101809"/>
                </a:lnTo>
                <a:lnTo>
                  <a:pt x="694254" y="101738"/>
                </a:lnTo>
                <a:close/>
                <a:moveTo>
                  <a:pt x="675195" y="51871"/>
                </a:moveTo>
                <a:lnTo>
                  <a:pt x="675228" y="51248"/>
                </a:lnTo>
                <a:lnTo>
                  <a:pt x="675275" y="50637"/>
                </a:lnTo>
                <a:lnTo>
                  <a:pt x="675335" y="50039"/>
                </a:lnTo>
                <a:lnTo>
                  <a:pt x="675409" y="49453"/>
                </a:lnTo>
                <a:lnTo>
                  <a:pt x="675496" y="48880"/>
                </a:lnTo>
                <a:lnTo>
                  <a:pt x="675596" y="48319"/>
                </a:lnTo>
                <a:lnTo>
                  <a:pt x="675710" y="47771"/>
                </a:lnTo>
                <a:lnTo>
                  <a:pt x="675837" y="47235"/>
                </a:lnTo>
                <a:lnTo>
                  <a:pt x="675978" y="46711"/>
                </a:lnTo>
                <a:lnTo>
                  <a:pt x="676132" y="46200"/>
                </a:lnTo>
                <a:lnTo>
                  <a:pt x="676299" y="45701"/>
                </a:lnTo>
                <a:lnTo>
                  <a:pt x="676480" y="45215"/>
                </a:lnTo>
                <a:lnTo>
                  <a:pt x="676674" y="44741"/>
                </a:lnTo>
                <a:lnTo>
                  <a:pt x="676881" y="44280"/>
                </a:lnTo>
                <a:lnTo>
                  <a:pt x="677102" y="43831"/>
                </a:lnTo>
                <a:lnTo>
                  <a:pt x="677337" y="43394"/>
                </a:lnTo>
                <a:lnTo>
                  <a:pt x="677584" y="42970"/>
                </a:lnTo>
                <a:lnTo>
                  <a:pt x="677845" y="42559"/>
                </a:lnTo>
                <a:lnTo>
                  <a:pt x="678120" y="42160"/>
                </a:lnTo>
                <a:lnTo>
                  <a:pt x="678408" y="41773"/>
                </a:lnTo>
                <a:lnTo>
                  <a:pt x="678709" y="41399"/>
                </a:lnTo>
                <a:lnTo>
                  <a:pt x="679024" y="41037"/>
                </a:lnTo>
                <a:lnTo>
                  <a:pt x="679351" y="40688"/>
                </a:lnTo>
                <a:lnTo>
                  <a:pt x="679691" y="40355"/>
                </a:lnTo>
                <a:lnTo>
                  <a:pt x="680043" y="40036"/>
                </a:lnTo>
                <a:lnTo>
                  <a:pt x="680408" y="39732"/>
                </a:lnTo>
                <a:lnTo>
                  <a:pt x="680785" y="39443"/>
                </a:lnTo>
                <a:lnTo>
                  <a:pt x="681175" y="39169"/>
                </a:lnTo>
                <a:lnTo>
                  <a:pt x="681577" y="38909"/>
                </a:lnTo>
                <a:lnTo>
                  <a:pt x="681992" y="38665"/>
                </a:lnTo>
                <a:lnTo>
                  <a:pt x="682419" y="38435"/>
                </a:lnTo>
                <a:lnTo>
                  <a:pt x="682858" y="38220"/>
                </a:lnTo>
                <a:lnTo>
                  <a:pt x="683310" y="38020"/>
                </a:lnTo>
                <a:lnTo>
                  <a:pt x="683774" y="37834"/>
                </a:lnTo>
                <a:lnTo>
                  <a:pt x="684251" y="37664"/>
                </a:lnTo>
                <a:lnTo>
                  <a:pt x="684740" y="37508"/>
                </a:lnTo>
                <a:lnTo>
                  <a:pt x="685242" y="37367"/>
                </a:lnTo>
                <a:lnTo>
                  <a:pt x="685756" y="37241"/>
                </a:lnTo>
                <a:lnTo>
                  <a:pt x="686282" y="37130"/>
                </a:lnTo>
                <a:lnTo>
                  <a:pt x="686821" y="37034"/>
                </a:lnTo>
                <a:lnTo>
                  <a:pt x="687372" y="36952"/>
                </a:lnTo>
                <a:lnTo>
                  <a:pt x="687936" y="36886"/>
                </a:lnTo>
                <a:lnTo>
                  <a:pt x="688512" y="36834"/>
                </a:lnTo>
                <a:lnTo>
                  <a:pt x="689101" y="36797"/>
                </a:lnTo>
                <a:lnTo>
                  <a:pt x="689702" y="36774"/>
                </a:lnTo>
                <a:lnTo>
                  <a:pt x="690315" y="36767"/>
                </a:lnTo>
                <a:lnTo>
                  <a:pt x="690929" y="36774"/>
                </a:lnTo>
                <a:lnTo>
                  <a:pt x="691529" y="36796"/>
                </a:lnTo>
                <a:lnTo>
                  <a:pt x="692116" y="36833"/>
                </a:lnTo>
                <a:lnTo>
                  <a:pt x="692691" y="36884"/>
                </a:lnTo>
                <a:lnTo>
                  <a:pt x="693252" y="36949"/>
                </a:lnTo>
                <a:lnTo>
                  <a:pt x="693801" y="37030"/>
                </a:lnTo>
                <a:lnTo>
                  <a:pt x="694337" y="37124"/>
                </a:lnTo>
                <a:lnTo>
                  <a:pt x="694860" y="37234"/>
                </a:lnTo>
                <a:lnTo>
                  <a:pt x="695370" y="37358"/>
                </a:lnTo>
                <a:lnTo>
                  <a:pt x="695867" y="37496"/>
                </a:lnTo>
                <a:lnTo>
                  <a:pt x="696351" y="37649"/>
                </a:lnTo>
                <a:lnTo>
                  <a:pt x="696822" y="37817"/>
                </a:lnTo>
                <a:lnTo>
                  <a:pt x="697280" y="37999"/>
                </a:lnTo>
                <a:lnTo>
                  <a:pt x="697725" y="38196"/>
                </a:lnTo>
                <a:lnTo>
                  <a:pt x="698158" y="38408"/>
                </a:lnTo>
                <a:lnTo>
                  <a:pt x="698577" y="38634"/>
                </a:lnTo>
                <a:lnTo>
                  <a:pt x="698984" y="38875"/>
                </a:lnTo>
                <a:lnTo>
                  <a:pt x="699378" y="39130"/>
                </a:lnTo>
                <a:lnTo>
                  <a:pt x="699759" y="39400"/>
                </a:lnTo>
                <a:lnTo>
                  <a:pt x="700126" y="39684"/>
                </a:lnTo>
                <a:lnTo>
                  <a:pt x="700481" y="39983"/>
                </a:lnTo>
                <a:lnTo>
                  <a:pt x="700823" y="40296"/>
                </a:lnTo>
                <a:lnTo>
                  <a:pt x="701153" y="40625"/>
                </a:lnTo>
                <a:lnTo>
                  <a:pt x="701469" y="40967"/>
                </a:lnTo>
                <a:lnTo>
                  <a:pt x="701772" y="41324"/>
                </a:lnTo>
                <a:lnTo>
                  <a:pt x="702063" y="41693"/>
                </a:lnTo>
                <a:lnTo>
                  <a:pt x="702340" y="42074"/>
                </a:lnTo>
                <a:lnTo>
                  <a:pt x="702605" y="42469"/>
                </a:lnTo>
                <a:lnTo>
                  <a:pt x="702857" y="42876"/>
                </a:lnTo>
                <a:lnTo>
                  <a:pt x="703096" y="43296"/>
                </a:lnTo>
                <a:lnTo>
                  <a:pt x="703322" y="43728"/>
                </a:lnTo>
                <a:lnTo>
                  <a:pt x="703535" y="44173"/>
                </a:lnTo>
                <a:lnTo>
                  <a:pt x="703735" y="44631"/>
                </a:lnTo>
                <a:lnTo>
                  <a:pt x="703922" y="45101"/>
                </a:lnTo>
                <a:lnTo>
                  <a:pt x="704097" y="45584"/>
                </a:lnTo>
                <a:lnTo>
                  <a:pt x="704258" y="46080"/>
                </a:lnTo>
                <a:lnTo>
                  <a:pt x="704407" y="46588"/>
                </a:lnTo>
                <a:lnTo>
                  <a:pt x="704542" y="47109"/>
                </a:lnTo>
                <a:lnTo>
                  <a:pt x="704665" y="47643"/>
                </a:lnTo>
                <a:lnTo>
                  <a:pt x="704775" y="48189"/>
                </a:lnTo>
                <a:lnTo>
                  <a:pt x="704871" y="48748"/>
                </a:lnTo>
                <a:lnTo>
                  <a:pt x="704955" y="49320"/>
                </a:lnTo>
                <a:lnTo>
                  <a:pt x="705026" y="49904"/>
                </a:lnTo>
                <a:lnTo>
                  <a:pt x="705085" y="50501"/>
                </a:lnTo>
                <a:lnTo>
                  <a:pt x="705130" y="51111"/>
                </a:lnTo>
                <a:lnTo>
                  <a:pt x="705162" y="51733"/>
                </a:lnTo>
                <a:lnTo>
                  <a:pt x="705181" y="52368"/>
                </a:lnTo>
                <a:lnTo>
                  <a:pt x="705188" y="53016"/>
                </a:lnTo>
                <a:lnTo>
                  <a:pt x="705188" y="55781"/>
                </a:lnTo>
                <a:lnTo>
                  <a:pt x="675168" y="56046"/>
                </a:lnTo>
                <a:lnTo>
                  <a:pt x="675168" y="53154"/>
                </a:lnTo>
                <a:lnTo>
                  <a:pt x="675175" y="52506"/>
                </a:lnTo>
                <a:lnTo>
                  <a:pt x="675195" y="518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D09FD0-F83D-4290-B712-DF879470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0316" y="1411459"/>
            <a:ext cx="1955522" cy="500401"/>
          </a:xfrm>
          <a:custGeom xmlns:a="http://schemas.openxmlformats.org/drawingml/2006/main">
            <a:pathLst>
              <a:path w="1955522" h="500401">
                <a:moveTo>
                  <a:pt x="0" y="0"/>
                </a:moveTo>
                <a:lnTo>
                  <a:pt x="1955522" y="0"/>
                </a:lnTo>
                <a:lnTo>
                  <a:pt x="1955522" y="500401"/>
                </a:lnTo>
                <a:lnTo>
                  <a:pt x="0" y="5004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Text function:">
            <a:extLst xmlns:a="http://schemas.openxmlformats.org/drawingml/2006/main">
              <a:ext uri="{FF2B5EF4-FFF2-40B4-BE49-F238E27FC236}">
                <a16:creationId xmlns:a16="http://schemas.microsoft.com/office/drawing/2014/main" id="{A49A43EE-C8E3-48CE-BA84-0B0380B8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2672" y="1590339"/>
            <a:ext cx="707667" cy="109612"/>
          </a:xfrm>
          <a:custGeom xmlns:a="http://schemas.openxmlformats.org/drawingml/2006/main">
            <a:pathLst>
              <a:path w="707667" h="109612">
                <a:moveTo>
                  <a:pt x="67062" y="40898"/>
                </a:moveTo>
                <a:lnTo>
                  <a:pt x="38007" y="40898"/>
                </a:lnTo>
                <a:lnTo>
                  <a:pt x="38007" y="29743"/>
                </a:lnTo>
                <a:lnTo>
                  <a:pt x="38010" y="29481"/>
                </a:lnTo>
                <a:lnTo>
                  <a:pt x="38021" y="29224"/>
                </a:lnTo>
                <a:lnTo>
                  <a:pt x="38038" y="28972"/>
                </a:lnTo>
                <a:lnTo>
                  <a:pt x="38062" y="28724"/>
                </a:lnTo>
                <a:lnTo>
                  <a:pt x="38093" y="28480"/>
                </a:lnTo>
                <a:lnTo>
                  <a:pt x="38132" y="28241"/>
                </a:lnTo>
                <a:lnTo>
                  <a:pt x="38177" y="28007"/>
                </a:lnTo>
                <a:lnTo>
                  <a:pt x="38229" y="27777"/>
                </a:lnTo>
                <a:lnTo>
                  <a:pt x="38287" y="27552"/>
                </a:lnTo>
                <a:lnTo>
                  <a:pt x="38353" y="27331"/>
                </a:lnTo>
                <a:lnTo>
                  <a:pt x="38426" y="27115"/>
                </a:lnTo>
                <a:lnTo>
                  <a:pt x="38506" y="26903"/>
                </a:lnTo>
                <a:lnTo>
                  <a:pt x="38592" y="26696"/>
                </a:lnTo>
                <a:lnTo>
                  <a:pt x="38686" y="26494"/>
                </a:lnTo>
                <a:lnTo>
                  <a:pt x="38787" y="26296"/>
                </a:lnTo>
                <a:lnTo>
                  <a:pt x="38894" y="26102"/>
                </a:lnTo>
                <a:lnTo>
                  <a:pt x="39008" y="25914"/>
                </a:lnTo>
                <a:lnTo>
                  <a:pt x="39130" y="25729"/>
                </a:lnTo>
                <a:lnTo>
                  <a:pt x="39258" y="25549"/>
                </a:lnTo>
                <a:lnTo>
                  <a:pt x="39393" y="25374"/>
                </a:lnTo>
                <a:lnTo>
                  <a:pt x="39535" y="25204"/>
                </a:lnTo>
                <a:lnTo>
                  <a:pt x="39684" y="25037"/>
                </a:lnTo>
                <a:lnTo>
                  <a:pt x="39840" y="24876"/>
                </a:lnTo>
                <a:lnTo>
                  <a:pt x="40003" y="24719"/>
                </a:lnTo>
                <a:lnTo>
                  <a:pt x="40172" y="24567"/>
                </a:lnTo>
                <a:lnTo>
                  <a:pt x="40345" y="24422"/>
                </a:lnTo>
                <a:lnTo>
                  <a:pt x="40522" y="24283"/>
                </a:lnTo>
                <a:lnTo>
                  <a:pt x="40705" y="24150"/>
                </a:lnTo>
                <a:lnTo>
                  <a:pt x="40891" y="24025"/>
                </a:lnTo>
                <a:lnTo>
                  <a:pt x="41083" y="23905"/>
                </a:lnTo>
                <a:lnTo>
                  <a:pt x="41279" y="23792"/>
                </a:lnTo>
                <a:lnTo>
                  <a:pt x="41479" y="23686"/>
                </a:lnTo>
                <a:lnTo>
                  <a:pt x="41684" y="23586"/>
                </a:lnTo>
                <a:lnTo>
                  <a:pt x="41894" y="23492"/>
                </a:lnTo>
                <a:lnTo>
                  <a:pt x="42108" y="23405"/>
                </a:lnTo>
                <a:lnTo>
                  <a:pt x="42326" y="23324"/>
                </a:lnTo>
                <a:lnTo>
                  <a:pt x="42550" y="23250"/>
                </a:lnTo>
                <a:lnTo>
                  <a:pt x="42777" y="23182"/>
                </a:lnTo>
                <a:lnTo>
                  <a:pt x="43009" y="23121"/>
                </a:lnTo>
                <a:lnTo>
                  <a:pt x="43246" y="23066"/>
                </a:lnTo>
                <a:lnTo>
                  <a:pt x="43488" y="23017"/>
                </a:lnTo>
                <a:lnTo>
                  <a:pt x="43734" y="22975"/>
                </a:lnTo>
                <a:lnTo>
                  <a:pt x="43984" y="22940"/>
                </a:lnTo>
                <a:lnTo>
                  <a:pt x="44239" y="22911"/>
                </a:lnTo>
                <a:lnTo>
                  <a:pt x="44498" y="22888"/>
                </a:lnTo>
                <a:lnTo>
                  <a:pt x="44763" y="22872"/>
                </a:lnTo>
                <a:lnTo>
                  <a:pt x="45031" y="22862"/>
                </a:lnTo>
                <a:lnTo>
                  <a:pt x="45304" y="22859"/>
                </a:lnTo>
                <a:lnTo>
                  <a:pt x="67062" y="22859"/>
                </a:lnTo>
                <a:lnTo>
                  <a:pt x="67062" y="7711"/>
                </a:lnTo>
                <a:lnTo>
                  <a:pt x="44892" y="7711"/>
                </a:lnTo>
                <a:lnTo>
                  <a:pt x="43993" y="7722"/>
                </a:lnTo>
                <a:lnTo>
                  <a:pt x="43109" y="7753"/>
                </a:lnTo>
                <a:lnTo>
                  <a:pt x="42239" y="7804"/>
                </a:lnTo>
                <a:lnTo>
                  <a:pt x="41384" y="7876"/>
                </a:lnTo>
                <a:lnTo>
                  <a:pt x="40544" y="7968"/>
                </a:lnTo>
                <a:lnTo>
                  <a:pt x="39719" y="8082"/>
                </a:lnTo>
                <a:lnTo>
                  <a:pt x="38909" y="8215"/>
                </a:lnTo>
                <a:lnTo>
                  <a:pt x="38113" y="8369"/>
                </a:lnTo>
                <a:lnTo>
                  <a:pt x="37333" y="8544"/>
                </a:lnTo>
                <a:lnTo>
                  <a:pt x="36567" y="8739"/>
                </a:lnTo>
                <a:lnTo>
                  <a:pt x="35816" y="8955"/>
                </a:lnTo>
                <a:lnTo>
                  <a:pt x="35080" y="9192"/>
                </a:lnTo>
                <a:lnTo>
                  <a:pt x="34358" y="9449"/>
                </a:lnTo>
                <a:lnTo>
                  <a:pt x="33652" y="9726"/>
                </a:lnTo>
                <a:lnTo>
                  <a:pt x="32960" y="10024"/>
                </a:lnTo>
                <a:lnTo>
                  <a:pt x="32283" y="10343"/>
                </a:lnTo>
                <a:lnTo>
                  <a:pt x="31621" y="10682"/>
                </a:lnTo>
                <a:lnTo>
                  <a:pt x="30974" y="11042"/>
                </a:lnTo>
                <a:lnTo>
                  <a:pt x="30342" y="11423"/>
                </a:lnTo>
                <a:lnTo>
                  <a:pt x="29724" y="11823"/>
                </a:lnTo>
                <a:lnTo>
                  <a:pt x="29121" y="12245"/>
                </a:lnTo>
                <a:lnTo>
                  <a:pt x="28533" y="12687"/>
                </a:lnTo>
                <a:lnTo>
                  <a:pt x="27960" y="13150"/>
                </a:lnTo>
                <a:lnTo>
                  <a:pt x="27402" y="13633"/>
                </a:lnTo>
                <a:lnTo>
                  <a:pt x="26863" y="14133"/>
                </a:lnTo>
                <a:lnTo>
                  <a:pt x="26346" y="14647"/>
                </a:lnTo>
                <a:lnTo>
                  <a:pt x="25853" y="15175"/>
                </a:lnTo>
                <a:lnTo>
                  <a:pt x="25383" y="15717"/>
                </a:lnTo>
                <a:lnTo>
                  <a:pt x="24935" y="16273"/>
                </a:lnTo>
                <a:lnTo>
                  <a:pt x="24511" y="16843"/>
                </a:lnTo>
                <a:lnTo>
                  <a:pt x="24109" y="17426"/>
                </a:lnTo>
                <a:lnTo>
                  <a:pt x="23731" y="18024"/>
                </a:lnTo>
                <a:lnTo>
                  <a:pt x="23375" y="18635"/>
                </a:lnTo>
                <a:lnTo>
                  <a:pt x="23042" y="19260"/>
                </a:lnTo>
                <a:lnTo>
                  <a:pt x="22733" y="19899"/>
                </a:lnTo>
                <a:lnTo>
                  <a:pt x="22446" y="20552"/>
                </a:lnTo>
                <a:lnTo>
                  <a:pt x="22182" y="21219"/>
                </a:lnTo>
                <a:lnTo>
                  <a:pt x="21941" y="21899"/>
                </a:lnTo>
                <a:lnTo>
                  <a:pt x="21723" y="22594"/>
                </a:lnTo>
                <a:lnTo>
                  <a:pt x="21528" y="23302"/>
                </a:lnTo>
                <a:lnTo>
                  <a:pt x="21356" y="24024"/>
                </a:lnTo>
                <a:lnTo>
                  <a:pt x="21207" y="24760"/>
                </a:lnTo>
                <a:lnTo>
                  <a:pt x="21080" y="25510"/>
                </a:lnTo>
                <a:lnTo>
                  <a:pt x="20977" y="26274"/>
                </a:lnTo>
                <a:lnTo>
                  <a:pt x="20897" y="27051"/>
                </a:lnTo>
                <a:lnTo>
                  <a:pt x="20840" y="27843"/>
                </a:lnTo>
                <a:lnTo>
                  <a:pt x="20805" y="28648"/>
                </a:lnTo>
                <a:lnTo>
                  <a:pt x="20794" y="29467"/>
                </a:lnTo>
                <a:lnTo>
                  <a:pt x="20794" y="40898"/>
                </a:lnTo>
                <a:lnTo>
                  <a:pt x="0" y="40898"/>
                </a:lnTo>
                <a:lnTo>
                  <a:pt x="0" y="56458"/>
                </a:lnTo>
                <a:lnTo>
                  <a:pt x="20794" y="56458"/>
                </a:lnTo>
                <a:lnTo>
                  <a:pt x="20794" y="108236"/>
                </a:lnTo>
                <a:lnTo>
                  <a:pt x="38007" y="108236"/>
                </a:lnTo>
                <a:lnTo>
                  <a:pt x="38007" y="56458"/>
                </a:lnTo>
                <a:lnTo>
                  <a:pt x="67062" y="56458"/>
                </a:lnTo>
                <a:lnTo>
                  <a:pt x="67062" y="40898"/>
                </a:lnTo>
                <a:close/>
                <a:moveTo>
                  <a:pt x="373296" y="92662"/>
                </a:moveTo>
                <a:lnTo>
                  <a:pt x="372747" y="92624"/>
                </a:lnTo>
                <a:lnTo>
                  <a:pt x="372223" y="92562"/>
                </a:lnTo>
                <a:lnTo>
                  <a:pt x="371723" y="92475"/>
                </a:lnTo>
                <a:lnTo>
                  <a:pt x="371247" y="92363"/>
                </a:lnTo>
                <a:lnTo>
                  <a:pt x="370796" y="92227"/>
                </a:lnTo>
                <a:lnTo>
                  <a:pt x="370369" y="92065"/>
                </a:lnTo>
                <a:lnTo>
                  <a:pt x="369967" y="91879"/>
                </a:lnTo>
                <a:lnTo>
                  <a:pt x="369589" y="91667"/>
                </a:lnTo>
                <a:lnTo>
                  <a:pt x="369235" y="91431"/>
                </a:lnTo>
                <a:lnTo>
                  <a:pt x="368906" y="91170"/>
                </a:lnTo>
                <a:lnTo>
                  <a:pt x="368601" y="90884"/>
                </a:lnTo>
                <a:lnTo>
                  <a:pt x="368321" y="90574"/>
                </a:lnTo>
                <a:lnTo>
                  <a:pt x="368065" y="90238"/>
                </a:lnTo>
                <a:lnTo>
                  <a:pt x="367833" y="89878"/>
                </a:lnTo>
                <a:lnTo>
                  <a:pt x="367625" y="89492"/>
                </a:lnTo>
                <a:lnTo>
                  <a:pt x="367443" y="89082"/>
                </a:lnTo>
                <a:lnTo>
                  <a:pt x="367284" y="88647"/>
                </a:lnTo>
                <a:lnTo>
                  <a:pt x="367150" y="88187"/>
                </a:lnTo>
                <a:lnTo>
                  <a:pt x="367040" y="87703"/>
                </a:lnTo>
                <a:lnTo>
                  <a:pt x="366955" y="87193"/>
                </a:lnTo>
                <a:lnTo>
                  <a:pt x="366894" y="86659"/>
                </a:lnTo>
                <a:lnTo>
                  <a:pt x="366857" y="86099"/>
                </a:lnTo>
                <a:lnTo>
                  <a:pt x="366845" y="85515"/>
                </a:lnTo>
                <a:lnTo>
                  <a:pt x="366845" y="48059"/>
                </a:lnTo>
                <a:lnTo>
                  <a:pt x="395903" y="48059"/>
                </a:lnTo>
                <a:lnTo>
                  <a:pt x="395903" y="32497"/>
                </a:lnTo>
                <a:lnTo>
                  <a:pt x="366845" y="32497"/>
                </a:lnTo>
                <a:lnTo>
                  <a:pt x="366845" y="11153"/>
                </a:lnTo>
                <a:lnTo>
                  <a:pt x="349495" y="11153"/>
                </a:lnTo>
                <a:lnTo>
                  <a:pt x="349495" y="32497"/>
                </a:lnTo>
                <a:lnTo>
                  <a:pt x="328977" y="32497"/>
                </a:lnTo>
                <a:lnTo>
                  <a:pt x="328977" y="48059"/>
                </a:lnTo>
                <a:lnTo>
                  <a:pt x="349495" y="48059"/>
                </a:lnTo>
                <a:lnTo>
                  <a:pt x="349495" y="85515"/>
                </a:lnTo>
                <a:lnTo>
                  <a:pt x="349506" y="86391"/>
                </a:lnTo>
                <a:lnTo>
                  <a:pt x="349538" y="87251"/>
                </a:lnTo>
                <a:lnTo>
                  <a:pt x="349591" y="88095"/>
                </a:lnTo>
                <a:lnTo>
                  <a:pt x="349665" y="88923"/>
                </a:lnTo>
                <a:lnTo>
                  <a:pt x="349761" y="89736"/>
                </a:lnTo>
                <a:lnTo>
                  <a:pt x="349878" y="90533"/>
                </a:lnTo>
                <a:lnTo>
                  <a:pt x="350016" y="91314"/>
                </a:lnTo>
                <a:lnTo>
                  <a:pt x="350176" y="92079"/>
                </a:lnTo>
                <a:lnTo>
                  <a:pt x="350357" y="92828"/>
                </a:lnTo>
                <a:lnTo>
                  <a:pt x="350559" y="93562"/>
                </a:lnTo>
                <a:lnTo>
                  <a:pt x="350782" y="94280"/>
                </a:lnTo>
                <a:lnTo>
                  <a:pt x="351027" y="94982"/>
                </a:lnTo>
                <a:lnTo>
                  <a:pt x="351293" y="95669"/>
                </a:lnTo>
                <a:lnTo>
                  <a:pt x="351580" y="96339"/>
                </a:lnTo>
                <a:lnTo>
                  <a:pt x="351889" y="96994"/>
                </a:lnTo>
                <a:lnTo>
                  <a:pt x="352218" y="97633"/>
                </a:lnTo>
                <a:lnTo>
                  <a:pt x="352569" y="98256"/>
                </a:lnTo>
                <a:lnTo>
                  <a:pt x="352942" y="98864"/>
                </a:lnTo>
                <a:lnTo>
                  <a:pt x="353335" y="99456"/>
                </a:lnTo>
                <a:lnTo>
                  <a:pt x="353750" y="100032"/>
                </a:lnTo>
                <a:lnTo>
                  <a:pt x="354186" y="100592"/>
                </a:lnTo>
                <a:lnTo>
                  <a:pt x="354644" y="101136"/>
                </a:lnTo>
                <a:lnTo>
                  <a:pt x="355122" y="101665"/>
                </a:lnTo>
                <a:lnTo>
                  <a:pt x="355622" y="102178"/>
                </a:lnTo>
                <a:lnTo>
                  <a:pt x="356141" y="102672"/>
                </a:lnTo>
                <a:lnTo>
                  <a:pt x="356677" y="103145"/>
                </a:lnTo>
                <a:lnTo>
                  <a:pt x="357229" y="103598"/>
                </a:lnTo>
                <a:lnTo>
                  <a:pt x="357797" y="104029"/>
                </a:lnTo>
                <a:lnTo>
                  <a:pt x="358382" y="104439"/>
                </a:lnTo>
                <a:lnTo>
                  <a:pt x="358984" y="104828"/>
                </a:lnTo>
                <a:lnTo>
                  <a:pt x="359602" y="105196"/>
                </a:lnTo>
                <a:lnTo>
                  <a:pt x="360236" y="105543"/>
                </a:lnTo>
                <a:lnTo>
                  <a:pt x="360887" y="105869"/>
                </a:lnTo>
                <a:lnTo>
                  <a:pt x="361555" y="106174"/>
                </a:lnTo>
                <a:lnTo>
                  <a:pt x="362238" y="106458"/>
                </a:lnTo>
                <a:lnTo>
                  <a:pt x="362939" y="106721"/>
                </a:lnTo>
                <a:lnTo>
                  <a:pt x="363656" y="106963"/>
                </a:lnTo>
                <a:lnTo>
                  <a:pt x="364389" y="107184"/>
                </a:lnTo>
                <a:lnTo>
                  <a:pt x="365139" y="107384"/>
                </a:lnTo>
                <a:lnTo>
                  <a:pt x="365905" y="107563"/>
                </a:lnTo>
                <a:lnTo>
                  <a:pt x="366688" y="107720"/>
                </a:lnTo>
                <a:lnTo>
                  <a:pt x="367487" y="107857"/>
                </a:lnTo>
                <a:lnTo>
                  <a:pt x="368303" y="107973"/>
                </a:lnTo>
                <a:lnTo>
                  <a:pt x="369136" y="108067"/>
                </a:lnTo>
                <a:lnTo>
                  <a:pt x="369984" y="108141"/>
                </a:lnTo>
                <a:lnTo>
                  <a:pt x="370850" y="108194"/>
                </a:lnTo>
                <a:lnTo>
                  <a:pt x="371731" y="108225"/>
                </a:lnTo>
                <a:lnTo>
                  <a:pt x="372630" y="108236"/>
                </a:lnTo>
                <a:lnTo>
                  <a:pt x="394524" y="108236"/>
                </a:lnTo>
                <a:lnTo>
                  <a:pt x="394524" y="92674"/>
                </a:lnTo>
                <a:lnTo>
                  <a:pt x="373869" y="92674"/>
                </a:lnTo>
                <a:lnTo>
                  <a:pt x="373296" y="92662"/>
                </a:lnTo>
                <a:close/>
                <a:moveTo>
                  <a:pt x="168412" y="32497"/>
                </a:moveTo>
                <a:lnTo>
                  <a:pt x="168412" y="108236"/>
                </a:lnTo>
                <a:lnTo>
                  <a:pt x="185625" y="108236"/>
                </a:lnTo>
                <a:lnTo>
                  <a:pt x="185625" y="60866"/>
                </a:lnTo>
                <a:lnTo>
                  <a:pt x="185632" y="60275"/>
                </a:lnTo>
                <a:lnTo>
                  <a:pt x="185651" y="59695"/>
                </a:lnTo>
                <a:lnTo>
                  <a:pt x="185682" y="59127"/>
                </a:lnTo>
                <a:lnTo>
                  <a:pt x="185727" y="58571"/>
                </a:lnTo>
                <a:lnTo>
                  <a:pt x="185784" y="58026"/>
                </a:lnTo>
                <a:lnTo>
                  <a:pt x="185853" y="57492"/>
                </a:lnTo>
                <a:lnTo>
                  <a:pt x="185936" y="56970"/>
                </a:lnTo>
                <a:lnTo>
                  <a:pt x="186031" y="56459"/>
                </a:lnTo>
                <a:lnTo>
                  <a:pt x="186138" y="55960"/>
                </a:lnTo>
                <a:lnTo>
                  <a:pt x="186259" y="55472"/>
                </a:lnTo>
                <a:lnTo>
                  <a:pt x="186392" y="54996"/>
                </a:lnTo>
                <a:lnTo>
                  <a:pt x="186538" y="54531"/>
                </a:lnTo>
                <a:lnTo>
                  <a:pt x="186696" y="54078"/>
                </a:lnTo>
                <a:lnTo>
                  <a:pt x="186867" y="53636"/>
                </a:lnTo>
                <a:lnTo>
                  <a:pt x="187051" y="53206"/>
                </a:lnTo>
                <a:lnTo>
                  <a:pt x="187247" y="52787"/>
                </a:lnTo>
                <a:lnTo>
                  <a:pt x="187456" y="52380"/>
                </a:lnTo>
                <a:lnTo>
                  <a:pt x="187678" y="51984"/>
                </a:lnTo>
                <a:lnTo>
                  <a:pt x="187913" y="51599"/>
                </a:lnTo>
                <a:lnTo>
                  <a:pt x="188160" y="51226"/>
                </a:lnTo>
                <a:lnTo>
                  <a:pt x="188420" y="50865"/>
                </a:lnTo>
                <a:lnTo>
                  <a:pt x="188692" y="50515"/>
                </a:lnTo>
                <a:lnTo>
                  <a:pt x="188977" y="50176"/>
                </a:lnTo>
                <a:lnTo>
                  <a:pt x="189275" y="49849"/>
                </a:lnTo>
                <a:lnTo>
                  <a:pt x="189584" y="49535"/>
                </a:lnTo>
                <a:lnTo>
                  <a:pt x="189902" y="49233"/>
                </a:lnTo>
                <a:lnTo>
                  <a:pt x="190229" y="48946"/>
                </a:lnTo>
                <a:lnTo>
                  <a:pt x="190566" y="48671"/>
                </a:lnTo>
                <a:lnTo>
                  <a:pt x="190912" y="48410"/>
                </a:lnTo>
                <a:lnTo>
                  <a:pt x="191268" y="48162"/>
                </a:lnTo>
                <a:lnTo>
                  <a:pt x="191632" y="47928"/>
                </a:lnTo>
                <a:lnTo>
                  <a:pt x="192006" y="47707"/>
                </a:lnTo>
                <a:lnTo>
                  <a:pt x="192390" y="47500"/>
                </a:lnTo>
                <a:lnTo>
                  <a:pt x="192782" y="47306"/>
                </a:lnTo>
                <a:lnTo>
                  <a:pt x="193184" y="47125"/>
                </a:lnTo>
                <a:lnTo>
                  <a:pt x="193596" y="46957"/>
                </a:lnTo>
                <a:lnTo>
                  <a:pt x="194016" y="46803"/>
                </a:lnTo>
                <a:lnTo>
                  <a:pt x="194446" y="46663"/>
                </a:lnTo>
                <a:lnTo>
                  <a:pt x="194885" y="46536"/>
                </a:lnTo>
                <a:lnTo>
                  <a:pt x="195334" y="46422"/>
                </a:lnTo>
                <a:lnTo>
                  <a:pt x="195792" y="46321"/>
                </a:lnTo>
                <a:lnTo>
                  <a:pt x="196259" y="46234"/>
                </a:lnTo>
                <a:lnTo>
                  <a:pt x="196736" y="46161"/>
                </a:lnTo>
                <a:lnTo>
                  <a:pt x="197221" y="46101"/>
                </a:lnTo>
                <a:lnTo>
                  <a:pt x="197717" y="46054"/>
                </a:lnTo>
                <a:lnTo>
                  <a:pt x="198221" y="46020"/>
                </a:lnTo>
                <a:lnTo>
                  <a:pt x="198735" y="46000"/>
                </a:lnTo>
                <a:lnTo>
                  <a:pt x="199258" y="45993"/>
                </a:lnTo>
                <a:lnTo>
                  <a:pt x="199792" y="46000"/>
                </a:lnTo>
                <a:lnTo>
                  <a:pt x="200317" y="46019"/>
                </a:lnTo>
                <a:lnTo>
                  <a:pt x="200831" y="46052"/>
                </a:lnTo>
                <a:lnTo>
                  <a:pt x="201335" y="46097"/>
                </a:lnTo>
                <a:lnTo>
                  <a:pt x="201830" y="46155"/>
                </a:lnTo>
                <a:lnTo>
                  <a:pt x="202314" y="46226"/>
                </a:lnTo>
                <a:lnTo>
                  <a:pt x="202788" y="46310"/>
                </a:lnTo>
                <a:lnTo>
                  <a:pt x="203252" y="46407"/>
                </a:lnTo>
                <a:lnTo>
                  <a:pt x="203706" y="46516"/>
                </a:lnTo>
                <a:lnTo>
                  <a:pt x="204150" y="46639"/>
                </a:lnTo>
                <a:lnTo>
                  <a:pt x="204584" y="46775"/>
                </a:lnTo>
                <a:lnTo>
                  <a:pt x="205008" y="46923"/>
                </a:lnTo>
                <a:lnTo>
                  <a:pt x="205422" y="47085"/>
                </a:lnTo>
                <a:lnTo>
                  <a:pt x="205825" y="47259"/>
                </a:lnTo>
                <a:lnTo>
                  <a:pt x="206219" y="47446"/>
                </a:lnTo>
                <a:lnTo>
                  <a:pt x="206603" y="47646"/>
                </a:lnTo>
                <a:lnTo>
                  <a:pt x="206976" y="47860"/>
                </a:lnTo>
                <a:lnTo>
                  <a:pt x="207340" y="48086"/>
                </a:lnTo>
                <a:lnTo>
                  <a:pt x="207693" y="48324"/>
                </a:lnTo>
                <a:lnTo>
                  <a:pt x="208037" y="48576"/>
                </a:lnTo>
                <a:lnTo>
                  <a:pt x="208370" y="48841"/>
                </a:lnTo>
                <a:lnTo>
                  <a:pt x="208694" y="49119"/>
                </a:lnTo>
                <a:lnTo>
                  <a:pt x="209007" y="49409"/>
                </a:lnTo>
                <a:lnTo>
                  <a:pt x="209310" y="49713"/>
                </a:lnTo>
                <a:lnTo>
                  <a:pt x="209602" y="50028"/>
                </a:lnTo>
                <a:lnTo>
                  <a:pt x="209882" y="50354"/>
                </a:lnTo>
                <a:lnTo>
                  <a:pt x="210149" y="50691"/>
                </a:lnTo>
                <a:lnTo>
                  <a:pt x="210404" y="51040"/>
                </a:lnTo>
                <a:lnTo>
                  <a:pt x="210647" y="51399"/>
                </a:lnTo>
                <a:lnTo>
                  <a:pt x="210877" y="51769"/>
                </a:lnTo>
                <a:lnTo>
                  <a:pt x="211094" y="52150"/>
                </a:lnTo>
                <a:lnTo>
                  <a:pt x="211299" y="52543"/>
                </a:lnTo>
                <a:lnTo>
                  <a:pt x="211492" y="52946"/>
                </a:lnTo>
                <a:lnTo>
                  <a:pt x="211672" y="53360"/>
                </a:lnTo>
                <a:lnTo>
                  <a:pt x="211840" y="53785"/>
                </a:lnTo>
                <a:lnTo>
                  <a:pt x="211995" y="54221"/>
                </a:lnTo>
                <a:lnTo>
                  <a:pt x="212138" y="54669"/>
                </a:lnTo>
                <a:lnTo>
                  <a:pt x="212269" y="55127"/>
                </a:lnTo>
                <a:lnTo>
                  <a:pt x="212387" y="55596"/>
                </a:lnTo>
                <a:lnTo>
                  <a:pt x="212493" y="56076"/>
                </a:lnTo>
                <a:lnTo>
                  <a:pt x="212586" y="56567"/>
                </a:lnTo>
                <a:lnTo>
                  <a:pt x="212667" y="57069"/>
                </a:lnTo>
                <a:lnTo>
                  <a:pt x="212735" y="57583"/>
                </a:lnTo>
                <a:lnTo>
                  <a:pt x="212791" y="58107"/>
                </a:lnTo>
                <a:lnTo>
                  <a:pt x="212835" y="58642"/>
                </a:lnTo>
                <a:lnTo>
                  <a:pt x="212866" y="59188"/>
                </a:lnTo>
                <a:lnTo>
                  <a:pt x="212884" y="59745"/>
                </a:lnTo>
                <a:lnTo>
                  <a:pt x="212891" y="60313"/>
                </a:lnTo>
                <a:lnTo>
                  <a:pt x="212891" y="108236"/>
                </a:lnTo>
                <a:lnTo>
                  <a:pt x="230104" y="108236"/>
                </a:lnTo>
                <a:lnTo>
                  <a:pt x="230104" y="58525"/>
                </a:lnTo>
                <a:lnTo>
                  <a:pt x="230092" y="57490"/>
                </a:lnTo>
                <a:lnTo>
                  <a:pt x="230057" y="56472"/>
                </a:lnTo>
                <a:lnTo>
                  <a:pt x="229999" y="55472"/>
                </a:lnTo>
                <a:lnTo>
                  <a:pt x="229918" y="54489"/>
                </a:lnTo>
                <a:lnTo>
                  <a:pt x="229814" y="53525"/>
                </a:lnTo>
                <a:lnTo>
                  <a:pt x="229686" y="52578"/>
                </a:lnTo>
                <a:lnTo>
                  <a:pt x="229535" y="51648"/>
                </a:lnTo>
                <a:lnTo>
                  <a:pt x="229362" y="50737"/>
                </a:lnTo>
                <a:lnTo>
                  <a:pt x="229164" y="49843"/>
                </a:lnTo>
                <a:lnTo>
                  <a:pt x="228944" y="48967"/>
                </a:lnTo>
                <a:lnTo>
                  <a:pt x="228700" y="48108"/>
                </a:lnTo>
                <a:lnTo>
                  <a:pt x="228434" y="47267"/>
                </a:lnTo>
                <a:lnTo>
                  <a:pt x="228144" y="46444"/>
                </a:lnTo>
                <a:lnTo>
                  <a:pt x="227831" y="45639"/>
                </a:lnTo>
                <a:lnTo>
                  <a:pt x="227494" y="44851"/>
                </a:lnTo>
                <a:lnTo>
                  <a:pt x="227135" y="44081"/>
                </a:lnTo>
                <a:lnTo>
                  <a:pt x="226752" y="43329"/>
                </a:lnTo>
                <a:lnTo>
                  <a:pt x="226346" y="42594"/>
                </a:lnTo>
                <a:lnTo>
                  <a:pt x="225917" y="41877"/>
                </a:lnTo>
                <a:lnTo>
                  <a:pt x="225465" y="41178"/>
                </a:lnTo>
                <a:lnTo>
                  <a:pt x="224990" y="40496"/>
                </a:lnTo>
                <a:lnTo>
                  <a:pt x="224491" y="39832"/>
                </a:lnTo>
                <a:lnTo>
                  <a:pt x="223969" y="39186"/>
                </a:lnTo>
                <a:lnTo>
                  <a:pt x="223424" y="38557"/>
                </a:lnTo>
                <a:lnTo>
                  <a:pt x="222860" y="37951"/>
                </a:lnTo>
                <a:lnTo>
                  <a:pt x="222280" y="37370"/>
                </a:lnTo>
                <a:lnTo>
                  <a:pt x="221685" y="36814"/>
                </a:lnTo>
                <a:lnTo>
                  <a:pt x="221074" y="36285"/>
                </a:lnTo>
                <a:lnTo>
                  <a:pt x="220447" y="35782"/>
                </a:lnTo>
                <a:lnTo>
                  <a:pt x="219805" y="35304"/>
                </a:lnTo>
                <a:lnTo>
                  <a:pt x="219148" y="34852"/>
                </a:lnTo>
                <a:lnTo>
                  <a:pt x="218475" y="34426"/>
                </a:lnTo>
                <a:lnTo>
                  <a:pt x="217786" y="34026"/>
                </a:lnTo>
                <a:lnTo>
                  <a:pt x="217082" y="33651"/>
                </a:lnTo>
                <a:lnTo>
                  <a:pt x="216363" y="33303"/>
                </a:lnTo>
                <a:lnTo>
                  <a:pt x="215627" y="32980"/>
                </a:lnTo>
                <a:lnTo>
                  <a:pt x="214877" y="32683"/>
                </a:lnTo>
                <a:lnTo>
                  <a:pt x="214110" y="32412"/>
                </a:lnTo>
                <a:lnTo>
                  <a:pt x="213329" y="32167"/>
                </a:lnTo>
                <a:lnTo>
                  <a:pt x="212531" y="31947"/>
                </a:lnTo>
                <a:lnTo>
                  <a:pt x="211718" y="31754"/>
                </a:lnTo>
                <a:lnTo>
                  <a:pt x="210890" y="31586"/>
                </a:lnTo>
                <a:lnTo>
                  <a:pt x="210046" y="31444"/>
                </a:lnTo>
                <a:lnTo>
                  <a:pt x="209186" y="31328"/>
                </a:lnTo>
                <a:lnTo>
                  <a:pt x="208311" y="31237"/>
                </a:lnTo>
                <a:lnTo>
                  <a:pt x="207421" y="31173"/>
                </a:lnTo>
                <a:lnTo>
                  <a:pt x="206515" y="31134"/>
                </a:lnTo>
                <a:lnTo>
                  <a:pt x="205593" y="31121"/>
                </a:lnTo>
                <a:lnTo>
                  <a:pt x="204808" y="31130"/>
                </a:lnTo>
                <a:lnTo>
                  <a:pt x="204038" y="31157"/>
                </a:lnTo>
                <a:lnTo>
                  <a:pt x="203281" y="31203"/>
                </a:lnTo>
                <a:lnTo>
                  <a:pt x="202539" y="31266"/>
                </a:lnTo>
                <a:lnTo>
                  <a:pt x="201810" y="31348"/>
                </a:lnTo>
                <a:lnTo>
                  <a:pt x="201096" y="31448"/>
                </a:lnTo>
                <a:lnTo>
                  <a:pt x="200396" y="31566"/>
                </a:lnTo>
                <a:lnTo>
                  <a:pt x="199710" y="31703"/>
                </a:lnTo>
                <a:lnTo>
                  <a:pt x="199038" y="31857"/>
                </a:lnTo>
                <a:lnTo>
                  <a:pt x="198380" y="32030"/>
                </a:lnTo>
                <a:lnTo>
                  <a:pt x="197736" y="32221"/>
                </a:lnTo>
                <a:lnTo>
                  <a:pt x="197107" y="32430"/>
                </a:lnTo>
                <a:lnTo>
                  <a:pt x="196491" y="32657"/>
                </a:lnTo>
                <a:lnTo>
                  <a:pt x="195890" y="32902"/>
                </a:lnTo>
                <a:lnTo>
                  <a:pt x="195303" y="33166"/>
                </a:lnTo>
                <a:lnTo>
                  <a:pt x="194729" y="33447"/>
                </a:lnTo>
                <a:lnTo>
                  <a:pt x="194170" y="33747"/>
                </a:lnTo>
                <a:lnTo>
                  <a:pt x="193625" y="34065"/>
                </a:lnTo>
                <a:lnTo>
                  <a:pt x="193094" y="34402"/>
                </a:lnTo>
                <a:lnTo>
                  <a:pt x="192577" y="34756"/>
                </a:lnTo>
                <a:lnTo>
                  <a:pt x="192075" y="35128"/>
                </a:lnTo>
                <a:lnTo>
                  <a:pt x="191586" y="35519"/>
                </a:lnTo>
                <a:lnTo>
                  <a:pt x="191112" y="35928"/>
                </a:lnTo>
                <a:lnTo>
                  <a:pt x="190651" y="36355"/>
                </a:lnTo>
                <a:lnTo>
                  <a:pt x="190208" y="36798"/>
                </a:lnTo>
                <a:lnTo>
                  <a:pt x="189783" y="37256"/>
                </a:lnTo>
                <a:lnTo>
                  <a:pt x="189377" y="37728"/>
                </a:lnTo>
                <a:lnTo>
                  <a:pt x="188990" y="38214"/>
                </a:lnTo>
                <a:lnTo>
                  <a:pt x="188622" y="38715"/>
                </a:lnTo>
                <a:lnTo>
                  <a:pt x="188272" y="39229"/>
                </a:lnTo>
                <a:lnTo>
                  <a:pt x="187942" y="39759"/>
                </a:lnTo>
                <a:lnTo>
                  <a:pt x="187630" y="40302"/>
                </a:lnTo>
                <a:lnTo>
                  <a:pt x="187338" y="40860"/>
                </a:lnTo>
                <a:lnTo>
                  <a:pt x="187064" y="41432"/>
                </a:lnTo>
                <a:lnTo>
                  <a:pt x="186809" y="42019"/>
                </a:lnTo>
                <a:lnTo>
                  <a:pt x="186573" y="42620"/>
                </a:lnTo>
                <a:lnTo>
                  <a:pt x="186356" y="43235"/>
                </a:lnTo>
                <a:lnTo>
                  <a:pt x="186157" y="43865"/>
                </a:lnTo>
                <a:lnTo>
                  <a:pt x="185978" y="44509"/>
                </a:lnTo>
                <a:lnTo>
                  <a:pt x="185818" y="45167"/>
                </a:lnTo>
                <a:lnTo>
                  <a:pt x="185676" y="45840"/>
                </a:lnTo>
                <a:lnTo>
                  <a:pt x="185553" y="46527"/>
                </a:lnTo>
                <a:lnTo>
                  <a:pt x="185490" y="46956"/>
                </a:lnTo>
                <a:lnTo>
                  <a:pt x="185213" y="46956"/>
                </a:lnTo>
                <a:lnTo>
                  <a:pt x="185213" y="32497"/>
                </a:lnTo>
                <a:lnTo>
                  <a:pt x="168412" y="32497"/>
                </a:lnTo>
                <a:close/>
                <a:moveTo>
                  <a:pt x="459109" y="32497"/>
                </a:moveTo>
                <a:lnTo>
                  <a:pt x="419587" y="32497"/>
                </a:lnTo>
                <a:lnTo>
                  <a:pt x="419587" y="48059"/>
                </a:lnTo>
                <a:lnTo>
                  <a:pt x="442585" y="48059"/>
                </a:lnTo>
                <a:lnTo>
                  <a:pt x="442585" y="92538"/>
                </a:lnTo>
                <a:lnTo>
                  <a:pt x="416145" y="92538"/>
                </a:lnTo>
                <a:lnTo>
                  <a:pt x="416145" y="108236"/>
                </a:lnTo>
                <a:lnTo>
                  <a:pt x="482518" y="108236"/>
                </a:lnTo>
                <a:lnTo>
                  <a:pt x="482518" y="92538"/>
                </a:lnTo>
                <a:lnTo>
                  <a:pt x="459109" y="92538"/>
                </a:lnTo>
                <a:lnTo>
                  <a:pt x="459109" y="32497"/>
                </a:lnTo>
                <a:close/>
                <a:moveTo>
                  <a:pt x="286770" y="109407"/>
                </a:moveTo>
                <a:lnTo>
                  <a:pt x="287873" y="109292"/>
                </a:lnTo>
                <a:lnTo>
                  <a:pt x="288956" y="109152"/>
                </a:lnTo>
                <a:lnTo>
                  <a:pt x="290019" y="108985"/>
                </a:lnTo>
                <a:lnTo>
                  <a:pt x="291062" y="108793"/>
                </a:lnTo>
                <a:lnTo>
                  <a:pt x="292085" y="108576"/>
                </a:lnTo>
                <a:lnTo>
                  <a:pt x="293087" y="108333"/>
                </a:lnTo>
                <a:lnTo>
                  <a:pt x="294070" y="108064"/>
                </a:lnTo>
                <a:lnTo>
                  <a:pt x="295032" y="107770"/>
                </a:lnTo>
                <a:lnTo>
                  <a:pt x="295975" y="107451"/>
                </a:lnTo>
                <a:lnTo>
                  <a:pt x="296897" y="107105"/>
                </a:lnTo>
                <a:lnTo>
                  <a:pt x="297799" y="106734"/>
                </a:lnTo>
                <a:lnTo>
                  <a:pt x="298681" y="106338"/>
                </a:lnTo>
                <a:lnTo>
                  <a:pt x="299544" y="105916"/>
                </a:lnTo>
                <a:lnTo>
                  <a:pt x="300386" y="105468"/>
                </a:lnTo>
                <a:lnTo>
                  <a:pt x="301207" y="104995"/>
                </a:lnTo>
                <a:lnTo>
                  <a:pt x="302009" y="104496"/>
                </a:lnTo>
                <a:lnTo>
                  <a:pt x="302791" y="103972"/>
                </a:lnTo>
                <a:lnTo>
                  <a:pt x="303553" y="103422"/>
                </a:lnTo>
                <a:lnTo>
                  <a:pt x="304294" y="102846"/>
                </a:lnTo>
                <a:lnTo>
                  <a:pt x="305016" y="102245"/>
                </a:lnTo>
                <a:lnTo>
                  <a:pt x="305713" y="101622"/>
                </a:lnTo>
                <a:lnTo>
                  <a:pt x="306383" y="100980"/>
                </a:lnTo>
                <a:lnTo>
                  <a:pt x="307024" y="100321"/>
                </a:lnTo>
                <a:lnTo>
                  <a:pt x="307636" y="99642"/>
                </a:lnTo>
                <a:lnTo>
                  <a:pt x="308221" y="98945"/>
                </a:lnTo>
                <a:lnTo>
                  <a:pt x="308777" y="98230"/>
                </a:lnTo>
                <a:lnTo>
                  <a:pt x="309306" y="97497"/>
                </a:lnTo>
                <a:lnTo>
                  <a:pt x="309806" y="96745"/>
                </a:lnTo>
                <a:lnTo>
                  <a:pt x="310277" y="95974"/>
                </a:lnTo>
                <a:lnTo>
                  <a:pt x="310721" y="95186"/>
                </a:lnTo>
                <a:lnTo>
                  <a:pt x="311136" y="94379"/>
                </a:lnTo>
                <a:lnTo>
                  <a:pt x="311523" y="93553"/>
                </a:lnTo>
                <a:lnTo>
                  <a:pt x="311882" y="92709"/>
                </a:lnTo>
                <a:lnTo>
                  <a:pt x="312213" y="91847"/>
                </a:lnTo>
                <a:lnTo>
                  <a:pt x="312515" y="90966"/>
                </a:lnTo>
                <a:lnTo>
                  <a:pt x="312789" y="90066"/>
                </a:lnTo>
                <a:lnTo>
                  <a:pt x="313035" y="89149"/>
                </a:lnTo>
                <a:lnTo>
                  <a:pt x="313253" y="88213"/>
                </a:lnTo>
                <a:lnTo>
                  <a:pt x="313443" y="87258"/>
                </a:lnTo>
                <a:lnTo>
                  <a:pt x="313604" y="86286"/>
                </a:lnTo>
                <a:lnTo>
                  <a:pt x="313737" y="85294"/>
                </a:lnTo>
                <a:lnTo>
                  <a:pt x="313842" y="84285"/>
                </a:lnTo>
                <a:lnTo>
                  <a:pt x="313918" y="83257"/>
                </a:lnTo>
                <a:lnTo>
                  <a:pt x="313967" y="82210"/>
                </a:lnTo>
                <a:lnTo>
                  <a:pt x="296754" y="82210"/>
                </a:lnTo>
                <a:lnTo>
                  <a:pt x="296714" y="82699"/>
                </a:lnTo>
                <a:lnTo>
                  <a:pt x="296662" y="83178"/>
                </a:lnTo>
                <a:lnTo>
                  <a:pt x="296598" y="83648"/>
                </a:lnTo>
                <a:lnTo>
                  <a:pt x="296523" y="84109"/>
                </a:lnTo>
                <a:lnTo>
                  <a:pt x="296436" y="84561"/>
                </a:lnTo>
                <a:lnTo>
                  <a:pt x="296337" y="85003"/>
                </a:lnTo>
                <a:lnTo>
                  <a:pt x="296226" y="85436"/>
                </a:lnTo>
                <a:lnTo>
                  <a:pt x="296104" y="85859"/>
                </a:lnTo>
                <a:lnTo>
                  <a:pt x="295970" y="86273"/>
                </a:lnTo>
                <a:lnTo>
                  <a:pt x="295824" y="86678"/>
                </a:lnTo>
                <a:lnTo>
                  <a:pt x="295667" y="87074"/>
                </a:lnTo>
                <a:lnTo>
                  <a:pt x="295498" y="87460"/>
                </a:lnTo>
                <a:lnTo>
                  <a:pt x="295317" y="87837"/>
                </a:lnTo>
                <a:lnTo>
                  <a:pt x="295124" y="88204"/>
                </a:lnTo>
                <a:lnTo>
                  <a:pt x="294920" y="88563"/>
                </a:lnTo>
                <a:lnTo>
                  <a:pt x="294704" y="88912"/>
                </a:lnTo>
                <a:lnTo>
                  <a:pt x="294476" y="89251"/>
                </a:lnTo>
                <a:lnTo>
                  <a:pt x="294237" y="89581"/>
                </a:lnTo>
                <a:lnTo>
                  <a:pt x="293985" y="89902"/>
                </a:lnTo>
                <a:lnTo>
                  <a:pt x="293722" y="90214"/>
                </a:lnTo>
                <a:lnTo>
                  <a:pt x="293448" y="90516"/>
                </a:lnTo>
                <a:lnTo>
                  <a:pt x="293161" y="90809"/>
                </a:lnTo>
                <a:lnTo>
                  <a:pt x="292863" y="91093"/>
                </a:lnTo>
                <a:lnTo>
                  <a:pt x="292553" y="91367"/>
                </a:lnTo>
                <a:lnTo>
                  <a:pt x="292233" y="91631"/>
                </a:lnTo>
                <a:lnTo>
                  <a:pt x="291903" y="91884"/>
                </a:lnTo>
                <a:lnTo>
                  <a:pt x="291563" y="92126"/>
                </a:lnTo>
                <a:lnTo>
                  <a:pt x="291213" y="92356"/>
                </a:lnTo>
                <a:lnTo>
                  <a:pt x="290853" y="92575"/>
                </a:lnTo>
                <a:lnTo>
                  <a:pt x="290484" y="92783"/>
                </a:lnTo>
                <a:lnTo>
                  <a:pt x="290104" y="92979"/>
                </a:lnTo>
                <a:lnTo>
                  <a:pt x="289715" y="93165"/>
                </a:lnTo>
                <a:lnTo>
                  <a:pt x="289316" y="93339"/>
                </a:lnTo>
                <a:lnTo>
                  <a:pt x="288908" y="93502"/>
                </a:lnTo>
                <a:lnTo>
                  <a:pt x="288489" y="93654"/>
                </a:lnTo>
                <a:lnTo>
                  <a:pt x="288061" y="93794"/>
                </a:lnTo>
                <a:lnTo>
                  <a:pt x="287623" y="93923"/>
                </a:lnTo>
                <a:lnTo>
                  <a:pt x="287175" y="94041"/>
                </a:lnTo>
                <a:lnTo>
                  <a:pt x="286717" y="94148"/>
                </a:lnTo>
                <a:lnTo>
                  <a:pt x="286250" y="94243"/>
                </a:lnTo>
                <a:lnTo>
                  <a:pt x="285772" y="94328"/>
                </a:lnTo>
                <a:lnTo>
                  <a:pt x="285285" y="94401"/>
                </a:lnTo>
                <a:lnTo>
                  <a:pt x="284788" y="94463"/>
                </a:lnTo>
                <a:lnTo>
                  <a:pt x="284282" y="94513"/>
                </a:lnTo>
                <a:lnTo>
                  <a:pt x="283765" y="94552"/>
                </a:lnTo>
                <a:lnTo>
                  <a:pt x="283239" y="94581"/>
                </a:lnTo>
                <a:lnTo>
                  <a:pt x="282703" y="94597"/>
                </a:lnTo>
                <a:lnTo>
                  <a:pt x="282157" y="94603"/>
                </a:lnTo>
                <a:lnTo>
                  <a:pt x="281588" y="94596"/>
                </a:lnTo>
                <a:lnTo>
                  <a:pt x="281029" y="94576"/>
                </a:lnTo>
                <a:lnTo>
                  <a:pt x="280481" y="94543"/>
                </a:lnTo>
                <a:lnTo>
                  <a:pt x="279942" y="94496"/>
                </a:lnTo>
                <a:lnTo>
                  <a:pt x="279414" y="94436"/>
                </a:lnTo>
                <a:lnTo>
                  <a:pt x="278895" y="94362"/>
                </a:lnTo>
                <a:lnTo>
                  <a:pt x="278387" y="94275"/>
                </a:lnTo>
                <a:lnTo>
                  <a:pt x="277889" y="94175"/>
                </a:lnTo>
                <a:lnTo>
                  <a:pt x="277400" y="94061"/>
                </a:lnTo>
                <a:lnTo>
                  <a:pt x="276922" y="93934"/>
                </a:lnTo>
                <a:lnTo>
                  <a:pt x="276454" y="93793"/>
                </a:lnTo>
                <a:lnTo>
                  <a:pt x="275995" y="93639"/>
                </a:lnTo>
                <a:lnTo>
                  <a:pt x="275547" y="93472"/>
                </a:lnTo>
                <a:lnTo>
                  <a:pt x="275109" y="93291"/>
                </a:lnTo>
                <a:lnTo>
                  <a:pt x="274681" y="93097"/>
                </a:lnTo>
                <a:lnTo>
                  <a:pt x="274263" y="92889"/>
                </a:lnTo>
                <a:lnTo>
                  <a:pt x="273854" y="92668"/>
                </a:lnTo>
                <a:lnTo>
                  <a:pt x="273456" y="92434"/>
                </a:lnTo>
                <a:lnTo>
                  <a:pt x="273068" y="92186"/>
                </a:lnTo>
                <a:lnTo>
                  <a:pt x="272690" y="91925"/>
                </a:lnTo>
                <a:lnTo>
                  <a:pt x="272322" y="91651"/>
                </a:lnTo>
                <a:lnTo>
                  <a:pt x="271964" y="91363"/>
                </a:lnTo>
                <a:lnTo>
                  <a:pt x="271616" y="91062"/>
                </a:lnTo>
                <a:lnTo>
                  <a:pt x="271279" y="90747"/>
                </a:lnTo>
                <a:lnTo>
                  <a:pt x="270953" y="90420"/>
                </a:lnTo>
                <a:lnTo>
                  <a:pt x="270641" y="90083"/>
                </a:lnTo>
                <a:lnTo>
                  <a:pt x="270343" y="89734"/>
                </a:lnTo>
                <a:lnTo>
                  <a:pt x="270059" y="89374"/>
                </a:lnTo>
                <a:lnTo>
                  <a:pt x="269788" y="89003"/>
                </a:lnTo>
                <a:lnTo>
                  <a:pt x="269532" y="88621"/>
                </a:lnTo>
                <a:lnTo>
                  <a:pt x="269289" y="88229"/>
                </a:lnTo>
                <a:lnTo>
                  <a:pt x="269061" y="87825"/>
                </a:lnTo>
                <a:lnTo>
                  <a:pt x="268846" y="87410"/>
                </a:lnTo>
                <a:lnTo>
                  <a:pt x="268645" y="86984"/>
                </a:lnTo>
                <a:lnTo>
                  <a:pt x="268458" y="86548"/>
                </a:lnTo>
                <a:lnTo>
                  <a:pt x="268284" y="86100"/>
                </a:lnTo>
                <a:lnTo>
                  <a:pt x="268125" y="85641"/>
                </a:lnTo>
                <a:lnTo>
                  <a:pt x="267979" y="85171"/>
                </a:lnTo>
                <a:lnTo>
                  <a:pt x="267848" y="84691"/>
                </a:lnTo>
                <a:lnTo>
                  <a:pt x="267730" y="84199"/>
                </a:lnTo>
                <a:lnTo>
                  <a:pt x="267626" y="83696"/>
                </a:lnTo>
                <a:lnTo>
                  <a:pt x="267536" y="83182"/>
                </a:lnTo>
                <a:lnTo>
                  <a:pt x="267460" y="82658"/>
                </a:lnTo>
                <a:lnTo>
                  <a:pt x="267397" y="82122"/>
                </a:lnTo>
                <a:lnTo>
                  <a:pt x="267349" y="81575"/>
                </a:lnTo>
                <a:lnTo>
                  <a:pt x="267314" y="81018"/>
                </a:lnTo>
                <a:lnTo>
                  <a:pt x="267293" y="80449"/>
                </a:lnTo>
                <a:lnTo>
                  <a:pt x="267286" y="79869"/>
                </a:lnTo>
                <a:lnTo>
                  <a:pt x="267286" y="60727"/>
                </a:lnTo>
                <a:lnTo>
                  <a:pt x="267293" y="60148"/>
                </a:lnTo>
                <a:lnTo>
                  <a:pt x="267314" y="59579"/>
                </a:lnTo>
                <a:lnTo>
                  <a:pt x="267349" y="59022"/>
                </a:lnTo>
                <a:lnTo>
                  <a:pt x="267397" y="58476"/>
                </a:lnTo>
                <a:lnTo>
                  <a:pt x="267460" y="57942"/>
                </a:lnTo>
                <a:lnTo>
                  <a:pt x="267536" y="57418"/>
                </a:lnTo>
                <a:lnTo>
                  <a:pt x="267626" y="56906"/>
                </a:lnTo>
                <a:lnTo>
                  <a:pt x="267730" y="56405"/>
                </a:lnTo>
                <a:lnTo>
                  <a:pt x="267848" y="55916"/>
                </a:lnTo>
                <a:lnTo>
                  <a:pt x="267979" y="55437"/>
                </a:lnTo>
                <a:lnTo>
                  <a:pt x="268125" y="54970"/>
                </a:lnTo>
                <a:lnTo>
                  <a:pt x="268284" y="54514"/>
                </a:lnTo>
                <a:lnTo>
                  <a:pt x="268458" y="54069"/>
                </a:lnTo>
                <a:lnTo>
                  <a:pt x="268645" y="53636"/>
                </a:lnTo>
                <a:lnTo>
                  <a:pt x="268846" y="53213"/>
                </a:lnTo>
                <a:lnTo>
                  <a:pt x="269061" y="52802"/>
                </a:lnTo>
                <a:lnTo>
                  <a:pt x="269289" y="52403"/>
                </a:lnTo>
                <a:lnTo>
                  <a:pt x="269532" y="52014"/>
                </a:lnTo>
                <a:lnTo>
                  <a:pt x="269788" y="51637"/>
                </a:lnTo>
                <a:lnTo>
                  <a:pt x="270059" y="51271"/>
                </a:lnTo>
                <a:lnTo>
                  <a:pt x="270343" y="50916"/>
                </a:lnTo>
                <a:lnTo>
                  <a:pt x="270641" y="50572"/>
                </a:lnTo>
                <a:lnTo>
                  <a:pt x="270953" y="50240"/>
                </a:lnTo>
                <a:lnTo>
                  <a:pt x="271279" y="49919"/>
                </a:lnTo>
                <a:lnTo>
                  <a:pt x="271616" y="49609"/>
                </a:lnTo>
                <a:lnTo>
                  <a:pt x="271964" y="49313"/>
                </a:lnTo>
                <a:lnTo>
                  <a:pt x="272322" y="49031"/>
                </a:lnTo>
                <a:lnTo>
                  <a:pt x="272690" y="48761"/>
                </a:lnTo>
                <a:lnTo>
                  <a:pt x="273068" y="48504"/>
                </a:lnTo>
                <a:lnTo>
                  <a:pt x="273456" y="48261"/>
                </a:lnTo>
                <a:lnTo>
                  <a:pt x="273854" y="48031"/>
                </a:lnTo>
                <a:lnTo>
                  <a:pt x="274263" y="47814"/>
                </a:lnTo>
                <a:lnTo>
                  <a:pt x="274681" y="47610"/>
                </a:lnTo>
                <a:lnTo>
                  <a:pt x="275109" y="47419"/>
                </a:lnTo>
                <a:lnTo>
                  <a:pt x="275547" y="47242"/>
                </a:lnTo>
                <a:lnTo>
                  <a:pt x="275995" y="47077"/>
                </a:lnTo>
                <a:lnTo>
                  <a:pt x="276454" y="46926"/>
                </a:lnTo>
                <a:lnTo>
                  <a:pt x="276922" y="46788"/>
                </a:lnTo>
                <a:lnTo>
                  <a:pt x="277400" y="46663"/>
                </a:lnTo>
                <a:lnTo>
                  <a:pt x="277889" y="46551"/>
                </a:lnTo>
                <a:lnTo>
                  <a:pt x="278387" y="46452"/>
                </a:lnTo>
                <a:lnTo>
                  <a:pt x="278895" y="46367"/>
                </a:lnTo>
                <a:lnTo>
                  <a:pt x="279414" y="46295"/>
                </a:lnTo>
                <a:lnTo>
                  <a:pt x="279942" y="46235"/>
                </a:lnTo>
                <a:lnTo>
                  <a:pt x="280481" y="46189"/>
                </a:lnTo>
                <a:lnTo>
                  <a:pt x="281029" y="46156"/>
                </a:lnTo>
                <a:lnTo>
                  <a:pt x="281588" y="46137"/>
                </a:lnTo>
                <a:lnTo>
                  <a:pt x="282157" y="46130"/>
                </a:lnTo>
                <a:lnTo>
                  <a:pt x="282703" y="46136"/>
                </a:lnTo>
                <a:lnTo>
                  <a:pt x="283239" y="46153"/>
                </a:lnTo>
                <a:lnTo>
                  <a:pt x="283765" y="46181"/>
                </a:lnTo>
                <a:lnTo>
                  <a:pt x="284282" y="46220"/>
                </a:lnTo>
                <a:lnTo>
                  <a:pt x="284788" y="46271"/>
                </a:lnTo>
                <a:lnTo>
                  <a:pt x="285285" y="46332"/>
                </a:lnTo>
                <a:lnTo>
                  <a:pt x="285772" y="46405"/>
                </a:lnTo>
                <a:lnTo>
                  <a:pt x="286250" y="46490"/>
                </a:lnTo>
                <a:lnTo>
                  <a:pt x="286717" y="46585"/>
                </a:lnTo>
                <a:lnTo>
                  <a:pt x="287175" y="46692"/>
                </a:lnTo>
                <a:lnTo>
                  <a:pt x="287623" y="46810"/>
                </a:lnTo>
                <a:lnTo>
                  <a:pt x="288061" y="46939"/>
                </a:lnTo>
                <a:lnTo>
                  <a:pt x="288489" y="47079"/>
                </a:lnTo>
                <a:lnTo>
                  <a:pt x="288908" y="47231"/>
                </a:lnTo>
                <a:lnTo>
                  <a:pt x="289316" y="47394"/>
                </a:lnTo>
                <a:lnTo>
                  <a:pt x="289715" y="47568"/>
                </a:lnTo>
                <a:lnTo>
                  <a:pt x="290104" y="47754"/>
                </a:lnTo>
                <a:lnTo>
                  <a:pt x="290484" y="47950"/>
                </a:lnTo>
                <a:lnTo>
                  <a:pt x="290853" y="48158"/>
                </a:lnTo>
                <a:lnTo>
                  <a:pt x="291213" y="48377"/>
                </a:lnTo>
                <a:lnTo>
                  <a:pt x="291563" y="48608"/>
                </a:lnTo>
                <a:lnTo>
                  <a:pt x="291903" y="48849"/>
                </a:lnTo>
                <a:lnTo>
                  <a:pt x="292233" y="49102"/>
                </a:lnTo>
                <a:lnTo>
                  <a:pt x="292553" y="49366"/>
                </a:lnTo>
                <a:lnTo>
                  <a:pt x="292863" y="49640"/>
                </a:lnTo>
                <a:lnTo>
                  <a:pt x="293161" y="49924"/>
                </a:lnTo>
                <a:lnTo>
                  <a:pt x="293448" y="50217"/>
                </a:lnTo>
                <a:lnTo>
                  <a:pt x="293722" y="50519"/>
                </a:lnTo>
                <a:lnTo>
                  <a:pt x="293985" y="50831"/>
                </a:lnTo>
                <a:lnTo>
                  <a:pt x="294237" y="51152"/>
                </a:lnTo>
                <a:lnTo>
                  <a:pt x="294476" y="51482"/>
                </a:lnTo>
                <a:lnTo>
                  <a:pt x="294704" y="51822"/>
                </a:lnTo>
                <a:lnTo>
                  <a:pt x="294920" y="52171"/>
                </a:lnTo>
                <a:lnTo>
                  <a:pt x="295124" y="52529"/>
                </a:lnTo>
                <a:lnTo>
                  <a:pt x="295317" y="52897"/>
                </a:lnTo>
                <a:lnTo>
                  <a:pt x="295498" y="53274"/>
                </a:lnTo>
                <a:lnTo>
                  <a:pt x="295667" y="53660"/>
                </a:lnTo>
                <a:lnTo>
                  <a:pt x="295824" y="54056"/>
                </a:lnTo>
                <a:lnTo>
                  <a:pt x="295970" y="54461"/>
                </a:lnTo>
                <a:lnTo>
                  <a:pt x="296104" y="54875"/>
                </a:lnTo>
                <a:lnTo>
                  <a:pt x="296226" y="55298"/>
                </a:lnTo>
                <a:lnTo>
                  <a:pt x="296337" y="55731"/>
                </a:lnTo>
                <a:lnTo>
                  <a:pt x="296436" y="56174"/>
                </a:lnTo>
                <a:lnTo>
                  <a:pt x="296523" y="56625"/>
                </a:lnTo>
                <a:lnTo>
                  <a:pt x="296598" y="57086"/>
                </a:lnTo>
                <a:lnTo>
                  <a:pt x="296662" y="57557"/>
                </a:lnTo>
                <a:lnTo>
                  <a:pt x="296714" y="58036"/>
                </a:lnTo>
                <a:lnTo>
                  <a:pt x="296754" y="58525"/>
                </a:lnTo>
                <a:lnTo>
                  <a:pt x="313967" y="58525"/>
                </a:lnTo>
                <a:lnTo>
                  <a:pt x="313918" y="57478"/>
                </a:lnTo>
                <a:lnTo>
                  <a:pt x="313842" y="56450"/>
                </a:lnTo>
                <a:lnTo>
                  <a:pt x="313737" y="55440"/>
                </a:lnTo>
                <a:lnTo>
                  <a:pt x="313604" y="54449"/>
                </a:lnTo>
                <a:lnTo>
                  <a:pt x="313443" y="53476"/>
                </a:lnTo>
                <a:lnTo>
                  <a:pt x="313253" y="52521"/>
                </a:lnTo>
                <a:lnTo>
                  <a:pt x="313035" y="51585"/>
                </a:lnTo>
                <a:lnTo>
                  <a:pt x="312789" y="50668"/>
                </a:lnTo>
                <a:lnTo>
                  <a:pt x="312515" y="49768"/>
                </a:lnTo>
                <a:lnTo>
                  <a:pt x="312213" y="48887"/>
                </a:lnTo>
                <a:lnTo>
                  <a:pt x="311882" y="48025"/>
                </a:lnTo>
                <a:lnTo>
                  <a:pt x="311523" y="47181"/>
                </a:lnTo>
                <a:lnTo>
                  <a:pt x="311136" y="46355"/>
                </a:lnTo>
                <a:lnTo>
                  <a:pt x="310721" y="45548"/>
                </a:lnTo>
                <a:lnTo>
                  <a:pt x="310277" y="44759"/>
                </a:lnTo>
                <a:lnTo>
                  <a:pt x="309806" y="43988"/>
                </a:lnTo>
                <a:lnTo>
                  <a:pt x="309306" y="43236"/>
                </a:lnTo>
                <a:lnTo>
                  <a:pt x="308777" y="42503"/>
                </a:lnTo>
                <a:lnTo>
                  <a:pt x="308221" y="41788"/>
                </a:lnTo>
                <a:lnTo>
                  <a:pt x="307636" y="41091"/>
                </a:lnTo>
                <a:lnTo>
                  <a:pt x="307024" y="40413"/>
                </a:lnTo>
                <a:lnTo>
                  <a:pt x="306383" y="39753"/>
                </a:lnTo>
                <a:lnTo>
                  <a:pt x="305713" y="39111"/>
                </a:lnTo>
                <a:lnTo>
                  <a:pt x="305016" y="38488"/>
                </a:lnTo>
                <a:lnTo>
                  <a:pt x="304294" y="37887"/>
                </a:lnTo>
                <a:lnTo>
                  <a:pt x="303553" y="37311"/>
                </a:lnTo>
                <a:lnTo>
                  <a:pt x="302791" y="36761"/>
                </a:lnTo>
                <a:lnTo>
                  <a:pt x="302009" y="36237"/>
                </a:lnTo>
                <a:lnTo>
                  <a:pt x="301207" y="35738"/>
                </a:lnTo>
                <a:lnTo>
                  <a:pt x="300386" y="35265"/>
                </a:lnTo>
                <a:lnTo>
                  <a:pt x="299544" y="34817"/>
                </a:lnTo>
                <a:lnTo>
                  <a:pt x="298681" y="34395"/>
                </a:lnTo>
                <a:lnTo>
                  <a:pt x="297799" y="33999"/>
                </a:lnTo>
                <a:lnTo>
                  <a:pt x="296897" y="33628"/>
                </a:lnTo>
                <a:lnTo>
                  <a:pt x="295975" y="33283"/>
                </a:lnTo>
                <a:lnTo>
                  <a:pt x="295032" y="32963"/>
                </a:lnTo>
                <a:lnTo>
                  <a:pt x="294070" y="32669"/>
                </a:lnTo>
                <a:lnTo>
                  <a:pt x="293087" y="32400"/>
                </a:lnTo>
                <a:lnTo>
                  <a:pt x="292085" y="32157"/>
                </a:lnTo>
                <a:lnTo>
                  <a:pt x="291062" y="31940"/>
                </a:lnTo>
                <a:lnTo>
                  <a:pt x="290019" y="31748"/>
                </a:lnTo>
                <a:lnTo>
                  <a:pt x="288956" y="31582"/>
                </a:lnTo>
                <a:lnTo>
                  <a:pt x="287873" y="31441"/>
                </a:lnTo>
                <a:lnTo>
                  <a:pt x="286770" y="31326"/>
                </a:lnTo>
                <a:lnTo>
                  <a:pt x="285647" y="31236"/>
                </a:lnTo>
                <a:lnTo>
                  <a:pt x="284503" y="31172"/>
                </a:lnTo>
                <a:lnTo>
                  <a:pt x="283340" y="31134"/>
                </a:lnTo>
                <a:lnTo>
                  <a:pt x="282157" y="31121"/>
                </a:lnTo>
                <a:lnTo>
                  <a:pt x="281358" y="31127"/>
                </a:lnTo>
                <a:lnTo>
                  <a:pt x="280567" y="31146"/>
                </a:lnTo>
                <a:lnTo>
                  <a:pt x="279785" y="31178"/>
                </a:lnTo>
                <a:lnTo>
                  <a:pt x="279011" y="31222"/>
                </a:lnTo>
                <a:lnTo>
                  <a:pt x="278245" y="31280"/>
                </a:lnTo>
                <a:lnTo>
                  <a:pt x="277488" y="31349"/>
                </a:lnTo>
                <a:lnTo>
                  <a:pt x="276739" y="31432"/>
                </a:lnTo>
                <a:lnTo>
                  <a:pt x="275999" y="31527"/>
                </a:lnTo>
                <a:lnTo>
                  <a:pt x="275267" y="31634"/>
                </a:lnTo>
                <a:lnTo>
                  <a:pt x="274543" y="31755"/>
                </a:lnTo>
                <a:lnTo>
                  <a:pt x="273827" y="31888"/>
                </a:lnTo>
                <a:lnTo>
                  <a:pt x="273120" y="32034"/>
                </a:lnTo>
                <a:lnTo>
                  <a:pt x="272422" y="32192"/>
                </a:lnTo>
                <a:lnTo>
                  <a:pt x="271731" y="32363"/>
                </a:lnTo>
                <a:lnTo>
                  <a:pt x="271049" y="32547"/>
                </a:lnTo>
                <a:lnTo>
                  <a:pt x="270376" y="32743"/>
                </a:lnTo>
                <a:lnTo>
                  <a:pt x="269711" y="32952"/>
                </a:lnTo>
                <a:lnTo>
                  <a:pt x="269054" y="33174"/>
                </a:lnTo>
                <a:lnTo>
                  <a:pt x="268405" y="33409"/>
                </a:lnTo>
                <a:lnTo>
                  <a:pt x="267765" y="33656"/>
                </a:lnTo>
                <a:lnTo>
                  <a:pt x="267133" y="33915"/>
                </a:lnTo>
                <a:lnTo>
                  <a:pt x="266510" y="34188"/>
                </a:lnTo>
                <a:lnTo>
                  <a:pt x="265895" y="34473"/>
                </a:lnTo>
                <a:lnTo>
                  <a:pt x="265288" y="34771"/>
                </a:lnTo>
                <a:lnTo>
                  <a:pt x="264691" y="35080"/>
                </a:lnTo>
                <a:lnTo>
                  <a:pt x="264106" y="35399"/>
                </a:lnTo>
                <a:lnTo>
                  <a:pt x="263532" y="35729"/>
                </a:lnTo>
                <a:lnTo>
                  <a:pt x="262968" y="36069"/>
                </a:lnTo>
                <a:lnTo>
                  <a:pt x="262417" y="36419"/>
                </a:lnTo>
                <a:lnTo>
                  <a:pt x="261876" y="36780"/>
                </a:lnTo>
                <a:lnTo>
                  <a:pt x="261347" y="37151"/>
                </a:lnTo>
                <a:lnTo>
                  <a:pt x="260829" y="37532"/>
                </a:lnTo>
                <a:lnTo>
                  <a:pt x="260322" y="37923"/>
                </a:lnTo>
                <a:lnTo>
                  <a:pt x="259826" y="38325"/>
                </a:lnTo>
                <a:lnTo>
                  <a:pt x="259342" y="38737"/>
                </a:lnTo>
                <a:lnTo>
                  <a:pt x="258868" y="39159"/>
                </a:lnTo>
                <a:lnTo>
                  <a:pt x="258406" y="39592"/>
                </a:lnTo>
                <a:lnTo>
                  <a:pt x="257956" y="40035"/>
                </a:lnTo>
                <a:lnTo>
                  <a:pt x="257516" y="40488"/>
                </a:lnTo>
                <a:lnTo>
                  <a:pt x="257088" y="40951"/>
                </a:lnTo>
                <a:lnTo>
                  <a:pt x="256671" y="41425"/>
                </a:lnTo>
                <a:lnTo>
                  <a:pt x="256265" y="41909"/>
                </a:lnTo>
                <a:lnTo>
                  <a:pt x="255870" y="42403"/>
                </a:lnTo>
                <a:lnTo>
                  <a:pt x="255487" y="42908"/>
                </a:lnTo>
                <a:lnTo>
                  <a:pt x="255115" y="43423"/>
                </a:lnTo>
                <a:lnTo>
                  <a:pt x="254754" y="43948"/>
                </a:lnTo>
                <a:lnTo>
                  <a:pt x="254404" y="44483"/>
                </a:lnTo>
                <a:lnTo>
                  <a:pt x="254065" y="45029"/>
                </a:lnTo>
                <a:lnTo>
                  <a:pt x="253740" y="45584"/>
                </a:lnTo>
                <a:lnTo>
                  <a:pt x="253428" y="46149"/>
                </a:lnTo>
                <a:lnTo>
                  <a:pt x="253130" y="46723"/>
                </a:lnTo>
                <a:lnTo>
                  <a:pt x="252846" y="47305"/>
                </a:lnTo>
                <a:lnTo>
                  <a:pt x="252575" y="47897"/>
                </a:lnTo>
                <a:lnTo>
                  <a:pt x="252319" y="48498"/>
                </a:lnTo>
                <a:lnTo>
                  <a:pt x="252076" y="49108"/>
                </a:lnTo>
                <a:lnTo>
                  <a:pt x="251848" y="49727"/>
                </a:lnTo>
                <a:lnTo>
                  <a:pt x="251633" y="50355"/>
                </a:lnTo>
                <a:lnTo>
                  <a:pt x="251432" y="50992"/>
                </a:lnTo>
                <a:lnTo>
                  <a:pt x="251245" y="51638"/>
                </a:lnTo>
                <a:lnTo>
                  <a:pt x="251071" y="52293"/>
                </a:lnTo>
                <a:lnTo>
                  <a:pt x="250912" y="52958"/>
                </a:lnTo>
                <a:lnTo>
                  <a:pt x="250766" y="53631"/>
                </a:lnTo>
                <a:lnTo>
                  <a:pt x="250635" y="54314"/>
                </a:lnTo>
                <a:lnTo>
                  <a:pt x="250517" y="55006"/>
                </a:lnTo>
                <a:lnTo>
                  <a:pt x="250413" y="55706"/>
                </a:lnTo>
                <a:lnTo>
                  <a:pt x="250323" y="56416"/>
                </a:lnTo>
                <a:lnTo>
                  <a:pt x="250246" y="57135"/>
                </a:lnTo>
                <a:lnTo>
                  <a:pt x="250184" y="57863"/>
                </a:lnTo>
                <a:lnTo>
                  <a:pt x="250136" y="58600"/>
                </a:lnTo>
                <a:lnTo>
                  <a:pt x="250101" y="59346"/>
                </a:lnTo>
                <a:lnTo>
                  <a:pt x="250080" y="60102"/>
                </a:lnTo>
                <a:lnTo>
                  <a:pt x="250073" y="60866"/>
                </a:lnTo>
                <a:lnTo>
                  <a:pt x="250073" y="79869"/>
                </a:lnTo>
                <a:lnTo>
                  <a:pt x="250080" y="80622"/>
                </a:lnTo>
                <a:lnTo>
                  <a:pt x="250101" y="81367"/>
                </a:lnTo>
                <a:lnTo>
                  <a:pt x="250136" y="82104"/>
                </a:lnTo>
                <a:lnTo>
                  <a:pt x="250184" y="82832"/>
                </a:lnTo>
                <a:lnTo>
                  <a:pt x="250246" y="83551"/>
                </a:lnTo>
                <a:lnTo>
                  <a:pt x="250323" y="84263"/>
                </a:lnTo>
                <a:lnTo>
                  <a:pt x="250413" y="84966"/>
                </a:lnTo>
                <a:lnTo>
                  <a:pt x="250517" y="85660"/>
                </a:lnTo>
                <a:lnTo>
                  <a:pt x="250635" y="86346"/>
                </a:lnTo>
                <a:lnTo>
                  <a:pt x="250766" y="87024"/>
                </a:lnTo>
                <a:lnTo>
                  <a:pt x="250912" y="87694"/>
                </a:lnTo>
                <a:lnTo>
                  <a:pt x="251071" y="88355"/>
                </a:lnTo>
                <a:lnTo>
                  <a:pt x="251245" y="89008"/>
                </a:lnTo>
                <a:lnTo>
                  <a:pt x="251432" y="89652"/>
                </a:lnTo>
                <a:lnTo>
                  <a:pt x="251633" y="90288"/>
                </a:lnTo>
                <a:lnTo>
                  <a:pt x="251848" y="90916"/>
                </a:lnTo>
                <a:lnTo>
                  <a:pt x="252076" y="91535"/>
                </a:lnTo>
                <a:lnTo>
                  <a:pt x="252319" y="92146"/>
                </a:lnTo>
                <a:lnTo>
                  <a:pt x="252575" y="92749"/>
                </a:lnTo>
                <a:lnTo>
                  <a:pt x="252846" y="93343"/>
                </a:lnTo>
                <a:lnTo>
                  <a:pt x="253130" y="93929"/>
                </a:lnTo>
                <a:lnTo>
                  <a:pt x="253428" y="94507"/>
                </a:lnTo>
                <a:lnTo>
                  <a:pt x="253740" y="95076"/>
                </a:lnTo>
                <a:lnTo>
                  <a:pt x="254065" y="95637"/>
                </a:lnTo>
                <a:lnTo>
                  <a:pt x="254404" y="96188"/>
                </a:lnTo>
                <a:lnTo>
                  <a:pt x="254754" y="96729"/>
                </a:lnTo>
                <a:lnTo>
                  <a:pt x="255115" y="97259"/>
                </a:lnTo>
                <a:lnTo>
                  <a:pt x="255487" y="97779"/>
                </a:lnTo>
                <a:lnTo>
                  <a:pt x="255870" y="98288"/>
                </a:lnTo>
                <a:lnTo>
                  <a:pt x="256265" y="98786"/>
                </a:lnTo>
                <a:lnTo>
                  <a:pt x="256671" y="99275"/>
                </a:lnTo>
                <a:lnTo>
                  <a:pt x="257088" y="99752"/>
                </a:lnTo>
                <a:lnTo>
                  <a:pt x="257516" y="100219"/>
                </a:lnTo>
                <a:lnTo>
                  <a:pt x="257956" y="100676"/>
                </a:lnTo>
                <a:lnTo>
                  <a:pt x="258406" y="101122"/>
                </a:lnTo>
                <a:lnTo>
                  <a:pt x="258868" y="101557"/>
                </a:lnTo>
                <a:lnTo>
                  <a:pt x="259342" y="101983"/>
                </a:lnTo>
                <a:lnTo>
                  <a:pt x="259826" y="102397"/>
                </a:lnTo>
                <a:lnTo>
                  <a:pt x="260322" y="102801"/>
                </a:lnTo>
                <a:lnTo>
                  <a:pt x="260829" y="103195"/>
                </a:lnTo>
                <a:lnTo>
                  <a:pt x="261347" y="103578"/>
                </a:lnTo>
                <a:lnTo>
                  <a:pt x="261876" y="103950"/>
                </a:lnTo>
                <a:lnTo>
                  <a:pt x="262417" y="104312"/>
                </a:lnTo>
                <a:lnTo>
                  <a:pt x="262968" y="104664"/>
                </a:lnTo>
                <a:lnTo>
                  <a:pt x="263532" y="105005"/>
                </a:lnTo>
                <a:lnTo>
                  <a:pt x="264106" y="105335"/>
                </a:lnTo>
                <a:lnTo>
                  <a:pt x="264691" y="105655"/>
                </a:lnTo>
                <a:lnTo>
                  <a:pt x="265288" y="105964"/>
                </a:lnTo>
                <a:lnTo>
                  <a:pt x="265895" y="106262"/>
                </a:lnTo>
                <a:lnTo>
                  <a:pt x="266510" y="106547"/>
                </a:lnTo>
                <a:lnTo>
                  <a:pt x="267133" y="106819"/>
                </a:lnTo>
                <a:lnTo>
                  <a:pt x="267765" y="107079"/>
                </a:lnTo>
                <a:lnTo>
                  <a:pt x="268405" y="107326"/>
                </a:lnTo>
                <a:lnTo>
                  <a:pt x="269054" y="107560"/>
                </a:lnTo>
                <a:lnTo>
                  <a:pt x="269711" y="107782"/>
                </a:lnTo>
                <a:lnTo>
                  <a:pt x="270376" y="107991"/>
                </a:lnTo>
                <a:lnTo>
                  <a:pt x="271049" y="108187"/>
                </a:lnTo>
                <a:lnTo>
                  <a:pt x="271731" y="108371"/>
                </a:lnTo>
                <a:lnTo>
                  <a:pt x="272422" y="108542"/>
                </a:lnTo>
                <a:lnTo>
                  <a:pt x="273120" y="108700"/>
                </a:lnTo>
                <a:lnTo>
                  <a:pt x="273827" y="108846"/>
                </a:lnTo>
                <a:lnTo>
                  <a:pt x="274543" y="108979"/>
                </a:lnTo>
                <a:lnTo>
                  <a:pt x="275267" y="109099"/>
                </a:lnTo>
                <a:lnTo>
                  <a:pt x="275999" y="109207"/>
                </a:lnTo>
                <a:lnTo>
                  <a:pt x="276739" y="109302"/>
                </a:lnTo>
                <a:lnTo>
                  <a:pt x="277488" y="109384"/>
                </a:lnTo>
                <a:lnTo>
                  <a:pt x="278245" y="109454"/>
                </a:lnTo>
                <a:lnTo>
                  <a:pt x="279011" y="109511"/>
                </a:lnTo>
                <a:lnTo>
                  <a:pt x="279785" y="109555"/>
                </a:lnTo>
                <a:lnTo>
                  <a:pt x="280567" y="109587"/>
                </a:lnTo>
                <a:lnTo>
                  <a:pt x="281358" y="109606"/>
                </a:lnTo>
                <a:lnTo>
                  <a:pt x="282157" y="109612"/>
                </a:lnTo>
                <a:lnTo>
                  <a:pt x="283340" y="109599"/>
                </a:lnTo>
                <a:lnTo>
                  <a:pt x="284503" y="109561"/>
                </a:lnTo>
                <a:lnTo>
                  <a:pt x="285647" y="109497"/>
                </a:lnTo>
                <a:lnTo>
                  <a:pt x="286770" y="109407"/>
                </a:lnTo>
                <a:close/>
                <a:moveTo>
                  <a:pt x="119954" y="109486"/>
                </a:moveTo>
                <a:lnTo>
                  <a:pt x="121065" y="109388"/>
                </a:lnTo>
                <a:lnTo>
                  <a:pt x="122157" y="109262"/>
                </a:lnTo>
                <a:lnTo>
                  <a:pt x="123228" y="109109"/>
                </a:lnTo>
                <a:lnTo>
                  <a:pt x="124280" y="108927"/>
                </a:lnTo>
                <a:lnTo>
                  <a:pt x="125311" y="108717"/>
                </a:lnTo>
                <a:lnTo>
                  <a:pt x="126322" y="108479"/>
                </a:lnTo>
                <a:lnTo>
                  <a:pt x="127313" y="108214"/>
                </a:lnTo>
                <a:lnTo>
                  <a:pt x="128284" y="107920"/>
                </a:lnTo>
                <a:lnTo>
                  <a:pt x="129235" y="107598"/>
                </a:lnTo>
                <a:lnTo>
                  <a:pt x="130166" y="107249"/>
                </a:lnTo>
                <a:lnTo>
                  <a:pt x="131077" y="106871"/>
                </a:lnTo>
                <a:lnTo>
                  <a:pt x="131968" y="106466"/>
                </a:lnTo>
                <a:lnTo>
                  <a:pt x="132838" y="106032"/>
                </a:lnTo>
                <a:lnTo>
                  <a:pt x="133689" y="105571"/>
                </a:lnTo>
                <a:lnTo>
                  <a:pt x="134519" y="105082"/>
                </a:lnTo>
                <a:lnTo>
                  <a:pt x="135330" y="104564"/>
                </a:lnTo>
                <a:lnTo>
                  <a:pt x="136120" y="104019"/>
                </a:lnTo>
                <a:lnTo>
                  <a:pt x="136890" y="103446"/>
                </a:lnTo>
                <a:lnTo>
                  <a:pt x="137640" y="102844"/>
                </a:lnTo>
                <a:lnTo>
                  <a:pt x="138370" y="102215"/>
                </a:lnTo>
                <a:lnTo>
                  <a:pt x="139080" y="101558"/>
                </a:lnTo>
                <a:lnTo>
                  <a:pt x="139766" y="100877"/>
                </a:lnTo>
                <a:lnTo>
                  <a:pt x="140422" y="100175"/>
                </a:lnTo>
                <a:lnTo>
                  <a:pt x="141049" y="99453"/>
                </a:lnTo>
                <a:lnTo>
                  <a:pt x="141647" y="98710"/>
                </a:lnTo>
                <a:lnTo>
                  <a:pt x="142216" y="97947"/>
                </a:lnTo>
                <a:lnTo>
                  <a:pt x="142755" y="97164"/>
                </a:lnTo>
                <a:lnTo>
                  <a:pt x="143266" y="96361"/>
                </a:lnTo>
                <a:lnTo>
                  <a:pt x="143747" y="95537"/>
                </a:lnTo>
                <a:lnTo>
                  <a:pt x="144199" y="94693"/>
                </a:lnTo>
                <a:lnTo>
                  <a:pt x="144622" y="93829"/>
                </a:lnTo>
                <a:lnTo>
                  <a:pt x="145016" y="92944"/>
                </a:lnTo>
                <a:lnTo>
                  <a:pt x="145381" y="92039"/>
                </a:lnTo>
                <a:lnTo>
                  <a:pt x="145716" y="91114"/>
                </a:lnTo>
                <a:lnTo>
                  <a:pt x="146022" y="90168"/>
                </a:lnTo>
                <a:lnTo>
                  <a:pt x="146299" y="89202"/>
                </a:lnTo>
                <a:lnTo>
                  <a:pt x="146547" y="88216"/>
                </a:lnTo>
                <a:lnTo>
                  <a:pt x="146766" y="87209"/>
                </a:lnTo>
                <a:lnTo>
                  <a:pt x="146956" y="86182"/>
                </a:lnTo>
                <a:lnTo>
                  <a:pt x="147116" y="85135"/>
                </a:lnTo>
                <a:lnTo>
                  <a:pt x="147247" y="84067"/>
                </a:lnTo>
                <a:lnTo>
                  <a:pt x="147350" y="82980"/>
                </a:lnTo>
                <a:lnTo>
                  <a:pt x="147422" y="81871"/>
                </a:lnTo>
                <a:lnTo>
                  <a:pt x="147466" y="80743"/>
                </a:lnTo>
                <a:lnTo>
                  <a:pt x="147481" y="79594"/>
                </a:lnTo>
                <a:lnTo>
                  <a:pt x="147481" y="32497"/>
                </a:lnTo>
                <a:lnTo>
                  <a:pt x="130268" y="32497"/>
                </a:lnTo>
                <a:lnTo>
                  <a:pt x="130268" y="79455"/>
                </a:lnTo>
                <a:lnTo>
                  <a:pt x="130261" y="80058"/>
                </a:lnTo>
                <a:lnTo>
                  <a:pt x="130242" y="80648"/>
                </a:lnTo>
                <a:lnTo>
                  <a:pt x="130211" y="81227"/>
                </a:lnTo>
                <a:lnTo>
                  <a:pt x="130166" y="81794"/>
                </a:lnTo>
                <a:lnTo>
                  <a:pt x="130109" y="82350"/>
                </a:lnTo>
                <a:lnTo>
                  <a:pt x="130040" y="82893"/>
                </a:lnTo>
                <a:lnTo>
                  <a:pt x="129957" y="83425"/>
                </a:lnTo>
                <a:lnTo>
                  <a:pt x="129862" y="83946"/>
                </a:lnTo>
                <a:lnTo>
                  <a:pt x="129754" y="84454"/>
                </a:lnTo>
                <a:lnTo>
                  <a:pt x="129634" y="84951"/>
                </a:lnTo>
                <a:lnTo>
                  <a:pt x="129501" y="85436"/>
                </a:lnTo>
                <a:lnTo>
                  <a:pt x="129355" y="85910"/>
                </a:lnTo>
                <a:lnTo>
                  <a:pt x="129197" y="86371"/>
                </a:lnTo>
                <a:lnTo>
                  <a:pt x="129026" y="86822"/>
                </a:lnTo>
                <a:lnTo>
                  <a:pt x="128842" y="87260"/>
                </a:lnTo>
                <a:lnTo>
                  <a:pt x="128646" y="87686"/>
                </a:lnTo>
                <a:lnTo>
                  <a:pt x="128436" y="88101"/>
                </a:lnTo>
                <a:lnTo>
                  <a:pt x="128215" y="88505"/>
                </a:lnTo>
                <a:lnTo>
                  <a:pt x="127980" y="88896"/>
                </a:lnTo>
                <a:lnTo>
                  <a:pt x="127733" y="89276"/>
                </a:lnTo>
                <a:lnTo>
                  <a:pt x="127473" y="89644"/>
                </a:lnTo>
                <a:lnTo>
                  <a:pt x="127201" y="90000"/>
                </a:lnTo>
                <a:lnTo>
                  <a:pt x="126916" y="90345"/>
                </a:lnTo>
                <a:lnTo>
                  <a:pt x="126618" y="90678"/>
                </a:lnTo>
                <a:lnTo>
                  <a:pt x="126309" y="90998"/>
                </a:lnTo>
                <a:lnTo>
                  <a:pt x="125990" y="91305"/>
                </a:lnTo>
                <a:lnTo>
                  <a:pt x="125662" y="91598"/>
                </a:lnTo>
                <a:lnTo>
                  <a:pt x="125323" y="91877"/>
                </a:lnTo>
                <a:lnTo>
                  <a:pt x="124975" y="92143"/>
                </a:lnTo>
                <a:lnTo>
                  <a:pt x="124617" y="92395"/>
                </a:lnTo>
                <a:lnTo>
                  <a:pt x="124250" y="92634"/>
                </a:lnTo>
                <a:lnTo>
                  <a:pt x="123872" y="92859"/>
                </a:lnTo>
                <a:lnTo>
                  <a:pt x="123485" y="93070"/>
                </a:lnTo>
                <a:lnTo>
                  <a:pt x="123088" y="93267"/>
                </a:lnTo>
                <a:lnTo>
                  <a:pt x="122681" y="93451"/>
                </a:lnTo>
                <a:lnTo>
                  <a:pt x="122264" y="93622"/>
                </a:lnTo>
                <a:lnTo>
                  <a:pt x="121838" y="93778"/>
                </a:lnTo>
                <a:lnTo>
                  <a:pt x="121401" y="93922"/>
                </a:lnTo>
                <a:lnTo>
                  <a:pt x="120955" y="94051"/>
                </a:lnTo>
                <a:lnTo>
                  <a:pt x="120499" y="94167"/>
                </a:lnTo>
                <a:lnTo>
                  <a:pt x="120033" y="94269"/>
                </a:lnTo>
                <a:lnTo>
                  <a:pt x="119558" y="94358"/>
                </a:lnTo>
                <a:lnTo>
                  <a:pt x="119072" y="94433"/>
                </a:lnTo>
                <a:lnTo>
                  <a:pt x="118577" y="94494"/>
                </a:lnTo>
                <a:lnTo>
                  <a:pt x="118072" y="94542"/>
                </a:lnTo>
                <a:lnTo>
                  <a:pt x="117557" y="94576"/>
                </a:lnTo>
                <a:lnTo>
                  <a:pt x="117033" y="94596"/>
                </a:lnTo>
                <a:lnTo>
                  <a:pt x="116498" y="94603"/>
                </a:lnTo>
                <a:lnTo>
                  <a:pt x="115953" y="94596"/>
                </a:lnTo>
                <a:lnTo>
                  <a:pt x="115418" y="94576"/>
                </a:lnTo>
                <a:lnTo>
                  <a:pt x="114893" y="94542"/>
                </a:lnTo>
                <a:lnTo>
                  <a:pt x="114379" y="94494"/>
                </a:lnTo>
                <a:lnTo>
                  <a:pt x="113876" y="94433"/>
                </a:lnTo>
                <a:lnTo>
                  <a:pt x="113383" y="94358"/>
                </a:lnTo>
                <a:lnTo>
                  <a:pt x="112900" y="94269"/>
                </a:lnTo>
                <a:lnTo>
                  <a:pt x="112428" y="94167"/>
                </a:lnTo>
                <a:lnTo>
                  <a:pt x="111967" y="94051"/>
                </a:lnTo>
                <a:lnTo>
                  <a:pt x="111516" y="93922"/>
                </a:lnTo>
                <a:lnTo>
                  <a:pt x="111075" y="93778"/>
                </a:lnTo>
                <a:lnTo>
                  <a:pt x="110645" y="93622"/>
                </a:lnTo>
                <a:lnTo>
                  <a:pt x="110226" y="93451"/>
                </a:lnTo>
                <a:lnTo>
                  <a:pt x="109817" y="93267"/>
                </a:lnTo>
                <a:lnTo>
                  <a:pt x="109419" y="93070"/>
                </a:lnTo>
                <a:lnTo>
                  <a:pt x="109031" y="92859"/>
                </a:lnTo>
                <a:lnTo>
                  <a:pt x="108654" y="92634"/>
                </a:lnTo>
                <a:lnTo>
                  <a:pt x="108287" y="92395"/>
                </a:lnTo>
                <a:lnTo>
                  <a:pt x="107931" y="92143"/>
                </a:lnTo>
                <a:lnTo>
                  <a:pt x="107585" y="91877"/>
                </a:lnTo>
                <a:lnTo>
                  <a:pt x="107250" y="91598"/>
                </a:lnTo>
                <a:lnTo>
                  <a:pt x="106925" y="91305"/>
                </a:lnTo>
                <a:lnTo>
                  <a:pt x="106611" y="90998"/>
                </a:lnTo>
                <a:lnTo>
                  <a:pt x="106308" y="90678"/>
                </a:lnTo>
                <a:lnTo>
                  <a:pt x="106015" y="90345"/>
                </a:lnTo>
                <a:lnTo>
                  <a:pt x="105736" y="90000"/>
                </a:lnTo>
                <a:lnTo>
                  <a:pt x="105468" y="89644"/>
                </a:lnTo>
                <a:lnTo>
                  <a:pt x="105213" y="89276"/>
                </a:lnTo>
                <a:lnTo>
                  <a:pt x="104971" y="88896"/>
                </a:lnTo>
                <a:lnTo>
                  <a:pt x="104741" y="88505"/>
                </a:lnTo>
                <a:lnTo>
                  <a:pt x="104523" y="88101"/>
                </a:lnTo>
                <a:lnTo>
                  <a:pt x="104318" y="87686"/>
                </a:lnTo>
                <a:lnTo>
                  <a:pt x="104126" y="87260"/>
                </a:lnTo>
                <a:lnTo>
                  <a:pt x="103945" y="86822"/>
                </a:lnTo>
                <a:lnTo>
                  <a:pt x="103778" y="86371"/>
                </a:lnTo>
                <a:lnTo>
                  <a:pt x="103622" y="85910"/>
                </a:lnTo>
                <a:lnTo>
                  <a:pt x="103479" y="85436"/>
                </a:lnTo>
                <a:lnTo>
                  <a:pt x="103349" y="84951"/>
                </a:lnTo>
                <a:lnTo>
                  <a:pt x="103231" y="84454"/>
                </a:lnTo>
                <a:lnTo>
                  <a:pt x="103125" y="83946"/>
                </a:lnTo>
                <a:lnTo>
                  <a:pt x="103032" y="83425"/>
                </a:lnTo>
                <a:lnTo>
                  <a:pt x="102951" y="82893"/>
                </a:lnTo>
                <a:lnTo>
                  <a:pt x="102882" y="82350"/>
                </a:lnTo>
                <a:lnTo>
                  <a:pt x="102826" y="81794"/>
                </a:lnTo>
                <a:lnTo>
                  <a:pt x="102783" y="81227"/>
                </a:lnTo>
                <a:lnTo>
                  <a:pt x="102752" y="80648"/>
                </a:lnTo>
                <a:lnTo>
                  <a:pt x="102733" y="80058"/>
                </a:lnTo>
                <a:lnTo>
                  <a:pt x="102727" y="79455"/>
                </a:lnTo>
                <a:lnTo>
                  <a:pt x="102727" y="32497"/>
                </a:lnTo>
                <a:lnTo>
                  <a:pt x="85514" y="32497"/>
                </a:lnTo>
                <a:lnTo>
                  <a:pt x="85514" y="79594"/>
                </a:lnTo>
                <a:lnTo>
                  <a:pt x="85528" y="80743"/>
                </a:lnTo>
                <a:lnTo>
                  <a:pt x="85571" y="81871"/>
                </a:lnTo>
                <a:lnTo>
                  <a:pt x="85643" y="82980"/>
                </a:lnTo>
                <a:lnTo>
                  <a:pt x="85743" y="84067"/>
                </a:lnTo>
                <a:lnTo>
                  <a:pt x="85872" y="85135"/>
                </a:lnTo>
                <a:lnTo>
                  <a:pt x="86030" y="86182"/>
                </a:lnTo>
                <a:lnTo>
                  <a:pt x="86217" y="87209"/>
                </a:lnTo>
                <a:lnTo>
                  <a:pt x="86432" y="88216"/>
                </a:lnTo>
                <a:lnTo>
                  <a:pt x="86676" y="89202"/>
                </a:lnTo>
                <a:lnTo>
                  <a:pt x="86948" y="90168"/>
                </a:lnTo>
                <a:lnTo>
                  <a:pt x="87249" y="91114"/>
                </a:lnTo>
                <a:lnTo>
                  <a:pt x="87579" y="92039"/>
                </a:lnTo>
                <a:lnTo>
                  <a:pt x="87938" y="92944"/>
                </a:lnTo>
                <a:lnTo>
                  <a:pt x="88325" y="93829"/>
                </a:lnTo>
                <a:lnTo>
                  <a:pt x="88741" y="94693"/>
                </a:lnTo>
                <a:lnTo>
                  <a:pt x="89186" y="95537"/>
                </a:lnTo>
                <a:lnTo>
                  <a:pt x="89659" y="96361"/>
                </a:lnTo>
                <a:lnTo>
                  <a:pt x="90161" y="97164"/>
                </a:lnTo>
                <a:lnTo>
                  <a:pt x="90692" y="97947"/>
                </a:lnTo>
                <a:lnTo>
                  <a:pt x="91251" y="98710"/>
                </a:lnTo>
                <a:lnTo>
                  <a:pt x="91839" y="99453"/>
                </a:lnTo>
                <a:lnTo>
                  <a:pt x="92456" y="100175"/>
                </a:lnTo>
                <a:lnTo>
                  <a:pt x="93102" y="100877"/>
                </a:lnTo>
                <a:lnTo>
                  <a:pt x="93776" y="101558"/>
                </a:lnTo>
                <a:lnTo>
                  <a:pt x="94475" y="102215"/>
                </a:lnTo>
                <a:lnTo>
                  <a:pt x="95196" y="102844"/>
                </a:lnTo>
                <a:lnTo>
                  <a:pt x="95939" y="103446"/>
                </a:lnTo>
                <a:lnTo>
                  <a:pt x="96703" y="104019"/>
                </a:lnTo>
                <a:lnTo>
                  <a:pt x="97488" y="104564"/>
                </a:lnTo>
                <a:lnTo>
                  <a:pt x="98295" y="105082"/>
                </a:lnTo>
                <a:lnTo>
                  <a:pt x="99124" y="105571"/>
                </a:lnTo>
                <a:lnTo>
                  <a:pt x="99974" y="106032"/>
                </a:lnTo>
                <a:lnTo>
                  <a:pt x="100845" y="106466"/>
                </a:lnTo>
                <a:lnTo>
                  <a:pt x="101738" y="106871"/>
                </a:lnTo>
                <a:lnTo>
                  <a:pt x="102653" y="107249"/>
                </a:lnTo>
                <a:lnTo>
                  <a:pt x="103589" y="107598"/>
                </a:lnTo>
                <a:lnTo>
                  <a:pt x="104546" y="107920"/>
                </a:lnTo>
                <a:lnTo>
                  <a:pt x="105525" y="108214"/>
                </a:lnTo>
                <a:lnTo>
                  <a:pt x="106526" y="108479"/>
                </a:lnTo>
                <a:lnTo>
                  <a:pt x="107548" y="108717"/>
                </a:lnTo>
                <a:lnTo>
                  <a:pt x="108591" y="108927"/>
                </a:lnTo>
                <a:lnTo>
                  <a:pt x="109656" y="109109"/>
                </a:lnTo>
                <a:lnTo>
                  <a:pt x="110743" y="109262"/>
                </a:lnTo>
                <a:lnTo>
                  <a:pt x="111851" y="109388"/>
                </a:lnTo>
                <a:lnTo>
                  <a:pt x="112981" y="109486"/>
                </a:lnTo>
                <a:lnTo>
                  <a:pt x="114132" y="109556"/>
                </a:lnTo>
                <a:lnTo>
                  <a:pt x="115304" y="109598"/>
                </a:lnTo>
                <a:lnTo>
                  <a:pt x="116498" y="109612"/>
                </a:lnTo>
                <a:lnTo>
                  <a:pt x="117670" y="109598"/>
                </a:lnTo>
                <a:lnTo>
                  <a:pt x="118822" y="109556"/>
                </a:lnTo>
                <a:lnTo>
                  <a:pt x="119954" y="109486"/>
                </a:lnTo>
                <a:close/>
                <a:moveTo>
                  <a:pt x="451153" y="19755"/>
                </a:moveTo>
                <a:lnTo>
                  <a:pt x="451555" y="19713"/>
                </a:lnTo>
                <a:lnTo>
                  <a:pt x="451949" y="19661"/>
                </a:lnTo>
                <a:lnTo>
                  <a:pt x="452335" y="19601"/>
                </a:lnTo>
                <a:lnTo>
                  <a:pt x="452714" y="19531"/>
                </a:lnTo>
                <a:lnTo>
                  <a:pt x="453085" y="19452"/>
                </a:lnTo>
                <a:lnTo>
                  <a:pt x="453448" y="19363"/>
                </a:lnTo>
                <a:lnTo>
                  <a:pt x="453804" y="19265"/>
                </a:lnTo>
                <a:lnTo>
                  <a:pt x="454152" y="19158"/>
                </a:lnTo>
                <a:lnTo>
                  <a:pt x="454492" y="19041"/>
                </a:lnTo>
                <a:lnTo>
                  <a:pt x="454825" y="18915"/>
                </a:lnTo>
                <a:lnTo>
                  <a:pt x="455150" y="18780"/>
                </a:lnTo>
                <a:lnTo>
                  <a:pt x="455468" y="18636"/>
                </a:lnTo>
                <a:lnTo>
                  <a:pt x="455777" y="18482"/>
                </a:lnTo>
                <a:lnTo>
                  <a:pt x="456080" y="18319"/>
                </a:lnTo>
                <a:lnTo>
                  <a:pt x="456374" y="18146"/>
                </a:lnTo>
                <a:lnTo>
                  <a:pt x="456661" y="17964"/>
                </a:lnTo>
                <a:lnTo>
                  <a:pt x="456940" y="17773"/>
                </a:lnTo>
                <a:lnTo>
                  <a:pt x="457212" y="17573"/>
                </a:lnTo>
                <a:lnTo>
                  <a:pt x="457476" y="17363"/>
                </a:lnTo>
                <a:lnTo>
                  <a:pt x="457732" y="17144"/>
                </a:lnTo>
                <a:lnTo>
                  <a:pt x="457979" y="16917"/>
                </a:lnTo>
                <a:lnTo>
                  <a:pt x="458216" y="16683"/>
                </a:lnTo>
                <a:lnTo>
                  <a:pt x="458442" y="16443"/>
                </a:lnTo>
                <a:lnTo>
                  <a:pt x="458658" y="16197"/>
                </a:lnTo>
                <a:lnTo>
                  <a:pt x="458863" y="15944"/>
                </a:lnTo>
                <a:lnTo>
                  <a:pt x="459058" y="15685"/>
                </a:lnTo>
                <a:lnTo>
                  <a:pt x="459242" y="15419"/>
                </a:lnTo>
                <a:lnTo>
                  <a:pt x="459416" y="15147"/>
                </a:lnTo>
                <a:lnTo>
                  <a:pt x="459579" y="14868"/>
                </a:lnTo>
                <a:lnTo>
                  <a:pt x="459731" y="14583"/>
                </a:lnTo>
                <a:lnTo>
                  <a:pt x="459873" y="14292"/>
                </a:lnTo>
                <a:lnTo>
                  <a:pt x="460005" y="13994"/>
                </a:lnTo>
                <a:lnTo>
                  <a:pt x="460126" y="13689"/>
                </a:lnTo>
                <a:lnTo>
                  <a:pt x="460236" y="13378"/>
                </a:lnTo>
                <a:lnTo>
                  <a:pt x="460336" y="13061"/>
                </a:lnTo>
                <a:lnTo>
                  <a:pt x="460426" y="12737"/>
                </a:lnTo>
                <a:lnTo>
                  <a:pt x="460504" y="12407"/>
                </a:lnTo>
                <a:lnTo>
                  <a:pt x="460573" y="12070"/>
                </a:lnTo>
                <a:lnTo>
                  <a:pt x="460631" y="11727"/>
                </a:lnTo>
                <a:lnTo>
                  <a:pt x="460678" y="11377"/>
                </a:lnTo>
                <a:lnTo>
                  <a:pt x="460715" y="11021"/>
                </a:lnTo>
                <a:lnTo>
                  <a:pt x="460741" y="10658"/>
                </a:lnTo>
                <a:lnTo>
                  <a:pt x="460757" y="10289"/>
                </a:lnTo>
                <a:lnTo>
                  <a:pt x="460762" y="9914"/>
                </a:lnTo>
                <a:lnTo>
                  <a:pt x="460757" y="9538"/>
                </a:lnTo>
                <a:lnTo>
                  <a:pt x="460741" y="9169"/>
                </a:lnTo>
                <a:lnTo>
                  <a:pt x="460715" y="8807"/>
                </a:lnTo>
                <a:lnTo>
                  <a:pt x="460678" y="8451"/>
                </a:lnTo>
                <a:lnTo>
                  <a:pt x="460631" y="8101"/>
                </a:lnTo>
                <a:lnTo>
                  <a:pt x="460573" y="7758"/>
                </a:lnTo>
                <a:lnTo>
                  <a:pt x="460504" y="7422"/>
                </a:lnTo>
                <a:lnTo>
                  <a:pt x="460426" y="7091"/>
                </a:lnTo>
                <a:lnTo>
                  <a:pt x="460336" y="6768"/>
                </a:lnTo>
                <a:lnTo>
                  <a:pt x="460236" y="6450"/>
                </a:lnTo>
                <a:lnTo>
                  <a:pt x="460126" y="6139"/>
                </a:lnTo>
                <a:lnTo>
                  <a:pt x="460005" y="5835"/>
                </a:lnTo>
                <a:lnTo>
                  <a:pt x="459873" y="5537"/>
                </a:lnTo>
                <a:lnTo>
                  <a:pt x="459731" y="5246"/>
                </a:lnTo>
                <a:lnTo>
                  <a:pt x="459579" y="4961"/>
                </a:lnTo>
                <a:lnTo>
                  <a:pt x="459416" y="4682"/>
                </a:lnTo>
                <a:lnTo>
                  <a:pt x="459242" y="4410"/>
                </a:lnTo>
                <a:lnTo>
                  <a:pt x="459058" y="4144"/>
                </a:lnTo>
                <a:lnTo>
                  <a:pt x="458863" y="3885"/>
                </a:lnTo>
                <a:lnTo>
                  <a:pt x="458658" y="3632"/>
                </a:lnTo>
                <a:lnTo>
                  <a:pt x="458442" y="3386"/>
                </a:lnTo>
                <a:lnTo>
                  <a:pt x="458216" y="3146"/>
                </a:lnTo>
                <a:lnTo>
                  <a:pt x="457979" y="2912"/>
                </a:lnTo>
                <a:lnTo>
                  <a:pt x="457732" y="2685"/>
                </a:lnTo>
                <a:lnTo>
                  <a:pt x="457476" y="2466"/>
                </a:lnTo>
                <a:lnTo>
                  <a:pt x="457212" y="2256"/>
                </a:lnTo>
                <a:lnTo>
                  <a:pt x="456940" y="2056"/>
                </a:lnTo>
                <a:lnTo>
                  <a:pt x="456661" y="1865"/>
                </a:lnTo>
                <a:lnTo>
                  <a:pt x="456374" y="1683"/>
                </a:lnTo>
                <a:lnTo>
                  <a:pt x="456080" y="1511"/>
                </a:lnTo>
                <a:lnTo>
                  <a:pt x="455777" y="1347"/>
                </a:lnTo>
                <a:lnTo>
                  <a:pt x="455468" y="1193"/>
                </a:lnTo>
                <a:lnTo>
                  <a:pt x="455150" y="1049"/>
                </a:lnTo>
                <a:lnTo>
                  <a:pt x="454825" y="914"/>
                </a:lnTo>
                <a:lnTo>
                  <a:pt x="454492" y="788"/>
                </a:lnTo>
                <a:lnTo>
                  <a:pt x="454152" y="671"/>
                </a:lnTo>
                <a:lnTo>
                  <a:pt x="453804" y="564"/>
                </a:lnTo>
                <a:lnTo>
                  <a:pt x="453448" y="466"/>
                </a:lnTo>
                <a:lnTo>
                  <a:pt x="453085" y="378"/>
                </a:lnTo>
                <a:lnTo>
                  <a:pt x="452714" y="298"/>
                </a:lnTo>
                <a:lnTo>
                  <a:pt x="452335" y="228"/>
                </a:lnTo>
                <a:lnTo>
                  <a:pt x="451949" y="168"/>
                </a:lnTo>
                <a:lnTo>
                  <a:pt x="451555" y="117"/>
                </a:lnTo>
                <a:lnTo>
                  <a:pt x="451153" y="75"/>
                </a:lnTo>
                <a:lnTo>
                  <a:pt x="450744" y="42"/>
                </a:lnTo>
                <a:lnTo>
                  <a:pt x="450327" y="19"/>
                </a:lnTo>
                <a:lnTo>
                  <a:pt x="449902" y="5"/>
                </a:lnTo>
                <a:lnTo>
                  <a:pt x="449470" y="0"/>
                </a:lnTo>
                <a:lnTo>
                  <a:pt x="449038" y="5"/>
                </a:lnTo>
                <a:lnTo>
                  <a:pt x="448613" y="19"/>
                </a:lnTo>
                <a:lnTo>
                  <a:pt x="448196" y="42"/>
                </a:lnTo>
                <a:lnTo>
                  <a:pt x="447787" y="75"/>
                </a:lnTo>
                <a:lnTo>
                  <a:pt x="447385" y="117"/>
                </a:lnTo>
                <a:lnTo>
                  <a:pt x="446991" y="168"/>
                </a:lnTo>
                <a:lnTo>
                  <a:pt x="446605" y="228"/>
                </a:lnTo>
                <a:lnTo>
                  <a:pt x="446226" y="298"/>
                </a:lnTo>
                <a:lnTo>
                  <a:pt x="445855" y="378"/>
                </a:lnTo>
                <a:lnTo>
                  <a:pt x="445491" y="466"/>
                </a:lnTo>
                <a:lnTo>
                  <a:pt x="445135" y="564"/>
                </a:lnTo>
                <a:lnTo>
                  <a:pt x="444787" y="671"/>
                </a:lnTo>
                <a:lnTo>
                  <a:pt x="444447" y="788"/>
                </a:lnTo>
                <a:lnTo>
                  <a:pt x="444114" y="914"/>
                </a:lnTo>
                <a:lnTo>
                  <a:pt x="443789" y="1049"/>
                </a:lnTo>
                <a:lnTo>
                  <a:pt x="443471" y="1193"/>
                </a:lnTo>
                <a:lnTo>
                  <a:pt x="443161" y="1347"/>
                </a:lnTo>
                <a:lnTo>
                  <a:pt x="442859" y="1511"/>
                </a:lnTo>
                <a:lnTo>
                  <a:pt x="442564" y="1683"/>
                </a:lnTo>
                <a:lnTo>
                  <a:pt x="442277" y="1865"/>
                </a:lnTo>
                <a:lnTo>
                  <a:pt x="441998" y="2056"/>
                </a:lnTo>
                <a:lnTo>
                  <a:pt x="441727" y="2256"/>
                </a:lnTo>
                <a:lnTo>
                  <a:pt x="441463" y="2466"/>
                </a:lnTo>
                <a:lnTo>
                  <a:pt x="441206" y="2685"/>
                </a:lnTo>
                <a:lnTo>
                  <a:pt x="440959" y="2912"/>
                </a:lnTo>
                <a:lnTo>
                  <a:pt x="440723" y="3146"/>
                </a:lnTo>
                <a:lnTo>
                  <a:pt x="440497" y="3386"/>
                </a:lnTo>
                <a:lnTo>
                  <a:pt x="440281" y="3632"/>
                </a:lnTo>
                <a:lnTo>
                  <a:pt x="440076" y="3885"/>
                </a:lnTo>
                <a:lnTo>
                  <a:pt x="439882" y="4144"/>
                </a:lnTo>
                <a:lnTo>
                  <a:pt x="439698" y="4410"/>
                </a:lnTo>
                <a:lnTo>
                  <a:pt x="439524" y="4682"/>
                </a:lnTo>
                <a:lnTo>
                  <a:pt x="439361" y="4961"/>
                </a:lnTo>
                <a:lnTo>
                  <a:pt x="439209" y="5246"/>
                </a:lnTo>
                <a:lnTo>
                  <a:pt x="439067" y="5537"/>
                </a:lnTo>
                <a:lnTo>
                  <a:pt x="438935" y="5835"/>
                </a:lnTo>
                <a:lnTo>
                  <a:pt x="438814" y="6139"/>
                </a:lnTo>
                <a:lnTo>
                  <a:pt x="438704" y="6450"/>
                </a:lnTo>
                <a:lnTo>
                  <a:pt x="438604" y="6768"/>
                </a:lnTo>
                <a:lnTo>
                  <a:pt x="438515" y="7091"/>
                </a:lnTo>
                <a:lnTo>
                  <a:pt x="438436" y="7422"/>
                </a:lnTo>
                <a:lnTo>
                  <a:pt x="438368" y="7758"/>
                </a:lnTo>
                <a:lnTo>
                  <a:pt x="438310" y="8101"/>
                </a:lnTo>
                <a:lnTo>
                  <a:pt x="438262" y="8451"/>
                </a:lnTo>
                <a:lnTo>
                  <a:pt x="438226" y="8807"/>
                </a:lnTo>
                <a:lnTo>
                  <a:pt x="438199" y="9169"/>
                </a:lnTo>
                <a:lnTo>
                  <a:pt x="438184" y="9538"/>
                </a:lnTo>
                <a:lnTo>
                  <a:pt x="438178" y="9914"/>
                </a:lnTo>
                <a:lnTo>
                  <a:pt x="438184" y="10289"/>
                </a:lnTo>
                <a:lnTo>
                  <a:pt x="438199" y="10658"/>
                </a:lnTo>
                <a:lnTo>
                  <a:pt x="438226" y="11021"/>
                </a:lnTo>
                <a:lnTo>
                  <a:pt x="438262" y="11377"/>
                </a:lnTo>
                <a:lnTo>
                  <a:pt x="438310" y="11727"/>
                </a:lnTo>
                <a:lnTo>
                  <a:pt x="438368" y="12070"/>
                </a:lnTo>
                <a:lnTo>
                  <a:pt x="438436" y="12407"/>
                </a:lnTo>
                <a:lnTo>
                  <a:pt x="438515" y="12737"/>
                </a:lnTo>
                <a:lnTo>
                  <a:pt x="438604" y="13061"/>
                </a:lnTo>
                <a:lnTo>
                  <a:pt x="438704" y="13378"/>
                </a:lnTo>
                <a:lnTo>
                  <a:pt x="438814" y="13689"/>
                </a:lnTo>
                <a:lnTo>
                  <a:pt x="438935" y="13994"/>
                </a:lnTo>
                <a:lnTo>
                  <a:pt x="439067" y="14292"/>
                </a:lnTo>
                <a:lnTo>
                  <a:pt x="439209" y="14583"/>
                </a:lnTo>
                <a:lnTo>
                  <a:pt x="439361" y="14868"/>
                </a:lnTo>
                <a:lnTo>
                  <a:pt x="439524" y="15147"/>
                </a:lnTo>
                <a:lnTo>
                  <a:pt x="439698" y="15419"/>
                </a:lnTo>
                <a:lnTo>
                  <a:pt x="439882" y="15685"/>
                </a:lnTo>
                <a:lnTo>
                  <a:pt x="440076" y="15944"/>
                </a:lnTo>
                <a:lnTo>
                  <a:pt x="440281" y="16197"/>
                </a:lnTo>
                <a:lnTo>
                  <a:pt x="440497" y="16443"/>
                </a:lnTo>
                <a:lnTo>
                  <a:pt x="440723" y="16683"/>
                </a:lnTo>
                <a:lnTo>
                  <a:pt x="440959" y="16917"/>
                </a:lnTo>
                <a:lnTo>
                  <a:pt x="441206" y="17144"/>
                </a:lnTo>
                <a:lnTo>
                  <a:pt x="441463" y="17363"/>
                </a:lnTo>
                <a:lnTo>
                  <a:pt x="441727" y="17573"/>
                </a:lnTo>
                <a:lnTo>
                  <a:pt x="441998" y="17773"/>
                </a:lnTo>
                <a:lnTo>
                  <a:pt x="442277" y="17964"/>
                </a:lnTo>
                <a:lnTo>
                  <a:pt x="442564" y="18146"/>
                </a:lnTo>
                <a:lnTo>
                  <a:pt x="442859" y="18319"/>
                </a:lnTo>
                <a:lnTo>
                  <a:pt x="443161" y="18482"/>
                </a:lnTo>
                <a:lnTo>
                  <a:pt x="443471" y="18636"/>
                </a:lnTo>
                <a:lnTo>
                  <a:pt x="443789" y="18780"/>
                </a:lnTo>
                <a:lnTo>
                  <a:pt x="444114" y="18915"/>
                </a:lnTo>
                <a:lnTo>
                  <a:pt x="444447" y="19041"/>
                </a:lnTo>
                <a:lnTo>
                  <a:pt x="444787" y="19158"/>
                </a:lnTo>
                <a:lnTo>
                  <a:pt x="445135" y="19265"/>
                </a:lnTo>
                <a:lnTo>
                  <a:pt x="445491" y="19363"/>
                </a:lnTo>
                <a:lnTo>
                  <a:pt x="445855" y="19452"/>
                </a:lnTo>
                <a:lnTo>
                  <a:pt x="446226" y="19531"/>
                </a:lnTo>
                <a:lnTo>
                  <a:pt x="446605" y="19601"/>
                </a:lnTo>
                <a:lnTo>
                  <a:pt x="446991" y="19661"/>
                </a:lnTo>
                <a:lnTo>
                  <a:pt x="447385" y="19713"/>
                </a:lnTo>
                <a:lnTo>
                  <a:pt x="447787" y="19755"/>
                </a:lnTo>
                <a:lnTo>
                  <a:pt x="448196" y="19787"/>
                </a:lnTo>
                <a:lnTo>
                  <a:pt x="448613" y="19811"/>
                </a:lnTo>
                <a:lnTo>
                  <a:pt x="449038" y="19825"/>
                </a:lnTo>
                <a:lnTo>
                  <a:pt x="449470" y="19829"/>
                </a:lnTo>
                <a:lnTo>
                  <a:pt x="449902" y="19825"/>
                </a:lnTo>
                <a:lnTo>
                  <a:pt x="450327" y="19811"/>
                </a:lnTo>
                <a:lnTo>
                  <a:pt x="450744" y="19787"/>
                </a:lnTo>
                <a:lnTo>
                  <a:pt x="451153" y="19755"/>
                </a:lnTo>
                <a:close/>
                <a:moveTo>
                  <a:pt x="696725" y="54166"/>
                </a:moveTo>
                <a:lnTo>
                  <a:pt x="697171" y="54115"/>
                </a:lnTo>
                <a:lnTo>
                  <a:pt x="697609" y="54053"/>
                </a:lnTo>
                <a:lnTo>
                  <a:pt x="698040" y="53980"/>
                </a:lnTo>
                <a:lnTo>
                  <a:pt x="698463" y="53896"/>
                </a:lnTo>
                <a:lnTo>
                  <a:pt x="698878" y="53800"/>
                </a:lnTo>
                <a:lnTo>
                  <a:pt x="699285" y="53694"/>
                </a:lnTo>
                <a:lnTo>
                  <a:pt x="699684" y="53576"/>
                </a:lnTo>
                <a:lnTo>
                  <a:pt x="700075" y="53446"/>
                </a:lnTo>
                <a:lnTo>
                  <a:pt x="700458" y="53306"/>
                </a:lnTo>
                <a:lnTo>
                  <a:pt x="700834" y="53154"/>
                </a:lnTo>
                <a:lnTo>
                  <a:pt x="701201" y="52991"/>
                </a:lnTo>
                <a:lnTo>
                  <a:pt x="701561" y="52817"/>
                </a:lnTo>
                <a:lnTo>
                  <a:pt x="701912" y="52632"/>
                </a:lnTo>
                <a:lnTo>
                  <a:pt x="702256" y="52435"/>
                </a:lnTo>
                <a:lnTo>
                  <a:pt x="702592" y="52227"/>
                </a:lnTo>
                <a:lnTo>
                  <a:pt x="702920" y="52008"/>
                </a:lnTo>
                <a:lnTo>
                  <a:pt x="703241" y="51778"/>
                </a:lnTo>
                <a:lnTo>
                  <a:pt x="703553" y="51536"/>
                </a:lnTo>
                <a:lnTo>
                  <a:pt x="703857" y="51284"/>
                </a:lnTo>
                <a:lnTo>
                  <a:pt x="704154" y="51020"/>
                </a:lnTo>
                <a:lnTo>
                  <a:pt x="704440" y="50747"/>
                </a:lnTo>
                <a:lnTo>
                  <a:pt x="704715" y="50467"/>
                </a:lnTo>
                <a:lnTo>
                  <a:pt x="704977" y="50182"/>
                </a:lnTo>
                <a:lnTo>
                  <a:pt x="705227" y="49889"/>
                </a:lnTo>
                <a:lnTo>
                  <a:pt x="705465" y="49591"/>
                </a:lnTo>
                <a:lnTo>
                  <a:pt x="705691" y="49285"/>
                </a:lnTo>
                <a:lnTo>
                  <a:pt x="705904" y="48974"/>
                </a:lnTo>
                <a:lnTo>
                  <a:pt x="706106" y="48656"/>
                </a:lnTo>
                <a:lnTo>
                  <a:pt x="706295" y="48331"/>
                </a:lnTo>
                <a:lnTo>
                  <a:pt x="706472" y="48000"/>
                </a:lnTo>
                <a:lnTo>
                  <a:pt x="706636" y="47663"/>
                </a:lnTo>
                <a:lnTo>
                  <a:pt x="706789" y="47319"/>
                </a:lnTo>
                <a:lnTo>
                  <a:pt x="706929" y="46968"/>
                </a:lnTo>
                <a:lnTo>
                  <a:pt x="707057" y="46612"/>
                </a:lnTo>
                <a:lnTo>
                  <a:pt x="707173" y="46248"/>
                </a:lnTo>
                <a:lnTo>
                  <a:pt x="707277" y="45879"/>
                </a:lnTo>
                <a:lnTo>
                  <a:pt x="707368" y="45502"/>
                </a:lnTo>
                <a:lnTo>
                  <a:pt x="707447" y="45120"/>
                </a:lnTo>
                <a:lnTo>
                  <a:pt x="707515" y="44731"/>
                </a:lnTo>
                <a:lnTo>
                  <a:pt x="707569" y="44335"/>
                </a:lnTo>
                <a:lnTo>
                  <a:pt x="707612" y="43933"/>
                </a:lnTo>
                <a:lnTo>
                  <a:pt x="707643" y="43525"/>
                </a:lnTo>
                <a:lnTo>
                  <a:pt x="707661" y="43110"/>
                </a:lnTo>
                <a:lnTo>
                  <a:pt x="707667" y="42688"/>
                </a:lnTo>
                <a:lnTo>
                  <a:pt x="707661" y="42256"/>
                </a:lnTo>
                <a:lnTo>
                  <a:pt x="707643" y="41830"/>
                </a:lnTo>
                <a:lnTo>
                  <a:pt x="707612" y="41412"/>
                </a:lnTo>
                <a:lnTo>
                  <a:pt x="707569" y="41001"/>
                </a:lnTo>
                <a:lnTo>
                  <a:pt x="707515" y="40597"/>
                </a:lnTo>
                <a:lnTo>
                  <a:pt x="707447" y="40200"/>
                </a:lnTo>
                <a:lnTo>
                  <a:pt x="707368" y="39811"/>
                </a:lnTo>
                <a:lnTo>
                  <a:pt x="707277" y="39429"/>
                </a:lnTo>
                <a:lnTo>
                  <a:pt x="707173" y="39053"/>
                </a:lnTo>
                <a:lnTo>
                  <a:pt x="707057" y="38685"/>
                </a:lnTo>
                <a:lnTo>
                  <a:pt x="706929" y="38325"/>
                </a:lnTo>
                <a:lnTo>
                  <a:pt x="706789" y="37971"/>
                </a:lnTo>
                <a:lnTo>
                  <a:pt x="706636" y="37625"/>
                </a:lnTo>
                <a:lnTo>
                  <a:pt x="706472" y="37285"/>
                </a:lnTo>
                <a:lnTo>
                  <a:pt x="706295" y="36953"/>
                </a:lnTo>
                <a:lnTo>
                  <a:pt x="706106" y="36628"/>
                </a:lnTo>
                <a:lnTo>
                  <a:pt x="705904" y="36311"/>
                </a:lnTo>
                <a:lnTo>
                  <a:pt x="705691" y="36000"/>
                </a:lnTo>
                <a:lnTo>
                  <a:pt x="705465" y="35697"/>
                </a:lnTo>
                <a:lnTo>
                  <a:pt x="705227" y="35401"/>
                </a:lnTo>
                <a:lnTo>
                  <a:pt x="704977" y="35112"/>
                </a:lnTo>
                <a:lnTo>
                  <a:pt x="704715" y="34830"/>
                </a:lnTo>
                <a:lnTo>
                  <a:pt x="704440" y="34555"/>
                </a:lnTo>
                <a:lnTo>
                  <a:pt x="704154" y="34288"/>
                </a:lnTo>
                <a:lnTo>
                  <a:pt x="703857" y="34029"/>
                </a:lnTo>
                <a:lnTo>
                  <a:pt x="703553" y="33782"/>
                </a:lnTo>
                <a:lnTo>
                  <a:pt x="703241" y="33545"/>
                </a:lnTo>
                <a:lnTo>
                  <a:pt x="702920" y="33320"/>
                </a:lnTo>
                <a:lnTo>
                  <a:pt x="702592" y="33106"/>
                </a:lnTo>
                <a:lnTo>
                  <a:pt x="702256" y="32902"/>
                </a:lnTo>
                <a:lnTo>
                  <a:pt x="701912" y="32710"/>
                </a:lnTo>
                <a:lnTo>
                  <a:pt x="701561" y="32528"/>
                </a:lnTo>
                <a:lnTo>
                  <a:pt x="701201" y="32358"/>
                </a:lnTo>
                <a:lnTo>
                  <a:pt x="700834" y="32199"/>
                </a:lnTo>
                <a:lnTo>
                  <a:pt x="700458" y="32050"/>
                </a:lnTo>
                <a:lnTo>
                  <a:pt x="700075" y="31913"/>
                </a:lnTo>
                <a:lnTo>
                  <a:pt x="699684" y="31786"/>
                </a:lnTo>
                <a:lnTo>
                  <a:pt x="699285" y="31671"/>
                </a:lnTo>
                <a:lnTo>
                  <a:pt x="698878" y="31566"/>
                </a:lnTo>
                <a:lnTo>
                  <a:pt x="698463" y="31473"/>
                </a:lnTo>
                <a:lnTo>
                  <a:pt x="698040" y="31390"/>
                </a:lnTo>
                <a:lnTo>
                  <a:pt x="697609" y="31319"/>
                </a:lnTo>
                <a:lnTo>
                  <a:pt x="697171" y="31259"/>
                </a:lnTo>
                <a:lnTo>
                  <a:pt x="696725" y="31209"/>
                </a:lnTo>
                <a:lnTo>
                  <a:pt x="696270" y="31171"/>
                </a:lnTo>
                <a:lnTo>
                  <a:pt x="695808" y="31143"/>
                </a:lnTo>
                <a:lnTo>
                  <a:pt x="695338" y="31127"/>
                </a:lnTo>
                <a:lnTo>
                  <a:pt x="694860" y="31121"/>
                </a:lnTo>
                <a:lnTo>
                  <a:pt x="694382" y="31127"/>
                </a:lnTo>
                <a:lnTo>
                  <a:pt x="693912" y="31143"/>
                </a:lnTo>
                <a:lnTo>
                  <a:pt x="693449" y="31171"/>
                </a:lnTo>
                <a:lnTo>
                  <a:pt x="692995" y="31209"/>
                </a:lnTo>
                <a:lnTo>
                  <a:pt x="692549" y="31259"/>
                </a:lnTo>
                <a:lnTo>
                  <a:pt x="692110" y="31319"/>
                </a:lnTo>
                <a:lnTo>
                  <a:pt x="691679" y="31390"/>
                </a:lnTo>
                <a:lnTo>
                  <a:pt x="691256" y="31473"/>
                </a:lnTo>
                <a:lnTo>
                  <a:pt x="690841" y="31566"/>
                </a:lnTo>
                <a:lnTo>
                  <a:pt x="690434" y="31671"/>
                </a:lnTo>
                <a:lnTo>
                  <a:pt x="690035" y="31786"/>
                </a:lnTo>
                <a:lnTo>
                  <a:pt x="689644" y="31913"/>
                </a:lnTo>
                <a:lnTo>
                  <a:pt x="689260" y="32050"/>
                </a:lnTo>
                <a:lnTo>
                  <a:pt x="688885" y="32199"/>
                </a:lnTo>
                <a:lnTo>
                  <a:pt x="688517" y="32358"/>
                </a:lnTo>
                <a:lnTo>
                  <a:pt x="688158" y="32528"/>
                </a:lnTo>
                <a:lnTo>
                  <a:pt x="687806" y="32710"/>
                </a:lnTo>
                <a:lnTo>
                  <a:pt x="687462" y="32902"/>
                </a:lnTo>
                <a:lnTo>
                  <a:pt x="687126" y="33106"/>
                </a:lnTo>
                <a:lnTo>
                  <a:pt x="686798" y="33320"/>
                </a:lnTo>
                <a:lnTo>
                  <a:pt x="686478" y="33545"/>
                </a:lnTo>
                <a:lnTo>
                  <a:pt x="686165" y="33782"/>
                </a:lnTo>
                <a:lnTo>
                  <a:pt x="685861" y="34029"/>
                </a:lnTo>
                <a:lnTo>
                  <a:pt x="685564" y="34288"/>
                </a:lnTo>
                <a:lnTo>
                  <a:pt x="685278" y="34555"/>
                </a:lnTo>
                <a:lnTo>
                  <a:pt x="685004" y="34830"/>
                </a:lnTo>
                <a:lnTo>
                  <a:pt x="684741" y="35112"/>
                </a:lnTo>
                <a:lnTo>
                  <a:pt x="684491" y="35401"/>
                </a:lnTo>
                <a:lnTo>
                  <a:pt x="684254" y="35697"/>
                </a:lnTo>
                <a:lnTo>
                  <a:pt x="684028" y="36000"/>
                </a:lnTo>
                <a:lnTo>
                  <a:pt x="683815" y="36311"/>
                </a:lnTo>
                <a:lnTo>
                  <a:pt x="683614" y="36628"/>
                </a:lnTo>
                <a:lnTo>
                  <a:pt x="683425" y="36953"/>
                </a:lnTo>
                <a:lnTo>
                  <a:pt x="683248" y="37285"/>
                </a:lnTo>
                <a:lnTo>
                  <a:pt x="683083" y="37625"/>
                </a:lnTo>
                <a:lnTo>
                  <a:pt x="682931" y="37971"/>
                </a:lnTo>
                <a:lnTo>
                  <a:pt x="682791" y="38325"/>
                </a:lnTo>
                <a:lnTo>
                  <a:pt x="682663" y="38685"/>
                </a:lnTo>
                <a:lnTo>
                  <a:pt x="682547" y="39053"/>
                </a:lnTo>
                <a:lnTo>
                  <a:pt x="682443" y="39429"/>
                </a:lnTo>
                <a:lnTo>
                  <a:pt x="682352" y="39811"/>
                </a:lnTo>
                <a:lnTo>
                  <a:pt x="682273" y="40200"/>
                </a:lnTo>
                <a:lnTo>
                  <a:pt x="682206" y="40597"/>
                </a:lnTo>
                <a:lnTo>
                  <a:pt x="682151" y="41001"/>
                </a:lnTo>
                <a:lnTo>
                  <a:pt x="682108" y="41412"/>
                </a:lnTo>
                <a:lnTo>
                  <a:pt x="682078" y="41830"/>
                </a:lnTo>
                <a:lnTo>
                  <a:pt x="682059" y="42256"/>
                </a:lnTo>
                <a:lnTo>
                  <a:pt x="682053" y="42688"/>
                </a:lnTo>
                <a:lnTo>
                  <a:pt x="682059" y="43110"/>
                </a:lnTo>
                <a:lnTo>
                  <a:pt x="682078" y="43525"/>
                </a:lnTo>
                <a:lnTo>
                  <a:pt x="682108" y="43933"/>
                </a:lnTo>
                <a:lnTo>
                  <a:pt x="682151" y="44335"/>
                </a:lnTo>
                <a:lnTo>
                  <a:pt x="682206" y="44731"/>
                </a:lnTo>
                <a:lnTo>
                  <a:pt x="682273" y="45120"/>
                </a:lnTo>
                <a:lnTo>
                  <a:pt x="682352" y="45502"/>
                </a:lnTo>
                <a:lnTo>
                  <a:pt x="682443" y="45879"/>
                </a:lnTo>
                <a:lnTo>
                  <a:pt x="682547" y="46248"/>
                </a:lnTo>
                <a:lnTo>
                  <a:pt x="682663" y="46612"/>
                </a:lnTo>
                <a:lnTo>
                  <a:pt x="682791" y="46968"/>
                </a:lnTo>
                <a:lnTo>
                  <a:pt x="682931" y="47319"/>
                </a:lnTo>
                <a:lnTo>
                  <a:pt x="683083" y="47663"/>
                </a:lnTo>
                <a:lnTo>
                  <a:pt x="683248" y="48000"/>
                </a:lnTo>
                <a:lnTo>
                  <a:pt x="683425" y="48331"/>
                </a:lnTo>
                <a:lnTo>
                  <a:pt x="683614" y="48656"/>
                </a:lnTo>
                <a:lnTo>
                  <a:pt x="683815" y="48974"/>
                </a:lnTo>
                <a:lnTo>
                  <a:pt x="684028" y="49285"/>
                </a:lnTo>
                <a:lnTo>
                  <a:pt x="684254" y="49591"/>
                </a:lnTo>
                <a:lnTo>
                  <a:pt x="684491" y="49889"/>
                </a:lnTo>
                <a:lnTo>
                  <a:pt x="684741" y="50182"/>
                </a:lnTo>
                <a:lnTo>
                  <a:pt x="685004" y="50467"/>
                </a:lnTo>
                <a:lnTo>
                  <a:pt x="685278" y="50747"/>
                </a:lnTo>
                <a:lnTo>
                  <a:pt x="685564" y="51020"/>
                </a:lnTo>
                <a:lnTo>
                  <a:pt x="685861" y="51284"/>
                </a:lnTo>
                <a:lnTo>
                  <a:pt x="686165" y="51536"/>
                </a:lnTo>
                <a:lnTo>
                  <a:pt x="686478" y="51778"/>
                </a:lnTo>
                <a:lnTo>
                  <a:pt x="686798" y="52008"/>
                </a:lnTo>
                <a:lnTo>
                  <a:pt x="687126" y="52227"/>
                </a:lnTo>
                <a:lnTo>
                  <a:pt x="687462" y="52435"/>
                </a:lnTo>
                <a:lnTo>
                  <a:pt x="687806" y="52632"/>
                </a:lnTo>
                <a:lnTo>
                  <a:pt x="688158" y="52817"/>
                </a:lnTo>
                <a:lnTo>
                  <a:pt x="688517" y="52991"/>
                </a:lnTo>
                <a:lnTo>
                  <a:pt x="688885" y="53154"/>
                </a:lnTo>
                <a:lnTo>
                  <a:pt x="689260" y="53306"/>
                </a:lnTo>
                <a:lnTo>
                  <a:pt x="689644" y="53446"/>
                </a:lnTo>
                <a:lnTo>
                  <a:pt x="690035" y="53576"/>
                </a:lnTo>
                <a:lnTo>
                  <a:pt x="690434" y="53694"/>
                </a:lnTo>
                <a:lnTo>
                  <a:pt x="690841" y="53800"/>
                </a:lnTo>
                <a:lnTo>
                  <a:pt x="691256" y="53896"/>
                </a:lnTo>
                <a:lnTo>
                  <a:pt x="691679" y="53980"/>
                </a:lnTo>
                <a:lnTo>
                  <a:pt x="692110" y="54053"/>
                </a:lnTo>
                <a:lnTo>
                  <a:pt x="692549" y="54115"/>
                </a:lnTo>
                <a:lnTo>
                  <a:pt x="692995" y="54166"/>
                </a:lnTo>
                <a:lnTo>
                  <a:pt x="693449" y="54205"/>
                </a:lnTo>
                <a:lnTo>
                  <a:pt x="693912" y="54233"/>
                </a:lnTo>
                <a:lnTo>
                  <a:pt x="694382" y="54250"/>
                </a:lnTo>
                <a:lnTo>
                  <a:pt x="694860" y="54255"/>
                </a:lnTo>
                <a:lnTo>
                  <a:pt x="695338" y="54250"/>
                </a:lnTo>
                <a:lnTo>
                  <a:pt x="695808" y="54233"/>
                </a:lnTo>
                <a:lnTo>
                  <a:pt x="696270" y="54205"/>
                </a:lnTo>
                <a:lnTo>
                  <a:pt x="696725" y="54166"/>
                </a:lnTo>
                <a:close/>
                <a:moveTo>
                  <a:pt x="581528" y="108236"/>
                </a:moveTo>
                <a:lnTo>
                  <a:pt x="598741" y="108236"/>
                </a:lnTo>
                <a:lnTo>
                  <a:pt x="598741" y="60866"/>
                </a:lnTo>
                <a:lnTo>
                  <a:pt x="598747" y="60275"/>
                </a:lnTo>
                <a:lnTo>
                  <a:pt x="598766" y="59695"/>
                </a:lnTo>
                <a:lnTo>
                  <a:pt x="598798" y="59127"/>
                </a:lnTo>
                <a:lnTo>
                  <a:pt x="598842" y="58571"/>
                </a:lnTo>
                <a:lnTo>
                  <a:pt x="598899" y="58026"/>
                </a:lnTo>
                <a:lnTo>
                  <a:pt x="598969" y="57492"/>
                </a:lnTo>
                <a:lnTo>
                  <a:pt x="599051" y="56970"/>
                </a:lnTo>
                <a:lnTo>
                  <a:pt x="599146" y="56459"/>
                </a:lnTo>
                <a:lnTo>
                  <a:pt x="599254" y="55960"/>
                </a:lnTo>
                <a:lnTo>
                  <a:pt x="599374" y="55472"/>
                </a:lnTo>
                <a:lnTo>
                  <a:pt x="599508" y="54996"/>
                </a:lnTo>
                <a:lnTo>
                  <a:pt x="599653" y="54531"/>
                </a:lnTo>
                <a:lnTo>
                  <a:pt x="599812" y="54078"/>
                </a:lnTo>
                <a:lnTo>
                  <a:pt x="599983" y="53636"/>
                </a:lnTo>
                <a:lnTo>
                  <a:pt x="600167" y="53206"/>
                </a:lnTo>
                <a:lnTo>
                  <a:pt x="600363" y="52787"/>
                </a:lnTo>
                <a:lnTo>
                  <a:pt x="600572" y="52380"/>
                </a:lnTo>
                <a:lnTo>
                  <a:pt x="600794" y="51984"/>
                </a:lnTo>
                <a:lnTo>
                  <a:pt x="601028" y="51599"/>
                </a:lnTo>
                <a:lnTo>
                  <a:pt x="601275" y="51226"/>
                </a:lnTo>
                <a:lnTo>
                  <a:pt x="601535" y="50865"/>
                </a:lnTo>
                <a:lnTo>
                  <a:pt x="601808" y="50515"/>
                </a:lnTo>
                <a:lnTo>
                  <a:pt x="602093" y="50176"/>
                </a:lnTo>
                <a:lnTo>
                  <a:pt x="602391" y="49849"/>
                </a:lnTo>
                <a:lnTo>
                  <a:pt x="602699" y="49535"/>
                </a:lnTo>
                <a:lnTo>
                  <a:pt x="603018" y="49233"/>
                </a:lnTo>
                <a:lnTo>
                  <a:pt x="603345" y="48946"/>
                </a:lnTo>
                <a:lnTo>
                  <a:pt x="603682" y="48671"/>
                </a:lnTo>
                <a:lnTo>
                  <a:pt x="604028" y="48410"/>
                </a:lnTo>
                <a:lnTo>
                  <a:pt x="604383" y="48162"/>
                </a:lnTo>
                <a:lnTo>
                  <a:pt x="604748" y="47928"/>
                </a:lnTo>
                <a:lnTo>
                  <a:pt x="605122" y="47707"/>
                </a:lnTo>
                <a:lnTo>
                  <a:pt x="605505" y="47500"/>
                </a:lnTo>
                <a:lnTo>
                  <a:pt x="605898" y="47306"/>
                </a:lnTo>
                <a:lnTo>
                  <a:pt x="606300" y="47125"/>
                </a:lnTo>
                <a:lnTo>
                  <a:pt x="606711" y="46957"/>
                </a:lnTo>
                <a:lnTo>
                  <a:pt x="607132" y="46803"/>
                </a:lnTo>
                <a:lnTo>
                  <a:pt x="607562" y="46663"/>
                </a:lnTo>
                <a:lnTo>
                  <a:pt x="608001" y="46536"/>
                </a:lnTo>
                <a:lnTo>
                  <a:pt x="608450" y="46422"/>
                </a:lnTo>
                <a:lnTo>
                  <a:pt x="608907" y="46321"/>
                </a:lnTo>
                <a:lnTo>
                  <a:pt x="609375" y="46234"/>
                </a:lnTo>
                <a:lnTo>
                  <a:pt x="609851" y="46161"/>
                </a:lnTo>
                <a:lnTo>
                  <a:pt x="610337" y="46101"/>
                </a:lnTo>
                <a:lnTo>
                  <a:pt x="610832" y="46054"/>
                </a:lnTo>
                <a:lnTo>
                  <a:pt x="611337" y="46020"/>
                </a:lnTo>
                <a:lnTo>
                  <a:pt x="611850" y="46000"/>
                </a:lnTo>
                <a:lnTo>
                  <a:pt x="612374" y="45993"/>
                </a:lnTo>
                <a:lnTo>
                  <a:pt x="612908" y="46000"/>
                </a:lnTo>
                <a:lnTo>
                  <a:pt x="613432" y="46019"/>
                </a:lnTo>
                <a:lnTo>
                  <a:pt x="613947" y="46052"/>
                </a:lnTo>
                <a:lnTo>
                  <a:pt x="614451" y="46097"/>
                </a:lnTo>
                <a:lnTo>
                  <a:pt x="614945" y="46155"/>
                </a:lnTo>
                <a:lnTo>
                  <a:pt x="615429" y="46226"/>
                </a:lnTo>
                <a:lnTo>
                  <a:pt x="615904" y="46310"/>
                </a:lnTo>
                <a:lnTo>
                  <a:pt x="616368" y="46407"/>
                </a:lnTo>
                <a:lnTo>
                  <a:pt x="616822" y="46516"/>
                </a:lnTo>
                <a:lnTo>
                  <a:pt x="617266" y="46639"/>
                </a:lnTo>
                <a:lnTo>
                  <a:pt x="617700" y="46775"/>
                </a:lnTo>
                <a:lnTo>
                  <a:pt x="618123" y="46923"/>
                </a:lnTo>
                <a:lnTo>
                  <a:pt x="618537" y="47085"/>
                </a:lnTo>
                <a:lnTo>
                  <a:pt x="618941" y="47259"/>
                </a:lnTo>
                <a:lnTo>
                  <a:pt x="619335" y="47446"/>
                </a:lnTo>
                <a:lnTo>
                  <a:pt x="619718" y="47646"/>
                </a:lnTo>
                <a:lnTo>
                  <a:pt x="620092" y="47860"/>
                </a:lnTo>
                <a:lnTo>
                  <a:pt x="620456" y="48086"/>
                </a:lnTo>
                <a:lnTo>
                  <a:pt x="620809" y="48324"/>
                </a:lnTo>
                <a:lnTo>
                  <a:pt x="621152" y="48576"/>
                </a:lnTo>
                <a:lnTo>
                  <a:pt x="621486" y="48841"/>
                </a:lnTo>
                <a:lnTo>
                  <a:pt x="621809" y="49119"/>
                </a:lnTo>
                <a:lnTo>
                  <a:pt x="622122" y="49409"/>
                </a:lnTo>
                <a:lnTo>
                  <a:pt x="622426" y="49713"/>
                </a:lnTo>
                <a:lnTo>
                  <a:pt x="622718" y="50028"/>
                </a:lnTo>
                <a:lnTo>
                  <a:pt x="622998" y="50354"/>
                </a:lnTo>
                <a:lnTo>
                  <a:pt x="623265" y="50691"/>
                </a:lnTo>
                <a:lnTo>
                  <a:pt x="623520" y="51040"/>
                </a:lnTo>
                <a:lnTo>
                  <a:pt x="623762" y="51399"/>
                </a:lnTo>
                <a:lnTo>
                  <a:pt x="623992" y="51769"/>
                </a:lnTo>
                <a:lnTo>
                  <a:pt x="624210" y="52150"/>
                </a:lnTo>
                <a:lnTo>
                  <a:pt x="624415" y="52543"/>
                </a:lnTo>
                <a:lnTo>
                  <a:pt x="624608" y="52946"/>
                </a:lnTo>
                <a:lnTo>
                  <a:pt x="624788" y="53360"/>
                </a:lnTo>
                <a:lnTo>
                  <a:pt x="624956" y="53785"/>
                </a:lnTo>
                <a:lnTo>
                  <a:pt x="625111" y="54221"/>
                </a:lnTo>
                <a:lnTo>
                  <a:pt x="625254" y="54669"/>
                </a:lnTo>
                <a:lnTo>
                  <a:pt x="625385" y="55127"/>
                </a:lnTo>
                <a:lnTo>
                  <a:pt x="625503" y="55596"/>
                </a:lnTo>
                <a:lnTo>
                  <a:pt x="625608" y="56076"/>
                </a:lnTo>
                <a:lnTo>
                  <a:pt x="625702" y="56567"/>
                </a:lnTo>
                <a:lnTo>
                  <a:pt x="625782" y="57069"/>
                </a:lnTo>
                <a:lnTo>
                  <a:pt x="625851" y="57583"/>
                </a:lnTo>
                <a:lnTo>
                  <a:pt x="625907" y="58107"/>
                </a:lnTo>
                <a:lnTo>
                  <a:pt x="625950" y="58642"/>
                </a:lnTo>
                <a:lnTo>
                  <a:pt x="625981" y="59188"/>
                </a:lnTo>
                <a:lnTo>
                  <a:pt x="626000" y="59745"/>
                </a:lnTo>
                <a:lnTo>
                  <a:pt x="626006" y="60313"/>
                </a:lnTo>
                <a:lnTo>
                  <a:pt x="626006" y="108236"/>
                </a:lnTo>
                <a:lnTo>
                  <a:pt x="643219" y="108236"/>
                </a:lnTo>
                <a:lnTo>
                  <a:pt x="643219" y="58525"/>
                </a:lnTo>
                <a:lnTo>
                  <a:pt x="643208" y="57490"/>
                </a:lnTo>
                <a:lnTo>
                  <a:pt x="643173" y="56472"/>
                </a:lnTo>
                <a:lnTo>
                  <a:pt x="643115" y="55472"/>
                </a:lnTo>
                <a:lnTo>
                  <a:pt x="643034" y="54489"/>
                </a:lnTo>
                <a:lnTo>
                  <a:pt x="642929" y="53525"/>
                </a:lnTo>
                <a:lnTo>
                  <a:pt x="642802" y="52578"/>
                </a:lnTo>
                <a:lnTo>
                  <a:pt x="642651" y="51648"/>
                </a:lnTo>
                <a:lnTo>
                  <a:pt x="642477" y="50737"/>
                </a:lnTo>
                <a:lnTo>
                  <a:pt x="642280" y="49843"/>
                </a:lnTo>
                <a:lnTo>
                  <a:pt x="642060" y="48967"/>
                </a:lnTo>
                <a:lnTo>
                  <a:pt x="641816" y="48108"/>
                </a:lnTo>
                <a:lnTo>
                  <a:pt x="641549" y="47267"/>
                </a:lnTo>
                <a:lnTo>
                  <a:pt x="641259" y="46444"/>
                </a:lnTo>
                <a:lnTo>
                  <a:pt x="640946" y="45639"/>
                </a:lnTo>
                <a:lnTo>
                  <a:pt x="640610" y="44851"/>
                </a:lnTo>
                <a:lnTo>
                  <a:pt x="640251" y="44081"/>
                </a:lnTo>
                <a:lnTo>
                  <a:pt x="639868" y="43329"/>
                </a:lnTo>
                <a:lnTo>
                  <a:pt x="639462" y="42594"/>
                </a:lnTo>
                <a:lnTo>
                  <a:pt x="639033" y="41877"/>
                </a:lnTo>
                <a:lnTo>
                  <a:pt x="638581" y="41178"/>
                </a:lnTo>
                <a:lnTo>
                  <a:pt x="638105" y="40496"/>
                </a:lnTo>
                <a:lnTo>
                  <a:pt x="637606" y="39832"/>
                </a:lnTo>
                <a:lnTo>
                  <a:pt x="637085" y="39186"/>
                </a:lnTo>
                <a:lnTo>
                  <a:pt x="636540" y="38557"/>
                </a:lnTo>
                <a:lnTo>
                  <a:pt x="635975" y="37951"/>
                </a:lnTo>
                <a:lnTo>
                  <a:pt x="635396" y="37370"/>
                </a:lnTo>
                <a:lnTo>
                  <a:pt x="634800" y="36814"/>
                </a:lnTo>
                <a:lnTo>
                  <a:pt x="634189" y="36285"/>
                </a:lnTo>
                <a:lnTo>
                  <a:pt x="633563" y="35782"/>
                </a:lnTo>
                <a:lnTo>
                  <a:pt x="632921" y="35304"/>
                </a:lnTo>
                <a:lnTo>
                  <a:pt x="632264" y="34852"/>
                </a:lnTo>
                <a:lnTo>
                  <a:pt x="631591" y="34426"/>
                </a:lnTo>
                <a:lnTo>
                  <a:pt x="630902" y="34026"/>
                </a:lnTo>
                <a:lnTo>
                  <a:pt x="630198" y="33651"/>
                </a:lnTo>
                <a:lnTo>
                  <a:pt x="629478" y="33303"/>
                </a:lnTo>
                <a:lnTo>
                  <a:pt x="628743" y="32980"/>
                </a:lnTo>
                <a:lnTo>
                  <a:pt x="627992" y="32683"/>
                </a:lnTo>
                <a:lnTo>
                  <a:pt x="627226" y="32412"/>
                </a:lnTo>
                <a:lnTo>
                  <a:pt x="626444" y="32167"/>
                </a:lnTo>
                <a:lnTo>
                  <a:pt x="625647" y="31947"/>
                </a:lnTo>
                <a:lnTo>
                  <a:pt x="624834" y="31754"/>
                </a:lnTo>
                <a:lnTo>
                  <a:pt x="624006" y="31586"/>
                </a:lnTo>
                <a:lnTo>
                  <a:pt x="623162" y="31444"/>
                </a:lnTo>
                <a:lnTo>
                  <a:pt x="622302" y="31328"/>
                </a:lnTo>
                <a:lnTo>
                  <a:pt x="621427" y="31237"/>
                </a:lnTo>
                <a:lnTo>
                  <a:pt x="620536" y="31173"/>
                </a:lnTo>
                <a:lnTo>
                  <a:pt x="619630" y="31134"/>
                </a:lnTo>
                <a:lnTo>
                  <a:pt x="618709" y="31121"/>
                </a:lnTo>
                <a:lnTo>
                  <a:pt x="617924" y="31130"/>
                </a:lnTo>
                <a:lnTo>
                  <a:pt x="617153" y="31157"/>
                </a:lnTo>
                <a:lnTo>
                  <a:pt x="616397" y="31203"/>
                </a:lnTo>
                <a:lnTo>
                  <a:pt x="615654" y="31266"/>
                </a:lnTo>
                <a:lnTo>
                  <a:pt x="614926" y="31348"/>
                </a:lnTo>
                <a:lnTo>
                  <a:pt x="614212" y="31448"/>
                </a:lnTo>
                <a:lnTo>
                  <a:pt x="613512" y="31566"/>
                </a:lnTo>
                <a:lnTo>
                  <a:pt x="612826" y="31703"/>
                </a:lnTo>
                <a:lnTo>
                  <a:pt x="612154" y="31857"/>
                </a:lnTo>
                <a:lnTo>
                  <a:pt x="611496" y="32030"/>
                </a:lnTo>
                <a:lnTo>
                  <a:pt x="610852" y="32221"/>
                </a:lnTo>
                <a:lnTo>
                  <a:pt x="610222" y="32430"/>
                </a:lnTo>
                <a:lnTo>
                  <a:pt x="609607" y="32657"/>
                </a:lnTo>
                <a:lnTo>
                  <a:pt x="609005" y="32902"/>
                </a:lnTo>
                <a:lnTo>
                  <a:pt x="608418" y="33166"/>
                </a:lnTo>
                <a:lnTo>
                  <a:pt x="607845" y="33447"/>
                </a:lnTo>
                <a:lnTo>
                  <a:pt x="607286" y="33747"/>
                </a:lnTo>
                <a:lnTo>
                  <a:pt x="606741" y="34065"/>
                </a:lnTo>
                <a:lnTo>
                  <a:pt x="606210" y="34402"/>
                </a:lnTo>
                <a:lnTo>
                  <a:pt x="605693" y="34756"/>
                </a:lnTo>
                <a:lnTo>
                  <a:pt x="605190" y="35128"/>
                </a:lnTo>
                <a:lnTo>
                  <a:pt x="604702" y="35519"/>
                </a:lnTo>
                <a:lnTo>
                  <a:pt x="604227" y="35928"/>
                </a:lnTo>
                <a:lnTo>
                  <a:pt x="603767" y="36355"/>
                </a:lnTo>
                <a:lnTo>
                  <a:pt x="603323" y="36798"/>
                </a:lnTo>
                <a:lnTo>
                  <a:pt x="602898" y="37256"/>
                </a:lnTo>
                <a:lnTo>
                  <a:pt x="602492" y="37728"/>
                </a:lnTo>
                <a:lnTo>
                  <a:pt x="602105" y="38214"/>
                </a:lnTo>
                <a:lnTo>
                  <a:pt x="601737" y="38715"/>
                </a:lnTo>
                <a:lnTo>
                  <a:pt x="601388" y="39229"/>
                </a:lnTo>
                <a:lnTo>
                  <a:pt x="601057" y="39759"/>
                </a:lnTo>
                <a:lnTo>
                  <a:pt x="600746" y="40302"/>
                </a:lnTo>
                <a:lnTo>
                  <a:pt x="600453" y="40860"/>
                </a:lnTo>
                <a:lnTo>
                  <a:pt x="600179" y="41432"/>
                </a:lnTo>
                <a:lnTo>
                  <a:pt x="599924" y="42019"/>
                </a:lnTo>
                <a:lnTo>
                  <a:pt x="599688" y="42620"/>
                </a:lnTo>
                <a:lnTo>
                  <a:pt x="599471" y="43235"/>
                </a:lnTo>
                <a:lnTo>
                  <a:pt x="599273" y="43865"/>
                </a:lnTo>
                <a:lnTo>
                  <a:pt x="599094" y="44509"/>
                </a:lnTo>
                <a:lnTo>
                  <a:pt x="598933" y="45167"/>
                </a:lnTo>
                <a:lnTo>
                  <a:pt x="598792" y="45840"/>
                </a:lnTo>
                <a:lnTo>
                  <a:pt x="598669" y="46527"/>
                </a:lnTo>
                <a:lnTo>
                  <a:pt x="598605" y="46956"/>
                </a:lnTo>
                <a:lnTo>
                  <a:pt x="598329" y="46956"/>
                </a:lnTo>
                <a:lnTo>
                  <a:pt x="598329" y="32497"/>
                </a:lnTo>
                <a:lnTo>
                  <a:pt x="581528" y="32497"/>
                </a:lnTo>
                <a:lnTo>
                  <a:pt x="581528" y="108236"/>
                </a:lnTo>
                <a:close/>
                <a:moveTo>
                  <a:pt x="532796" y="109374"/>
                </a:moveTo>
                <a:lnTo>
                  <a:pt x="533568" y="109317"/>
                </a:lnTo>
                <a:lnTo>
                  <a:pt x="534330" y="109247"/>
                </a:lnTo>
                <a:lnTo>
                  <a:pt x="535083" y="109165"/>
                </a:lnTo>
                <a:lnTo>
                  <a:pt x="535826" y="109070"/>
                </a:lnTo>
                <a:lnTo>
                  <a:pt x="536559" y="108962"/>
                </a:lnTo>
                <a:lnTo>
                  <a:pt x="537283" y="108842"/>
                </a:lnTo>
                <a:lnTo>
                  <a:pt x="537998" y="108709"/>
                </a:lnTo>
                <a:lnTo>
                  <a:pt x="538702" y="108563"/>
                </a:lnTo>
                <a:lnTo>
                  <a:pt x="539397" y="108405"/>
                </a:lnTo>
                <a:lnTo>
                  <a:pt x="540083" y="108233"/>
                </a:lnTo>
                <a:lnTo>
                  <a:pt x="540759" y="108050"/>
                </a:lnTo>
                <a:lnTo>
                  <a:pt x="541426" y="107853"/>
                </a:lnTo>
                <a:lnTo>
                  <a:pt x="542083" y="107644"/>
                </a:lnTo>
                <a:lnTo>
                  <a:pt x="542730" y="107422"/>
                </a:lnTo>
                <a:lnTo>
                  <a:pt x="543368" y="107188"/>
                </a:lnTo>
                <a:lnTo>
                  <a:pt x="543996" y="106941"/>
                </a:lnTo>
                <a:lnTo>
                  <a:pt x="544615" y="106681"/>
                </a:lnTo>
                <a:lnTo>
                  <a:pt x="545224" y="106409"/>
                </a:lnTo>
                <a:lnTo>
                  <a:pt x="545823" y="106123"/>
                </a:lnTo>
                <a:lnTo>
                  <a:pt x="546413" y="105826"/>
                </a:lnTo>
                <a:lnTo>
                  <a:pt x="546993" y="105516"/>
                </a:lnTo>
                <a:lnTo>
                  <a:pt x="547562" y="105196"/>
                </a:lnTo>
                <a:lnTo>
                  <a:pt x="548121" y="104866"/>
                </a:lnTo>
                <a:lnTo>
                  <a:pt x="548669" y="104525"/>
                </a:lnTo>
                <a:lnTo>
                  <a:pt x="549205" y="104173"/>
                </a:lnTo>
                <a:lnTo>
                  <a:pt x="549732" y="103811"/>
                </a:lnTo>
                <a:lnTo>
                  <a:pt x="550247" y="103439"/>
                </a:lnTo>
                <a:lnTo>
                  <a:pt x="550752" y="103056"/>
                </a:lnTo>
                <a:lnTo>
                  <a:pt x="551245" y="102662"/>
                </a:lnTo>
                <a:lnTo>
                  <a:pt x="551728" y="102258"/>
                </a:lnTo>
                <a:lnTo>
                  <a:pt x="552201" y="101844"/>
                </a:lnTo>
                <a:lnTo>
                  <a:pt x="552662" y="101419"/>
                </a:lnTo>
                <a:lnTo>
                  <a:pt x="553113" y="100983"/>
                </a:lnTo>
                <a:lnTo>
                  <a:pt x="553553" y="100537"/>
                </a:lnTo>
                <a:lnTo>
                  <a:pt x="553982" y="100081"/>
                </a:lnTo>
                <a:lnTo>
                  <a:pt x="554401" y="99613"/>
                </a:lnTo>
                <a:lnTo>
                  <a:pt x="554808" y="99136"/>
                </a:lnTo>
                <a:lnTo>
                  <a:pt x="555205" y="98648"/>
                </a:lnTo>
                <a:lnTo>
                  <a:pt x="555591" y="98149"/>
                </a:lnTo>
                <a:lnTo>
                  <a:pt x="555967" y="97640"/>
                </a:lnTo>
                <a:lnTo>
                  <a:pt x="556331" y="97120"/>
                </a:lnTo>
                <a:lnTo>
                  <a:pt x="556685" y="96590"/>
                </a:lnTo>
                <a:lnTo>
                  <a:pt x="557028" y="96049"/>
                </a:lnTo>
                <a:lnTo>
                  <a:pt x="557361" y="95498"/>
                </a:lnTo>
                <a:lnTo>
                  <a:pt x="557681" y="94937"/>
                </a:lnTo>
                <a:lnTo>
                  <a:pt x="557987" y="94368"/>
                </a:lnTo>
                <a:lnTo>
                  <a:pt x="558281" y="93791"/>
                </a:lnTo>
                <a:lnTo>
                  <a:pt x="558560" y="93205"/>
                </a:lnTo>
                <a:lnTo>
                  <a:pt x="558826" y="92610"/>
                </a:lnTo>
                <a:lnTo>
                  <a:pt x="559078" y="92008"/>
                </a:lnTo>
                <a:lnTo>
                  <a:pt x="559316" y="91397"/>
                </a:lnTo>
                <a:lnTo>
                  <a:pt x="559541" y="90777"/>
                </a:lnTo>
                <a:lnTo>
                  <a:pt x="559752" y="90150"/>
                </a:lnTo>
                <a:lnTo>
                  <a:pt x="559950" y="89514"/>
                </a:lnTo>
                <a:lnTo>
                  <a:pt x="560134" y="88869"/>
                </a:lnTo>
                <a:lnTo>
                  <a:pt x="560304" y="88216"/>
                </a:lnTo>
                <a:lnTo>
                  <a:pt x="560461" y="87555"/>
                </a:lnTo>
                <a:lnTo>
                  <a:pt x="560604" y="86886"/>
                </a:lnTo>
                <a:lnTo>
                  <a:pt x="560734" y="86208"/>
                </a:lnTo>
                <a:lnTo>
                  <a:pt x="560850" y="85522"/>
                </a:lnTo>
                <a:lnTo>
                  <a:pt x="560952" y="84827"/>
                </a:lnTo>
                <a:lnTo>
                  <a:pt x="561040" y="84124"/>
                </a:lnTo>
                <a:lnTo>
                  <a:pt x="561115" y="83413"/>
                </a:lnTo>
                <a:lnTo>
                  <a:pt x="561177" y="82693"/>
                </a:lnTo>
                <a:lnTo>
                  <a:pt x="561224" y="81965"/>
                </a:lnTo>
                <a:lnTo>
                  <a:pt x="561258" y="81229"/>
                </a:lnTo>
                <a:lnTo>
                  <a:pt x="561279" y="80484"/>
                </a:lnTo>
                <a:lnTo>
                  <a:pt x="561286" y="79731"/>
                </a:lnTo>
                <a:lnTo>
                  <a:pt x="561286" y="60866"/>
                </a:lnTo>
                <a:lnTo>
                  <a:pt x="561279" y="60124"/>
                </a:lnTo>
                <a:lnTo>
                  <a:pt x="561258" y="59390"/>
                </a:lnTo>
                <a:lnTo>
                  <a:pt x="561224" y="58664"/>
                </a:lnTo>
                <a:lnTo>
                  <a:pt x="561177" y="57945"/>
                </a:lnTo>
                <a:lnTo>
                  <a:pt x="561115" y="57235"/>
                </a:lnTo>
                <a:lnTo>
                  <a:pt x="561040" y="56532"/>
                </a:lnTo>
                <a:lnTo>
                  <a:pt x="560952" y="55838"/>
                </a:lnTo>
                <a:lnTo>
                  <a:pt x="560850" y="55151"/>
                </a:lnTo>
                <a:lnTo>
                  <a:pt x="560734" y="54472"/>
                </a:lnTo>
                <a:lnTo>
                  <a:pt x="560604" y="53801"/>
                </a:lnTo>
                <a:lnTo>
                  <a:pt x="560461" y="53138"/>
                </a:lnTo>
                <a:lnTo>
                  <a:pt x="560304" y="52483"/>
                </a:lnTo>
                <a:lnTo>
                  <a:pt x="560134" y="51836"/>
                </a:lnTo>
                <a:lnTo>
                  <a:pt x="559950" y="51196"/>
                </a:lnTo>
                <a:lnTo>
                  <a:pt x="559752" y="50565"/>
                </a:lnTo>
                <a:lnTo>
                  <a:pt x="559541" y="49941"/>
                </a:lnTo>
                <a:lnTo>
                  <a:pt x="559316" y="49326"/>
                </a:lnTo>
                <a:lnTo>
                  <a:pt x="559078" y="48718"/>
                </a:lnTo>
                <a:lnTo>
                  <a:pt x="558826" y="48118"/>
                </a:lnTo>
                <a:lnTo>
                  <a:pt x="558560" y="47526"/>
                </a:lnTo>
                <a:lnTo>
                  <a:pt x="558281" y="46942"/>
                </a:lnTo>
                <a:lnTo>
                  <a:pt x="557987" y="46366"/>
                </a:lnTo>
                <a:lnTo>
                  <a:pt x="557681" y="45797"/>
                </a:lnTo>
                <a:lnTo>
                  <a:pt x="557361" y="45237"/>
                </a:lnTo>
                <a:lnTo>
                  <a:pt x="557028" y="44686"/>
                </a:lnTo>
                <a:lnTo>
                  <a:pt x="556685" y="44145"/>
                </a:lnTo>
                <a:lnTo>
                  <a:pt x="556331" y="43614"/>
                </a:lnTo>
                <a:lnTo>
                  <a:pt x="555967" y="43095"/>
                </a:lnTo>
                <a:lnTo>
                  <a:pt x="555591" y="42585"/>
                </a:lnTo>
                <a:lnTo>
                  <a:pt x="555205" y="42087"/>
                </a:lnTo>
                <a:lnTo>
                  <a:pt x="554808" y="41598"/>
                </a:lnTo>
                <a:lnTo>
                  <a:pt x="554401" y="41121"/>
                </a:lnTo>
                <a:lnTo>
                  <a:pt x="553982" y="40653"/>
                </a:lnTo>
                <a:lnTo>
                  <a:pt x="553553" y="40197"/>
                </a:lnTo>
                <a:lnTo>
                  <a:pt x="553113" y="39750"/>
                </a:lnTo>
                <a:lnTo>
                  <a:pt x="552662" y="39315"/>
                </a:lnTo>
                <a:lnTo>
                  <a:pt x="552201" y="38890"/>
                </a:lnTo>
                <a:lnTo>
                  <a:pt x="551728" y="38475"/>
                </a:lnTo>
                <a:lnTo>
                  <a:pt x="551245" y="38071"/>
                </a:lnTo>
                <a:lnTo>
                  <a:pt x="550752" y="37677"/>
                </a:lnTo>
                <a:lnTo>
                  <a:pt x="550247" y="37294"/>
                </a:lnTo>
                <a:lnTo>
                  <a:pt x="549732" y="36922"/>
                </a:lnTo>
                <a:lnTo>
                  <a:pt x="549205" y="36560"/>
                </a:lnTo>
                <a:lnTo>
                  <a:pt x="548669" y="36208"/>
                </a:lnTo>
                <a:lnTo>
                  <a:pt x="548121" y="35867"/>
                </a:lnTo>
                <a:lnTo>
                  <a:pt x="547562" y="35537"/>
                </a:lnTo>
                <a:lnTo>
                  <a:pt x="546993" y="35217"/>
                </a:lnTo>
                <a:lnTo>
                  <a:pt x="546413" y="34907"/>
                </a:lnTo>
                <a:lnTo>
                  <a:pt x="545823" y="34610"/>
                </a:lnTo>
                <a:lnTo>
                  <a:pt x="545224" y="34325"/>
                </a:lnTo>
                <a:lnTo>
                  <a:pt x="544615" y="34052"/>
                </a:lnTo>
                <a:lnTo>
                  <a:pt x="543996" y="33792"/>
                </a:lnTo>
                <a:lnTo>
                  <a:pt x="543368" y="33545"/>
                </a:lnTo>
                <a:lnTo>
                  <a:pt x="542730" y="33311"/>
                </a:lnTo>
                <a:lnTo>
                  <a:pt x="542083" y="33089"/>
                </a:lnTo>
                <a:lnTo>
                  <a:pt x="541426" y="32880"/>
                </a:lnTo>
                <a:lnTo>
                  <a:pt x="540759" y="32683"/>
                </a:lnTo>
                <a:lnTo>
                  <a:pt x="540083" y="32500"/>
                </a:lnTo>
                <a:lnTo>
                  <a:pt x="539397" y="32329"/>
                </a:lnTo>
                <a:lnTo>
                  <a:pt x="538702" y="32170"/>
                </a:lnTo>
                <a:lnTo>
                  <a:pt x="537998" y="32024"/>
                </a:lnTo>
                <a:lnTo>
                  <a:pt x="537283" y="31891"/>
                </a:lnTo>
                <a:lnTo>
                  <a:pt x="536559" y="31771"/>
                </a:lnTo>
                <a:lnTo>
                  <a:pt x="535826" y="31663"/>
                </a:lnTo>
                <a:lnTo>
                  <a:pt x="535083" y="31568"/>
                </a:lnTo>
                <a:lnTo>
                  <a:pt x="534330" y="31486"/>
                </a:lnTo>
                <a:lnTo>
                  <a:pt x="533568" y="31416"/>
                </a:lnTo>
                <a:lnTo>
                  <a:pt x="532796" y="31359"/>
                </a:lnTo>
                <a:lnTo>
                  <a:pt x="532015" y="31315"/>
                </a:lnTo>
                <a:lnTo>
                  <a:pt x="531224" y="31283"/>
                </a:lnTo>
                <a:lnTo>
                  <a:pt x="530424" y="31264"/>
                </a:lnTo>
                <a:lnTo>
                  <a:pt x="529614" y="31258"/>
                </a:lnTo>
                <a:lnTo>
                  <a:pt x="528815" y="31264"/>
                </a:lnTo>
                <a:lnTo>
                  <a:pt x="528025" y="31283"/>
                </a:lnTo>
                <a:lnTo>
                  <a:pt x="527244" y="31315"/>
                </a:lnTo>
                <a:lnTo>
                  <a:pt x="526471" y="31359"/>
                </a:lnTo>
                <a:lnTo>
                  <a:pt x="525708" y="31416"/>
                </a:lnTo>
                <a:lnTo>
                  <a:pt x="524953" y="31486"/>
                </a:lnTo>
                <a:lnTo>
                  <a:pt x="524207" y="31568"/>
                </a:lnTo>
                <a:lnTo>
                  <a:pt x="523470" y="31663"/>
                </a:lnTo>
                <a:lnTo>
                  <a:pt x="522742" y="31771"/>
                </a:lnTo>
                <a:lnTo>
                  <a:pt x="522023" y="31891"/>
                </a:lnTo>
                <a:lnTo>
                  <a:pt x="521312" y="32024"/>
                </a:lnTo>
                <a:lnTo>
                  <a:pt x="520611" y="32170"/>
                </a:lnTo>
                <a:lnTo>
                  <a:pt x="519918" y="32329"/>
                </a:lnTo>
                <a:lnTo>
                  <a:pt x="519234" y="32500"/>
                </a:lnTo>
                <a:lnTo>
                  <a:pt x="518559" y="32683"/>
                </a:lnTo>
                <a:lnTo>
                  <a:pt x="517893" y="32880"/>
                </a:lnTo>
                <a:lnTo>
                  <a:pt x="517236" y="33089"/>
                </a:lnTo>
                <a:lnTo>
                  <a:pt x="516587" y="33311"/>
                </a:lnTo>
                <a:lnTo>
                  <a:pt x="515948" y="33545"/>
                </a:lnTo>
                <a:lnTo>
                  <a:pt x="515317" y="33792"/>
                </a:lnTo>
                <a:lnTo>
                  <a:pt x="514695" y="34052"/>
                </a:lnTo>
                <a:lnTo>
                  <a:pt x="514082" y="34325"/>
                </a:lnTo>
                <a:lnTo>
                  <a:pt x="513477" y="34610"/>
                </a:lnTo>
                <a:lnTo>
                  <a:pt x="512882" y="34907"/>
                </a:lnTo>
                <a:lnTo>
                  <a:pt x="512297" y="35217"/>
                </a:lnTo>
                <a:lnTo>
                  <a:pt x="511722" y="35537"/>
                </a:lnTo>
                <a:lnTo>
                  <a:pt x="511159" y="35867"/>
                </a:lnTo>
                <a:lnTo>
                  <a:pt x="510606" y="36208"/>
                </a:lnTo>
                <a:lnTo>
                  <a:pt x="510065" y="36560"/>
                </a:lnTo>
                <a:lnTo>
                  <a:pt x="509534" y="36922"/>
                </a:lnTo>
                <a:lnTo>
                  <a:pt x="509015" y="37294"/>
                </a:lnTo>
                <a:lnTo>
                  <a:pt x="508506" y="37677"/>
                </a:lnTo>
                <a:lnTo>
                  <a:pt x="508009" y="38071"/>
                </a:lnTo>
                <a:lnTo>
                  <a:pt x="507522" y="38475"/>
                </a:lnTo>
                <a:lnTo>
                  <a:pt x="507047" y="38890"/>
                </a:lnTo>
                <a:lnTo>
                  <a:pt x="506582" y="39315"/>
                </a:lnTo>
                <a:lnTo>
                  <a:pt x="506129" y="39750"/>
                </a:lnTo>
                <a:lnTo>
                  <a:pt x="505686" y="40197"/>
                </a:lnTo>
                <a:lnTo>
                  <a:pt x="505254" y="40653"/>
                </a:lnTo>
                <a:lnTo>
                  <a:pt x="504834" y="41121"/>
                </a:lnTo>
                <a:lnTo>
                  <a:pt x="504424" y="41598"/>
                </a:lnTo>
                <a:lnTo>
                  <a:pt x="504026" y="42087"/>
                </a:lnTo>
                <a:lnTo>
                  <a:pt x="503638" y="42585"/>
                </a:lnTo>
                <a:lnTo>
                  <a:pt x="503262" y="43095"/>
                </a:lnTo>
                <a:lnTo>
                  <a:pt x="502896" y="43614"/>
                </a:lnTo>
                <a:lnTo>
                  <a:pt x="502542" y="44145"/>
                </a:lnTo>
                <a:lnTo>
                  <a:pt x="502198" y="44686"/>
                </a:lnTo>
                <a:lnTo>
                  <a:pt x="501865" y="45237"/>
                </a:lnTo>
                <a:lnTo>
                  <a:pt x="501545" y="45798"/>
                </a:lnTo>
                <a:lnTo>
                  <a:pt x="501239" y="46367"/>
                </a:lnTo>
                <a:lnTo>
                  <a:pt x="500946" y="46944"/>
                </a:lnTo>
                <a:lnTo>
                  <a:pt x="500667" y="47530"/>
                </a:lnTo>
                <a:lnTo>
                  <a:pt x="500401" y="48124"/>
                </a:lnTo>
                <a:lnTo>
                  <a:pt x="500149" y="48727"/>
                </a:lnTo>
                <a:lnTo>
                  <a:pt x="499911" y="49337"/>
                </a:lnTo>
                <a:lnTo>
                  <a:pt x="499686" y="49957"/>
                </a:lnTo>
                <a:lnTo>
                  <a:pt x="499475" y="50584"/>
                </a:lnTo>
                <a:lnTo>
                  <a:pt x="499277" y="51220"/>
                </a:lnTo>
                <a:lnTo>
                  <a:pt x="499093" y="51865"/>
                </a:lnTo>
                <a:lnTo>
                  <a:pt x="498923" y="52517"/>
                </a:lnTo>
                <a:lnTo>
                  <a:pt x="498767" y="53178"/>
                </a:lnTo>
                <a:lnTo>
                  <a:pt x="498623" y="53848"/>
                </a:lnTo>
                <a:lnTo>
                  <a:pt x="498494" y="54526"/>
                </a:lnTo>
                <a:lnTo>
                  <a:pt x="498378" y="55212"/>
                </a:lnTo>
                <a:lnTo>
                  <a:pt x="498276" y="55906"/>
                </a:lnTo>
                <a:lnTo>
                  <a:pt x="498188" y="56609"/>
                </a:lnTo>
                <a:lnTo>
                  <a:pt x="498113" y="57321"/>
                </a:lnTo>
                <a:lnTo>
                  <a:pt x="498051" y="58040"/>
                </a:lnTo>
                <a:lnTo>
                  <a:pt x="498004" y="58768"/>
                </a:lnTo>
                <a:lnTo>
                  <a:pt x="497970" y="59505"/>
                </a:lnTo>
                <a:lnTo>
                  <a:pt x="497949" y="60249"/>
                </a:lnTo>
                <a:lnTo>
                  <a:pt x="497942" y="61002"/>
                </a:lnTo>
                <a:lnTo>
                  <a:pt x="497942" y="79731"/>
                </a:lnTo>
                <a:lnTo>
                  <a:pt x="497949" y="80484"/>
                </a:lnTo>
                <a:lnTo>
                  <a:pt x="497970" y="81229"/>
                </a:lnTo>
                <a:lnTo>
                  <a:pt x="498004" y="81965"/>
                </a:lnTo>
                <a:lnTo>
                  <a:pt x="498051" y="82693"/>
                </a:lnTo>
                <a:lnTo>
                  <a:pt x="498113" y="83413"/>
                </a:lnTo>
                <a:lnTo>
                  <a:pt x="498188" y="84124"/>
                </a:lnTo>
                <a:lnTo>
                  <a:pt x="498276" y="84827"/>
                </a:lnTo>
                <a:lnTo>
                  <a:pt x="498378" y="85522"/>
                </a:lnTo>
                <a:lnTo>
                  <a:pt x="498494" y="86208"/>
                </a:lnTo>
                <a:lnTo>
                  <a:pt x="498623" y="86886"/>
                </a:lnTo>
                <a:lnTo>
                  <a:pt x="498767" y="87555"/>
                </a:lnTo>
                <a:lnTo>
                  <a:pt x="498923" y="88216"/>
                </a:lnTo>
                <a:lnTo>
                  <a:pt x="499093" y="88869"/>
                </a:lnTo>
                <a:lnTo>
                  <a:pt x="499277" y="89514"/>
                </a:lnTo>
                <a:lnTo>
                  <a:pt x="499475" y="90150"/>
                </a:lnTo>
                <a:lnTo>
                  <a:pt x="499686" y="90777"/>
                </a:lnTo>
                <a:lnTo>
                  <a:pt x="499911" y="91397"/>
                </a:lnTo>
                <a:lnTo>
                  <a:pt x="500149" y="92008"/>
                </a:lnTo>
                <a:lnTo>
                  <a:pt x="500401" y="92610"/>
                </a:lnTo>
                <a:lnTo>
                  <a:pt x="500667" y="93205"/>
                </a:lnTo>
                <a:lnTo>
                  <a:pt x="500946" y="93791"/>
                </a:lnTo>
                <a:lnTo>
                  <a:pt x="501239" y="94368"/>
                </a:lnTo>
                <a:lnTo>
                  <a:pt x="501545" y="94937"/>
                </a:lnTo>
                <a:lnTo>
                  <a:pt x="501865" y="95498"/>
                </a:lnTo>
                <a:lnTo>
                  <a:pt x="502198" y="96049"/>
                </a:lnTo>
                <a:lnTo>
                  <a:pt x="502542" y="96590"/>
                </a:lnTo>
                <a:lnTo>
                  <a:pt x="502896" y="97120"/>
                </a:lnTo>
                <a:lnTo>
                  <a:pt x="503262" y="97640"/>
                </a:lnTo>
                <a:lnTo>
                  <a:pt x="503638" y="98149"/>
                </a:lnTo>
                <a:lnTo>
                  <a:pt x="504026" y="98648"/>
                </a:lnTo>
                <a:lnTo>
                  <a:pt x="504424" y="99136"/>
                </a:lnTo>
                <a:lnTo>
                  <a:pt x="504834" y="99613"/>
                </a:lnTo>
                <a:lnTo>
                  <a:pt x="505254" y="100081"/>
                </a:lnTo>
                <a:lnTo>
                  <a:pt x="505686" y="100537"/>
                </a:lnTo>
                <a:lnTo>
                  <a:pt x="506129" y="100983"/>
                </a:lnTo>
                <a:lnTo>
                  <a:pt x="506582" y="101419"/>
                </a:lnTo>
                <a:lnTo>
                  <a:pt x="507047" y="101844"/>
                </a:lnTo>
                <a:lnTo>
                  <a:pt x="507522" y="102258"/>
                </a:lnTo>
                <a:lnTo>
                  <a:pt x="508009" y="102662"/>
                </a:lnTo>
                <a:lnTo>
                  <a:pt x="508506" y="103056"/>
                </a:lnTo>
                <a:lnTo>
                  <a:pt x="509015" y="103439"/>
                </a:lnTo>
                <a:lnTo>
                  <a:pt x="509534" y="103811"/>
                </a:lnTo>
                <a:lnTo>
                  <a:pt x="510065" y="104173"/>
                </a:lnTo>
                <a:lnTo>
                  <a:pt x="510606" y="104525"/>
                </a:lnTo>
                <a:lnTo>
                  <a:pt x="511159" y="104866"/>
                </a:lnTo>
                <a:lnTo>
                  <a:pt x="511722" y="105196"/>
                </a:lnTo>
                <a:lnTo>
                  <a:pt x="512297" y="105516"/>
                </a:lnTo>
                <a:lnTo>
                  <a:pt x="512882" y="105826"/>
                </a:lnTo>
                <a:lnTo>
                  <a:pt x="513477" y="106123"/>
                </a:lnTo>
                <a:lnTo>
                  <a:pt x="514082" y="106409"/>
                </a:lnTo>
                <a:lnTo>
                  <a:pt x="514695" y="106681"/>
                </a:lnTo>
                <a:lnTo>
                  <a:pt x="515317" y="106941"/>
                </a:lnTo>
                <a:lnTo>
                  <a:pt x="515948" y="107188"/>
                </a:lnTo>
                <a:lnTo>
                  <a:pt x="516587" y="107422"/>
                </a:lnTo>
                <a:lnTo>
                  <a:pt x="517236" y="107644"/>
                </a:lnTo>
                <a:lnTo>
                  <a:pt x="517893" y="107853"/>
                </a:lnTo>
                <a:lnTo>
                  <a:pt x="518559" y="108050"/>
                </a:lnTo>
                <a:lnTo>
                  <a:pt x="519234" y="108233"/>
                </a:lnTo>
                <a:lnTo>
                  <a:pt x="519918" y="108405"/>
                </a:lnTo>
                <a:lnTo>
                  <a:pt x="520611" y="108563"/>
                </a:lnTo>
                <a:lnTo>
                  <a:pt x="521312" y="108709"/>
                </a:lnTo>
                <a:lnTo>
                  <a:pt x="522023" y="108842"/>
                </a:lnTo>
                <a:lnTo>
                  <a:pt x="522742" y="108962"/>
                </a:lnTo>
                <a:lnTo>
                  <a:pt x="523470" y="109070"/>
                </a:lnTo>
                <a:lnTo>
                  <a:pt x="524207" y="109165"/>
                </a:lnTo>
                <a:lnTo>
                  <a:pt x="524953" y="109247"/>
                </a:lnTo>
                <a:lnTo>
                  <a:pt x="525708" y="109317"/>
                </a:lnTo>
                <a:lnTo>
                  <a:pt x="526471" y="109374"/>
                </a:lnTo>
                <a:lnTo>
                  <a:pt x="527244" y="109418"/>
                </a:lnTo>
                <a:lnTo>
                  <a:pt x="528025" y="109450"/>
                </a:lnTo>
                <a:lnTo>
                  <a:pt x="528815" y="109469"/>
                </a:lnTo>
                <a:lnTo>
                  <a:pt x="529614" y="109475"/>
                </a:lnTo>
                <a:lnTo>
                  <a:pt x="530424" y="109469"/>
                </a:lnTo>
                <a:lnTo>
                  <a:pt x="531224" y="109450"/>
                </a:lnTo>
                <a:lnTo>
                  <a:pt x="532015" y="109418"/>
                </a:lnTo>
                <a:lnTo>
                  <a:pt x="532796" y="109374"/>
                </a:lnTo>
                <a:close/>
                <a:moveTo>
                  <a:pt x="527445" y="94359"/>
                </a:moveTo>
                <a:lnTo>
                  <a:pt x="526928" y="94300"/>
                </a:lnTo>
                <a:lnTo>
                  <a:pt x="526421" y="94228"/>
                </a:lnTo>
                <a:lnTo>
                  <a:pt x="525924" y="94142"/>
                </a:lnTo>
                <a:lnTo>
                  <a:pt x="525437" y="94044"/>
                </a:lnTo>
                <a:lnTo>
                  <a:pt x="524960" y="93932"/>
                </a:lnTo>
                <a:lnTo>
                  <a:pt x="524493" y="93807"/>
                </a:lnTo>
                <a:lnTo>
                  <a:pt x="524037" y="93669"/>
                </a:lnTo>
                <a:lnTo>
                  <a:pt x="523590" y="93518"/>
                </a:lnTo>
                <a:lnTo>
                  <a:pt x="523153" y="93353"/>
                </a:lnTo>
                <a:lnTo>
                  <a:pt x="522726" y="93176"/>
                </a:lnTo>
                <a:lnTo>
                  <a:pt x="522310" y="92985"/>
                </a:lnTo>
                <a:lnTo>
                  <a:pt x="521903" y="92781"/>
                </a:lnTo>
                <a:lnTo>
                  <a:pt x="521506" y="92565"/>
                </a:lnTo>
                <a:lnTo>
                  <a:pt x="521120" y="92334"/>
                </a:lnTo>
                <a:lnTo>
                  <a:pt x="520743" y="92091"/>
                </a:lnTo>
                <a:lnTo>
                  <a:pt x="520377" y="91835"/>
                </a:lnTo>
                <a:lnTo>
                  <a:pt x="520020" y="91565"/>
                </a:lnTo>
                <a:lnTo>
                  <a:pt x="519674" y="91283"/>
                </a:lnTo>
                <a:lnTo>
                  <a:pt x="519338" y="90987"/>
                </a:lnTo>
                <a:lnTo>
                  <a:pt x="519011" y="90678"/>
                </a:lnTo>
                <a:lnTo>
                  <a:pt x="518697" y="90357"/>
                </a:lnTo>
                <a:lnTo>
                  <a:pt x="518395" y="90023"/>
                </a:lnTo>
                <a:lnTo>
                  <a:pt x="518108" y="89679"/>
                </a:lnTo>
                <a:lnTo>
                  <a:pt x="517833" y="89322"/>
                </a:lnTo>
                <a:lnTo>
                  <a:pt x="517572" y="88954"/>
                </a:lnTo>
                <a:lnTo>
                  <a:pt x="517324" y="88574"/>
                </a:lnTo>
                <a:lnTo>
                  <a:pt x="517090" y="88182"/>
                </a:lnTo>
                <a:lnTo>
                  <a:pt x="516869" y="87779"/>
                </a:lnTo>
                <a:lnTo>
                  <a:pt x="516662" y="87364"/>
                </a:lnTo>
                <a:lnTo>
                  <a:pt x="516468" y="86937"/>
                </a:lnTo>
                <a:lnTo>
                  <a:pt x="516287" y="86498"/>
                </a:lnTo>
                <a:lnTo>
                  <a:pt x="516120" y="86048"/>
                </a:lnTo>
                <a:lnTo>
                  <a:pt x="515966" y="85586"/>
                </a:lnTo>
                <a:lnTo>
                  <a:pt x="515825" y="85112"/>
                </a:lnTo>
                <a:lnTo>
                  <a:pt x="515698" y="84627"/>
                </a:lnTo>
                <a:lnTo>
                  <a:pt x="515584" y="84130"/>
                </a:lnTo>
                <a:lnTo>
                  <a:pt x="515484" y="83621"/>
                </a:lnTo>
                <a:lnTo>
                  <a:pt x="515397" y="83100"/>
                </a:lnTo>
                <a:lnTo>
                  <a:pt x="515323" y="82568"/>
                </a:lnTo>
                <a:lnTo>
                  <a:pt x="515263" y="82024"/>
                </a:lnTo>
                <a:lnTo>
                  <a:pt x="515216" y="81468"/>
                </a:lnTo>
                <a:lnTo>
                  <a:pt x="515182" y="80901"/>
                </a:lnTo>
                <a:lnTo>
                  <a:pt x="515162" y="80321"/>
                </a:lnTo>
                <a:lnTo>
                  <a:pt x="515156" y="79731"/>
                </a:lnTo>
                <a:lnTo>
                  <a:pt x="515156" y="61002"/>
                </a:lnTo>
                <a:lnTo>
                  <a:pt x="515162" y="60401"/>
                </a:lnTo>
                <a:lnTo>
                  <a:pt x="515182" y="59811"/>
                </a:lnTo>
                <a:lnTo>
                  <a:pt x="515216" y="59234"/>
                </a:lnTo>
                <a:lnTo>
                  <a:pt x="515263" y="58669"/>
                </a:lnTo>
                <a:lnTo>
                  <a:pt x="515323" y="58117"/>
                </a:lnTo>
                <a:lnTo>
                  <a:pt x="515397" y="57577"/>
                </a:lnTo>
                <a:lnTo>
                  <a:pt x="515484" y="57050"/>
                </a:lnTo>
                <a:lnTo>
                  <a:pt x="515584" y="56535"/>
                </a:lnTo>
                <a:lnTo>
                  <a:pt x="515698" y="56033"/>
                </a:lnTo>
                <a:lnTo>
                  <a:pt x="515825" y="55543"/>
                </a:lnTo>
                <a:lnTo>
                  <a:pt x="515966" y="55065"/>
                </a:lnTo>
                <a:lnTo>
                  <a:pt x="516120" y="54600"/>
                </a:lnTo>
                <a:lnTo>
                  <a:pt x="516287" y="54147"/>
                </a:lnTo>
                <a:lnTo>
                  <a:pt x="516468" y="53707"/>
                </a:lnTo>
                <a:lnTo>
                  <a:pt x="516662" y="53279"/>
                </a:lnTo>
                <a:lnTo>
                  <a:pt x="516869" y="52864"/>
                </a:lnTo>
                <a:lnTo>
                  <a:pt x="517090" y="52461"/>
                </a:lnTo>
                <a:lnTo>
                  <a:pt x="517324" y="52070"/>
                </a:lnTo>
                <a:lnTo>
                  <a:pt x="517572" y="51692"/>
                </a:lnTo>
                <a:lnTo>
                  <a:pt x="517833" y="51326"/>
                </a:lnTo>
                <a:lnTo>
                  <a:pt x="518108" y="50973"/>
                </a:lnTo>
                <a:lnTo>
                  <a:pt x="518395" y="50632"/>
                </a:lnTo>
                <a:lnTo>
                  <a:pt x="518697" y="50304"/>
                </a:lnTo>
                <a:lnTo>
                  <a:pt x="519011" y="49988"/>
                </a:lnTo>
                <a:lnTo>
                  <a:pt x="519338" y="49684"/>
                </a:lnTo>
                <a:lnTo>
                  <a:pt x="519674" y="49394"/>
                </a:lnTo>
                <a:lnTo>
                  <a:pt x="520020" y="49116"/>
                </a:lnTo>
                <a:lnTo>
                  <a:pt x="520377" y="48851"/>
                </a:lnTo>
                <a:lnTo>
                  <a:pt x="520743" y="48600"/>
                </a:lnTo>
                <a:lnTo>
                  <a:pt x="521120" y="48361"/>
                </a:lnTo>
                <a:lnTo>
                  <a:pt x="521506" y="48135"/>
                </a:lnTo>
                <a:lnTo>
                  <a:pt x="521903" y="47922"/>
                </a:lnTo>
                <a:lnTo>
                  <a:pt x="522310" y="47722"/>
                </a:lnTo>
                <a:lnTo>
                  <a:pt x="522726" y="47534"/>
                </a:lnTo>
                <a:lnTo>
                  <a:pt x="523153" y="47360"/>
                </a:lnTo>
                <a:lnTo>
                  <a:pt x="523590" y="47199"/>
                </a:lnTo>
                <a:lnTo>
                  <a:pt x="524037" y="47050"/>
                </a:lnTo>
                <a:lnTo>
                  <a:pt x="524493" y="46914"/>
                </a:lnTo>
                <a:lnTo>
                  <a:pt x="524960" y="46792"/>
                </a:lnTo>
                <a:lnTo>
                  <a:pt x="525437" y="46682"/>
                </a:lnTo>
                <a:lnTo>
                  <a:pt x="525924" y="46585"/>
                </a:lnTo>
                <a:lnTo>
                  <a:pt x="526421" y="46501"/>
                </a:lnTo>
                <a:lnTo>
                  <a:pt x="526928" y="46430"/>
                </a:lnTo>
                <a:lnTo>
                  <a:pt x="527445" y="46372"/>
                </a:lnTo>
                <a:lnTo>
                  <a:pt x="527972" y="46327"/>
                </a:lnTo>
                <a:lnTo>
                  <a:pt x="528510" y="46295"/>
                </a:lnTo>
                <a:lnTo>
                  <a:pt x="529057" y="46275"/>
                </a:lnTo>
                <a:lnTo>
                  <a:pt x="529614" y="46269"/>
                </a:lnTo>
                <a:lnTo>
                  <a:pt x="530182" y="46275"/>
                </a:lnTo>
                <a:lnTo>
                  <a:pt x="530740" y="46295"/>
                </a:lnTo>
                <a:lnTo>
                  <a:pt x="531287" y="46327"/>
                </a:lnTo>
                <a:lnTo>
                  <a:pt x="531823" y="46372"/>
                </a:lnTo>
                <a:lnTo>
                  <a:pt x="532349" y="46430"/>
                </a:lnTo>
                <a:lnTo>
                  <a:pt x="532863" y="46501"/>
                </a:lnTo>
                <a:lnTo>
                  <a:pt x="533367" y="46585"/>
                </a:lnTo>
                <a:lnTo>
                  <a:pt x="533860" y="46682"/>
                </a:lnTo>
                <a:lnTo>
                  <a:pt x="534342" y="46792"/>
                </a:lnTo>
                <a:lnTo>
                  <a:pt x="534814" y="46914"/>
                </a:lnTo>
                <a:lnTo>
                  <a:pt x="535275" y="47050"/>
                </a:lnTo>
                <a:lnTo>
                  <a:pt x="535725" y="47199"/>
                </a:lnTo>
                <a:lnTo>
                  <a:pt x="536164" y="47360"/>
                </a:lnTo>
                <a:lnTo>
                  <a:pt x="536593" y="47534"/>
                </a:lnTo>
                <a:lnTo>
                  <a:pt x="537010" y="47722"/>
                </a:lnTo>
                <a:lnTo>
                  <a:pt x="537417" y="47922"/>
                </a:lnTo>
                <a:lnTo>
                  <a:pt x="537814" y="48135"/>
                </a:lnTo>
                <a:lnTo>
                  <a:pt x="538199" y="48361"/>
                </a:lnTo>
                <a:lnTo>
                  <a:pt x="538574" y="48600"/>
                </a:lnTo>
                <a:lnTo>
                  <a:pt x="538938" y="48851"/>
                </a:lnTo>
                <a:lnTo>
                  <a:pt x="539291" y="49116"/>
                </a:lnTo>
                <a:lnTo>
                  <a:pt x="539634" y="49394"/>
                </a:lnTo>
                <a:lnTo>
                  <a:pt x="539965" y="49684"/>
                </a:lnTo>
                <a:lnTo>
                  <a:pt x="540286" y="49988"/>
                </a:lnTo>
                <a:lnTo>
                  <a:pt x="540595" y="50304"/>
                </a:lnTo>
                <a:lnTo>
                  <a:pt x="540891" y="50632"/>
                </a:lnTo>
                <a:lnTo>
                  <a:pt x="541174" y="50973"/>
                </a:lnTo>
                <a:lnTo>
                  <a:pt x="541443" y="51326"/>
                </a:lnTo>
                <a:lnTo>
                  <a:pt x="541699" y="51692"/>
                </a:lnTo>
                <a:lnTo>
                  <a:pt x="541943" y="52070"/>
                </a:lnTo>
                <a:lnTo>
                  <a:pt x="542173" y="52461"/>
                </a:lnTo>
                <a:lnTo>
                  <a:pt x="542390" y="52864"/>
                </a:lnTo>
                <a:lnTo>
                  <a:pt x="542593" y="53279"/>
                </a:lnTo>
                <a:lnTo>
                  <a:pt x="542784" y="53707"/>
                </a:lnTo>
                <a:lnTo>
                  <a:pt x="542962" y="54147"/>
                </a:lnTo>
                <a:lnTo>
                  <a:pt x="543126" y="54600"/>
                </a:lnTo>
                <a:lnTo>
                  <a:pt x="543277" y="55065"/>
                </a:lnTo>
                <a:lnTo>
                  <a:pt x="543415" y="55543"/>
                </a:lnTo>
                <a:lnTo>
                  <a:pt x="543540" y="56033"/>
                </a:lnTo>
                <a:lnTo>
                  <a:pt x="543652" y="56535"/>
                </a:lnTo>
                <a:lnTo>
                  <a:pt x="543750" y="57050"/>
                </a:lnTo>
                <a:lnTo>
                  <a:pt x="543836" y="57577"/>
                </a:lnTo>
                <a:lnTo>
                  <a:pt x="543908" y="58117"/>
                </a:lnTo>
                <a:lnTo>
                  <a:pt x="543967" y="58669"/>
                </a:lnTo>
                <a:lnTo>
                  <a:pt x="544013" y="59234"/>
                </a:lnTo>
                <a:lnTo>
                  <a:pt x="544046" y="59811"/>
                </a:lnTo>
                <a:lnTo>
                  <a:pt x="544066" y="60401"/>
                </a:lnTo>
                <a:lnTo>
                  <a:pt x="544072" y="61002"/>
                </a:lnTo>
                <a:lnTo>
                  <a:pt x="544072" y="79731"/>
                </a:lnTo>
                <a:lnTo>
                  <a:pt x="544066" y="80321"/>
                </a:lnTo>
                <a:lnTo>
                  <a:pt x="544046" y="80901"/>
                </a:lnTo>
                <a:lnTo>
                  <a:pt x="544013" y="81468"/>
                </a:lnTo>
                <a:lnTo>
                  <a:pt x="543967" y="82024"/>
                </a:lnTo>
                <a:lnTo>
                  <a:pt x="543908" y="82568"/>
                </a:lnTo>
                <a:lnTo>
                  <a:pt x="543836" y="83100"/>
                </a:lnTo>
                <a:lnTo>
                  <a:pt x="543750" y="83621"/>
                </a:lnTo>
                <a:lnTo>
                  <a:pt x="543652" y="84130"/>
                </a:lnTo>
                <a:lnTo>
                  <a:pt x="543540" y="84627"/>
                </a:lnTo>
                <a:lnTo>
                  <a:pt x="543415" y="85112"/>
                </a:lnTo>
                <a:lnTo>
                  <a:pt x="543277" y="85586"/>
                </a:lnTo>
                <a:lnTo>
                  <a:pt x="543126" y="86048"/>
                </a:lnTo>
                <a:lnTo>
                  <a:pt x="542962" y="86498"/>
                </a:lnTo>
                <a:lnTo>
                  <a:pt x="542784" y="86937"/>
                </a:lnTo>
                <a:lnTo>
                  <a:pt x="542593" y="87364"/>
                </a:lnTo>
                <a:lnTo>
                  <a:pt x="542390" y="87779"/>
                </a:lnTo>
                <a:lnTo>
                  <a:pt x="542173" y="88182"/>
                </a:lnTo>
                <a:lnTo>
                  <a:pt x="541943" y="88574"/>
                </a:lnTo>
                <a:lnTo>
                  <a:pt x="541699" y="88954"/>
                </a:lnTo>
                <a:lnTo>
                  <a:pt x="541443" y="89322"/>
                </a:lnTo>
                <a:lnTo>
                  <a:pt x="541174" y="89679"/>
                </a:lnTo>
                <a:lnTo>
                  <a:pt x="540891" y="90023"/>
                </a:lnTo>
                <a:lnTo>
                  <a:pt x="540595" y="90357"/>
                </a:lnTo>
                <a:lnTo>
                  <a:pt x="540286" y="90678"/>
                </a:lnTo>
                <a:lnTo>
                  <a:pt x="539965" y="90987"/>
                </a:lnTo>
                <a:lnTo>
                  <a:pt x="539634" y="91283"/>
                </a:lnTo>
                <a:lnTo>
                  <a:pt x="539291" y="91565"/>
                </a:lnTo>
                <a:lnTo>
                  <a:pt x="538938" y="91835"/>
                </a:lnTo>
                <a:lnTo>
                  <a:pt x="538574" y="92091"/>
                </a:lnTo>
                <a:lnTo>
                  <a:pt x="538199" y="92334"/>
                </a:lnTo>
                <a:lnTo>
                  <a:pt x="537814" y="92565"/>
                </a:lnTo>
                <a:lnTo>
                  <a:pt x="537417" y="92781"/>
                </a:lnTo>
                <a:lnTo>
                  <a:pt x="537010" y="92985"/>
                </a:lnTo>
                <a:lnTo>
                  <a:pt x="536593" y="93176"/>
                </a:lnTo>
                <a:lnTo>
                  <a:pt x="536164" y="93353"/>
                </a:lnTo>
                <a:lnTo>
                  <a:pt x="535725" y="93518"/>
                </a:lnTo>
                <a:lnTo>
                  <a:pt x="535275" y="93669"/>
                </a:lnTo>
                <a:lnTo>
                  <a:pt x="534814" y="93807"/>
                </a:lnTo>
                <a:lnTo>
                  <a:pt x="534342" y="93932"/>
                </a:lnTo>
                <a:lnTo>
                  <a:pt x="533860" y="94044"/>
                </a:lnTo>
                <a:lnTo>
                  <a:pt x="533367" y="94142"/>
                </a:lnTo>
                <a:lnTo>
                  <a:pt x="532863" y="94228"/>
                </a:lnTo>
                <a:lnTo>
                  <a:pt x="532349" y="94300"/>
                </a:lnTo>
                <a:lnTo>
                  <a:pt x="531823" y="94359"/>
                </a:lnTo>
                <a:lnTo>
                  <a:pt x="531287" y="94405"/>
                </a:lnTo>
                <a:lnTo>
                  <a:pt x="530740" y="94438"/>
                </a:lnTo>
                <a:lnTo>
                  <a:pt x="530182" y="94458"/>
                </a:lnTo>
                <a:lnTo>
                  <a:pt x="529614" y="94464"/>
                </a:lnTo>
                <a:lnTo>
                  <a:pt x="529057" y="94458"/>
                </a:lnTo>
                <a:lnTo>
                  <a:pt x="528510" y="94438"/>
                </a:lnTo>
                <a:lnTo>
                  <a:pt x="527972" y="94405"/>
                </a:lnTo>
                <a:lnTo>
                  <a:pt x="527445" y="94359"/>
                </a:lnTo>
                <a:close/>
                <a:moveTo>
                  <a:pt x="696725" y="109524"/>
                </a:moveTo>
                <a:lnTo>
                  <a:pt x="697171" y="109475"/>
                </a:lnTo>
                <a:lnTo>
                  <a:pt x="697609" y="109414"/>
                </a:lnTo>
                <a:lnTo>
                  <a:pt x="698040" y="109343"/>
                </a:lnTo>
                <a:lnTo>
                  <a:pt x="698463" y="109260"/>
                </a:lnTo>
                <a:lnTo>
                  <a:pt x="698878" y="109167"/>
                </a:lnTo>
                <a:lnTo>
                  <a:pt x="699285" y="109062"/>
                </a:lnTo>
                <a:lnTo>
                  <a:pt x="699684" y="108947"/>
                </a:lnTo>
                <a:lnTo>
                  <a:pt x="700075" y="108820"/>
                </a:lnTo>
                <a:lnTo>
                  <a:pt x="700458" y="108683"/>
                </a:lnTo>
                <a:lnTo>
                  <a:pt x="700834" y="108534"/>
                </a:lnTo>
                <a:lnTo>
                  <a:pt x="701201" y="108375"/>
                </a:lnTo>
                <a:lnTo>
                  <a:pt x="701561" y="108205"/>
                </a:lnTo>
                <a:lnTo>
                  <a:pt x="701912" y="108023"/>
                </a:lnTo>
                <a:lnTo>
                  <a:pt x="702256" y="107831"/>
                </a:lnTo>
                <a:lnTo>
                  <a:pt x="702592" y="107627"/>
                </a:lnTo>
                <a:lnTo>
                  <a:pt x="702920" y="107413"/>
                </a:lnTo>
                <a:lnTo>
                  <a:pt x="703241" y="107188"/>
                </a:lnTo>
                <a:lnTo>
                  <a:pt x="703553" y="106951"/>
                </a:lnTo>
                <a:lnTo>
                  <a:pt x="703857" y="106704"/>
                </a:lnTo>
                <a:lnTo>
                  <a:pt x="704154" y="106445"/>
                </a:lnTo>
                <a:lnTo>
                  <a:pt x="704440" y="106178"/>
                </a:lnTo>
                <a:lnTo>
                  <a:pt x="704715" y="105903"/>
                </a:lnTo>
                <a:lnTo>
                  <a:pt x="704977" y="105622"/>
                </a:lnTo>
                <a:lnTo>
                  <a:pt x="705227" y="105332"/>
                </a:lnTo>
                <a:lnTo>
                  <a:pt x="705465" y="105036"/>
                </a:lnTo>
                <a:lnTo>
                  <a:pt x="705691" y="104733"/>
                </a:lnTo>
                <a:lnTo>
                  <a:pt x="705904" y="104422"/>
                </a:lnTo>
                <a:lnTo>
                  <a:pt x="706106" y="104105"/>
                </a:lnTo>
                <a:lnTo>
                  <a:pt x="706295" y="103780"/>
                </a:lnTo>
                <a:lnTo>
                  <a:pt x="706472" y="103448"/>
                </a:lnTo>
                <a:lnTo>
                  <a:pt x="706636" y="103108"/>
                </a:lnTo>
                <a:lnTo>
                  <a:pt x="706789" y="102762"/>
                </a:lnTo>
                <a:lnTo>
                  <a:pt x="706929" y="102408"/>
                </a:lnTo>
                <a:lnTo>
                  <a:pt x="707057" y="102048"/>
                </a:lnTo>
                <a:lnTo>
                  <a:pt x="707173" y="101680"/>
                </a:lnTo>
                <a:lnTo>
                  <a:pt x="707277" y="101304"/>
                </a:lnTo>
                <a:lnTo>
                  <a:pt x="707368" y="100922"/>
                </a:lnTo>
                <a:lnTo>
                  <a:pt x="707447" y="100533"/>
                </a:lnTo>
                <a:lnTo>
                  <a:pt x="707515" y="100136"/>
                </a:lnTo>
                <a:lnTo>
                  <a:pt x="707569" y="99732"/>
                </a:lnTo>
                <a:lnTo>
                  <a:pt x="707612" y="99321"/>
                </a:lnTo>
                <a:lnTo>
                  <a:pt x="707643" y="98903"/>
                </a:lnTo>
                <a:lnTo>
                  <a:pt x="707661" y="98477"/>
                </a:lnTo>
                <a:lnTo>
                  <a:pt x="707667" y="98045"/>
                </a:lnTo>
                <a:lnTo>
                  <a:pt x="707661" y="97612"/>
                </a:lnTo>
                <a:lnTo>
                  <a:pt x="707643" y="97187"/>
                </a:lnTo>
                <a:lnTo>
                  <a:pt x="707612" y="96769"/>
                </a:lnTo>
                <a:lnTo>
                  <a:pt x="707569" y="96358"/>
                </a:lnTo>
                <a:lnTo>
                  <a:pt x="707515" y="95954"/>
                </a:lnTo>
                <a:lnTo>
                  <a:pt x="707447" y="95558"/>
                </a:lnTo>
                <a:lnTo>
                  <a:pt x="707368" y="95168"/>
                </a:lnTo>
                <a:lnTo>
                  <a:pt x="707277" y="94786"/>
                </a:lnTo>
                <a:lnTo>
                  <a:pt x="707173" y="94411"/>
                </a:lnTo>
                <a:lnTo>
                  <a:pt x="707057" y="94043"/>
                </a:lnTo>
                <a:lnTo>
                  <a:pt x="706929" y="93683"/>
                </a:lnTo>
                <a:lnTo>
                  <a:pt x="706789" y="93329"/>
                </a:lnTo>
                <a:lnTo>
                  <a:pt x="706636" y="92983"/>
                </a:lnTo>
                <a:lnTo>
                  <a:pt x="706472" y="92644"/>
                </a:lnTo>
                <a:lnTo>
                  <a:pt x="706295" y="92312"/>
                </a:lnTo>
                <a:lnTo>
                  <a:pt x="706106" y="91987"/>
                </a:lnTo>
                <a:lnTo>
                  <a:pt x="705904" y="91669"/>
                </a:lnTo>
                <a:lnTo>
                  <a:pt x="705691" y="91359"/>
                </a:lnTo>
                <a:lnTo>
                  <a:pt x="705465" y="91055"/>
                </a:lnTo>
                <a:lnTo>
                  <a:pt x="705227" y="90759"/>
                </a:lnTo>
                <a:lnTo>
                  <a:pt x="704977" y="90470"/>
                </a:lnTo>
                <a:lnTo>
                  <a:pt x="704715" y="90188"/>
                </a:lnTo>
                <a:lnTo>
                  <a:pt x="704440" y="89914"/>
                </a:lnTo>
                <a:lnTo>
                  <a:pt x="704154" y="89646"/>
                </a:lnTo>
                <a:lnTo>
                  <a:pt x="703857" y="89388"/>
                </a:lnTo>
                <a:lnTo>
                  <a:pt x="703553" y="89140"/>
                </a:lnTo>
                <a:lnTo>
                  <a:pt x="703241" y="88904"/>
                </a:lnTo>
                <a:lnTo>
                  <a:pt x="702920" y="88678"/>
                </a:lnTo>
                <a:lnTo>
                  <a:pt x="702592" y="88463"/>
                </a:lnTo>
                <a:lnTo>
                  <a:pt x="702256" y="88260"/>
                </a:lnTo>
                <a:lnTo>
                  <a:pt x="701912" y="88067"/>
                </a:lnTo>
                <a:lnTo>
                  <a:pt x="701561" y="87886"/>
                </a:lnTo>
                <a:lnTo>
                  <a:pt x="701201" y="87715"/>
                </a:lnTo>
                <a:lnTo>
                  <a:pt x="700834" y="87556"/>
                </a:lnTo>
                <a:lnTo>
                  <a:pt x="700458" y="87407"/>
                </a:lnTo>
                <a:lnTo>
                  <a:pt x="700075" y="87270"/>
                </a:lnTo>
                <a:lnTo>
                  <a:pt x="699684" y="87143"/>
                </a:lnTo>
                <a:lnTo>
                  <a:pt x="699285" y="87028"/>
                </a:lnTo>
                <a:lnTo>
                  <a:pt x="698878" y="86923"/>
                </a:lnTo>
                <a:lnTo>
                  <a:pt x="698463" y="86830"/>
                </a:lnTo>
                <a:lnTo>
                  <a:pt x="698040" y="86747"/>
                </a:lnTo>
                <a:lnTo>
                  <a:pt x="697609" y="86676"/>
                </a:lnTo>
                <a:lnTo>
                  <a:pt x="697171" y="86615"/>
                </a:lnTo>
                <a:lnTo>
                  <a:pt x="696725" y="86566"/>
                </a:lnTo>
                <a:lnTo>
                  <a:pt x="696270" y="86527"/>
                </a:lnTo>
                <a:lnTo>
                  <a:pt x="695808" y="86500"/>
                </a:lnTo>
                <a:lnTo>
                  <a:pt x="695338" y="86483"/>
                </a:lnTo>
                <a:lnTo>
                  <a:pt x="694860" y="86478"/>
                </a:lnTo>
                <a:lnTo>
                  <a:pt x="694382" y="86483"/>
                </a:lnTo>
                <a:lnTo>
                  <a:pt x="693912" y="86500"/>
                </a:lnTo>
                <a:lnTo>
                  <a:pt x="693449" y="86527"/>
                </a:lnTo>
                <a:lnTo>
                  <a:pt x="692995" y="86566"/>
                </a:lnTo>
                <a:lnTo>
                  <a:pt x="692549" y="86615"/>
                </a:lnTo>
                <a:lnTo>
                  <a:pt x="692110" y="86676"/>
                </a:lnTo>
                <a:lnTo>
                  <a:pt x="691679" y="86747"/>
                </a:lnTo>
                <a:lnTo>
                  <a:pt x="691256" y="86830"/>
                </a:lnTo>
                <a:lnTo>
                  <a:pt x="690841" y="86923"/>
                </a:lnTo>
                <a:lnTo>
                  <a:pt x="690434" y="87028"/>
                </a:lnTo>
                <a:lnTo>
                  <a:pt x="690035" y="87143"/>
                </a:lnTo>
                <a:lnTo>
                  <a:pt x="689644" y="87270"/>
                </a:lnTo>
                <a:lnTo>
                  <a:pt x="689260" y="87407"/>
                </a:lnTo>
                <a:lnTo>
                  <a:pt x="688885" y="87556"/>
                </a:lnTo>
                <a:lnTo>
                  <a:pt x="688517" y="87715"/>
                </a:lnTo>
                <a:lnTo>
                  <a:pt x="688158" y="87886"/>
                </a:lnTo>
                <a:lnTo>
                  <a:pt x="687806" y="88067"/>
                </a:lnTo>
                <a:lnTo>
                  <a:pt x="687462" y="88260"/>
                </a:lnTo>
                <a:lnTo>
                  <a:pt x="687126" y="88463"/>
                </a:lnTo>
                <a:lnTo>
                  <a:pt x="686798" y="88678"/>
                </a:lnTo>
                <a:lnTo>
                  <a:pt x="686478" y="88904"/>
                </a:lnTo>
                <a:lnTo>
                  <a:pt x="686165" y="89140"/>
                </a:lnTo>
                <a:lnTo>
                  <a:pt x="685861" y="89388"/>
                </a:lnTo>
                <a:lnTo>
                  <a:pt x="685564" y="89646"/>
                </a:lnTo>
                <a:lnTo>
                  <a:pt x="685278" y="89914"/>
                </a:lnTo>
                <a:lnTo>
                  <a:pt x="685004" y="90188"/>
                </a:lnTo>
                <a:lnTo>
                  <a:pt x="684741" y="90470"/>
                </a:lnTo>
                <a:lnTo>
                  <a:pt x="684491" y="90759"/>
                </a:lnTo>
                <a:lnTo>
                  <a:pt x="684254" y="91055"/>
                </a:lnTo>
                <a:lnTo>
                  <a:pt x="684028" y="91359"/>
                </a:lnTo>
                <a:lnTo>
                  <a:pt x="683815" y="91669"/>
                </a:lnTo>
                <a:lnTo>
                  <a:pt x="683614" y="91987"/>
                </a:lnTo>
                <a:lnTo>
                  <a:pt x="683425" y="92312"/>
                </a:lnTo>
                <a:lnTo>
                  <a:pt x="683248" y="92644"/>
                </a:lnTo>
                <a:lnTo>
                  <a:pt x="683083" y="92983"/>
                </a:lnTo>
                <a:lnTo>
                  <a:pt x="682931" y="93329"/>
                </a:lnTo>
                <a:lnTo>
                  <a:pt x="682791" y="93683"/>
                </a:lnTo>
                <a:lnTo>
                  <a:pt x="682663" y="94043"/>
                </a:lnTo>
                <a:lnTo>
                  <a:pt x="682547" y="94411"/>
                </a:lnTo>
                <a:lnTo>
                  <a:pt x="682443" y="94786"/>
                </a:lnTo>
                <a:lnTo>
                  <a:pt x="682352" y="95168"/>
                </a:lnTo>
                <a:lnTo>
                  <a:pt x="682273" y="95558"/>
                </a:lnTo>
                <a:lnTo>
                  <a:pt x="682206" y="95954"/>
                </a:lnTo>
                <a:lnTo>
                  <a:pt x="682151" y="96358"/>
                </a:lnTo>
                <a:lnTo>
                  <a:pt x="682108" y="96769"/>
                </a:lnTo>
                <a:lnTo>
                  <a:pt x="682078" y="97187"/>
                </a:lnTo>
                <a:lnTo>
                  <a:pt x="682059" y="97612"/>
                </a:lnTo>
                <a:lnTo>
                  <a:pt x="682053" y="98045"/>
                </a:lnTo>
                <a:lnTo>
                  <a:pt x="682059" y="98477"/>
                </a:lnTo>
                <a:lnTo>
                  <a:pt x="682078" y="98903"/>
                </a:lnTo>
                <a:lnTo>
                  <a:pt x="682108" y="99321"/>
                </a:lnTo>
                <a:lnTo>
                  <a:pt x="682151" y="99732"/>
                </a:lnTo>
                <a:lnTo>
                  <a:pt x="682206" y="100136"/>
                </a:lnTo>
                <a:lnTo>
                  <a:pt x="682273" y="100533"/>
                </a:lnTo>
                <a:lnTo>
                  <a:pt x="682352" y="100922"/>
                </a:lnTo>
                <a:lnTo>
                  <a:pt x="682443" y="101304"/>
                </a:lnTo>
                <a:lnTo>
                  <a:pt x="682547" y="101680"/>
                </a:lnTo>
                <a:lnTo>
                  <a:pt x="682663" y="102048"/>
                </a:lnTo>
                <a:lnTo>
                  <a:pt x="682791" y="102408"/>
                </a:lnTo>
                <a:lnTo>
                  <a:pt x="682931" y="102762"/>
                </a:lnTo>
                <a:lnTo>
                  <a:pt x="683083" y="103108"/>
                </a:lnTo>
                <a:lnTo>
                  <a:pt x="683248" y="103448"/>
                </a:lnTo>
                <a:lnTo>
                  <a:pt x="683425" y="103780"/>
                </a:lnTo>
                <a:lnTo>
                  <a:pt x="683614" y="104105"/>
                </a:lnTo>
                <a:lnTo>
                  <a:pt x="683815" y="104422"/>
                </a:lnTo>
                <a:lnTo>
                  <a:pt x="684028" y="104733"/>
                </a:lnTo>
                <a:lnTo>
                  <a:pt x="684254" y="105036"/>
                </a:lnTo>
                <a:lnTo>
                  <a:pt x="684491" y="105332"/>
                </a:lnTo>
                <a:lnTo>
                  <a:pt x="684741" y="105622"/>
                </a:lnTo>
                <a:lnTo>
                  <a:pt x="685004" y="105903"/>
                </a:lnTo>
                <a:lnTo>
                  <a:pt x="685278" y="106178"/>
                </a:lnTo>
                <a:lnTo>
                  <a:pt x="685564" y="106445"/>
                </a:lnTo>
                <a:lnTo>
                  <a:pt x="685861" y="106704"/>
                </a:lnTo>
                <a:lnTo>
                  <a:pt x="686165" y="106951"/>
                </a:lnTo>
                <a:lnTo>
                  <a:pt x="686478" y="107188"/>
                </a:lnTo>
                <a:lnTo>
                  <a:pt x="686798" y="107413"/>
                </a:lnTo>
                <a:lnTo>
                  <a:pt x="687126" y="107627"/>
                </a:lnTo>
                <a:lnTo>
                  <a:pt x="687462" y="107831"/>
                </a:lnTo>
                <a:lnTo>
                  <a:pt x="687806" y="108023"/>
                </a:lnTo>
                <a:lnTo>
                  <a:pt x="688158" y="108205"/>
                </a:lnTo>
                <a:lnTo>
                  <a:pt x="688517" y="108375"/>
                </a:lnTo>
                <a:lnTo>
                  <a:pt x="688885" y="108534"/>
                </a:lnTo>
                <a:lnTo>
                  <a:pt x="689260" y="108683"/>
                </a:lnTo>
                <a:lnTo>
                  <a:pt x="689644" y="108820"/>
                </a:lnTo>
                <a:lnTo>
                  <a:pt x="690035" y="108947"/>
                </a:lnTo>
                <a:lnTo>
                  <a:pt x="690434" y="109062"/>
                </a:lnTo>
                <a:lnTo>
                  <a:pt x="690841" y="109167"/>
                </a:lnTo>
                <a:lnTo>
                  <a:pt x="691256" y="109260"/>
                </a:lnTo>
                <a:lnTo>
                  <a:pt x="691679" y="109343"/>
                </a:lnTo>
                <a:lnTo>
                  <a:pt x="692110" y="109414"/>
                </a:lnTo>
                <a:lnTo>
                  <a:pt x="692549" y="109475"/>
                </a:lnTo>
                <a:lnTo>
                  <a:pt x="692995" y="109524"/>
                </a:lnTo>
                <a:lnTo>
                  <a:pt x="693449" y="109562"/>
                </a:lnTo>
                <a:lnTo>
                  <a:pt x="693912" y="109590"/>
                </a:lnTo>
                <a:lnTo>
                  <a:pt x="694382" y="109606"/>
                </a:lnTo>
                <a:lnTo>
                  <a:pt x="694860" y="109612"/>
                </a:lnTo>
                <a:lnTo>
                  <a:pt x="695338" y="109606"/>
                </a:lnTo>
                <a:lnTo>
                  <a:pt x="695808" y="109590"/>
                </a:lnTo>
                <a:lnTo>
                  <a:pt x="696270" y="109562"/>
                </a:lnTo>
                <a:lnTo>
                  <a:pt x="696725" y="1095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Text edit_matrix">
            <a:extLst xmlns:a="http://schemas.openxmlformats.org/drawingml/2006/main">
              <a:ext uri="{FF2B5EF4-FFF2-40B4-BE49-F238E27FC236}">
                <a16:creationId xmlns:a16="http://schemas.microsoft.com/office/drawing/2014/main" id="{A912E8A8-14D7-4494-BBD1-FD82456A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5262" y="1626418"/>
            <a:ext cx="596170" cy="84826"/>
          </a:xfrm>
          <a:custGeom xmlns:a="http://schemas.openxmlformats.org/drawingml/2006/main">
            <a:pathLst>
              <a:path w="596170" h="84826">
                <a:moveTo>
                  <a:pt x="134053" y="13170"/>
                </a:moveTo>
                <a:lnTo>
                  <a:pt x="134321" y="13142"/>
                </a:lnTo>
                <a:lnTo>
                  <a:pt x="134583" y="13108"/>
                </a:lnTo>
                <a:lnTo>
                  <a:pt x="134841" y="13067"/>
                </a:lnTo>
                <a:lnTo>
                  <a:pt x="135093" y="13021"/>
                </a:lnTo>
                <a:lnTo>
                  <a:pt x="135341" y="12968"/>
                </a:lnTo>
                <a:lnTo>
                  <a:pt x="135583" y="12909"/>
                </a:lnTo>
                <a:lnTo>
                  <a:pt x="135820" y="12843"/>
                </a:lnTo>
                <a:lnTo>
                  <a:pt x="136052" y="12772"/>
                </a:lnTo>
                <a:lnTo>
                  <a:pt x="136279" y="12694"/>
                </a:lnTo>
                <a:lnTo>
                  <a:pt x="136501" y="12610"/>
                </a:lnTo>
                <a:lnTo>
                  <a:pt x="136718" y="12520"/>
                </a:lnTo>
                <a:lnTo>
                  <a:pt x="136929" y="12424"/>
                </a:lnTo>
                <a:lnTo>
                  <a:pt x="137136" y="12321"/>
                </a:lnTo>
                <a:lnTo>
                  <a:pt x="137337" y="12212"/>
                </a:lnTo>
                <a:lnTo>
                  <a:pt x="137534" y="12097"/>
                </a:lnTo>
                <a:lnTo>
                  <a:pt x="137725" y="11976"/>
                </a:lnTo>
                <a:lnTo>
                  <a:pt x="137911" y="11849"/>
                </a:lnTo>
                <a:lnTo>
                  <a:pt x="138092" y="11715"/>
                </a:lnTo>
                <a:lnTo>
                  <a:pt x="138268" y="11575"/>
                </a:lnTo>
                <a:lnTo>
                  <a:pt x="138439" y="11429"/>
                </a:lnTo>
                <a:lnTo>
                  <a:pt x="138604" y="11278"/>
                </a:lnTo>
                <a:lnTo>
                  <a:pt x="138762" y="11122"/>
                </a:lnTo>
                <a:lnTo>
                  <a:pt x="138913" y="10962"/>
                </a:lnTo>
                <a:lnTo>
                  <a:pt x="139056" y="10798"/>
                </a:lnTo>
                <a:lnTo>
                  <a:pt x="139193" y="10629"/>
                </a:lnTo>
                <a:lnTo>
                  <a:pt x="139323" y="10457"/>
                </a:lnTo>
                <a:lnTo>
                  <a:pt x="139446" y="10279"/>
                </a:lnTo>
                <a:lnTo>
                  <a:pt x="139561" y="10098"/>
                </a:lnTo>
                <a:lnTo>
                  <a:pt x="139670" y="9912"/>
                </a:lnTo>
                <a:lnTo>
                  <a:pt x="139772" y="9722"/>
                </a:lnTo>
                <a:lnTo>
                  <a:pt x="139866" y="9528"/>
                </a:lnTo>
                <a:lnTo>
                  <a:pt x="139954" y="9329"/>
                </a:lnTo>
                <a:lnTo>
                  <a:pt x="140035" y="9126"/>
                </a:lnTo>
                <a:lnTo>
                  <a:pt x="140108" y="8919"/>
                </a:lnTo>
                <a:lnTo>
                  <a:pt x="140175" y="8707"/>
                </a:lnTo>
                <a:lnTo>
                  <a:pt x="140235" y="8491"/>
                </a:lnTo>
                <a:lnTo>
                  <a:pt x="140287" y="8271"/>
                </a:lnTo>
                <a:lnTo>
                  <a:pt x="140333" y="8047"/>
                </a:lnTo>
                <a:lnTo>
                  <a:pt x="140371" y="7818"/>
                </a:lnTo>
                <a:lnTo>
                  <a:pt x="140403" y="7585"/>
                </a:lnTo>
                <a:lnTo>
                  <a:pt x="140428" y="7347"/>
                </a:lnTo>
                <a:lnTo>
                  <a:pt x="140445" y="7105"/>
                </a:lnTo>
                <a:lnTo>
                  <a:pt x="140456" y="6859"/>
                </a:lnTo>
                <a:lnTo>
                  <a:pt x="140459" y="6609"/>
                </a:lnTo>
                <a:lnTo>
                  <a:pt x="140456" y="6359"/>
                </a:lnTo>
                <a:lnTo>
                  <a:pt x="140445" y="6113"/>
                </a:lnTo>
                <a:lnTo>
                  <a:pt x="140428" y="5871"/>
                </a:lnTo>
                <a:lnTo>
                  <a:pt x="140403" y="5634"/>
                </a:lnTo>
                <a:lnTo>
                  <a:pt x="140371" y="5401"/>
                </a:lnTo>
                <a:lnTo>
                  <a:pt x="140333" y="5172"/>
                </a:lnTo>
                <a:lnTo>
                  <a:pt x="140287" y="4948"/>
                </a:lnTo>
                <a:lnTo>
                  <a:pt x="140235" y="4728"/>
                </a:lnTo>
                <a:lnTo>
                  <a:pt x="140175" y="4512"/>
                </a:lnTo>
                <a:lnTo>
                  <a:pt x="140108" y="4300"/>
                </a:lnTo>
                <a:lnTo>
                  <a:pt x="140035" y="4093"/>
                </a:lnTo>
                <a:lnTo>
                  <a:pt x="139954" y="3890"/>
                </a:lnTo>
                <a:lnTo>
                  <a:pt x="139866" y="3691"/>
                </a:lnTo>
                <a:lnTo>
                  <a:pt x="139772" y="3497"/>
                </a:lnTo>
                <a:lnTo>
                  <a:pt x="139670" y="3307"/>
                </a:lnTo>
                <a:lnTo>
                  <a:pt x="139561" y="3121"/>
                </a:lnTo>
                <a:lnTo>
                  <a:pt x="139446" y="2940"/>
                </a:lnTo>
                <a:lnTo>
                  <a:pt x="139323" y="2763"/>
                </a:lnTo>
                <a:lnTo>
                  <a:pt x="139193" y="2590"/>
                </a:lnTo>
                <a:lnTo>
                  <a:pt x="139056" y="2421"/>
                </a:lnTo>
                <a:lnTo>
                  <a:pt x="138913" y="2257"/>
                </a:lnTo>
                <a:lnTo>
                  <a:pt x="138762" y="2097"/>
                </a:lnTo>
                <a:lnTo>
                  <a:pt x="138604" y="1942"/>
                </a:lnTo>
                <a:lnTo>
                  <a:pt x="138439" y="1790"/>
                </a:lnTo>
                <a:lnTo>
                  <a:pt x="138268" y="1644"/>
                </a:lnTo>
                <a:lnTo>
                  <a:pt x="138092" y="1504"/>
                </a:lnTo>
                <a:lnTo>
                  <a:pt x="137911" y="1371"/>
                </a:lnTo>
                <a:lnTo>
                  <a:pt x="137725" y="1243"/>
                </a:lnTo>
                <a:lnTo>
                  <a:pt x="137534" y="1122"/>
                </a:lnTo>
                <a:lnTo>
                  <a:pt x="137337" y="1007"/>
                </a:lnTo>
                <a:lnTo>
                  <a:pt x="137136" y="898"/>
                </a:lnTo>
                <a:lnTo>
                  <a:pt x="136929" y="796"/>
                </a:lnTo>
                <a:lnTo>
                  <a:pt x="136718" y="699"/>
                </a:lnTo>
                <a:lnTo>
                  <a:pt x="136501" y="609"/>
                </a:lnTo>
                <a:lnTo>
                  <a:pt x="136279" y="525"/>
                </a:lnTo>
                <a:lnTo>
                  <a:pt x="136052" y="448"/>
                </a:lnTo>
                <a:lnTo>
                  <a:pt x="135820" y="376"/>
                </a:lnTo>
                <a:lnTo>
                  <a:pt x="135583" y="311"/>
                </a:lnTo>
                <a:lnTo>
                  <a:pt x="135341" y="252"/>
                </a:lnTo>
                <a:lnTo>
                  <a:pt x="135093" y="199"/>
                </a:lnTo>
                <a:lnTo>
                  <a:pt x="134841" y="152"/>
                </a:lnTo>
                <a:lnTo>
                  <a:pt x="134583" y="112"/>
                </a:lnTo>
                <a:lnTo>
                  <a:pt x="134321" y="78"/>
                </a:lnTo>
                <a:lnTo>
                  <a:pt x="134053" y="50"/>
                </a:lnTo>
                <a:lnTo>
                  <a:pt x="133780" y="28"/>
                </a:lnTo>
                <a:lnTo>
                  <a:pt x="133502" y="12"/>
                </a:lnTo>
                <a:lnTo>
                  <a:pt x="133219" y="3"/>
                </a:lnTo>
                <a:lnTo>
                  <a:pt x="132931" y="0"/>
                </a:lnTo>
                <a:lnTo>
                  <a:pt x="132643" y="3"/>
                </a:lnTo>
                <a:lnTo>
                  <a:pt x="132360" y="12"/>
                </a:lnTo>
                <a:lnTo>
                  <a:pt x="132082" y="28"/>
                </a:lnTo>
                <a:lnTo>
                  <a:pt x="131809" y="50"/>
                </a:lnTo>
                <a:lnTo>
                  <a:pt x="131541" y="78"/>
                </a:lnTo>
                <a:lnTo>
                  <a:pt x="131278" y="112"/>
                </a:lnTo>
                <a:lnTo>
                  <a:pt x="131021" y="152"/>
                </a:lnTo>
                <a:lnTo>
                  <a:pt x="130768" y="199"/>
                </a:lnTo>
                <a:lnTo>
                  <a:pt x="130521" y="252"/>
                </a:lnTo>
                <a:lnTo>
                  <a:pt x="130278" y="311"/>
                </a:lnTo>
                <a:lnTo>
                  <a:pt x="130041" y="376"/>
                </a:lnTo>
                <a:lnTo>
                  <a:pt x="129809" y="448"/>
                </a:lnTo>
                <a:lnTo>
                  <a:pt x="129582" y="525"/>
                </a:lnTo>
                <a:lnTo>
                  <a:pt x="129360" y="609"/>
                </a:lnTo>
                <a:lnTo>
                  <a:pt x="129143" y="699"/>
                </a:lnTo>
                <a:lnTo>
                  <a:pt x="128932" y="796"/>
                </a:lnTo>
                <a:lnTo>
                  <a:pt x="128725" y="898"/>
                </a:lnTo>
                <a:lnTo>
                  <a:pt x="128524" y="1007"/>
                </a:lnTo>
                <a:lnTo>
                  <a:pt x="128327" y="1122"/>
                </a:lnTo>
                <a:lnTo>
                  <a:pt x="128136" y="1243"/>
                </a:lnTo>
                <a:lnTo>
                  <a:pt x="127950" y="1371"/>
                </a:lnTo>
                <a:lnTo>
                  <a:pt x="127769" y="1504"/>
                </a:lnTo>
                <a:lnTo>
                  <a:pt x="127593" y="1644"/>
                </a:lnTo>
                <a:lnTo>
                  <a:pt x="127422" y="1790"/>
                </a:lnTo>
                <a:lnTo>
                  <a:pt x="127257" y="1942"/>
                </a:lnTo>
                <a:lnTo>
                  <a:pt x="127099" y="2097"/>
                </a:lnTo>
                <a:lnTo>
                  <a:pt x="126949" y="2257"/>
                </a:lnTo>
                <a:lnTo>
                  <a:pt x="126805" y="2421"/>
                </a:lnTo>
                <a:lnTo>
                  <a:pt x="126668" y="2590"/>
                </a:lnTo>
                <a:lnTo>
                  <a:pt x="126539" y="2763"/>
                </a:lnTo>
                <a:lnTo>
                  <a:pt x="126416" y="2940"/>
                </a:lnTo>
                <a:lnTo>
                  <a:pt x="126300" y="3121"/>
                </a:lnTo>
                <a:lnTo>
                  <a:pt x="126192" y="3307"/>
                </a:lnTo>
                <a:lnTo>
                  <a:pt x="126090" y="3497"/>
                </a:lnTo>
                <a:lnTo>
                  <a:pt x="125995" y="3691"/>
                </a:lnTo>
                <a:lnTo>
                  <a:pt x="125908" y="3890"/>
                </a:lnTo>
                <a:lnTo>
                  <a:pt x="125827" y="4093"/>
                </a:lnTo>
                <a:lnTo>
                  <a:pt x="125754" y="4300"/>
                </a:lnTo>
                <a:lnTo>
                  <a:pt x="125687" y="4512"/>
                </a:lnTo>
                <a:lnTo>
                  <a:pt x="125627" y="4728"/>
                </a:lnTo>
                <a:lnTo>
                  <a:pt x="125575" y="4948"/>
                </a:lnTo>
                <a:lnTo>
                  <a:pt x="125529" y="5172"/>
                </a:lnTo>
                <a:lnTo>
                  <a:pt x="125491" y="5401"/>
                </a:lnTo>
                <a:lnTo>
                  <a:pt x="125459" y="5634"/>
                </a:lnTo>
                <a:lnTo>
                  <a:pt x="125435" y="5871"/>
                </a:lnTo>
                <a:lnTo>
                  <a:pt x="125417" y="6113"/>
                </a:lnTo>
                <a:lnTo>
                  <a:pt x="125407" y="6359"/>
                </a:lnTo>
                <a:lnTo>
                  <a:pt x="125403" y="6609"/>
                </a:lnTo>
                <a:lnTo>
                  <a:pt x="125407" y="6859"/>
                </a:lnTo>
                <a:lnTo>
                  <a:pt x="125417" y="7105"/>
                </a:lnTo>
                <a:lnTo>
                  <a:pt x="125435" y="7347"/>
                </a:lnTo>
                <a:lnTo>
                  <a:pt x="125459" y="7585"/>
                </a:lnTo>
                <a:lnTo>
                  <a:pt x="125491" y="7818"/>
                </a:lnTo>
                <a:lnTo>
                  <a:pt x="125529" y="8047"/>
                </a:lnTo>
                <a:lnTo>
                  <a:pt x="125575" y="8271"/>
                </a:lnTo>
                <a:lnTo>
                  <a:pt x="125627" y="8491"/>
                </a:lnTo>
                <a:lnTo>
                  <a:pt x="125687" y="8707"/>
                </a:lnTo>
                <a:lnTo>
                  <a:pt x="125754" y="8919"/>
                </a:lnTo>
                <a:lnTo>
                  <a:pt x="125827" y="9126"/>
                </a:lnTo>
                <a:lnTo>
                  <a:pt x="125908" y="9329"/>
                </a:lnTo>
                <a:lnTo>
                  <a:pt x="125995" y="9528"/>
                </a:lnTo>
                <a:lnTo>
                  <a:pt x="126090" y="9722"/>
                </a:lnTo>
                <a:lnTo>
                  <a:pt x="126192" y="9912"/>
                </a:lnTo>
                <a:lnTo>
                  <a:pt x="126300" y="10098"/>
                </a:lnTo>
                <a:lnTo>
                  <a:pt x="126416" y="10279"/>
                </a:lnTo>
                <a:lnTo>
                  <a:pt x="126539" y="10457"/>
                </a:lnTo>
                <a:lnTo>
                  <a:pt x="126668" y="10629"/>
                </a:lnTo>
                <a:lnTo>
                  <a:pt x="126805" y="10798"/>
                </a:lnTo>
                <a:lnTo>
                  <a:pt x="126949" y="10962"/>
                </a:lnTo>
                <a:lnTo>
                  <a:pt x="127099" y="11122"/>
                </a:lnTo>
                <a:lnTo>
                  <a:pt x="127257" y="11278"/>
                </a:lnTo>
                <a:lnTo>
                  <a:pt x="127422" y="11429"/>
                </a:lnTo>
                <a:lnTo>
                  <a:pt x="127593" y="11575"/>
                </a:lnTo>
                <a:lnTo>
                  <a:pt x="127769" y="11715"/>
                </a:lnTo>
                <a:lnTo>
                  <a:pt x="127950" y="11849"/>
                </a:lnTo>
                <a:lnTo>
                  <a:pt x="128136" y="11976"/>
                </a:lnTo>
                <a:lnTo>
                  <a:pt x="128327" y="12097"/>
                </a:lnTo>
                <a:lnTo>
                  <a:pt x="128524" y="12212"/>
                </a:lnTo>
                <a:lnTo>
                  <a:pt x="128725" y="12321"/>
                </a:lnTo>
                <a:lnTo>
                  <a:pt x="128932" y="12424"/>
                </a:lnTo>
                <a:lnTo>
                  <a:pt x="129143" y="12520"/>
                </a:lnTo>
                <a:lnTo>
                  <a:pt x="129360" y="12610"/>
                </a:lnTo>
                <a:lnTo>
                  <a:pt x="129582" y="12694"/>
                </a:lnTo>
                <a:lnTo>
                  <a:pt x="129809" y="12772"/>
                </a:lnTo>
                <a:lnTo>
                  <a:pt x="130041" y="12843"/>
                </a:lnTo>
                <a:lnTo>
                  <a:pt x="130278" y="12909"/>
                </a:lnTo>
                <a:lnTo>
                  <a:pt x="130521" y="12968"/>
                </a:lnTo>
                <a:lnTo>
                  <a:pt x="130768" y="13021"/>
                </a:lnTo>
                <a:lnTo>
                  <a:pt x="131021" y="13067"/>
                </a:lnTo>
                <a:lnTo>
                  <a:pt x="131278" y="13108"/>
                </a:lnTo>
                <a:lnTo>
                  <a:pt x="131541" y="13142"/>
                </a:lnTo>
                <a:lnTo>
                  <a:pt x="131809" y="13170"/>
                </a:lnTo>
                <a:lnTo>
                  <a:pt x="132082" y="13191"/>
                </a:lnTo>
                <a:lnTo>
                  <a:pt x="132360" y="13207"/>
                </a:lnTo>
                <a:lnTo>
                  <a:pt x="132643" y="13216"/>
                </a:lnTo>
                <a:lnTo>
                  <a:pt x="132931" y="13219"/>
                </a:lnTo>
                <a:lnTo>
                  <a:pt x="133219" y="13216"/>
                </a:lnTo>
                <a:lnTo>
                  <a:pt x="133502" y="13207"/>
                </a:lnTo>
                <a:lnTo>
                  <a:pt x="133780" y="13191"/>
                </a:lnTo>
                <a:lnTo>
                  <a:pt x="134053" y="13170"/>
                </a:lnTo>
                <a:close/>
                <a:moveTo>
                  <a:pt x="84830" y="29295"/>
                </a:moveTo>
                <a:lnTo>
                  <a:pt x="84697" y="28878"/>
                </a:lnTo>
                <a:lnTo>
                  <a:pt x="84550" y="28470"/>
                </a:lnTo>
                <a:lnTo>
                  <a:pt x="84390" y="28071"/>
                </a:lnTo>
                <a:lnTo>
                  <a:pt x="84218" y="27681"/>
                </a:lnTo>
                <a:lnTo>
                  <a:pt x="84033" y="27300"/>
                </a:lnTo>
                <a:lnTo>
                  <a:pt x="83836" y="26929"/>
                </a:lnTo>
                <a:lnTo>
                  <a:pt x="83625" y="26566"/>
                </a:lnTo>
                <a:lnTo>
                  <a:pt x="83402" y="26212"/>
                </a:lnTo>
                <a:lnTo>
                  <a:pt x="83166" y="25868"/>
                </a:lnTo>
                <a:lnTo>
                  <a:pt x="82917" y="25532"/>
                </a:lnTo>
                <a:lnTo>
                  <a:pt x="82656" y="25206"/>
                </a:lnTo>
                <a:lnTo>
                  <a:pt x="82382" y="24889"/>
                </a:lnTo>
                <a:lnTo>
                  <a:pt x="82095" y="24581"/>
                </a:lnTo>
                <a:lnTo>
                  <a:pt x="81795" y="24282"/>
                </a:lnTo>
                <a:lnTo>
                  <a:pt x="81485" y="23993"/>
                </a:lnTo>
                <a:lnTo>
                  <a:pt x="81165" y="23717"/>
                </a:lnTo>
                <a:lnTo>
                  <a:pt x="80837" y="23453"/>
                </a:lnTo>
                <a:lnTo>
                  <a:pt x="80500" y="23202"/>
                </a:lnTo>
                <a:lnTo>
                  <a:pt x="80154" y="22962"/>
                </a:lnTo>
                <a:lnTo>
                  <a:pt x="79799" y="22735"/>
                </a:lnTo>
                <a:lnTo>
                  <a:pt x="79435" y="22521"/>
                </a:lnTo>
                <a:lnTo>
                  <a:pt x="79062" y="22318"/>
                </a:lnTo>
                <a:lnTo>
                  <a:pt x="78680" y="22128"/>
                </a:lnTo>
                <a:lnTo>
                  <a:pt x="78289" y="21950"/>
                </a:lnTo>
                <a:lnTo>
                  <a:pt x="77890" y="21784"/>
                </a:lnTo>
                <a:lnTo>
                  <a:pt x="77481" y="21631"/>
                </a:lnTo>
                <a:lnTo>
                  <a:pt x="77064" y="21490"/>
                </a:lnTo>
                <a:lnTo>
                  <a:pt x="76637" y="21361"/>
                </a:lnTo>
                <a:lnTo>
                  <a:pt x="76202" y="21244"/>
                </a:lnTo>
                <a:lnTo>
                  <a:pt x="75757" y="21140"/>
                </a:lnTo>
                <a:lnTo>
                  <a:pt x="75304" y="21048"/>
                </a:lnTo>
                <a:lnTo>
                  <a:pt x="74842" y="20968"/>
                </a:lnTo>
                <a:lnTo>
                  <a:pt x="74371" y="20901"/>
                </a:lnTo>
                <a:lnTo>
                  <a:pt x="73891" y="20846"/>
                </a:lnTo>
                <a:lnTo>
                  <a:pt x="73402" y="20803"/>
                </a:lnTo>
                <a:lnTo>
                  <a:pt x="72904" y="20772"/>
                </a:lnTo>
                <a:lnTo>
                  <a:pt x="72397" y="20754"/>
                </a:lnTo>
                <a:lnTo>
                  <a:pt x="71882" y="20747"/>
                </a:lnTo>
                <a:lnTo>
                  <a:pt x="71252" y="20756"/>
                </a:lnTo>
                <a:lnTo>
                  <a:pt x="70633" y="20784"/>
                </a:lnTo>
                <a:lnTo>
                  <a:pt x="70024" y="20829"/>
                </a:lnTo>
                <a:lnTo>
                  <a:pt x="69426" y="20893"/>
                </a:lnTo>
                <a:lnTo>
                  <a:pt x="68838" y="20975"/>
                </a:lnTo>
                <a:lnTo>
                  <a:pt x="68261" y="21074"/>
                </a:lnTo>
                <a:lnTo>
                  <a:pt x="67694" y="21193"/>
                </a:lnTo>
                <a:lnTo>
                  <a:pt x="67138" y="21329"/>
                </a:lnTo>
                <a:lnTo>
                  <a:pt x="66592" y="21483"/>
                </a:lnTo>
                <a:lnTo>
                  <a:pt x="66057" y="21656"/>
                </a:lnTo>
                <a:lnTo>
                  <a:pt x="65533" y="21847"/>
                </a:lnTo>
                <a:lnTo>
                  <a:pt x="65019" y="22056"/>
                </a:lnTo>
                <a:lnTo>
                  <a:pt x="64515" y="22283"/>
                </a:lnTo>
                <a:lnTo>
                  <a:pt x="64022" y="22528"/>
                </a:lnTo>
                <a:lnTo>
                  <a:pt x="63540" y="22792"/>
                </a:lnTo>
                <a:lnTo>
                  <a:pt x="63068" y="23073"/>
                </a:lnTo>
                <a:lnTo>
                  <a:pt x="62606" y="23373"/>
                </a:lnTo>
                <a:lnTo>
                  <a:pt x="62155" y="23691"/>
                </a:lnTo>
                <a:lnTo>
                  <a:pt x="61715" y="24027"/>
                </a:lnTo>
                <a:lnTo>
                  <a:pt x="61285" y="24382"/>
                </a:lnTo>
                <a:lnTo>
                  <a:pt x="60866" y="24754"/>
                </a:lnTo>
                <a:lnTo>
                  <a:pt x="60457" y="25145"/>
                </a:lnTo>
                <a:lnTo>
                  <a:pt x="60059" y="25554"/>
                </a:lnTo>
                <a:lnTo>
                  <a:pt x="59671" y="25981"/>
                </a:lnTo>
                <a:lnTo>
                  <a:pt x="59296" y="26423"/>
                </a:lnTo>
                <a:lnTo>
                  <a:pt x="58938" y="26878"/>
                </a:lnTo>
                <a:lnTo>
                  <a:pt x="58595" y="27346"/>
                </a:lnTo>
                <a:lnTo>
                  <a:pt x="58269" y="27827"/>
                </a:lnTo>
                <a:lnTo>
                  <a:pt x="57958" y="28320"/>
                </a:lnTo>
                <a:lnTo>
                  <a:pt x="57663" y="28826"/>
                </a:lnTo>
                <a:lnTo>
                  <a:pt x="57384" y="29345"/>
                </a:lnTo>
                <a:lnTo>
                  <a:pt x="57121" y="29877"/>
                </a:lnTo>
                <a:lnTo>
                  <a:pt x="56874" y="30421"/>
                </a:lnTo>
                <a:lnTo>
                  <a:pt x="56643" y="30979"/>
                </a:lnTo>
                <a:lnTo>
                  <a:pt x="56428" y="31548"/>
                </a:lnTo>
                <a:lnTo>
                  <a:pt x="56229" y="32131"/>
                </a:lnTo>
                <a:lnTo>
                  <a:pt x="56046" y="32726"/>
                </a:lnTo>
                <a:lnTo>
                  <a:pt x="55878" y="33335"/>
                </a:lnTo>
                <a:lnTo>
                  <a:pt x="55727" y="33956"/>
                </a:lnTo>
                <a:lnTo>
                  <a:pt x="55592" y="34589"/>
                </a:lnTo>
                <a:lnTo>
                  <a:pt x="55472" y="35236"/>
                </a:lnTo>
                <a:lnTo>
                  <a:pt x="55369" y="35895"/>
                </a:lnTo>
                <a:lnTo>
                  <a:pt x="55281" y="36567"/>
                </a:lnTo>
                <a:lnTo>
                  <a:pt x="55209" y="37252"/>
                </a:lnTo>
                <a:lnTo>
                  <a:pt x="55153" y="37949"/>
                </a:lnTo>
                <a:lnTo>
                  <a:pt x="55114" y="38659"/>
                </a:lnTo>
                <a:lnTo>
                  <a:pt x="55090" y="39382"/>
                </a:lnTo>
                <a:lnTo>
                  <a:pt x="55082" y="40118"/>
                </a:lnTo>
                <a:lnTo>
                  <a:pt x="55082" y="53797"/>
                </a:lnTo>
                <a:lnTo>
                  <a:pt x="55090" y="54525"/>
                </a:lnTo>
                <a:lnTo>
                  <a:pt x="55114" y="55241"/>
                </a:lnTo>
                <a:lnTo>
                  <a:pt x="55154" y="55944"/>
                </a:lnTo>
                <a:lnTo>
                  <a:pt x="55210" y="56635"/>
                </a:lnTo>
                <a:lnTo>
                  <a:pt x="55283" y="57313"/>
                </a:lnTo>
                <a:lnTo>
                  <a:pt x="55371" y="57979"/>
                </a:lnTo>
                <a:lnTo>
                  <a:pt x="55476" y="58633"/>
                </a:lnTo>
                <a:lnTo>
                  <a:pt x="55597" y="59274"/>
                </a:lnTo>
                <a:lnTo>
                  <a:pt x="55734" y="59903"/>
                </a:lnTo>
                <a:lnTo>
                  <a:pt x="55886" y="60519"/>
                </a:lnTo>
                <a:lnTo>
                  <a:pt x="56055" y="61123"/>
                </a:lnTo>
                <a:lnTo>
                  <a:pt x="56241" y="61714"/>
                </a:lnTo>
                <a:lnTo>
                  <a:pt x="56442" y="62293"/>
                </a:lnTo>
                <a:lnTo>
                  <a:pt x="56659" y="62860"/>
                </a:lnTo>
                <a:lnTo>
                  <a:pt x="56892" y="63414"/>
                </a:lnTo>
                <a:lnTo>
                  <a:pt x="57142" y="63956"/>
                </a:lnTo>
                <a:lnTo>
                  <a:pt x="57407" y="64485"/>
                </a:lnTo>
                <a:lnTo>
                  <a:pt x="57689" y="65002"/>
                </a:lnTo>
                <a:lnTo>
                  <a:pt x="57987" y="65507"/>
                </a:lnTo>
                <a:lnTo>
                  <a:pt x="58301" y="65999"/>
                </a:lnTo>
                <a:lnTo>
                  <a:pt x="58631" y="66478"/>
                </a:lnTo>
                <a:lnTo>
                  <a:pt x="58977" y="66946"/>
                </a:lnTo>
                <a:lnTo>
                  <a:pt x="59339" y="67400"/>
                </a:lnTo>
                <a:lnTo>
                  <a:pt x="59717" y="67843"/>
                </a:lnTo>
                <a:lnTo>
                  <a:pt x="60108" y="68270"/>
                </a:lnTo>
                <a:lnTo>
                  <a:pt x="60510" y="68678"/>
                </a:lnTo>
                <a:lnTo>
                  <a:pt x="60921" y="69069"/>
                </a:lnTo>
                <a:lnTo>
                  <a:pt x="61343" y="69441"/>
                </a:lnTo>
                <a:lnTo>
                  <a:pt x="61774" y="69796"/>
                </a:lnTo>
                <a:lnTo>
                  <a:pt x="62216" y="70132"/>
                </a:lnTo>
                <a:lnTo>
                  <a:pt x="62668" y="70450"/>
                </a:lnTo>
                <a:lnTo>
                  <a:pt x="63129" y="70749"/>
                </a:lnTo>
                <a:lnTo>
                  <a:pt x="63601" y="71031"/>
                </a:lnTo>
                <a:lnTo>
                  <a:pt x="64083" y="71294"/>
                </a:lnTo>
                <a:lnTo>
                  <a:pt x="64575" y="71540"/>
                </a:lnTo>
                <a:lnTo>
                  <a:pt x="65077" y="71767"/>
                </a:lnTo>
                <a:lnTo>
                  <a:pt x="65588" y="71976"/>
                </a:lnTo>
                <a:lnTo>
                  <a:pt x="66110" y="72166"/>
                </a:lnTo>
                <a:lnTo>
                  <a:pt x="66642" y="72339"/>
                </a:lnTo>
                <a:lnTo>
                  <a:pt x="67184" y="72493"/>
                </a:lnTo>
                <a:lnTo>
                  <a:pt x="67736" y="72630"/>
                </a:lnTo>
                <a:lnTo>
                  <a:pt x="68298" y="72748"/>
                </a:lnTo>
                <a:lnTo>
                  <a:pt x="68870" y="72848"/>
                </a:lnTo>
                <a:lnTo>
                  <a:pt x="69453" y="72929"/>
                </a:lnTo>
                <a:lnTo>
                  <a:pt x="70045" y="72993"/>
                </a:lnTo>
                <a:lnTo>
                  <a:pt x="70647" y="73038"/>
                </a:lnTo>
                <a:lnTo>
                  <a:pt x="71259" y="73066"/>
                </a:lnTo>
                <a:lnTo>
                  <a:pt x="71882" y="73075"/>
                </a:lnTo>
                <a:lnTo>
                  <a:pt x="72397" y="73069"/>
                </a:lnTo>
                <a:lnTo>
                  <a:pt x="72904" y="73050"/>
                </a:lnTo>
                <a:lnTo>
                  <a:pt x="73402" y="73019"/>
                </a:lnTo>
                <a:lnTo>
                  <a:pt x="73891" y="72976"/>
                </a:lnTo>
                <a:lnTo>
                  <a:pt x="74371" y="72921"/>
                </a:lnTo>
                <a:lnTo>
                  <a:pt x="74842" y="72854"/>
                </a:lnTo>
                <a:lnTo>
                  <a:pt x="75304" y="72774"/>
                </a:lnTo>
                <a:lnTo>
                  <a:pt x="75757" y="72682"/>
                </a:lnTo>
                <a:lnTo>
                  <a:pt x="76202" y="72578"/>
                </a:lnTo>
                <a:lnTo>
                  <a:pt x="76637" y="72461"/>
                </a:lnTo>
                <a:lnTo>
                  <a:pt x="77064" y="72332"/>
                </a:lnTo>
                <a:lnTo>
                  <a:pt x="77481" y="72191"/>
                </a:lnTo>
                <a:lnTo>
                  <a:pt x="77890" y="72038"/>
                </a:lnTo>
                <a:lnTo>
                  <a:pt x="78289" y="71872"/>
                </a:lnTo>
                <a:lnTo>
                  <a:pt x="78680" y="71694"/>
                </a:lnTo>
                <a:lnTo>
                  <a:pt x="79062" y="71504"/>
                </a:lnTo>
                <a:lnTo>
                  <a:pt x="79435" y="71301"/>
                </a:lnTo>
                <a:lnTo>
                  <a:pt x="79799" y="71087"/>
                </a:lnTo>
                <a:lnTo>
                  <a:pt x="80154" y="70860"/>
                </a:lnTo>
                <a:lnTo>
                  <a:pt x="80500" y="70620"/>
                </a:lnTo>
                <a:lnTo>
                  <a:pt x="80837" y="70369"/>
                </a:lnTo>
                <a:lnTo>
                  <a:pt x="81165" y="70105"/>
                </a:lnTo>
                <a:lnTo>
                  <a:pt x="81485" y="69829"/>
                </a:lnTo>
                <a:lnTo>
                  <a:pt x="81795" y="69540"/>
                </a:lnTo>
                <a:lnTo>
                  <a:pt x="82095" y="69241"/>
                </a:lnTo>
                <a:lnTo>
                  <a:pt x="82382" y="68933"/>
                </a:lnTo>
                <a:lnTo>
                  <a:pt x="82656" y="68616"/>
                </a:lnTo>
                <a:lnTo>
                  <a:pt x="82917" y="68290"/>
                </a:lnTo>
                <a:lnTo>
                  <a:pt x="83166" y="67954"/>
                </a:lnTo>
                <a:lnTo>
                  <a:pt x="83402" y="67610"/>
                </a:lnTo>
                <a:lnTo>
                  <a:pt x="83625" y="67256"/>
                </a:lnTo>
                <a:lnTo>
                  <a:pt x="83836" y="66893"/>
                </a:lnTo>
                <a:lnTo>
                  <a:pt x="84033" y="66522"/>
                </a:lnTo>
                <a:lnTo>
                  <a:pt x="84218" y="66141"/>
                </a:lnTo>
                <a:lnTo>
                  <a:pt x="84390" y="65751"/>
                </a:lnTo>
                <a:lnTo>
                  <a:pt x="84550" y="65352"/>
                </a:lnTo>
                <a:lnTo>
                  <a:pt x="84697" y="64944"/>
                </a:lnTo>
                <a:lnTo>
                  <a:pt x="84830" y="64527"/>
                </a:lnTo>
                <a:lnTo>
                  <a:pt x="84952" y="64100"/>
                </a:lnTo>
                <a:lnTo>
                  <a:pt x="85060" y="63665"/>
                </a:lnTo>
                <a:lnTo>
                  <a:pt x="85156" y="63221"/>
                </a:lnTo>
                <a:lnTo>
                  <a:pt x="85239" y="62767"/>
                </a:lnTo>
                <a:lnTo>
                  <a:pt x="85276" y="62518"/>
                </a:lnTo>
                <a:lnTo>
                  <a:pt x="85468" y="62518"/>
                </a:lnTo>
                <a:lnTo>
                  <a:pt x="85468" y="72157"/>
                </a:lnTo>
                <a:lnTo>
                  <a:pt x="96668" y="72157"/>
                </a:lnTo>
                <a:lnTo>
                  <a:pt x="96668" y="5141"/>
                </a:lnTo>
                <a:lnTo>
                  <a:pt x="85192" y="5141"/>
                </a:lnTo>
                <a:lnTo>
                  <a:pt x="85192" y="19278"/>
                </a:lnTo>
                <a:lnTo>
                  <a:pt x="85559" y="31304"/>
                </a:lnTo>
                <a:lnTo>
                  <a:pt x="85276" y="31304"/>
                </a:lnTo>
                <a:lnTo>
                  <a:pt x="85239" y="31055"/>
                </a:lnTo>
                <a:lnTo>
                  <a:pt x="85156" y="30601"/>
                </a:lnTo>
                <a:lnTo>
                  <a:pt x="85060" y="30157"/>
                </a:lnTo>
                <a:lnTo>
                  <a:pt x="84952" y="29722"/>
                </a:lnTo>
                <a:lnTo>
                  <a:pt x="84830" y="29295"/>
                </a:lnTo>
                <a:close/>
                <a:moveTo>
                  <a:pt x="74168" y="63048"/>
                </a:moveTo>
                <a:lnTo>
                  <a:pt x="73837" y="62999"/>
                </a:lnTo>
                <a:lnTo>
                  <a:pt x="73514" y="62941"/>
                </a:lnTo>
                <a:lnTo>
                  <a:pt x="73197" y="62874"/>
                </a:lnTo>
                <a:lnTo>
                  <a:pt x="72886" y="62798"/>
                </a:lnTo>
                <a:lnTo>
                  <a:pt x="72583" y="62713"/>
                </a:lnTo>
                <a:lnTo>
                  <a:pt x="72286" y="62620"/>
                </a:lnTo>
                <a:lnTo>
                  <a:pt x="71995" y="62517"/>
                </a:lnTo>
                <a:lnTo>
                  <a:pt x="71712" y="62406"/>
                </a:lnTo>
                <a:lnTo>
                  <a:pt x="71435" y="62285"/>
                </a:lnTo>
                <a:lnTo>
                  <a:pt x="71165" y="62156"/>
                </a:lnTo>
                <a:lnTo>
                  <a:pt x="70902" y="62017"/>
                </a:lnTo>
                <a:lnTo>
                  <a:pt x="70645" y="61870"/>
                </a:lnTo>
                <a:lnTo>
                  <a:pt x="70395" y="61714"/>
                </a:lnTo>
                <a:lnTo>
                  <a:pt x="70151" y="61549"/>
                </a:lnTo>
                <a:lnTo>
                  <a:pt x="69915" y="61375"/>
                </a:lnTo>
                <a:lnTo>
                  <a:pt x="69685" y="61192"/>
                </a:lnTo>
                <a:lnTo>
                  <a:pt x="69462" y="61000"/>
                </a:lnTo>
                <a:lnTo>
                  <a:pt x="69245" y="60799"/>
                </a:lnTo>
                <a:lnTo>
                  <a:pt x="69035" y="60589"/>
                </a:lnTo>
                <a:lnTo>
                  <a:pt x="68833" y="60371"/>
                </a:lnTo>
                <a:lnTo>
                  <a:pt x="68639" y="60146"/>
                </a:lnTo>
                <a:lnTo>
                  <a:pt x="68454" y="59912"/>
                </a:lnTo>
                <a:lnTo>
                  <a:pt x="68278" y="59671"/>
                </a:lnTo>
                <a:lnTo>
                  <a:pt x="68110" y="59423"/>
                </a:lnTo>
                <a:lnTo>
                  <a:pt x="67951" y="59166"/>
                </a:lnTo>
                <a:lnTo>
                  <a:pt x="67800" y="58902"/>
                </a:lnTo>
                <a:lnTo>
                  <a:pt x="67659" y="58631"/>
                </a:lnTo>
                <a:lnTo>
                  <a:pt x="67525" y="58352"/>
                </a:lnTo>
                <a:lnTo>
                  <a:pt x="67400" y="58065"/>
                </a:lnTo>
                <a:lnTo>
                  <a:pt x="67284" y="57770"/>
                </a:lnTo>
                <a:lnTo>
                  <a:pt x="67177" y="57468"/>
                </a:lnTo>
                <a:lnTo>
                  <a:pt x="67078" y="57158"/>
                </a:lnTo>
                <a:lnTo>
                  <a:pt x="66987" y="56841"/>
                </a:lnTo>
                <a:lnTo>
                  <a:pt x="66906" y="56516"/>
                </a:lnTo>
                <a:lnTo>
                  <a:pt x="66833" y="56183"/>
                </a:lnTo>
                <a:lnTo>
                  <a:pt x="66768" y="55843"/>
                </a:lnTo>
                <a:lnTo>
                  <a:pt x="66712" y="55495"/>
                </a:lnTo>
                <a:lnTo>
                  <a:pt x="66665" y="55139"/>
                </a:lnTo>
                <a:lnTo>
                  <a:pt x="66626" y="54776"/>
                </a:lnTo>
                <a:lnTo>
                  <a:pt x="66596" y="54405"/>
                </a:lnTo>
                <a:lnTo>
                  <a:pt x="66574" y="54026"/>
                </a:lnTo>
                <a:lnTo>
                  <a:pt x="66561" y="53640"/>
                </a:lnTo>
                <a:lnTo>
                  <a:pt x="66557" y="53246"/>
                </a:lnTo>
                <a:lnTo>
                  <a:pt x="66557" y="40577"/>
                </a:lnTo>
                <a:lnTo>
                  <a:pt x="66561" y="40183"/>
                </a:lnTo>
                <a:lnTo>
                  <a:pt x="66574" y="39797"/>
                </a:lnTo>
                <a:lnTo>
                  <a:pt x="66596" y="39418"/>
                </a:lnTo>
                <a:lnTo>
                  <a:pt x="66626" y="39047"/>
                </a:lnTo>
                <a:lnTo>
                  <a:pt x="66665" y="38684"/>
                </a:lnTo>
                <a:lnTo>
                  <a:pt x="66712" y="38328"/>
                </a:lnTo>
                <a:lnTo>
                  <a:pt x="66768" y="37980"/>
                </a:lnTo>
                <a:lnTo>
                  <a:pt x="66833" y="37639"/>
                </a:lnTo>
                <a:lnTo>
                  <a:pt x="66906" y="37307"/>
                </a:lnTo>
                <a:lnTo>
                  <a:pt x="66987" y="36982"/>
                </a:lnTo>
                <a:lnTo>
                  <a:pt x="67078" y="36664"/>
                </a:lnTo>
                <a:lnTo>
                  <a:pt x="67177" y="36354"/>
                </a:lnTo>
                <a:lnTo>
                  <a:pt x="67284" y="36052"/>
                </a:lnTo>
                <a:lnTo>
                  <a:pt x="67400" y="35757"/>
                </a:lnTo>
                <a:lnTo>
                  <a:pt x="67525" y="35471"/>
                </a:lnTo>
                <a:lnTo>
                  <a:pt x="67659" y="35191"/>
                </a:lnTo>
                <a:lnTo>
                  <a:pt x="67800" y="34920"/>
                </a:lnTo>
                <a:lnTo>
                  <a:pt x="67951" y="34656"/>
                </a:lnTo>
                <a:lnTo>
                  <a:pt x="68110" y="34399"/>
                </a:lnTo>
                <a:lnTo>
                  <a:pt x="68278" y="34151"/>
                </a:lnTo>
                <a:lnTo>
                  <a:pt x="68454" y="33910"/>
                </a:lnTo>
                <a:lnTo>
                  <a:pt x="68639" y="33677"/>
                </a:lnTo>
                <a:lnTo>
                  <a:pt x="68833" y="33451"/>
                </a:lnTo>
                <a:lnTo>
                  <a:pt x="69035" y="33233"/>
                </a:lnTo>
                <a:lnTo>
                  <a:pt x="69245" y="33023"/>
                </a:lnTo>
                <a:lnTo>
                  <a:pt x="69462" y="32822"/>
                </a:lnTo>
                <a:lnTo>
                  <a:pt x="69685" y="32630"/>
                </a:lnTo>
                <a:lnTo>
                  <a:pt x="69915" y="32447"/>
                </a:lnTo>
                <a:lnTo>
                  <a:pt x="70151" y="32273"/>
                </a:lnTo>
                <a:lnTo>
                  <a:pt x="70395" y="32108"/>
                </a:lnTo>
                <a:lnTo>
                  <a:pt x="70645" y="31952"/>
                </a:lnTo>
                <a:lnTo>
                  <a:pt x="70902" y="31805"/>
                </a:lnTo>
                <a:lnTo>
                  <a:pt x="71165" y="31666"/>
                </a:lnTo>
                <a:lnTo>
                  <a:pt x="71435" y="31537"/>
                </a:lnTo>
                <a:lnTo>
                  <a:pt x="71712" y="31417"/>
                </a:lnTo>
                <a:lnTo>
                  <a:pt x="71995" y="31305"/>
                </a:lnTo>
                <a:lnTo>
                  <a:pt x="72286" y="31202"/>
                </a:lnTo>
                <a:lnTo>
                  <a:pt x="72583" y="31109"/>
                </a:lnTo>
                <a:lnTo>
                  <a:pt x="72886" y="31024"/>
                </a:lnTo>
                <a:lnTo>
                  <a:pt x="73197" y="30948"/>
                </a:lnTo>
                <a:lnTo>
                  <a:pt x="73514" y="30881"/>
                </a:lnTo>
                <a:lnTo>
                  <a:pt x="73837" y="30823"/>
                </a:lnTo>
                <a:lnTo>
                  <a:pt x="74168" y="30774"/>
                </a:lnTo>
                <a:lnTo>
                  <a:pt x="74505" y="30734"/>
                </a:lnTo>
                <a:lnTo>
                  <a:pt x="74849" y="30702"/>
                </a:lnTo>
                <a:lnTo>
                  <a:pt x="75199" y="30680"/>
                </a:lnTo>
                <a:lnTo>
                  <a:pt x="75556" y="30667"/>
                </a:lnTo>
                <a:lnTo>
                  <a:pt x="75920" y="30662"/>
                </a:lnTo>
                <a:lnTo>
                  <a:pt x="76284" y="30667"/>
                </a:lnTo>
                <a:lnTo>
                  <a:pt x="76641" y="30680"/>
                </a:lnTo>
                <a:lnTo>
                  <a:pt x="76991" y="30703"/>
                </a:lnTo>
                <a:lnTo>
                  <a:pt x="77334" y="30735"/>
                </a:lnTo>
                <a:lnTo>
                  <a:pt x="77671" y="30776"/>
                </a:lnTo>
                <a:lnTo>
                  <a:pt x="78000" y="30826"/>
                </a:lnTo>
                <a:lnTo>
                  <a:pt x="78323" y="30885"/>
                </a:lnTo>
                <a:lnTo>
                  <a:pt x="78639" y="30953"/>
                </a:lnTo>
                <a:lnTo>
                  <a:pt x="78948" y="31030"/>
                </a:lnTo>
                <a:lnTo>
                  <a:pt x="79250" y="31117"/>
                </a:lnTo>
                <a:lnTo>
                  <a:pt x="79545" y="31212"/>
                </a:lnTo>
                <a:lnTo>
                  <a:pt x="79833" y="31317"/>
                </a:lnTo>
                <a:lnTo>
                  <a:pt x="80115" y="31430"/>
                </a:lnTo>
                <a:lnTo>
                  <a:pt x="80390" y="31553"/>
                </a:lnTo>
                <a:lnTo>
                  <a:pt x="80657" y="31684"/>
                </a:lnTo>
                <a:lnTo>
                  <a:pt x="80918" y="31825"/>
                </a:lnTo>
                <a:lnTo>
                  <a:pt x="81172" y="31975"/>
                </a:lnTo>
                <a:lnTo>
                  <a:pt x="81420" y="32134"/>
                </a:lnTo>
                <a:lnTo>
                  <a:pt x="81660" y="32302"/>
                </a:lnTo>
                <a:lnTo>
                  <a:pt x="81893" y="32479"/>
                </a:lnTo>
                <a:lnTo>
                  <a:pt x="82120" y="32666"/>
                </a:lnTo>
                <a:lnTo>
                  <a:pt x="82340" y="32861"/>
                </a:lnTo>
                <a:lnTo>
                  <a:pt x="82553" y="33066"/>
                </a:lnTo>
                <a:lnTo>
                  <a:pt x="82759" y="33279"/>
                </a:lnTo>
                <a:lnTo>
                  <a:pt x="82957" y="33501"/>
                </a:lnTo>
                <a:lnTo>
                  <a:pt x="83148" y="33729"/>
                </a:lnTo>
                <a:lnTo>
                  <a:pt x="83329" y="33965"/>
                </a:lnTo>
                <a:lnTo>
                  <a:pt x="83502" y="34208"/>
                </a:lnTo>
                <a:lnTo>
                  <a:pt x="83667" y="34458"/>
                </a:lnTo>
                <a:lnTo>
                  <a:pt x="83823" y="34716"/>
                </a:lnTo>
                <a:lnTo>
                  <a:pt x="83971" y="34981"/>
                </a:lnTo>
                <a:lnTo>
                  <a:pt x="84111" y="35252"/>
                </a:lnTo>
                <a:lnTo>
                  <a:pt x="84242" y="35531"/>
                </a:lnTo>
                <a:lnTo>
                  <a:pt x="84364" y="35817"/>
                </a:lnTo>
                <a:lnTo>
                  <a:pt x="84478" y="36111"/>
                </a:lnTo>
                <a:lnTo>
                  <a:pt x="84584" y="36411"/>
                </a:lnTo>
                <a:lnTo>
                  <a:pt x="84681" y="36719"/>
                </a:lnTo>
                <a:lnTo>
                  <a:pt x="84770" y="37034"/>
                </a:lnTo>
                <a:lnTo>
                  <a:pt x="84850" y="37356"/>
                </a:lnTo>
                <a:lnTo>
                  <a:pt x="84922" y="37685"/>
                </a:lnTo>
                <a:lnTo>
                  <a:pt x="84985" y="38021"/>
                </a:lnTo>
                <a:lnTo>
                  <a:pt x="85040" y="38365"/>
                </a:lnTo>
                <a:lnTo>
                  <a:pt x="85087" y="38716"/>
                </a:lnTo>
                <a:lnTo>
                  <a:pt x="85125" y="39074"/>
                </a:lnTo>
                <a:lnTo>
                  <a:pt x="85154" y="39439"/>
                </a:lnTo>
                <a:lnTo>
                  <a:pt x="85175" y="39811"/>
                </a:lnTo>
                <a:lnTo>
                  <a:pt x="85188" y="40191"/>
                </a:lnTo>
                <a:lnTo>
                  <a:pt x="85192" y="40577"/>
                </a:lnTo>
                <a:lnTo>
                  <a:pt x="85192" y="53246"/>
                </a:lnTo>
                <a:lnTo>
                  <a:pt x="85188" y="53633"/>
                </a:lnTo>
                <a:lnTo>
                  <a:pt x="85175" y="54012"/>
                </a:lnTo>
                <a:lnTo>
                  <a:pt x="85154" y="54384"/>
                </a:lnTo>
                <a:lnTo>
                  <a:pt x="85125" y="54749"/>
                </a:lnTo>
                <a:lnTo>
                  <a:pt x="85087" y="55107"/>
                </a:lnTo>
                <a:lnTo>
                  <a:pt x="85040" y="55458"/>
                </a:lnTo>
                <a:lnTo>
                  <a:pt x="84985" y="55801"/>
                </a:lnTo>
                <a:lnTo>
                  <a:pt x="84922" y="56138"/>
                </a:lnTo>
                <a:lnTo>
                  <a:pt x="84850" y="56467"/>
                </a:lnTo>
                <a:lnTo>
                  <a:pt x="84770" y="56789"/>
                </a:lnTo>
                <a:lnTo>
                  <a:pt x="84681" y="57104"/>
                </a:lnTo>
                <a:lnTo>
                  <a:pt x="84584" y="57411"/>
                </a:lnTo>
                <a:lnTo>
                  <a:pt x="84478" y="57712"/>
                </a:lnTo>
                <a:lnTo>
                  <a:pt x="84364" y="58005"/>
                </a:lnTo>
                <a:lnTo>
                  <a:pt x="84242" y="58292"/>
                </a:lnTo>
                <a:lnTo>
                  <a:pt x="84111" y="58571"/>
                </a:lnTo>
                <a:lnTo>
                  <a:pt x="83971" y="58842"/>
                </a:lnTo>
                <a:lnTo>
                  <a:pt x="83823" y="59107"/>
                </a:lnTo>
                <a:lnTo>
                  <a:pt x="83667" y="59364"/>
                </a:lnTo>
                <a:lnTo>
                  <a:pt x="83502" y="59615"/>
                </a:lnTo>
                <a:lnTo>
                  <a:pt x="83329" y="59858"/>
                </a:lnTo>
                <a:lnTo>
                  <a:pt x="83148" y="60094"/>
                </a:lnTo>
                <a:lnTo>
                  <a:pt x="82957" y="60323"/>
                </a:lnTo>
                <a:lnTo>
                  <a:pt x="82759" y="60544"/>
                </a:lnTo>
                <a:lnTo>
                  <a:pt x="82553" y="60758"/>
                </a:lnTo>
                <a:lnTo>
                  <a:pt x="82340" y="60962"/>
                </a:lnTo>
                <a:lnTo>
                  <a:pt x="82120" y="61157"/>
                </a:lnTo>
                <a:lnTo>
                  <a:pt x="81893" y="61344"/>
                </a:lnTo>
                <a:lnTo>
                  <a:pt x="81660" y="61521"/>
                </a:lnTo>
                <a:lnTo>
                  <a:pt x="81420" y="61689"/>
                </a:lnTo>
                <a:lnTo>
                  <a:pt x="81172" y="61848"/>
                </a:lnTo>
                <a:lnTo>
                  <a:pt x="80918" y="61997"/>
                </a:lnTo>
                <a:lnTo>
                  <a:pt x="80657" y="62138"/>
                </a:lnTo>
                <a:lnTo>
                  <a:pt x="80390" y="62270"/>
                </a:lnTo>
                <a:lnTo>
                  <a:pt x="80115" y="62392"/>
                </a:lnTo>
                <a:lnTo>
                  <a:pt x="79833" y="62506"/>
                </a:lnTo>
                <a:lnTo>
                  <a:pt x="79545" y="62610"/>
                </a:lnTo>
                <a:lnTo>
                  <a:pt x="79250" y="62706"/>
                </a:lnTo>
                <a:lnTo>
                  <a:pt x="78948" y="62792"/>
                </a:lnTo>
                <a:lnTo>
                  <a:pt x="78639" y="62869"/>
                </a:lnTo>
                <a:lnTo>
                  <a:pt x="78323" y="62937"/>
                </a:lnTo>
                <a:lnTo>
                  <a:pt x="78000" y="62996"/>
                </a:lnTo>
                <a:lnTo>
                  <a:pt x="77671" y="63046"/>
                </a:lnTo>
                <a:lnTo>
                  <a:pt x="77334" y="63087"/>
                </a:lnTo>
                <a:lnTo>
                  <a:pt x="76991" y="63119"/>
                </a:lnTo>
                <a:lnTo>
                  <a:pt x="76641" y="63142"/>
                </a:lnTo>
                <a:lnTo>
                  <a:pt x="76284" y="63155"/>
                </a:lnTo>
                <a:lnTo>
                  <a:pt x="75920" y="63160"/>
                </a:lnTo>
                <a:lnTo>
                  <a:pt x="75556" y="63155"/>
                </a:lnTo>
                <a:lnTo>
                  <a:pt x="75199" y="63142"/>
                </a:lnTo>
                <a:lnTo>
                  <a:pt x="74849" y="63120"/>
                </a:lnTo>
                <a:lnTo>
                  <a:pt x="74505" y="63088"/>
                </a:lnTo>
                <a:lnTo>
                  <a:pt x="74168" y="63048"/>
                </a:lnTo>
                <a:close/>
                <a:moveTo>
                  <a:pt x="191947" y="61750"/>
                </a:moveTo>
                <a:lnTo>
                  <a:pt x="191598" y="61708"/>
                </a:lnTo>
                <a:lnTo>
                  <a:pt x="191264" y="61650"/>
                </a:lnTo>
                <a:lnTo>
                  <a:pt x="190947" y="61576"/>
                </a:lnTo>
                <a:lnTo>
                  <a:pt x="190646" y="61484"/>
                </a:lnTo>
                <a:lnTo>
                  <a:pt x="190362" y="61377"/>
                </a:lnTo>
                <a:lnTo>
                  <a:pt x="190094" y="61252"/>
                </a:lnTo>
                <a:lnTo>
                  <a:pt x="189842" y="61112"/>
                </a:lnTo>
                <a:lnTo>
                  <a:pt x="189606" y="60954"/>
                </a:lnTo>
                <a:lnTo>
                  <a:pt x="189386" y="60780"/>
                </a:lnTo>
                <a:lnTo>
                  <a:pt x="189183" y="60590"/>
                </a:lnTo>
                <a:lnTo>
                  <a:pt x="188996" y="60382"/>
                </a:lnTo>
                <a:lnTo>
                  <a:pt x="188825" y="60159"/>
                </a:lnTo>
                <a:lnTo>
                  <a:pt x="188671" y="59918"/>
                </a:lnTo>
                <a:lnTo>
                  <a:pt x="188533" y="59662"/>
                </a:lnTo>
                <a:lnTo>
                  <a:pt x="188411" y="59388"/>
                </a:lnTo>
                <a:lnTo>
                  <a:pt x="188305" y="59098"/>
                </a:lnTo>
                <a:lnTo>
                  <a:pt x="188216" y="58792"/>
                </a:lnTo>
                <a:lnTo>
                  <a:pt x="188142" y="58468"/>
                </a:lnTo>
                <a:lnTo>
                  <a:pt x="188085" y="58129"/>
                </a:lnTo>
                <a:lnTo>
                  <a:pt x="188045" y="57772"/>
                </a:lnTo>
                <a:lnTo>
                  <a:pt x="188020" y="57400"/>
                </a:lnTo>
                <a:lnTo>
                  <a:pt x="188012" y="57010"/>
                </a:lnTo>
                <a:lnTo>
                  <a:pt x="188012" y="32039"/>
                </a:lnTo>
                <a:lnTo>
                  <a:pt x="207384" y="32039"/>
                </a:lnTo>
                <a:lnTo>
                  <a:pt x="207384" y="21665"/>
                </a:lnTo>
                <a:lnTo>
                  <a:pt x="188012" y="21665"/>
                </a:lnTo>
                <a:lnTo>
                  <a:pt x="188012" y="7435"/>
                </a:lnTo>
                <a:lnTo>
                  <a:pt x="176446" y="7435"/>
                </a:lnTo>
                <a:lnTo>
                  <a:pt x="176446" y="21665"/>
                </a:lnTo>
                <a:lnTo>
                  <a:pt x="162767" y="21665"/>
                </a:lnTo>
                <a:lnTo>
                  <a:pt x="162767" y="32039"/>
                </a:lnTo>
                <a:lnTo>
                  <a:pt x="176446" y="32039"/>
                </a:lnTo>
                <a:lnTo>
                  <a:pt x="176446" y="57010"/>
                </a:lnTo>
                <a:lnTo>
                  <a:pt x="176453" y="57594"/>
                </a:lnTo>
                <a:lnTo>
                  <a:pt x="176474" y="58167"/>
                </a:lnTo>
                <a:lnTo>
                  <a:pt x="176510" y="58730"/>
                </a:lnTo>
                <a:lnTo>
                  <a:pt x="176559" y="59282"/>
                </a:lnTo>
                <a:lnTo>
                  <a:pt x="176623" y="59824"/>
                </a:lnTo>
                <a:lnTo>
                  <a:pt x="176701" y="60355"/>
                </a:lnTo>
                <a:lnTo>
                  <a:pt x="176793" y="60876"/>
                </a:lnTo>
                <a:lnTo>
                  <a:pt x="176900" y="61386"/>
                </a:lnTo>
                <a:lnTo>
                  <a:pt x="177020" y="61886"/>
                </a:lnTo>
                <a:lnTo>
                  <a:pt x="177155" y="62375"/>
                </a:lnTo>
                <a:lnTo>
                  <a:pt x="177304" y="62853"/>
                </a:lnTo>
                <a:lnTo>
                  <a:pt x="177467" y="63322"/>
                </a:lnTo>
                <a:lnTo>
                  <a:pt x="177644" y="63779"/>
                </a:lnTo>
                <a:lnTo>
                  <a:pt x="177836" y="64226"/>
                </a:lnTo>
                <a:lnTo>
                  <a:pt x="178041" y="64663"/>
                </a:lnTo>
                <a:lnTo>
                  <a:pt x="178261" y="65089"/>
                </a:lnTo>
                <a:lnTo>
                  <a:pt x="178495" y="65504"/>
                </a:lnTo>
                <a:lnTo>
                  <a:pt x="178744" y="65909"/>
                </a:lnTo>
                <a:lnTo>
                  <a:pt x="179006" y="66304"/>
                </a:lnTo>
                <a:lnTo>
                  <a:pt x="179282" y="66688"/>
                </a:lnTo>
                <a:lnTo>
                  <a:pt x="179573" y="67061"/>
                </a:lnTo>
                <a:lnTo>
                  <a:pt x="179878" y="67424"/>
                </a:lnTo>
                <a:lnTo>
                  <a:pt x="180197" y="67777"/>
                </a:lnTo>
                <a:lnTo>
                  <a:pt x="180531" y="68119"/>
                </a:lnTo>
                <a:lnTo>
                  <a:pt x="180877" y="68448"/>
                </a:lnTo>
                <a:lnTo>
                  <a:pt x="181234" y="68764"/>
                </a:lnTo>
                <a:lnTo>
                  <a:pt x="181602" y="69065"/>
                </a:lnTo>
                <a:lnTo>
                  <a:pt x="181981" y="69353"/>
                </a:lnTo>
                <a:lnTo>
                  <a:pt x="182371" y="69626"/>
                </a:lnTo>
                <a:lnTo>
                  <a:pt x="182772" y="69885"/>
                </a:lnTo>
                <a:lnTo>
                  <a:pt x="183184" y="70131"/>
                </a:lnTo>
                <a:lnTo>
                  <a:pt x="183606" y="70362"/>
                </a:lnTo>
                <a:lnTo>
                  <a:pt x="184040" y="70580"/>
                </a:lnTo>
                <a:lnTo>
                  <a:pt x="184485" y="70783"/>
                </a:lnTo>
                <a:lnTo>
                  <a:pt x="184941" y="70972"/>
                </a:lnTo>
                <a:lnTo>
                  <a:pt x="185408" y="71147"/>
                </a:lnTo>
                <a:lnTo>
                  <a:pt x="185886" y="71309"/>
                </a:lnTo>
                <a:lnTo>
                  <a:pt x="186375" y="71456"/>
                </a:lnTo>
                <a:lnTo>
                  <a:pt x="186875" y="71589"/>
                </a:lnTo>
                <a:lnTo>
                  <a:pt x="187386" y="71708"/>
                </a:lnTo>
                <a:lnTo>
                  <a:pt x="187908" y="71814"/>
                </a:lnTo>
                <a:lnTo>
                  <a:pt x="188441" y="71905"/>
                </a:lnTo>
                <a:lnTo>
                  <a:pt x="188985" y="71982"/>
                </a:lnTo>
                <a:lnTo>
                  <a:pt x="189539" y="72045"/>
                </a:lnTo>
                <a:lnTo>
                  <a:pt x="190105" y="72094"/>
                </a:lnTo>
                <a:lnTo>
                  <a:pt x="190682" y="72129"/>
                </a:lnTo>
                <a:lnTo>
                  <a:pt x="191270" y="72150"/>
                </a:lnTo>
                <a:lnTo>
                  <a:pt x="191869" y="72157"/>
                </a:lnTo>
                <a:lnTo>
                  <a:pt x="206465" y="72157"/>
                </a:lnTo>
                <a:lnTo>
                  <a:pt x="206465" y="61783"/>
                </a:lnTo>
                <a:lnTo>
                  <a:pt x="192695" y="61783"/>
                </a:lnTo>
                <a:lnTo>
                  <a:pt x="192313" y="61774"/>
                </a:lnTo>
                <a:lnTo>
                  <a:pt x="191947" y="61750"/>
                </a:lnTo>
                <a:close/>
                <a:moveTo>
                  <a:pt x="273757" y="72157"/>
                </a:moveTo>
                <a:lnTo>
                  <a:pt x="283856" y="72157"/>
                </a:lnTo>
                <a:lnTo>
                  <a:pt x="283856" y="34150"/>
                </a:lnTo>
                <a:lnTo>
                  <a:pt x="283857" y="33938"/>
                </a:lnTo>
                <a:lnTo>
                  <a:pt x="283863" y="33730"/>
                </a:lnTo>
                <a:lnTo>
                  <a:pt x="283872" y="33526"/>
                </a:lnTo>
                <a:lnTo>
                  <a:pt x="283885" y="33327"/>
                </a:lnTo>
                <a:lnTo>
                  <a:pt x="283901" y="33131"/>
                </a:lnTo>
                <a:lnTo>
                  <a:pt x="283922" y="32940"/>
                </a:lnTo>
                <a:lnTo>
                  <a:pt x="283945" y="32752"/>
                </a:lnTo>
                <a:lnTo>
                  <a:pt x="283973" y="32569"/>
                </a:lnTo>
                <a:lnTo>
                  <a:pt x="284004" y="32390"/>
                </a:lnTo>
                <a:lnTo>
                  <a:pt x="284039" y="32215"/>
                </a:lnTo>
                <a:lnTo>
                  <a:pt x="284077" y="32045"/>
                </a:lnTo>
                <a:lnTo>
                  <a:pt x="284119" y="31878"/>
                </a:lnTo>
                <a:lnTo>
                  <a:pt x="284165" y="31716"/>
                </a:lnTo>
                <a:lnTo>
                  <a:pt x="284215" y="31558"/>
                </a:lnTo>
                <a:lnTo>
                  <a:pt x="284268" y="31403"/>
                </a:lnTo>
                <a:lnTo>
                  <a:pt x="284324" y="31253"/>
                </a:lnTo>
                <a:lnTo>
                  <a:pt x="284385" y="31108"/>
                </a:lnTo>
                <a:lnTo>
                  <a:pt x="284449" y="30966"/>
                </a:lnTo>
                <a:lnTo>
                  <a:pt x="284517" y="30828"/>
                </a:lnTo>
                <a:lnTo>
                  <a:pt x="284588" y="30695"/>
                </a:lnTo>
                <a:lnTo>
                  <a:pt x="284663" y="30566"/>
                </a:lnTo>
                <a:lnTo>
                  <a:pt x="284742" y="30441"/>
                </a:lnTo>
                <a:lnTo>
                  <a:pt x="284824" y="30320"/>
                </a:lnTo>
                <a:lnTo>
                  <a:pt x="284910" y="30203"/>
                </a:lnTo>
                <a:lnTo>
                  <a:pt x="285000" y="30091"/>
                </a:lnTo>
                <a:lnTo>
                  <a:pt x="285094" y="29983"/>
                </a:lnTo>
                <a:lnTo>
                  <a:pt x="285191" y="29880"/>
                </a:lnTo>
                <a:lnTo>
                  <a:pt x="285292" y="29782"/>
                </a:lnTo>
                <a:lnTo>
                  <a:pt x="285396" y="29689"/>
                </a:lnTo>
                <a:lnTo>
                  <a:pt x="285504" y="29600"/>
                </a:lnTo>
                <a:lnTo>
                  <a:pt x="285616" y="29517"/>
                </a:lnTo>
                <a:lnTo>
                  <a:pt x="285732" y="29438"/>
                </a:lnTo>
                <a:lnTo>
                  <a:pt x="285851" y="29364"/>
                </a:lnTo>
                <a:lnTo>
                  <a:pt x="285974" y="29294"/>
                </a:lnTo>
                <a:lnTo>
                  <a:pt x="286100" y="29230"/>
                </a:lnTo>
                <a:lnTo>
                  <a:pt x="286230" y="29170"/>
                </a:lnTo>
                <a:lnTo>
                  <a:pt x="286364" y="29115"/>
                </a:lnTo>
                <a:lnTo>
                  <a:pt x="286502" y="29065"/>
                </a:lnTo>
                <a:lnTo>
                  <a:pt x="286643" y="29020"/>
                </a:lnTo>
                <a:lnTo>
                  <a:pt x="286788" y="28979"/>
                </a:lnTo>
                <a:lnTo>
                  <a:pt x="286936" y="28943"/>
                </a:lnTo>
                <a:lnTo>
                  <a:pt x="287088" y="28912"/>
                </a:lnTo>
                <a:lnTo>
                  <a:pt x="287244" y="28886"/>
                </a:lnTo>
                <a:lnTo>
                  <a:pt x="287403" y="28864"/>
                </a:lnTo>
                <a:lnTo>
                  <a:pt x="287566" y="28847"/>
                </a:lnTo>
                <a:lnTo>
                  <a:pt x="287733" y="28835"/>
                </a:lnTo>
                <a:lnTo>
                  <a:pt x="287904" y="28828"/>
                </a:lnTo>
                <a:lnTo>
                  <a:pt x="288078" y="28826"/>
                </a:lnTo>
                <a:lnTo>
                  <a:pt x="288252" y="28828"/>
                </a:lnTo>
                <a:lnTo>
                  <a:pt x="288423" y="28835"/>
                </a:lnTo>
                <a:lnTo>
                  <a:pt x="288590" y="28847"/>
                </a:lnTo>
                <a:lnTo>
                  <a:pt x="288754" y="28864"/>
                </a:lnTo>
                <a:lnTo>
                  <a:pt x="288914" y="28886"/>
                </a:lnTo>
                <a:lnTo>
                  <a:pt x="289071" y="28912"/>
                </a:lnTo>
                <a:lnTo>
                  <a:pt x="289224" y="28943"/>
                </a:lnTo>
                <a:lnTo>
                  <a:pt x="289374" y="28979"/>
                </a:lnTo>
                <a:lnTo>
                  <a:pt x="289520" y="29020"/>
                </a:lnTo>
                <a:lnTo>
                  <a:pt x="289662" y="29065"/>
                </a:lnTo>
                <a:lnTo>
                  <a:pt x="289802" y="29115"/>
                </a:lnTo>
                <a:lnTo>
                  <a:pt x="289937" y="29170"/>
                </a:lnTo>
                <a:lnTo>
                  <a:pt x="290069" y="29230"/>
                </a:lnTo>
                <a:lnTo>
                  <a:pt x="290198" y="29294"/>
                </a:lnTo>
                <a:lnTo>
                  <a:pt x="290323" y="29364"/>
                </a:lnTo>
                <a:lnTo>
                  <a:pt x="290445" y="29438"/>
                </a:lnTo>
                <a:lnTo>
                  <a:pt x="290563" y="29517"/>
                </a:lnTo>
                <a:lnTo>
                  <a:pt x="290677" y="29600"/>
                </a:lnTo>
                <a:lnTo>
                  <a:pt x="290788" y="29689"/>
                </a:lnTo>
                <a:lnTo>
                  <a:pt x="290896" y="29782"/>
                </a:lnTo>
                <a:lnTo>
                  <a:pt x="291000" y="29880"/>
                </a:lnTo>
                <a:lnTo>
                  <a:pt x="291101" y="29983"/>
                </a:lnTo>
                <a:lnTo>
                  <a:pt x="291198" y="30091"/>
                </a:lnTo>
                <a:lnTo>
                  <a:pt x="291291" y="30203"/>
                </a:lnTo>
                <a:lnTo>
                  <a:pt x="291381" y="30320"/>
                </a:lnTo>
                <a:lnTo>
                  <a:pt x="291467" y="30441"/>
                </a:lnTo>
                <a:lnTo>
                  <a:pt x="291550" y="30566"/>
                </a:lnTo>
                <a:lnTo>
                  <a:pt x="291628" y="30695"/>
                </a:lnTo>
                <a:lnTo>
                  <a:pt x="291703" y="30828"/>
                </a:lnTo>
                <a:lnTo>
                  <a:pt x="291773" y="30966"/>
                </a:lnTo>
                <a:lnTo>
                  <a:pt x="291840" y="31108"/>
                </a:lnTo>
                <a:lnTo>
                  <a:pt x="291904" y="31253"/>
                </a:lnTo>
                <a:lnTo>
                  <a:pt x="291963" y="31403"/>
                </a:lnTo>
                <a:lnTo>
                  <a:pt x="292018" y="31558"/>
                </a:lnTo>
                <a:lnTo>
                  <a:pt x="292070" y="31716"/>
                </a:lnTo>
                <a:lnTo>
                  <a:pt x="292118" y="31878"/>
                </a:lnTo>
                <a:lnTo>
                  <a:pt x="292162" y="32045"/>
                </a:lnTo>
                <a:lnTo>
                  <a:pt x="292202" y="32215"/>
                </a:lnTo>
                <a:lnTo>
                  <a:pt x="292239" y="32390"/>
                </a:lnTo>
                <a:lnTo>
                  <a:pt x="292271" y="32569"/>
                </a:lnTo>
                <a:lnTo>
                  <a:pt x="292300" y="32752"/>
                </a:lnTo>
                <a:lnTo>
                  <a:pt x="292325" y="32940"/>
                </a:lnTo>
                <a:lnTo>
                  <a:pt x="292346" y="33131"/>
                </a:lnTo>
                <a:lnTo>
                  <a:pt x="292363" y="33327"/>
                </a:lnTo>
                <a:lnTo>
                  <a:pt x="292376" y="33526"/>
                </a:lnTo>
                <a:lnTo>
                  <a:pt x="292386" y="33730"/>
                </a:lnTo>
                <a:lnTo>
                  <a:pt x="292392" y="33938"/>
                </a:lnTo>
                <a:lnTo>
                  <a:pt x="292394" y="34150"/>
                </a:lnTo>
                <a:lnTo>
                  <a:pt x="292394" y="72157"/>
                </a:lnTo>
                <a:lnTo>
                  <a:pt x="300656" y="72157"/>
                </a:lnTo>
                <a:lnTo>
                  <a:pt x="300656" y="34150"/>
                </a:lnTo>
                <a:lnTo>
                  <a:pt x="300658" y="33938"/>
                </a:lnTo>
                <a:lnTo>
                  <a:pt x="300663" y="33730"/>
                </a:lnTo>
                <a:lnTo>
                  <a:pt x="300673" y="33526"/>
                </a:lnTo>
                <a:lnTo>
                  <a:pt x="300687" y="33327"/>
                </a:lnTo>
                <a:lnTo>
                  <a:pt x="300705" y="33131"/>
                </a:lnTo>
                <a:lnTo>
                  <a:pt x="300727" y="32940"/>
                </a:lnTo>
                <a:lnTo>
                  <a:pt x="300753" y="32752"/>
                </a:lnTo>
                <a:lnTo>
                  <a:pt x="300783" y="32569"/>
                </a:lnTo>
                <a:lnTo>
                  <a:pt x="300817" y="32390"/>
                </a:lnTo>
                <a:lnTo>
                  <a:pt x="300855" y="32215"/>
                </a:lnTo>
                <a:lnTo>
                  <a:pt x="300897" y="32045"/>
                </a:lnTo>
                <a:lnTo>
                  <a:pt x="300942" y="31878"/>
                </a:lnTo>
                <a:lnTo>
                  <a:pt x="300992" y="31716"/>
                </a:lnTo>
                <a:lnTo>
                  <a:pt x="301046" y="31558"/>
                </a:lnTo>
                <a:lnTo>
                  <a:pt x="301104" y="31403"/>
                </a:lnTo>
                <a:lnTo>
                  <a:pt x="301165" y="31253"/>
                </a:lnTo>
                <a:lnTo>
                  <a:pt x="301231" y="31108"/>
                </a:lnTo>
                <a:lnTo>
                  <a:pt x="301301" y="30966"/>
                </a:lnTo>
                <a:lnTo>
                  <a:pt x="301375" y="30828"/>
                </a:lnTo>
                <a:lnTo>
                  <a:pt x="301452" y="30695"/>
                </a:lnTo>
                <a:lnTo>
                  <a:pt x="301534" y="30566"/>
                </a:lnTo>
                <a:lnTo>
                  <a:pt x="301620" y="30441"/>
                </a:lnTo>
                <a:lnTo>
                  <a:pt x="301709" y="30320"/>
                </a:lnTo>
                <a:lnTo>
                  <a:pt x="301803" y="30203"/>
                </a:lnTo>
                <a:lnTo>
                  <a:pt x="301900" y="30091"/>
                </a:lnTo>
                <a:lnTo>
                  <a:pt x="302000" y="29983"/>
                </a:lnTo>
                <a:lnTo>
                  <a:pt x="302103" y="29880"/>
                </a:lnTo>
                <a:lnTo>
                  <a:pt x="302209" y="29782"/>
                </a:lnTo>
                <a:lnTo>
                  <a:pt x="302319" y="29689"/>
                </a:lnTo>
                <a:lnTo>
                  <a:pt x="302431" y="29600"/>
                </a:lnTo>
                <a:lnTo>
                  <a:pt x="302546" y="29517"/>
                </a:lnTo>
                <a:lnTo>
                  <a:pt x="302665" y="29438"/>
                </a:lnTo>
                <a:lnTo>
                  <a:pt x="302786" y="29364"/>
                </a:lnTo>
                <a:lnTo>
                  <a:pt x="302910" y="29294"/>
                </a:lnTo>
                <a:lnTo>
                  <a:pt x="303038" y="29230"/>
                </a:lnTo>
                <a:lnTo>
                  <a:pt x="303168" y="29170"/>
                </a:lnTo>
                <a:lnTo>
                  <a:pt x="303302" y="29115"/>
                </a:lnTo>
                <a:lnTo>
                  <a:pt x="303438" y="29065"/>
                </a:lnTo>
                <a:lnTo>
                  <a:pt x="303578" y="29020"/>
                </a:lnTo>
                <a:lnTo>
                  <a:pt x="303720" y="28979"/>
                </a:lnTo>
                <a:lnTo>
                  <a:pt x="303866" y="28943"/>
                </a:lnTo>
                <a:lnTo>
                  <a:pt x="304015" y="28912"/>
                </a:lnTo>
                <a:lnTo>
                  <a:pt x="304166" y="28886"/>
                </a:lnTo>
                <a:lnTo>
                  <a:pt x="304321" y="28864"/>
                </a:lnTo>
                <a:lnTo>
                  <a:pt x="304479" y="28847"/>
                </a:lnTo>
                <a:lnTo>
                  <a:pt x="304639" y="28835"/>
                </a:lnTo>
                <a:lnTo>
                  <a:pt x="304803" y="28828"/>
                </a:lnTo>
                <a:lnTo>
                  <a:pt x="304970" y="28826"/>
                </a:lnTo>
                <a:lnTo>
                  <a:pt x="305144" y="28828"/>
                </a:lnTo>
                <a:lnTo>
                  <a:pt x="305315" y="28836"/>
                </a:lnTo>
                <a:lnTo>
                  <a:pt x="305482" y="28848"/>
                </a:lnTo>
                <a:lnTo>
                  <a:pt x="305646" y="28865"/>
                </a:lnTo>
                <a:lnTo>
                  <a:pt x="305806" y="28888"/>
                </a:lnTo>
                <a:lnTo>
                  <a:pt x="305962" y="28915"/>
                </a:lnTo>
                <a:lnTo>
                  <a:pt x="306116" y="28947"/>
                </a:lnTo>
                <a:lnTo>
                  <a:pt x="306265" y="28984"/>
                </a:lnTo>
                <a:lnTo>
                  <a:pt x="306411" y="29026"/>
                </a:lnTo>
                <a:lnTo>
                  <a:pt x="306554" y="29073"/>
                </a:lnTo>
                <a:lnTo>
                  <a:pt x="306693" y="29125"/>
                </a:lnTo>
                <a:lnTo>
                  <a:pt x="306829" y="29182"/>
                </a:lnTo>
                <a:lnTo>
                  <a:pt x="306961" y="29243"/>
                </a:lnTo>
                <a:lnTo>
                  <a:pt x="307089" y="29310"/>
                </a:lnTo>
                <a:lnTo>
                  <a:pt x="307214" y="29382"/>
                </a:lnTo>
                <a:lnTo>
                  <a:pt x="307336" y="29458"/>
                </a:lnTo>
                <a:lnTo>
                  <a:pt x="307454" y="29540"/>
                </a:lnTo>
                <a:lnTo>
                  <a:pt x="307568" y="29626"/>
                </a:lnTo>
                <a:lnTo>
                  <a:pt x="307679" y="29718"/>
                </a:lnTo>
                <a:lnTo>
                  <a:pt x="307787" y="29814"/>
                </a:lnTo>
                <a:lnTo>
                  <a:pt x="307891" y="29916"/>
                </a:lnTo>
                <a:lnTo>
                  <a:pt x="307992" y="30022"/>
                </a:lnTo>
                <a:lnTo>
                  <a:pt x="308089" y="30133"/>
                </a:lnTo>
                <a:lnTo>
                  <a:pt x="308182" y="30249"/>
                </a:lnTo>
                <a:lnTo>
                  <a:pt x="308272" y="30370"/>
                </a:lnTo>
                <a:lnTo>
                  <a:pt x="308358" y="30494"/>
                </a:lnTo>
                <a:lnTo>
                  <a:pt x="308440" y="30621"/>
                </a:lnTo>
                <a:lnTo>
                  <a:pt x="308519" y="30753"/>
                </a:lnTo>
                <a:lnTo>
                  <a:pt x="308594" y="30888"/>
                </a:lnTo>
                <a:lnTo>
                  <a:pt x="308664" y="31027"/>
                </a:lnTo>
                <a:lnTo>
                  <a:pt x="308731" y="31169"/>
                </a:lnTo>
                <a:lnTo>
                  <a:pt x="308795" y="31315"/>
                </a:lnTo>
                <a:lnTo>
                  <a:pt x="308854" y="31465"/>
                </a:lnTo>
                <a:lnTo>
                  <a:pt x="308909" y="31618"/>
                </a:lnTo>
                <a:lnTo>
                  <a:pt x="308961" y="31775"/>
                </a:lnTo>
                <a:lnTo>
                  <a:pt x="309009" y="31936"/>
                </a:lnTo>
                <a:lnTo>
                  <a:pt x="309053" y="32100"/>
                </a:lnTo>
                <a:lnTo>
                  <a:pt x="309093" y="32268"/>
                </a:lnTo>
                <a:lnTo>
                  <a:pt x="309129" y="32440"/>
                </a:lnTo>
                <a:lnTo>
                  <a:pt x="309162" y="32616"/>
                </a:lnTo>
                <a:lnTo>
                  <a:pt x="309191" y="32795"/>
                </a:lnTo>
                <a:lnTo>
                  <a:pt x="309216" y="32977"/>
                </a:lnTo>
                <a:lnTo>
                  <a:pt x="309237" y="33164"/>
                </a:lnTo>
                <a:lnTo>
                  <a:pt x="309254" y="33354"/>
                </a:lnTo>
                <a:lnTo>
                  <a:pt x="309267" y="33547"/>
                </a:lnTo>
                <a:lnTo>
                  <a:pt x="309277" y="33745"/>
                </a:lnTo>
                <a:lnTo>
                  <a:pt x="309283" y="33946"/>
                </a:lnTo>
                <a:lnTo>
                  <a:pt x="309285" y="34150"/>
                </a:lnTo>
                <a:lnTo>
                  <a:pt x="309285" y="72157"/>
                </a:lnTo>
                <a:lnTo>
                  <a:pt x="319383" y="72157"/>
                </a:lnTo>
                <a:lnTo>
                  <a:pt x="319383" y="33691"/>
                </a:lnTo>
                <a:lnTo>
                  <a:pt x="319378" y="33198"/>
                </a:lnTo>
                <a:lnTo>
                  <a:pt x="319364" y="32714"/>
                </a:lnTo>
                <a:lnTo>
                  <a:pt x="319340" y="32238"/>
                </a:lnTo>
                <a:lnTo>
                  <a:pt x="319306" y="31771"/>
                </a:lnTo>
                <a:lnTo>
                  <a:pt x="319263" y="31313"/>
                </a:lnTo>
                <a:lnTo>
                  <a:pt x="319211" y="30863"/>
                </a:lnTo>
                <a:lnTo>
                  <a:pt x="319149" y="30421"/>
                </a:lnTo>
                <a:lnTo>
                  <a:pt x="319077" y="29989"/>
                </a:lnTo>
                <a:lnTo>
                  <a:pt x="318996" y="29565"/>
                </a:lnTo>
                <a:lnTo>
                  <a:pt x="318905" y="29149"/>
                </a:lnTo>
                <a:lnTo>
                  <a:pt x="318804" y="28743"/>
                </a:lnTo>
                <a:lnTo>
                  <a:pt x="318694" y="28344"/>
                </a:lnTo>
                <a:lnTo>
                  <a:pt x="318575" y="27955"/>
                </a:lnTo>
                <a:lnTo>
                  <a:pt x="318446" y="27574"/>
                </a:lnTo>
                <a:lnTo>
                  <a:pt x="318307" y="27201"/>
                </a:lnTo>
                <a:lnTo>
                  <a:pt x="318159" y="26837"/>
                </a:lnTo>
                <a:lnTo>
                  <a:pt x="318001" y="26482"/>
                </a:lnTo>
                <a:lnTo>
                  <a:pt x="317834" y="26136"/>
                </a:lnTo>
                <a:lnTo>
                  <a:pt x="317657" y="25798"/>
                </a:lnTo>
                <a:lnTo>
                  <a:pt x="317470" y="25468"/>
                </a:lnTo>
                <a:lnTo>
                  <a:pt x="317274" y="25148"/>
                </a:lnTo>
                <a:lnTo>
                  <a:pt x="317069" y="24835"/>
                </a:lnTo>
                <a:lnTo>
                  <a:pt x="316854" y="24532"/>
                </a:lnTo>
                <a:lnTo>
                  <a:pt x="316629" y="24237"/>
                </a:lnTo>
                <a:lnTo>
                  <a:pt x="316396" y="23952"/>
                </a:lnTo>
                <a:lnTo>
                  <a:pt x="316157" y="23679"/>
                </a:lnTo>
                <a:lnTo>
                  <a:pt x="315910" y="23419"/>
                </a:lnTo>
                <a:lnTo>
                  <a:pt x="315657" y="23171"/>
                </a:lnTo>
                <a:lnTo>
                  <a:pt x="315398" y="22934"/>
                </a:lnTo>
                <a:lnTo>
                  <a:pt x="315132" y="22710"/>
                </a:lnTo>
                <a:lnTo>
                  <a:pt x="314858" y="22498"/>
                </a:lnTo>
                <a:lnTo>
                  <a:pt x="314579" y="22298"/>
                </a:lnTo>
                <a:lnTo>
                  <a:pt x="314292" y="22110"/>
                </a:lnTo>
                <a:lnTo>
                  <a:pt x="313999" y="21935"/>
                </a:lnTo>
                <a:lnTo>
                  <a:pt x="313700" y="21771"/>
                </a:lnTo>
                <a:lnTo>
                  <a:pt x="313393" y="21620"/>
                </a:lnTo>
                <a:lnTo>
                  <a:pt x="313080" y="21480"/>
                </a:lnTo>
                <a:lnTo>
                  <a:pt x="312760" y="21353"/>
                </a:lnTo>
                <a:lnTo>
                  <a:pt x="312434" y="21238"/>
                </a:lnTo>
                <a:lnTo>
                  <a:pt x="312100" y="21135"/>
                </a:lnTo>
                <a:lnTo>
                  <a:pt x="311760" y="21044"/>
                </a:lnTo>
                <a:lnTo>
                  <a:pt x="311414" y="20965"/>
                </a:lnTo>
                <a:lnTo>
                  <a:pt x="311060" y="20899"/>
                </a:lnTo>
                <a:lnTo>
                  <a:pt x="310700" y="20844"/>
                </a:lnTo>
                <a:lnTo>
                  <a:pt x="310334" y="20802"/>
                </a:lnTo>
                <a:lnTo>
                  <a:pt x="309960" y="20772"/>
                </a:lnTo>
                <a:lnTo>
                  <a:pt x="309580" y="20753"/>
                </a:lnTo>
                <a:lnTo>
                  <a:pt x="309193" y="20747"/>
                </a:lnTo>
                <a:lnTo>
                  <a:pt x="308867" y="20752"/>
                </a:lnTo>
                <a:lnTo>
                  <a:pt x="308546" y="20765"/>
                </a:lnTo>
                <a:lnTo>
                  <a:pt x="308231" y="20788"/>
                </a:lnTo>
                <a:lnTo>
                  <a:pt x="307921" y="20819"/>
                </a:lnTo>
                <a:lnTo>
                  <a:pt x="307616" y="20859"/>
                </a:lnTo>
                <a:lnTo>
                  <a:pt x="307317" y="20908"/>
                </a:lnTo>
                <a:lnTo>
                  <a:pt x="307024" y="20966"/>
                </a:lnTo>
                <a:lnTo>
                  <a:pt x="306735" y="21033"/>
                </a:lnTo>
                <a:lnTo>
                  <a:pt x="306452" y="21109"/>
                </a:lnTo>
                <a:lnTo>
                  <a:pt x="306175" y="21194"/>
                </a:lnTo>
                <a:lnTo>
                  <a:pt x="305903" y="21287"/>
                </a:lnTo>
                <a:lnTo>
                  <a:pt x="305636" y="21390"/>
                </a:lnTo>
                <a:lnTo>
                  <a:pt x="305375" y="21502"/>
                </a:lnTo>
                <a:lnTo>
                  <a:pt x="305119" y="21622"/>
                </a:lnTo>
                <a:lnTo>
                  <a:pt x="304869" y="21751"/>
                </a:lnTo>
                <a:lnTo>
                  <a:pt x="304624" y="21890"/>
                </a:lnTo>
                <a:lnTo>
                  <a:pt x="304384" y="22037"/>
                </a:lnTo>
                <a:lnTo>
                  <a:pt x="304150" y="22193"/>
                </a:lnTo>
                <a:lnTo>
                  <a:pt x="303921" y="22358"/>
                </a:lnTo>
                <a:lnTo>
                  <a:pt x="303698" y="22532"/>
                </a:lnTo>
                <a:lnTo>
                  <a:pt x="303480" y="22715"/>
                </a:lnTo>
                <a:lnTo>
                  <a:pt x="303268" y="22907"/>
                </a:lnTo>
                <a:lnTo>
                  <a:pt x="303061" y="23108"/>
                </a:lnTo>
                <a:lnTo>
                  <a:pt x="302859" y="23318"/>
                </a:lnTo>
                <a:lnTo>
                  <a:pt x="302664" y="23535"/>
                </a:lnTo>
                <a:lnTo>
                  <a:pt x="302478" y="23758"/>
                </a:lnTo>
                <a:lnTo>
                  <a:pt x="302300" y="23986"/>
                </a:lnTo>
                <a:lnTo>
                  <a:pt x="302130" y="24221"/>
                </a:lnTo>
                <a:lnTo>
                  <a:pt x="301968" y="24461"/>
                </a:lnTo>
                <a:lnTo>
                  <a:pt x="301815" y="24706"/>
                </a:lnTo>
                <a:lnTo>
                  <a:pt x="301670" y="24958"/>
                </a:lnTo>
                <a:lnTo>
                  <a:pt x="301533" y="25215"/>
                </a:lnTo>
                <a:lnTo>
                  <a:pt x="301404" y="25478"/>
                </a:lnTo>
                <a:lnTo>
                  <a:pt x="301284" y="25747"/>
                </a:lnTo>
                <a:lnTo>
                  <a:pt x="301172" y="26021"/>
                </a:lnTo>
                <a:lnTo>
                  <a:pt x="301069" y="26302"/>
                </a:lnTo>
                <a:lnTo>
                  <a:pt x="300973" y="26588"/>
                </a:lnTo>
                <a:lnTo>
                  <a:pt x="300886" y="26879"/>
                </a:lnTo>
                <a:lnTo>
                  <a:pt x="300808" y="27177"/>
                </a:lnTo>
                <a:lnTo>
                  <a:pt x="300737" y="27480"/>
                </a:lnTo>
                <a:lnTo>
                  <a:pt x="300675" y="27789"/>
                </a:lnTo>
                <a:lnTo>
                  <a:pt x="300621" y="28103"/>
                </a:lnTo>
                <a:lnTo>
                  <a:pt x="300576" y="28424"/>
                </a:lnTo>
                <a:lnTo>
                  <a:pt x="300572" y="28459"/>
                </a:lnTo>
                <a:lnTo>
                  <a:pt x="300123" y="28459"/>
                </a:lnTo>
                <a:lnTo>
                  <a:pt x="300090" y="28305"/>
                </a:lnTo>
                <a:lnTo>
                  <a:pt x="300001" y="27930"/>
                </a:lnTo>
                <a:lnTo>
                  <a:pt x="299903" y="27563"/>
                </a:lnTo>
                <a:lnTo>
                  <a:pt x="299798" y="27204"/>
                </a:lnTo>
                <a:lnTo>
                  <a:pt x="299684" y="26853"/>
                </a:lnTo>
                <a:lnTo>
                  <a:pt x="299563" y="26510"/>
                </a:lnTo>
                <a:lnTo>
                  <a:pt x="299434" y="26175"/>
                </a:lnTo>
                <a:lnTo>
                  <a:pt x="299298" y="25848"/>
                </a:lnTo>
                <a:lnTo>
                  <a:pt x="299153" y="25528"/>
                </a:lnTo>
                <a:lnTo>
                  <a:pt x="299001" y="25217"/>
                </a:lnTo>
                <a:lnTo>
                  <a:pt x="298841" y="24914"/>
                </a:lnTo>
                <a:lnTo>
                  <a:pt x="298673" y="24619"/>
                </a:lnTo>
                <a:lnTo>
                  <a:pt x="298497" y="24331"/>
                </a:lnTo>
                <a:lnTo>
                  <a:pt x="298313" y="24052"/>
                </a:lnTo>
                <a:lnTo>
                  <a:pt x="298123" y="23782"/>
                </a:lnTo>
                <a:lnTo>
                  <a:pt x="297926" y="23524"/>
                </a:lnTo>
                <a:lnTo>
                  <a:pt x="297723" y="23277"/>
                </a:lnTo>
                <a:lnTo>
                  <a:pt x="297514" y="23042"/>
                </a:lnTo>
                <a:lnTo>
                  <a:pt x="297299" y="22818"/>
                </a:lnTo>
                <a:lnTo>
                  <a:pt x="297077" y="22606"/>
                </a:lnTo>
                <a:lnTo>
                  <a:pt x="296850" y="22405"/>
                </a:lnTo>
                <a:lnTo>
                  <a:pt x="296616" y="22216"/>
                </a:lnTo>
                <a:lnTo>
                  <a:pt x="296375" y="22038"/>
                </a:lnTo>
                <a:lnTo>
                  <a:pt x="296129" y="21872"/>
                </a:lnTo>
                <a:lnTo>
                  <a:pt x="295876" y="21717"/>
                </a:lnTo>
                <a:lnTo>
                  <a:pt x="295618" y="21574"/>
                </a:lnTo>
                <a:lnTo>
                  <a:pt x="295352" y="21442"/>
                </a:lnTo>
                <a:lnTo>
                  <a:pt x="295081" y="21321"/>
                </a:lnTo>
                <a:lnTo>
                  <a:pt x="294804" y="21212"/>
                </a:lnTo>
                <a:lnTo>
                  <a:pt x="294520" y="21115"/>
                </a:lnTo>
                <a:lnTo>
                  <a:pt x="294230" y="21029"/>
                </a:lnTo>
                <a:lnTo>
                  <a:pt x="293934" y="20954"/>
                </a:lnTo>
                <a:lnTo>
                  <a:pt x="293632" y="20891"/>
                </a:lnTo>
                <a:lnTo>
                  <a:pt x="293323" y="20839"/>
                </a:lnTo>
                <a:lnTo>
                  <a:pt x="293008" y="20799"/>
                </a:lnTo>
                <a:lnTo>
                  <a:pt x="292687" y="20770"/>
                </a:lnTo>
                <a:lnTo>
                  <a:pt x="292360" y="20753"/>
                </a:lnTo>
                <a:lnTo>
                  <a:pt x="292027" y="20747"/>
                </a:lnTo>
                <a:lnTo>
                  <a:pt x="291715" y="20752"/>
                </a:lnTo>
                <a:lnTo>
                  <a:pt x="291409" y="20765"/>
                </a:lnTo>
                <a:lnTo>
                  <a:pt x="291107" y="20788"/>
                </a:lnTo>
                <a:lnTo>
                  <a:pt x="290810" y="20819"/>
                </a:lnTo>
                <a:lnTo>
                  <a:pt x="290518" y="20859"/>
                </a:lnTo>
                <a:lnTo>
                  <a:pt x="290231" y="20908"/>
                </a:lnTo>
                <a:lnTo>
                  <a:pt x="289948" y="20966"/>
                </a:lnTo>
                <a:lnTo>
                  <a:pt x="289670" y="21033"/>
                </a:lnTo>
                <a:lnTo>
                  <a:pt x="289397" y="21109"/>
                </a:lnTo>
                <a:lnTo>
                  <a:pt x="289129" y="21194"/>
                </a:lnTo>
                <a:lnTo>
                  <a:pt x="288865" y="21287"/>
                </a:lnTo>
                <a:lnTo>
                  <a:pt x="288607" y="21390"/>
                </a:lnTo>
                <a:lnTo>
                  <a:pt x="288353" y="21502"/>
                </a:lnTo>
                <a:lnTo>
                  <a:pt x="288104" y="21622"/>
                </a:lnTo>
                <a:lnTo>
                  <a:pt x="287859" y="21751"/>
                </a:lnTo>
                <a:lnTo>
                  <a:pt x="287620" y="21890"/>
                </a:lnTo>
                <a:lnTo>
                  <a:pt x="287385" y="22037"/>
                </a:lnTo>
                <a:lnTo>
                  <a:pt x="287155" y="22193"/>
                </a:lnTo>
                <a:lnTo>
                  <a:pt x="286930" y="22358"/>
                </a:lnTo>
                <a:lnTo>
                  <a:pt x="286709" y="22532"/>
                </a:lnTo>
                <a:lnTo>
                  <a:pt x="286494" y="22715"/>
                </a:lnTo>
                <a:lnTo>
                  <a:pt x="286283" y="22907"/>
                </a:lnTo>
                <a:lnTo>
                  <a:pt x="286077" y="23108"/>
                </a:lnTo>
                <a:lnTo>
                  <a:pt x="285876" y="23318"/>
                </a:lnTo>
                <a:lnTo>
                  <a:pt x="285681" y="23535"/>
                </a:lnTo>
                <a:lnTo>
                  <a:pt x="285494" y="23758"/>
                </a:lnTo>
                <a:lnTo>
                  <a:pt x="285316" y="23986"/>
                </a:lnTo>
                <a:lnTo>
                  <a:pt x="285146" y="24221"/>
                </a:lnTo>
                <a:lnTo>
                  <a:pt x="284985" y="24461"/>
                </a:lnTo>
                <a:lnTo>
                  <a:pt x="284831" y="24706"/>
                </a:lnTo>
                <a:lnTo>
                  <a:pt x="284686" y="24958"/>
                </a:lnTo>
                <a:lnTo>
                  <a:pt x="284549" y="25215"/>
                </a:lnTo>
                <a:lnTo>
                  <a:pt x="284421" y="25478"/>
                </a:lnTo>
                <a:lnTo>
                  <a:pt x="284301" y="25747"/>
                </a:lnTo>
                <a:lnTo>
                  <a:pt x="284189" y="26021"/>
                </a:lnTo>
                <a:lnTo>
                  <a:pt x="284085" y="26302"/>
                </a:lnTo>
                <a:lnTo>
                  <a:pt x="283990" y="26588"/>
                </a:lnTo>
                <a:lnTo>
                  <a:pt x="283903" y="26879"/>
                </a:lnTo>
                <a:lnTo>
                  <a:pt x="283824" y="27177"/>
                </a:lnTo>
                <a:lnTo>
                  <a:pt x="283754" y="27480"/>
                </a:lnTo>
                <a:lnTo>
                  <a:pt x="283692" y="27789"/>
                </a:lnTo>
                <a:lnTo>
                  <a:pt x="283638" y="28103"/>
                </a:lnTo>
                <a:lnTo>
                  <a:pt x="283592" y="28424"/>
                </a:lnTo>
                <a:lnTo>
                  <a:pt x="283588" y="28459"/>
                </a:lnTo>
                <a:lnTo>
                  <a:pt x="283122" y="28459"/>
                </a:lnTo>
                <a:lnTo>
                  <a:pt x="283122" y="21665"/>
                </a:lnTo>
                <a:lnTo>
                  <a:pt x="273757" y="21665"/>
                </a:lnTo>
                <a:lnTo>
                  <a:pt x="273757" y="72157"/>
                </a:lnTo>
                <a:close/>
                <a:moveTo>
                  <a:pt x="139357" y="21665"/>
                </a:moveTo>
                <a:lnTo>
                  <a:pt x="113009" y="21665"/>
                </a:lnTo>
                <a:lnTo>
                  <a:pt x="113009" y="32039"/>
                </a:lnTo>
                <a:lnTo>
                  <a:pt x="128341" y="32039"/>
                </a:lnTo>
                <a:lnTo>
                  <a:pt x="128341" y="61692"/>
                </a:lnTo>
                <a:lnTo>
                  <a:pt x="110714" y="61692"/>
                </a:lnTo>
                <a:lnTo>
                  <a:pt x="110714" y="72157"/>
                </a:lnTo>
                <a:lnTo>
                  <a:pt x="154963" y="72157"/>
                </a:lnTo>
                <a:lnTo>
                  <a:pt x="154963" y="61692"/>
                </a:lnTo>
                <a:lnTo>
                  <a:pt x="139357" y="61692"/>
                </a:lnTo>
                <a:lnTo>
                  <a:pt x="139357" y="21665"/>
                </a:lnTo>
                <a:close/>
                <a:moveTo>
                  <a:pt x="24466" y="72905"/>
                </a:moveTo>
                <a:lnTo>
                  <a:pt x="25093" y="72831"/>
                </a:lnTo>
                <a:lnTo>
                  <a:pt x="25712" y="72743"/>
                </a:lnTo>
                <a:lnTo>
                  <a:pt x="26322" y="72641"/>
                </a:lnTo>
                <a:lnTo>
                  <a:pt x="26923" y="72526"/>
                </a:lnTo>
                <a:lnTo>
                  <a:pt x="27516" y="72397"/>
                </a:lnTo>
                <a:lnTo>
                  <a:pt x="28101" y="72255"/>
                </a:lnTo>
                <a:lnTo>
                  <a:pt x="28677" y="72099"/>
                </a:lnTo>
                <a:lnTo>
                  <a:pt x="29244" y="71930"/>
                </a:lnTo>
                <a:lnTo>
                  <a:pt x="29804" y="71747"/>
                </a:lnTo>
                <a:lnTo>
                  <a:pt x="30354" y="71551"/>
                </a:lnTo>
                <a:lnTo>
                  <a:pt x="30897" y="71341"/>
                </a:lnTo>
                <a:lnTo>
                  <a:pt x="31430" y="71117"/>
                </a:lnTo>
                <a:lnTo>
                  <a:pt x="31956" y="70880"/>
                </a:lnTo>
                <a:lnTo>
                  <a:pt x="32473" y="70630"/>
                </a:lnTo>
                <a:lnTo>
                  <a:pt x="32981" y="70365"/>
                </a:lnTo>
                <a:lnTo>
                  <a:pt x="33481" y="70088"/>
                </a:lnTo>
                <a:lnTo>
                  <a:pt x="33973" y="69797"/>
                </a:lnTo>
                <a:lnTo>
                  <a:pt x="34456" y="69492"/>
                </a:lnTo>
                <a:lnTo>
                  <a:pt x="34931" y="69173"/>
                </a:lnTo>
                <a:lnTo>
                  <a:pt x="35393" y="68844"/>
                </a:lnTo>
                <a:lnTo>
                  <a:pt x="35841" y="68505"/>
                </a:lnTo>
                <a:lnTo>
                  <a:pt x="36274" y="68157"/>
                </a:lnTo>
                <a:lnTo>
                  <a:pt x="36691" y="67800"/>
                </a:lnTo>
                <a:lnTo>
                  <a:pt x="37094" y="67434"/>
                </a:lnTo>
                <a:lnTo>
                  <a:pt x="37481" y="67059"/>
                </a:lnTo>
                <a:lnTo>
                  <a:pt x="37853" y="66675"/>
                </a:lnTo>
                <a:lnTo>
                  <a:pt x="38210" y="66282"/>
                </a:lnTo>
                <a:lnTo>
                  <a:pt x="38552" y="65879"/>
                </a:lnTo>
                <a:lnTo>
                  <a:pt x="38878" y="65468"/>
                </a:lnTo>
                <a:lnTo>
                  <a:pt x="39190" y="65048"/>
                </a:lnTo>
                <a:lnTo>
                  <a:pt x="39486" y="64618"/>
                </a:lnTo>
                <a:lnTo>
                  <a:pt x="39767" y="64179"/>
                </a:lnTo>
                <a:lnTo>
                  <a:pt x="40033" y="63732"/>
                </a:lnTo>
                <a:lnTo>
                  <a:pt x="40284" y="63275"/>
                </a:lnTo>
                <a:lnTo>
                  <a:pt x="40520" y="62809"/>
                </a:lnTo>
                <a:lnTo>
                  <a:pt x="40741" y="62334"/>
                </a:lnTo>
                <a:lnTo>
                  <a:pt x="40946" y="61850"/>
                </a:lnTo>
                <a:lnTo>
                  <a:pt x="41137" y="61356"/>
                </a:lnTo>
                <a:lnTo>
                  <a:pt x="41312" y="60854"/>
                </a:lnTo>
                <a:lnTo>
                  <a:pt x="41472" y="60343"/>
                </a:lnTo>
                <a:lnTo>
                  <a:pt x="41617" y="59822"/>
                </a:lnTo>
                <a:lnTo>
                  <a:pt x="41747" y="59293"/>
                </a:lnTo>
                <a:lnTo>
                  <a:pt x="41862" y="58754"/>
                </a:lnTo>
                <a:lnTo>
                  <a:pt x="30570" y="58754"/>
                </a:lnTo>
                <a:lnTo>
                  <a:pt x="30513" y="58966"/>
                </a:lnTo>
                <a:lnTo>
                  <a:pt x="30451" y="59174"/>
                </a:lnTo>
                <a:lnTo>
                  <a:pt x="30382" y="59377"/>
                </a:lnTo>
                <a:lnTo>
                  <a:pt x="30307" y="59577"/>
                </a:lnTo>
                <a:lnTo>
                  <a:pt x="30226" y="59771"/>
                </a:lnTo>
                <a:lnTo>
                  <a:pt x="30139" y="59962"/>
                </a:lnTo>
                <a:lnTo>
                  <a:pt x="30046" y="60148"/>
                </a:lnTo>
                <a:lnTo>
                  <a:pt x="29947" y="60330"/>
                </a:lnTo>
                <a:lnTo>
                  <a:pt x="29842" y="60508"/>
                </a:lnTo>
                <a:lnTo>
                  <a:pt x="29731" y="60681"/>
                </a:lnTo>
                <a:lnTo>
                  <a:pt x="29614" y="60850"/>
                </a:lnTo>
                <a:lnTo>
                  <a:pt x="29491" y="61015"/>
                </a:lnTo>
                <a:lnTo>
                  <a:pt x="29362" y="61175"/>
                </a:lnTo>
                <a:lnTo>
                  <a:pt x="29226" y="61331"/>
                </a:lnTo>
                <a:lnTo>
                  <a:pt x="29085" y="61483"/>
                </a:lnTo>
                <a:lnTo>
                  <a:pt x="28937" y="61630"/>
                </a:lnTo>
                <a:lnTo>
                  <a:pt x="28784" y="61774"/>
                </a:lnTo>
                <a:lnTo>
                  <a:pt x="28624" y="61913"/>
                </a:lnTo>
                <a:lnTo>
                  <a:pt x="28459" y="62047"/>
                </a:lnTo>
                <a:lnTo>
                  <a:pt x="28287" y="62177"/>
                </a:lnTo>
                <a:lnTo>
                  <a:pt x="28109" y="62303"/>
                </a:lnTo>
                <a:lnTo>
                  <a:pt x="27926" y="62425"/>
                </a:lnTo>
                <a:lnTo>
                  <a:pt x="27736" y="62542"/>
                </a:lnTo>
                <a:lnTo>
                  <a:pt x="27540" y="62655"/>
                </a:lnTo>
                <a:lnTo>
                  <a:pt x="27338" y="62764"/>
                </a:lnTo>
                <a:lnTo>
                  <a:pt x="27132" y="62868"/>
                </a:lnTo>
                <a:lnTo>
                  <a:pt x="26920" y="62967"/>
                </a:lnTo>
                <a:lnTo>
                  <a:pt x="26703" y="63062"/>
                </a:lnTo>
                <a:lnTo>
                  <a:pt x="26482" y="63152"/>
                </a:lnTo>
                <a:lnTo>
                  <a:pt x="26255" y="63238"/>
                </a:lnTo>
                <a:lnTo>
                  <a:pt x="26023" y="63318"/>
                </a:lnTo>
                <a:lnTo>
                  <a:pt x="25785" y="63395"/>
                </a:lnTo>
                <a:lnTo>
                  <a:pt x="25543" y="63466"/>
                </a:lnTo>
                <a:lnTo>
                  <a:pt x="25296" y="63533"/>
                </a:lnTo>
                <a:lnTo>
                  <a:pt x="25043" y="63596"/>
                </a:lnTo>
                <a:lnTo>
                  <a:pt x="24786" y="63654"/>
                </a:lnTo>
                <a:lnTo>
                  <a:pt x="24523" y="63707"/>
                </a:lnTo>
                <a:lnTo>
                  <a:pt x="24256" y="63755"/>
                </a:lnTo>
                <a:lnTo>
                  <a:pt x="23983" y="63799"/>
                </a:lnTo>
                <a:lnTo>
                  <a:pt x="23705" y="63838"/>
                </a:lnTo>
                <a:lnTo>
                  <a:pt x="23422" y="63873"/>
                </a:lnTo>
                <a:lnTo>
                  <a:pt x="23134" y="63903"/>
                </a:lnTo>
                <a:lnTo>
                  <a:pt x="22840" y="63928"/>
                </a:lnTo>
                <a:lnTo>
                  <a:pt x="22542" y="63949"/>
                </a:lnTo>
                <a:lnTo>
                  <a:pt x="22239" y="63965"/>
                </a:lnTo>
                <a:lnTo>
                  <a:pt x="21930" y="63977"/>
                </a:lnTo>
                <a:lnTo>
                  <a:pt x="21617" y="63984"/>
                </a:lnTo>
                <a:lnTo>
                  <a:pt x="21298" y="63986"/>
                </a:lnTo>
                <a:lnTo>
                  <a:pt x="20881" y="63981"/>
                </a:lnTo>
                <a:lnTo>
                  <a:pt x="20473" y="63967"/>
                </a:lnTo>
                <a:lnTo>
                  <a:pt x="20074" y="63944"/>
                </a:lnTo>
                <a:lnTo>
                  <a:pt x="19683" y="63911"/>
                </a:lnTo>
                <a:lnTo>
                  <a:pt x="19301" y="63869"/>
                </a:lnTo>
                <a:lnTo>
                  <a:pt x="18928" y="63817"/>
                </a:lnTo>
                <a:lnTo>
                  <a:pt x="18563" y="63756"/>
                </a:lnTo>
                <a:lnTo>
                  <a:pt x="18207" y="63685"/>
                </a:lnTo>
                <a:lnTo>
                  <a:pt x="17859" y="63605"/>
                </a:lnTo>
                <a:lnTo>
                  <a:pt x="17520" y="63516"/>
                </a:lnTo>
                <a:lnTo>
                  <a:pt x="17190" y="63417"/>
                </a:lnTo>
                <a:lnTo>
                  <a:pt x="16868" y="63309"/>
                </a:lnTo>
                <a:lnTo>
                  <a:pt x="16555" y="63192"/>
                </a:lnTo>
                <a:lnTo>
                  <a:pt x="16250" y="63065"/>
                </a:lnTo>
                <a:lnTo>
                  <a:pt x="15954" y="62928"/>
                </a:lnTo>
                <a:lnTo>
                  <a:pt x="15667" y="62783"/>
                </a:lnTo>
                <a:lnTo>
                  <a:pt x="15388" y="62628"/>
                </a:lnTo>
                <a:lnTo>
                  <a:pt x="15118" y="62463"/>
                </a:lnTo>
                <a:lnTo>
                  <a:pt x="14856" y="62289"/>
                </a:lnTo>
                <a:lnTo>
                  <a:pt x="14603" y="62106"/>
                </a:lnTo>
                <a:lnTo>
                  <a:pt x="14359" y="61913"/>
                </a:lnTo>
                <a:lnTo>
                  <a:pt x="14123" y="61711"/>
                </a:lnTo>
                <a:lnTo>
                  <a:pt x="13896" y="61499"/>
                </a:lnTo>
                <a:lnTo>
                  <a:pt x="13678" y="61278"/>
                </a:lnTo>
                <a:lnTo>
                  <a:pt x="13468" y="61048"/>
                </a:lnTo>
                <a:lnTo>
                  <a:pt x="13267" y="60809"/>
                </a:lnTo>
                <a:lnTo>
                  <a:pt x="13075" y="60561"/>
                </a:lnTo>
                <a:lnTo>
                  <a:pt x="12892" y="60303"/>
                </a:lnTo>
                <a:lnTo>
                  <a:pt x="12718" y="60037"/>
                </a:lnTo>
                <a:lnTo>
                  <a:pt x="12553" y="59761"/>
                </a:lnTo>
                <a:lnTo>
                  <a:pt x="12397" y="59476"/>
                </a:lnTo>
                <a:lnTo>
                  <a:pt x="12249" y="59183"/>
                </a:lnTo>
                <a:lnTo>
                  <a:pt x="12111" y="58880"/>
                </a:lnTo>
                <a:lnTo>
                  <a:pt x="11982" y="58568"/>
                </a:lnTo>
                <a:lnTo>
                  <a:pt x="11861" y="58247"/>
                </a:lnTo>
                <a:lnTo>
                  <a:pt x="11750" y="57916"/>
                </a:lnTo>
                <a:lnTo>
                  <a:pt x="11647" y="57577"/>
                </a:lnTo>
                <a:lnTo>
                  <a:pt x="11553" y="57229"/>
                </a:lnTo>
                <a:lnTo>
                  <a:pt x="11468" y="56872"/>
                </a:lnTo>
                <a:lnTo>
                  <a:pt x="11393" y="56505"/>
                </a:lnTo>
                <a:lnTo>
                  <a:pt x="11326" y="56130"/>
                </a:lnTo>
                <a:lnTo>
                  <a:pt x="11268" y="55745"/>
                </a:lnTo>
                <a:lnTo>
                  <a:pt x="11219" y="55351"/>
                </a:lnTo>
                <a:lnTo>
                  <a:pt x="11178" y="54948"/>
                </a:lnTo>
                <a:lnTo>
                  <a:pt x="11147" y="54536"/>
                </a:lnTo>
                <a:lnTo>
                  <a:pt x="11125" y="54115"/>
                </a:lnTo>
                <a:lnTo>
                  <a:pt x="11111" y="53685"/>
                </a:lnTo>
                <a:lnTo>
                  <a:pt x="11107" y="53246"/>
                </a:lnTo>
                <a:lnTo>
                  <a:pt x="11107" y="49666"/>
                </a:lnTo>
                <a:lnTo>
                  <a:pt x="42229" y="49666"/>
                </a:lnTo>
                <a:lnTo>
                  <a:pt x="42229" y="40577"/>
                </a:lnTo>
                <a:lnTo>
                  <a:pt x="42224" y="40083"/>
                </a:lnTo>
                <a:lnTo>
                  <a:pt x="42211" y="39593"/>
                </a:lnTo>
                <a:lnTo>
                  <a:pt x="42188" y="39109"/>
                </a:lnTo>
                <a:lnTo>
                  <a:pt x="42156" y="38630"/>
                </a:lnTo>
                <a:lnTo>
                  <a:pt x="42115" y="38157"/>
                </a:lnTo>
                <a:lnTo>
                  <a:pt x="42065" y="37688"/>
                </a:lnTo>
                <a:lnTo>
                  <a:pt x="42006" y="37225"/>
                </a:lnTo>
                <a:lnTo>
                  <a:pt x="41938" y="36767"/>
                </a:lnTo>
                <a:lnTo>
                  <a:pt x="41861" y="36315"/>
                </a:lnTo>
                <a:lnTo>
                  <a:pt x="41775" y="35868"/>
                </a:lnTo>
                <a:lnTo>
                  <a:pt x="41679" y="35425"/>
                </a:lnTo>
                <a:lnTo>
                  <a:pt x="41575" y="34989"/>
                </a:lnTo>
                <a:lnTo>
                  <a:pt x="41461" y="34557"/>
                </a:lnTo>
                <a:lnTo>
                  <a:pt x="41338" y="34131"/>
                </a:lnTo>
                <a:lnTo>
                  <a:pt x="41207" y="33710"/>
                </a:lnTo>
                <a:lnTo>
                  <a:pt x="41066" y="33294"/>
                </a:lnTo>
                <a:lnTo>
                  <a:pt x="40916" y="32884"/>
                </a:lnTo>
                <a:lnTo>
                  <a:pt x="40757" y="32479"/>
                </a:lnTo>
                <a:lnTo>
                  <a:pt x="40589" y="32079"/>
                </a:lnTo>
                <a:lnTo>
                  <a:pt x="40412" y="31684"/>
                </a:lnTo>
                <a:lnTo>
                  <a:pt x="40225" y="31295"/>
                </a:lnTo>
                <a:lnTo>
                  <a:pt x="40030" y="30911"/>
                </a:lnTo>
                <a:lnTo>
                  <a:pt x="39826" y="30532"/>
                </a:lnTo>
                <a:lnTo>
                  <a:pt x="39612" y="30158"/>
                </a:lnTo>
                <a:lnTo>
                  <a:pt x="39390" y="29790"/>
                </a:lnTo>
                <a:lnTo>
                  <a:pt x="39162" y="29430"/>
                </a:lnTo>
                <a:lnTo>
                  <a:pt x="38925" y="29076"/>
                </a:lnTo>
                <a:lnTo>
                  <a:pt x="38682" y="28729"/>
                </a:lnTo>
                <a:lnTo>
                  <a:pt x="38431" y="28388"/>
                </a:lnTo>
                <a:lnTo>
                  <a:pt x="38172" y="28055"/>
                </a:lnTo>
                <a:lnTo>
                  <a:pt x="37907" y="27728"/>
                </a:lnTo>
                <a:lnTo>
                  <a:pt x="37634" y="27409"/>
                </a:lnTo>
                <a:lnTo>
                  <a:pt x="37353" y="27096"/>
                </a:lnTo>
                <a:lnTo>
                  <a:pt x="37066" y="26790"/>
                </a:lnTo>
                <a:lnTo>
                  <a:pt x="36771" y="26491"/>
                </a:lnTo>
                <a:lnTo>
                  <a:pt x="36468" y="26199"/>
                </a:lnTo>
                <a:lnTo>
                  <a:pt x="36159" y="25913"/>
                </a:lnTo>
                <a:lnTo>
                  <a:pt x="35842" y="25635"/>
                </a:lnTo>
                <a:lnTo>
                  <a:pt x="35517" y="25363"/>
                </a:lnTo>
                <a:lnTo>
                  <a:pt x="35186" y="25098"/>
                </a:lnTo>
                <a:lnTo>
                  <a:pt x="34846" y="24840"/>
                </a:lnTo>
                <a:lnTo>
                  <a:pt x="34500" y="24589"/>
                </a:lnTo>
                <a:lnTo>
                  <a:pt x="34146" y="24345"/>
                </a:lnTo>
                <a:lnTo>
                  <a:pt x="33785" y="24108"/>
                </a:lnTo>
                <a:lnTo>
                  <a:pt x="33417" y="23877"/>
                </a:lnTo>
                <a:lnTo>
                  <a:pt x="33041" y="23654"/>
                </a:lnTo>
                <a:lnTo>
                  <a:pt x="32658" y="23437"/>
                </a:lnTo>
                <a:lnTo>
                  <a:pt x="32268" y="23227"/>
                </a:lnTo>
                <a:lnTo>
                  <a:pt x="31871" y="23025"/>
                </a:lnTo>
                <a:lnTo>
                  <a:pt x="31469" y="22831"/>
                </a:lnTo>
                <a:lnTo>
                  <a:pt x="31061" y="22646"/>
                </a:lnTo>
                <a:lnTo>
                  <a:pt x="30647" y="22469"/>
                </a:lnTo>
                <a:lnTo>
                  <a:pt x="30228" y="22301"/>
                </a:lnTo>
                <a:lnTo>
                  <a:pt x="29803" y="22142"/>
                </a:lnTo>
                <a:lnTo>
                  <a:pt x="29373" y="21991"/>
                </a:lnTo>
                <a:lnTo>
                  <a:pt x="28937" y="21849"/>
                </a:lnTo>
                <a:lnTo>
                  <a:pt x="28496" y="21716"/>
                </a:lnTo>
                <a:lnTo>
                  <a:pt x="28049" y="21591"/>
                </a:lnTo>
                <a:lnTo>
                  <a:pt x="27596" y="21475"/>
                </a:lnTo>
                <a:lnTo>
                  <a:pt x="27138" y="21367"/>
                </a:lnTo>
                <a:lnTo>
                  <a:pt x="26675" y="21268"/>
                </a:lnTo>
                <a:lnTo>
                  <a:pt x="26205" y="21178"/>
                </a:lnTo>
                <a:lnTo>
                  <a:pt x="25730" y="21096"/>
                </a:lnTo>
                <a:lnTo>
                  <a:pt x="25250" y="21023"/>
                </a:lnTo>
                <a:lnTo>
                  <a:pt x="24764" y="20958"/>
                </a:lnTo>
                <a:lnTo>
                  <a:pt x="24272" y="20902"/>
                </a:lnTo>
                <a:lnTo>
                  <a:pt x="23775" y="20855"/>
                </a:lnTo>
                <a:lnTo>
                  <a:pt x="23272" y="20816"/>
                </a:lnTo>
                <a:lnTo>
                  <a:pt x="22764" y="20786"/>
                </a:lnTo>
                <a:lnTo>
                  <a:pt x="22250" y="20765"/>
                </a:lnTo>
                <a:lnTo>
                  <a:pt x="21731" y="20752"/>
                </a:lnTo>
                <a:lnTo>
                  <a:pt x="21205" y="20747"/>
                </a:lnTo>
                <a:lnTo>
                  <a:pt x="20673" y="20752"/>
                </a:lnTo>
                <a:lnTo>
                  <a:pt x="20146" y="20765"/>
                </a:lnTo>
                <a:lnTo>
                  <a:pt x="19625" y="20786"/>
                </a:lnTo>
                <a:lnTo>
                  <a:pt x="19109" y="20816"/>
                </a:lnTo>
                <a:lnTo>
                  <a:pt x="18600" y="20855"/>
                </a:lnTo>
                <a:lnTo>
                  <a:pt x="18096" y="20902"/>
                </a:lnTo>
                <a:lnTo>
                  <a:pt x="17598" y="20958"/>
                </a:lnTo>
                <a:lnTo>
                  <a:pt x="17105" y="21023"/>
                </a:lnTo>
                <a:lnTo>
                  <a:pt x="16619" y="21096"/>
                </a:lnTo>
                <a:lnTo>
                  <a:pt x="16138" y="21178"/>
                </a:lnTo>
                <a:lnTo>
                  <a:pt x="15662" y="21268"/>
                </a:lnTo>
                <a:lnTo>
                  <a:pt x="15193" y="21367"/>
                </a:lnTo>
                <a:lnTo>
                  <a:pt x="14729" y="21475"/>
                </a:lnTo>
                <a:lnTo>
                  <a:pt x="14271" y="21591"/>
                </a:lnTo>
                <a:lnTo>
                  <a:pt x="13819" y="21716"/>
                </a:lnTo>
                <a:lnTo>
                  <a:pt x="13372" y="21849"/>
                </a:lnTo>
                <a:lnTo>
                  <a:pt x="12931" y="21991"/>
                </a:lnTo>
                <a:lnTo>
                  <a:pt x="12496" y="22142"/>
                </a:lnTo>
                <a:lnTo>
                  <a:pt x="12067" y="22301"/>
                </a:lnTo>
                <a:lnTo>
                  <a:pt x="11643" y="22469"/>
                </a:lnTo>
                <a:lnTo>
                  <a:pt x="11225" y="22646"/>
                </a:lnTo>
                <a:lnTo>
                  <a:pt x="10813" y="22831"/>
                </a:lnTo>
                <a:lnTo>
                  <a:pt x="10407" y="23025"/>
                </a:lnTo>
                <a:lnTo>
                  <a:pt x="10006" y="23227"/>
                </a:lnTo>
                <a:lnTo>
                  <a:pt x="9612" y="23437"/>
                </a:lnTo>
                <a:lnTo>
                  <a:pt x="9225" y="23654"/>
                </a:lnTo>
                <a:lnTo>
                  <a:pt x="8846" y="23877"/>
                </a:lnTo>
                <a:lnTo>
                  <a:pt x="8475" y="24108"/>
                </a:lnTo>
                <a:lnTo>
                  <a:pt x="8110" y="24345"/>
                </a:lnTo>
                <a:lnTo>
                  <a:pt x="7754" y="24589"/>
                </a:lnTo>
                <a:lnTo>
                  <a:pt x="7405" y="24840"/>
                </a:lnTo>
                <a:lnTo>
                  <a:pt x="7063" y="25098"/>
                </a:lnTo>
                <a:lnTo>
                  <a:pt x="6729" y="25363"/>
                </a:lnTo>
                <a:lnTo>
                  <a:pt x="6402" y="25635"/>
                </a:lnTo>
                <a:lnTo>
                  <a:pt x="6083" y="25913"/>
                </a:lnTo>
                <a:lnTo>
                  <a:pt x="5771" y="26199"/>
                </a:lnTo>
                <a:lnTo>
                  <a:pt x="5467" y="26491"/>
                </a:lnTo>
                <a:lnTo>
                  <a:pt x="5170" y="26790"/>
                </a:lnTo>
                <a:lnTo>
                  <a:pt x="4881" y="27096"/>
                </a:lnTo>
                <a:lnTo>
                  <a:pt x="4599" y="27409"/>
                </a:lnTo>
                <a:lnTo>
                  <a:pt x="4325" y="27728"/>
                </a:lnTo>
                <a:lnTo>
                  <a:pt x="4058" y="28055"/>
                </a:lnTo>
                <a:lnTo>
                  <a:pt x="3799" y="28388"/>
                </a:lnTo>
                <a:lnTo>
                  <a:pt x="3547" y="28729"/>
                </a:lnTo>
                <a:lnTo>
                  <a:pt x="3303" y="29076"/>
                </a:lnTo>
                <a:lnTo>
                  <a:pt x="3066" y="29430"/>
                </a:lnTo>
                <a:lnTo>
                  <a:pt x="2837" y="29790"/>
                </a:lnTo>
                <a:lnTo>
                  <a:pt x="2615" y="30158"/>
                </a:lnTo>
                <a:lnTo>
                  <a:pt x="2402" y="30532"/>
                </a:lnTo>
                <a:lnTo>
                  <a:pt x="2198" y="30911"/>
                </a:lnTo>
                <a:lnTo>
                  <a:pt x="2002" y="31295"/>
                </a:lnTo>
                <a:lnTo>
                  <a:pt x="1816" y="31684"/>
                </a:lnTo>
                <a:lnTo>
                  <a:pt x="1639" y="32079"/>
                </a:lnTo>
                <a:lnTo>
                  <a:pt x="1471" y="32479"/>
                </a:lnTo>
                <a:lnTo>
                  <a:pt x="1312" y="32884"/>
                </a:lnTo>
                <a:lnTo>
                  <a:pt x="1162" y="33294"/>
                </a:lnTo>
                <a:lnTo>
                  <a:pt x="1022" y="33710"/>
                </a:lnTo>
                <a:lnTo>
                  <a:pt x="890" y="34131"/>
                </a:lnTo>
                <a:lnTo>
                  <a:pt x="767" y="34557"/>
                </a:lnTo>
                <a:lnTo>
                  <a:pt x="654" y="34989"/>
                </a:lnTo>
                <a:lnTo>
                  <a:pt x="549" y="35425"/>
                </a:lnTo>
                <a:lnTo>
                  <a:pt x="454" y="35868"/>
                </a:lnTo>
                <a:lnTo>
                  <a:pt x="368" y="36315"/>
                </a:lnTo>
                <a:lnTo>
                  <a:pt x="291" y="36767"/>
                </a:lnTo>
                <a:lnTo>
                  <a:pt x="222" y="37225"/>
                </a:lnTo>
                <a:lnTo>
                  <a:pt x="163" y="37688"/>
                </a:lnTo>
                <a:lnTo>
                  <a:pt x="114" y="38157"/>
                </a:lnTo>
                <a:lnTo>
                  <a:pt x="73" y="38630"/>
                </a:lnTo>
                <a:lnTo>
                  <a:pt x="41" y="39109"/>
                </a:lnTo>
                <a:lnTo>
                  <a:pt x="18" y="39593"/>
                </a:lnTo>
                <a:lnTo>
                  <a:pt x="5" y="40083"/>
                </a:lnTo>
                <a:lnTo>
                  <a:pt x="0" y="40577"/>
                </a:lnTo>
                <a:lnTo>
                  <a:pt x="0" y="53246"/>
                </a:lnTo>
                <a:lnTo>
                  <a:pt x="5" y="53741"/>
                </a:lnTo>
                <a:lnTo>
                  <a:pt x="18" y="54230"/>
                </a:lnTo>
                <a:lnTo>
                  <a:pt x="41" y="54714"/>
                </a:lnTo>
                <a:lnTo>
                  <a:pt x="73" y="55193"/>
                </a:lnTo>
                <a:lnTo>
                  <a:pt x="114" y="55666"/>
                </a:lnTo>
                <a:lnTo>
                  <a:pt x="163" y="56135"/>
                </a:lnTo>
                <a:lnTo>
                  <a:pt x="222" y="56598"/>
                </a:lnTo>
                <a:lnTo>
                  <a:pt x="291" y="57055"/>
                </a:lnTo>
                <a:lnTo>
                  <a:pt x="368" y="57508"/>
                </a:lnTo>
                <a:lnTo>
                  <a:pt x="454" y="57955"/>
                </a:lnTo>
                <a:lnTo>
                  <a:pt x="549" y="58397"/>
                </a:lnTo>
                <a:lnTo>
                  <a:pt x="654" y="58834"/>
                </a:lnTo>
                <a:lnTo>
                  <a:pt x="767" y="59266"/>
                </a:lnTo>
                <a:lnTo>
                  <a:pt x="890" y="59692"/>
                </a:lnTo>
                <a:lnTo>
                  <a:pt x="1022" y="60113"/>
                </a:lnTo>
                <a:lnTo>
                  <a:pt x="1162" y="60529"/>
                </a:lnTo>
                <a:lnTo>
                  <a:pt x="1312" y="60939"/>
                </a:lnTo>
                <a:lnTo>
                  <a:pt x="1471" y="61344"/>
                </a:lnTo>
                <a:lnTo>
                  <a:pt x="1639" y="61744"/>
                </a:lnTo>
                <a:lnTo>
                  <a:pt x="1816" y="62139"/>
                </a:lnTo>
                <a:lnTo>
                  <a:pt x="2002" y="62528"/>
                </a:lnTo>
                <a:lnTo>
                  <a:pt x="2198" y="62913"/>
                </a:lnTo>
                <a:lnTo>
                  <a:pt x="2402" y="63292"/>
                </a:lnTo>
                <a:lnTo>
                  <a:pt x="2615" y="63665"/>
                </a:lnTo>
                <a:lnTo>
                  <a:pt x="2837" y="64033"/>
                </a:lnTo>
                <a:lnTo>
                  <a:pt x="3066" y="64394"/>
                </a:lnTo>
                <a:lnTo>
                  <a:pt x="3303" y="64748"/>
                </a:lnTo>
                <a:lnTo>
                  <a:pt x="3547" y="65095"/>
                </a:lnTo>
                <a:lnTo>
                  <a:pt x="3799" y="65435"/>
                </a:lnTo>
                <a:lnTo>
                  <a:pt x="4058" y="65768"/>
                </a:lnTo>
                <a:lnTo>
                  <a:pt x="4325" y="66094"/>
                </a:lnTo>
                <a:lnTo>
                  <a:pt x="4599" y="66414"/>
                </a:lnTo>
                <a:lnTo>
                  <a:pt x="4881" y="66727"/>
                </a:lnTo>
                <a:lnTo>
                  <a:pt x="5170" y="67033"/>
                </a:lnTo>
                <a:lnTo>
                  <a:pt x="5467" y="67332"/>
                </a:lnTo>
                <a:lnTo>
                  <a:pt x="5771" y="67624"/>
                </a:lnTo>
                <a:lnTo>
                  <a:pt x="6083" y="67909"/>
                </a:lnTo>
                <a:lnTo>
                  <a:pt x="6402" y="68188"/>
                </a:lnTo>
                <a:lnTo>
                  <a:pt x="6729" y="68460"/>
                </a:lnTo>
                <a:lnTo>
                  <a:pt x="7063" y="68725"/>
                </a:lnTo>
                <a:lnTo>
                  <a:pt x="7405" y="68982"/>
                </a:lnTo>
                <a:lnTo>
                  <a:pt x="7754" y="69234"/>
                </a:lnTo>
                <a:lnTo>
                  <a:pt x="8110" y="69478"/>
                </a:lnTo>
                <a:lnTo>
                  <a:pt x="8475" y="69715"/>
                </a:lnTo>
                <a:lnTo>
                  <a:pt x="8846" y="69946"/>
                </a:lnTo>
                <a:lnTo>
                  <a:pt x="9225" y="70170"/>
                </a:lnTo>
                <a:lnTo>
                  <a:pt x="9612" y="70387"/>
                </a:lnTo>
                <a:lnTo>
                  <a:pt x="10006" y="70597"/>
                </a:lnTo>
                <a:lnTo>
                  <a:pt x="10407" y="70799"/>
                </a:lnTo>
                <a:lnTo>
                  <a:pt x="10813" y="70992"/>
                </a:lnTo>
                <a:lnTo>
                  <a:pt x="11225" y="71177"/>
                </a:lnTo>
                <a:lnTo>
                  <a:pt x="11643" y="71354"/>
                </a:lnTo>
                <a:lnTo>
                  <a:pt x="12067" y="71522"/>
                </a:lnTo>
                <a:lnTo>
                  <a:pt x="12496" y="71681"/>
                </a:lnTo>
                <a:lnTo>
                  <a:pt x="12931" y="71831"/>
                </a:lnTo>
                <a:lnTo>
                  <a:pt x="13372" y="71973"/>
                </a:lnTo>
                <a:lnTo>
                  <a:pt x="13819" y="72107"/>
                </a:lnTo>
                <a:lnTo>
                  <a:pt x="14271" y="72231"/>
                </a:lnTo>
                <a:lnTo>
                  <a:pt x="14729" y="72348"/>
                </a:lnTo>
                <a:lnTo>
                  <a:pt x="15193" y="72455"/>
                </a:lnTo>
                <a:lnTo>
                  <a:pt x="15662" y="72554"/>
                </a:lnTo>
                <a:lnTo>
                  <a:pt x="16138" y="72644"/>
                </a:lnTo>
                <a:lnTo>
                  <a:pt x="16619" y="72726"/>
                </a:lnTo>
                <a:lnTo>
                  <a:pt x="17105" y="72799"/>
                </a:lnTo>
                <a:lnTo>
                  <a:pt x="17598" y="72864"/>
                </a:lnTo>
                <a:lnTo>
                  <a:pt x="18096" y="72920"/>
                </a:lnTo>
                <a:lnTo>
                  <a:pt x="18600" y="72967"/>
                </a:lnTo>
                <a:lnTo>
                  <a:pt x="19109" y="73006"/>
                </a:lnTo>
                <a:lnTo>
                  <a:pt x="19625" y="73036"/>
                </a:lnTo>
                <a:lnTo>
                  <a:pt x="20146" y="73057"/>
                </a:lnTo>
                <a:lnTo>
                  <a:pt x="20673" y="73070"/>
                </a:lnTo>
                <a:lnTo>
                  <a:pt x="21205" y="73075"/>
                </a:lnTo>
                <a:lnTo>
                  <a:pt x="21875" y="73068"/>
                </a:lnTo>
                <a:lnTo>
                  <a:pt x="22535" y="73048"/>
                </a:lnTo>
                <a:lnTo>
                  <a:pt x="23187" y="73014"/>
                </a:lnTo>
                <a:lnTo>
                  <a:pt x="23831" y="72966"/>
                </a:lnTo>
                <a:lnTo>
                  <a:pt x="24466" y="72905"/>
                </a:lnTo>
                <a:close/>
                <a:moveTo>
                  <a:pt x="11125" y="39722"/>
                </a:moveTo>
                <a:lnTo>
                  <a:pt x="11147" y="39306"/>
                </a:lnTo>
                <a:lnTo>
                  <a:pt x="11178" y="38899"/>
                </a:lnTo>
                <a:lnTo>
                  <a:pt x="11219" y="38500"/>
                </a:lnTo>
                <a:lnTo>
                  <a:pt x="11268" y="38110"/>
                </a:lnTo>
                <a:lnTo>
                  <a:pt x="11326" y="37728"/>
                </a:lnTo>
                <a:lnTo>
                  <a:pt x="11393" y="37354"/>
                </a:lnTo>
                <a:lnTo>
                  <a:pt x="11468" y="36988"/>
                </a:lnTo>
                <a:lnTo>
                  <a:pt x="11553" y="36631"/>
                </a:lnTo>
                <a:lnTo>
                  <a:pt x="11647" y="36282"/>
                </a:lnTo>
                <a:lnTo>
                  <a:pt x="11750" y="35941"/>
                </a:lnTo>
                <a:lnTo>
                  <a:pt x="11861" y="35608"/>
                </a:lnTo>
                <a:lnTo>
                  <a:pt x="11982" y="35284"/>
                </a:lnTo>
                <a:lnTo>
                  <a:pt x="12111" y="34968"/>
                </a:lnTo>
                <a:lnTo>
                  <a:pt x="12249" y="34661"/>
                </a:lnTo>
                <a:lnTo>
                  <a:pt x="12397" y="34362"/>
                </a:lnTo>
                <a:lnTo>
                  <a:pt x="12553" y="34071"/>
                </a:lnTo>
                <a:lnTo>
                  <a:pt x="12718" y="33788"/>
                </a:lnTo>
                <a:lnTo>
                  <a:pt x="12892" y="33513"/>
                </a:lnTo>
                <a:lnTo>
                  <a:pt x="13075" y="33247"/>
                </a:lnTo>
                <a:lnTo>
                  <a:pt x="13267" y="32990"/>
                </a:lnTo>
                <a:lnTo>
                  <a:pt x="13468" y="32740"/>
                </a:lnTo>
                <a:lnTo>
                  <a:pt x="13678" y="32499"/>
                </a:lnTo>
                <a:lnTo>
                  <a:pt x="13896" y="32267"/>
                </a:lnTo>
                <a:lnTo>
                  <a:pt x="14122" y="32044"/>
                </a:lnTo>
                <a:lnTo>
                  <a:pt x="14357" y="31832"/>
                </a:lnTo>
                <a:lnTo>
                  <a:pt x="14601" y="31629"/>
                </a:lnTo>
                <a:lnTo>
                  <a:pt x="14852" y="31436"/>
                </a:lnTo>
                <a:lnTo>
                  <a:pt x="15112" y="31253"/>
                </a:lnTo>
                <a:lnTo>
                  <a:pt x="15380" y="31081"/>
                </a:lnTo>
                <a:lnTo>
                  <a:pt x="15656" y="30917"/>
                </a:lnTo>
                <a:lnTo>
                  <a:pt x="15941" y="30764"/>
                </a:lnTo>
                <a:lnTo>
                  <a:pt x="16234" y="30621"/>
                </a:lnTo>
                <a:lnTo>
                  <a:pt x="16535" y="30487"/>
                </a:lnTo>
                <a:lnTo>
                  <a:pt x="16845" y="30364"/>
                </a:lnTo>
                <a:lnTo>
                  <a:pt x="17163" y="30250"/>
                </a:lnTo>
                <a:lnTo>
                  <a:pt x="17489" y="30147"/>
                </a:lnTo>
                <a:lnTo>
                  <a:pt x="17823" y="30053"/>
                </a:lnTo>
                <a:lnTo>
                  <a:pt x="18166" y="29969"/>
                </a:lnTo>
                <a:lnTo>
                  <a:pt x="18517" y="29894"/>
                </a:lnTo>
                <a:lnTo>
                  <a:pt x="18876" y="29830"/>
                </a:lnTo>
                <a:lnTo>
                  <a:pt x="19243" y="29776"/>
                </a:lnTo>
                <a:lnTo>
                  <a:pt x="19619" y="29731"/>
                </a:lnTo>
                <a:lnTo>
                  <a:pt x="20003" y="29697"/>
                </a:lnTo>
                <a:lnTo>
                  <a:pt x="20396" y="29672"/>
                </a:lnTo>
                <a:lnTo>
                  <a:pt x="20796" y="29657"/>
                </a:lnTo>
                <a:lnTo>
                  <a:pt x="21205" y="29652"/>
                </a:lnTo>
                <a:lnTo>
                  <a:pt x="21614" y="29657"/>
                </a:lnTo>
                <a:lnTo>
                  <a:pt x="22014" y="29672"/>
                </a:lnTo>
                <a:lnTo>
                  <a:pt x="22406" y="29696"/>
                </a:lnTo>
                <a:lnTo>
                  <a:pt x="22789" y="29730"/>
                </a:lnTo>
                <a:lnTo>
                  <a:pt x="23163" y="29774"/>
                </a:lnTo>
                <a:lnTo>
                  <a:pt x="23529" y="29827"/>
                </a:lnTo>
                <a:lnTo>
                  <a:pt x="23886" y="29891"/>
                </a:lnTo>
                <a:lnTo>
                  <a:pt x="24235" y="29963"/>
                </a:lnTo>
                <a:lnTo>
                  <a:pt x="24575" y="30046"/>
                </a:lnTo>
                <a:lnTo>
                  <a:pt x="24906" y="30138"/>
                </a:lnTo>
                <a:lnTo>
                  <a:pt x="25229" y="30241"/>
                </a:lnTo>
                <a:lnTo>
                  <a:pt x="25543" y="30352"/>
                </a:lnTo>
                <a:lnTo>
                  <a:pt x="25849" y="30474"/>
                </a:lnTo>
                <a:lnTo>
                  <a:pt x="26145" y="30605"/>
                </a:lnTo>
                <a:lnTo>
                  <a:pt x="26434" y="30746"/>
                </a:lnTo>
                <a:lnTo>
                  <a:pt x="26713" y="30897"/>
                </a:lnTo>
                <a:lnTo>
                  <a:pt x="26985" y="31057"/>
                </a:lnTo>
                <a:lnTo>
                  <a:pt x="27247" y="31227"/>
                </a:lnTo>
                <a:lnTo>
                  <a:pt x="27501" y="31407"/>
                </a:lnTo>
                <a:lnTo>
                  <a:pt x="27746" y="31597"/>
                </a:lnTo>
                <a:lnTo>
                  <a:pt x="27983" y="31796"/>
                </a:lnTo>
                <a:lnTo>
                  <a:pt x="28211" y="32005"/>
                </a:lnTo>
                <a:lnTo>
                  <a:pt x="28430" y="32224"/>
                </a:lnTo>
                <a:lnTo>
                  <a:pt x="28641" y="32453"/>
                </a:lnTo>
                <a:lnTo>
                  <a:pt x="28843" y="32690"/>
                </a:lnTo>
                <a:lnTo>
                  <a:pt x="29037" y="32936"/>
                </a:lnTo>
                <a:lnTo>
                  <a:pt x="29222" y="33191"/>
                </a:lnTo>
                <a:lnTo>
                  <a:pt x="29399" y="33454"/>
                </a:lnTo>
                <a:lnTo>
                  <a:pt x="29566" y="33725"/>
                </a:lnTo>
                <a:lnTo>
                  <a:pt x="29726" y="34005"/>
                </a:lnTo>
                <a:lnTo>
                  <a:pt x="29876" y="34293"/>
                </a:lnTo>
                <a:lnTo>
                  <a:pt x="30018" y="34590"/>
                </a:lnTo>
                <a:lnTo>
                  <a:pt x="30152" y="34895"/>
                </a:lnTo>
                <a:lnTo>
                  <a:pt x="30277" y="35208"/>
                </a:lnTo>
                <a:lnTo>
                  <a:pt x="30393" y="35530"/>
                </a:lnTo>
                <a:lnTo>
                  <a:pt x="30501" y="35861"/>
                </a:lnTo>
                <a:lnTo>
                  <a:pt x="30600" y="36200"/>
                </a:lnTo>
                <a:lnTo>
                  <a:pt x="30690" y="36547"/>
                </a:lnTo>
                <a:lnTo>
                  <a:pt x="30772" y="36903"/>
                </a:lnTo>
                <a:lnTo>
                  <a:pt x="30845" y="37267"/>
                </a:lnTo>
                <a:lnTo>
                  <a:pt x="30909" y="37640"/>
                </a:lnTo>
                <a:lnTo>
                  <a:pt x="30965" y="38021"/>
                </a:lnTo>
                <a:lnTo>
                  <a:pt x="31013" y="38410"/>
                </a:lnTo>
                <a:lnTo>
                  <a:pt x="31052" y="38808"/>
                </a:lnTo>
                <a:lnTo>
                  <a:pt x="31082" y="39215"/>
                </a:lnTo>
                <a:lnTo>
                  <a:pt x="31103" y="39630"/>
                </a:lnTo>
                <a:lnTo>
                  <a:pt x="31116" y="40053"/>
                </a:lnTo>
                <a:lnTo>
                  <a:pt x="31120" y="40485"/>
                </a:lnTo>
                <a:lnTo>
                  <a:pt x="31120" y="42329"/>
                </a:lnTo>
                <a:lnTo>
                  <a:pt x="11107" y="42505"/>
                </a:lnTo>
                <a:lnTo>
                  <a:pt x="11107" y="40577"/>
                </a:lnTo>
                <a:lnTo>
                  <a:pt x="11111" y="40145"/>
                </a:lnTo>
                <a:lnTo>
                  <a:pt x="11125" y="39722"/>
                </a:lnTo>
                <a:close/>
                <a:moveTo>
                  <a:pt x="219409" y="84826"/>
                </a:moveTo>
                <a:lnTo>
                  <a:pt x="263474" y="84826"/>
                </a:lnTo>
                <a:lnTo>
                  <a:pt x="263474" y="74452"/>
                </a:lnTo>
                <a:lnTo>
                  <a:pt x="219409" y="74452"/>
                </a:lnTo>
                <a:lnTo>
                  <a:pt x="219409" y="84826"/>
                </a:lnTo>
                <a:close/>
                <a:moveTo>
                  <a:pt x="519627" y="13170"/>
                </a:moveTo>
                <a:lnTo>
                  <a:pt x="519895" y="13142"/>
                </a:lnTo>
                <a:lnTo>
                  <a:pt x="520158" y="13108"/>
                </a:lnTo>
                <a:lnTo>
                  <a:pt x="520415" y="13067"/>
                </a:lnTo>
                <a:lnTo>
                  <a:pt x="520668" y="13021"/>
                </a:lnTo>
                <a:lnTo>
                  <a:pt x="520915" y="12968"/>
                </a:lnTo>
                <a:lnTo>
                  <a:pt x="521157" y="12909"/>
                </a:lnTo>
                <a:lnTo>
                  <a:pt x="521394" y="12843"/>
                </a:lnTo>
                <a:lnTo>
                  <a:pt x="521626" y="12772"/>
                </a:lnTo>
                <a:lnTo>
                  <a:pt x="521853" y="12694"/>
                </a:lnTo>
                <a:lnTo>
                  <a:pt x="522075" y="12610"/>
                </a:lnTo>
                <a:lnTo>
                  <a:pt x="522292" y="12520"/>
                </a:lnTo>
                <a:lnTo>
                  <a:pt x="522504" y="12424"/>
                </a:lnTo>
                <a:lnTo>
                  <a:pt x="522710" y="12321"/>
                </a:lnTo>
                <a:lnTo>
                  <a:pt x="522912" y="12212"/>
                </a:lnTo>
                <a:lnTo>
                  <a:pt x="523108" y="12097"/>
                </a:lnTo>
                <a:lnTo>
                  <a:pt x="523299" y="11976"/>
                </a:lnTo>
                <a:lnTo>
                  <a:pt x="523485" y="11849"/>
                </a:lnTo>
                <a:lnTo>
                  <a:pt x="523666" y="11715"/>
                </a:lnTo>
                <a:lnTo>
                  <a:pt x="523842" y="11575"/>
                </a:lnTo>
                <a:lnTo>
                  <a:pt x="524013" y="11429"/>
                </a:lnTo>
                <a:lnTo>
                  <a:pt x="524178" y="11278"/>
                </a:lnTo>
                <a:lnTo>
                  <a:pt x="524336" y="11122"/>
                </a:lnTo>
                <a:lnTo>
                  <a:pt x="524487" y="10962"/>
                </a:lnTo>
                <a:lnTo>
                  <a:pt x="524631" y="10798"/>
                </a:lnTo>
                <a:lnTo>
                  <a:pt x="524767" y="10629"/>
                </a:lnTo>
                <a:lnTo>
                  <a:pt x="524897" y="10457"/>
                </a:lnTo>
                <a:lnTo>
                  <a:pt x="525020" y="10279"/>
                </a:lnTo>
                <a:lnTo>
                  <a:pt x="525136" y="10098"/>
                </a:lnTo>
                <a:lnTo>
                  <a:pt x="525244" y="9912"/>
                </a:lnTo>
                <a:lnTo>
                  <a:pt x="525346" y="9722"/>
                </a:lnTo>
                <a:lnTo>
                  <a:pt x="525441" y="9528"/>
                </a:lnTo>
                <a:lnTo>
                  <a:pt x="525528" y="9329"/>
                </a:lnTo>
                <a:lnTo>
                  <a:pt x="525609" y="9126"/>
                </a:lnTo>
                <a:lnTo>
                  <a:pt x="525683" y="8919"/>
                </a:lnTo>
                <a:lnTo>
                  <a:pt x="525749" y="8707"/>
                </a:lnTo>
                <a:lnTo>
                  <a:pt x="525809" y="8491"/>
                </a:lnTo>
                <a:lnTo>
                  <a:pt x="525861" y="8271"/>
                </a:lnTo>
                <a:lnTo>
                  <a:pt x="525907" y="8047"/>
                </a:lnTo>
                <a:lnTo>
                  <a:pt x="525946" y="7818"/>
                </a:lnTo>
                <a:lnTo>
                  <a:pt x="525977" y="7585"/>
                </a:lnTo>
                <a:lnTo>
                  <a:pt x="526002" y="7347"/>
                </a:lnTo>
                <a:lnTo>
                  <a:pt x="526019" y="7105"/>
                </a:lnTo>
                <a:lnTo>
                  <a:pt x="526030" y="6859"/>
                </a:lnTo>
                <a:lnTo>
                  <a:pt x="526033" y="6609"/>
                </a:lnTo>
                <a:lnTo>
                  <a:pt x="526030" y="6359"/>
                </a:lnTo>
                <a:lnTo>
                  <a:pt x="526019" y="6113"/>
                </a:lnTo>
                <a:lnTo>
                  <a:pt x="526002" y="5871"/>
                </a:lnTo>
                <a:lnTo>
                  <a:pt x="525977" y="5634"/>
                </a:lnTo>
                <a:lnTo>
                  <a:pt x="525946" y="5401"/>
                </a:lnTo>
                <a:lnTo>
                  <a:pt x="525907" y="5172"/>
                </a:lnTo>
                <a:lnTo>
                  <a:pt x="525861" y="4948"/>
                </a:lnTo>
                <a:lnTo>
                  <a:pt x="525809" y="4728"/>
                </a:lnTo>
                <a:lnTo>
                  <a:pt x="525749" y="4512"/>
                </a:lnTo>
                <a:lnTo>
                  <a:pt x="525683" y="4300"/>
                </a:lnTo>
                <a:lnTo>
                  <a:pt x="525609" y="4093"/>
                </a:lnTo>
                <a:lnTo>
                  <a:pt x="525528" y="3890"/>
                </a:lnTo>
                <a:lnTo>
                  <a:pt x="525441" y="3691"/>
                </a:lnTo>
                <a:lnTo>
                  <a:pt x="525346" y="3497"/>
                </a:lnTo>
                <a:lnTo>
                  <a:pt x="525244" y="3307"/>
                </a:lnTo>
                <a:lnTo>
                  <a:pt x="525136" y="3121"/>
                </a:lnTo>
                <a:lnTo>
                  <a:pt x="525020" y="2940"/>
                </a:lnTo>
                <a:lnTo>
                  <a:pt x="524897" y="2763"/>
                </a:lnTo>
                <a:lnTo>
                  <a:pt x="524767" y="2590"/>
                </a:lnTo>
                <a:lnTo>
                  <a:pt x="524631" y="2421"/>
                </a:lnTo>
                <a:lnTo>
                  <a:pt x="524487" y="2257"/>
                </a:lnTo>
                <a:lnTo>
                  <a:pt x="524336" y="2097"/>
                </a:lnTo>
                <a:lnTo>
                  <a:pt x="524178" y="1942"/>
                </a:lnTo>
                <a:lnTo>
                  <a:pt x="524013" y="1790"/>
                </a:lnTo>
                <a:lnTo>
                  <a:pt x="523842" y="1644"/>
                </a:lnTo>
                <a:lnTo>
                  <a:pt x="523666" y="1504"/>
                </a:lnTo>
                <a:lnTo>
                  <a:pt x="523485" y="1371"/>
                </a:lnTo>
                <a:lnTo>
                  <a:pt x="523299" y="1243"/>
                </a:lnTo>
                <a:lnTo>
                  <a:pt x="523108" y="1122"/>
                </a:lnTo>
                <a:lnTo>
                  <a:pt x="522912" y="1007"/>
                </a:lnTo>
                <a:lnTo>
                  <a:pt x="522710" y="898"/>
                </a:lnTo>
                <a:lnTo>
                  <a:pt x="522504" y="796"/>
                </a:lnTo>
                <a:lnTo>
                  <a:pt x="522292" y="699"/>
                </a:lnTo>
                <a:lnTo>
                  <a:pt x="522075" y="609"/>
                </a:lnTo>
                <a:lnTo>
                  <a:pt x="521853" y="525"/>
                </a:lnTo>
                <a:lnTo>
                  <a:pt x="521626" y="448"/>
                </a:lnTo>
                <a:lnTo>
                  <a:pt x="521394" y="376"/>
                </a:lnTo>
                <a:lnTo>
                  <a:pt x="521157" y="311"/>
                </a:lnTo>
                <a:lnTo>
                  <a:pt x="520915" y="252"/>
                </a:lnTo>
                <a:lnTo>
                  <a:pt x="520668" y="199"/>
                </a:lnTo>
                <a:lnTo>
                  <a:pt x="520415" y="152"/>
                </a:lnTo>
                <a:lnTo>
                  <a:pt x="520158" y="112"/>
                </a:lnTo>
                <a:lnTo>
                  <a:pt x="519895" y="78"/>
                </a:lnTo>
                <a:lnTo>
                  <a:pt x="519627" y="50"/>
                </a:lnTo>
                <a:lnTo>
                  <a:pt x="519354" y="28"/>
                </a:lnTo>
                <a:lnTo>
                  <a:pt x="519076" y="12"/>
                </a:lnTo>
                <a:lnTo>
                  <a:pt x="518793" y="3"/>
                </a:lnTo>
                <a:lnTo>
                  <a:pt x="518505" y="0"/>
                </a:lnTo>
                <a:lnTo>
                  <a:pt x="518217" y="3"/>
                </a:lnTo>
                <a:lnTo>
                  <a:pt x="517934" y="12"/>
                </a:lnTo>
                <a:lnTo>
                  <a:pt x="517656" y="28"/>
                </a:lnTo>
                <a:lnTo>
                  <a:pt x="517383" y="50"/>
                </a:lnTo>
                <a:lnTo>
                  <a:pt x="517115" y="78"/>
                </a:lnTo>
                <a:lnTo>
                  <a:pt x="516852" y="112"/>
                </a:lnTo>
                <a:lnTo>
                  <a:pt x="516595" y="152"/>
                </a:lnTo>
                <a:lnTo>
                  <a:pt x="516342" y="199"/>
                </a:lnTo>
                <a:lnTo>
                  <a:pt x="516095" y="252"/>
                </a:lnTo>
                <a:lnTo>
                  <a:pt x="515853" y="311"/>
                </a:lnTo>
                <a:lnTo>
                  <a:pt x="515615" y="376"/>
                </a:lnTo>
                <a:lnTo>
                  <a:pt x="515383" y="448"/>
                </a:lnTo>
                <a:lnTo>
                  <a:pt x="515156" y="525"/>
                </a:lnTo>
                <a:lnTo>
                  <a:pt x="514934" y="609"/>
                </a:lnTo>
                <a:lnTo>
                  <a:pt x="514718" y="699"/>
                </a:lnTo>
                <a:lnTo>
                  <a:pt x="514506" y="796"/>
                </a:lnTo>
                <a:lnTo>
                  <a:pt x="514299" y="898"/>
                </a:lnTo>
                <a:lnTo>
                  <a:pt x="514098" y="1007"/>
                </a:lnTo>
                <a:lnTo>
                  <a:pt x="513901" y="1122"/>
                </a:lnTo>
                <a:lnTo>
                  <a:pt x="513710" y="1243"/>
                </a:lnTo>
                <a:lnTo>
                  <a:pt x="513524" y="1371"/>
                </a:lnTo>
                <a:lnTo>
                  <a:pt x="513343" y="1504"/>
                </a:lnTo>
                <a:lnTo>
                  <a:pt x="513167" y="1644"/>
                </a:lnTo>
                <a:lnTo>
                  <a:pt x="512996" y="1790"/>
                </a:lnTo>
                <a:lnTo>
                  <a:pt x="512831" y="1942"/>
                </a:lnTo>
                <a:lnTo>
                  <a:pt x="512674" y="2097"/>
                </a:lnTo>
                <a:lnTo>
                  <a:pt x="512523" y="2257"/>
                </a:lnTo>
                <a:lnTo>
                  <a:pt x="512379" y="2421"/>
                </a:lnTo>
                <a:lnTo>
                  <a:pt x="512242" y="2590"/>
                </a:lnTo>
                <a:lnTo>
                  <a:pt x="512113" y="2763"/>
                </a:lnTo>
                <a:lnTo>
                  <a:pt x="511990" y="2940"/>
                </a:lnTo>
                <a:lnTo>
                  <a:pt x="511875" y="3121"/>
                </a:lnTo>
                <a:lnTo>
                  <a:pt x="511766" y="3307"/>
                </a:lnTo>
                <a:lnTo>
                  <a:pt x="511664" y="3497"/>
                </a:lnTo>
                <a:lnTo>
                  <a:pt x="511570" y="3691"/>
                </a:lnTo>
                <a:lnTo>
                  <a:pt x="511482" y="3890"/>
                </a:lnTo>
                <a:lnTo>
                  <a:pt x="511401" y="4093"/>
                </a:lnTo>
                <a:lnTo>
                  <a:pt x="511328" y="4300"/>
                </a:lnTo>
                <a:lnTo>
                  <a:pt x="511261" y="4512"/>
                </a:lnTo>
                <a:lnTo>
                  <a:pt x="511202" y="4728"/>
                </a:lnTo>
                <a:lnTo>
                  <a:pt x="511149" y="4948"/>
                </a:lnTo>
                <a:lnTo>
                  <a:pt x="511104" y="5172"/>
                </a:lnTo>
                <a:lnTo>
                  <a:pt x="511065" y="5401"/>
                </a:lnTo>
                <a:lnTo>
                  <a:pt x="511033" y="5634"/>
                </a:lnTo>
                <a:lnTo>
                  <a:pt x="511009" y="5871"/>
                </a:lnTo>
                <a:lnTo>
                  <a:pt x="510991" y="6113"/>
                </a:lnTo>
                <a:lnTo>
                  <a:pt x="510981" y="6359"/>
                </a:lnTo>
                <a:lnTo>
                  <a:pt x="510977" y="6609"/>
                </a:lnTo>
                <a:lnTo>
                  <a:pt x="510981" y="6859"/>
                </a:lnTo>
                <a:lnTo>
                  <a:pt x="510991" y="7105"/>
                </a:lnTo>
                <a:lnTo>
                  <a:pt x="511009" y="7347"/>
                </a:lnTo>
                <a:lnTo>
                  <a:pt x="511033" y="7585"/>
                </a:lnTo>
                <a:lnTo>
                  <a:pt x="511065" y="7818"/>
                </a:lnTo>
                <a:lnTo>
                  <a:pt x="511104" y="8047"/>
                </a:lnTo>
                <a:lnTo>
                  <a:pt x="511149" y="8271"/>
                </a:lnTo>
                <a:lnTo>
                  <a:pt x="511202" y="8491"/>
                </a:lnTo>
                <a:lnTo>
                  <a:pt x="511261" y="8707"/>
                </a:lnTo>
                <a:lnTo>
                  <a:pt x="511328" y="8919"/>
                </a:lnTo>
                <a:lnTo>
                  <a:pt x="511401" y="9126"/>
                </a:lnTo>
                <a:lnTo>
                  <a:pt x="511482" y="9329"/>
                </a:lnTo>
                <a:lnTo>
                  <a:pt x="511570" y="9528"/>
                </a:lnTo>
                <a:lnTo>
                  <a:pt x="511664" y="9722"/>
                </a:lnTo>
                <a:lnTo>
                  <a:pt x="511766" y="9912"/>
                </a:lnTo>
                <a:lnTo>
                  <a:pt x="511875" y="10098"/>
                </a:lnTo>
                <a:lnTo>
                  <a:pt x="511990" y="10279"/>
                </a:lnTo>
                <a:lnTo>
                  <a:pt x="512113" y="10457"/>
                </a:lnTo>
                <a:lnTo>
                  <a:pt x="512242" y="10629"/>
                </a:lnTo>
                <a:lnTo>
                  <a:pt x="512379" y="10798"/>
                </a:lnTo>
                <a:lnTo>
                  <a:pt x="512523" y="10962"/>
                </a:lnTo>
                <a:lnTo>
                  <a:pt x="512674" y="11122"/>
                </a:lnTo>
                <a:lnTo>
                  <a:pt x="512831" y="11278"/>
                </a:lnTo>
                <a:lnTo>
                  <a:pt x="512996" y="11429"/>
                </a:lnTo>
                <a:lnTo>
                  <a:pt x="513167" y="11575"/>
                </a:lnTo>
                <a:lnTo>
                  <a:pt x="513343" y="11715"/>
                </a:lnTo>
                <a:lnTo>
                  <a:pt x="513524" y="11849"/>
                </a:lnTo>
                <a:lnTo>
                  <a:pt x="513710" y="11976"/>
                </a:lnTo>
                <a:lnTo>
                  <a:pt x="513901" y="12097"/>
                </a:lnTo>
                <a:lnTo>
                  <a:pt x="514098" y="12212"/>
                </a:lnTo>
                <a:lnTo>
                  <a:pt x="514299" y="12321"/>
                </a:lnTo>
                <a:lnTo>
                  <a:pt x="514506" y="12424"/>
                </a:lnTo>
                <a:lnTo>
                  <a:pt x="514718" y="12520"/>
                </a:lnTo>
                <a:lnTo>
                  <a:pt x="514934" y="12610"/>
                </a:lnTo>
                <a:lnTo>
                  <a:pt x="515156" y="12694"/>
                </a:lnTo>
                <a:lnTo>
                  <a:pt x="515383" y="12772"/>
                </a:lnTo>
                <a:lnTo>
                  <a:pt x="515615" y="12843"/>
                </a:lnTo>
                <a:lnTo>
                  <a:pt x="515853" y="12909"/>
                </a:lnTo>
                <a:lnTo>
                  <a:pt x="516095" y="12968"/>
                </a:lnTo>
                <a:lnTo>
                  <a:pt x="516342" y="13021"/>
                </a:lnTo>
                <a:lnTo>
                  <a:pt x="516595" y="13067"/>
                </a:lnTo>
                <a:lnTo>
                  <a:pt x="516852" y="13108"/>
                </a:lnTo>
                <a:lnTo>
                  <a:pt x="517115" y="13142"/>
                </a:lnTo>
                <a:lnTo>
                  <a:pt x="517383" y="13170"/>
                </a:lnTo>
                <a:lnTo>
                  <a:pt x="517656" y="13191"/>
                </a:lnTo>
                <a:lnTo>
                  <a:pt x="517934" y="13207"/>
                </a:lnTo>
                <a:lnTo>
                  <a:pt x="518217" y="13216"/>
                </a:lnTo>
                <a:lnTo>
                  <a:pt x="518505" y="13219"/>
                </a:lnTo>
                <a:lnTo>
                  <a:pt x="518793" y="13216"/>
                </a:lnTo>
                <a:lnTo>
                  <a:pt x="519076" y="13207"/>
                </a:lnTo>
                <a:lnTo>
                  <a:pt x="519354" y="13191"/>
                </a:lnTo>
                <a:lnTo>
                  <a:pt x="519627" y="13170"/>
                </a:lnTo>
                <a:close/>
                <a:moveTo>
                  <a:pt x="412641" y="61774"/>
                </a:moveTo>
                <a:lnTo>
                  <a:pt x="412275" y="61750"/>
                </a:lnTo>
                <a:lnTo>
                  <a:pt x="411926" y="61708"/>
                </a:lnTo>
                <a:lnTo>
                  <a:pt x="411592" y="61650"/>
                </a:lnTo>
                <a:lnTo>
                  <a:pt x="411275" y="61576"/>
                </a:lnTo>
                <a:lnTo>
                  <a:pt x="410974" y="61484"/>
                </a:lnTo>
                <a:lnTo>
                  <a:pt x="410690" y="61377"/>
                </a:lnTo>
                <a:lnTo>
                  <a:pt x="410421" y="61252"/>
                </a:lnTo>
                <a:lnTo>
                  <a:pt x="410169" y="61112"/>
                </a:lnTo>
                <a:lnTo>
                  <a:pt x="409934" y="60954"/>
                </a:lnTo>
                <a:lnTo>
                  <a:pt x="409714" y="60780"/>
                </a:lnTo>
                <a:lnTo>
                  <a:pt x="409511" y="60590"/>
                </a:lnTo>
                <a:lnTo>
                  <a:pt x="409324" y="60382"/>
                </a:lnTo>
                <a:lnTo>
                  <a:pt x="409153" y="60159"/>
                </a:lnTo>
                <a:lnTo>
                  <a:pt x="408999" y="59918"/>
                </a:lnTo>
                <a:lnTo>
                  <a:pt x="408860" y="59662"/>
                </a:lnTo>
                <a:lnTo>
                  <a:pt x="408739" y="59388"/>
                </a:lnTo>
                <a:lnTo>
                  <a:pt x="408633" y="59098"/>
                </a:lnTo>
                <a:lnTo>
                  <a:pt x="408543" y="58792"/>
                </a:lnTo>
                <a:lnTo>
                  <a:pt x="408470" y="58468"/>
                </a:lnTo>
                <a:lnTo>
                  <a:pt x="408413" y="58129"/>
                </a:lnTo>
                <a:lnTo>
                  <a:pt x="408373" y="57772"/>
                </a:lnTo>
                <a:lnTo>
                  <a:pt x="408348" y="57400"/>
                </a:lnTo>
                <a:lnTo>
                  <a:pt x="408340" y="57010"/>
                </a:lnTo>
                <a:lnTo>
                  <a:pt x="408340" y="32039"/>
                </a:lnTo>
                <a:lnTo>
                  <a:pt x="427712" y="32039"/>
                </a:lnTo>
                <a:lnTo>
                  <a:pt x="427712" y="21665"/>
                </a:lnTo>
                <a:lnTo>
                  <a:pt x="408340" y="21665"/>
                </a:lnTo>
                <a:lnTo>
                  <a:pt x="408340" y="7435"/>
                </a:lnTo>
                <a:lnTo>
                  <a:pt x="396774" y="7435"/>
                </a:lnTo>
                <a:lnTo>
                  <a:pt x="396774" y="21665"/>
                </a:lnTo>
                <a:lnTo>
                  <a:pt x="383095" y="21665"/>
                </a:lnTo>
                <a:lnTo>
                  <a:pt x="383095" y="32039"/>
                </a:lnTo>
                <a:lnTo>
                  <a:pt x="396774" y="32039"/>
                </a:lnTo>
                <a:lnTo>
                  <a:pt x="396774" y="57010"/>
                </a:lnTo>
                <a:lnTo>
                  <a:pt x="396781" y="57594"/>
                </a:lnTo>
                <a:lnTo>
                  <a:pt x="396802" y="58167"/>
                </a:lnTo>
                <a:lnTo>
                  <a:pt x="396837" y="58730"/>
                </a:lnTo>
                <a:lnTo>
                  <a:pt x="396887" y="59282"/>
                </a:lnTo>
                <a:lnTo>
                  <a:pt x="396951" y="59824"/>
                </a:lnTo>
                <a:lnTo>
                  <a:pt x="397029" y="60355"/>
                </a:lnTo>
                <a:lnTo>
                  <a:pt x="397121" y="60876"/>
                </a:lnTo>
                <a:lnTo>
                  <a:pt x="397228" y="61386"/>
                </a:lnTo>
                <a:lnTo>
                  <a:pt x="397348" y="61886"/>
                </a:lnTo>
                <a:lnTo>
                  <a:pt x="397483" y="62375"/>
                </a:lnTo>
                <a:lnTo>
                  <a:pt x="397632" y="62853"/>
                </a:lnTo>
                <a:lnTo>
                  <a:pt x="397795" y="63322"/>
                </a:lnTo>
                <a:lnTo>
                  <a:pt x="397972" y="63779"/>
                </a:lnTo>
                <a:lnTo>
                  <a:pt x="398164" y="64226"/>
                </a:lnTo>
                <a:lnTo>
                  <a:pt x="398369" y="64663"/>
                </a:lnTo>
                <a:lnTo>
                  <a:pt x="398589" y="65089"/>
                </a:lnTo>
                <a:lnTo>
                  <a:pt x="398823" y="65504"/>
                </a:lnTo>
                <a:lnTo>
                  <a:pt x="399071" y="65909"/>
                </a:lnTo>
                <a:lnTo>
                  <a:pt x="399334" y="66304"/>
                </a:lnTo>
                <a:lnTo>
                  <a:pt x="399610" y="66688"/>
                </a:lnTo>
                <a:lnTo>
                  <a:pt x="399901" y="67061"/>
                </a:lnTo>
                <a:lnTo>
                  <a:pt x="400206" y="67424"/>
                </a:lnTo>
                <a:lnTo>
                  <a:pt x="400525" y="67777"/>
                </a:lnTo>
                <a:lnTo>
                  <a:pt x="400858" y="68119"/>
                </a:lnTo>
                <a:lnTo>
                  <a:pt x="401204" y="68448"/>
                </a:lnTo>
                <a:lnTo>
                  <a:pt x="401561" y="68764"/>
                </a:lnTo>
                <a:lnTo>
                  <a:pt x="401929" y="69065"/>
                </a:lnTo>
                <a:lnTo>
                  <a:pt x="402308" y="69353"/>
                </a:lnTo>
                <a:lnTo>
                  <a:pt x="402698" y="69626"/>
                </a:lnTo>
                <a:lnTo>
                  <a:pt x="403099" y="69885"/>
                </a:lnTo>
                <a:lnTo>
                  <a:pt x="403511" y="70131"/>
                </a:lnTo>
                <a:lnTo>
                  <a:pt x="403934" y="70362"/>
                </a:lnTo>
                <a:lnTo>
                  <a:pt x="404368" y="70580"/>
                </a:lnTo>
                <a:lnTo>
                  <a:pt x="404813" y="70783"/>
                </a:lnTo>
                <a:lnTo>
                  <a:pt x="405269" y="70972"/>
                </a:lnTo>
                <a:lnTo>
                  <a:pt x="405736" y="71147"/>
                </a:lnTo>
                <a:lnTo>
                  <a:pt x="406214" y="71309"/>
                </a:lnTo>
                <a:lnTo>
                  <a:pt x="406703" y="71456"/>
                </a:lnTo>
                <a:lnTo>
                  <a:pt x="407203" y="71589"/>
                </a:lnTo>
                <a:lnTo>
                  <a:pt x="407714" y="71708"/>
                </a:lnTo>
                <a:lnTo>
                  <a:pt x="408236" y="71814"/>
                </a:lnTo>
                <a:lnTo>
                  <a:pt x="408768" y="71905"/>
                </a:lnTo>
                <a:lnTo>
                  <a:pt x="409312" y="71982"/>
                </a:lnTo>
                <a:lnTo>
                  <a:pt x="409867" y="72045"/>
                </a:lnTo>
                <a:lnTo>
                  <a:pt x="410433" y="72094"/>
                </a:lnTo>
                <a:lnTo>
                  <a:pt x="411010" y="72129"/>
                </a:lnTo>
                <a:lnTo>
                  <a:pt x="411598" y="72150"/>
                </a:lnTo>
                <a:lnTo>
                  <a:pt x="412197" y="72157"/>
                </a:lnTo>
                <a:lnTo>
                  <a:pt x="426793" y="72157"/>
                </a:lnTo>
                <a:lnTo>
                  <a:pt x="426793" y="61783"/>
                </a:lnTo>
                <a:lnTo>
                  <a:pt x="413023" y="61783"/>
                </a:lnTo>
                <a:lnTo>
                  <a:pt x="412641" y="61774"/>
                </a:lnTo>
                <a:close/>
                <a:moveTo>
                  <a:pt x="454334" y="72157"/>
                </a:moveTo>
                <a:lnTo>
                  <a:pt x="454334" y="40577"/>
                </a:lnTo>
                <a:lnTo>
                  <a:pt x="454338" y="40176"/>
                </a:lnTo>
                <a:lnTo>
                  <a:pt x="454351" y="39782"/>
                </a:lnTo>
                <a:lnTo>
                  <a:pt x="454372" y="39395"/>
                </a:lnTo>
                <a:lnTo>
                  <a:pt x="454402" y="39016"/>
                </a:lnTo>
                <a:lnTo>
                  <a:pt x="454440" y="38645"/>
                </a:lnTo>
                <a:lnTo>
                  <a:pt x="454486" y="38282"/>
                </a:lnTo>
                <a:lnTo>
                  <a:pt x="454541" y="37926"/>
                </a:lnTo>
                <a:lnTo>
                  <a:pt x="454604" y="37578"/>
                </a:lnTo>
                <a:lnTo>
                  <a:pt x="454676" y="37238"/>
                </a:lnTo>
                <a:lnTo>
                  <a:pt x="454756" y="36905"/>
                </a:lnTo>
                <a:lnTo>
                  <a:pt x="454845" y="36580"/>
                </a:lnTo>
                <a:lnTo>
                  <a:pt x="454942" y="36262"/>
                </a:lnTo>
                <a:lnTo>
                  <a:pt x="455048" y="35952"/>
                </a:lnTo>
                <a:lnTo>
                  <a:pt x="455162" y="35650"/>
                </a:lnTo>
                <a:lnTo>
                  <a:pt x="455284" y="35356"/>
                </a:lnTo>
                <a:lnTo>
                  <a:pt x="455415" y="35069"/>
                </a:lnTo>
                <a:lnTo>
                  <a:pt x="455555" y="34789"/>
                </a:lnTo>
                <a:lnTo>
                  <a:pt x="455703" y="34518"/>
                </a:lnTo>
                <a:lnTo>
                  <a:pt x="455859" y="34254"/>
                </a:lnTo>
                <a:lnTo>
                  <a:pt x="456024" y="33998"/>
                </a:lnTo>
                <a:lnTo>
                  <a:pt x="456197" y="33749"/>
                </a:lnTo>
                <a:lnTo>
                  <a:pt x="456379" y="33508"/>
                </a:lnTo>
                <a:lnTo>
                  <a:pt x="456569" y="33275"/>
                </a:lnTo>
                <a:lnTo>
                  <a:pt x="456767" y="33049"/>
                </a:lnTo>
                <a:lnTo>
                  <a:pt x="456974" y="32832"/>
                </a:lnTo>
                <a:lnTo>
                  <a:pt x="457187" y="32624"/>
                </a:lnTo>
                <a:lnTo>
                  <a:pt x="457408" y="32425"/>
                </a:lnTo>
                <a:lnTo>
                  <a:pt x="457636" y="32236"/>
                </a:lnTo>
                <a:lnTo>
                  <a:pt x="457871" y="32055"/>
                </a:lnTo>
                <a:lnTo>
                  <a:pt x="458113" y="31884"/>
                </a:lnTo>
                <a:lnTo>
                  <a:pt x="458362" y="31722"/>
                </a:lnTo>
                <a:lnTo>
                  <a:pt x="458619" y="31570"/>
                </a:lnTo>
                <a:lnTo>
                  <a:pt x="458882" y="31427"/>
                </a:lnTo>
                <a:lnTo>
                  <a:pt x="459153" y="31293"/>
                </a:lnTo>
                <a:lnTo>
                  <a:pt x="459431" y="31168"/>
                </a:lnTo>
                <a:lnTo>
                  <a:pt x="459717" y="31052"/>
                </a:lnTo>
                <a:lnTo>
                  <a:pt x="460009" y="30946"/>
                </a:lnTo>
                <a:lnTo>
                  <a:pt x="460309" y="30849"/>
                </a:lnTo>
                <a:lnTo>
                  <a:pt x="460615" y="30761"/>
                </a:lnTo>
                <a:lnTo>
                  <a:pt x="460929" y="30682"/>
                </a:lnTo>
                <a:lnTo>
                  <a:pt x="461250" y="30613"/>
                </a:lnTo>
                <a:lnTo>
                  <a:pt x="461578" y="30553"/>
                </a:lnTo>
                <a:lnTo>
                  <a:pt x="461914" y="30502"/>
                </a:lnTo>
                <a:lnTo>
                  <a:pt x="462256" y="30460"/>
                </a:lnTo>
                <a:lnTo>
                  <a:pt x="462606" y="30428"/>
                </a:lnTo>
                <a:lnTo>
                  <a:pt x="462963" y="30405"/>
                </a:lnTo>
                <a:lnTo>
                  <a:pt x="463327" y="30391"/>
                </a:lnTo>
                <a:lnTo>
                  <a:pt x="463698" y="30386"/>
                </a:lnTo>
                <a:lnTo>
                  <a:pt x="464062" y="30391"/>
                </a:lnTo>
                <a:lnTo>
                  <a:pt x="464420" y="30405"/>
                </a:lnTo>
                <a:lnTo>
                  <a:pt x="464771" y="30428"/>
                </a:lnTo>
                <a:lnTo>
                  <a:pt x="465115" y="30460"/>
                </a:lnTo>
                <a:lnTo>
                  <a:pt x="465453" y="30502"/>
                </a:lnTo>
                <a:lnTo>
                  <a:pt x="465784" y="30553"/>
                </a:lnTo>
                <a:lnTo>
                  <a:pt x="466109" y="30613"/>
                </a:lnTo>
                <a:lnTo>
                  <a:pt x="466427" y="30682"/>
                </a:lnTo>
                <a:lnTo>
                  <a:pt x="466739" y="30761"/>
                </a:lnTo>
                <a:lnTo>
                  <a:pt x="467044" y="30849"/>
                </a:lnTo>
                <a:lnTo>
                  <a:pt x="467343" y="30946"/>
                </a:lnTo>
                <a:lnTo>
                  <a:pt x="467635" y="31052"/>
                </a:lnTo>
                <a:lnTo>
                  <a:pt x="467920" y="31168"/>
                </a:lnTo>
                <a:lnTo>
                  <a:pt x="468199" y="31293"/>
                </a:lnTo>
                <a:lnTo>
                  <a:pt x="468472" y="31427"/>
                </a:lnTo>
                <a:lnTo>
                  <a:pt x="468738" y="31570"/>
                </a:lnTo>
                <a:lnTo>
                  <a:pt x="468997" y="31722"/>
                </a:lnTo>
                <a:lnTo>
                  <a:pt x="469250" y="31884"/>
                </a:lnTo>
                <a:lnTo>
                  <a:pt x="469496" y="32055"/>
                </a:lnTo>
                <a:lnTo>
                  <a:pt x="469736" y="32236"/>
                </a:lnTo>
                <a:lnTo>
                  <a:pt x="469969" y="32425"/>
                </a:lnTo>
                <a:lnTo>
                  <a:pt x="470196" y="32624"/>
                </a:lnTo>
                <a:lnTo>
                  <a:pt x="470416" y="32832"/>
                </a:lnTo>
                <a:lnTo>
                  <a:pt x="470630" y="33049"/>
                </a:lnTo>
                <a:lnTo>
                  <a:pt x="470836" y="33275"/>
                </a:lnTo>
                <a:lnTo>
                  <a:pt x="471033" y="33508"/>
                </a:lnTo>
                <a:lnTo>
                  <a:pt x="471221" y="33749"/>
                </a:lnTo>
                <a:lnTo>
                  <a:pt x="471401" y="33998"/>
                </a:lnTo>
                <a:lnTo>
                  <a:pt x="471572" y="34254"/>
                </a:lnTo>
                <a:lnTo>
                  <a:pt x="471734" y="34518"/>
                </a:lnTo>
                <a:lnTo>
                  <a:pt x="471887" y="34789"/>
                </a:lnTo>
                <a:lnTo>
                  <a:pt x="472032" y="35069"/>
                </a:lnTo>
                <a:lnTo>
                  <a:pt x="472168" y="35356"/>
                </a:lnTo>
                <a:lnTo>
                  <a:pt x="472295" y="35650"/>
                </a:lnTo>
                <a:lnTo>
                  <a:pt x="472413" y="35952"/>
                </a:lnTo>
                <a:lnTo>
                  <a:pt x="472523" y="36262"/>
                </a:lnTo>
                <a:lnTo>
                  <a:pt x="472624" y="36580"/>
                </a:lnTo>
                <a:lnTo>
                  <a:pt x="472716" y="36905"/>
                </a:lnTo>
                <a:lnTo>
                  <a:pt x="472799" y="37238"/>
                </a:lnTo>
                <a:lnTo>
                  <a:pt x="472873" y="37578"/>
                </a:lnTo>
                <a:lnTo>
                  <a:pt x="472939" y="37926"/>
                </a:lnTo>
                <a:lnTo>
                  <a:pt x="472996" y="38282"/>
                </a:lnTo>
                <a:lnTo>
                  <a:pt x="473044" y="38645"/>
                </a:lnTo>
                <a:lnTo>
                  <a:pt x="473084" y="39016"/>
                </a:lnTo>
                <a:lnTo>
                  <a:pt x="473114" y="39395"/>
                </a:lnTo>
                <a:lnTo>
                  <a:pt x="473136" y="39782"/>
                </a:lnTo>
                <a:lnTo>
                  <a:pt x="473150" y="40176"/>
                </a:lnTo>
                <a:lnTo>
                  <a:pt x="473154" y="40577"/>
                </a:lnTo>
                <a:lnTo>
                  <a:pt x="473154" y="43422"/>
                </a:lnTo>
                <a:lnTo>
                  <a:pt x="485180" y="43422"/>
                </a:lnTo>
                <a:lnTo>
                  <a:pt x="485180" y="39751"/>
                </a:lnTo>
                <a:lnTo>
                  <a:pt x="485172" y="39015"/>
                </a:lnTo>
                <a:lnTo>
                  <a:pt x="485147" y="38293"/>
                </a:lnTo>
                <a:lnTo>
                  <a:pt x="485107" y="37585"/>
                </a:lnTo>
                <a:lnTo>
                  <a:pt x="485050" y="36890"/>
                </a:lnTo>
                <a:lnTo>
                  <a:pt x="484977" y="36208"/>
                </a:lnTo>
                <a:lnTo>
                  <a:pt x="484887" y="35539"/>
                </a:lnTo>
                <a:lnTo>
                  <a:pt x="484782" y="34884"/>
                </a:lnTo>
                <a:lnTo>
                  <a:pt x="484660" y="34243"/>
                </a:lnTo>
                <a:lnTo>
                  <a:pt x="484522" y="33614"/>
                </a:lnTo>
                <a:lnTo>
                  <a:pt x="484367" y="33000"/>
                </a:lnTo>
                <a:lnTo>
                  <a:pt x="484196" y="32398"/>
                </a:lnTo>
                <a:lnTo>
                  <a:pt x="484009" y="31810"/>
                </a:lnTo>
                <a:lnTo>
                  <a:pt x="483806" y="31235"/>
                </a:lnTo>
                <a:lnTo>
                  <a:pt x="483587" y="30674"/>
                </a:lnTo>
                <a:lnTo>
                  <a:pt x="483351" y="30126"/>
                </a:lnTo>
                <a:lnTo>
                  <a:pt x="483099" y="29591"/>
                </a:lnTo>
                <a:lnTo>
                  <a:pt x="482831" y="29070"/>
                </a:lnTo>
                <a:lnTo>
                  <a:pt x="482546" y="28563"/>
                </a:lnTo>
                <a:lnTo>
                  <a:pt x="482246" y="28068"/>
                </a:lnTo>
                <a:lnTo>
                  <a:pt x="481929" y="27587"/>
                </a:lnTo>
                <a:lnTo>
                  <a:pt x="481596" y="27120"/>
                </a:lnTo>
                <a:lnTo>
                  <a:pt x="481246" y="26666"/>
                </a:lnTo>
                <a:lnTo>
                  <a:pt x="480880" y="26225"/>
                </a:lnTo>
                <a:lnTo>
                  <a:pt x="480498" y="25797"/>
                </a:lnTo>
                <a:lnTo>
                  <a:pt x="480102" y="25385"/>
                </a:lnTo>
                <a:lnTo>
                  <a:pt x="479694" y="24991"/>
                </a:lnTo>
                <a:lnTo>
                  <a:pt x="479273" y="24614"/>
                </a:lnTo>
                <a:lnTo>
                  <a:pt x="478841" y="24254"/>
                </a:lnTo>
                <a:lnTo>
                  <a:pt x="478396" y="23912"/>
                </a:lnTo>
                <a:lnTo>
                  <a:pt x="477939" y="23588"/>
                </a:lnTo>
                <a:lnTo>
                  <a:pt x="477471" y="23281"/>
                </a:lnTo>
                <a:lnTo>
                  <a:pt x="476990" y="22992"/>
                </a:lnTo>
                <a:lnTo>
                  <a:pt x="476497" y="22720"/>
                </a:lnTo>
                <a:lnTo>
                  <a:pt x="475991" y="22466"/>
                </a:lnTo>
                <a:lnTo>
                  <a:pt x="475474" y="22229"/>
                </a:lnTo>
                <a:lnTo>
                  <a:pt x="474944" y="22010"/>
                </a:lnTo>
                <a:lnTo>
                  <a:pt x="474403" y="21808"/>
                </a:lnTo>
                <a:lnTo>
                  <a:pt x="473849" y="21624"/>
                </a:lnTo>
                <a:lnTo>
                  <a:pt x="473283" y="21458"/>
                </a:lnTo>
                <a:lnTo>
                  <a:pt x="472705" y="21308"/>
                </a:lnTo>
                <a:lnTo>
                  <a:pt x="472115" y="21177"/>
                </a:lnTo>
                <a:lnTo>
                  <a:pt x="471513" y="21063"/>
                </a:lnTo>
                <a:lnTo>
                  <a:pt x="470899" y="20967"/>
                </a:lnTo>
                <a:lnTo>
                  <a:pt x="470273" y="20888"/>
                </a:lnTo>
                <a:lnTo>
                  <a:pt x="469634" y="20826"/>
                </a:lnTo>
                <a:lnTo>
                  <a:pt x="468983" y="20782"/>
                </a:lnTo>
                <a:lnTo>
                  <a:pt x="468321" y="20756"/>
                </a:lnTo>
                <a:lnTo>
                  <a:pt x="467646" y="20747"/>
                </a:lnTo>
                <a:lnTo>
                  <a:pt x="467055" y="20755"/>
                </a:lnTo>
                <a:lnTo>
                  <a:pt x="466477" y="20776"/>
                </a:lnTo>
                <a:lnTo>
                  <a:pt x="465910" y="20812"/>
                </a:lnTo>
                <a:lnTo>
                  <a:pt x="465356" y="20862"/>
                </a:lnTo>
                <a:lnTo>
                  <a:pt x="464814" y="20927"/>
                </a:lnTo>
                <a:lnTo>
                  <a:pt x="464283" y="21006"/>
                </a:lnTo>
                <a:lnTo>
                  <a:pt x="463765" y="21099"/>
                </a:lnTo>
                <a:lnTo>
                  <a:pt x="463260" y="21206"/>
                </a:lnTo>
                <a:lnTo>
                  <a:pt x="462766" y="21328"/>
                </a:lnTo>
                <a:lnTo>
                  <a:pt x="462284" y="21465"/>
                </a:lnTo>
                <a:lnTo>
                  <a:pt x="461814" y="21615"/>
                </a:lnTo>
                <a:lnTo>
                  <a:pt x="461357" y="21780"/>
                </a:lnTo>
                <a:lnTo>
                  <a:pt x="460912" y="21959"/>
                </a:lnTo>
                <a:lnTo>
                  <a:pt x="460478" y="22153"/>
                </a:lnTo>
                <a:lnTo>
                  <a:pt x="460057" y="22361"/>
                </a:lnTo>
                <a:lnTo>
                  <a:pt x="459648" y="22583"/>
                </a:lnTo>
                <a:lnTo>
                  <a:pt x="459251" y="22820"/>
                </a:lnTo>
                <a:lnTo>
                  <a:pt x="458867" y="23071"/>
                </a:lnTo>
                <a:lnTo>
                  <a:pt x="458494" y="23336"/>
                </a:lnTo>
                <a:lnTo>
                  <a:pt x="458133" y="23616"/>
                </a:lnTo>
                <a:lnTo>
                  <a:pt x="457785" y="23910"/>
                </a:lnTo>
                <a:lnTo>
                  <a:pt x="457448" y="24219"/>
                </a:lnTo>
                <a:lnTo>
                  <a:pt x="457124" y="24541"/>
                </a:lnTo>
                <a:lnTo>
                  <a:pt x="456812" y="24878"/>
                </a:lnTo>
                <a:lnTo>
                  <a:pt x="456512" y="25230"/>
                </a:lnTo>
                <a:lnTo>
                  <a:pt x="456226" y="25595"/>
                </a:lnTo>
                <a:lnTo>
                  <a:pt x="455952" y="25974"/>
                </a:lnTo>
                <a:lnTo>
                  <a:pt x="455690" y="26368"/>
                </a:lnTo>
                <a:lnTo>
                  <a:pt x="455442" y="26775"/>
                </a:lnTo>
                <a:lnTo>
                  <a:pt x="455206" y="27196"/>
                </a:lnTo>
                <a:lnTo>
                  <a:pt x="454983" y="27632"/>
                </a:lnTo>
                <a:lnTo>
                  <a:pt x="454772" y="28081"/>
                </a:lnTo>
                <a:lnTo>
                  <a:pt x="454575" y="28545"/>
                </a:lnTo>
                <a:lnTo>
                  <a:pt x="454390" y="29022"/>
                </a:lnTo>
                <a:lnTo>
                  <a:pt x="454218" y="29514"/>
                </a:lnTo>
                <a:lnTo>
                  <a:pt x="454058" y="30019"/>
                </a:lnTo>
                <a:lnTo>
                  <a:pt x="453912" y="30539"/>
                </a:lnTo>
                <a:lnTo>
                  <a:pt x="453778" y="31073"/>
                </a:lnTo>
                <a:lnTo>
                  <a:pt x="453727" y="31304"/>
                </a:lnTo>
                <a:lnTo>
                  <a:pt x="453692" y="31304"/>
                </a:lnTo>
                <a:lnTo>
                  <a:pt x="453692" y="21665"/>
                </a:lnTo>
                <a:lnTo>
                  <a:pt x="442859" y="21665"/>
                </a:lnTo>
                <a:lnTo>
                  <a:pt x="442859" y="72157"/>
                </a:lnTo>
                <a:lnTo>
                  <a:pt x="454334" y="72157"/>
                </a:lnTo>
                <a:close/>
                <a:moveTo>
                  <a:pt x="498583" y="21665"/>
                </a:moveTo>
                <a:lnTo>
                  <a:pt x="498583" y="32039"/>
                </a:lnTo>
                <a:lnTo>
                  <a:pt x="513915" y="32039"/>
                </a:lnTo>
                <a:lnTo>
                  <a:pt x="513915" y="61692"/>
                </a:lnTo>
                <a:lnTo>
                  <a:pt x="496288" y="61692"/>
                </a:lnTo>
                <a:lnTo>
                  <a:pt x="496288" y="72157"/>
                </a:lnTo>
                <a:lnTo>
                  <a:pt x="540537" y="72157"/>
                </a:lnTo>
                <a:lnTo>
                  <a:pt x="540537" y="61692"/>
                </a:lnTo>
                <a:lnTo>
                  <a:pt x="524931" y="61692"/>
                </a:lnTo>
                <a:lnTo>
                  <a:pt x="524931" y="21665"/>
                </a:lnTo>
                <a:lnTo>
                  <a:pt x="498583" y="21665"/>
                </a:lnTo>
                <a:close/>
                <a:moveTo>
                  <a:pt x="569669" y="58095"/>
                </a:moveTo>
                <a:lnTo>
                  <a:pt x="569730" y="57993"/>
                </a:lnTo>
                <a:lnTo>
                  <a:pt x="569790" y="57892"/>
                </a:lnTo>
                <a:lnTo>
                  <a:pt x="569850" y="57789"/>
                </a:lnTo>
                <a:lnTo>
                  <a:pt x="569909" y="57686"/>
                </a:lnTo>
                <a:lnTo>
                  <a:pt x="569968" y="57583"/>
                </a:lnTo>
                <a:lnTo>
                  <a:pt x="570027" y="57479"/>
                </a:lnTo>
                <a:lnTo>
                  <a:pt x="570085" y="57374"/>
                </a:lnTo>
                <a:lnTo>
                  <a:pt x="570144" y="57268"/>
                </a:lnTo>
                <a:lnTo>
                  <a:pt x="570201" y="57162"/>
                </a:lnTo>
                <a:lnTo>
                  <a:pt x="570259" y="57055"/>
                </a:lnTo>
                <a:lnTo>
                  <a:pt x="570316" y="56948"/>
                </a:lnTo>
                <a:lnTo>
                  <a:pt x="570373" y="56840"/>
                </a:lnTo>
                <a:lnTo>
                  <a:pt x="570430" y="56731"/>
                </a:lnTo>
                <a:lnTo>
                  <a:pt x="570486" y="56622"/>
                </a:lnTo>
                <a:lnTo>
                  <a:pt x="570542" y="56512"/>
                </a:lnTo>
                <a:lnTo>
                  <a:pt x="570598" y="56401"/>
                </a:lnTo>
                <a:lnTo>
                  <a:pt x="570653" y="56290"/>
                </a:lnTo>
                <a:lnTo>
                  <a:pt x="570708" y="56178"/>
                </a:lnTo>
                <a:lnTo>
                  <a:pt x="570763" y="56066"/>
                </a:lnTo>
                <a:lnTo>
                  <a:pt x="570817" y="55952"/>
                </a:lnTo>
                <a:lnTo>
                  <a:pt x="570871" y="55839"/>
                </a:lnTo>
                <a:lnTo>
                  <a:pt x="570925" y="55724"/>
                </a:lnTo>
                <a:lnTo>
                  <a:pt x="570978" y="55610"/>
                </a:lnTo>
                <a:lnTo>
                  <a:pt x="571030" y="55499"/>
                </a:lnTo>
                <a:lnTo>
                  <a:pt x="571081" y="55389"/>
                </a:lnTo>
                <a:lnTo>
                  <a:pt x="571131" y="55281"/>
                </a:lnTo>
                <a:lnTo>
                  <a:pt x="571181" y="55174"/>
                </a:lnTo>
                <a:lnTo>
                  <a:pt x="571229" y="55070"/>
                </a:lnTo>
                <a:lnTo>
                  <a:pt x="571276" y="54968"/>
                </a:lnTo>
                <a:lnTo>
                  <a:pt x="571323" y="54867"/>
                </a:lnTo>
                <a:lnTo>
                  <a:pt x="571368" y="54769"/>
                </a:lnTo>
                <a:lnTo>
                  <a:pt x="571413" y="54672"/>
                </a:lnTo>
                <a:lnTo>
                  <a:pt x="571456" y="54578"/>
                </a:lnTo>
                <a:lnTo>
                  <a:pt x="571499" y="54485"/>
                </a:lnTo>
                <a:lnTo>
                  <a:pt x="571540" y="54394"/>
                </a:lnTo>
                <a:lnTo>
                  <a:pt x="571581" y="54305"/>
                </a:lnTo>
                <a:lnTo>
                  <a:pt x="571621" y="54218"/>
                </a:lnTo>
                <a:lnTo>
                  <a:pt x="571659" y="54133"/>
                </a:lnTo>
                <a:lnTo>
                  <a:pt x="571697" y="54050"/>
                </a:lnTo>
                <a:lnTo>
                  <a:pt x="571734" y="53968"/>
                </a:lnTo>
                <a:lnTo>
                  <a:pt x="571770" y="53889"/>
                </a:lnTo>
                <a:lnTo>
                  <a:pt x="571805" y="53812"/>
                </a:lnTo>
                <a:lnTo>
                  <a:pt x="571839" y="53736"/>
                </a:lnTo>
                <a:lnTo>
                  <a:pt x="571872" y="53662"/>
                </a:lnTo>
                <a:lnTo>
                  <a:pt x="571904" y="53591"/>
                </a:lnTo>
                <a:lnTo>
                  <a:pt x="571935" y="53521"/>
                </a:lnTo>
                <a:lnTo>
                  <a:pt x="571973" y="53591"/>
                </a:lnTo>
                <a:lnTo>
                  <a:pt x="572012" y="53662"/>
                </a:lnTo>
                <a:lnTo>
                  <a:pt x="572052" y="53736"/>
                </a:lnTo>
                <a:lnTo>
                  <a:pt x="572093" y="53812"/>
                </a:lnTo>
                <a:lnTo>
                  <a:pt x="572134" y="53889"/>
                </a:lnTo>
                <a:lnTo>
                  <a:pt x="572175" y="53968"/>
                </a:lnTo>
                <a:lnTo>
                  <a:pt x="572218" y="54050"/>
                </a:lnTo>
                <a:lnTo>
                  <a:pt x="572261" y="54133"/>
                </a:lnTo>
                <a:lnTo>
                  <a:pt x="572304" y="54218"/>
                </a:lnTo>
                <a:lnTo>
                  <a:pt x="572349" y="54305"/>
                </a:lnTo>
                <a:lnTo>
                  <a:pt x="572393" y="54394"/>
                </a:lnTo>
                <a:lnTo>
                  <a:pt x="572439" y="54485"/>
                </a:lnTo>
                <a:lnTo>
                  <a:pt x="572485" y="54578"/>
                </a:lnTo>
                <a:lnTo>
                  <a:pt x="572532" y="54672"/>
                </a:lnTo>
                <a:lnTo>
                  <a:pt x="572579" y="54769"/>
                </a:lnTo>
                <a:lnTo>
                  <a:pt x="572628" y="54867"/>
                </a:lnTo>
                <a:lnTo>
                  <a:pt x="572676" y="54968"/>
                </a:lnTo>
                <a:lnTo>
                  <a:pt x="572726" y="55070"/>
                </a:lnTo>
                <a:lnTo>
                  <a:pt x="572776" y="55174"/>
                </a:lnTo>
                <a:lnTo>
                  <a:pt x="572827" y="55281"/>
                </a:lnTo>
                <a:lnTo>
                  <a:pt x="572878" y="55389"/>
                </a:lnTo>
                <a:lnTo>
                  <a:pt x="572930" y="55499"/>
                </a:lnTo>
                <a:lnTo>
                  <a:pt x="572982" y="55610"/>
                </a:lnTo>
                <a:lnTo>
                  <a:pt x="573036" y="55724"/>
                </a:lnTo>
                <a:lnTo>
                  <a:pt x="573089" y="55839"/>
                </a:lnTo>
                <a:lnTo>
                  <a:pt x="573144" y="55952"/>
                </a:lnTo>
                <a:lnTo>
                  <a:pt x="573198" y="56066"/>
                </a:lnTo>
                <a:lnTo>
                  <a:pt x="573253" y="56178"/>
                </a:lnTo>
                <a:lnTo>
                  <a:pt x="573308" y="56290"/>
                </a:lnTo>
                <a:lnTo>
                  <a:pt x="573363" y="56401"/>
                </a:lnTo>
                <a:lnTo>
                  <a:pt x="573419" y="56512"/>
                </a:lnTo>
                <a:lnTo>
                  <a:pt x="573474" y="56622"/>
                </a:lnTo>
                <a:lnTo>
                  <a:pt x="573531" y="56731"/>
                </a:lnTo>
                <a:lnTo>
                  <a:pt x="573587" y="56840"/>
                </a:lnTo>
                <a:lnTo>
                  <a:pt x="573644" y="56948"/>
                </a:lnTo>
                <a:lnTo>
                  <a:pt x="573701" y="57055"/>
                </a:lnTo>
                <a:lnTo>
                  <a:pt x="573759" y="57162"/>
                </a:lnTo>
                <a:lnTo>
                  <a:pt x="573817" y="57268"/>
                </a:lnTo>
                <a:lnTo>
                  <a:pt x="573875" y="57374"/>
                </a:lnTo>
                <a:lnTo>
                  <a:pt x="573933" y="57479"/>
                </a:lnTo>
                <a:lnTo>
                  <a:pt x="573992" y="57583"/>
                </a:lnTo>
                <a:lnTo>
                  <a:pt x="574051" y="57686"/>
                </a:lnTo>
                <a:lnTo>
                  <a:pt x="574111" y="57789"/>
                </a:lnTo>
                <a:lnTo>
                  <a:pt x="574171" y="57892"/>
                </a:lnTo>
                <a:lnTo>
                  <a:pt x="574231" y="57993"/>
                </a:lnTo>
                <a:lnTo>
                  <a:pt x="574291" y="58095"/>
                </a:lnTo>
                <a:lnTo>
                  <a:pt x="574352" y="58195"/>
                </a:lnTo>
                <a:lnTo>
                  <a:pt x="574413" y="58295"/>
                </a:lnTo>
                <a:lnTo>
                  <a:pt x="583134" y="72157"/>
                </a:lnTo>
                <a:lnTo>
                  <a:pt x="596170" y="72157"/>
                </a:lnTo>
                <a:lnTo>
                  <a:pt x="578636" y="46085"/>
                </a:lnTo>
                <a:lnTo>
                  <a:pt x="595069" y="21665"/>
                </a:lnTo>
                <a:lnTo>
                  <a:pt x="582124" y="21665"/>
                </a:lnTo>
                <a:lnTo>
                  <a:pt x="574229" y="34059"/>
                </a:lnTo>
                <a:lnTo>
                  <a:pt x="574176" y="34152"/>
                </a:lnTo>
                <a:lnTo>
                  <a:pt x="574122" y="34245"/>
                </a:lnTo>
                <a:lnTo>
                  <a:pt x="574068" y="34339"/>
                </a:lnTo>
                <a:lnTo>
                  <a:pt x="574015" y="34434"/>
                </a:lnTo>
                <a:lnTo>
                  <a:pt x="573961" y="34530"/>
                </a:lnTo>
                <a:lnTo>
                  <a:pt x="573908" y="34627"/>
                </a:lnTo>
                <a:lnTo>
                  <a:pt x="573854" y="34725"/>
                </a:lnTo>
                <a:lnTo>
                  <a:pt x="573801" y="34824"/>
                </a:lnTo>
                <a:lnTo>
                  <a:pt x="573747" y="34924"/>
                </a:lnTo>
                <a:lnTo>
                  <a:pt x="573693" y="35025"/>
                </a:lnTo>
                <a:lnTo>
                  <a:pt x="573640" y="35127"/>
                </a:lnTo>
                <a:lnTo>
                  <a:pt x="573586" y="35229"/>
                </a:lnTo>
                <a:lnTo>
                  <a:pt x="573533" y="35333"/>
                </a:lnTo>
                <a:lnTo>
                  <a:pt x="573479" y="35438"/>
                </a:lnTo>
                <a:lnTo>
                  <a:pt x="573425" y="35543"/>
                </a:lnTo>
                <a:lnTo>
                  <a:pt x="573372" y="35650"/>
                </a:lnTo>
                <a:lnTo>
                  <a:pt x="573318" y="35758"/>
                </a:lnTo>
                <a:lnTo>
                  <a:pt x="573265" y="35866"/>
                </a:lnTo>
                <a:lnTo>
                  <a:pt x="573211" y="35976"/>
                </a:lnTo>
                <a:lnTo>
                  <a:pt x="573158" y="36086"/>
                </a:lnTo>
                <a:lnTo>
                  <a:pt x="573104" y="36197"/>
                </a:lnTo>
                <a:lnTo>
                  <a:pt x="573050" y="36310"/>
                </a:lnTo>
                <a:lnTo>
                  <a:pt x="572997" y="36423"/>
                </a:lnTo>
                <a:lnTo>
                  <a:pt x="572943" y="36537"/>
                </a:lnTo>
                <a:lnTo>
                  <a:pt x="572890" y="36651"/>
                </a:lnTo>
                <a:lnTo>
                  <a:pt x="572838" y="36763"/>
                </a:lnTo>
                <a:lnTo>
                  <a:pt x="572787" y="36873"/>
                </a:lnTo>
                <a:lnTo>
                  <a:pt x="572737" y="36981"/>
                </a:lnTo>
                <a:lnTo>
                  <a:pt x="572688" y="37087"/>
                </a:lnTo>
                <a:lnTo>
                  <a:pt x="572640" y="37191"/>
                </a:lnTo>
                <a:lnTo>
                  <a:pt x="572592" y="37294"/>
                </a:lnTo>
                <a:lnTo>
                  <a:pt x="572546" y="37394"/>
                </a:lnTo>
                <a:lnTo>
                  <a:pt x="572501" y="37493"/>
                </a:lnTo>
                <a:lnTo>
                  <a:pt x="572456" y="37589"/>
                </a:lnTo>
                <a:lnTo>
                  <a:pt x="572413" y="37684"/>
                </a:lnTo>
                <a:lnTo>
                  <a:pt x="572370" y="37777"/>
                </a:lnTo>
                <a:lnTo>
                  <a:pt x="572329" y="37868"/>
                </a:lnTo>
                <a:lnTo>
                  <a:pt x="572288" y="37956"/>
                </a:lnTo>
                <a:lnTo>
                  <a:pt x="572249" y="38044"/>
                </a:lnTo>
                <a:lnTo>
                  <a:pt x="572210" y="38129"/>
                </a:lnTo>
                <a:lnTo>
                  <a:pt x="572172" y="38212"/>
                </a:lnTo>
                <a:lnTo>
                  <a:pt x="572135" y="38293"/>
                </a:lnTo>
                <a:lnTo>
                  <a:pt x="572100" y="38373"/>
                </a:lnTo>
                <a:lnTo>
                  <a:pt x="572065" y="38450"/>
                </a:lnTo>
                <a:lnTo>
                  <a:pt x="572031" y="38526"/>
                </a:lnTo>
                <a:lnTo>
                  <a:pt x="571998" y="38599"/>
                </a:lnTo>
                <a:lnTo>
                  <a:pt x="571966" y="38671"/>
                </a:lnTo>
                <a:lnTo>
                  <a:pt x="571935" y="38741"/>
                </a:lnTo>
                <a:lnTo>
                  <a:pt x="571904" y="38671"/>
                </a:lnTo>
                <a:lnTo>
                  <a:pt x="571872" y="38599"/>
                </a:lnTo>
                <a:lnTo>
                  <a:pt x="571839" y="38526"/>
                </a:lnTo>
                <a:lnTo>
                  <a:pt x="571806" y="38450"/>
                </a:lnTo>
                <a:lnTo>
                  <a:pt x="571772" y="38373"/>
                </a:lnTo>
                <a:lnTo>
                  <a:pt x="571737" y="38293"/>
                </a:lnTo>
                <a:lnTo>
                  <a:pt x="571701" y="38212"/>
                </a:lnTo>
                <a:lnTo>
                  <a:pt x="571664" y="38129"/>
                </a:lnTo>
                <a:lnTo>
                  <a:pt x="571627" y="38044"/>
                </a:lnTo>
                <a:lnTo>
                  <a:pt x="571589" y="37956"/>
                </a:lnTo>
                <a:lnTo>
                  <a:pt x="571550" y="37868"/>
                </a:lnTo>
                <a:lnTo>
                  <a:pt x="571510" y="37777"/>
                </a:lnTo>
                <a:lnTo>
                  <a:pt x="571470" y="37684"/>
                </a:lnTo>
                <a:lnTo>
                  <a:pt x="571428" y="37589"/>
                </a:lnTo>
                <a:lnTo>
                  <a:pt x="571386" y="37493"/>
                </a:lnTo>
                <a:lnTo>
                  <a:pt x="571343" y="37394"/>
                </a:lnTo>
                <a:lnTo>
                  <a:pt x="571299" y="37294"/>
                </a:lnTo>
                <a:lnTo>
                  <a:pt x="571255" y="37191"/>
                </a:lnTo>
                <a:lnTo>
                  <a:pt x="571210" y="37087"/>
                </a:lnTo>
                <a:lnTo>
                  <a:pt x="571163" y="36981"/>
                </a:lnTo>
                <a:lnTo>
                  <a:pt x="571117" y="36873"/>
                </a:lnTo>
                <a:lnTo>
                  <a:pt x="571069" y="36763"/>
                </a:lnTo>
                <a:lnTo>
                  <a:pt x="571020" y="36651"/>
                </a:lnTo>
                <a:lnTo>
                  <a:pt x="570971" y="36537"/>
                </a:lnTo>
                <a:lnTo>
                  <a:pt x="570921" y="36423"/>
                </a:lnTo>
                <a:lnTo>
                  <a:pt x="570871" y="36310"/>
                </a:lnTo>
                <a:lnTo>
                  <a:pt x="570820" y="36197"/>
                </a:lnTo>
                <a:lnTo>
                  <a:pt x="570768" y="36086"/>
                </a:lnTo>
                <a:lnTo>
                  <a:pt x="570716" y="35976"/>
                </a:lnTo>
                <a:lnTo>
                  <a:pt x="570664" y="35866"/>
                </a:lnTo>
                <a:lnTo>
                  <a:pt x="570611" y="35758"/>
                </a:lnTo>
                <a:lnTo>
                  <a:pt x="570558" y="35650"/>
                </a:lnTo>
                <a:lnTo>
                  <a:pt x="570504" y="35543"/>
                </a:lnTo>
                <a:lnTo>
                  <a:pt x="570450" y="35438"/>
                </a:lnTo>
                <a:lnTo>
                  <a:pt x="570395" y="35333"/>
                </a:lnTo>
                <a:lnTo>
                  <a:pt x="570340" y="35229"/>
                </a:lnTo>
                <a:lnTo>
                  <a:pt x="570284" y="35127"/>
                </a:lnTo>
                <a:lnTo>
                  <a:pt x="570228" y="35025"/>
                </a:lnTo>
                <a:lnTo>
                  <a:pt x="570171" y="34924"/>
                </a:lnTo>
                <a:lnTo>
                  <a:pt x="570114" y="34824"/>
                </a:lnTo>
                <a:lnTo>
                  <a:pt x="570056" y="34725"/>
                </a:lnTo>
                <a:lnTo>
                  <a:pt x="569998" y="34627"/>
                </a:lnTo>
                <a:lnTo>
                  <a:pt x="569939" y="34530"/>
                </a:lnTo>
                <a:lnTo>
                  <a:pt x="569880" y="34434"/>
                </a:lnTo>
                <a:lnTo>
                  <a:pt x="569820" y="34339"/>
                </a:lnTo>
                <a:lnTo>
                  <a:pt x="569760" y="34245"/>
                </a:lnTo>
                <a:lnTo>
                  <a:pt x="569700" y="34152"/>
                </a:lnTo>
                <a:lnTo>
                  <a:pt x="569639" y="34059"/>
                </a:lnTo>
                <a:lnTo>
                  <a:pt x="561836" y="21665"/>
                </a:lnTo>
                <a:lnTo>
                  <a:pt x="548891" y="21665"/>
                </a:lnTo>
                <a:lnTo>
                  <a:pt x="565324" y="46085"/>
                </a:lnTo>
                <a:lnTo>
                  <a:pt x="547698" y="72157"/>
                </a:lnTo>
                <a:lnTo>
                  <a:pt x="560643" y="72157"/>
                </a:lnTo>
                <a:lnTo>
                  <a:pt x="569548" y="58295"/>
                </a:lnTo>
                <a:lnTo>
                  <a:pt x="569609" y="58195"/>
                </a:lnTo>
                <a:lnTo>
                  <a:pt x="569669" y="58095"/>
                </a:lnTo>
                <a:close/>
                <a:moveTo>
                  <a:pt x="372252" y="37262"/>
                </a:moveTo>
                <a:lnTo>
                  <a:pt x="372225" y="36621"/>
                </a:lnTo>
                <a:lnTo>
                  <a:pt x="372178" y="35992"/>
                </a:lnTo>
                <a:lnTo>
                  <a:pt x="372113" y="35373"/>
                </a:lnTo>
                <a:lnTo>
                  <a:pt x="372029" y="34766"/>
                </a:lnTo>
                <a:lnTo>
                  <a:pt x="371926" y="34171"/>
                </a:lnTo>
                <a:lnTo>
                  <a:pt x="371805" y="33586"/>
                </a:lnTo>
                <a:lnTo>
                  <a:pt x="371665" y="33013"/>
                </a:lnTo>
                <a:lnTo>
                  <a:pt x="371507" y="32451"/>
                </a:lnTo>
                <a:lnTo>
                  <a:pt x="371329" y="31901"/>
                </a:lnTo>
                <a:lnTo>
                  <a:pt x="371134" y="31362"/>
                </a:lnTo>
                <a:lnTo>
                  <a:pt x="370919" y="30834"/>
                </a:lnTo>
                <a:lnTo>
                  <a:pt x="370686" y="30318"/>
                </a:lnTo>
                <a:lnTo>
                  <a:pt x="370434" y="29813"/>
                </a:lnTo>
                <a:lnTo>
                  <a:pt x="370164" y="29319"/>
                </a:lnTo>
                <a:lnTo>
                  <a:pt x="369875" y="28836"/>
                </a:lnTo>
                <a:lnTo>
                  <a:pt x="369567" y="28365"/>
                </a:lnTo>
                <a:lnTo>
                  <a:pt x="369241" y="27905"/>
                </a:lnTo>
                <a:lnTo>
                  <a:pt x="368896" y="27457"/>
                </a:lnTo>
                <a:lnTo>
                  <a:pt x="368532" y="27020"/>
                </a:lnTo>
                <a:lnTo>
                  <a:pt x="368150" y="26594"/>
                </a:lnTo>
                <a:lnTo>
                  <a:pt x="367749" y="26179"/>
                </a:lnTo>
                <a:lnTo>
                  <a:pt x="367329" y="25776"/>
                </a:lnTo>
                <a:lnTo>
                  <a:pt x="366891" y="25384"/>
                </a:lnTo>
                <a:lnTo>
                  <a:pt x="366437" y="25006"/>
                </a:lnTo>
                <a:lnTo>
                  <a:pt x="365969" y="24643"/>
                </a:lnTo>
                <a:lnTo>
                  <a:pt x="365488" y="24297"/>
                </a:lnTo>
                <a:lnTo>
                  <a:pt x="364993" y="23967"/>
                </a:lnTo>
                <a:lnTo>
                  <a:pt x="364484" y="23653"/>
                </a:lnTo>
                <a:lnTo>
                  <a:pt x="363963" y="23356"/>
                </a:lnTo>
                <a:lnTo>
                  <a:pt x="363427" y="23074"/>
                </a:lnTo>
                <a:lnTo>
                  <a:pt x="362878" y="22808"/>
                </a:lnTo>
                <a:lnTo>
                  <a:pt x="362315" y="22559"/>
                </a:lnTo>
                <a:lnTo>
                  <a:pt x="361739" y="22325"/>
                </a:lnTo>
                <a:lnTo>
                  <a:pt x="361149" y="22108"/>
                </a:lnTo>
                <a:lnTo>
                  <a:pt x="360546" y="21907"/>
                </a:lnTo>
                <a:lnTo>
                  <a:pt x="359929" y="21721"/>
                </a:lnTo>
                <a:lnTo>
                  <a:pt x="359299" y="21552"/>
                </a:lnTo>
                <a:lnTo>
                  <a:pt x="358655" y="21399"/>
                </a:lnTo>
                <a:lnTo>
                  <a:pt x="357998" y="21263"/>
                </a:lnTo>
                <a:lnTo>
                  <a:pt x="357326" y="21142"/>
                </a:lnTo>
                <a:lnTo>
                  <a:pt x="356642" y="21037"/>
                </a:lnTo>
                <a:lnTo>
                  <a:pt x="355944" y="20949"/>
                </a:lnTo>
                <a:lnTo>
                  <a:pt x="355232" y="20876"/>
                </a:lnTo>
                <a:lnTo>
                  <a:pt x="354507" y="20820"/>
                </a:lnTo>
                <a:lnTo>
                  <a:pt x="353768" y="20780"/>
                </a:lnTo>
                <a:lnTo>
                  <a:pt x="353016" y="20755"/>
                </a:lnTo>
                <a:lnTo>
                  <a:pt x="352250" y="20747"/>
                </a:lnTo>
                <a:lnTo>
                  <a:pt x="351528" y="20755"/>
                </a:lnTo>
                <a:lnTo>
                  <a:pt x="350818" y="20777"/>
                </a:lnTo>
                <a:lnTo>
                  <a:pt x="350118" y="20813"/>
                </a:lnTo>
                <a:lnTo>
                  <a:pt x="349429" y="20865"/>
                </a:lnTo>
                <a:lnTo>
                  <a:pt x="348751" y="20931"/>
                </a:lnTo>
                <a:lnTo>
                  <a:pt x="348084" y="21011"/>
                </a:lnTo>
                <a:lnTo>
                  <a:pt x="347428" y="21107"/>
                </a:lnTo>
                <a:lnTo>
                  <a:pt x="346782" y="21217"/>
                </a:lnTo>
                <a:lnTo>
                  <a:pt x="346148" y="21341"/>
                </a:lnTo>
                <a:lnTo>
                  <a:pt x="345524" y="21481"/>
                </a:lnTo>
                <a:lnTo>
                  <a:pt x="344911" y="21635"/>
                </a:lnTo>
                <a:lnTo>
                  <a:pt x="344309" y="21803"/>
                </a:lnTo>
                <a:lnTo>
                  <a:pt x="343717" y="21987"/>
                </a:lnTo>
                <a:lnTo>
                  <a:pt x="343137" y="22185"/>
                </a:lnTo>
                <a:lnTo>
                  <a:pt x="342567" y="22397"/>
                </a:lnTo>
                <a:lnTo>
                  <a:pt x="342008" y="22624"/>
                </a:lnTo>
                <a:lnTo>
                  <a:pt x="341460" y="22866"/>
                </a:lnTo>
                <a:lnTo>
                  <a:pt x="340923" y="23123"/>
                </a:lnTo>
                <a:lnTo>
                  <a:pt x="340397" y="23394"/>
                </a:lnTo>
                <a:lnTo>
                  <a:pt x="339881" y="23680"/>
                </a:lnTo>
                <a:lnTo>
                  <a:pt x="339377" y="23981"/>
                </a:lnTo>
                <a:lnTo>
                  <a:pt x="338883" y="24296"/>
                </a:lnTo>
                <a:lnTo>
                  <a:pt x="338400" y="24626"/>
                </a:lnTo>
                <a:lnTo>
                  <a:pt x="337928" y="24971"/>
                </a:lnTo>
                <a:lnTo>
                  <a:pt x="337470" y="25328"/>
                </a:lnTo>
                <a:lnTo>
                  <a:pt x="337028" y="25695"/>
                </a:lnTo>
                <a:lnTo>
                  <a:pt x="336602" y="26072"/>
                </a:lnTo>
                <a:lnTo>
                  <a:pt x="336194" y="26460"/>
                </a:lnTo>
                <a:lnTo>
                  <a:pt x="335802" y="26858"/>
                </a:lnTo>
                <a:lnTo>
                  <a:pt x="335426" y="27266"/>
                </a:lnTo>
                <a:lnTo>
                  <a:pt x="335067" y="27684"/>
                </a:lnTo>
                <a:lnTo>
                  <a:pt x="334725" y="28112"/>
                </a:lnTo>
                <a:lnTo>
                  <a:pt x="334399" y="28551"/>
                </a:lnTo>
                <a:lnTo>
                  <a:pt x="334090" y="28999"/>
                </a:lnTo>
                <a:lnTo>
                  <a:pt x="333797" y="29458"/>
                </a:lnTo>
                <a:lnTo>
                  <a:pt x="333521" y="29928"/>
                </a:lnTo>
                <a:lnTo>
                  <a:pt x="333262" y="30407"/>
                </a:lnTo>
                <a:lnTo>
                  <a:pt x="333019" y="30897"/>
                </a:lnTo>
                <a:lnTo>
                  <a:pt x="332792" y="31396"/>
                </a:lnTo>
                <a:lnTo>
                  <a:pt x="332582" y="31906"/>
                </a:lnTo>
                <a:lnTo>
                  <a:pt x="332389" y="32427"/>
                </a:lnTo>
                <a:lnTo>
                  <a:pt x="332213" y="32957"/>
                </a:lnTo>
                <a:lnTo>
                  <a:pt x="332053" y="33498"/>
                </a:lnTo>
                <a:lnTo>
                  <a:pt x="331909" y="34048"/>
                </a:lnTo>
                <a:lnTo>
                  <a:pt x="331782" y="34610"/>
                </a:lnTo>
                <a:lnTo>
                  <a:pt x="331672" y="35181"/>
                </a:lnTo>
                <a:lnTo>
                  <a:pt x="331578" y="35762"/>
                </a:lnTo>
                <a:lnTo>
                  <a:pt x="331501" y="36354"/>
                </a:lnTo>
                <a:lnTo>
                  <a:pt x="342702" y="36354"/>
                </a:lnTo>
                <a:lnTo>
                  <a:pt x="342744" y="36119"/>
                </a:lnTo>
                <a:lnTo>
                  <a:pt x="342792" y="35888"/>
                </a:lnTo>
                <a:lnTo>
                  <a:pt x="342848" y="35661"/>
                </a:lnTo>
                <a:lnTo>
                  <a:pt x="342911" y="35438"/>
                </a:lnTo>
                <a:lnTo>
                  <a:pt x="342980" y="35220"/>
                </a:lnTo>
                <a:lnTo>
                  <a:pt x="343057" y="35005"/>
                </a:lnTo>
                <a:lnTo>
                  <a:pt x="343141" y="34795"/>
                </a:lnTo>
                <a:lnTo>
                  <a:pt x="343232" y="34589"/>
                </a:lnTo>
                <a:lnTo>
                  <a:pt x="343330" y="34387"/>
                </a:lnTo>
                <a:lnTo>
                  <a:pt x="343434" y="34189"/>
                </a:lnTo>
                <a:lnTo>
                  <a:pt x="343546" y="33996"/>
                </a:lnTo>
                <a:lnTo>
                  <a:pt x="343665" y="33806"/>
                </a:lnTo>
                <a:lnTo>
                  <a:pt x="343791" y="33621"/>
                </a:lnTo>
                <a:lnTo>
                  <a:pt x="343924" y="33440"/>
                </a:lnTo>
                <a:lnTo>
                  <a:pt x="344064" y="33263"/>
                </a:lnTo>
                <a:lnTo>
                  <a:pt x="344210" y="33090"/>
                </a:lnTo>
                <a:lnTo>
                  <a:pt x="344364" y="32921"/>
                </a:lnTo>
                <a:lnTo>
                  <a:pt x="344525" y="32756"/>
                </a:lnTo>
                <a:lnTo>
                  <a:pt x="344693" y="32596"/>
                </a:lnTo>
                <a:lnTo>
                  <a:pt x="344868" y="32440"/>
                </a:lnTo>
                <a:lnTo>
                  <a:pt x="345050" y="32287"/>
                </a:lnTo>
                <a:lnTo>
                  <a:pt x="345239" y="32139"/>
                </a:lnTo>
                <a:lnTo>
                  <a:pt x="345435" y="31996"/>
                </a:lnTo>
                <a:lnTo>
                  <a:pt x="345638" y="31856"/>
                </a:lnTo>
                <a:lnTo>
                  <a:pt x="345847" y="31721"/>
                </a:lnTo>
                <a:lnTo>
                  <a:pt x="346060" y="31592"/>
                </a:lnTo>
                <a:lnTo>
                  <a:pt x="346278" y="31468"/>
                </a:lnTo>
                <a:lnTo>
                  <a:pt x="346500" y="31351"/>
                </a:lnTo>
                <a:lnTo>
                  <a:pt x="346727" y="31239"/>
                </a:lnTo>
                <a:lnTo>
                  <a:pt x="346958" y="31133"/>
                </a:lnTo>
                <a:lnTo>
                  <a:pt x="347194" y="31032"/>
                </a:lnTo>
                <a:lnTo>
                  <a:pt x="347434" y="30938"/>
                </a:lnTo>
                <a:lnTo>
                  <a:pt x="347678" y="30849"/>
                </a:lnTo>
                <a:lnTo>
                  <a:pt x="347927" y="30765"/>
                </a:lnTo>
                <a:lnTo>
                  <a:pt x="348181" y="30688"/>
                </a:lnTo>
                <a:lnTo>
                  <a:pt x="348439" y="30616"/>
                </a:lnTo>
                <a:lnTo>
                  <a:pt x="348701" y="30550"/>
                </a:lnTo>
                <a:lnTo>
                  <a:pt x="348968" y="30490"/>
                </a:lnTo>
                <a:lnTo>
                  <a:pt x="349239" y="30435"/>
                </a:lnTo>
                <a:lnTo>
                  <a:pt x="349515" y="30387"/>
                </a:lnTo>
                <a:lnTo>
                  <a:pt x="349795" y="30343"/>
                </a:lnTo>
                <a:lnTo>
                  <a:pt x="350080" y="30306"/>
                </a:lnTo>
                <a:lnTo>
                  <a:pt x="350369" y="30275"/>
                </a:lnTo>
                <a:lnTo>
                  <a:pt x="350662" y="30249"/>
                </a:lnTo>
                <a:lnTo>
                  <a:pt x="350960" y="30229"/>
                </a:lnTo>
                <a:lnTo>
                  <a:pt x="351263" y="30214"/>
                </a:lnTo>
                <a:lnTo>
                  <a:pt x="351570" y="30206"/>
                </a:lnTo>
                <a:lnTo>
                  <a:pt x="351881" y="30203"/>
                </a:lnTo>
                <a:lnTo>
                  <a:pt x="352223" y="30206"/>
                </a:lnTo>
                <a:lnTo>
                  <a:pt x="352558" y="30217"/>
                </a:lnTo>
                <a:lnTo>
                  <a:pt x="352887" y="30235"/>
                </a:lnTo>
                <a:lnTo>
                  <a:pt x="353210" y="30260"/>
                </a:lnTo>
                <a:lnTo>
                  <a:pt x="353527" y="30293"/>
                </a:lnTo>
                <a:lnTo>
                  <a:pt x="353838" y="30332"/>
                </a:lnTo>
                <a:lnTo>
                  <a:pt x="354143" y="30379"/>
                </a:lnTo>
                <a:lnTo>
                  <a:pt x="354442" y="30432"/>
                </a:lnTo>
                <a:lnTo>
                  <a:pt x="354735" y="30493"/>
                </a:lnTo>
                <a:lnTo>
                  <a:pt x="355022" y="30562"/>
                </a:lnTo>
                <a:lnTo>
                  <a:pt x="355302" y="30637"/>
                </a:lnTo>
                <a:lnTo>
                  <a:pt x="355577" y="30719"/>
                </a:lnTo>
                <a:lnTo>
                  <a:pt x="355846" y="30809"/>
                </a:lnTo>
                <a:lnTo>
                  <a:pt x="356108" y="30906"/>
                </a:lnTo>
                <a:lnTo>
                  <a:pt x="356365" y="31010"/>
                </a:lnTo>
                <a:lnTo>
                  <a:pt x="356615" y="31121"/>
                </a:lnTo>
                <a:lnTo>
                  <a:pt x="356859" y="31240"/>
                </a:lnTo>
                <a:lnTo>
                  <a:pt x="357097" y="31365"/>
                </a:lnTo>
                <a:lnTo>
                  <a:pt x="357330" y="31498"/>
                </a:lnTo>
                <a:lnTo>
                  <a:pt x="357556" y="31638"/>
                </a:lnTo>
                <a:lnTo>
                  <a:pt x="357776" y="31785"/>
                </a:lnTo>
                <a:lnTo>
                  <a:pt x="357990" y="31939"/>
                </a:lnTo>
                <a:lnTo>
                  <a:pt x="358198" y="32100"/>
                </a:lnTo>
                <a:lnTo>
                  <a:pt x="358399" y="32269"/>
                </a:lnTo>
                <a:lnTo>
                  <a:pt x="358594" y="32444"/>
                </a:lnTo>
                <a:lnTo>
                  <a:pt x="358781" y="32624"/>
                </a:lnTo>
                <a:lnTo>
                  <a:pt x="358959" y="32810"/>
                </a:lnTo>
                <a:lnTo>
                  <a:pt x="359129" y="33002"/>
                </a:lnTo>
                <a:lnTo>
                  <a:pt x="359290" y="33199"/>
                </a:lnTo>
                <a:lnTo>
                  <a:pt x="359444" y="33402"/>
                </a:lnTo>
                <a:lnTo>
                  <a:pt x="359589" y="33610"/>
                </a:lnTo>
                <a:lnTo>
                  <a:pt x="359725" y="33824"/>
                </a:lnTo>
                <a:lnTo>
                  <a:pt x="359854" y="34044"/>
                </a:lnTo>
                <a:lnTo>
                  <a:pt x="359974" y="34269"/>
                </a:lnTo>
                <a:lnTo>
                  <a:pt x="360086" y="34500"/>
                </a:lnTo>
                <a:lnTo>
                  <a:pt x="360190" y="34736"/>
                </a:lnTo>
                <a:lnTo>
                  <a:pt x="360285" y="34978"/>
                </a:lnTo>
                <a:lnTo>
                  <a:pt x="360372" y="35225"/>
                </a:lnTo>
                <a:lnTo>
                  <a:pt x="360451" y="35478"/>
                </a:lnTo>
                <a:lnTo>
                  <a:pt x="360521" y="35737"/>
                </a:lnTo>
                <a:lnTo>
                  <a:pt x="360583" y="36001"/>
                </a:lnTo>
                <a:lnTo>
                  <a:pt x="360637" y="36271"/>
                </a:lnTo>
                <a:lnTo>
                  <a:pt x="360683" y="36546"/>
                </a:lnTo>
                <a:lnTo>
                  <a:pt x="360720" y="36827"/>
                </a:lnTo>
                <a:lnTo>
                  <a:pt x="360749" y="37114"/>
                </a:lnTo>
                <a:lnTo>
                  <a:pt x="360770" y="37406"/>
                </a:lnTo>
                <a:lnTo>
                  <a:pt x="360782" y="37703"/>
                </a:lnTo>
                <a:lnTo>
                  <a:pt x="360786" y="38007"/>
                </a:lnTo>
                <a:lnTo>
                  <a:pt x="360786" y="42321"/>
                </a:lnTo>
                <a:lnTo>
                  <a:pt x="348210" y="42321"/>
                </a:lnTo>
                <a:lnTo>
                  <a:pt x="347460" y="42328"/>
                </a:lnTo>
                <a:lnTo>
                  <a:pt x="346724" y="42349"/>
                </a:lnTo>
                <a:lnTo>
                  <a:pt x="346002" y="42384"/>
                </a:lnTo>
                <a:lnTo>
                  <a:pt x="345295" y="42433"/>
                </a:lnTo>
                <a:lnTo>
                  <a:pt x="344602" y="42497"/>
                </a:lnTo>
                <a:lnTo>
                  <a:pt x="343924" y="42574"/>
                </a:lnTo>
                <a:lnTo>
                  <a:pt x="343260" y="42665"/>
                </a:lnTo>
                <a:lnTo>
                  <a:pt x="342610" y="42770"/>
                </a:lnTo>
                <a:lnTo>
                  <a:pt x="341974" y="42889"/>
                </a:lnTo>
                <a:lnTo>
                  <a:pt x="341353" y="43023"/>
                </a:lnTo>
                <a:lnTo>
                  <a:pt x="340747" y="43170"/>
                </a:lnTo>
                <a:lnTo>
                  <a:pt x="340154" y="43331"/>
                </a:lnTo>
                <a:lnTo>
                  <a:pt x="339576" y="43507"/>
                </a:lnTo>
                <a:lnTo>
                  <a:pt x="339012" y="43696"/>
                </a:lnTo>
                <a:lnTo>
                  <a:pt x="338463" y="43899"/>
                </a:lnTo>
                <a:lnTo>
                  <a:pt x="337928" y="44117"/>
                </a:lnTo>
                <a:lnTo>
                  <a:pt x="337407" y="44348"/>
                </a:lnTo>
                <a:lnTo>
                  <a:pt x="336901" y="44594"/>
                </a:lnTo>
                <a:lnTo>
                  <a:pt x="336409" y="44853"/>
                </a:lnTo>
                <a:lnTo>
                  <a:pt x="335931" y="45127"/>
                </a:lnTo>
                <a:lnTo>
                  <a:pt x="335468" y="45414"/>
                </a:lnTo>
                <a:lnTo>
                  <a:pt x="335019" y="45716"/>
                </a:lnTo>
                <a:lnTo>
                  <a:pt x="334584" y="46032"/>
                </a:lnTo>
                <a:lnTo>
                  <a:pt x="334164" y="46361"/>
                </a:lnTo>
                <a:lnTo>
                  <a:pt x="333759" y="46704"/>
                </a:lnTo>
                <a:lnTo>
                  <a:pt x="333372" y="47058"/>
                </a:lnTo>
                <a:lnTo>
                  <a:pt x="333002" y="47424"/>
                </a:lnTo>
                <a:lnTo>
                  <a:pt x="332649" y="47802"/>
                </a:lnTo>
                <a:lnTo>
                  <a:pt x="332314" y="48191"/>
                </a:lnTo>
                <a:lnTo>
                  <a:pt x="331995" y="48593"/>
                </a:lnTo>
                <a:lnTo>
                  <a:pt x="331694" y="49006"/>
                </a:lnTo>
                <a:lnTo>
                  <a:pt x="331410" y="49431"/>
                </a:lnTo>
                <a:lnTo>
                  <a:pt x="331143" y="49868"/>
                </a:lnTo>
                <a:lnTo>
                  <a:pt x="330893" y="50316"/>
                </a:lnTo>
                <a:lnTo>
                  <a:pt x="330661" y="50777"/>
                </a:lnTo>
                <a:lnTo>
                  <a:pt x="330446" y="51249"/>
                </a:lnTo>
                <a:lnTo>
                  <a:pt x="330248" y="51733"/>
                </a:lnTo>
                <a:lnTo>
                  <a:pt x="330067" y="52229"/>
                </a:lnTo>
                <a:lnTo>
                  <a:pt x="329904" y="52736"/>
                </a:lnTo>
                <a:lnTo>
                  <a:pt x="329757" y="53256"/>
                </a:lnTo>
                <a:lnTo>
                  <a:pt x="329628" y="53787"/>
                </a:lnTo>
                <a:lnTo>
                  <a:pt x="329516" y="54330"/>
                </a:lnTo>
                <a:lnTo>
                  <a:pt x="329422" y="54885"/>
                </a:lnTo>
                <a:lnTo>
                  <a:pt x="329344" y="55451"/>
                </a:lnTo>
                <a:lnTo>
                  <a:pt x="329284" y="56029"/>
                </a:lnTo>
                <a:lnTo>
                  <a:pt x="329241" y="56620"/>
                </a:lnTo>
                <a:lnTo>
                  <a:pt x="329215" y="57222"/>
                </a:lnTo>
                <a:lnTo>
                  <a:pt x="329207" y="57835"/>
                </a:lnTo>
                <a:lnTo>
                  <a:pt x="329214" y="58412"/>
                </a:lnTo>
                <a:lnTo>
                  <a:pt x="329238" y="58978"/>
                </a:lnTo>
                <a:lnTo>
                  <a:pt x="329277" y="59535"/>
                </a:lnTo>
                <a:lnTo>
                  <a:pt x="329331" y="60082"/>
                </a:lnTo>
                <a:lnTo>
                  <a:pt x="329402" y="60619"/>
                </a:lnTo>
                <a:lnTo>
                  <a:pt x="329488" y="61146"/>
                </a:lnTo>
                <a:lnTo>
                  <a:pt x="329589" y="61663"/>
                </a:lnTo>
                <a:lnTo>
                  <a:pt x="329706" y="62171"/>
                </a:lnTo>
                <a:lnTo>
                  <a:pt x="329839" y="62668"/>
                </a:lnTo>
                <a:lnTo>
                  <a:pt x="329987" y="63156"/>
                </a:lnTo>
                <a:lnTo>
                  <a:pt x="330151" y="63633"/>
                </a:lnTo>
                <a:lnTo>
                  <a:pt x="330331" y="64101"/>
                </a:lnTo>
                <a:lnTo>
                  <a:pt x="330526" y="64559"/>
                </a:lnTo>
                <a:lnTo>
                  <a:pt x="330737" y="65007"/>
                </a:lnTo>
                <a:lnTo>
                  <a:pt x="330964" y="65445"/>
                </a:lnTo>
                <a:lnTo>
                  <a:pt x="331206" y="65873"/>
                </a:lnTo>
                <a:lnTo>
                  <a:pt x="331463" y="66292"/>
                </a:lnTo>
                <a:lnTo>
                  <a:pt x="331737" y="66700"/>
                </a:lnTo>
                <a:lnTo>
                  <a:pt x="332026" y="67099"/>
                </a:lnTo>
                <a:lnTo>
                  <a:pt x="332330" y="67488"/>
                </a:lnTo>
                <a:lnTo>
                  <a:pt x="332650" y="67866"/>
                </a:lnTo>
                <a:lnTo>
                  <a:pt x="332986" y="68235"/>
                </a:lnTo>
                <a:lnTo>
                  <a:pt x="333337" y="68594"/>
                </a:lnTo>
                <a:lnTo>
                  <a:pt x="333705" y="68944"/>
                </a:lnTo>
                <a:lnTo>
                  <a:pt x="334085" y="69281"/>
                </a:lnTo>
                <a:lnTo>
                  <a:pt x="334477" y="69603"/>
                </a:lnTo>
                <a:lnTo>
                  <a:pt x="334881" y="69912"/>
                </a:lnTo>
                <a:lnTo>
                  <a:pt x="335296" y="70206"/>
                </a:lnTo>
                <a:lnTo>
                  <a:pt x="335723" y="70486"/>
                </a:lnTo>
                <a:lnTo>
                  <a:pt x="336161" y="70751"/>
                </a:lnTo>
                <a:lnTo>
                  <a:pt x="336610" y="71002"/>
                </a:lnTo>
                <a:lnTo>
                  <a:pt x="337071" y="71239"/>
                </a:lnTo>
                <a:lnTo>
                  <a:pt x="337544" y="71461"/>
                </a:lnTo>
                <a:lnTo>
                  <a:pt x="338027" y="71669"/>
                </a:lnTo>
                <a:lnTo>
                  <a:pt x="338523" y="71863"/>
                </a:lnTo>
                <a:lnTo>
                  <a:pt x="339030" y="72042"/>
                </a:lnTo>
                <a:lnTo>
                  <a:pt x="339548" y="72207"/>
                </a:lnTo>
                <a:lnTo>
                  <a:pt x="340078" y="72357"/>
                </a:lnTo>
                <a:lnTo>
                  <a:pt x="340619" y="72494"/>
                </a:lnTo>
                <a:lnTo>
                  <a:pt x="341172" y="72616"/>
                </a:lnTo>
                <a:lnTo>
                  <a:pt x="341736" y="72723"/>
                </a:lnTo>
                <a:lnTo>
                  <a:pt x="342312" y="72816"/>
                </a:lnTo>
                <a:lnTo>
                  <a:pt x="342899" y="72895"/>
                </a:lnTo>
                <a:lnTo>
                  <a:pt x="343497" y="72960"/>
                </a:lnTo>
                <a:lnTo>
                  <a:pt x="344107" y="73010"/>
                </a:lnTo>
                <a:lnTo>
                  <a:pt x="344729" y="73046"/>
                </a:lnTo>
                <a:lnTo>
                  <a:pt x="345362" y="73067"/>
                </a:lnTo>
                <a:lnTo>
                  <a:pt x="346006" y="73075"/>
                </a:lnTo>
                <a:lnTo>
                  <a:pt x="346575" y="73069"/>
                </a:lnTo>
                <a:lnTo>
                  <a:pt x="347135" y="73052"/>
                </a:lnTo>
                <a:lnTo>
                  <a:pt x="347685" y="73023"/>
                </a:lnTo>
                <a:lnTo>
                  <a:pt x="348225" y="72983"/>
                </a:lnTo>
                <a:lnTo>
                  <a:pt x="348756" y="72931"/>
                </a:lnTo>
                <a:lnTo>
                  <a:pt x="349277" y="72868"/>
                </a:lnTo>
                <a:lnTo>
                  <a:pt x="349788" y="72794"/>
                </a:lnTo>
                <a:lnTo>
                  <a:pt x="350290" y="72707"/>
                </a:lnTo>
                <a:lnTo>
                  <a:pt x="350783" y="72610"/>
                </a:lnTo>
                <a:lnTo>
                  <a:pt x="351266" y="72501"/>
                </a:lnTo>
                <a:lnTo>
                  <a:pt x="351739" y="72380"/>
                </a:lnTo>
                <a:lnTo>
                  <a:pt x="352203" y="72249"/>
                </a:lnTo>
                <a:lnTo>
                  <a:pt x="352657" y="72105"/>
                </a:lnTo>
                <a:lnTo>
                  <a:pt x="353102" y="71950"/>
                </a:lnTo>
                <a:lnTo>
                  <a:pt x="353537" y="71784"/>
                </a:lnTo>
                <a:lnTo>
                  <a:pt x="353962" y="71606"/>
                </a:lnTo>
                <a:lnTo>
                  <a:pt x="354378" y="71417"/>
                </a:lnTo>
                <a:lnTo>
                  <a:pt x="354785" y="71216"/>
                </a:lnTo>
                <a:lnTo>
                  <a:pt x="355182" y="71004"/>
                </a:lnTo>
                <a:lnTo>
                  <a:pt x="355569" y="70780"/>
                </a:lnTo>
                <a:lnTo>
                  <a:pt x="355947" y="70545"/>
                </a:lnTo>
                <a:lnTo>
                  <a:pt x="356315" y="70298"/>
                </a:lnTo>
                <a:lnTo>
                  <a:pt x="356673" y="70040"/>
                </a:lnTo>
                <a:lnTo>
                  <a:pt x="357022" y="69770"/>
                </a:lnTo>
                <a:lnTo>
                  <a:pt x="357360" y="69491"/>
                </a:lnTo>
                <a:lnTo>
                  <a:pt x="357682" y="69203"/>
                </a:lnTo>
                <a:lnTo>
                  <a:pt x="357991" y="68908"/>
                </a:lnTo>
                <a:lnTo>
                  <a:pt x="358285" y="68605"/>
                </a:lnTo>
                <a:lnTo>
                  <a:pt x="358565" y="68294"/>
                </a:lnTo>
                <a:lnTo>
                  <a:pt x="358830" y="67974"/>
                </a:lnTo>
                <a:lnTo>
                  <a:pt x="359081" y="67647"/>
                </a:lnTo>
                <a:lnTo>
                  <a:pt x="359318" y="67312"/>
                </a:lnTo>
                <a:lnTo>
                  <a:pt x="359541" y="66969"/>
                </a:lnTo>
                <a:lnTo>
                  <a:pt x="359749" y="66618"/>
                </a:lnTo>
                <a:lnTo>
                  <a:pt x="359942" y="66259"/>
                </a:lnTo>
                <a:lnTo>
                  <a:pt x="360122" y="65892"/>
                </a:lnTo>
                <a:lnTo>
                  <a:pt x="360287" y="65517"/>
                </a:lnTo>
                <a:lnTo>
                  <a:pt x="360437" y="65134"/>
                </a:lnTo>
                <a:lnTo>
                  <a:pt x="360574" y="64743"/>
                </a:lnTo>
                <a:lnTo>
                  <a:pt x="360696" y="64344"/>
                </a:lnTo>
                <a:lnTo>
                  <a:pt x="360803" y="63937"/>
                </a:lnTo>
                <a:lnTo>
                  <a:pt x="360897" y="63522"/>
                </a:lnTo>
                <a:lnTo>
                  <a:pt x="360930" y="63345"/>
                </a:lnTo>
                <a:lnTo>
                  <a:pt x="361155" y="63345"/>
                </a:lnTo>
                <a:lnTo>
                  <a:pt x="361155" y="72157"/>
                </a:lnTo>
                <a:lnTo>
                  <a:pt x="372262" y="72157"/>
                </a:lnTo>
                <a:lnTo>
                  <a:pt x="372262" y="37914"/>
                </a:lnTo>
                <a:lnTo>
                  <a:pt x="372252" y="37262"/>
                </a:lnTo>
                <a:close/>
                <a:moveTo>
                  <a:pt x="348088" y="64356"/>
                </a:moveTo>
                <a:lnTo>
                  <a:pt x="347771" y="64317"/>
                </a:lnTo>
                <a:lnTo>
                  <a:pt x="347459" y="64270"/>
                </a:lnTo>
                <a:lnTo>
                  <a:pt x="347154" y="64216"/>
                </a:lnTo>
                <a:lnTo>
                  <a:pt x="346855" y="64155"/>
                </a:lnTo>
                <a:lnTo>
                  <a:pt x="346562" y="64087"/>
                </a:lnTo>
                <a:lnTo>
                  <a:pt x="346275" y="64012"/>
                </a:lnTo>
                <a:lnTo>
                  <a:pt x="345995" y="63929"/>
                </a:lnTo>
                <a:lnTo>
                  <a:pt x="345720" y="63840"/>
                </a:lnTo>
                <a:lnTo>
                  <a:pt x="345452" y="63743"/>
                </a:lnTo>
                <a:lnTo>
                  <a:pt x="345190" y="63639"/>
                </a:lnTo>
                <a:lnTo>
                  <a:pt x="344935" y="63528"/>
                </a:lnTo>
                <a:lnTo>
                  <a:pt x="344685" y="63410"/>
                </a:lnTo>
                <a:lnTo>
                  <a:pt x="344442" y="63284"/>
                </a:lnTo>
                <a:lnTo>
                  <a:pt x="344205" y="63152"/>
                </a:lnTo>
                <a:lnTo>
                  <a:pt x="343975" y="63012"/>
                </a:lnTo>
                <a:lnTo>
                  <a:pt x="343750" y="62865"/>
                </a:lnTo>
                <a:lnTo>
                  <a:pt x="343532" y="62711"/>
                </a:lnTo>
                <a:lnTo>
                  <a:pt x="343320" y="62549"/>
                </a:lnTo>
                <a:lnTo>
                  <a:pt x="343114" y="62381"/>
                </a:lnTo>
                <a:lnTo>
                  <a:pt x="342915" y="62206"/>
                </a:lnTo>
                <a:lnTo>
                  <a:pt x="342725" y="62026"/>
                </a:lnTo>
                <a:lnTo>
                  <a:pt x="342544" y="61841"/>
                </a:lnTo>
                <a:lnTo>
                  <a:pt x="342371" y="61650"/>
                </a:lnTo>
                <a:lnTo>
                  <a:pt x="342206" y="61454"/>
                </a:lnTo>
                <a:lnTo>
                  <a:pt x="342050" y="61253"/>
                </a:lnTo>
                <a:lnTo>
                  <a:pt x="341902" y="61047"/>
                </a:lnTo>
                <a:lnTo>
                  <a:pt x="341763" y="60835"/>
                </a:lnTo>
                <a:lnTo>
                  <a:pt x="341632" y="60618"/>
                </a:lnTo>
                <a:lnTo>
                  <a:pt x="341509" y="60396"/>
                </a:lnTo>
                <a:lnTo>
                  <a:pt x="341395" y="60169"/>
                </a:lnTo>
                <a:lnTo>
                  <a:pt x="341290" y="59936"/>
                </a:lnTo>
                <a:lnTo>
                  <a:pt x="341193" y="59698"/>
                </a:lnTo>
                <a:lnTo>
                  <a:pt x="341104" y="59455"/>
                </a:lnTo>
                <a:lnTo>
                  <a:pt x="341024" y="59207"/>
                </a:lnTo>
                <a:lnTo>
                  <a:pt x="340952" y="58953"/>
                </a:lnTo>
                <a:lnTo>
                  <a:pt x="340889" y="58694"/>
                </a:lnTo>
                <a:lnTo>
                  <a:pt x="340834" y="58430"/>
                </a:lnTo>
                <a:lnTo>
                  <a:pt x="340787" y="58160"/>
                </a:lnTo>
                <a:lnTo>
                  <a:pt x="340749" y="57886"/>
                </a:lnTo>
                <a:lnTo>
                  <a:pt x="340720" y="57606"/>
                </a:lnTo>
                <a:lnTo>
                  <a:pt x="340699" y="57320"/>
                </a:lnTo>
                <a:lnTo>
                  <a:pt x="340686" y="57030"/>
                </a:lnTo>
                <a:lnTo>
                  <a:pt x="340682" y="56734"/>
                </a:lnTo>
                <a:lnTo>
                  <a:pt x="340686" y="56461"/>
                </a:lnTo>
                <a:lnTo>
                  <a:pt x="340697" y="56192"/>
                </a:lnTo>
                <a:lnTo>
                  <a:pt x="340715" y="55928"/>
                </a:lnTo>
                <a:lnTo>
                  <a:pt x="340741" y="55668"/>
                </a:lnTo>
                <a:lnTo>
                  <a:pt x="340774" y="55413"/>
                </a:lnTo>
                <a:lnTo>
                  <a:pt x="340814" y="55162"/>
                </a:lnTo>
                <a:lnTo>
                  <a:pt x="340862" y="54916"/>
                </a:lnTo>
                <a:lnTo>
                  <a:pt x="340916" y="54674"/>
                </a:lnTo>
                <a:lnTo>
                  <a:pt x="340979" y="54436"/>
                </a:lnTo>
                <a:lnTo>
                  <a:pt x="341048" y="54203"/>
                </a:lnTo>
                <a:lnTo>
                  <a:pt x="341125" y="53975"/>
                </a:lnTo>
                <a:lnTo>
                  <a:pt x="341210" y="53751"/>
                </a:lnTo>
                <a:lnTo>
                  <a:pt x="341301" y="53531"/>
                </a:lnTo>
                <a:lnTo>
                  <a:pt x="341400" y="53316"/>
                </a:lnTo>
                <a:lnTo>
                  <a:pt x="341507" y="53105"/>
                </a:lnTo>
                <a:lnTo>
                  <a:pt x="341620" y="52899"/>
                </a:lnTo>
                <a:lnTo>
                  <a:pt x="341741" y="52697"/>
                </a:lnTo>
                <a:lnTo>
                  <a:pt x="341869" y="52500"/>
                </a:lnTo>
                <a:lnTo>
                  <a:pt x="342005" y="52307"/>
                </a:lnTo>
                <a:lnTo>
                  <a:pt x="342148" y="52119"/>
                </a:lnTo>
                <a:lnTo>
                  <a:pt x="342298" y="51935"/>
                </a:lnTo>
                <a:lnTo>
                  <a:pt x="342456" y="51755"/>
                </a:lnTo>
                <a:lnTo>
                  <a:pt x="342621" y="51580"/>
                </a:lnTo>
                <a:lnTo>
                  <a:pt x="342793" y="51410"/>
                </a:lnTo>
                <a:lnTo>
                  <a:pt x="342971" y="51245"/>
                </a:lnTo>
                <a:lnTo>
                  <a:pt x="343155" y="51087"/>
                </a:lnTo>
                <a:lnTo>
                  <a:pt x="343343" y="50936"/>
                </a:lnTo>
                <a:lnTo>
                  <a:pt x="343535" y="50793"/>
                </a:lnTo>
                <a:lnTo>
                  <a:pt x="343733" y="50656"/>
                </a:lnTo>
                <a:lnTo>
                  <a:pt x="343935" y="50526"/>
                </a:lnTo>
                <a:lnTo>
                  <a:pt x="344142" y="50403"/>
                </a:lnTo>
                <a:lnTo>
                  <a:pt x="344354" y="50288"/>
                </a:lnTo>
                <a:lnTo>
                  <a:pt x="344571" y="50179"/>
                </a:lnTo>
                <a:lnTo>
                  <a:pt x="344792" y="50077"/>
                </a:lnTo>
                <a:lnTo>
                  <a:pt x="345018" y="49982"/>
                </a:lnTo>
                <a:lnTo>
                  <a:pt x="345249" y="49895"/>
                </a:lnTo>
                <a:lnTo>
                  <a:pt x="345485" y="49814"/>
                </a:lnTo>
                <a:lnTo>
                  <a:pt x="345726" y="49740"/>
                </a:lnTo>
                <a:lnTo>
                  <a:pt x="345971" y="49674"/>
                </a:lnTo>
                <a:lnTo>
                  <a:pt x="346221" y="49614"/>
                </a:lnTo>
                <a:lnTo>
                  <a:pt x="346476" y="49562"/>
                </a:lnTo>
                <a:lnTo>
                  <a:pt x="346735" y="49516"/>
                </a:lnTo>
                <a:lnTo>
                  <a:pt x="347000" y="49477"/>
                </a:lnTo>
                <a:lnTo>
                  <a:pt x="347269" y="49446"/>
                </a:lnTo>
                <a:lnTo>
                  <a:pt x="347543" y="49421"/>
                </a:lnTo>
                <a:lnTo>
                  <a:pt x="347822" y="49404"/>
                </a:lnTo>
                <a:lnTo>
                  <a:pt x="348105" y="49393"/>
                </a:lnTo>
                <a:lnTo>
                  <a:pt x="348393" y="49390"/>
                </a:lnTo>
                <a:lnTo>
                  <a:pt x="360786" y="49390"/>
                </a:lnTo>
                <a:lnTo>
                  <a:pt x="360786" y="55541"/>
                </a:lnTo>
                <a:lnTo>
                  <a:pt x="360781" y="55867"/>
                </a:lnTo>
                <a:lnTo>
                  <a:pt x="360765" y="56188"/>
                </a:lnTo>
                <a:lnTo>
                  <a:pt x="360738" y="56505"/>
                </a:lnTo>
                <a:lnTo>
                  <a:pt x="360701" y="56816"/>
                </a:lnTo>
                <a:lnTo>
                  <a:pt x="360653" y="57122"/>
                </a:lnTo>
                <a:lnTo>
                  <a:pt x="360594" y="57423"/>
                </a:lnTo>
                <a:lnTo>
                  <a:pt x="360525" y="57719"/>
                </a:lnTo>
                <a:lnTo>
                  <a:pt x="360445" y="58009"/>
                </a:lnTo>
                <a:lnTo>
                  <a:pt x="360354" y="58295"/>
                </a:lnTo>
                <a:lnTo>
                  <a:pt x="360252" y="58575"/>
                </a:lnTo>
                <a:lnTo>
                  <a:pt x="360140" y="58851"/>
                </a:lnTo>
                <a:lnTo>
                  <a:pt x="360017" y="59121"/>
                </a:lnTo>
                <a:lnTo>
                  <a:pt x="359884" y="59386"/>
                </a:lnTo>
                <a:lnTo>
                  <a:pt x="359740" y="59647"/>
                </a:lnTo>
                <a:lnTo>
                  <a:pt x="359585" y="59902"/>
                </a:lnTo>
                <a:lnTo>
                  <a:pt x="359419" y="60152"/>
                </a:lnTo>
                <a:lnTo>
                  <a:pt x="359243" y="60396"/>
                </a:lnTo>
                <a:lnTo>
                  <a:pt x="359056" y="60636"/>
                </a:lnTo>
                <a:lnTo>
                  <a:pt x="358858" y="60871"/>
                </a:lnTo>
                <a:lnTo>
                  <a:pt x="358650" y="61100"/>
                </a:lnTo>
                <a:lnTo>
                  <a:pt x="358431" y="61325"/>
                </a:lnTo>
                <a:lnTo>
                  <a:pt x="358202" y="61544"/>
                </a:lnTo>
                <a:lnTo>
                  <a:pt x="357961" y="61758"/>
                </a:lnTo>
                <a:lnTo>
                  <a:pt x="357710" y="61968"/>
                </a:lnTo>
                <a:lnTo>
                  <a:pt x="357451" y="62170"/>
                </a:lnTo>
                <a:lnTo>
                  <a:pt x="357185" y="62363"/>
                </a:lnTo>
                <a:lnTo>
                  <a:pt x="356914" y="62548"/>
                </a:lnTo>
                <a:lnTo>
                  <a:pt x="356636" y="62725"/>
                </a:lnTo>
                <a:lnTo>
                  <a:pt x="356351" y="62893"/>
                </a:lnTo>
                <a:lnTo>
                  <a:pt x="356061" y="63052"/>
                </a:lnTo>
                <a:lnTo>
                  <a:pt x="355764" y="63202"/>
                </a:lnTo>
                <a:lnTo>
                  <a:pt x="355461" y="63344"/>
                </a:lnTo>
                <a:lnTo>
                  <a:pt x="355152" y="63478"/>
                </a:lnTo>
                <a:lnTo>
                  <a:pt x="354837" y="63602"/>
                </a:lnTo>
                <a:lnTo>
                  <a:pt x="354516" y="63719"/>
                </a:lnTo>
                <a:lnTo>
                  <a:pt x="354188" y="63826"/>
                </a:lnTo>
                <a:lnTo>
                  <a:pt x="353854" y="63925"/>
                </a:lnTo>
                <a:lnTo>
                  <a:pt x="353514" y="64015"/>
                </a:lnTo>
                <a:lnTo>
                  <a:pt x="353167" y="64097"/>
                </a:lnTo>
                <a:lnTo>
                  <a:pt x="352815" y="64170"/>
                </a:lnTo>
                <a:lnTo>
                  <a:pt x="352456" y="64235"/>
                </a:lnTo>
                <a:lnTo>
                  <a:pt x="352091" y="64291"/>
                </a:lnTo>
                <a:lnTo>
                  <a:pt x="351720" y="64338"/>
                </a:lnTo>
                <a:lnTo>
                  <a:pt x="351342" y="64377"/>
                </a:lnTo>
                <a:lnTo>
                  <a:pt x="350959" y="64407"/>
                </a:lnTo>
                <a:lnTo>
                  <a:pt x="350569" y="64428"/>
                </a:lnTo>
                <a:lnTo>
                  <a:pt x="350173" y="64441"/>
                </a:lnTo>
                <a:lnTo>
                  <a:pt x="349770" y="64446"/>
                </a:lnTo>
                <a:lnTo>
                  <a:pt x="349422" y="64442"/>
                </a:lnTo>
                <a:lnTo>
                  <a:pt x="349079" y="64431"/>
                </a:lnTo>
                <a:lnTo>
                  <a:pt x="348743" y="64413"/>
                </a:lnTo>
                <a:lnTo>
                  <a:pt x="348412" y="64388"/>
                </a:lnTo>
                <a:lnTo>
                  <a:pt x="348088" y="643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16ED89-C5B5-4F00-8735-C3C6EF94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7696" y="1870364"/>
            <a:ext cx="939540" cy="10"/>
          </a:xfrm>
          <a:custGeom xmlns:a="http://schemas.openxmlformats.org/drawingml/2006/main">
            <a:pathLst>
              <a:path w="939540" h="1">
                <a:moveTo>
                  <a:pt x="0" y="0"/>
                </a:moveTo>
                <a:lnTo>
                  <a:pt x="93954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213327-F38E-4BC4-835C-DA4BF932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7696" y="1870364"/>
            <a:ext cx="732982" cy="10"/>
          </a:xfrm>
          <a:custGeom xmlns:a="http://schemas.openxmlformats.org/drawingml/2006/main">
            <a:pathLst>
              <a:path w="732982" h="1" fill="none">
                <a:moveTo>
                  <a:pt x="0" y="0"/>
                </a:moveTo>
                <a:lnTo>
                  <a:pt x="7329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426" cap="flat">
            <a:solidFill>
              <a:srgbClr val="000000"/>
            </a:solidFill>
            <a:round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EAE0C4-3690-4EA9-9EBC-66D08172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78" y="1813501"/>
            <a:ext cx="156230" cy="113726"/>
          </a:xfrm>
          <a:custGeom xmlns:a="http://schemas.openxmlformats.org/drawingml/2006/main">
            <a:pathLst>
              <a:path w="156230" h="113726">
                <a:moveTo>
                  <a:pt x="0" y="113726"/>
                </a:moveTo>
                <a:lnTo>
                  <a:pt x="0" y="0"/>
                </a:lnTo>
                <a:lnTo>
                  <a:pt x="156230" y="56863"/>
                </a:lnTo>
                <a:lnTo>
                  <a:pt x="0" y="1137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CF4278-A743-4227-BB28-DAE70B56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78" y="1813501"/>
            <a:ext cx="156230" cy="113726"/>
          </a:xfrm>
          <a:custGeom xmlns:a="http://schemas.openxmlformats.org/drawingml/2006/main">
            <a:pathLst>
              <a:path w="156230" h="113726" fill="none">
                <a:moveTo>
                  <a:pt x="0" y="113726"/>
                </a:moveTo>
                <a:lnTo>
                  <a:pt x="156230" y="56863"/>
                </a:lnTo>
                <a:lnTo>
                  <a:pt x="0" y="0"/>
                </a:lnTo>
                <a:lnTo>
                  <a:pt x="0" y="11372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426" cap="flat">
            <a:solidFill>
              <a:srgbClr val="000000"/>
            </a:solidFill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9A133C-2787-4182-A585-CAE53A33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8960" y="1035887"/>
            <a:ext cx="1294104" cy="768222"/>
          </a:xfrm>
          <a:custGeom xmlns:a="http://schemas.openxmlformats.org/drawingml/2006/main">
            <a:pathLst>
              <a:path w="1294104" h="768222">
                <a:moveTo>
                  <a:pt x="0" y="0"/>
                </a:moveTo>
                <a:lnTo>
                  <a:pt x="1294104" y="0"/>
                </a:lnTo>
                <a:lnTo>
                  <a:pt x="1294104" y="768222"/>
                </a:lnTo>
                <a:lnTo>
                  <a:pt x="0" y="7682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Text Localizeto">
            <a:extLst xmlns:a="http://schemas.openxmlformats.org/drawingml/2006/main">
              <a:ext uri="{FF2B5EF4-FFF2-40B4-BE49-F238E27FC236}">
                <a16:creationId xmlns:a16="http://schemas.microsoft.com/office/drawing/2014/main" id="{B9B8B6F6-BD47-452E-B813-D7028DF4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6250" y="1222776"/>
            <a:ext cx="815009" cy="123706"/>
          </a:xfrm>
          <a:custGeom xmlns:a="http://schemas.openxmlformats.org/drawingml/2006/main">
            <a:pathLst>
              <a:path w="815009" h="123706">
                <a:moveTo>
                  <a:pt x="14620" y="110370"/>
                </a:moveTo>
                <a:lnTo>
                  <a:pt x="53821" y="110370"/>
                </a:lnTo>
                <a:lnTo>
                  <a:pt x="53821" y="122260"/>
                </a:lnTo>
                <a:lnTo>
                  <a:pt x="0" y="122260"/>
                </a:lnTo>
                <a:lnTo>
                  <a:pt x="0" y="10281"/>
                </a:lnTo>
                <a:lnTo>
                  <a:pt x="14620" y="10281"/>
                </a:lnTo>
                <a:lnTo>
                  <a:pt x="14620" y="110370"/>
                </a:lnTo>
                <a:close/>
                <a:moveTo>
                  <a:pt x="107800" y="123706"/>
                </a:moveTo>
                <a:cubicBezTo>
                  <a:pt x="99553" y="123706"/>
                  <a:pt x="92083" y="121831"/>
                  <a:pt x="85389" y="118082"/>
                </a:cubicBezTo>
                <a:cubicBezTo>
                  <a:pt x="78695" y="114333"/>
                  <a:pt x="73446" y="109005"/>
                  <a:pt x="69643" y="102097"/>
                </a:cubicBezTo>
                <a:cubicBezTo>
                  <a:pt x="65842" y="95189"/>
                  <a:pt x="63941" y="87183"/>
                  <a:pt x="63941" y="78080"/>
                </a:cubicBezTo>
                <a:cubicBezTo>
                  <a:pt x="63941" y="69083"/>
                  <a:pt x="65896" y="61131"/>
                  <a:pt x="69805" y="54223"/>
                </a:cubicBezTo>
                <a:cubicBezTo>
                  <a:pt x="73714" y="47313"/>
                  <a:pt x="79043" y="42011"/>
                  <a:pt x="85791" y="38316"/>
                </a:cubicBezTo>
                <a:cubicBezTo>
                  <a:pt x="92539" y="34621"/>
                  <a:pt x="100090" y="32773"/>
                  <a:pt x="108444" y="32773"/>
                </a:cubicBezTo>
                <a:cubicBezTo>
                  <a:pt x="116797" y="32773"/>
                  <a:pt x="124347" y="34621"/>
                  <a:pt x="131095" y="38316"/>
                </a:cubicBezTo>
                <a:cubicBezTo>
                  <a:pt x="137843" y="42011"/>
                  <a:pt x="143172" y="47286"/>
                  <a:pt x="147081" y="54142"/>
                </a:cubicBezTo>
                <a:cubicBezTo>
                  <a:pt x="150990" y="60996"/>
                  <a:pt x="152945" y="68976"/>
                  <a:pt x="152945" y="78080"/>
                </a:cubicBezTo>
                <a:cubicBezTo>
                  <a:pt x="152945" y="87183"/>
                  <a:pt x="150936" y="95189"/>
                  <a:pt x="146919" y="102097"/>
                </a:cubicBezTo>
                <a:cubicBezTo>
                  <a:pt x="142904" y="109005"/>
                  <a:pt x="137468" y="114333"/>
                  <a:pt x="130612" y="118082"/>
                </a:cubicBezTo>
                <a:cubicBezTo>
                  <a:pt x="123758" y="121831"/>
                  <a:pt x="116154" y="123706"/>
                  <a:pt x="107800" y="123706"/>
                </a:cubicBezTo>
                <a:moveTo>
                  <a:pt x="107800" y="110853"/>
                </a:moveTo>
                <a:cubicBezTo>
                  <a:pt x="113049" y="110853"/>
                  <a:pt x="117976" y="109622"/>
                  <a:pt x="122582" y="107159"/>
                </a:cubicBezTo>
                <a:cubicBezTo>
                  <a:pt x="127187" y="104694"/>
                  <a:pt x="130908" y="100999"/>
                  <a:pt x="133745" y="96073"/>
                </a:cubicBezTo>
                <a:cubicBezTo>
                  <a:pt x="136584" y="91146"/>
                  <a:pt x="138003" y="85148"/>
                  <a:pt x="138003" y="78080"/>
                </a:cubicBezTo>
                <a:cubicBezTo>
                  <a:pt x="138003" y="71010"/>
                  <a:pt x="136611" y="65012"/>
                  <a:pt x="133826" y="60087"/>
                </a:cubicBezTo>
                <a:cubicBezTo>
                  <a:pt x="131041" y="55159"/>
                  <a:pt x="127399" y="51491"/>
                  <a:pt x="122900" y="49082"/>
                </a:cubicBezTo>
                <a:cubicBezTo>
                  <a:pt x="118403" y="46672"/>
                  <a:pt x="113530" y="45466"/>
                  <a:pt x="108282" y="45466"/>
                </a:cubicBezTo>
                <a:cubicBezTo>
                  <a:pt x="102927" y="45466"/>
                  <a:pt x="98027" y="46672"/>
                  <a:pt x="93581" y="49082"/>
                </a:cubicBezTo>
                <a:cubicBezTo>
                  <a:pt x="89138" y="51491"/>
                  <a:pt x="85577" y="55159"/>
                  <a:pt x="82898" y="60087"/>
                </a:cubicBezTo>
                <a:cubicBezTo>
                  <a:pt x="80221" y="65012"/>
                  <a:pt x="78883" y="71010"/>
                  <a:pt x="78883" y="78080"/>
                </a:cubicBezTo>
                <a:cubicBezTo>
                  <a:pt x="78883" y="85256"/>
                  <a:pt x="80194" y="91308"/>
                  <a:pt x="82817" y="96235"/>
                </a:cubicBezTo>
                <a:cubicBezTo>
                  <a:pt x="85442" y="101161"/>
                  <a:pt x="88950" y="104829"/>
                  <a:pt x="93341" y="107240"/>
                </a:cubicBezTo>
                <a:cubicBezTo>
                  <a:pt x="97732" y="109649"/>
                  <a:pt x="102552" y="110853"/>
                  <a:pt x="107800" y="110853"/>
                </a:cubicBezTo>
                <a:close/>
                <a:moveTo>
                  <a:pt x="166761" y="78080"/>
                </a:moveTo>
                <a:cubicBezTo>
                  <a:pt x="166761" y="68976"/>
                  <a:pt x="168582" y="61023"/>
                  <a:pt x="172223" y="54223"/>
                </a:cubicBezTo>
                <a:cubicBezTo>
                  <a:pt x="175864" y="47421"/>
                  <a:pt x="180925" y="42146"/>
                  <a:pt x="187405" y="38397"/>
                </a:cubicBezTo>
                <a:cubicBezTo>
                  <a:pt x="193884" y="34648"/>
                  <a:pt x="201302" y="32773"/>
                  <a:pt x="209656" y="32773"/>
                </a:cubicBezTo>
                <a:cubicBezTo>
                  <a:pt x="220473" y="32773"/>
                  <a:pt x="229390" y="35398"/>
                  <a:pt x="236406" y="40647"/>
                </a:cubicBezTo>
                <a:cubicBezTo>
                  <a:pt x="243422" y="45895"/>
                  <a:pt x="248054" y="53178"/>
                  <a:pt x="250303" y="62496"/>
                </a:cubicBezTo>
                <a:lnTo>
                  <a:pt x="234558" y="62496"/>
                </a:lnTo>
                <a:cubicBezTo>
                  <a:pt x="233059" y="57141"/>
                  <a:pt x="230140" y="52911"/>
                  <a:pt x="225801" y="49805"/>
                </a:cubicBezTo>
                <a:cubicBezTo>
                  <a:pt x="221464" y="46699"/>
                  <a:pt x="216082" y="45145"/>
                  <a:pt x="209656" y="45145"/>
                </a:cubicBezTo>
                <a:cubicBezTo>
                  <a:pt x="201302" y="45145"/>
                  <a:pt x="194554" y="48010"/>
                  <a:pt x="189412" y="53740"/>
                </a:cubicBezTo>
                <a:cubicBezTo>
                  <a:pt x="184272" y="59470"/>
                  <a:pt x="181703" y="67583"/>
                  <a:pt x="181703" y="78080"/>
                </a:cubicBezTo>
                <a:cubicBezTo>
                  <a:pt x="181703" y="88683"/>
                  <a:pt x="184272" y="96877"/>
                  <a:pt x="189412" y="102660"/>
                </a:cubicBezTo>
                <a:cubicBezTo>
                  <a:pt x="194554" y="108444"/>
                  <a:pt x="201302" y="111336"/>
                  <a:pt x="209656" y="111336"/>
                </a:cubicBezTo>
                <a:cubicBezTo>
                  <a:pt x="216082" y="111336"/>
                  <a:pt x="221437" y="109837"/>
                  <a:pt x="225720" y="106838"/>
                </a:cubicBezTo>
                <a:cubicBezTo>
                  <a:pt x="230005" y="103839"/>
                  <a:pt x="232951" y="99555"/>
                  <a:pt x="234558" y="93985"/>
                </a:cubicBezTo>
                <a:lnTo>
                  <a:pt x="250303" y="93985"/>
                </a:lnTo>
                <a:cubicBezTo>
                  <a:pt x="247946" y="102982"/>
                  <a:pt x="243233" y="110185"/>
                  <a:pt x="236163" y="115594"/>
                </a:cubicBezTo>
                <a:cubicBezTo>
                  <a:pt x="229095" y="121002"/>
                  <a:pt x="220259" y="123706"/>
                  <a:pt x="209656" y="123706"/>
                </a:cubicBezTo>
                <a:cubicBezTo>
                  <a:pt x="201302" y="123706"/>
                  <a:pt x="193884" y="121831"/>
                  <a:pt x="187405" y="118082"/>
                </a:cubicBezTo>
                <a:cubicBezTo>
                  <a:pt x="180925" y="114333"/>
                  <a:pt x="175864" y="109032"/>
                  <a:pt x="172223" y="102178"/>
                </a:cubicBezTo>
                <a:cubicBezTo>
                  <a:pt x="168582" y="95323"/>
                  <a:pt x="166761" y="87291"/>
                  <a:pt x="166761" y="78080"/>
                </a:cubicBezTo>
                <a:close/>
                <a:moveTo>
                  <a:pt x="264280" y="77918"/>
                </a:moveTo>
                <a:cubicBezTo>
                  <a:pt x="264280" y="68922"/>
                  <a:pt x="266100" y="61023"/>
                  <a:pt x="269741" y="54223"/>
                </a:cubicBezTo>
                <a:cubicBezTo>
                  <a:pt x="273383" y="47421"/>
                  <a:pt x="278389" y="42146"/>
                  <a:pt x="284761" y="38397"/>
                </a:cubicBezTo>
                <a:cubicBezTo>
                  <a:pt x="291135" y="34648"/>
                  <a:pt x="298231" y="32773"/>
                  <a:pt x="306049" y="32773"/>
                </a:cubicBezTo>
                <a:cubicBezTo>
                  <a:pt x="313762" y="32773"/>
                  <a:pt x="320456" y="34433"/>
                  <a:pt x="326131" y="37754"/>
                </a:cubicBezTo>
                <a:cubicBezTo>
                  <a:pt x="331809" y="41075"/>
                  <a:pt x="336040" y="45252"/>
                  <a:pt x="338825" y="50286"/>
                </a:cubicBezTo>
                <a:lnTo>
                  <a:pt x="338825" y="34219"/>
                </a:lnTo>
                <a:lnTo>
                  <a:pt x="353604" y="34219"/>
                </a:lnTo>
                <a:lnTo>
                  <a:pt x="353604" y="122260"/>
                </a:lnTo>
                <a:lnTo>
                  <a:pt x="338825" y="122260"/>
                </a:lnTo>
                <a:lnTo>
                  <a:pt x="338825" y="105872"/>
                </a:lnTo>
                <a:cubicBezTo>
                  <a:pt x="335932" y="111013"/>
                  <a:pt x="331621" y="115271"/>
                  <a:pt x="325891" y="118646"/>
                </a:cubicBezTo>
                <a:cubicBezTo>
                  <a:pt x="320161" y="122019"/>
                  <a:pt x="313494" y="123706"/>
                  <a:pt x="305890" y="123706"/>
                </a:cubicBezTo>
                <a:cubicBezTo>
                  <a:pt x="298072" y="123706"/>
                  <a:pt x="291003" y="121778"/>
                  <a:pt x="284683" y="117923"/>
                </a:cubicBezTo>
                <a:cubicBezTo>
                  <a:pt x="278363" y="114066"/>
                  <a:pt x="273383" y="108657"/>
                  <a:pt x="269741" y="101697"/>
                </a:cubicBezTo>
                <a:cubicBezTo>
                  <a:pt x="266100" y="94735"/>
                  <a:pt x="264280" y="86809"/>
                  <a:pt x="264280" y="77918"/>
                </a:cubicBezTo>
                <a:moveTo>
                  <a:pt x="338825" y="78080"/>
                </a:moveTo>
                <a:cubicBezTo>
                  <a:pt x="338825" y="71438"/>
                  <a:pt x="337486" y="65655"/>
                  <a:pt x="334807" y="60729"/>
                </a:cubicBezTo>
                <a:cubicBezTo>
                  <a:pt x="332130" y="55802"/>
                  <a:pt x="328515" y="52026"/>
                  <a:pt x="323962" y="49403"/>
                </a:cubicBezTo>
                <a:cubicBezTo>
                  <a:pt x="319410" y="46779"/>
                  <a:pt x="314404" y="45466"/>
                  <a:pt x="308942" y="45466"/>
                </a:cubicBezTo>
                <a:cubicBezTo>
                  <a:pt x="303480" y="45466"/>
                  <a:pt x="298500" y="46752"/>
                  <a:pt x="294001" y="49323"/>
                </a:cubicBezTo>
                <a:cubicBezTo>
                  <a:pt x="289503" y="51893"/>
                  <a:pt x="285915" y="55642"/>
                  <a:pt x="283236" y="60570"/>
                </a:cubicBezTo>
                <a:cubicBezTo>
                  <a:pt x="280560" y="65495"/>
                  <a:pt x="279221" y="71278"/>
                  <a:pt x="279221" y="77918"/>
                </a:cubicBezTo>
                <a:cubicBezTo>
                  <a:pt x="279221" y="84666"/>
                  <a:pt x="280560" y="90531"/>
                  <a:pt x="283236" y="95512"/>
                </a:cubicBezTo>
                <a:cubicBezTo>
                  <a:pt x="285915" y="100492"/>
                  <a:pt x="289503" y="104294"/>
                  <a:pt x="294001" y="106919"/>
                </a:cubicBezTo>
                <a:cubicBezTo>
                  <a:pt x="298500" y="109542"/>
                  <a:pt x="303480" y="110853"/>
                  <a:pt x="308942" y="110853"/>
                </a:cubicBezTo>
                <a:cubicBezTo>
                  <a:pt x="314404" y="110853"/>
                  <a:pt x="319410" y="109542"/>
                  <a:pt x="323962" y="106919"/>
                </a:cubicBezTo>
                <a:cubicBezTo>
                  <a:pt x="328515" y="104294"/>
                  <a:pt x="332130" y="100492"/>
                  <a:pt x="334807" y="95512"/>
                </a:cubicBezTo>
                <a:cubicBezTo>
                  <a:pt x="337486" y="90531"/>
                  <a:pt x="338825" y="84720"/>
                  <a:pt x="338825" y="78080"/>
                </a:cubicBezTo>
                <a:close/>
                <a:moveTo>
                  <a:pt x="392966" y="3373"/>
                </a:moveTo>
                <a:lnTo>
                  <a:pt x="392966" y="122260"/>
                </a:lnTo>
                <a:lnTo>
                  <a:pt x="378345" y="122260"/>
                </a:lnTo>
                <a:lnTo>
                  <a:pt x="378345" y="3373"/>
                </a:lnTo>
                <a:lnTo>
                  <a:pt x="392966" y="3373"/>
                </a:lnTo>
                <a:close/>
                <a:moveTo>
                  <a:pt x="425417" y="19923"/>
                </a:moveTo>
                <a:cubicBezTo>
                  <a:pt x="422633" y="19923"/>
                  <a:pt x="420278" y="18958"/>
                  <a:pt x="418349" y="17030"/>
                </a:cubicBezTo>
                <a:cubicBezTo>
                  <a:pt x="416421" y="15102"/>
                  <a:pt x="415456" y="12745"/>
                  <a:pt x="415456" y="9960"/>
                </a:cubicBezTo>
                <a:cubicBezTo>
                  <a:pt x="415456" y="7175"/>
                  <a:pt x="416421" y="4819"/>
                  <a:pt x="418349" y="2893"/>
                </a:cubicBezTo>
                <a:cubicBezTo>
                  <a:pt x="420278" y="964"/>
                  <a:pt x="422633" y="0"/>
                  <a:pt x="425417" y="0"/>
                </a:cubicBezTo>
                <a:cubicBezTo>
                  <a:pt x="428095" y="0"/>
                  <a:pt x="430372" y="964"/>
                  <a:pt x="432246" y="2893"/>
                </a:cubicBezTo>
                <a:cubicBezTo>
                  <a:pt x="434121" y="4819"/>
                  <a:pt x="435058" y="7175"/>
                  <a:pt x="435058" y="9960"/>
                </a:cubicBezTo>
                <a:cubicBezTo>
                  <a:pt x="435058" y="12745"/>
                  <a:pt x="434121" y="15102"/>
                  <a:pt x="432246" y="17030"/>
                </a:cubicBezTo>
                <a:cubicBezTo>
                  <a:pt x="430372" y="18958"/>
                  <a:pt x="428095" y="19923"/>
                  <a:pt x="425417" y="19923"/>
                </a:cubicBezTo>
                <a:moveTo>
                  <a:pt x="432486" y="34219"/>
                </a:moveTo>
                <a:lnTo>
                  <a:pt x="432486" y="122260"/>
                </a:lnTo>
                <a:lnTo>
                  <a:pt x="417866" y="122260"/>
                </a:lnTo>
                <a:lnTo>
                  <a:pt x="417866" y="34219"/>
                </a:lnTo>
                <a:lnTo>
                  <a:pt x="432486" y="34219"/>
                </a:lnTo>
                <a:close/>
                <a:moveTo>
                  <a:pt x="468314" y="110211"/>
                </a:moveTo>
                <a:lnTo>
                  <a:pt x="511530" y="110211"/>
                </a:lnTo>
                <a:lnTo>
                  <a:pt x="511530" y="122260"/>
                </a:lnTo>
                <a:lnTo>
                  <a:pt x="451605" y="122260"/>
                </a:lnTo>
                <a:lnTo>
                  <a:pt x="451605" y="110211"/>
                </a:lnTo>
                <a:lnTo>
                  <a:pt x="494340" y="46109"/>
                </a:lnTo>
                <a:lnTo>
                  <a:pt x="451926" y="46109"/>
                </a:lnTo>
                <a:lnTo>
                  <a:pt x="451926" y="34219"/>
                </a:lnTo>
                <a:lnTo>
                  <a:pt x="511209" y="34219"/>
                </a:lnTo>
                <a:lnTo>
                  <a:pt x="511209" y="46109"/>
                </a:lnTo>
                <a:lnTo>
                  <a:pt x="468314" y="110211"/>
                </a:lnTo>
                <a:close/>
                <a:moveTo>
                  <a:pt x="610814" y="74866"/>
                </a:moveTo>
                <a:cubicBezTo>
                  <a:pt x="610814" y="77651"/>
                  <a:pt x="610654" y="80596"/>
                  <a:pt x="610334" y="83701"/>
                </a:cubicBezTo>
                <a:lnTo>
                  <a:pt x="539966" y="83701"/>
                </a:lnTo>
                <a:cubicBezTo>
                  <a:pt x="540502" y="92378"/>
                  <a:pt x="543474" y="99152"/>
                  <a:pt x="548882" y="104026"/>
                </a:cubicBezTo>
                <a:cubicBezTo>
                  <a:pt x="554291" y="108899"/>
                  <a:pt x="560851" y="111336"/>
                  <a:pt x="568562" y="111336"/>
                </a:cubicBezTo>
                <a:cubicBezTo>
                  <a:pt x="574881" y="111336"/>
                  <a:pt x="580156" y="109864"/>
                  <a:pt x="584386" y="106919"/>
                </a:cubicBezTo>
                <a:cubicBezTo>
                  <a:pt x="588617" y="103972"/>
                  <a:pt x="591590" y="100035"/>
                  <a:pt x="593304" y="95108"/>
                </a:cubicBezTo>
                <a:lnTo>
                  <a:pt x="609047" y="95108"/>
                </a:lnTo>
                <a:cubicBezTo>
                  <a:pt x="606692" y="103570"/>
                  <a:pt x="601979" y="110452"/>
                  <a:pt x="594910" y="115753"/>
                </a:cubicBezTo>
                <a:cubicBezTo>
                  <a:pt x="587841" y="121055"/>
                  <a:pt x="579059" y="123706"/>
                  <a:pt x="568562" y="123706"/>
                </a:cubicBezTo>
                <a:cubicBezTo>
                  <a:pt x="560207" y="123706"/>
                  <a:pt x="552737" y="121831"/>
                  <a:pt x="546151" y="118082"/>
                </a:cubicBezTo>
                <a:cubicBezTo>
                  <a:pt x="539565" y="114333"/>
                  <a:pt x="534397" y="109005"/>
                  <a:pt x="530648" y="102097"/>
                </a:cubicBezTo>
                <a:cubicBezTo>
                  <a:pt x="526899" y="95189"/>
                  <a:pt x="525025" y="87183"/>
                  <a:pt x="525025" y="78080"/>
                </a:cubicBezTo>
                <a:cubicBezTo>
                  <a:pt x="525025" y="68976"/>
                  <a:pt x="526845" y="60996"/>
                  <a:pt x="530486" y="54142"/>
                </a:cubicBezTo>
                <a:cubicBezTo>
                  <a:pt x="534127" y="47286"/>
                  <a:pt x="539241" y="42011"/>
                  <a:pt x="545827" y="38316"/>
                </a:cubicBezTo>
                <a:cubicBezTo>
                  <a:pt x="552415" y="34621"/>
                  <a:pt x="559993" y="32773"/>
                  <a:pt x="568562" y="32773"/>
                </a:cubicBezTo>
                <a:cubicBezTo>
                  <a:pt x="576916" y="32773"/>
                  <a:pt x="584306" y="34594"/>
                  <a:pt x="590732" y="38237"/>
                </a:cubicBezTo>
                <a:cubicBezTo>
                  <a:pt x="597158" y="41878"/>
                  <a:pt x="602112" y="46886"/>
                  <a:pt x="605593" y="53259"/>
                </a:cubicBezTo>
                <a:cubicBezTo>
                  <a:pt x="609074" y="59632"/>
                  <a:pt x="610814" y="66834"/>
                  <a:pt x="610814" y="74866"/>
                </a:cubicBezTo>
                <a:moveTo>
                  <a:pt x="595714" y="71814"/>
                </a:moveTo>
                <a:cubicBezTo>
                  <a:pt x="595714" y="66245"/>
                  <a:pt x="594481" y="61452"/>
                  <a:pt x="592017" y="57437"/>
                </a:cubicBezTo>
                <a:cubicBezTo>
                  <a:pt x="589554" y="53420"/>
                  <a:pt x="586207" y="50367"/>
                  <a:pt x="581976" y="48278"/>
                </a:cubicBezTo>
                <a:cubicBezTo>
                  <a:pt x="577746" y="46190"/>
                  <a:pt x="573061" y="45145"/>
                  <a:pt x="567919" y="45145"/>
                </a:cubicBezTo>
                <a:cubicBezTo>
                  <a:pt x="560529" y="45145"/>
                  <a:pt x="554236" y="47502"/>
                  <a:pt x="549041" y="52215"/>
                </a:cubicBezTo>
                <a:cubicBezTo>
                  <a:pt x="543847" y="56927"/>
                  <a:pt x="540875" y="63460"/>
                  <a:pt x="540125" y="71814"/>
                </a:cubicBezTo>
                <a:lnTo>
                  <a:pt x="595714" y="71814"/>
                </a:lnTo>
                <a:close/>
                <a:moveTo>
                  <a:pt x="690822" y="46268"/>
                </a:moveTo>
                <a:lnTo>
                  <a:pt x="690822" y="98162"/>
                </a:lnTo>
                <a:cubicBezTo>
                  <a:pt x="690822" y="102446"/>
                  <a:pt x="691733" y="105471"/>
                  <a:pt x="693553" y="107240"/>
                </a:cubicBezTo>
                <a:cubicBezTo>
                  <a:pt x="695374" y="109006"/>
                  <a:pt x="698534" y="109890"/>
                  <a:pt x="703033" y="109890"/>
                </a:cubicBezTo>
                <a:lnTo>
                  <a:pt x="713795" y="109890"/>
                </a:lnTo>
                <a:lnTo>
                  <a:pt x="713795" y="122260"/>
                </a:lnTo>
                <a:lnTo>
                  <a:pt x="700621" y="122260"/>
                </a:lnTo>
                <a:cubicBezTo>
                  <a:pt x="692482" y="122260"/>
                  <a:pt x="686377" y="120385"/>
                  <a:pt x="682306" y="116636"/>
                </a:cubicBezTo>
                <a:cubicBezTo>
                  <a:pt x="678237" y="112887"/>
                  <a:pt x="676202" y="106729"/>
                  <a:pt x="676202" y="98162"/>
                </a:cubicBezTo>
                <a:lnTo>
                  <a:pt x="676202" y="46268"/>
                </a:lnTo>
                <a:lnTo>
                  <a:pt x="664796" y="46268"/>
                </a:lnTo>
                <a:lnTo>
                  <a:pt x="664796" y="34219"/>
                </a:lnTo>
                <a:lnTo>
                  <a:pt x="676202" y="34219"/>
                </a:lnTo>
                <a:lnTo>
                  <a:pt x="676202" y="12049"/>
                </a:lnTo>
                <a:lnTo>
                  <a:pt x="690822" y="12049"/>
                </a:lnTo>
                <a:lnTo>
                  <a:pt x="690822" y="34219"/>
                </a:lnTo>
                <a:lnTo>
                  <a:pt x="713795" y="34219"/>
                </a:lnTo>
                <a:lnTo>
                  <a:pt x="713795" y="46268"/>
                </a:lnTo>
                <a:lnTo>
                  <a:pt x="690822" y="46268"/>
                </a:lnTo>
                <a:close/>
                <a:moveTo>
                  <a:pt x="769864" y="123706"/>
                </a:moveTo>
                <a:cubicBezTo>
                  <a:pt x="761617" y="123706"/>
                  <a:pt x="754147" y="121831"/>
                  <a:pt x="747453" y="118082"/>
                </a:cubicBezTo>
                <a:cubicBezTo>
                  <a:pt x="740759" y="114333"/>
                  <a:pt x="735511" y="109005"/>
                  <a:pt x="731708" y="102097"/>
                </a:cubicBezTo>
                <a:cubicBezTo>
                  <a:pt x="727906" y="95189"/>
                  <a:pt x="726006" y="87183"/>
                  <a:pt x="726006" y="78080"/>
                </a:cubicBezTo>
                <a:cubicBezTo>
                  <a:pt x="726006" y="69083"/>
                  <a:pt x="727960" y="61131"/>
                  <a:pt x="731869" y="54223"/>
                </a:cubicBezTo>
                <a:cubicBezTo>
                  <a:pt x="735779" y="47313"/>
                  <a:pt x="741107" y="42011"/>
                  <a:pt x="747855" y="38316"/>
                </a:cubicBezTo>
                <a:cubicBezTo>
                  <a:pt x="754603" y="34621"/>
                  <a:pt x="762154" y="32773"/>
                  <a:pt x="770509" y="32773"/>
                </a:cubicBezTo>
                <a:cubicBezTo>
                  <a:pt x="778861" y="32773"/>
                  <a:pt x="786412" y="34621"/>
                  <a:pt x="793160" y="38316"/>
                </a:cubicBezTo>
                <a:cubicBezTo>
                  <a:pt x="799908" y="42011"/>
                  <a:pt x="805236" y="47286"/>
                  <a:pt x="809145" y="54142"/>
                </a:cubicBezTo>
                <a:cubicBezTo>
                  <a:pt x="813055" y="60996"/>
                  <a:pt x="815009" y="68976"/>
                  <a:pt x="815009" y="78080"/>
                </a:cubicBezTo>
                <a:cubicBezTo>
                  <a:pt x="815009" y="87183"/>
                  <a:pt x="813001" y="95189"/>
                  <a:pt x="808984" y="102097"/>
                </a:cubicBezTo>
                <a:cubicBezTo>
                  <a:pt x="804968" y="109005"/>
                  <a:pt x="799533" y="114333"/>
                  <a:pt x="792677" y="118082"/>
                </a:cubicBezTo>
                <a:cubicBezTo>
                  <a:pt x="785823" y="121831"/>
                  <a:pt x="778218" y="123706"/>
                  <a:pt x="769864" y="123706"/>
                </a:cubicBezTo>
                <a:moveTo>
                  <a:pt x="769864" y="110853"/>
                </a:moveTo>
                <a:cubicBezTo>
                  <a:pt x="775113" y="110853"/>
                  <a:pt x="780041" y="109622"/>
                  <a:pt x="784646" y="107159"/>
                </a:cubicBezTo>
                <a:cubicBezTo>
                  <a:pt x="789251" y="104694"/>
                  <a:pt x="792973" y="100999"/>
                  <a:pt x="795810" y="96073"/>
                </a:cubicBezTo>
                <a:cubicBezTo>
                  <a:pt x="798649" y="91146"/>
                  <a:pt x="800068" y="85148"/>
                  <a:pt x="800068" y="78080"/>
                </a:cubicBezTo>
                <a:cubicBezTo>
                  <a:pt x="800068" y="71010"/>
                  <a:pt x="798675" y="65012"/>
                  <a:pt x="795891" y="60087"/>
                </a:cubicBezTo>
                <a:cubicBezTo>
                  <a:pt x="793106" y="55159"/>
                  <a:pt x="789464" y="51491"/>
                  <a:pt x="784965" y="49082"/>
                </a:cubicBezTo>
                <a:cubicBezTo>
                  <a:pt x="780467" y="46672"/>
                  <a:pt x="775595" y="45466"/>
                  <a:pt x="770347" y="45466"/>
                </a:cubicBezTo>
                <a:cubicBezTo>
                  <a:pt x="764991" y="45466"/>
                  <a:pt x="760091" y="46672"/>
                  <a:pt x="755646" y="49082"/>
                </a:cubicBezTo>
                <a:cubicBezTo>
                  <a:pt x="751202" y="51491"/>
                  <a:pt x="747641" y="55159"/>
                  <a:pt x="744962" y="60087"/>
                </a:cubicBezTo>
                <a:cubicBezTo>
                  <a:pt x="742286" y="65012"/>
                  <a:pt x="740947" y="71010"/>
                  <a:pt x="740947" y="78080"/>
                </a:cubicBezTo>
                <a:cubicBezTo>
                  <a:pt x="740947" y="85256"/>
                  <a:pt x="742259" y="91308"/>
                  <a:pt x="744882" y="96235"/>
                </a:cubicBezTo>
                <a:cubicBezTo>
                  <a:pt x="747506" y="101161"/>
                  <a:pt x="751014" y="104829"/>
                  <a:pt x="755406" y="107240"/>
                </a:cubicBezTo>
                <a:cubicBezTo>
                  <a:pt x="759797" y="109649"/>
                  <a:pt x="764616" y="110853"/>
                  <a:pt x="769864" y="1108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Text Edit">
            <a:extLst xmlns:a="http://schemas.openxmlformats.org/drawingml/2006/main">
              <a:ext uri="{FF2B5EF4-FFF2-40B4-BE49-F238E27FC236}">
                <a16:creationId xmlns:a16="http://schemas.microsoft.com/office/drawing/2014/main" id="{7CAF4F04-507D-4772-82F3-62CC5103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6250" y="1415563"/>
            <a:ext cx="271348" cy="123706"/>
          </a:xfrm>
          <a:custGeom xmlns:a="http://schemas.openxmlformats.org/drawingml/2006/main">
            <a:pathLst>
              <a:path w="271348" h="123706">
                <a:moveTo>
                  <a:pt x="14620" y="22171"/>
                </a:moveTo>
                <a:lnTo>
                  <a:pt x="14620" y="59604"/>
                </a:lnTo>
                <a:lnTo>
                  <a:pt x="55427" y="59604"/>
                </a:lnTo>
                <a:lnTo>
                  <a:pt x="55427" y="71652"/>
                </a:lnTo>
                <a:lnTo>
                  <a:pt x="14620" y="71652"/>
                </a:lnTo>
                <a:lnTo>
                  <a:pt x="14620" y="110211"/>
                </a:lnTo>
                <a:lnTo>
                  <a:pt x="60246" y="110211"/>
                </a:lnTo>
                <a:lnTo>
                  <a:pt x="60246" y="122260"/>
                </a:lnTo>
                <a:lnTo>
                  <a:pt x="0" y="122260"/>
                </a:lnTo>
                <a:lnTo>
                  <a:pt x="0" y="10122"/>
                </a:lnTo>
                <a:lnTo>
                  <a:pt x="60246" y="10122"/>
                </a:lnTo>
                <a:lnTo>
                  <a:pt x="60246" y="22171"/>
                </a:lnTo>
                <a:lnTo>
                  <a:pt x="14620" y="22171"/>
                </a:lnTo>
                <a:close/>
                <a:moveTo>
                  <a:pt x="76955" y="77918"/>
                </a:moveTo>
                <a:cubicBezTo>
                  <a:pt x="76955" y="68922"/>
                  <a:pt x="78776" y="61023"/>
                  <a:pt x="82417" y="54223"/>
                </a:cubicBezTo>
                <a:cubicBezTo>
                  <a:pt x="86058" y="47421"/>
                  <a:pt x="91065" y="42146"/>
                  <a:pt x="97437" y="38397"/>
                </a:cubicBezTo>
                <a:cubicBezTo>
                  <a:pt x="103810" y="34648"/>
                  <a:pt x="110960" y="32773"/>
                  <a:pt x="118887" y="32773"/>
                </a:cubicBezTo>
                <a:cubicBezTo>
                  <a:pt x="125741" y="32773"/>
                  <a:pt x="132113" y="34353"/>
                  <a:pt x="138003" y="37514"/>
                </a:cubicBezTo>
                <a:cubicBezTo>
                  <a:pt x="143894" y="40673"/>
                  <a:pt x="148393" y="44823"/>
                  <a:pt x="151500" y="49965"/>
                </a:cubicBezTo>
                <a:lnTo>
                  <a:pt x="151500" y="3373"/>
                </a:lnTo>
                <a:lnTo>
                  <a:pt x="166280" y="3373"/>
                </a:lnTo>
                <a:lnTo>
                  <a:pt x="166280" y="122260"/>
                </a:lnTo>
                <a:lnTo>
                  <a:pt x="151500" y="122260"/>
                </a:lnTo>
                <a:lnTo>
                  <a:pt x="151500" y="105712"/>
                </a:lnTo>
                <a:cubicBezTo>
                  <a:pt x="148608" y="110960"/>
                  <a:pt x="144323" y="115271"/>
                  <a:pt x="138645" y="118646"/>
                </a:cubicBezTo>
                <a:cubicBezTo>
                  <a:pt x="132969" y="122019"/>
                  <a:pt x="126329" y="123706"/>
                  <a:pt x="118725" y="123706"/>
                </a:cubicBezTo>
                <a:cubicBezTo>
                  <a:pt x="110906" y="123706"/>
                  <a:pt x="103810" y="121778"/>
                  <a:pt x="97437" y="117923"/>
                </a:cubicBezTo>
                <a:cubicBezTo>
                  <a:pt x="91065" y="114066"/>
                  <a:pt x="86058" y="108657"/>
                  <a:pt x="82417" y="101697"/>
                </a:cubicBezTo>
                <a:cubicBezTo>
                  <a:pt x="78776" y="94735"/>
                  <a:pt x="76955" y="86809"/>
                  <a:pt x="76955" y="77918"/>
                </a:cubicBezTo>
                <a:moveTo>
                  <a:pt x="151500" y="78080"/>
                </a:moveTo>
                <a:cubicBezTo>
                  <a:pt x="151500" y="71438"/>
                  <a:pt x="150161" y="65655"/>
                  <a:pt x="147482" y="60729"/>
                </a:cubicBezTo>
                <a:cubicBezTo>
                  <a:pt x="144805" y="55802"/>
                  <a:pt x="141190" y="52026"/>
                  <a:pt x="136637" y="49403"/>
                </a:cubicBezTo>
                <a:cubicBezTo>
                  <a:pt x="132086" y="46779"/>
                  <a:pt x="127079" y="45466"/>
                  <a:pt x="121617" y="45466"/>
                </a:cubicBezTo>
                <a:cubicBezTo>
                  <a:pt x="116156" y="45466"/>
                  <a:pt x="111175" y="46752"/>
                  <a:pt x="106676" y="49323"/>
                </a:cubicBezTo>
                <a:cubicBezTo>
                  <a:pt x="102179" y="51893"/>
                  <a:pt x="98591" y="55642"/>
                  <a:pt x="95912" y="60570"/>
                </a:cubicBezTo>
                <a:cubicBezTo>
                  <a:pt x="93235" y="65495"/>
                  <a:pt x="91897" y="71278"/>
                  <a:pt x="91897" y="77918"/>
                </a:cubicBezTo>
                <a:cubicBezTo>
                  <a:pt x="91897" y="84666"/>
                  <a:pt x="93235" y="90531"/>
                  <a:pt x="95912" y="95512"/>
                </a:cubicBezTo>
                <a:cubicBezTo>
                  <a:pt x="98591" y="100492"/>
                  <a:pt x="102179" y="104294"/>
                  <a:pt x="106676" y="106919"/>
                </a:cubicBezTo>
                <a:cubicBezTo>
                  <a:pt x="111175" y="109542"/>
                  <a:pt x="116156" y="110853"/>
                  <a:pt x="121617" y="110853"/>
                </a:cubicBezTo>
                <a:cubicBezTo>
                  <a:pt x="127079" y="110853"/>
                  <a:pt x="132086" y="109542"/>
                  <a:pt x="136637" y="106919"/>
                </a:cubicBezTo>
                <a:cubicBezTo>
                  <a:pt x="141190" y="104294"/>
                  <a:pt x="144805" y="100492"/>
                  <a:pt x="147482" y="95512"/>
                </a:cubicBezTo>
                <a:cubicBezTo>
                  <a:pt x="150161" y="90531"/>
                  <a:pt x="151500" y="84720"/>
                  <a:pt x="151500" y="78080"/>
                </a:cubicBezTo>
                <a:close/>
                <a:moveTo>
                  <a:pt x="198570" y="19923"/>
                </a:moveTo>
                <a:cubicBezTo>
                  <a:pt x="195787" y="19923"/>
                  <a:pt x="193431" y="18958"/>
                  <a:pt x="191503" y="17030"/>
                </a:cubicBezTo>
                <a:cubicBezTo>
                  <a:pt x="189574" y="15102"/>
                  <a:pt x="188610" y="12745"/>
                  <a:pt x="188610" y="9960"/>
                </a:cubicBezTo>
                <a:cubicBezTo>
                  <a:pt x="188610" y="7175"/>
                  <a:pt x="189574" y="4819"/>
                  <a:pt x="191503" y="2893"/>
                </a:cubicBezTo>
                <a:cubicBezTo>
                  <a:pt x="193431" y="964"/>
                  <a:pt x="195787" y="0"/>
                  <a:pt x="198570" y="0"/>
                </a:cubicBezTo>
                <a:cubicBezTo>
                  <a:pt x="201249" y="0"/>
                  <a:pt x="203525" y="964"/>
                  <a:pt x="205400" y="2893"/>
                </a:cubicBezTo>
                <a:cubicBezTo>
                  <a:pt x="207274" y="4819"/>
                  <a:pt x="208212" y="7175"/>
                  <a:pt x="208212" y="9960"/>
                </a:cubicBezTo>
                <a:cubicBezTo>
                  <a:pt x="208212" y="12745"/>
                  <a:pt x="207274" y="15102"/>
                  <a:pt x="205400" y="17030"/>
                </a:cubicBezTo>
                <a:cubicBezTo>
                  <a:pt x="203525" y="18958"/>
                  <a:pt x="201249" y="19923"/>
                  <a:pt x="198570" y="19923"/>
                </a:cubicBezTo>
                <a:moveTo>
                  <a:pt x="205640" y="34219"/>
                </a:moveTo>
                <a:lnTo>
                  <a:pt x="205640" y="122260"/>
                </a:lnTo>
                <a:lnTo>
                  <a:pt x="191020" y="122260"/>
                </a:lnTo>
                <a:lnTo>
                  <a:pt x="191020" y="34219"/>
                </a:lnTo>
                <a:lnTo>
                  <a:pt x="205640" y="34219"/>
                </a:lnTo>
                <a:close/>
                <a:moveTo>
                  <a:pt x="248375" y="46268"/>
                </a:moveTo>
                <a:lnTo>
                  <a:pt x="248375" y="98162"/>
                </a:lnTo>
                <a:cubicBezTo>
                  <a:pt x="248375" y="102446"/>
                  <a:pt x="249286" y="105471"/>
                  <a:pt x="251106" y="107240"/>
                </a:cubicBezTo>
                <a:cubicBezTo>
                  <a:pt x="252927" y="109006"/>
                  <a:pt x="256087" y="109890"/>
                  <a:pt x="260586" y="109890"/>
                </a:cubicBezTo>
                <a:lnTo>
                  <a:pt x="271348" y="109890"/>
                </a:lnTo>
                <a:lnTo>
                  <a:pt x="271348" y="122260"/>
                </a:lnTo>
                <a:lnTo>
                  <a:pt x="258174" y="122260"/>
                </a:lnTo>
                <a:cubicBezTo>
                  <a:pt x="250035" y="122260"/>
                  <a:pt x="243930" y="120385"/>
                  <a:pt x="239859" y="116636"/>
                </a:cubicBezTo>
                <a:cubicBezTo>
                  <a:pt x="235790" y="112887"/>
                  <a:pt x="233755" y="106729"/>
                  <a:pt x="233755" y="98162"/>
                </a:cubicBezTo>
                <a:lnTo>
                  <a:pt x="233755" y="46268"/>
                </a:lnTo>
                <a:lnTo>
                  <a:pt x="222349" y="46268"/>
                </a:lnTo>
                <a:lnTo>
                  <a:pt x="222349" y="34219"/>
                </a:lnTo>
                <a:lnTo>
                  <a:pt x="233755" y="34219"/>
                </a:lnTo>
                <a:lnTo>
                  <a:pt x="233755" y="12049"/>
                </a:lnTo>
                <a:lnTo>
                  <a:pt x="248375" y="12049"/>
                </a:lnTo>
                <a:lnTo>
                  <a:pt x="248375" y="34219"/>
                </a:lnTo>
                <a:lnTo>
                  <a:pt x="271348" y="34219"/>
                </a:lnTo>
                <a:lnTo>
                  <a:pt x="271348" y="46268"/>
                </a:lnTo>
                <a:lnTo>
                  <a:pt x="248375" y="462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Text Locations">
            <a:extLst xmlns:a="http://schemas.openxmlformats.org/drawingml/2006/main">
              <a:ext uri="{FF2B5EF4-FFF2-40B4-BE49-F238E27FC236}">
                <a16:creationId xmlns:a16="http://schemas.microsoft.com/office/drawing/2014/main" id="{B2396602-E0FD-474B-A7FB-13F82D72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6250" y="1608350"/>
            <a:ext cx="745283" cy="123706"/>
          </a:xfrm>
          <a:custGeom xmlns:a="http://schemas.openxmlformats.org/drawingml/2006/main">
            <a:pathLst>
              <a:path w="745283" h="123706">
                <a:moveTo>
                  <a:pt x="14620" y="110370"/>
                </a:moveTo>
                <a:lnTo>
                  <a:pt x="53821" y="110370"/>
                </a:lnTo>
                <a:lnTo>
                  <a:pt x="53821" y="122260"/>
                </a:lnTo>
                <a:lnTo>
                  <a:pt x="0" y="122260"/>
                </a:lnTo>
                <a:lnTo>
                  <a:pt x="0" y="10281"/>
                </a:lnTo>
                <a:lnTo>
                  <a:pt x="14620" y="10281"/>
                </a:lnTo>
                <a:lnTo>
                  <a:pt x="14620" y="110370"/>
                </a:lnTo>
                <a:close/>
                <a:moveTo>
                  <a:pt x="107800" y="123706"/>
                </a:moveTo>
                <a:cubicBezTo>
                  <a:pt x="99553" y="123706"/>
                  <a:pt x="92083" y="121831"/>
                  <a:pt x="85389" y="118082"/>
                </a:cubicBezTo>
                <a:cubicBezTo>
                  <a:pt x="78695" y="114333"/>
                  <a:pt x="73446" y="109005"/>
                  <a:pt x="69643" y="102097"/>
                </a:cubicBezTo>
                <a:cubicBezTo>
                  <a:pt x="65842" y="95189"/>
                  <a:pt x="63941" y="87183"/>
                  <a:pt x="63941" y="78080"/>
                </a:cubicBezTo>
                <a:cubicBezTo>
                  <a:pt x="63941" y="69083"/>
                  <a:pt x="65896" y="61131"/>
                  <a:pt x="69805" y="54223"/>
                </a:cubicBezTo>
                <a:cubicBezTo>
                  <a:pt x="73714" y="47313"/>
                  <a:pt x="79043" y="42011"/>
                  <a:pt x="85791" y="38316"/>
                </a:cubicBezTo>
                <a:cubicBezTo>
                  <a:pt x="92539" y="34621"/>
                  <a:pt x="100090" y="32773"/>
                  <a:pt x="108444" y="32773"/>
                </a:cubicBezTo>
                <a:cubicBezTo>
                  <a:pt x="116797" y="32773"/>
                  <a:pt x="124347" y="34621"/>
                  <a:pt x="131095" y="38316"/>
                </a:cubicBezTo>
                <a:cubicBezTo>
                  <a:pt x="137843" y="42011"/>
                  <a:pt x="143172" y="47286"/>
                  <a:pt x="147081" y="54142"/>
                </a:cubicBezTo>
                <a:cubicBezTo>
                  <a:pt x="150990" y="60996"/>
                  <a:pt x="152945" y="68976"/>
                  <a:pt x="152945" y="78080"/>
                </a:cubicBezTo>
                <a:cubicBezTo>
                  <a:pt x="152945" y="87183"/>
                  <a:pt x="150936" y="95189"/>
                  <a:pt x="146919" y="102097"/>
                </a:cubicBezTo>
                <a:cubicBezTo>
                  <a:pt x="142904" y="109005"/>
                  <a:pt x="137468" y="114333"/>
                  <a:pt x="130612" y="118082"/>
                </a:cubicBezTo>
                <a:cubicBezTo>
                  <a:pt x="123758" y="121831"/>
                  <a:pt x="116154" y="123706"/>
                  <a:pt x="107800" y="123706"/>
                </a:cubicBezTo>
                <a:moveTo>
                  <a:pt x="107800" y="110853"/>
                </a:moveTo>
                <a:cubicBezTo>
                  <a:pt x="113049" y="110853"/>
                  <a:pt x="117976" y="109622"/>
                  <a:pt x="122582" y="107159"/>
                </a:cubicBezTo>
                <a:cubicBezTo>
                  <a:pt x="127187" y="104694"/>
                  <a:pt x="130908" y="100999"/>
                  <a:pt x="133745" y="96073"/>
                </a:cubicBezTo>
                <a:cubicBezTo>
                  <a:pt x="136584" y="91146"/>
                  <a:pt x="138003" y="85148"/>
                  <a:pt x="138003" y="78080"/>
                </a:cubicBezTo>
                <a:cubicBezTo>
                  <a:pt x="138003" y="71010"/>
                  <a:pt x="136611" y="65012"/>
                  <a:pt x="133826" y="60087"/>
                </a:cubicBezTo>
                <a:cubicBezTo>
                  <a:pt x="131041" y="55159"/>
                  <a:pt x="127399" y="51491"/>
                  <a:pt x="122900" y="49082"/>
                </a:cubicBezTo>
                <a:cubicBezTo>
                  <a:pt x="118403" y="46672"/>
                  <a:pt x="113530" y="45466"/>
                  <a:pt x="108282" y="45466"/>
                </a:cubicBezTo>
                <a:cubicBezTo>
                  <a:pt x="102927" y="45466"/>
                  <a:pt x="98027" y="46672"/>
                  <a:pt x="93581" y="49082"/>
                </a:cubicBezTo>
                <a:cubicBezTo>
                  <a:pt x="89138" y="51491"/>
                  <a:pt x="85577" y="55159"/>
                  <a:pt x="82898" y="60087"/>
                </a:cubicBezTo>
                <a:cubicBezTo>
                  <a:pt x="80221" y="65012"/>
                  <a:pt x="78883" y="71010"/>
                  <a:pt x="78883" y="78080"/>
                </a:cubicBezTo>
                <a:cubicBezTo>
                  <a:pt x="78883" y="85256"/>
                  <a:pt x="80194" y="91308"/>
                  <a:pt x="82817" y="96235"/>
                </a:cubicBezTo>
                <a:cubicBezTo>
                  <a:pt x="85442" y="101161"/>
                  <a:pt x="88950" y="104829"/>
                  <a:pt x="93341" y="107240"/>
                </a:cubicBezTo>
                <a:cubicBezTo>
                  <a:pt x="97732" y="109649"/>
                  <a:pt x="102552" y="110853"/>
                  <a:pt x="107800" y="110853"/>
                </a:cubicBezTo>
                <a:close/>
                <a:moveTo>
                  <a:pt x="166761" y="78080"/>
                </a:moveTo>
                <a:cubicBezTo>
                  <a:pt x="166761" y="68976"/>
                  <a:pt x="168582" y="61023"/>
                  <a:pt x="172223" y="54223"/>
                </a:cubicBezTo>
                <a:cubicBezTo>
                  <a:pt x="175864" y="47421"/>
                  <a:pt x="180925" y="42146"/>
                  <a:pt x="187405" y="38397"/>
                </a:cubicBezTo>
                <a:cubicBezTo>
                  <a:pt x="193884" y="34648"/>
                  <a:pt x="201302" y="32773"/>
                  <a:pt x="209656" y="32773"/>
                </a:cubicBezTo>
                <a:cubicBezTo>
                  <a:pt x="220473" y="32773"/>
                  <a:pt x="229390" y="35398"/>
                  <a:pt x="236406" y="40647"/>
                </a:cubicBezTo>
                <a:cubicBezTo>
                  <a:pt x="243422" y="45895"/>
                  <a:pt x="248054" y="53178"/>
                  <a:pt x="250303" y="62496"/>
                </a:cubicBezTo>
                <a:lnTo>
                  <a:pt x="234558" y="62496"/>
                </a:lnTo>
                <a:cubicBezTo>
                  <a:pt x="233059" y="57141"/>
                  <a:pt x="230140" y="52911"/>
                  <a:pt x="225801" y="49805"/>
                </a:cubicBezTo>
                <a:cubicBezTo>
                  <a:pt x="221464" y="46699"/>
                  <a:pt x="216082" y="45145"/>
                  <a:pt x="209656" y="45145"/>
                </a:cubicBezTo>
                <a:cubicBezTo>
                  <a:pt x="201302" y="45145"/>
                  <a:pt x="194554" y="48010"/>
                  <a:pt x="189412" y="53740"/>
                </a:cubicBezTo>
                <a:cubicBezTo>
                  <a:pt x="184272" y="59470"/>
                  <a:pt x="181703" y="67583"/>
                  <a:pt x="181703" y="78080"/>
                </a:cubicBezTo>
                <a:cubicBezTo>
                  <a:pt x="181703" y="88683"/>
                  <a:pt x="184272" y="96877"/>
                  <a:pt x="189412" y="102660"/>
                </a:cubicBezTo>
                <a:cubicBezTo>
                  <a:pt x="194554" y="108444"/>
                  <a:pt x="201302" y="111336"/>
                  <a:pt x="209656" y="111336"/>
                </a:cubicBezTo>
                <a:cubicBezTo>
                  <a:pt x="216082" y="111336"/>
                  <a:pt x="221437" y="109837"/>
                  <a:pt x="225720" y="106838"/>
                </a:cubicBezTo>
                <a:cubicBezTo>
                  <a:pt x="230005" y="103839"/>
                  <a:pt x="232951" y="99555"/>
                  <a:pt x="234558" y="93985"/>
                </a:cubicBezTo>
                <a:lnTo>
                  <a:pt x="250303" y="93985"/>
                </a:lnTo>
                <a:cubicBezTo>
                  <a:pt x="247946" y="102982"/>
                  <a:pt x="243233" y="110185"/>
                  <a:pt x="236163" y="115594"/>
                </a:cubicBezTo>
                <a:cubicBezTo>
                  <a:pt x="229095" y="121002"/>
                  <a:pt x="220259" y="123706"/>
                  <a:pt x="209656" y="123706"/>
                </a:cubicBezTo>
                <a:cubicBezTo>
                  <a:pt x="201302" y="123706"/>
                  <a:pt x="193884" y="121831"/>
                  <a:pt x="187405" y="118082"/>
                </a:cubicBezTo>
                <a:cubicBezTo>
                  <a:pt x="180925" y="114333"/>
                  <a:pt x="175864" y="109032"/>
                  <a:pt x="172223" y="102178"/>
                </a:cubicBezTo>
                <a:cubicBezTo>
                  <a:pt x="168582" y="95323"/>
                  <a:pt x="166761" y="87291"/>
                  <a:pt x="166761" y="78080"/>
                </a:cubicBezTo>
                <a:close/>
                <a:moveTo>
                  <a:pt x="264280" y="77918"/>
                </a:moveTo>
                <a:cubicBezTo>
                  <a:pt x="264280" y="68922"/>
                  <a:pt x="266100" y="61023"/>
                  <a:pt x="269741" y="54223"/>
                </a:cubicBezTo>
                <a:cubicBezTo>
                  <a:pt x="273383" y="47421"/>
                  <a:pt x="278389" y="42146"/>
                  <a:pt x="284761" y="38397"/>
                </a:cubicBezTo>
                <a:cubicBezTo>
                  <a:pt x="291135" y="34648"/>
                  <a:pt x="298231" y="32773"/>
                  <a:pt x="306049" y="32773"/>
                </a:cubicBezTo>
                <a:cubicBezTo>
                  <a:pt x="313762" y="32773"/>
                  <a:pt x="320456" y="34433"/>
                  <a:pt x="326131" y="37754"/>
                </a:cubicBezTo>
                <a:cubicBezTo>
                  <a:pt x="331809" y="41075"/>
                  <a:pt x="336040" y="45252"/>
                  <a:pt x="338825" y="50286"/>
                </a:cubicBezTo>
                <a:lnTo>
                  <a:pt x="338825" y="34219"/>
                </a:lnTo>
                <a:lnTo>
                  <a:pt x="353604" y="34219"/>
                </a:lnTo>
                <a:lnTo>
                  <a:pt x="353604" y="122260"/>
                </a:lnTo>
                <a:lnTo>
                  <a:pt x="338825" y="122260"/>
                </a:lnTo>
                <a:lnTo>
                  <a:pt x="338825" y="105872"/>
                </a:lnTo>
                <a:cubicBezTo>
                  <a:pt x="335932" y="111013"/>
                  <a:pt x="331621" y="115271"/>
                  <a:pt x="325891" y="118646"/>
                </a:cubicBezTo>
                <a:cubicBezTo>
                  <a:pt x="320161" y="122019"/>
                  <a:pt x="313494" y="123706"/>
                  <a:pt x="305890" y="123706"/>
                </a:cubicBezTo>
                <a:cubicBezTo>
                  <a:pt x="298072" y="123706"/>
                  <a:pt x="291003" y="121778"/>
                  <a:pt x="284683" y="117923"/>
                </a:cubicBezTo>
                <a:cubicBezTo>
                  <a:pt x="278363" y="114066"/>
                  <a:pt x="273383" y="108657"/>
                  <a:pt x="269741" y="101697"/>
                </a:cubicBezTo>
                <a:cubicBezTo>
                  <a:pt x="266100" y="94735"/>
                  <a:pt x="264280" y="86809"/>
                  <a:pt x="264280" y="77918"/>
                </a:cubicBezTo>
                <a:moveTo>
                  <a:pt x="338825" y="78080"/>
                </a:moveTo>
                <a:cubicBezTo>
                  <a:pt x="338825" y="71438"/>
                  <a:pt x="337486" y="65655"/>
                  <a:pt x="334807" y="60729"/>
                </a:cubicBezTo>
                <a:cubicBezTo>
                  <a:pt x="332130" y="55802"/>
                  <a:pt x="328515" y="52026"/>
                  <a:pt x="323962" y="49403"/>
                </a:cubicBezTo>
                <a:cubicBezTo>
                  <a:pt x="319410" y="46779"/>
                  <a:pt x="314404" y="45466"/>
                  <a:pt x="308942" y="45466"/>
                </a:cubicBezTo>
                <a:cubicBezTo>
                  <a:pt x="303480" y="45466"/>
                  <a:pt x="298500" y="46752"/>
                  <a:pt x="294001" y="49323"/>
                </a:cubicBezTo>
                <a:cubicBezTo>
                  <a:pt x="289503" y="51893"/>
                  <a:pt x="285915" y="55642"/>
                  <a:pt x="283236" y="60570"/>
                </a:cubicBezTo>
                <a:cubicBezTo>
                  <a:pt x="280560" y="65495"/>
                  <a:pt x="279221" y="71278"/>
                  <a:pt x="279221" y="77918"/>
                </a:cubicBezTo>
                <a:cubicBezTo>
                  <a:pt x="279221" y="84666"/>
                  <a:pt x="280560" y="90531"/>
                  <a:pt x="283236" y="95512"/>
                </a:cubicBezTo>
                <a:cubicBezTo>
                  <a:pt x="285915" y="100492"/>
                  <a:pt x="289503" y="104294"/>
                  <a:pt x="294001" y="106919"/>
                </a:cubicBezTo>
                <a:cubicBezTo>
                  <a:pt x="298500" y="109542"/>
                  <a:pt x="303480" y="110853"/>
                  <a:pt x="308942" y="110853"/>
                </a:cubicBezTo>
                <a:cubicBezTo>
                  <a:pt x="314404" y="110853"/>
                  <a:pt x="319410" y="109542"/>
                  <a:pt x="323962" y="106919"/>
                </a:cubicBezTo>
                <a:cubicBezTo>
                  <a:pt x="328515" y="104294"/>
                  <a:pt x="332130" y="100492"/>
                  <a:pt x="334807" y="95512"/>
                </a:cubicBezTo>
                <a:cubicBezTo>
                  <a:pt x="337486" y="90531"/>
                  <a:pt x="338825" y="84720"/>
                  <a:pt x="338825" y="78080"/>
                </a:cubicBezTo>
                <a:close/>
                <a:moveTo>
                  <a:pt x="396179" y="46268"/>
                </a:moveTo>
                <a:lnTo>
                  <a:pt x="396179" y="98162"/>
                </a:lnTo>
                <a:cubicBezTo>
                  <a:pt x="396179" y="102446"/>
                  <a:pt x="397090" y="105471"/>
                  <a:pt x="398910" y="107240"/>
                </a:cubicBezTo>
                <a:cubicBezTo>
                  <a:pt x="400731" y="109006"/>
                  <a:pt x="403891" y="109890"/>
                  <a:pt x="408390" y="109890"/>
                </a:cubicBezTo>
                <a:lnTo>
                  <a:pt x="419152" y="109890"/>
                </a:lnTo>
                <a:lnTo>
                  <a:pt x="419152" y="122260"/>
                </a:lnTo>
                <a:lnTo>
                  <a:pt x="405978" y="122260"/>
                </a:lnTo>
                <a:cubicBezTo>
                  <a:pt x="397839" y="122260"/>
                  <a:pt x="391734" y="120385"/>
                  <a:pt x="387663" y="116636"/>
                </a:cubicBezTo>
                <a:cubicBezTo>
                  <a:pt x="383594" y="112887"/>
                  <a:pt x="381559" y="106729"/>
                  <a:pt x="381559" y="98162"/>
                </a:cubicBezTo>
                <a:lnTo>
                  <a:pt x="381559" y="46268"/>
                </a:lnTo>
                <a:lnTo>
                  <a:pt x="370153" y="46268"/>
                </a:lnTo>
                <a:lnTo>
                  <a:pt x="370153" y="34219"/>
                </a:lnTo>
                <a:lnTo>
                  <a:pt x="381559" y="34219"/>
                </a:lnTo>
                <a:lnTo>
                  <a:pt x="381559" y="12049"/>
                </a:lnTo>
                <a:lnTo>
                  <a:pt x="396179" y="12049"/>
                </a:lnTo>
                <a:lnTo>
                  <a:pt x="396179" y="34219"/>
                </a:lnTo>
                <a:lnTo>
                  <a:pt x="419152" y="34219"/>
                </a:lnTo>
                <a:lnTo>
                  <a:pt x="419152" y="46268"/>
                </a:lnTo>
                <a:lnTo>
                  <a:pt x="396179" y="46268"/>
                </a:lnTo>
                <a:close/>
                <a:moveTo>
                  <a:pt x="444375" y="19923"/>
                </a:moveTo>
                <a:cubicBezTo>
                  <a:pt x="441591" y="19923"/>
                  <a:pt x="439236" y="18958"/>
                  <a:pt x="437307" y="17030"/>
                </a:cubicBezTo>
                <a:cubicBezTo>
                  <a:pt x="435379" y="15102"/>
                  <a:pt x="434415" y="12745"/>
                  <a:pt x="434415" y="9960"/>
                </a:cubicBezTo>
                <a:cubicBezTo>
                  <a:pt x="434415" y="7175"/>
                  <a:pt x="435379" y="4819"/>
                  <a:pt x="437307" y="2893"/>
                </a:cubicBezTo>
                <a:cubicBezTo>
                  <a:pt x="439236" y="964"/>
                  <a:pt x="441591" y="0"/>
                  <a:pt x="444375" y="0"/>
                </a:cubicBezTo>
                <a:cubicBezTo>
                  <a:pt x="447053" y="0"/>
                  <a:pt x="449330" y="964"/>
                  <a:pt x="451204" y="2893"/>
                </a:cubicBezTo>
                <a:cubicBezTo>
                  <a:pt x="453079" y="4819"/>
                  <a:pt x="454016" y="7175"/>
                  <a:pt x="454016" y="9960"/>
                </a:cubicBezTo>
                <a:cubicBezTo>
                  <a:pt x="454016" y="12745"/>
                  <a:pt x="453079" y="15102"/>
                  <a:pt x="451204" y="17030"/>
                </a:cubicBezTo>
                <a:cubicBezTo>
                  <a:pt x="449330" y="18958"/>
                  <a:pt x="447053" y="19923"/>
                  <a:pt x="444375" y="19923"/>
                </a:cubicBezTo>
                <a:moveTo>
                  <a:pt x="451445" y="34219"/>
                </a:moveTo>
                <a:lnTo>
                  <a:pt x="451445" y="122260"/>
                </a:lnTo>
                <a:lnTo>
                  <a:pt x="436824" y="122260"/>
                </a:lnTo>
                <a:lnTo>
                  <a:pt x="436824" y="34219"/>
                </a:lnTo>
                <a:lnTo>
                  <a:pt x="451445" y="34219"/>
                </a:lnTo>
                <a:close/>
                <a:moveTo>
                  <a:pt x="514742" y="123706"/>
                </a:moveTo>
                <a:cubicBezTo>
                  <a:pt x="506495" y="123706"/>
                  <a:pt x="499025" y="121831"/>
                  <a:pt x="492331" y="118082"/>
                </a:cubicBezTo>
                <a:cubicBezTo>
                  <a:pt x="485637" y="114333"/>
                  <a:pt x="480388" y="109005"/>
                  <a:pt x="476585" y="102097"/>
                </a:cubicBezTo>
                <a:cubicBezTo>
                  <a:pt x="472784" y="95189"/>
                  <a:pt x="470883" y="87183"/>
                  <a:pt x="470883" y="78080"/>
                </a:cubicBezTo>
                <a:cubicBezTo>
                  <a:pt x="470883" y="69083"/>
                  <a:pt x="472838" y="61131"/>
                  <a:pt x="476747" y="54223"/>
                </a:cubicBezTo>
                <a:cubicBezTo>
                  <a:pt x="480656" y="47313"/>
                  <a:pt x="485985" y="42011"/>
                  <a:pt x="492733" y="38316"/>
                </a:cubicBezTo>
                <a:cubicBezTo>
                  <a:pt x="499481" y="34621"/>
                  <a:pt x="507032" y="32773"/>
                  <a:pt x="515386" y="32773"/>
                </a:cubicBezTo>
                <a:cubicBezTo>
                  <a:pt x="523739" y="32773"/>
                  <a:pt x="531289" y="34621"/>
                  <a:pt x="538037" y="38316"/>
                </a:cubicBezTo>
                <a:cubicBezTo>
                  <a:pt x="544785" y="42011"/>
                  <a:pt x="550114" y="47286"/>
                  <a:pt x="554023" y="54142"/>
                </a:cubicBezTo>
                <a:cubicBezTo>
                  <a:pt x="557932" y="60996"/>
                  <a:pt x="559887" y="68976"/>
                  <a:pt x="559887" y="78080"/>
                </a:cubicBezTo>
                <a:cubicBezTo>
                  <a:pt x="559887" y="87183"/>
                  <a:pt x="557878" y="95189"/>
                  <a:pt x="553861" y="102097"/>
                </a:cubicBezTo>
                <a:cubicBezTo>
                  <a:pt x="549846" y="109005"/>
                  <a:pt x="544410" y="114333"/>
                  <a:pt x="537554" y="118082"/>
                </a:cubicBezTo>
                <a:cubicBezTo>
                  <a:pt x="530700" y="121831"/>
                  <a:pt x="523096" y="123706"/>
                  <a:pt x="514742" y="123706"/>
                </a:cubicBezTo>
                <a:moveTo>
                  <a:pt x="514742" y="110853"/>
                </a:moveTo>
                <a:cubicBezTo>
                  <a:pt x="519991" y="110853"/>
                  <a:pt x="524918" y="109622"/>
                  <a:pt x="529524" y="107159"/>
                </a:cubicBezTo>
                <a:cubicBezTo>
                  <a:pt x="534129" y="104694"/>
                  <a:pt x="537850" y="100999"/>
                  <a:pt x="540687" y="96073"/>
                </a:cubicBezTo>
                <a:cubicBezTo>
                  <a:pt x="543526" y="91146"/>
                  <a:pt x="544945" y="85148"/>
                  <a:pt x="544945" y="78080"/>
                </a:cubicBezTo>
                <a:cubicBezTo>
                  <a:pt x="544945" y="71010"/>
                  <a:pt x="543553" y="65012"/>
                  <a:pt x="540768" y="60087"/>
                </a:cubicBezTo>
                <a:cubicBezTo>
                  <a:pt x="537983" y="55159"/>
                  <a:pt x="534341" y="51491"/>
                  <a:pt x="529842" y="49082"/>
                </a:cubicBezTo>
                <a:cubicBezTo>
                  <a:pt x="525345" y="46672"/>
                  <a:pt x="520472" y="45466"/>
                  <a:pt x="515224" y="45466"/>
                </a:cubicBezTo>
                <a:cubicBezTo>
                  <a:pt x="509869" y="45466"/>
                  <a:pt x="504969" y="46672"/>
                  <a:pt x="500523" y="49082"/>
                </a:cubicBezTo>
                <a:cubicBezTo>
                  <a:pt x="496080" y="51491"/>
                  <a:pt x="492519" y="55159"/>
                  <a:pt x="489840" y="60087"/>
                </a:cubicBezTo>
                <a:cubicBezTo>
                  <a:pt x="487163" y="65012"/>
                  <a:pt x="485825" y="71010"/>
                  <a:pt x="485825" y="78080"/>
                </a:cubicBezTo>
                <a:cubicBezTo>
                  <a:pt x="485825" y="85256"/>
                  <a:pt x="487136" y="91308"/>
                  <a:pt x="489759" y="96235"/>
                </a:cubicBezTo>
                <a:cubicBezTo>
                  <a:pt x="492384" y="101161"/>
                  <a:pt x="495892" y="104829"/>
                  <a:pt x="500283" y="107240"/>
                </a:cubicBezTo>
                <a:cubicBezTo>
                  <a:pt x="504674" y="109649"/>
                  <a:pt x="509494" y="110853"/>
                  <a:pt x="514742" y="110853"/>
                </a:cubicBezTo>
                <a:close/>
                <a:moveTo>
                  <a:pt x="622060" y="32614"/>
                </a:moveTo>
                <a:cubicBezTo>
                  <a:pt x="632771" y="32614"/>
                  <a:pt x="641447" y="35854"/>
                  <a:pt x="648087" y="42334"/>
                </a:cubicBezTo>
                <a:cubicBezTo>
                  <a:pt x="654727" y="48813"/>
                  <a:pt x="658047" y="58158"/>
                  <a:pt x="658047" y="70368"/>
                </a:cubicBezTo>
                <a:lnTo>
                  <a:pt x="658047" y="122260"/>
                </a:lnTo>
                <a:lnTo>
                  <a:pt x="643589" y="122260"/>
                </a:lnTo>
                <a:lnTo>
                  <a:pt x="643589" y="72457"/>
                </a:lnTo>
                <a:cubicBezTo>
                  <a:pt x="643589" y="63674"/>
                  <a:pt x="641393" y="56953"/>
                  <a:pt x="637002" y="52294"/>
                </a:cubicBezTo>
                <a:cubicBezTo>
                  <a:pt x="632611" y="47634"/>
                  <a:pt x="626613" y="45305"/>
                  <a:pt x="619008" y="45305"/>
                </a:cubicBezTo>
                <a:cubicBezTo>
                  <a:pt x="611298" y="45305"/>
                  <a:pt x="605166" y="47714"/>
                  <a:pt x="600613" y="52534"/>
                </a:cubicBezTo>
                <a:cubicBezTo>
                  <a:pt x="596062" y="57353"/>
                  <a:pt x="593786" y="64369"/>
                  <a:pt x="593786" y="73582"/>
                </a:cubicBezTo>
                <a:lnTo>
                  <a:pt x="593786" y="122260"/>
                </a:lnTo>
                <a:lnTo>
                  <a:pt x="579166" y="122260"/>
                </a:lnTo>
                <a:lnTo>
                  <a:pt x="579166" y="34219"/>
                </a:lnTo>
                <a:lnTo>
                  <a:pt x="593786" y="34219"/>
                </a:lnTo>
                <a:lnTo>
                  <a:pt x="593786" y="46751"/>
                </a:lnTo>
                <a:cubicBezTo>
                  <a:pt x="596678" y="42253"/>
                  <a:pt x="600615" y="38773"/>
                  <a:pt x="605594" y="36310"/>
                </a:cubicBezTo>
                <a:cubicBezTo>
                  <a:pt x="610574" y="33846"/>
                  <a:pt x="616063" y="32614"/>
                  <a:pt x="622060" y="32614"/>
                </a:cubicBezTo>
                <a:close/>
                <a:moveTo>
                  <a:pt x="713153" y="123706"/>
                </a:moveTo>
                <a:cubicBezTo>
                  <a:pt x="706405" y="123706"/>
                  <a:pt x="700353" y="122555"/>
                  <a:pt x="694997" y="120252"/>
                </a:cubicBezTo>
                <a:cubicBezTo>
                  <a:pt x="689643" y="117949"/>
                  <a:pt x="685413" y="114736"/>
                  <a:pt x="682306" y="110613"/>
                </a:cubicBezTo>
                <a:cubicBezTo>
                  <a:pt x="679201" y="106490"/>
                  <a:pt x="677488" y="101750"/>
                  <a:pt x="677166" y="96395"/>
                </a:cubicBezTo>
                <a:lnTo>
                  <a:pt x="692269" y="96395"/>
                </a:lnTo>
                <a:cubicBezTo>
                  <a:pt x="692697" y="100786"/>
                  <a:pt x="694759" y="104374"/>
                  <a:pt x="698454" y="107159"/>
                </a:cubicBezTo>
                <a:cubicBezTo>
                  <a:pt x="702149" y="109944"/>
                  <a:pt x="706995" y="111336"/>
                  <a:pt x="712993" y="111336"/>
                </a:cubicBezTo>
                <a:cubicBezTo>
                  <a:pt x="718563" y="111336"/>
                  <a:pt x="722954" y="110105"/>
                  <a:pt x="726167" y="107642"/>
                </a:cubicBezTo>
                <a:cubicBezTo>
                  <a:pt x="729380" y="105177"/>
                  <a:pt x="730987" y="102070"/>
                  <a:pt x="730987" y="98321"/>
                </a:cubicBezTo>
                <a:cubicBezTo>
                  <a:pt x="730987" y="94466"/>
                  <a:pt x="729272" y="91601"/>
                  <a:pt x="725844" y="89727"/>
                </a:cubicBezTo>
                <a:cubicBezTo>
                  <a:pt x="722416" y="87852"/>
                  <a:pt x="717116" y="86005"/>
                  <a:pt x="709941" y="84184"/>
                </a:cubicBezTo>
                <a:cubicBezTo>
                  <a:pt x="703407" y="82470"/>
                  <a:pt x="698079" y="80729"/>
                  <a:pt x="693956" y="78963"/>
                </a:cubicBezTo>
                <a:cubicBezTo>
                  <a:pt x="689832" y="77196"/>
                  <a:pt x="686297" y="74572"/>
                  <a:pt x="683351" y="71091"/>
                </a:cubicBezTo>
                <a:cubicBezTo>
                  <a:pt x="680406" y="67610"/>
                  <a:pt x="678933" y="63031"/>
                  <a:pt x="678933" y="57353"/>
                </a:cubicBezTo>
                <a:cubicBezTo>
                  <a:pt x="678933" y="52856"/>
                  <a:pt x="680272" y="48733"/>
                  <a:pt x="682949" y="44984"/>
                </a:cubicBezTo>
                <a:cubicBezTo>
                  <a:pt x="685627" y="41234"/>
                  <a:pt x="689429" y="38263"/>
                  <a:pt x="694355" y="36068"/>
                </a:cubicBezTo>
                <a:cubicBezTo>
                  <a:pt x="699282" y="33871"/>
                  <a:pt x="704906" y="32773"/>
                  <a:pt x="711226" y="32773"/>
                </a:cubicBezTo>
                <a:cubicBezTo>
                  <a:pt x="720973" y="32773"/>
                  <a:pt x="728845" y="35237"/>
                  <a:pt x="734843" y="40164"/>
                </a:cubicBezTo>
                <a:cubicBezTo>
                  <a:pt x="740840" y="45091"/>
                  <a:pt x="744053" y="51839"/>
                  <a:pt x="744482" y="60408"/>
                </a:cubicBezTo>
                <a:lnTo>
                  <a:pt x="729861" y="60408"/>
                </a:lnTo>
                <a:cubicBezTo>
                  <a:pt x="729539" y="55802"/>
                  <a:pt x="727692" y="52107"/>
                  <a:pt x="724319" y="49323"/>
                </a:cubicBezTo>
                <a:cubicBezTo>
                  <a:pt x="720946" y="46538"/>
                  <a:pt x="716420" y="45145"/>
                  <a:pt x="710743" y="45145"/>
                </a:cubicBezTo>
                <a:cubicBezTo>
                  <a:pt x="705495" y="45145"/>
                  <a:pt x="701318" y="46270"/>
                  <a:pt x="698211" y="48518"/>
                </a:cubicBezTo>
                <a:cubicBezTo>
                  <a:pt x="695106" y="50767"/>
                  <a:pt x="693553" y="53712"/>
                  <a:pt x="693553" y="57353"/>
                </a:cubicBezTo>
                <a:cubicBezTo>
                  <a:pt x="693553" y="60246"/>
                  <a:pt x="694491" y="62630"/>
                  <a:pt x="696365" y="64504"/>
                </a:cubicBezTo>
                <a:cubicBezTo>
                  <a:pt x="698240" y="66379"/>
                  <a:pt x="700596" y="67878"/>
                  <a:pt x="703433" y="69002"/>
                </a:cubicBezTo>
                <a:cubicBezTo>
                  <a:pt x="706271" y="70127"/>
                  <a:pt x="710208" y="71385"/>
                  <a:pt x="715241" y="72778"/>
                </a:cubicBezTo>
                <a:cubicBezTo>
                  <a:pt x="721561" y="74490"/>
                  <a:pt x="726702" y="76177"/>
                  <a:pt x="730665" y="77837"/>
                </a:cubicBezTo>
                <a:cubicBezTo>
                  <a:pt x="734629" y="79498"/>
                  <a:pt x="738029" y="81988"/>
                  <a:pt x="740866" y="85309"/>
                </a:cubicBezTo>
                <a:cubicBezTo>
                  <a:pt x="743705" y="88629"/>
                  <a:pt x="745177" y="92966"/>
                  <a:pt x="745283" y="98321"/>
                </a:cubicBezTo>
                <a:cubicBezTo>
                  <a:pt x="745283" y="103141"/>
                  <a:pt x="743945" y="107479"/>
                  <a:pt x="741268" y="111336"/>
                </a:cubicBezTo>
                <a:cubicBezTo>
                  <a:pt x="738591" y="115191"/>
                  <a:pt x="734816" y="118217"/>
                  <a:pt x="729942" y="120414"/>
                </a:cubicBezTo>
                <a:cubicBezTo>
                  <a:pt x="725069" y="122608"/>
                  <a:pt x="719472" y="123706"/>
                  <a:pt x="713153" y="1237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6fae12459f44db"/>
          <a:stretch xmlns:a="http://schemas.openxmlformats.org/drawingml/2006/main"/>
        </p:blipFill>
        <p:spPr>
          <a:xfrm xmlns:a="http://schemas.openxmlformats.org/drawingml/2006/main">
            <a:off x="8143684" y="4269830"/>
            <a:ext cx="1627388" cy="750661"/>
          </a:xfrm>
          <a:prstGeom xmlns:a="http://schemas.openxmlformats.org/drawingml/2006/main" prst="rect">
            <a:avLst/>
          </a:prstGeom>
        </p:spPr>
      </p:pic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70A7F8-6303-403D-BEF2-960D4524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569" y="4346979"/>
            <a:ext cx="1403617" cy="527509"/>
          </a:xfrm>
          <a:custGeom xmlns:a="http://schemas.openxmlformats.org/drawingml/2006/main">
            <a:pathLst>
              <a:path w="1403617" h="527509">
                <a:moveTo>
                  <a:pt x="0" y="22335"/>
                </a:moveTo>
                <a:lnTo>
                  <a:pt x="0" y="22335"/>
                </a:lnTo>
                <a:cubicBezTo>
                  <a:pt x="0" y="10000"/>
                  <a:pt x="9999" y="0"/>
                  <a:pt x="22335" y="0"/>
                </a:cubicBezTo>
                <a:lnTo>
                  <a:pt x="1381283" y="0"/>
                </a:lnTo>
                <a:cubicBezTo>
                  <a:pt x="1387206" y="0"/>
                  <a:pt x="1392887" y="2353"/>
                  <a:pt x="1397075" y="6542"/>
                </a:cubicBezTo>
                <a:cubicBezTo>
                  <a:pt x="1401264" y="10730"/>
                  <a:pt x="1403617" y="16411"/>
                  <a:pt x="1403617" y="22335"/>
                </a:cubicBezTo>
                <a:lnTo>
                  <a:pt x="1403617" y="505174"/>
                </a:lnTo>
                <a:cubicBezTo>
                  <a:pt x="1403617" y="517509"/>
                  <a:pt x="1393618" y="527509"/>
                  <a:pt x="1381283" y="527509"/>
                </a:cubicBezTo>
                <a:lnTo>
                  <a:pt x="22335" y="527509"/>
                </a:lnTo>
                <a:cubicBezTo>
                  <a:pt x="9999" y="527509"/>
                  <a:pt x="0" y="517509"/>
                  <a:pt x="0" y="505174"/>
                </a:cubicBezTo>
                <a:lnTo>
                  <a:pt x="0" y="22335"/>
                </a:lnTo>
                <a:close/>
              </a:path>
            </a:pathLst>
          </a:custGeom>
          <a:solidFill xmlns:a="http://schemas.openxmlformats.org/drawingml/2006/main">
            <a:srgbClr val="F3F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4A5E54-7060-4D78-ACE3-EAA6D777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569" y="4346979"/>
            <a:ext cx="1403617" cy="527509"/>
          </a:xfrm>
          <a:custGeom xmlns:a="http://schemas.openxmlformats.org/drawingml/2006/main">
            <a:pathLst>
              <a:path w="1403617" h="527509" fill="none">
                <a:moveTo>
                  <a:pt x="0" y="22335"/>
                </a:moveTo>
                <a:lnTo>
                  <a:pt x="0" y="22335"/>
                </a:lnTo>
                <a:cubicBezTo>
                  <a:pt x="0" y="10000"/>
                  <a:pt x="9999" y="0"/>
                  <a:pt x="22335" y="0"/>
                </a:cubicBezTo>
                <a:lnTo>
                  <a:pt x="1381283" y="0"/>
                </a:lnTo>
                <a:cubicBezTo>
                  <a:pt x="1387206" y="0"/>
                  <a:pt x="1392887" y="2353"/>
                  <a:pt x="1397075" y="6542"/>
                </a:cubicBezTo>
                <a:cubicBezTo>
                  <a:pt x="1401264" y="10730"/>
                  <a:pt x="1403617" y="16411"/>
                  <a:pt x="1403617" y="22335"/>
                </a:cubicBezTo>
                <a:lnTo>
                  <a:pt x="1403617" y="505174"/>
                </a:lnTo>
                <a:cubicBezTo>
                  <a:pt x="1403617" y="517509"/>
                  <a:pt x="1393618" y="527509"/>
                  <a:pt x="1381283" y="527509"/>
                </a:cubicBezTo>
                <a:lnTo>
                  <a:pt x="22335" y="527509"/>
                </a:lnTo>
                <a:cubicBezTo>
                  <a:pt x="9999" y="527509"/>
                  <a:pt x="0" y="517509"/>
                  <a:pt x="0" y="505174"/>
                </a:cubicBezTo>
                <a:lnTo>
                  <a:pt x="0" y="2233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213" cap="flat">
            <a:solidFill>
              <a:srgbClr val="666666"/>
            </a:solidFill>
            <a:round/>
          </a:ln>
        </p:spPr>
      </p:sp>
      <p:pic>
        <p:nvPicPr>
          <p:cNvPr id="9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f5ab12c8cf4ba2"/>
          <a:stretch xmlns:a="http://schemas.openxmlformats.org/drawingml/2006/main"/>
        </p:blipFill>
        <p:spPr>
          <a:xfrm xmlns:a="http://schemas.openxmlformats.org/drawingml/2006/main">
            <a:off x="8141063" y="4888915"/>
            <a:ext cx="1627388" cy="750661"/>
          </a:xfrm>
          <a:prstGeom xmlns:a="http://schemas.openxmlformats.org/drawingml/2006/main" prst="rect">
            <a:avLst/>
          </a:prstGeom>
        </p:spPr>
      </p:pic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7A249A-2953-438F-A20A-2B788619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2948" y="4966065"/>
            <a:ext cx="1403617" cy="527509"/>
          </a:xfrm>
          <a:custGeom xmlns:a="http://schemas.openxmlformats.org/drawingml/2006/main">
            <a:pathLst>
              <a:path w="1403617" h="527509">
                <a:moveTo>
                  <a:pt x="0" y="22335"/>
                </a:moveTo>
                <a:lnTo>
                  <a:pt x="0" y="22335"/>
                </a:lnTo>
                <a:cubicBezTo>
                  <a:pt x="0" y="10000"/>
                  <a:pt x="9999" y="0"/>
                  <a:pt x="22335" y="0"/>
                </a:cubicBezTo>
                <a:lnTo>
                  <a:pt x="1381283" y="0"/>
                </a:lnTo>
                <a:cubicBezTo>
                  <a:pt x="1387206" y="0"/>
                  <a:pt x="1392887" y="2353"/>
                  <a:pt x="1397075" y="6542"/>
                </a:cubicBezTo>
                <a:cubicBezTo>
                  <a:pt x="1401264" y="10730"/>
                  <a:pt x="1403617" y="16411"/>
                  <a:pt x="1403617" y="22335"/>
                </a:cubicBezTo>
                <a:lnTo>
                  <a:pt x="1403617" y="505174"/>
                </a:lnTo>
                <a:cubicBezTo>
                  <a:pt x="1403617" y="517509"/>
                  <a:pt x="1393618" y="527509"/>
                  <a:pt x="1381283" y="527509"/>
                </a:cubicBezTo>
                <a:lnTo>
                  <a:pt x="22335" y="527509"/>
                </a:lnTo>
                <a:cubicBezTo>
                  <a:pt x="9999" y="527509"/>
                  <a:pt x="0" y="517509"/>
                  <a:pt x="0" y="505174"/>
                </a:cubicBezTo>
                <a:lnTo>
                  <a:pt x="0" y="22335"/>
                </a:lnTo>
                <a:close/>
              </a:path>
            </a:pathLst>
          </a:custGeom>
          <a:solidFill xmlns:a="http://schemas.openxmlformats.org/drawingml/2006/main">
            <a:srgbClr val="F3F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D853F2-D9AF-4DE3-A379-78B5D3D4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2948" y="4966065"/>
            <a:ext cx="1403617" cy="527509"/>
          </a:xfrm>
          <a:custGeom xmlns:a="http://schemas.openxmlformats.org/drawingml/2006/main">
            <a:pathLst>
              <a:path w="1403617" h="527509" fill="none">
                <a:moveTo>
                  <a:pt x="0" y="22335"/>
                </a:moveTo>
                <a:lnTo>
                  <a:pt x="0" y="22335"/>
                </a:lnTo>
                <a:cubicBezTo>
                  <a:pt x="0" y="10000"/>
                  <a:pt x="9999" y="0"/>
                  <a:pt x="22335" y="0"/>
                </a:cubicBezTo>
                <a:lnTo>
                  <a:pt x="1381283" y="0"/>
                </a:lnTo>
                <a:cubicBezTo>
                  <a:pt x="1387206" y="0"/>
                  <a:pt x="1392887" y="2353"/>
                  <a:pt x="1397075" y="6542"/>
                </a:cubicBezTo>
                <a:cubicBezTo>
                  <a:pt x="1401264" y="10730"/>
                  <a:pt x="1403617" y="16411"/>
                  <a:pt x="1403617" y="22335"/>
                </a:cubicBezTo>
                <a:lnTo>
                  <a:pt x="1403617" y="505174"/>
                </a:lnTo>
                <a:cubicBezTo>
                  <a:pt x="1403617" y="517509"/>
                  <a:pt x="1393618" y="527509"/>
                  <a:pt x="1381283" y="527509"/>
                </a:cubicBezTo>
                <a:lnTo>
                  <a:pt x="22335" y="527509"/>
                </a:lnTo>
                <a:cubicBezTo>
                  <a:pt x="9999" y="527509"/>
                  <a:pt x="0" y="517509"/>
                  <a:pt x="0" y="505174"/>
                </a:cubicBezTo>
                <a:lnTo>
                  <a:pt x="0" y="2233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213" cap="flat">
            <a:solidFill>
              <a:srgbClr val="666666"/>
            </a:solidFill>
            <a:round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2A81F9-524F-424E-9260-13272925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365" y="4361572"/>
            <a:ext cx="1304404" cy="360527"/>
          </a:xfrm>
          <a:custGeom xmlns:a="http://schemas.openxmlformats.org/drawingml/2006/main">
            <a:pathLst>
              <a:path w="1304404" h="360527">
                <a:moveTo>
                  <a:pt x="0" y="15265"/>
                </a:moveTo>
                <a:lnTo>
                  <a:pt x="0" y="15265"/>
                </a:lnTo>
                <a:cubicBezTo>
                  <a:pt x="0" y="6834"/>
                  <a:pt x="6834" y="0"/>
                  <a:pt x="15265" y="0"/>
                </a:cubicBezTo>
                <a:lnTo>
                  <a:pt x="1289140" y="0"/>
                </a:lnTo>
                <a:cubicBezTo>
                  <a:pt x="1293188" y="0"/>
                  <a:pt x="1297071" y="1608"/>
                  <a:pt x="1299934" y="4471"/>
                </a:cubicBezTo>
                <a:cubicBezTo>
                  <a:pt x="1302796" y="7334"/>
                  <a:pt x="1304404" y="11217"/>
                  <a:pt x="1304404" y="15265"/>
                </a:cubicBezTo>
                <a:lnTo>
                  <a:pt x="1304404" y="345263"/>
                </a:lnTo>
                <a:cubicBezTo>
                  <a:pt x="1304404" y="353693"/>
                  <a:pt x="1297571" y="360527"/>
                  <a:pt x="1289140" y="360527"/>
                </a:cubicBezTo>
                <a:lnTo>
                  <a:pt x="15265" y="360527"/>
                </a:lnTo>
                <a:cubicBezTo>
                  <a:pt x="6834" y="360527"/>
                  <a:pt x="0" y="353693"/>
                  <a:pt x="0" y="345263"/>
                </a:cubicBezTo>
                <a:lnTo>
                  <a:pt x="0" y="1526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Text if">
            <a:extLst xmlns:a="http://schemas.openxmlformats.org/drawingml/2006/main">
              <a:ext uri="{FF2B5EF4-FFF2-40B4-BE49-F238E27FC236}">
                <a16:creationId xmlns:a16="http://schemas.microsoft.com/office/drawing/2014/main" id="{2FB3E1E6-5AF0-42F4-8B09-E48A84B4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2814" y="4382017"/>
            <a:ext cx="97771" cy="72157"/>
          </a:xfrm>
          <a:custGeom xmlns:a="http://schemas.openxmlformats.org/drawingml/2006/main">
            <a:pathLst>
              <a:path w="97771" h="72157">
                <a:moveTo>
                  <a:pt x="0" y="72157"/>
                </a:moveTo>
                <a:lnTo>
                  <a:pt x="0" y="61692"/>
                </a:lnTo>
                <a:lnTo>
                  <a:pt x="17626" y="61692"/>
                </a:lnTo>
                <a:lnTo>
                  <a:pt x="17626" y="32039"/>
                </a:lnTo>
                <a:lnTo>
                  <a:pt x="2295" y="32039"/>
                </a:lnTo>
                <a:lnTo>
                  <a:pt x="2295" y="21665"/>
                </a:lnTo>
                <a:lnTo>
                  <a:pt x="28642" y="21665"/>
                </a:lnTo>
                <a:lnTo>
                  <a:pt x="28642" y="61692"/>
                </a:lnTo>
                <a:lnTo>
                  <a:pt x="44249" y="61692"/>
                </a:lnTo>
                <a:lnTo>
                  <a:pt x="44249" y="72157"/>
                </a:lnTo>
                <a:lnTo>
                  <a:pt x="0" y="72157"/>
                </a:lnTo>
                <a:moveTo>
                  <a:pt x="22217" y="13219"/>
                </a:moveTo>
                <a:cubicBezTo>
                  <a:pt x="19891" y="13219"/>
                  <a:pt x="18054" y="12623"/>
                  <a:pt x="16707" y="11429"/>
                </a:cubicBezTo>
                <a:cubicBezTo>
                  <a:pt x="15362" y="10236"/>
                  <a:pt x="14689" y="8629"/>
                  <a:pt x="14689" y="6609"/>
                </a:cubicBezTo>
                <a:cubicBezTo>
                  <a:pt x="14689" y="4590"/>
                  <a:pt x="15362" y="2984"/>
                  <a:pt x="16707" y="1790"/>
                </a:cubicBezTo>
                <a:cubicBezTo>
                  <a:pt x="18054" y="597"/>
                  <a:pt x="19891" y="0"/>
                  <a:pt x="22217" y="0"/>
                </a:cubicBezTo>
                <a:cubicBezTo>
                  <a:pt x="24542" y="0"/>
                  <a:pt x="26378" y="597"/>
                  <a:pt x="27725" y="1790"/>
                </a:cubicBezTo>
                <a:cubicBezTo>
                  <a:pt x="29071" y="2984"/>
                  <a:pt x="29745" y="4590"/>
                  <a:pt x="29745" y="6609"/>
                </a:cubicBezTo>
                <a:cubicBezTo>
                  <a:pt x="29745" y="8629"/>
                  <a:pt x="29071" y="10236"/>
                  <a:pt x="27725" y="11429"/>
                </a:cubicBezTo>
                <a:cubicBezTo>
                  <a:pt x="26378" y="12623"/>
                  <a:pt x="24542" y="13219"/>
                  <a:pt x="22217" y="13219"/>
                </a:cubicBezTo>
                <a:close/>
                <a:moveTo>
                  <a:pt x="66925" y="72157"/>
                </a:moveTo>
                <a:lnTo>
                  <a:pt x="66925" y="37638"/>
                </a:lnTo>
                <a:lnTo>
                  <a:pt x="53063" y="37638"/>
                </a:lnTo>
                <a:lnTo>
                  <a:pt x="53063" y="27265"/>
                </a:lnTo>
                <a:lnTo>
                  <a:pt x="66925" y="27265"/>
                </a:lnTo>
                <a:lnTo>
                  <a:pt x="66925" y="19645"/>
                </a:lnTo>
                <a:cubicBezTo>
                  <a:pt x="66925" y="15239"/>
                  <a:pt x="68394" y="11720"/>
                  <a:pt x="71331" y="9088"/>
                </a:cubicBezTo>
                <a:cubicBezTo>
                  <a:pt x="74269" y="6457"/>
                  <a:pt x="78155" y="5141"/>
                  <a:pt x="82991" y="5141"/>
                </a:cubicBezTo>
                <a:lnTo>
                  <a:pt x="97771" y="5141"/>
                </a:lnTo>
                <a:lnTo>
                  <a:pt x="97771" y="15239"/>
                </a:lnTo>
                <a:lnTo>
                  <a:pt x="83265" y="15239"/>
                </a:lnTo>
                <a:cubicBezTo>
                  <a:pt x="81797" y="15239"/>
                  <a:pt x="80618" y="15653"/>
                  <a:pt x="79731" y="16479"/>
                </a:cubicBezTo>
                <a:cubicBezTo>
                  <a:pt x="78844" y="17305"/>
                  <a:pt x="78400" y="18421"/>
                  <a:pt x="78400" y="19828"/>
                </a:cubicBezTo>
                <a:lnTo>
                  <a:pt x="78400" y="27265"/>
                </a:lnTo>
                <a:lnTo>
                  <a:pt x="97771" y="27265"/>
                </a:lnTo>
                <a:lnTo>
                  <a:pt x="97771" y="37638"/>
                </a:lnTo>
                <a:lnTo>
                  <a:pt x="78400" y="37638"/>
                </a:lnTo>
                <a:lnTo>
                  <a:pt x="78400" y="72157"/>
                </a:lnTo>
                <a:lnTo>
                  <a:pt x="66925" y="72157"/>
                </a:lnTo>
                <a:close/>
              </a:path>
            </a:pathLst>
          </a:custGeom>
          <a:solidFill xmlns:a="http://schemas.openxmlformats.org/drawingml/2006/main">
            <a:srgbClr val="D222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Text debug">
            <a:extLst xmlns:a="http://schemas.openxmlformats.org/drawingml/2006/main">
              <a:ext uri="{FF2B5EF4-FFF2-40B4-BE49-F238E27FC236}">
                <a16:creationId xmlns:a16="http://schemas.microsoft.com/office/drawing/2014/main" id="{D2DF8382-6CA8-4929-941A-8AD5F63C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7403" y="4387158"/>
            <a:ext cx="261914" cy="83540"/>
          </a:xfrm>
          <a:custGeom xmlns:a="http://schemas.openxmlformats.org/drawingml/2006/main">
            <a:pathLst>
              <a:path w="261914" h="83540">
                <a:moveTo>
                  <a:pt x="29870" y="24581"/>
                </a:moveTo>
                <a:lnTo>
                  <a:pt x="29749" y="24154"/>
                </a:lnTo>
                <a:lnTo>
                  <a:pt x="29615" y="23737"/>
                </a:lnTo>
                <a:lnTo>
                  <a:pt x="29468" y="23329"/>
                </a:lnTo>
                <a:lnTo>
                  <a:pt x="29309" y="22930"/>
                </a:lnTo>
                <a:lnTo>
                  <a:pt x="29137" y="22540"/>
                </a:lnTo>
                <a:lnTo>
                  <a:pt x="28952" y="22159"/>
                </a:lnTo>
                <a:lnTo>
                  <a:pt x="28754" y="21788"/>
                </a:lnTo>
                <a:lnTo>
                  <a:pt x="28544" y="21425"/>
                </a:lnTo>
                <a:lnTo>
                  <a:pt x="28320" y="21071"/>
                </a:lnTo>
                <a:lnTo>
                  <a:pt x="28084" y="20727"/>
                </a:lnTo>
                <a:lnTo>
                  <a:pt x="27836" y="20391"/>
                </a:lnTo>
                <a:lnTo>
                  <a:pt x="27574" y="20065"/>
                </a:lnTo>
                <a:lnTo>
                  <a:pt x="27300" y="19748"/>
                </a:lnTo>
                <a:lnTo>
                  <a:pt x="27013" y="19440"/>
                </a:lnTo>
                <a:lnTo>
                  <a:pt x="26713" y="19141"/>
                </a:lnTo>
                <a:lnTo>
                  <a:pt x="26403" y="18852"/>
                </a:lnTo>
                <a:lnTo>
                  <a:pt x="26084" y="18576"/>
                </a:lnTo>
                <a:lnTo>
                  <a:pt x="25755" y="18312"/>
                </a:lnTo>
                <a:lnTo>
                  <a:pt x="25418" y="18061"/>
                </a:lnTo>
                <a:lnTo>
                  <a:pt x="25072" y="17821"/>
                </a:lnTo>
                <a:lnTo>
                  <a:pt x="24717" y="17594"/>
                </a:lnTo>
                <a:lnTo>
                  <a:pt x="24353" y="17380"/>
                </a:lnTo>
                <a:lnTo>
                  <a:pt x="23980" y="17177"/>
                </a:lnTo>
                <a:lnTo>
                  <a:pt x="23598" y="16987"/>
                </a:lnTo>
                <a:lnTo>
                  <a:pt x="23208" y="16809"/>
                </a:lnTo>
                <a:lnTo>
                  <a:pt x="22808" y="16643"/>
                </a:lnTo>
                <a:lnTo>
                  <a:pt x="22399" y="16490"/>
                </a:lnTo>
                <a:lnTo>
                  <a:pt x="21982" y="16349"/>
                </a:lnTo>
                <a:lnTo>
                  <a:pt x="21555" y="16220"/>
                </a:lnTo>
                <a:lnTo>
                  <a:pt x="21120" y="16103"/>
                </a:lnTo>
                <a:lnTo>
                  <a:pt x="20676" y="15999"/>
                </a:lnTo>
                <a:lnTo>
                  <a:pt x="20222" y="15907"/>
                </a:lnTo>
                <a:lnTo>
                  <a:pt x="19760" y="15827"/>
                </a:lnTo>
                <a:lnTo>
                  <a:pt x="19289" y="15760"/>
                </a:lnTo>
                <a:lnTo>
                  <a:pt x="18809" y="15705"/>
                </a:lnTo>
                <a:lnTo>
                  <a:pt x="18320" y="15662"/>
                </a:lnTo>
                <a:lnTo>
                  <a:pt x="17822" y="15631"/>
                </a:lnTo>
                <a:lnTo>
                  <a:pt x="17316" y="15613"/>
                </a:lnTo>
                <a:lnTo>
                  <a:pt x="16800" y="15606"/>
                </a:lnTo>
                <a:lnTo>
                  <a:pt x="16170" y="15616"/>
                </a:lnTo>
                <a:lnTo>
                  <a:pt x="15551" y="15643"/>
                </a:lnTo>
                <a:lnTo>
                  <a:pt x="14942" y="15688"/>
                </a:lnTo>
                <a:lnTo>
                  <a:pt x="14344" y="15752"/>
                </a:lnTo>
                <a:lnTo>
                  <a:pt x="13756" y="15834"/>
                </a:lnTo>
                <a:lnTo>
                  <a:pt x="13179" y="15934"/>
                </a:lnTo>
                <a:lnTo>
                  <a:pt x="12612" y="16052"/>
                </a:lnTo>
                <a:lnTo>
                  <a:pt x="12056" y="16188"/>
                </a:lnTo>
                <a:lnTo>
                  <a:pt x="11511" y="16342"/>
                </a:lnTo>
                <a:lnTo>
                  <a:pt x="10976" y="16515"/>
                </a:lnTo>
                <a:lnTo>
                  <a:pt x="10451" y="16706"/>
                </a:lnTo>
                <a:lnTo>
                  <a:pt x="9937" y="16915"/>
                </a:lnTo>
                <a:lnTo>
                  <a:pt x="9433" y="17142"/>
                </a:lnTo>
                <a:lnTo>
                  <a:pt x="8940" y="17387"/>
                </a:lnTo>
                <a:lnTo>
                  <a:pt x="8458" y="17651"/>
                </a:lnTo>
                <a:lnTo>
                  <a:pt x="7986" y="17932"/>
                </a:lnTo>
                <a:lnTo>
                  <a:pt x="7525" y="18232"/>
                </a:lnTo>
                <a:lnTo>
                  <a:pt x="7074" y="18550"/>
                </a:lnTo>
                <a:lnTo>
                  <a:pt x="6633" y="18886"/>
                </a:lnTo>
                <a:lnTo>
                  <a:pt x="6203" y="19241"/>
                </a:lnTo>
                <a:lnTo>
                  <a:pt x="5784" y="19613"/>
                </a:lnTo>
                <a:lnTo>
                  <a:pt x="5375" y="20004"/>
                </a:lnTo>
                <a:lnTo>
                  <a:pt x="4977" y="20413"/>
                </a:lnTo>
                <a:lnTo>
                  <a:pt x="4589" y="20840"/>
                </a:lnTo>
                <a:lnTo>
                  <a:pt x="4215" y="21282"/>
                </a:lnTo>
                <a:lnTo>
                  <a:pt x="3856" y="21737"/>
                </a:lnTo>
                <a:lnTo>
                  <a:pt x="3513" y="22205"/>
                </a:lnTo>
                <a:lnTo>
                  <a:pt x="3187" y="22686"/>
                </a:lnTo>
                <a:lnTo>
                  <a:pt x="2876" y="23179"/>
                </a:lnTo>
                <a:lnTo>
                  <a:pt x="2581" y="23685"/>
                </a:lnTo>
                <a:lnTo>
                  <a:pt x="2302" y="24204"/>
                </a:lnTo>
                <a:lnTo>
                  <a:pt x="2040" y="24736"/>
                </a:lnTo>
                <a:lnTo>
                  <a:pt x="1793" y="25280"/>
                </a:lnTo>
                <a:lnTo>
                  <a:pt x="1562" y="25838"/>
                </a:lnTo>
                <a:lnTo>
                  <a:pt x="1346" y="26407"/>
                </a:lnTo>
                <a:lnTo>
                  <a:pt x="1147" y="26990"/>
                </a:lnTo>
                <a:lnTo>
                  <a:pt x="964" y="27586"/>
                </a:lnTo>
                <a:lnTo>
                  <a:pt x="797" y="28194"/>
                </a:lnTo>
                <a:lnTo>
                  <a:pt x="645" y="28815"/>
                </a:lnTo>
                <a:lnTo>
                  <a:pt x="510" y="29448"/>
                </a:lnTo>
                <a:lnTo>
                  <a:pt x="390" y="30095"/>
                </a:lnTo>
                <a:lnTo>
                  <a:pt x="287" y="30754"/>
                </a:lnTo>
                <a:lnTo>
                  <a:pt x="199" y="31426"/>
                </a:lnTo>
                <a:lnTo>
                  <a:pt x="127" y="32111"/>
                </a:lnTo>
                <a:lnTo>
                  <a:pt x="72" y="32808"/>
                </a:lnTo>
                <a:lnTo>
                  <a:pt x="32" y="33518"/>
                </a:lnTo>
                <a:lnTo>
                  <a:pt x="8" y="34241"/>
                </a:lnTo>
                <a:lnTo>
                  <a:pt x="0" y="34977"/>
                </a:lnTo>
                <a:lnTo>
                  <a:pt x="0" y="48656"/>
                </a:lnTo>
                <a:lnTo>
                  <a:pt x="8" y="49384"/>
                </a:lnTo>
                <a:lnTo>
                  <a:pt x="32" y="50100"/>
                </a:lnTo>
                <a:lnTo>
                  <a:pt x="72" y="50803"/>
                </a:lnTo>
                <a:lnTo>
                  <a:pt x="129" y="51494"/>
                </a:lnTo>
                <a:lnTo>
                  <a:pt x="201" y="52172"/>
                </a:lnTo>
                <a:lnTo>
                  <a:pt x="290" y="52838"/>
                </a:lnTo>
                <a:lnTo>
                  <a:pt x="394" y="53492"/>
                </a:lnTo>
                <a:lnTo>
                  <a:pt x="515" y="54133"/>
                </a:lnTo>
                <a:lnTo>
                  <a:pt x="652" y="54762"/>
                </a:lnTo>
                <a:lnTo>
                  <a:pt x="805" y="55378"/>
                </a:lnTo>
                <a:lnTo>
                  <a:pt x="974" y="55982"/>
                </a:lnTo>
                <a:lnTo>
                  <a:pt x="1159" y="56573"/>
                </a:lnTo>
                <a:lnTo>
                  <a:pt x="1360" y="57152"/>
                </a:lnTo>
                <a:lnTo>
                  <a:pt x="1577" y="57719"/>
                </a:lnTo>
                <a:lnTo>
                  <a:pt x="1811" y="58273"/>
                </a:lnTo>
                <a:lnTo>
                  <a:pt x="2060" y="58815"/>
                </a:lnTo>
                <a:lnTo>
                  <a:pt x="2326" y="59344"/>
                </a:lnTo>
                <a:lnTo>
                  <a:pt x="2607" y="59861"/>
                </a:lnTo>
                <a:lnTo>
                  <a:pt x="2905" y="60366"/>
                </a:lnTo>
                <a:lnTo>
                  <a:pt x="3219" y="60858"/>
                </a:lnTo>
                <a:lnTo>
                  <a:pt x="3549" y="61337"/>
                </a:lnTo>
                <a:lnTo>
                  <a:pt x="3895" y="61805"/>
                </a:lnTo>
                <a:lnTo>
                  <a:pt x="4257" y="62259"/>
                </a:lnTo>
                <a:lnTo>
                  <a:pt x="4635" y="62702"/>
                </a:lnTo>
                <a:lnTo>
                  <a:pt x="5027" y="63129"/>
                </a:lnTo>
                <a:lnTo>
                  <a:pt x="5428" y="63537"/>
                </a:lnTo>
                <a:lnTo>
                  <a:pt x="5840" y="63928"/>
                </a:lnTo>
                <a:lnTo>
                  <a:pt x="6261" y="64300"/>
                </a:lnTo>
                <a:lnTo>
                  <a:pt x="6693" y="64655"/>
                </a:lnTo>
                <a:lnTo>
                  <a:pt x="7134" y="64991"/>
                </a:lnTo>
                <a:lnTo>
                  <a:pt x="7586" y="65309"/>
                </a:lnTo>
                <a:lnTo>
                  <a:pt x="8048" y="65608"/>
                </a:lnTo>
                <a:lnTo>
                  <a:pt x="8519" y="65890"/>
                </a:lnTo>
                <a:lnTo>
                  <a:pt x="9001" y="66153"/>
                </a:lnTo>
                <a:lnTo>
                  <a:pt x="9493" y="66399"/>
                </a:lnTo>
                <a:lnTo>
                  <a:pt x="9995" y="66626"/>
                </a:lnTo>
                <a:lnTo>
                  <a:pt x="10507" y="66835"/>
                </a:lnTo>
                <a:lnTo>
                  <a:pt x="11029" y="67025"/>
                </a:lnTo>
                <a:lnTo>
                  <a:pt x="11561" y="67198"/>
                </a:lnTo>
                <a:lnTo>
                  <a:pt x="12103" y="67352"/>
                </a:lnTo>
                <a:lnTo>
                  <a:pt x="12655" y="67489"/>
                </a:lnTo>
                <a:lnTo>
                  <a:pt x="13217" y="67607"/>
                </a:lnTo>
                <a:lnTo>
                  <a:pt x="13789" y="67707"/>
                </a:lnTo>
                <a:lnTo>
                  <a:pt x="14371" y="67788"/>
                </a:lnTo>
                <a:lnTo>
                  <a:pt x="14963" y="67852"/>
                </a:lnTo>
                <a:lnTo>
                  <a:pt x="15565" y="67897"/>
                </a:lnTo>
                <a:lnTo>
                  <a:pt x="16178" y="67925"/>
                </a:lnTo>
                <a:lnTo>
                  <a:pt x="16800" y="67934"/>
                </a:lnTo>
                <a:lnTo>
                  <a:pt x="17316" y="67928"/>
                </a:lnTo>
                <a:lnTo>
                  <a:pt x="17822" y="67909"/>
                </a:lnTo>
                <a:lnTo>
                  <a:pt x="18320" y="67878"/>
                </a:lnTo>
                <a:lnTo>
                  <a:pt x="18809" y="67835"/>
                </a:lnTo>
                <a:lnTo>
                  <a:pt x="19289" y="67780"/>
                </a:lnTo>
                <a:lnTo>
                  <a:pt x="19760" y="67713"/>
                </a:lnTo>
                <a:lnTo>
                  <a:pt x="20222" y="67633"/>
                </a:lnTo>
                <a:lnTo>
                  <a:pt x="20676" y="67541"/>
                </a:lnTo>
                <a:lnTo>
                  <a:pt x="21120" y="67437"/>
                </a:lnTo>
                <a:lnTo>
                  <a:pt x="21555" y="67320"/>
                </a:lnTo>
                <a:lnTo>
                  <a:pt x="21982" y="67191"/>
                </a:lnTo>
                <a:lnTo>
                  <a:pt x="22399" y="67050"/>
                </a:lnTo>
                <a:lnTo>
                  <a:pt x="22808" y="66897"/>
                </a:lnTo>
                <a:lnTo>
                  <a:pt x="23208" y="66731"/>
                </a:lnTo>
                <a:lnTo>
                  <a:pt x="23598" y="66553"/>
                </a:lnTo>
                <a:lnTo>
                  <a:pt x="23980" y="66363"/>
                </a:lnTo>
                <a:lnTo>
                  <a:pt x="24353" y="66160"/>
                </a:lnTo>
                <a:lnTo>
                  <a:pt x="24717" y="65946"/>
                </a:lnTo>
                <a:lnTo>
                  <a:pt x="25072" y="65719"/>
                </a:lnTo>
                <a:lnTo>
                  <a:pt x="25418" y="65479"/>
                </a:lnTo>
                <a:lnTo>
                  <a:pt x="25755" y="65228"/>
                </a:lnTo>
                <a:lnTo>
                  <a:pt x="26084" y="64964"/>
                </a:lnTo>
                <a:lnTo>
                  <a:pt x="26403" y="64688"/>
                </a:lnTo>
                <a:lnTo>
                  <a:pt x="26713" y="64399"/>
                </a:lnTo>
                <a:lnTo>
                  <a:pt x="27013" y="64100"/>
                </a:lnTo>
                <a:lnTo>
                  <a:pt x="27300" y="63792"/>
                </a:lnTo>
                <a:lnTo>
                  <a:pt x="27574" y="63475"/>
                </a:lnTo>
                <a:lnTo>
                  <a:pt x="27836" y="63149"/>
                </a:lnTo>
                <a:lnTo>
                  <a:pt x="28084" y="62813"/>
                </a:lnTo>
                <a:lnTo>
                  <a:pt x="28320" y="62469"/>
                </a:lnTo>
                <a:lnTo>
                  <a:pt x="28544" y="62115"/>
                </a:lnTo>
                <a:lnTo>
                  <a:pt x="28754" y="61753"/>
                </a:lnTo>
                <a:lnTo>
                  <a:pt x="28952" y="61381"/>
                </a:lnTo>
                <a:lnTo>
                  <a:pt x="29137" y="61000"/>
                </a:lnTo>
                <a:lnTo>
                  <a:pt x="29309" y="60610"/>
                </a:lnTo>
                <a:lnTo>
                  <a:pt x="29468" y="60211"/>
                </a:lnTo>
                <a:lnTo>
                  <a:pt x="29615" y="59803"/>
                </a:lnTo>
                <a:lnTo>
                  <a:pt x="29749" y="59386"/>
                </a:lnTo>
                <a:lnTo>
                  <a:pt x="29870" y="58959"/>
                </a:lnTo>
                <a:lnTo>
                  <a:pt x="29978" y="58524"/>
                </a:lnTo>
                <a:lnTo>
                  <a:pt x="30074" y="58080"/>
                </a:lnTo>
                <a:lnTo>
                  <a:pt x="30157" y="57626"/>
                </a:lnTo>
                <a:lnTo>
                  <a:pt x="30195" y="57377"/>
                </a:lnTo>
                <a:lnTo>
                  <a:pt x="30386" y="57377"/>
                </a:lnTo>
                <a:lnTo>
                  <a:pt x="30386" y="67016"/>
                </a:lnTo>
                <a:lnTo>
                  <a:pt x="41586" y="67016"/>
                </a:lnTo>
                <a:lnTo>
                  <a:pt x="41586" y="0"/>
                </a:lnTo>
                <a:lnTo>
                  <a:pt x="30110" y="0"/>
                </a:lnTo>
                <a:lnTo>
                  <a:pt x="30110" y="14137"/>
                </a:lnTo>
                <a:lnTo>
                  <a:pt x="30477" y="26163"/>
                </a:lnTo>
                <a:lnTo>
                  <a:pt x="30195" y="26163"/>
                </a:lnTo>
                <a:lnTo>
                  <a:pt x="30157" y="25914"/>
                </a:lnTo>
                <a:lnTo>
                  <a:pt x="30074" y="25460"/>
                </a:lnTo>
                <a:lnTo>
                  <a:pt x="29978" y="25016"/>
                </a:lnTo>
                <a:lnTo>
                  <a:pt x="29870" y="24581"/>
                </a:lnTo>
                <a:close/>
                <a:moveTo>
                  <a:pt x="19423" y="57947"/>
                </a:moveTo>
                <a:lnTo>
                  <a:pt x="19086" y="57907"/>
                </a:lnTo>
                <a:lnTo>
                  <a:pt x="18756" y="57858"/>
                </a:lnTo>
                <a:lnTo>
                  <a:pt x="18432" y="57800"/>
                </a:lnTo>
                <a:lnTo>
                  <a:pt x="18115" y="57733"/>
                </a:lnTo>
                <a:lnTo>
                  <a:pt x="17804" y="57657"/>
                </a:lnTo>
                <a:lnTo>
                  <a:pt x="17501" y="57572"/>
                </a:lnTo>
                <a:lnTo>
                  <a:pt x="17204" y="57479"/>
                </a:lnTo>
                <a:lnTo>
                  <a:pt x="16914" y="57376"/>
                </a:lnTo>
                <a:lnTo>
                  <a:pt x="16630" y="57265"/>
                </a:lnTo>
                <a:lnTo>
                  <a:pt x="16353" y="57144"/>
                </a:lnTo>
                <a:lnTo>
                  <a:pt x="16083" y="57015"/>
                </a:lnTo>
                <a:lnTo>
                  <a:pt x="15820" y="56876"/>
                </a:lnTo>
                <a:lnTo>
                  <a:pt x="15563" y="56729"/>
                </a:lnTo>
                <a:lnTo>
                  <a:pt x="15313" y="56573"/>
                </a:lnTo>
                <a:lnTo>
                  <a:pt x="15070" y="56408"/>
                </a:lnTo>
                <a:lnTo>
                  <a:pt x="14833" y="56234"/>
                </a:lnTo>
                <a:lnTo>
                  <a:pt x="14603" y="56051"/>
                </a:lnTo>
                <a:lnTo>
                  <a:pt x="14380" y="55859"/>
                </a:lnTo>
                <a:lnTo>
                  <a:pt x="14163" y="55658"/>
                </a:lnTo>
                <a:lnTo>
                  <a:pt x="13953" y="55448"/>
                </a:lnTo>
                <a:lnTo>
                  <a:pt x="13751" y="55230"/>
                </a:lnTo>
                <a:lnTo>
                  <a:pt x="13558" y="55005"/>
                </a:lnTo>
                <a:lnTo>
                  <a:pt x="13373" y="54771"/>
                </a:lnTo>
                <a:lnTo>
                  <a:pt x="13196" y="54530"/>
                </a:lnTo>
                <a:lnTo>
                  <a:pt x="13029" y="54282"/>
                </a:lnTo>
                <a:lnTo>
                  <a:pt x="12869" y="54025"/>
                </a:lnTo>
                <a:lnTo>
                  <a:pt x="12719" y="53761"/>
                </a:lnTo>
                <a:lnTo>
                  <a:pt x="12577" y="53490"/>
                </a:lnTo>
                <a:lnTo>
                  <a:pt x="12443" y="53211"/>
                </a:lnTo>
                <a:lnTo>
                  <a:pt x="12319" y="52924"/>
                </a:lnTo>
                <a:lnTo>
                  <a:pt x="12202" y="52629"/>
                </a:lnTo>
                <a:lnTo>
                  <a:pt x="12095" y="52327"/>
                </a:lnTo>
                <a:lnTo>
                  <a:pt x="11996" y="52017"/>
                </a:lnTo>
                <a:lnTo>
                  <a:pt x="11906" y="51700"/>
                </a:lnTo>
                <a:lnTo>
                  <a:pt x="11824" y="51375"/>
                </a:lnTo>
                <a:lnTo>
                  <a:pt x="11751" y="51042"/>
                </a:lnTo>
                <a:lnTo>
                  <a:pt x="11686" y="50702"/>
                </a:lnTo>
                <a:lnTo>
                  <a:pt x="11630" y="50354"/>
                </a:lnTo>
                <a:lnTo>
                  <a:pt x="11583" y="49998"/>
                </a:lnTo>
                <a:lnTo>
                  <a:pt x="11544" y="49635"/>
                </a:lnTo>
                <a:lnTo>
                  <a:pt x="11514" y="49264"/>
                </a:lnTo>
                <a:lnTo>
                  <a:pt x="11493" y="48885"/>
                </a:lnTo>
                <a:lnTo>
                  <a:pt x="11480" y="48499"/>
                </a:lnTo>
                <a:lnTo>
                  <a:pt x="11475" y="48105"/>
                </a:lnTo>
                <a:lnTo>
                  <a:pt x="11475" y="35436"/>
                </a:lnTo>
                <a:lnTo>
                  <a:pt x="11480" y="35042"/>
                </a:lnTo>
                <a:lnTo>
                  <a:pt x="11493" y="34656"/>
                </a:lnTo>
                <a:lnTo>
                  <a:pt x="11514" y="34277"/>
                </a:lnTo>
                <a:lnTo>
                  <a:pt x="11544" y="33906"/>
                </a:lnTo>
                <a:lnTo>
                  <a:pt x="11583" y="33543"/>
                </a:lnTo>
                <a:lnTo>
                  <a:pt x="11630" y="33187"/>
                </a:lnTo>
                <a:lnTo>
                  <a:pt x="11686" y="32839"/>
                </a:lnTo>
                <a:lnTo>
                  <a:pt x="11751" y="32498"/>
                </a:lnTo>
                <a:lnTo>
                  <a:pt x="11824" y="32166"/>
                </a:lnTo>
                <a:lnTo>
                  <a:pt x="11906" y="31841"/>
                </a:lnTo>
                <a:lnTo>
                  <a:pt x="11996" y="31523"/>
                </a:lnTo>
                <a:lnTo>
                  <a:pt x="12095" y="31213"/>
                </a:lnTo>
                <a:lnTo>
                  <a:pt x="12202" y="30911"/>
                </a:lnTo>
                <a:lnTo>
                  <a:pt x="12319" y="30616"/>
                </a:lnTo>
                <a:lnTo>
                  <a:pt x="12443" y="30330"/>
                </a:lnTo>
                <a:lnTo>
                  <a:pt x="12577" y="30050"/>
                </a:lnTo>
                <a:lnTo>
                  <a:pt x="12719" y="29779"/>
                </a:lnTo>
                <a:lnTo>
                  <a:pt x="12869" y="29515"/>
                </a:lnTo>
                <a:lnTo>
                  <a:pt x="13029" y="29259"/>
                </a:lnTo>
                <a:lnTo>
                  <a:pt x="13196" y="29010"/>
                </a:lnTo>
                <a:lnTo>
                  <a:pt x="13373" y="28769"/>
                </a:lnTo>
                <a:lnTo>
                  <a:pt x="13558" y="28536"/>
                </a:lnTo>
                <a:lnTo>
                  <a:pt x="13751" y="28310"/>
                </a:lnTo>
                <a:lnTo>
                  <a:pt x="13953" y="28092"/>
                </a:lnTo>
                <a:lnTo>
                  <a:pt x="14163" y="27882"/>
                </a:lnTo>
                <a:lnTo>
                  <a:pt x="14380" y="27681"/>
                </a:lnTo>
                <a:lnTo>
                  <a:pt x="14603" y="27489"/>
                </a:lnTo>
                <a:lnTo>
                  <a:pt x="14833" y="27306"/>
                </a:lnTo>
                <a:lnTo>
                  <a:pt x="15070" y="27132"/>
                </a:lnTo>
                <a:lnTo>
                  <a:pt x="15313" y="26967"/>
                </a:lnTo>
                <a:lnTo>
                  <a:pt x="15563" y="26811"/>
                </a:lnTo>
                <a:lnTo>
                  <a:pt x="15820" y="26664"/>
                </a:lnTo>
                <a:lnTo>
                  <a:pt x="16083" y="26525"/>
                </a:lnTo>
                <a:lnTo>
                  <a:pt x="16353" y="26396"/>
                </a:lnTo>
                <a:lnTo>
                  <a:pt x="16630" y="26276"/>
                </a:lnTo>
                <a:lnTo>
                  <a:pt x="16914" y="26164"/>
                </a:lnTo>
                <a:lnTo>
                  <a:pt x="17204" y="26061"/>
                </a:lnTo>
                <a:lnTo>
                  <a:pt x="17501" y="25968"/>
                </a:lnTo>
                <a:lnTo>
                  <a:pt x="17804" y="25883"/>
                </a:lnTo>
                <a:lnTo>
                  <a:pt x="18115" y="25807"/>
                </a:lnTo>
                <a:lnTo>
                  <a:pt x="18432" y="25740"/>
                </a:lnTo>
                <a:lnTo>
                  <a:pt x="18756" y="25682"/>
                </a:lnTo>
                <a:lnTo>
                  <a:pt x="19086" y="25633"/>
                </a:lnTo>
                <a:lnTo>
                  <a:pt x="19423" y="25593"/>
                </a:lnTo>
                <a:lnTo>
                  <a:pt x="19767" y="25562"/>
                </a:lnTo>
                <a:lnTo>
                  <a:pt x="20117" y="25539"/>
                </a:lnTo>
                <a:lnTo>
                  <a:pt x="20475" y="25526"/>
                </a:lnTo>
                <a:lnTo>
                  <a:pt x="20838" y="25521"/>
                </a:lnTo>
                <a:lnTo>
                  <a:pt x="21202" y="25526"/>
                </a:lnTo>
                <a:lnTo>
                  <a:pt x="21559" y="25540"/>
                </a:lnTo>
                <a:lnTo>
                  <a:pt x="21909" y="25562"/>
                </a:lnTo>
                <a:lnTo>
                  <a:pt x="22253" y="25594"/>
                </a:lnTo>
                <a:lnTo>
                  <a:pt x="22589" y="25635"/>
                </a:lnTo>
                <a:lnTo>
                  <a:pt x="22918" y="25685"/>
                </a:lnTo>
                <a:lnTo>
                  <a:pt x="23241" y="25744"/>
                </a:lnTo>
                <a:lnTo>
                  <a:pt x="23557" y="25812"/>
                </a:lnTo>
                <a:lnTo>
                  <a:pt x="23866" y="25889"/>
                </a:lnTo>
                <a:lnTo>
                  <a:pt x="24168" y="25976"/>
                </a:lnTo>
                <a:lnTo>
                  <a:pt x="24463" y="26071"/>
                </a:lnTo>
                <a:lnTo>
                  <a:pt x="24752" y="26176"/>
                </a:lnTo>
                <a:lnTo>
                  <a:pt x="25033" y="26289"/>
                </a:lnTo>
                <a:lnTo>
                  <a:pt x="25308" y="26412"/>
                </a:lnTo>
                <a:lnTo>
                  <a:pt x="25576" y="26544"/>
                </a:lnTo>
                <a:lnTo>
                  <a:pt x="25837" y="26684"/>
                </a:lnTo>
                <a:lnTo>
                  <a:pt x="26091" y="26834"/>
                </a:lnTo>
                <a:lnTo>
                  <a:pt x="26338" y="26993"/>
                </a:lnTo>
                <a:lnTo>
                  <a:pt x="26578" y="27161"/>
                </a:lnTo>
                <a:lnTo>
                  <a:pt x="26812" y="27339"/>
                </a:lnTo>
                <a:lnTo>
                  <a:pt x="27038" y="27525"/>
                </a:lnTo>
                <a:lnTo>
                  <a:pt x="27258" y="27720"/>
                </a:lnTo>
                <a:lnTo>
                  <a:pt x="27471" y="27925"/>
                </a:lnTo>
                <a:lnTo>
                  <a:pt x="27677" y="28138"/>
                </a:lnTo>
                <a:lnTo>
                  <a:pt x="27876" y="28360"/>
                </a:lnTo>
                <a:lnTo>
                  <a:pt x="28066" y="28588"/>
                </a:lnTo>
                <a:lnTo>
                  <a:pt x="28247" y="28824"/>
                </a:lnTo>
                <a:lnTo>
                  <a:pt x="28421" y="29067"/>
                </a:lnTo>
                <a:lnTo>
                  <a:pt x="28585" y="29318"/>
                </a:lnTo>
                <a:lnTo>
                  <a:pt x="28742" y="29575"/>
                </a:lnTo>
                <a:lnTo>
                  <a:pt x="28890" y="29840"/>
                </a:lnTo>
                <a:lnTo>
                  <a:pt x="29029" y="30111"/>
                </a:lnTo>
                <a:lnTo>
                  <a:pt x="29160" y="30390"/>
                </a:lnTo>
                <a:lnTo>
                  <a:pt x="29282" y="30676"/>
                </a:lnTo>
                <a:lnTo>
                  <a:pt x="29396" y="30970"/>
                </a:lnTo>
                <a:lnTo>
                  <a:pt x="29502" y="31270"/>
                </a:lnTo>
                <a:lnTo>
                  <a:pt x="29599" y="31578"/>
                </a:lnTo>
                <a:lnTo>
                  <a:pt x="29688" y="31893"/>
                </a:lnTo>
                <a:lnTo>
                  <a:pt x="29768" y="32215"/>
                </a:lnTo>
                <a:lnTo>
                  <a:pt x="29840" y="32544"/>
                </a:lnTo>
                <a:lnTo>
                  <a:pt x="29903" y="32880"/>
                </a:lnTo>
                <a:lnTo>
                  <a:pt x="29958" y="33224"/>
                </a:lnTo>
                <a:lnTo>
                  <a:pt x="30005" y="33575"/>
                </a:lnTo>
                <a:lnTo>
                  <a:pt x="30043" y="33933"/>
                </a:lnTo>
                <a:lnTo>
                  <a:pt x="30072" y="34298"/>
                </a:lnTo>
                <a:lnTo>
                  <a:pt x="30094" y="34670"/>
                </a:lnTo>
                <a:lnTo>
                  <a:pt x="30106" y="35050"/>
                </a:lnTo>
                <a:lnTo>
                  <a:pt x="30110" y="35436"/>
                </a:lnTo>
                <a:lnTo>
                  <a:pt x="30110" y="48105"/>
                </a:lnTo>
                <a:lnTo>
                  <a:pt x="30106" y="48492"/>
                </a:lnTo>
                <a:lnTo>
                  <a:pt x="30094" y="48871"/>
                </a:lnTo>
                <a:lnTo>
                  <a:pt x="30072" y="49243"/>
                </a:lnTo>
                <a:lnTo>
                  <a:pt x="30043" y="49608"/>
                </a:lnTo>
                <a:lnTo>
                  <a:pt x="30005" y="49966"/>
                </a:lnTo>
                <a:lnTo>
                  <a:pt x="29958" y="50317"/>
                </a:lnTo>
                <a:lnTo>
                  <a:pt x="29903" y="50660"/>
                </a:lnTo>
                <a:lnTo>
                  <a:pt x="29840" y="50997"/>
                </a:lnTo>
                <a:lnTo>
                  <a:pt x="29768" y="51326"/>
                </a:lnTo>
                <a:lnTo>
                  <a:pt x="29688" y="51648"/>
                </a:lnTo>
                <a:lnTo>
                  <a:pt x="29599" y="51963"/>
                </a:lnTo>
                <a:lnTo>
                  <a:pt x="29502" y="52271"/>
                </a:lnTo>
                <a:lnTo>
                  <a:pt x="29396" y="52571"/>
                </a:lnTo>
                <a:lnTo>
                  <a:pt x="29282" y="52864"/>
                </a:lnTo>
                <a:lnTo>
                  <a:pt x="29160" y="53151"/>
                </a:lnTo>
                <a:lnTo>
                  <a:pt x="29029" y="53430"/>
                </a:lnTo>
                <a:lnTo>
                  <a:pt x="28890" y="53701"/>
                </a:lnTo>
                <a:lnTo>
                  <a:pt x="28742" y="53966"/>
                </a:lnTo>
                <a:lnTo>
                  <a:pt x="28585" y="54224"/>
                </a:lnTo>
                <a:lnTo>
                  <a:pt x="28421" y="54474"/>
                </a:lnTo>
                <a:lnTo>
                  <a:pt x="28247" y="54717"/>
                </a:lnTo>
                <a:lnTo>
                  <a:pt x="28066" y="54953"/>
                </a:lnTo>
                <a:lnTo>
                  <a:pt x="27876" y="55182"/>
                </a:lnTo>
                <a:lnTo>
                  <a:pt x="27677" y="55403"/>
                </a:lnTo>
                <a:lnTo>
                  <a:pt x="27471" y="55617"/>
                </a:lnTo>
                <a:lnTo>
                  <a:pt x="27258" y="55821"/>
                </a:lnTo>
                <a:lnTo>
                  <a:pt x="27038" y="56016"/>
                </a:lnTo>
                <a:lnTo>
                  <a:pt x="26812" y="56203"/>
                </a:lnTo>
                <a:lnTo>
                  <a:pt x="26578" y="56380"/>
                </a:lnTo>
                <a:lnTo>
                  <a:pt x="26338" y="56548"/>
                </a:lnTo>
                <a:lnTo>
                  <a:pt x="26091" y="56707"/>
                </a:lnTo>
                <a:lnTo>
                  <a:pt x="25837" y="56856"/>
                </a:lnTo>
                <a:lnTo>
                  <a:pt x="25576" y="56997"/>
                </a:lnTo>
                <a:lnTo>
                  <a:pt x="25308" y="57129"/>
                </a:lnTo>
                <a:lnTo>
                  <a:pt x="25033" y="57251"/>
                </a:lnTo>
                <a:lnTo>
                  <a:pt x="24752" y="57365"/>
                </a:lnTo>
                <a:lnTo>
                  <a:pt x="24463" y="57469"/>
                </a:lnTo>
                <a:lnTo>
                  <a:pt x="24168" y="57565"/>
                </a:lnTo>
                <a:lnTo>
                  <a:pt x="23866" y="57651"/>
                </a:lnTo>
                <a:lnTo>
                  <a:pt x="23557" y="57728"/>
                </a:lnTo>
                <a:lnTo>
                  <a:pt x="23241" y="57796"/>
                </a:lnTo>
                <a:lnTo>
                  <a:pt x="22918" y="57855"/>
                </a:lnTo>
                <a:lnTo>
                  <a:pt x="22589" y="57905"/>
                </a:lnTo>
                <a:lnTo>
                  <a:pt x="22253" y="57946"/>
                </a:lnTo>
                <a:lnTo>
                  <a:pt x="21909" y="57978"/>
                </a:lnTo>
                <a:lnTo>
                  <a:pt x="21559" y="58001"/>
                </a:lnTo>
                <a:lnTo>
                  <a:pt x="21202" y="58014"/>
                </a:lnTo>
                <a:lnTo>
                  <a:pt x="20838" y="58019"/>
                </a:lnTo>
                <a:lnTo>
                  <a:pt x="20475" y="58014"/>
                </a:lnTo>
                <a:lnTo>
                  <a:pt x="20117" y="58001"/>
                </a:lnTo>
                <a:lnTo>
                  <a:pt x="19767" y="57979"/>
                </a:lnTo>
                <a:lnTo>
                  <a:pt x="19423" y="57947"/>
                </a:lnTo>
                <a:close/>
                <a:moveTo>
                  <a:pt x="78269" y="67873"/>
                </a:moveTo>
                <a:lnTo>
                  <a:pt x="78913" y="67825"/>
                </a:lnTo>
                <a:lnTo>
                  <a:pt x="79548" y="67764"/>
                </a:lnTo>
                <a:lnTo>
                  <a:pt x="80175" y="67690"/>
                </a:lnTo>
                <a:lnTo>
                  <a:pt x="80794" y="67602"/>
                </a:lnTo>
                <a:lnTo>
                  <a:pt x="81404" y="67500"/>
                </a:lnTo>
                <a:lnTo>
                  <a:pt x="82005" y="67385"/>
                </a:lnTo>
                <a:lnTo>
                  <a:pt x="82598" y="67256"/>
                </a:lnTo>
                <a:lnTo>
                  <a:pt x="83183" y="67114"/>
                </a:lnTo>
                <a:lnTo>
                  <a:pt x="83759" y="66958"/>
                </a:lnTo>
                <a:lnTo>
                  <a:pt x="84326" y="66789"/>
                </a:lnTo>
                <a:lnTo>
                  <a:pt x="84886" y="66606"/>
                </a:lnTo>
                <a:lnTo>
                  <a:pt x="85436" y="66410"/>
                </a:lnTo>
                <a:lnTo>
                  <a:pt x="85979" y="66200"/>
                </a:lnTo>
                <a:lnTo>
                  <a:pt x="86512" y="65976"/>
                </a:lnTo>
                <a:lnTo>
                  <a:pt x="87038" y="65739"/>
                </a:lnTo>
                <a:lnTo>
                  <a:pt x="87555" y="65489"/>
                </a:lnTo>
                <a:lnTo>
                  <a:pt x="88063" y="65224"/>
                </a:lnTo>
                <a:lnTo>
                  <a:pt x="88563" y="64947"/>
                </a:lnTo>
                <a:lnTo>
                  <a:pt x="89055" y="64656"/>
                </a:lnTo>
                <a:lnTo>
                  <a:pt x="89538" y="64351"/>
                </a:lnTo>
                <a:lnTo>
                  <a:pt x="90013" y="64032"/>
                </a:lnTo>
                <a:lnTo>
                  <a:pt x="90475" y="63703"/>
                </a:lnTo>
                <a:lnTo>
                  <a:pt x="90923" y="63364"/>
                </a:lnTo>
                <a:lnTo>
                  <a:pt x="91356" y="63016"/>
                </a:lnTo>
                <a:lnTo>
                  <a:pt x="91773" y="62659"/>
                </a:lnTo>
                <a:lnTo>
                  <a:pt x="92176" y="62293"/>
                </a:lnTo>
                <a:lnTo>
                  <a:pt x="92563" y="61918"/>
                </a:lnTo>
                <a:lnTo>
                  <a:pt x="92935" y="61534"/>
                </a:lnTo>
                <a:lnTo>
                  <a:pt x="93292" y="61141"/>
                </a:lnTo>
                <a:lnTo>
                  <a:pt x="93634" y="60738"/>
                </a:lnTo>
                <a:lnTo>
                  <a:pt x="93960" y="60327"/>
                </a:lnTo>
                <a:lnTo>
                  <a:pt x="94272" y="59907"/>
                </a:lnTo>
                <a:lnTo>
                  <a:pt x="94568" y="59477"/>
                </a:lnTo>
                <a:lnTo>
                  <a:pt x="94849" y="59038"/>
                </a:lnTo>
                <a:lnTo>
                  <a:pt x="95115" y="58591"/>
                </a:lnTo>
                <a:lnTo>
                  <a:pt x="95366" y="58134"/>
                </a:lnTo>
                <a:lnTo>
                  <a:pt x="95602" y="57668"/>
                </a:lnTo>
                <a:lnTo>
                  <a:pt x="95823" y="57193"/>
                </a:lnTo>
                <a:lnTo>
                  <a:pt x="96028" y="56709"/>
                </a:lnTo>
                <a:lnTo>
                  <a:pt x="96219" y="56215"/>
                </a:lnTo>
                <a:lnTo>
                  <a:pt x="96394" y="55713"/>
                </a:lnTo>
                <a:lnTo>
                  <a:pt x="96554" y="55202"/>
                </a:lnTo>
                <a:lnTo>
                  <a:pt x="96699" y="54681"/>
                </a:lnTo>
                <a:lnTo>
                  <a:pt x="96829" y="54152"/>
                </a:lnTo>
                <a:lnTo>
                  <a:pt x="96944" y="53613"/>
                </a:lnTo>
                <a:lnTo>
                  <a:pt x="85652" y="53613"/>
                </a:lnTo>
                <a:lnTo>
                  <a:pt x="85595" y="53825"/>
                </a:lnTo>
                <a:lnTo>
                  <a:pt x="85533" y="54033"/>
                </a:lnTo>
                <a:lnTo>
                  <a:pt x="85464" y="54236"/>
                </a:lnTo>
                <a:lnTo>
                  <a:pt x="85389" y="54436"/>
                </a:lnTo>
                <a:lnTo>
                  <a:pt x="85308" y="54630"/>
                </a:lnTo>
                <a:lnTo>
                  <a:pt x="85221" y="54821"/>
                </a:lnTo>
                <a:lnTo>
                  <a:pt x="85128" y="55007"/>
                </a:lnTo>
                <a:lnTo>
                  <a:pt x="85029" y="55189"/>
                </a:lnTo>
                <a:lnTo>
                  <a:pt x="84924" y="55367"/>
                </a:lnTo>
                <a:lnTo>
                  <a:pt x="84813" y="55540"/>
                </a:lnTo>
                <a:lnTo>
                  <a:pt x="84696" y="55709"/>
                </a:lnTo>
                <a:lnTo>
                  <a:pt x="84573" y="55874"/>
                </a:lnTo>
                <a:lnTo>
                  <a:pt x="84444" y="56034"/>
                </a:lnTo>
                <a:lnTo>
                  <a:pt x="84308" y="56190"/>
                </a:lnTo>
                <a:lnTo>
                  <a:pt x="84167" y="56342"/>
                </a:lnTo>
                <a:lnTo>
                  <a:pt x="84019" y="56490"/>
                </a:lnTo>
                <a:lnTo>
                  <a:pt x="83866" y="56633"/>
                </a:lnTo>
                <a:lnTo>
                  <a:pt x="83706" y="56772"/>
                </a:lnTo>
                <a:lnTo>
                  <a:pt x="83541" y="56906"/>
                </a:lnTo>
                <a:lnTo>
                  <a:pt x="83369" y="57036"/>
                </a:lnTo>
                <a:lnTo>
                  <a:pt x="83191" y="57162"/>
                </a:lnTo>
                <a:lnTo>
                  <a:pt x="83008" y="57284"/>
                </a:lnTo>
                <a:lnTo>
                  <a:pt x="82818" y="57401"/>
                </a:lnTo>
                <a:lnTo>
                  <a:pt x="82622" y="57514"/>
                </a:lnTo>
                <a:lnTo>
                  <a:pt x="82420" y="57623"/>
                </a:lnTo>
                <a:lnTo>
                  <a:pt x="82214" y="57727"/>
                </a:lnTo>
                <a:lnTo>
                  <a:pt x="82002" y="57826"/>
                </a:lnTo>
                <a:lnTo>
                  <a:pt x="81786" y="57921"/>
                </a:lnTo>
                <a:lnTo>
                  <a:pt x="81564" y="58011"/>
                </a:lnTo>
                <a:lnTo>
                  <a:pt x="81337" y="58097"/>
                </a:lnTo>
                <a:lnTo>
                  <a:pt x="81105" y="58178"/>
                </a:lnTo>
                <a:lnTo>
                  <a:pt x="80868" y="58254"/>
                </a:lnTo>
                <a:lnTo>
                  <a:pt x="80625" y="58325"/>
                </a:lnTo>
                <a:lnTo>
                  <a:pt x="80378" y="58392"/>
                </a:lnTo>
                <a:lnTo>
                  <a:pt x="80125" y="58455"/>
                </a:lnTo>
                <a:lnTo>
                  <a:pt x="79868" y="58513"/>
                </a:lnTo>
                <a:lnTo>
                  <a:pt x="79605" y="58566"/>
                </a:lnTo>
                <a:lnTo>
                  <a:pt x="79338" y="58614"/>
                </a:lnTo>
                <a:lnTo>
                  <a:pt x="79065" y="58658"/>
                </a:lnTo>
                <a:lnTo>
                  <a:pt x="78787" y="58697"/>
                </a:lnTo>
                <a:lnTo>
                  <a:pt x="78504" y="58732"/>
                </a:lnTo>
                <a:lnTo>
                  <a:pt x="78216" y="58762"/>
                </a:lnTo>
                <a:lnTo>
                  <a:pt x="77922" y="58787"/>
                </a:lnTo>
                <a:lnTo>
                  <a:pt x="77624" y="58808"/>
                </a:lnTo>
                <a:lnTo>
                  <a:pt x="77321" y="58824"/>
                </a:lnTo>
                <a:lnTo>
                  <a:pt x="77012" y="58836"/>
                </a:lnTo>
                <a:lnTo>
                  <a:pt x="76699" y="58843"/>
                </a:lnTo>
                <a:lnTo>
                  <a:pt x="76380" y="58845"/>
                </a:lnTo>
                <a:lnTo>
                  <a:pt x="75963" y="58841"/>
                </a:lnTo>
                <a:lnTo>
                  <a:pt x="75556" y="58826"/>
                </a:lnTo>
                <a:lnTo>
                  <a:pt x="75156" y="58803"/>
                </a:lnTo>
                <a:lnTo>
                  <a:pt x="74766" y="58770"/>
                </a:lnTo>
                <a:lnTo>
                  <a:pt x="74383" y="58728"/>
                </a:lnTo>
                <a:lnTo>
                  <a:pt x="74010" y="58676"/>
                </a:lnTo>
                <a:lnTo>
                  <a:pt x="73645" y="58615"/>
                </a:lnTo>
                <a:lnTo>
                  <a:pt x="73289" y="58544"/>
                </a:lnTo>
                <a:lnTo>
                  <a:pt x="72941" y="58464"/>
                </a:lnTo>
                <a:lnTo>
                  <a:pt x="72602" y="58375"/>
                </a:lnTo>
                <a:lnTo>
                  <a:pt x="72272" y="58276"/>
                </a:lnTo>
                <a:lnTo>
                  <a:pt x="71950" y="58168"/>
                </a:lnTo>
                <a:lnTo>
                  <a:pt x="71637" y="58051"/>
                </a:lnTo>
                <a:lnTo>
                  <a:pt x="71332" y="57924"/>
                </a:lnTo>
                <a:lnTo>
                  <a:pt x="71036" y="57787"/>
                </a:lnTo>
                <a:lnTo>
                  <a:pt x="70749" y="57642"/>
                </a:lnTo>
                <a:lnTo>
                  <a:pt x="70470" y="57487"/>
                </a:lnTo>
                <a:lnTo>
                  <a:pt x="70200" y="57322"/>
                </a:lnTo>
                <a:lnTo>
                  <a:pt x="69938" y="57148"/>
                </a:lnTo>
                <a:lnTo>
                  <a:pt x="69685" y="56965"/>
                </a:lnTo>
                <a:lnTo>
                  <a:pt x="69441" y="56772"/>
                </a:lnTo>
                <a:lnTo>
                  <a:pt x="69205" y="56570"/>
                </a:lnTo>
                <a:lnTo>
                  <a:pt x="68978" y="56358"/>
                </a:lnTo>
                <a:lnTo>
                  <a:pt x="68760" y="56137"/>
                </a:lnTo>
                <a:lnTo>
                  <a:pt x="68550" y="55907"/>
                </a:lnTo>
                <a:lnTo>
                  <a:pt x="68349" y="55668"/>
                </a:lnTo>
                <a:lnTo>
                  <a:pt x="68157" y="55420"/>
                </a:lnTo>
                <a:lnTo>
                  <a:pt x="67974" y="55162"/>
                </a:lnTo>
                <a:lnTo>
                  <a:pt x="67800" y="54896"/>
                </a:lnTo>
                <a:lnTo>
                  <a:pt x="67635" y="54620"/>
                </a:lnTo>
                <a:lnTo>
                  <a:pt x="67479" y="54335"/>
                </a:lnTo>
                <a:lnTo>
                  <a:pt x="67331" y="54042"/>
                </a:lnTo>
                <a:lnTo>
                  <a:pt x="67193" y="53739"/>
                </a:lnTo>
                <a:lnTo>
                  <a:pt x="67064" y="53427"/>
                </a:lnTo>
                <a:lnTo>
                  <a:pt x="66943" y="53106"/>
                </a:lnTo>
                <a:lnTo>
                  <a:pt x="66832" y="52776"/>
                </a:lnTo>
                <a:lnTo>
                  <a:pt x="66729" y="52436"/>
                </a:lnTo>
                <a:lnTo>
                  <a:pt x="66635" y="52088"/>
                </a:lnTo>
                <a:lnTo>
                  <a:pt x="66551" y="51731"/>
                </a:lnTo>
                <a:lnTo>
                  <a:pt x="66475" y="51364"/>
                </a:lnTo>
                <a:lnTo>
                  <a:pt x="66408" y="50989"/>
                </a:lnTo>
                <a:lnTo>
                  <a:pt x="66350" y="50604"/>
                </a:lnTo>
                <a:lnTo>
                  <a:pt x="66301" y="50210"/>
                </a:lnTo>
                <a:lnTo>
                  <a:pt x="66260" y="49807"/>
                </a:lnTo>
                <a:lnTo>
                  <a:pt x="66229" y="49395"/>
                </a:lnTo>
                <a:lnTo>
                  <a:pt x="66207" y="48974"/>
                </a:lnTo>
                <a:lnTo>
                  <a:pt x="66194" y="48544"/>
                </a:lnTo>
                <a:lnTo>
                  <a:pt x="66189" y="48105"/>
                </a:lnTo>
                <a:lnTo>
                  <a:pt x="66189" y="44525"/>
                </a:lnTo>
                <a:lnTo>
                  <a:pt x="97311" y="44525"/>
                </a:lnTo>
                <a:lnTo>
                  <a:pt x="97311" y="35436"/>
                </a:lnTo>
                <a:lnTo>
                  <a:pt x="97306" y="34942"/>
                </a:lnTo>
                <a:lnTo>
                  <a:pt x="97293" y="34452"/>
                </a:lnTo>
                <a:lnTo>
                  <a:pt x="97270" y="33968"/>
                </a:lnTo>
                <a:lnTo>
                  <a:pt x="97238" y="33489"/>
                </a:lnTo>
                <a:lnTo>
                  <a:pt x="97197" y="33016"/>
                </a:lnTo>
                <a:lnTo>
                  <a:pt x="97147" y="32547"/>
                </a:lnTo>
                <a:lnTo>
                  <a:pt x="97088" y="32084"/>
                </a:lnTo>
                <a:lnTo>
                  <a:pt x="97020" y="31626"/>
                </a:lnTo>
                <a:lnTo>
                  <a:pt x="96943" y="31174"/>
                </a:lnTo>
                <a:lnTo>
                  <a:pt x="96857" y="30727"/>
                </a:lnTo>
                <a:lnTo>
                  <a:pt x="96761" y="30285"/>
                </a:lnTo>
                <a:lnTo>
                  <a:pt x="96657" y="29848"/>
                </a:lnTo>
                <a:lnTo>
                  <a:pt x="96543" y="29416"/>
                </a:lnTo>
                <a:lnTo>
                  <a:pt x="96420" y="28990"/>
                </a:lnTo>
                <a:lnTo>
                  <a:pt x="96289" y="28569"/>
                </a:lnTo>
                <a:lnTo>
                  <a:pt x="96148" y="28153"/>
                </a:lnTo>
                <a:lnTo>
                  <a:pt x="95998" y="27743"/>
                </a:lnTo>
                <a:lnTo>
                  <a:pt x="95839" y="27338"/>
                </a:lnTo>
                <a:lnTo>
                  <a:pt x="95671" y="26938"/>
                </a:lnTo>
                <a:lnTo>
                  <a:pt x="95494" y="26543"/>
                </a:lnTo>
                <a:lnTo>
                  <a:pt x="95307" y="26154"/>
                </a:lnTo>
                <a:lnTo>
                  <a:pt x="95112" y="25770"/>
                </a:lnTo>
                <a:lnTo>
                  <a:pt x="94908" y="25391"/>
                </a:lnTo>
                <a:lnTo>
                  <a:pt x="94694" y="25017"/>
                </a:lnTo>
                <a:lnTo>
                  <a:pt x="94473" y="24649"/>
                </a:lnTo>
                <a:lnTo>
                  <a:pt x="94244" y="24289"/>
                </a:lnTo>
                <a:lnTo>
                  <a:pt x="94007" y="23935"/>
                </a:lnTo>
                <a:lnTo>
                  <a:pt x="93764" y="23588"/>
                </a:lnTo>
                <a:lnTo>
                  <a:pt x="93513" y="23247"/>
                </a:lnTo>
                <a:lnTo>
                  <a:pt x="93254" y="22914"/>
                </a:lnTo>
                <a:lnTo>
                  <a:pt x="92989" y="22587"/>
                </a:lnTo>
                <a:lnTo>
                  <a:pt x="92716" y="22268"/>
                </a:lnTo>
                <a:lnTo>
                  <a:pt x="92435" y="21955"/>
                </a:lnTo>
                <a:lnTo>
                  <a:pt x="92148" y="21649"/>
                </a:lnTo>
                <a:lnTo>
                  <a:pt x="91853" y="21350"/>
                </a:lnTo>
                <a:lnTo>
                  <a:pt x="91550" y="21058"/>
                </a:lnTo>
                <a:lnTo>
                  <a:pt x="91241" y="20772"/>
                </a:lnTo>
                <a:lnTo>
                  <a:pt x="90924" y="20494"/>
                </a:lnTo>
                <a:lnTo>
                  <a:pt x="90599" y="20222"/>
                </a:lnTo>
                <a:lnTo>
                  <a:pt x="90268" y="19957"/>
                </a:lnTo>
                <a:lnTo>
                  <a:pt x="89929" y="19699"/>
                </a:lnTo>
                <a:lnTo>
                  <a:pt x="89582" y="19448"/>
                </a:lnTo>
                <a:lnTo>
                  <a:pt x="89228" y="19204"/>
                </a:lnTo>
                <a:lnTo>
                  <a:pt x="88867" y="18967"/>
                </a:lnTo>
                <a:lnTo>
                  <a:pt x="88499" y="18736"/>
                </a:lnTo>
                <a:lnTo>
                  <a:pt x="88123" y="18513"/>
                </a:lnTo>
                <a:lnTo>
                  <a:pt x="87740" y="18296"/>
                </a:lnTo>
                <a:lnTo>
                  <a:pt x="87350" y="18086"/>
                </a:lnTo>
                <a:lnTo>
                  <a:pt x="86953" y="17884"/>
                </a:lnTo>
                <a:lnTo>
                  <a:pt x="86551" y="17690"/>
                </a:lnTo>
                <a:lnTo>
                  <a:pt x="86143" y="17505"/>
                </a:lnTo>
                <a:lnTo>
                  <a:pt x="85729" y="17328"/>
                </a:lnTo>
                <a:lnTo>
                  <a:pt x="85310" y="17160"/>
                </a:lnTo>
                <a:lnTo>
                  <a:pt x="84885" y="17001"/>
                </a:lnTo>
                <a:lnTo>
                  <a:pt x="84455" y="16850"/>
                </a:lnTo>
                <a:lnTo>
                  <a:pt x="84019" y="16708"/>
                </a:lnTo>
                <a:lnTo>
                  <a:pt x="83578" y="16575"/>
                </a:lnTo>
                <a:lnTo>
                  <a:pt x="83131" y="16450"/>
                </a:lnTo>
                <a:lnTo>
                  <a:pt x="82678" y="16334"/>
                </a:lnTo>
                <a:lnTo>
                  <a:pt x="82220" y="16226"/>
                </a:lnTo>
                <a:lnTo>
                  <a:pt x="81757" y="16127"/>
                </a:lnTo>
                <a:lnTo>
                  <a:pt x="81287" y="16037"/>
                </a:lnTo>
                <a:lnTo>
                  <a:pt x="80812" y="15955"/>
                </a:lnTo>
                <a:lnTo>
                  <a:pt x="80332" y="15882"/>
                </a:lnTo>
                <a:lnTo>
                  <a:pt x="79846" y="15817"/>
                </a:lnTo>
                <a:lnTo>
                  <a:pt x="79354" y="15761"/>
                </a:lnTo>
                <a:lnTo>
                  <a:pt x="78857" y="15714"/>
                </a:lnTo>
                <a:lnTo>
                  <a:pt x="78354" y="15675"/>
                </a:lnTo>
                <a:lnTo>
                  <a:pt x="77846" y="15645"/>
                </a:lnTo>
                <a:lnTo>
                  <a:pt x="77332" y="15624"/>
                </a:lnTo>
                <a:lnTo>
                  <a:pt x="76813" y="15611"/>
                </a:lnTo>
                <a:lnTo>
                  <a:pt x="76287" y="15606"/>
                </a:lnTo>
                <a:lnTo>
                  <a:pt x="75755" y="15611"/>
                </a:lnTo>
                <a:lnTo>
                  <a:pt x="75228" y="15624"/>
                </a:lnTo>
                <a:lnTo>
                  <a:pt x="74707" y="15645"/>
                </a:lnTo>
                <a:lnTo>
                  <a:pt x="74192" y="15675"/>
                </a:lnTo>
                <a:lnTo>
                  <a:pt x="73682" y="15714"/>
                </a:lnTo>
                <a:lnTo>
                  <a:pt x="73178" y="15761"/>
                </a:lnTo>
                <a:lnTo>
                  <a:pt x="72680" y="15817"/>
                </a:lnTo>
                <a:lnTo>
                  <a:pt x="72187" y="15882"/>
                </a:lnTo>
                <a:lnTo>
                  <a:pt x="71701" y="15955"/>
                </a:lnTo>
                <a:lnTo>
                  <a:pt x="71220" y="16037"/>
                </a:lnTo>
                <a:lnTo>
                  <a:pt x="70744" y="16127"/>
                </a:lnTo>
                <a:lnTo>
                  <a:pt x="70275" y="16226"/>
                </a:lnTo>
                <a:lnTo>
                  <a:pt x="69811" y="16334"/>
                </a:lnTo>
                <a:lnTo>
                  <a:pt x="69353" y="16450"/>
                </a:lnTo>
                <a:lnTo>
                  <a:pt x="68901" y="16575"/>
                </a:lnTo>
                <a:lnTo>
                  <a:pt x="68454" y="16708"/>
                </a:lnTo>
                <a:lnTo>
                  <a:pt x="68013" y="16850"/>
                </a:lnTo>
                <a:lnTo>
                  <a:pt x="67578" y="17001"/>
                </a:lnTo>
                <a:lnTo>
                  <a:pt x="67149" y="17160"/>
                </a:lnTo>
                <a:lnTo>
                  <a:pt x="66725" y="17328"/>
                </a:lnTo>
                <a:lnTo>
                  <a:pt x="66307" y="17505"/>
                </a:lnTo>
                <a:lnTo>
                  <a:pt x="65895" y="17690"/>
                </a:lnTo>
                <a:lnTo>
                  <a:pt x="65489" y="17884"/>
                </a:lnTo>
                <a:lnTo>
                  <a:pt x="65088" y="18086"/>
                </a:lnTo>
                <a:lnTo>
                  <a:pt x="64694" y="18296"/>
                </a:lnTo>
                <a:lnTo>
                  <a:pt x="64307" y="18513"/>
                </a:lnTo>
                <a:lnTo>
                  <a:pt x="63928" y="18736"/>
                </a:lnTo>
                <a:lnTo>
                  <a:pt x="63557" y="18967"/>
                </a:lnTo>
                <a:lnTo>
                  <a:pt x="63192" y="19204"/>
                </a:lnTo>
                <a:lnTo>
                  <a:pt x="62836" y="19448"/>
                </a:lnTo>
                <a:lnTo>
                  <a:pt x="62487" y="19699"/>
                </a:lnTo>
                <a:lnTo>
                  <a:pt x="62145" y="19957"/>
                </a:lnTo>
                <a:lnTo>
                  <a:pt x="61811" y="20222"/>
                </a:lnTo>
                <a:lnTo>
                  <a:pt x="61484" y="20494"/>
                </a:lnTo>
                <a:lnTo>
                  <a:pt x="61165" y="20772"/>
                </a:lnTo>
                <a:lnTo>
                  <a:pt x="60853" y="21058"/>
                </a:lnTo>
                <a:lnTo>
                  <a:pt x="60549" y="21350"/>
                </a:lnTo>
                <a:lnTo>
                  <a:pt x="60252" y="21649"/>
                </a:lnTo>
                <a:lnTo>
                  <a:pt x="59963" y="21955"/>
                </a:lnTo>
                <a:lnTo>
                  <a:pt x="59682" y="22268"/>
                </a:lnTo>
                <a:lnTo>
                  <a:pt x="59407" y="22587"/>
                </a:lnTo>
                <a:lnTo>
                  <a:pt x="59141" y="22914"/>
                </a:lnTo>
                <a:lnTo>
                  <a:pt x="58881" y="23247"/>
                </a:lnTo>
                <a:lnTo>
                  <a:pt x="58630" y="23588"/>
                </a:lnTo>
                <a:lnTo>
                  <a:pt x="58385" y="23935"/>
                </a:lnTo>
                <a:lnTo>
                  <a:pt x="58148" y="24289"/>
                </a:lnTo>
                <a:lnTo>
                  <a:pt x="57919" y="24649"/>
                </a:lnTo>
                <a:lnTo>
                  <a:pt x="57697" y="25017"/>
                </a:lnTo>
                <a:lnTo>
                  <a:pt x="57484" y="25391"/>
                </a:lnTo>
                <a:lnTo>
                  <a:pt x="57280" y="25770"/>
                </a:lnTo>
                <a:lnTo>
                  <a:pt x="57084" y="26154"/>
                </a:lnTo>
                <a:lnTo>
                  <a:pt x="56898" y="26543"/>
                </a:lnTo>
                <a:lnTo>
                  <a:pt x="56721" y="26938"/>
                </a:lnTo>
                <a:lnTo>
                  <a:pt x="56553" y="27338"/>
                </a:lnTo>
                <a:lnTo>
                  <a:pt x="56394" y="27743"/>
                </a:lnTo>
                <a:lnTo>
                  <a:pt x="56244" y="28153"/>
                </a:lnTo>
                <a:lnTo>
                  <a:pt x="56104" y="28569"/>
                </a:lnTo>
                <a:lnTo>
                  <a:pt x="55972" y="28990"/>
                </a:lnTo>
                <a:lnTo>
                  <a:pt x="55849" y="29416"/>
                </a:lnTo>
                <a:lnTo>
                  <a:pt x="55736" y="29848"/>
                </a:lnTo>
                <a:lnTo>
                  <a:pt x="55631" y="30285"/>
                </a:lnTo>
                <a:lnTo>
                  <a:pt x="55536" y="30727"/>
                </a:lnTo>
                <a:lnTo>
                  <a:pt x="55450" y="31174"/>
                </a:lnTo>
                <a:lnTo>
                  <a:pt x="55373" y="31626"/>
                </a:lnTo>
                <a:lnTo>
                  <a:pt x="55305" y="32084"/>
                </a:lnTo>
                <a:lnTo>
                  <a:pt x="55245" y="32547"/>
                </a:lnTo>
                <a:lnTo>
                  <a:pt x="55196" y="33016"/>
                </a:lnTo>
                <a:lnTo>
                  <a:pt x="55155" y="33489"/>
                </a:lnTo>
                <a:lnTo>
                  <a:pt x="55123" y="33968"/>
                </a:lnTo>
                <a:lnTo>
                  <a:pt x="55100" y="34452"/>
                </a:lnTo>
                <a:lnTo>
                  <a:pt x="55087" y="34942"/>
                </a:lnTo>
                <a:lnTo>
                  <a:pt x="55082" y="35436"/>
                </a:lnTo>
                <a:lnTo>
                  <a:pt x="55082" y="48105"/>
                </a:lnTo>
                <a:lnTo>
                  <a:pt x="55087" y="48600"/>
                </a:lnTo>
                <a:lnTo>
                  <a:pt x="55100" y="49089"/>
                </a:lnTo>
                <a:lnTo>
                  <a:pt x="55123" y="49573"/>
                </a:lnTo>
                <a:lnTo>
                  <a:pt x="55155" y="50052"/>
                </a:lnTo>
                <a:lnTo>
                  <a:pt x="55196" y="50525"/>
                </a:lnTo>
                <a:lnTo>
                  <a:pt x="55245" y="50994"/>
                </a:lnTo>
                <a:lnTo>
                  <a:pt x="55305" y="51457"/>
                </a:lnTo>
                <a:lnTo>
                  <a:pt x="55373" y="51914"/>
                </a:lnTo>
                <a:lnTo>
                  <a:pt x="55450" y="52367"/>
                </a:lnTo>
                <a:lnTo>
                  <a:pt x="55536" y="52814"/>
                </a:lnTo>
                <a:lnTo>
                  <a:pt x="55631" y="53256"/>
                </a:lnTo>
                <a:lnTo>
                  <a:pt x="55736" y="53693"/>
                </a:lnTo>
                <a:lnTo>
                  <a:pt x="55849" y="54125"/>
                </a:lnTo>
                <a:lnTo>
                  <a:pt x="55972" y="54551"/>
                </a:lnTo>
                <a:lnTo>
                  <a:pt x="56104" y="54972"/>
                </a:lnTo>
                <a:lnTo>
                  <a:pt x="56244" y="55388"/>
                </a:lnTo>
                <a:lnTo>
                  <a:pt x="56394" y="55798"/>
                </a:lnTo>
                <a:lnTo>
                  <a:pt x="56553" y="56203"/>
                </a:lnTo>
                <a:lnTo>
                  <a:pt x="56721" y="56603"/>
                </a:lnTo>
                <a:lnTo>
                  <a:pt x="56898" y="56998"/>
                </a:lnTo>
                <a:lnTo>
                  <a:pt x="57084" y="57387"/>
                </a:lnTo>
                <a:lnTo>
                  <a:pt x="57280" y="57772"/>
                </a:lnTo>
                <a:lnTo>
                  <a:pt x="57484" y="58151"/>
                </a:lnTo>
                <a:lnTo>
                  <a:pt x="57697" y="58524"/>
                </a:lnTo>
                <a:lnTo>
                  <a:pt x="57919" y="58892"/>
                </a:lnTo>
                <a:lnTo>
                  <a:pt x="58148" y="59253"/>
                </a:lnTo>
                <a:lnTo>
                  <a:pt x="58385" y="59607"/>
                </a:lnTo>
                <a:lnTo>
                  <a:pt x="58630" y="59954"/>
                </a:lnTo>
                <a:lnTo>
                  <a:pt x="58881" y="60294"/>
                </a:lnTo>
                <a:lnTo>
                  <a:pt x="59141" y="60627"/>
                </a:lnTo>
                <a:lnTo>
                  <a:pt x="59407" y="60954"/>
                </a:lnTo>
                <a:lnTo>
                  <a:pt x="59682" y="61273"/>
                </a:lnTo>
                <a:lnTo>
                  <a:pt x="59963" y="61586"/>
                </a:lnTo>
                <a:lnTo>
                  <a:pt x="60252" y="61892"/>
                </a:lnTo>
                <a:lnTo>
                  <a:pt x="60549" y="62191"/>
                </a:lnTo>
                <a:lnTo>
                  <a:pt x="60853" y="62483"/>
                </a:lnTo>
                <a:lnTo>
                  <a:pt x="61165" y="62768"/>
                </a:lnTo>
                <a:lnTo>
                  <a:pt x="61484" y="63047"/>
                </a:lnTo>
                <a:lnTo>
                  <a:pt x="61811" y="63319"/>
                </a:lnTo>
                <a:lnTo>
                  <a:pt x="62145" y="63584"/>
                </a:lnTo>
                <a:lnTo>
                  <a:pt x="62487" y="63842"/>
                </a:lnTo>
                <a:lnTo>
                  <a:pt x="62836" y="64093"/>
                </a:lnTo>
                <a:lnTo>
                  <a:pt x="63192" y="64337"/>
                </a:lnTo>
                <a:lnTo>
                  <a:pt x="63557" y="64574"/>
                </a:lnTo>
                <a:lnTo>
                  <a:pt x="63928" y="64805"/>
                </a:lnTo>
                <a:lnTo>
                  <a:pt x="64307" y="65029"/>
                </a:lnTo>
                <a:lnTo>
                  <a:pt x="64694" y="65246"/>
                </a:lnTo>
                <a:lnTo>
                  <a:pt x="65088" y="65456"/>
                </a:lnTo>
                <a:lnTo>
                  <a:pt x="65489" y="65658"/>
                </a:lnTo>
                <a:lnTo>
                  <a:pt x="65895" y="65851"/>
                </a:lnTo>
                <a:lnTo>
                  <a:pt x="66307" y="66036"/>
                </a:lnTo>
                <a:lnTo>
                  <a:pt x="66725" y="66213"/>
                </a:lnTo>
                <a:lnTo>
                  <a:pt x="67149" y="66381"/>
                </a:lnTo>
                <a:lnTo>
                  <a:pt x="67578" y="66540"/>
                </a:lnTo>
                <a:lnTo>
                  <a:pt x="68013" y="66690"/>
                </a:lnTo>
                <a:lnTo>
                  <a:pt x="68454" y="66832"/>
                </a:lnTo>
                <a:lnTo>
                  <a:pt x="68901" y="66966"/>
                </a:lnTo>
                <a:lnTo>
                  <a:pt x="69353" y="67090"/>
                </a:lnTo>
                <a:lnTo>
                  <a:pt x="69811" y="67207"/>
                </a:lnTo>
                <a:lnTo>
                  <a:pt x="70275" y="67314"/>
                </a:lnTo>
                <a:lnTo>
                  <a:pt x="70744" y="67413"/>
                </a:lnTo>
                <a:lnTo>
                  <a:pt x="71220" y="67503"/>
                </a:lnTo>
                <a:lnTo>
                  <a:pt x="71701" y="67585"/>
                </a:lnTo>
                <a:lnTo>
                  <a:pt x="72187" y="67658"/>
                </a:lnTo>
                <a:lnTo>
                  <a:pt x="72680" y="67723"/>
                </a:lnTo>
                <a:lnTo>
                  <a:pt x="73178" y="67779"/>
                </a:lnTo>
                <a:lnTo>
                  <a:pt x="73682" y="67826"/>
                </a:lnTo>
                <a:lnTo>
                  <a:pt x="74192" y="67865"/>
                </a:lnTo>
                <a:lnTo>
                  <a:pt x="74707" y="67895"/>
                </a:lnTo>
                <a:lnTo>
                  <a:pt x="75228" y="67916"/>
                </a:lnTo>
                <a:lnTo>
                  <a:pt x="75755" y="67929"/>
                </a:lnTo>
                <a:lnTo>
                  <a:pt x="76287" y="67934"/>
                </a:lnTo>
                <a:lnTo>
                  <a:pt x="76957" y="67927"/>
                </a:lnTo>
                <a:lnTo>
                  <a:pt x="77617" y="67907"/>
                </a:lnTo>
                <a:lnTo>
                  <a:pt x="78269" y="67873"/>
                </a:lnTo>
                <a:close/>
                <a:moveTo>
                  <a:pt x="66194" y="35004"/>
                </a:moveTo>
                <a:lnTo>
                  <a:pt x="66207" y="34581"/>
                </a:lnTo>
                <a:lnTo>
                  <a:pt x="66229" y="34165"/>
                </a:lnTo>
                <a:lnTo>
                  <a:pt x="66260" y="33758"/>
                </a:lnTo>
                <a:lnTo>
                  <a:pt x="66301" y="33359"/>
                </a:lnTo>
                <a:lnTo>
                  <a:pt x="66350" y="32969"/>
                </a:lnTo>
                <a:lnTo>
                  <a:pt x="66408" y="32587"/>
                </a:lnTo>
                <a:lnTo>
                  <a:pt x="66475" y="32213"/>
                </a:lnTo>
                <a:lnTo>
                  <a:pt x="66551" y="31847"/>
                </a:lnTo>
                <a:lnTo>
                  <a:pt x="66635" y="31490"/>
                </a:lnTo>
                <a:lnTo>
                  <a:pt x="66729" y="31141"/>
                </a:lnTo>
                <a:lnTo>
                  <a:pt x="66832" y="30800"/>
                </a:lnTo>
                <a:lnTo>
                  <a:pt x="66943" y="30467"/>
                </a:lnTo>
                <a:lnTo>
                  <a:pt x="67064" y="30143"/>
                </a:lnTo>
                <a:lnTo>
                  <a:pt x="67193" y="29827"/>
                </a:lnTo>
                <a:lnTo>
                  <a:pt x="67331" y="29520"/>
                </a:lnTo>
                <a:lnTo>
                  <a:pt x="67479" y="29221"/>
                </a:lnTo>
                <a:lnTo>
                  <a:pt x="67635" y="28930"/>
                </a:lnTo>
                <a:lnTo>
                  <a:pt x="67800" y="28647"/>
                </a:lnTo>
                <a:lnTo>
                  <a:pt x="67974" y="28373"/>
                </a:lnTo>
                <a:lnTo>
                  <a:pt x="68157" y="28106"/>
                </a:lnTo>
                <a:lnTo>
                  <a:pt x="68349" y="27849"/>
                </a:lnTo>
                <a:lnTo>
                  <a:pt x="68550" y="27599"/>
                </a:lnTo>
                <a:lnTo>
                  <a:pt x="68760" y="27358"/>
                </a:lnTo>
                <a:lnTo>
                  <a:pt x="68978" y="27126"/>
                </a:lnTo>
                <a:lnTo>
                  <a:pt x="69205" y="26903"/>
                </a:lnTo>
                <a:lnTo>
                  <a:pt x="69439" y="26691"/>
                </a:lnTo>
                <a:lnTo>
                  <a:pt x="69683" y="26488"/>
                </a:lnTo>
                <a:lnTo>
                  <a:pt x="69934" y="26295"/>
                </a:lnTo>
                <a:lnTo>
                  <a:pt x="70194" y="26112"/>
                </a:lnTo>
                <a:lnTo>
                  <a:pt x="70462" y="25940"/>
                </a:lnTo>
                <a:lnTo>
                  <a:pt x="70738" y="25776"/>
                </a:lnTo>
                <a:lnTo>
                  <a:pt x="71023" y="25623"/>
                </a:lnTo>
                <a:lnTo>
                  <a:pt x="71316" y="25480"/>
                </a:lnTo>
                <a:lnTo>
                  <a:pt x="71617" y="25347"/>
                </a:lnTo>
                <a:lnTo>
                  <a:pt x="71927" y="25223"/>
                </a:lnTo>
                <a:lnTo>
                  <a:pt x="72245" y="25109"/>
                </a:lnTo>
                <a:lnTo>
                  <a:pt x="72571" y="25006"/>
                </a:lnTo>
                <a:lnTo>
                  <a:pt x="72905" y="24912"/>
                </a:lnTo>
                <a:lnTo>
                  <a:pt x="73248" y="24828"/>
                </a:lnTo>
                <a:lnTo>
                  <a:pt x="73599" y="24754"/>
                </a:lnTo>
                <a:lnTo>
                  <a:pt x="73958" y="24689"/>
                </a:lnTo>
                <a:lnTo>
                  <a:pt x="74325" y="24635"/>
                </a:lnTo>
                <a:lnTo>
                  <a:pt x="74701" y="24590"/>
                </a:lnTo>
                <a:lnTo>
                  <a:pt x="75085" y="24556"/>
                </a:lnTo>
                <a:lnTo>
                  <a:pt x="75478" y="24531"/>
                </a:lnTo>
                <a:lnTo>
                  <a:pt x="75879" y="24516"/>
                </a:lnTo>
                <a:lnTo>
                  <a:pt x="76287" y="24511"/>
                </a:lnTo>
                <a:lnTo>
                  <a:pt x="76696" y="24516"/>
                </a:lnTo>
                <a:lnTo>
                  <a:pt x="77097" y="24531"/>
                </a:lnTo>
                <a:lnTo>
                  <a:pt x="77488" y="24555"/>
                </a:lnTo>
                <a:lnTo>
                  <a:pt x="77871" y="24589"/>
                </a:lnTo>
                <a:lnTo>
                  <a:pt x="78245" y="24633"/>
                </a:lnTo>
                <a:lnTo>
                  <a:pt x="78611" y="24686"/>
                </a:lnTo>
                <a:lnTo>
                  <a:pt x="78968" y="24750"/>
                </a:lnTo>
                <a:lnTo>
                  <a:pt x="79317" y="24823"/>
                </a:lnTo>
                <a:lnTo>
                  <a:pt x="79657" y="24905"/>
                </a:lnTo>
                <a:lnTo>
                  <a:pt x="79988" y="24998"/>
                </a:lnTo>
                <a:lnTo>
                  <a:pt x="80311" y="25100"/>
                </a:lnTo>
                <a:lnTo>
                  <a:pt x="80625" y="25211"/>
                </a:lnTo>
                <a:lnTo>
                  <a:pt x="80931" y="25333"/>
                </a:lnTo>
                <a:lnTo>
                  <a:pt x="81228" y="25464"/>
                </a:lnTo>
                <a:lnTo>
                  <a:pt x="81516" y="25605"/>
                </a:lnTo>
                <a:lnTo>
                  <a:pt x="81795" y="25756"/>
                </a:lnTo>
                <a:lnTo>
                  <a:pt x="82067" y="25916"/>
                </a:lnTo>
                <a:lnTo>
                  <a:pt x="82329" y="26086"/>
                </a:lnTo>
                <a:lnTo>
                  <a:pt x="82583" y="26266"/>
                </a:lnTo>
                <a:lnTo>
                  <a:pt x="82828" y="26456"/>
                </a:lnTo>
                <a:lnTo>
                  <a:pt x="83065" y="26655"/>
                </a:lnTo>
                <a:lnTo>
                  <a:pt x="83293" y="26864"/>
                </a:lnTo>
                <a:lnTo>
                  <a:pt x="83512" y="27083"/>
                </a:lnTo>
                <a:lnTo>
                  <a:pt x="83723" y="27312"/>
                </a:lnTo>
                <a:lnTo>
                  <a:pt x="83925" y="27549"/>
                </a:lnTo>
                <a:lnTo>
                  <a:pt x="84119" y="27795"/>
                </a:lnTo>
                <a:lnTo>
                  <a:pt x="84304" y="28050"/>
                </a:lnTo>
                <a:lnTo>
                  <a:pt x="84481" y="28313"/>
                </a:lnTo>
                <a:lnTo>
                  <a:pt x="84648" y="28584"/>
                </a:lnTo>
                <a:lnTo>
                  <a:pt x="84808" y="28864"/>
                </a:lnTo>
                <a:lnTo>
                  <a:pt x="84958" y="29152"/>
                </a:lnTo>
                <a:lnTo>
                  <a:pt x="85100" y="29449"/>
                </a:lnTo>
                <a:lnTo>
                  <a:pt x="85234" y="29754"/>
                </a:lnTo>
                <a:lnTo>
                  <a:pt x="85359" y="30067"/>
                </a:lnTo>
                <a:lnTo>
                  <a:pt x="85475" y="30389"/>
                </a:lnTo>
                <a:lnTo>
                  <a:pt x="85583" y="30720"/>
                </a:lnTo>
                <a:lnTo>
                  <a:pt x="85682" y="31059"/>
                </a:lnTo>
                <a:lnTo>
                  <a:pt x="85772" y="31406"/>
                </a:lnTo>
                <a:lnTo>
                  <a:pt x="85854" y="31762"/>
                </a:lnTo>
                <a:lnTo>
                  <a:pt x="85927" y="32126"/>
                </a:lnTo>
                <a:lnTo>
                  <a:pt x="85991" y="32499"/>
                </a:lnTo>
                <a:lnTo>
                  <a:pt x="86047" y="32880"/>
                </a:lnTo>
                <a:lnTo>
                  <a:pt x="86095" y="33269"/>
                </a:lnTo>
                <a:lnTo>
                  <a:pt x="86134" y="33667"/>
                </a:lnTo>
                <a:lnTo>
                  <a:pt x="86164" y="34074"/>
                </a:lnTo>
                <a:lnTo>
                  <a:pt x="86185" y="34489"/>
                </a:lnTo>
                <a:lnTo>
                  <a:pt x="86198" y="34912"/>
                </a:lnTo>
                <a:lnTo>
                  <a:pt x="86202" y="35344"/>
                </a:lnTo>
                <a:lnTo>
                  <a:pt x="86202" y="37188"/>
                </a:lnTo>
                <a:lnTo>
                  <a:pt x="66189" y="37364"/>
                </a:lnTo>
                <a:lnTo>
                  <a:pt x="66189" y="35436"/>
                </a:lnTo>
                <a:lnTo>
                  <a:pt x="66194" y="35004"/>
                </a:lnTo>
                <a:close/>
                <a:moveTo>
                  <a:pt x="122522" y="58959"/>
                </a:moveTo>
                <a:lnTo>
                  <a:pt x="122643" y="59386"/>
                </a:lnTo>
                <a:lnTo>
                  <a:pt x="122777" y="59803"/>
                </a:lnTo>
                <a:lnTo>
                  <a:pt x="122924" y="60211"/>
                </a:lnTo>
                <a:lnTo>
                  <a:pt x="123083" y="60610"/>
                </a:lnTo>
                <a:lnTo>
                  <a:pt x="123255" y="61000"/>
                </a:lnTo>
                <a:lnTo>
                  <a:pt x="123440" y="61381"/>
                </a:lnTo>
                <a:lnTo>
                  <a:pt x="123637" y="61753"/>
                </a:lnTo>
                <a:lnTo>
                  <a:pt x="123848" y="62115"/>
                </a:lnTo>
                <a:lnTo>
                  <a:pt x="124071" y="62469"/>
                </a:lnTo>
                <a:lnTo>
                  <a:pt x="124307" y="62813"/>
                </a:lnTo>
                <a:lnTo>
                  <a:pt x="124555" y="63149"/>
                </a:lnTo>
                <a:lnTo>
                  <a:pt x="124817" y="63475"/>
                </a:lnTo>
                <a:lnTo>
                  <a:pt x="125091" y="63792"/>
                </a:lnTo>
                <a:lnTo>
                  <a:pt x="125378" y="64100"/>
                </a:lnTo>
                <a:lnTo>
                  <a:pt x="125677" y="64399"/>
                </a:lnTo>
                <a:lnTo>
                  <a:pt x="125988" y="64688"/>
                </a:lnTo>
                <a:lnTo>
                  <a:pt x="126307" y="64964"/>
                </a:lnTo>
                <a:lnTo>
                  <a:pt x="126636" y="65228"/>
                </a:lnTo>
                <a:lnTo>
                  <a:pt x="126973" y="65479"/>
                </a:lnTo>
                <a:lnTo>
                  <a:pt x="127319" y="65719"/>
                </a:lnTo>
                <a:lnTo>
                  <a:pt x="127674" y="65946"/>
                </a:lnTo>
                <a:lnTo>
                  <a:pt x="128038" y="66160"/>
                </a:lnTo>
                <a:lnTo>
                  <a:pt x="128411" y="66363"/>
                </a:lnTo>
                <a:lnTo>
                  <a:pt x="128793" y="66553"/>
                </a:lnTo>
                <a:lnTo>
                  <a:pt x="129184" y="66731"/>
                </a:lnTo>
                <a:lnTo>
                  <a:pt x="129584" y="66897"/>
                </a:lnTo>
                <a:lnTo>
                  <a:pt x="129992" y="67050"/>
                </a:lnTo>
                <a:lnTo>
                  <a:pt x="130410" y="67191"/>
                </a:lnTo>
                <a:lnTo>
                  <a:pt x="130836" y="67320"/>
                </a:lnTo>
                <a:lnTo>
                  <a:pt x="131272" y="67437"/>
                </a:lnTo>
                <a:lnTo>
                  <a:pt x="131716" y="67541"/>
                </a:lnTo>
                <a:lnTo>
                  <a:pt x="132169" y="67633"/>
                </a:lnTo>
                <a:lnTo>
                  <a:pt x="132632" y="67713"/>
                </a:lnTo>
                <a:lnTo>
                  <a:pt x="133103" y="67780"/>
                </a:lnTo>
                <a:lnTo>
                  <a:pt x="133583" y="67835"/>
                </a:lnTo>
                <a:lnTo>
                  <a:pt x="134072" y="67878"/>
                </a:lnTo>
                <a:lnTo>
                  <a:pt x="134570" y="67909"/>
                </a:lnTo>
                <a:lnTo>
                  <a:pt x="135076" y="67928"/>
                </a:lnTo>
                <a:lnTo>
                  <a:pt x="135592" y="67934"/>
                </a:lnTo>
                <a:lnTo>
                  <a:pt x="136222" y="67925"/>
                </a:lnTo>
                <a:lnTo>
                  <a:pt x="136841" y="67897"/>
                </a:lnTo>
                <a:lnTo>
                  <a:pt x="137450" y="67852"/>
                </a:lnTo>
                <a:lnTo>
                  <a:pt x="138048" y="67788"/>
                </a:lnTo>
                <a:lnTo>
                  <a:pt x="138635" y="67707"/>
                </a:lnTo>
                <a:lnTo>
                  <a:pt x="139212" y="67607"/>
                </a:lnTo>
                <a:lnTo>
                  <a:pt x="139779" y="67489"/>
                </a:lnTo>
                <a:lnTo>
                  <a:pt x="140335" y="67352"/>
                </a:lnTo>
                <a:lnTo>
                  <a:pt x="140880" y="67198"/>
                </a:lnTo>
                <a:lnTo>
                  <a:pt x="141415" y="67025"/>
                </a:lnTo>
                <a:lnTo>
                  <a:pt x="141940" y="66835"/>
                </a:lnTo>
                <a:lnTo>
                  <a:pt x="142454" y="66626"/>
                </a:lnTo>
                <a:lnTo>
                  <a:pt x="142957" y="66399"/>
                </a:lnTo>
                <a:lnTo>
                  <a:pt x="143450" y="66153"/>
                </a:lnTo>
                <a:lnTo>
                  <a:pt x="143933" y="65890"/>
                </a:lnTo>
                <a:lnTo>
                  <a:pt x="144405" y="65608"/>
                </a:lnTo>
                <a:lnTo>
                  <a:pt x="144866" y="65309"/>
                </a:lnTo>
                <a:lnTo>
                  <a:pt x="145317" y="64991"/>
                </a:lnTo>
                <a:lnTo>
                  <a:pt x="145757" y="64655"/>
                </a:lnTo>
                <a:lnTo>
                  <a:pt x="146187" y="64300"/>
                </a:lnTo>
                <a:lnTo>
                  <a:pt x="146607" y="63928"/>
                </a:lnTo>
                <a:lnTo>
                  <a:pt x="147015" y="63537"/>
                </a:lnTo>
                <a:lnTo>
                  <a:pt x="147414" y="63129"/>
                </a:lnTo>
                <a:lnTo>
                  <a:pt x="147802" y="62702"/>
                </a:lnTo>
                <a:lnTo>
                  <a:pt x="148176" y="62259"/>
                </a:lnTo>
                <a:lnTo>
                  <a:pt x="148535" y="61805"/>
                </a:lnTo>
                <a:lnTo>
                  <a:pt x="148877" y="61337"/>
                </a:lnTo>
                <a:lnTo>
                  <a:pt x="149204" y="60858"/>
                </a:lnTo>
                <a:lnTo>
                  <a:pt x="149515" y="60366"/>
                </a:lnTo>
                <a:lnTo>
                  <a:pt x="149810" y="59861"/>
                </a:lnTo>
                <a:lnTo>
                  <a:pt x="150089" y="59344"/>
                </a:lnTo>
                <a:lnTo>
                  <a:pt x="150352" y="58815"/>
                </a:lnTo>
                <a:lnTo>
                  <a:pt x="150599" y="58273"/>
                </a:lnTo>
                <a:lnTo>
                  <a:pt x="150830" y="57719"/>
                </a:lnTo>
                <a:lnTo>
                  <a:pt x="151045" y="57152"/>
                </a:lnTo>
                <a:lnTo>
                  <a:pt x="151244" y="56573"/>
                </a:lnTo>
                <a:lnTo>
                  <a:pt x="151428" y="55982"/>
                </a:lnTo>
                <a:lnTo>
                  <a:pt x="151595" y="55378"/>
                </a:lnTo>
                <a:lnTo>
                  <a:pt x="151746" y="54762"/>
                </a:lnTo>
                <a:lnTo>
                  <a:pt x="151882" y="54133"/>
                </a:lnTo>
                <a:lnTo>
                  <a:pt x="152002" y="53492"/>
                </a:lnTo>
                <a:lnTo>
                  <a:pt x="152105" y="52838"/>
                </a:lnTo>
                <a:lnTo>
                  <a:pt x="152193" y="52172"/>
                </a:lnTo>
                <a:lnTo>
                  <a:pt x="152264" y="51494"/>
                </a:lnTo>
                <a:lnTo>
                  <a:pt x="152320" y="50803"/>
                </a:lnTo>
                <a:lnTo>
                  <a:pt x="152360" y="50100"/>
                </a:lnTo>
                <a:lnTo>
                  <a:pt x="152384" y="49384"/>
                </a:lnTo>
                <a:lnTo>
                  <a:pt x="152392" y="48656"/>
                </a:lnTo>
                <a:lnTo>
                  <a:pt x="152392" y="34977"/>
                </a:lnTo>
                <a:lnTo>
                  <a:pt x="152384" y="34241"/>
                </a:lnTo>
                <a:lnTo>
                  <a:pt x="152360" y="33518"/>
                </a:lnTo>
                <a:lnTo>
                  <a:pt x="152320" y="32808"/>
                </a:lnTo>
                <a:lnTo>
                  <a:pt x="152264" y="32111"/>
                </a:lnTo>
                <a:lnTo>
                  <a:pt x="152193" y="31426"/>
                </a:lnTo>
                <a:lnTo>
                  <a:pt x="152105" y="30754"/>
                </a:lnTo>
                <a:lnTo>
                  <a:pt x="152002" y="30095"/>
                </a:lnTo>
                <a:lnTo>
                  <a:pt x="151882" y="29448"/>
                </a:lnTo>
                <a:lnTo>
                  <a:pt x="151746" y="28815"/>
                </a:lnTo>
                <a:lnTo>
                  <a:pt x="151595" y="28194"/>
                </a:lnTo>
                <a:lnTo>
                  <a:pt x="151428" y="27586"/>
                </a:lnTo>
                <a:lnTo>
                  <a:pt x="151244" y="26990"/>
                </a:lnTo>
                <a:lnTo>
                  <a:pt x="151045" y="26407"/>
                </a:lnTo>
                <a:lnTo>
                  <a:pt x="150830" y="25838"/>
                </a:lnTo>
                <a:lnTo>
                  <a:pt x="150599" y="25280"/>
                </a:lnTo>
                <a:lnTo>
                  <a:pt x="150352" y="24736"/>
                </a:lnTo>
                <a:lnTo>
                  <a:pt x="150089" y="24204"/>
                </a:lnTo>
                <a:lnTo>
                  <a:pt x="149810" y="23685"/>
                </a:lnTo>
                <a:lnTo>
                  <a:pt x="149515" y="23179"/>
                </a:lnTo>
                <a:lnTo>
                  <a:pt x="149204" y="22686"/>
                </a:lnTo>
                <a:lnTo>
                  <a:pt x="148877" y="22205"/>
                </a:lnTo>
                <a:lnTo>
                  <a:pt x="148535" y="21737"/>
                </a:lnTo>
                <a:lnTo>
                  <a:pt x="148176" y="21282"/>
                </a:lnTo>
                <a:lnTo>
                  <a:pt x="147802" y="20840"/>
                </a:lnTo>
                <a:lnTo>
                  <a:pt x="147414" y="20413"/>
                </a:lnTo>
                <a:lnTo>
                  <a:pt x="147015" y="20004"/>
                </a:lnTo>
                <a:lnTo>
                  <a:pt x="146607" y="19613"/>
                </a:lnTo>
                <a:lnTo>
                  <a:pt x="146187" y="19241"/>
                </a:lnTo>
                <a:lnTo>
                  <a:pt x="145757" y="18886"/>
                </a:lnTo>
                <a:lnTo>
                  <a:pt x="145317" y="18550"/>
                </a:lnTo>
                <a:lnTo>
                  <a:pt x="144866" y="18232"/>
                </a:lnTo>
                <a:lnTo>
                  <a:pt x="144405" y="17932"/>
                </a:lnTo>
                <a:lnTo>
                  <a:pt x="143933" y="17651"/>
                </a:lnTo>
                <a:lnTo>
                  <a:pt x="143450" y="17387"/>
                </a:lnTo>
                <a:lnTo>
                  <a:pt x="142957" y="17142"/>
                </a:lnTo>
                <a:lnTo>
                  <a:pt x="142454" y="16915"/>
                </a:lnTo>
                <a:lnTo>
                  <a:pt x="141940" y="16706"/>
                </a:lnTo>
                <a:lnTo>
                  <a:pt x="141415" y="16515"/>
                </a:lnTo>
                <a:lnTo>
                  <a:pt x="140880" y="16342"/>
                </a:lnTo>
                <a:lnTo>
                  <a:pt x="140335" y="16188"/>
                </a:lnTo>
                <a:lnTo>
                  <a:pt x="139779" y="16052"/>
                </a:lnTo>
                <a:lnTo>
                  <a:pt x="139212" y="15934"/>
                </a:lnTo>
                <a:lnTo>
                  <a:pt x="138635" y="15834"/>
                </a:lnTo>
                <a:lnTo>
                  <a:pt x="138048" y="15752"/>
                </a:lnTo>
                <a:lnTo>
                  <a:pt x="137450" y="15688"/>
                </a:lnTo>
                <a:lnTo>
                  <a:pt x="136841" y="15643"/>
                </a:lnTo>
                <a:lnTo>
                  <a:pt x="136222" y="15616"/>
                </a:lnTo>
                <a:lnTo>
                  <a:pt x="135592" y="15606"/>
                </a:lnTo>
                <a:lnTo>
                  <a:pt x="135076" y="15613"/>
                </a:lnTo>
                <a:lnTo>
                  <a:pt x="134570" y="15631"/>
                </a:lnTo>
                <a:lnTo>
                  <a:pt x="134072" y="15662"/>
                </a:lnTo>
                <a:lnTo>
                  <a:pt x="133583" y="15705"/>
                </a:lnTo>
                <a:lnTo>
                  <a:pt x="133103" y="15760"/>
                </a:lnTo>
                <a:lnTo>
                  <a:pt x="132632" y="15827"/>
                </a:lnTo>
                <a:lnTo>
                  <a:pt x="132169" y="15907"/>
                </a:lnTo>
                <a:lnTo>
                  <a:pt x="131716" y="15999"/>
                </a:lnTo>
                <a:lnTo>
                  <a:pt x="131272" y="16103"/>
                </a:lnTo>
                <a:lnTo>
                  <a:pt x="130836" y="16220"/>
                </a:lnTo>
                <a:lnTo>
                  <a:pt x="130410" y="16349"/>
                </a:lnTo>
                <a:lnTo>
                  <a:pt x="129992" y="16490"/>
                </a:lnTo>
                <a:lnTo>
                  <a:pt x="129584" y="16643"/>
                </a:lnTo>
                <a:lnTo>
                  <a:pt x="129184" y="16809"/>
                </a:lnTo>
                <a:lnTo>
                  <a:pt x="128793" y="16987"/>
                </a:lnTo>
                <a:lnTo>
                  <a:pt x="128411" y="17177"/>
                </a:lnTo>
                <a:lnTo>
                  <a:pt x="128038" y="17380"/>
                </a:lnTo>
                <a:lnTo>
                  <a:pt x="127674" y="17594"/>
                </a:lnTo>
                <a:lnTo>
                  <a:pt x="127319" y="17821"/>
                </a:lnTo>
                <a:lnTo>
                  <a:pt x="126973" y="18061"/>
                </a:lnTo>
                <a:lnTo>
                  <a:pt x="126636" y="18312"/>
                </a:lnTo>
                <a:lnTo>
                  <a:pt x="126307" y="18576"/>
                </a:lnTo>
                <a:lnTo>
                  <a:pt x="125988" y="18852"/>
                </a:lnTo>
                <a:lnTo>
                  <a:pt x="125677" y="19141"/>
                </a:lnTo>
                <a:lnTo>
                  <a:pt x="125378" y="19440"/>
                </a:lnTo>
                <a:lnTo>
                  <a:pt x="125091" y="19748"/>
                </a:lnTo>
                <a:lnTo>
                  <a:pt x="124817" y="20065"/>
                </a:lnTo>
                <a:lnTo>
                  <a:pt x="124555" y="20391"/>
                </a:lnTo>
                <a:lnTo>
                  <a:pt x="124307" y="20727"/>
                </a:lnTo>
                <a:lnTo>
                  <a:pt x="124071" y="21071"/>
                </a:lnTo>
                <a:lnTo>
                  <a:pt x="123848" y="21425"/>
                </a:lnTo>
                <a:lnTo>
                  <a:pt x="123637" y="21788"/>
                </a:lnTo>
                <a:lnTo>
                  <a:pt x="123440" y="22159"/>
                </a:lnTo>
                <a:lnTo>
                  <a:pt x="123255" y="22540"/>
                </a:lnTo>
                <a:lnTo>
                  <a:pt x="123083" y="22930"/>
                </a:lnTo>
                <a:lnTo>
                  <a:pt x="122924" y="23329"/>
                </a:lnTo>
                <a:lnTo>
                  <a:pt x="122777" y="23737"/>
                </a:lnTo>
                <a:lnTo>
                  <a:pt x="122643" y="24154"/>
                </a:lnTo>
                <a:lnTo>
                  <a:pt x="122522" y="24581"/>
                </a:lnTo>
                <a:lnTo>
                  <a:pt x="122414" y="25016"/>
                </a:lnTo>
                <a:lnTo>
                  <a:pt x="122318" y="25460"/>
                </a:lnTo>
                <a:lnTo>
                  <a:pt x="122235" y="25914"/>
                </a:lnTo>
                <a:lnTo>
                  <a:pt x="122197" y="26163"/>
                </a:lnTo>
                <a:lnTo>
                  <a:pt x="121913" y="26163"/>
                </a:lnTo>
                <a:lnTo>
                  <a:pt x="122280" y="14137"/>
                </a:lnTo>
                <a:lnTo>
                  <a:pt x="122280" y="0"/>
                </a:lnTo>
                <a:lnTo>
                  <a:pt x="110805" y="0"/>
                </a:lnTo>
                <a:lnTo>
                  <a:pt x="110805" y="67016"/>
                </a:lnTo>
                <a:lnTo>
                  <a:pt x="122006" y="67016"/>
                </a:lnTo>
                <a:lnTo>
                  <a:pt x="122006" y="57377"/>
                </a:lnTo>
                <a:lnTo>
                  <a:pt x="122197" y="57377"/>
                </a:lnTo>
                <a:lnTo>
                  <a:pt x="122235" y="57626"/>
                </a:lnTo>
                <a:lnTo>
                  <a:pt x="122318" y="58080"/>
                </a:lnTo>
                <a:lnTo>
                  <a:pt x="122414" y="58524"/>
                </a:lnTo>
                <a:lnTo>
                  <a:pt x="122522" y="58959"/>
                </a:lnTo>
                <a:close/>
                <a:moveTo>
                  <a:pt x="130165" y="57946"/>
                </a:moveTo>
                <a:lnTo>
                  <a:pt x="129834" y="57905"/>
                </a:lnTo>
                <a:lnTo>
                  <a:pt x="129510" y="57855"/>
                </a:lnTo>
                <a:lnTo>
                  <a:pt x="129191" y="57796"/>
                </a:lnTo>
                <a:lnTo>
                  <a:pt x="128880" y="57728"/>
                </a:lnTo>
                <a:lnTo>
                  <a:pt x="128574" y="57651"/>
                </a:lnTo>
                <a:lnTo>
                  <a:pt x="128275" y="57565"/>
                </a:lnTo>
                <a:lnTo>
                  <a:pt x="127983" y="57469"/>
                </a:lnTo>
                <a:lnTo>
                  <a:pt x="127696" y="57365"/>
                </a:lnTo>
                <a:lnTo>
                  <a:pt x="127417" y="57251"/>
                </a:lnTo>
                <a:lnTo>
                  <a:pt x="127143" y="57129"/>
                </a:lnTo>
                <a:lnTo>
                  <a:pt x="126876" y="56997"/>
                </a:lnTo>
                <a:lnTo>
                  <a:pt x="126615" y="56856"/>
                </a:lnTo>
                <a:lnTo>
                  <a:pt x="126361" y="56707"/>
                </a:lnTo>
                <a:lnTo>
                  <a:pt x="126113" y="56548"/>
                </a:lnTo>
                <a:lnTo>
                  <a:pt x="125871" y="56380"/>
                </a:lnTo>
                <a:lnTo>
                  <a:pt x="125636" y="56203"/>
                </a:lnTo>
                <a:lnTo>
                  <a:pt x="125407" y="56016"/>
                </a:lnTo>
                <a:lnTo>
                  <a:pt x="125184" y="55821"/>
                </a:lnTo>
                <a:lnTo>
                  <a:pt x="124968" y="55617"/>
                </a:lnTo>
                <a:lnTo>
                  <a:pt x="124758" y="55403"/>
                </a:lnTo>
                <a:lnTo>
                  <a:pt x="124556" y="55182"/>
                </a:lnTo>
                <a:lnTo>
                  <a:pt x="124362" y="54953"/>
                </a:lnTo>
                <a:lnTo>
                  <a:pt x="124177" y="54717"/>
                </a:lnTo>
                <a:lnTo>
                  <a:pt x="124001" y="54474"/>
                </a:lnTo>
                <a:lnTo>
                  <a:pt x="123833" y="54224"/>
                </a:lnTo>
                <a:lnTo>
                  <a:pt x="123674" y="53966"/>
                </a:lnTo>
                <a:lnTo>
                  <a:pt x="123524" y="53701"/>
                </a:lnTo>
                <a:lnTo>
                  <a:pt x="123382" y="53430"/>
                </a:lnTo>
                <a:lnTo>
                  <a:pt x="123248" y="53151"/>
                </a:lnTo>
                <a:lnTo>
                  <a:pt x="123123" y="52864"/>
                </a:lnTo>
                <a:lnTo>
                  <a:pt x="123007" y="52571"/>
                </a:lnTo>
                <a:lnTo>
                  <a:pt x="122900" y="52271"/>
                </a:lnTo>
                <a:lnTo>
                  <a:pt x="122801" y="51963"/>
                </a:lnTo>
                <a:lnTo>
                  <a:pt x="122710" y="51648"/>
                </a:lnTo>
                <a:lnTo>
                  <a:pt x="122629" y="51326"/>
                </a:lnTo>
                <a:lnTo>
                  <a:pt x="122556" y="50997"/>
                </a:lnTo>
                <a:lnTo>
                  <a:pt x="122491" y="50660"/>
                </a:lnTo>
                <a:lnTo>
                  <a:pt x="122435" y="50317"/>
                </a:lnTo>
                <a:lnTo>
                  <a:pt x="122388" y="49966"/>
                </a:lnTo>
                <a:lnTo>
                  <a:pt x="122349" y="49608"/>
                </a:lnTo>
                <a:lnTo>
                  <a:pt x="122319" y="49243"/>
                </a:lnTo>
                <a:lnTo>
                  <a:pt x="122297" y="48871"/>
                </a:lnTo>
                <a:lnTo>
                  <a:pt x="122285" y="48492"/>
                </a:lnTo>
                <a:lnTo>
                  <a:pt x="122280" y="48105"/>
                </a:lnTo>
                <a:lnTo>
                  <a:pt x="122280" y="35436"/>
                </a:lnTo>
                <a:lnTo>
                  <a:pt x="122285" y="35050"/>
                </a:lnTo>
                <a:lnTo>
                  <a:pt x="122297" y="34670"/>
                </a:lnTo>
                <a:lnTo>
                  <a:pt x="122319" y="34298"/>
                </a:lnTo>
                <a:lnTo>
                  <a:pt x="122349" y="33933"/>
                </a:lnTo>
                <a:lnTo>
                  <a:pt x="122388" y="33575"/>
                </a:lnTo>
                <a:lnTo>
                  <a:pt x="122435" y="33224"/>
                </a:lnTo>
                <a:lnTo>
                  <a:pt x="122491" y="32880"/>
                </a:lnTo>
                <a:lnTo>
                  <a:pt x="122556" y="32544"/>
                </a:lnTo>
                <a:lnTo>
                  <a:pt x="122629" y="32215"/>
                </a:lnTo>
                <a:lnTo>
                  <a:pt x="122710" y="31893"/>
                </a:lnTo>
                <a:lnTo>
                  <a:pt x="122801" y="31578"/>
                </a:lnTo>
                <a:lnTo>
                  <a:pt x="122900" y="31270"/>
                </a:lnTo>
                <a:lnTo>
                  <a:pt x="123007" y="30970"/>
                </a:lnTo>
                <a:lnTo>
                  <a:pt x="123123" y="30676"/>
                </a:lnTo>
                <a:lnTo>
                  <a:pt x="123248" y="30390"/>
                </a:lnTo>
                <a:lnTo>
                  <a:pt x="123382" y="30111"/>
                </a:lnTo>
                <a:lnTo>
                  <a:pt x="123524" y="29840"/>
                </a:lnTo>
                <a:lnTo>
                  <a:pt x="123674" y="29575"/>
                </a:lnTo>
                <a:lnTo>
                  <a:pt x="123833" y="29318"/>
                </a:lnTo>
                <a:lnTo>
                  <a:pt x="124001" y="29067"/>
                </a:lnTo>
                <a:lnTo>
                  <a:pt x="124177" y="28824"/>
                </a:lnTo>
                <a:lnTo>
                  <a:pt x="124362" y="28588"/>
                </a:lnTo>
                <a:lnTo>
                  <a:pt x="124556" y="28360"/>
                </a:lnTo>
                <a:lnTo>
                  <a:pt x="124758" y="28138"/>
                </a:lnTo>
                <a:lnTo>
                  <a:pt x="124968" y="27925"/>
                </a:lnTo>
                <a:lnTo>
                  <a:pt x="125184" y="27720"/>
                </a:lnTo>
                <a:lnTo>
                  <a:pt x="125407" y="27525"/>
                </a:lnTo>
                <a:lnTo>
                  <a:pt x="125636" y="27339"/>
                </a:lnTo>
                <a:lnTo>
                  <a:pt x="125871" y="27161"/>
                </a:lnTo>
                <a:lnTo>
                  <a:pt x="126113" y="26993"/>
                </a:lnTo>
                <a:lnTo>
                  <a:pt x="126361" y="26834"/>
                </a:lnTo>
                <a:lnTo>
                  <a:pt x="126615" y="26684"/>
                </a:lnTo>
                <a:lnTo>
                  <a:pt x="126876" y="26544"/>
                </a:lnTo>
                <a:lnTo>
                  <a:pt x="127143" y="26412"/>
                </a:lnTo>
                <a:lnTo>
                  <a:pt x="127417" y="26289"/>
                </a:lnTo>
                <a:lnTo>
                  <a:pt x="127696" y="26176"/>
                </a:lnTo>
                <a:lnTo>
                  <a:pt x="127983" y="26071"/>
                </a:lnTo>
                <a:lnTo>
                  <a:pt x="128275" y="25976"/>
                </a:lnTo>
                <a:lnTo>
                  <a:pt x="128574" y="25889"/>
                </a:lnTo>
                <a:lnTo>
                  <a:pt x="128880" y="25812"/>
                </a:lnTo>
                <a:lnTo>
                  <a:pt x="129191" y="25744"/>
                </a:lnTo>
                <a:lnTo>
                  <a:pt x="129510" y="25685"/>
                </a:lnTo>
                <a:lnTo>
                  <a:pt x="129834" y="25635"/>
                </a:lnTo>
                <a:lnTo>
                  <a:pt x="130165" y="25594"/>
                </a:lnTo>
                <a:lnTo>
                  <a:pt x="130502" y="25562"/>
                </a:lnTo>
                <a:lnTo>
                  <a:pt x="130846" y="25540"/>
                </a:lnTo>
                <a:lnTo>
                  <a:pt x="131196" y="25526"/>
                </a:lnTo>
                <a:lnTo>
                  <a:pt x="131552" y="25521"/>
                </a:lnTo>
                <a:lnTo>
                  <a:pt x="131916" y="25526"/>
                </a:lnTo>
                <a:lnTo>
                  <a:pt x="132273" y="25539"/>
                </a:lnTo>
                <a:lnTo>
                  <a:pt x="132624" y="25562"/>
                </a:lnTo>
                <a:lnTo>
                  <a:pt x="132968" y="25593"/>
                </a:lnTo>
                <a:lnTo>
                  <a:pt x="133305" y="25633"/>
                </a:lnTo>
                <a:lnTo>
                  <a:pt x="133635" y="25682"/>
                </a:lnTo>
                <a:lnTo>
                  <a:pt x="133959" y="25740"/>
                </a:lnTo>
                <a:lnTo>
                  <a:pt x="134276" y="25807"/>
                </a:lnTo>
                <a:lnTo>
                  <a:pt x="134586" y="25883"/>
                </a:lnTo>
                <a:lnTo>
                  <a:pt x="134890" y="25968"/>
                </a:lnTo>
                <a:lnTo>
                  <a:pt x="135187" y="26061"/>
                </a:lnTo>
                <a:lnTo>
                  <a:pt x="135477" y="26164"/>
                </a:lnTo>
                <a:lnTo>
                  <a:pt x="135760" y="26276"/>
                </a:lnTo>
                <a:lnTo>
                  <a:pt x="136037" y="26396"/>
                </a:lnTo>
                <a:lnTo>
                  <a:pt x="136307" y="26525"/>
                </a:lnTo>
                <a:lnTo>
                  <a:pt x="136571" y="26664"/>
                </a:lnTo>
                <a:lnTo>
                  <a:pt x="136828" y="26811"/>
                </a:lnTo>
                <a:lnTo>
                  <a:pt x="137078" y="26967"/>
                </a:lnTo>
                <a:lnTo>
                  <a:pt x="137321" y="27132"/>
                </a:lnTo>
                <a:lnTo>
                  <a:pt x="137558" y="27306"/>
                </a:lnTo>
                <a:lnTo>
                  <a:pt x="137787" y="27489"/>
                </a:lnTo>
                <a:lnTo>
                  <a:pt x="138011" y="27681"/>
                </a:lnTo>
                <a:lnTo>
                  <a:pt x="138227" y="27882"/>
                </a:lnTo>
                <a:lnTo>
                  <a:pt x="138437" y="28092"/>
                </a:lnTo>
                <a:lnTo>
                  <a:pt x="138639" y="28310"/>
                </a:lnTo>
                <a:lnTo>
                  <a:pt x="138833" y="28536"/>
                </a:lnTo>
                <a:lnTo>
                  <a:pt x="139018" y="28769"/>
                </a:lnTo>
                <a:lnTo>
                  <a:pt x="139195" y="29010"/>
                </a:lnTo>
                <a:lnTo>
                  <a:pt x="139363" y="29259"/>
                </a:lnTo>
                <a:lnTo>
                  <a:pt x="139522" y="29515"/>
                </a:lnTo>
                <a:lnTo>
                  <a:pt x="139673" y="29779"/>
                </a:lnTo>
                <a:lnTo>
                  <a:pt x="139815" y="30050"/>
                </a:lnTo>
                <a:lnTo>
                  <a:pt x="139948" y="30330"/>
                </a:lnTo>
                <a:lnTo>
                  <a:pt x="140073" y="30616"/>
                </a:lnTo>
                <a:lnTo>
                  <a:pt x="140189" y="30911"/>
                </a:lnTo>
                <a:lnTo>
                  <a:pt x="140297" y="31213"/>
                </a:lnTo>
                <a:lnTo>
                  <a:pt x="140396" y="31523"/>
                </a:lnTo>
                <a:lnTo>
                  <a:pt x="140486" y="31841"/>
                </a:lnTo>
                <a:lnTo>
                  <a:pt x="140568" y="32166"/>
                </a:lnTo>
                <a:lnTo>
                  <a:pt x="140641" y="32498"/>
                </a:lnTo>
                <a:lnTo>
                  <a:pt x="140706" y="32839"/>
                </a:lnTo>
                <a:lnTo>
                  <a:pt x="140762" y="33187"/>
                </a:lnTo>
                <a:lnTo>
                  <a:pt x="140809" y="33543"/>
                </a:lnTo>
                <a:lnTo>
                  <a:pt x="140848" y="33906"/>
                </a:lnTo>
                <a:lnTo>
                  <a:pt x="140878" y="34277"/>
                </a:lnTo>
                <a:lnTo>
                  <a:pt x="140899" y="34656"/>
                </a:lnTo>
                <a:lnTo>
                  <a:pt x="140912" y="35042"/>
                </a:lnTo>
                <a:lnTo>
                  <a:pt x="140917" y="35436"/>
                </a:lnTo>
                <a:lnTo>
                  <a:pt x="140917" y="48105"/>
                </a:lnTo>
                <a:lnTo>
                  <a:pt x="140912" y="48499"/>
                </a:lnTo>
                <a:lnTo>
                  <a:pt x="140899" y="48885"/>
                </a:lnTo>
                <a:lnTo>
                  <a:pt x="140878" y="49264"/>
                </a:lnTo>
                <a:lnTo>
                  <a:pt x="140848" y="49635"/>
                </a:lnTo>
                <a:lnTo>
                  <a:pt x="140809" y="49998"/>
                </a:lnTo>
                <a:lnTo>
                  <a:pt x="140762" y="50354"/>
                </a:lnTo>
                <a:lnTo>
                  <a:pt x="140706" y="50702"/>
                </a:lnTo>
                <a:lnTo>
                  <a:pt x="140641" y="51042"/>
                </a:lnTo>
                <a:lnTo>
                  <a:pt x="140568" y="51375"/>
                </a:lnTo>
                <a:lnTo>
                  <a:pt x="140486" y="51700"/>
                </a:lnTo>
                <a:lnTo>
                  <a:pt x="140396" y="52017"/>
                </a:lnTo>
                <a:lnTo>
                  <a:pt x="140297" y="52327"/>
                </a:lnTo>
                <a:lnTo>
                  <a:pt x="140189" y="52629"/>
                </a:lnTo>
                <a:lnTo>
                  <a:pt x="140073" y="52924"/>
                </a:lnTo>
                <a:lnTo>
                  <a:pt x="139948" y="53211"/>
                </a:lnTo>
                <a:lnTo>
                  <a:pt x="139815" y="53490"/>
                </a:lnTo>
                <a:lnTo>
                  <a:pt x="139673" y="53761"/>
                </a:lnTo>
                <a:lnTo>
                  <a:pt x="139522" y="54025"/>
                </a:lnTo>
                <a:lnTo>
                  <a:pt x="139363" y="54282"/>
                </a:lnTo>
                <a:lnTo>
                  <a:pt x="139195" y="54530"/>
                </a:lnTo>
                <a:lnTo>
                  <a:pt x="139018" y="54771"/>
                </a:lnTo>
                <a:lnTo>
                  <a:pt x="138833" y="55005"/>
                </a:lnTo>
                <a:lnTo>
                  <a:pt x="138639" y="55230"/>
                </a:lnTo>
                <a:lnTo>
                  <a:pt x="138437" y="55448"/>
                </a:lnTo>
                <a:lnTo>
                  <a:pt x="138227" y="55658"/>
                </a:lnTo>
                <a:lnTo>
                  <a:pt x="138011" y="55859"/>
                </a:lnTo>
                <a:lnTo>
                  <a:pt x="137787" y="56051"/>
                </a:lnTo>
                <a:lnTo>
                  <a:pt x="137558" y="56234"/>
                </a:lnTo>
                <a:lnTo>
                  <a:pt x="137321" y="56408"/>
                </a:lnTo>
                <a:lnTo>
                  <a:pt x="137078" y="56573"/>
                </a:lnTo>
                <a:lnTo>
                  <a:pt x="136828" y="56729"/>
                </a:lnTo>
                <a:lnTo>
                  <a:pt x="136571" y="56876"/>
                </a:lnTo>
                <a:lnTo>
                  <a:pt x="136307" y="57015"/>
                </a:lnTo>
                <a:lnTo>
                  <a:pt x="136037" y="57144"/>
                </a:lnTo>
                <a:lnTo>
                  <a:pt x="135760" y="57265"/>
                </a:lnTo>
                <a:lnTo>
                  <a:pt x="135477" y="57376"/>
                </a:lnTo>
                <a:lnTo>
                  <a:pt x="135187" y="57479"/>
                </a:lnTo>
                <a:lnTo>
                  <a:pt x="134890" y="57572"/>
                </a:lnTo>
                <a:lnTo>
                  <a:pt x="134586" y="57657"/>
                </a:lnTo>
                <a:lnTo>
                  <a:pt x="134276" y="57733"/>
                </a:lnTo>
                <a:lnTo>
                  <a:pt x="133959" y="57800"/>
                </a:lnTo>
                <a:lnTo>
                  <a:pt x="133635" y="57858"/>
                </a:lnTo>
                <a:lnTo>
                  <a:pt x="133305" y="57907"/>
                </a:lnTo>
                <a:lnTo>
                  <a:pt x="132968" y="57947"/>
                </a:lnTo>
                <a:lnTo>
                  <a:pt x="132624" y="57979"/>
                </a:lnTo>
                <a:lnTo>
                  <a:pt x="132273" y="58001"/>
                </a:lnTo>
                <a:lnTo>
                  <a:pt x="131916" y="58014"/>
                </a:lnTo>
                <a:lnTo>
                  <a:pt x="131552" y="58019"/>
                </a:lnTo>
                <a:lnTo>
                  <a:pt x="131196" y="58014"/>
                </a:lnTo>
                <a:lnTo>
                  <a:pt x="130846" y="58001"/>
                </a:lnTo>
                <a:lnTo>
                  <a:pt x="130502" y="57978"/>
                </a:lnTo>
                <a:lnTo>
                  <a:pt x="130165" y="57946"/>
                </a:lnTo>
                <a:close/>
                <a:moveTo>
                  <a:pt x="188664" y="67850"/>
                </a:moveTo>
                <a:lnTo>
                  <a:pt x="189405" y="67785"/>
                </a:lnTo>
                <a:lnTo>
                  <a:pt x="190133" y="67701"/>
                </a:lnTo>
                <a:lnTo>
                  <a:pt x="190847" y="67598"/>
                </a:lnTo>
                <a:lnTo>
                  <a:pt x="191548" y="67477"/>
                </a:lnTo>
                <a:lnTo>
                  <a:pt x="192236" y="67337"/>
                </a:lnTo>
                <a:lnTo>
                  <a:pt x="192910" y="67179"/>
                </a:lnTo>
                <a:lnTo>
                  <a:pt x="193571" y="67002"/>
                </a:lnTo>
                <a:lnTo>
                  <a:pt x="194218" y="66806"/>
                </a:lnTo>
                <a:lnTo>
                  <a:pt x="194852" y="66591"/>
                </a:lnTo>
                <a:lnTo>
                  <a:pt x="195473" y="66358"/>
                </a:lnTo>
                <a:lnTo>
                  <a:pt x="196080" y="66107"/>
                </a:lnTo>
                <a:lnTo>
                  <a:pt x="196674" y="65836"/>
                </a:lnTo>
                <a:lnTo>
                  <a:pt x="197254" y="65547"/>
                </a:lnTo>
                <a:lnTo>
                  <a:pt x="197821" y="65240"/>
                </a:lnTo>
                <a:lnTo>
                  <a:pt x="198375" y="64913"/>
                </a:lnTo>
                <a:lnTo>
                  <a:pt x="198915" y="64569"/>
                </a:lnTo>
                <a:lnTo>
                  <a:pt x="199442" y="64205"/>
                </a:lnTo>
                <a:lnTo>
                  <a:pt x="199955" y="63823"/>
                </a:lnTo>
                <a:lnTo>
                  <a:pt x="200455" y="63422"/>
                </a:lnTo>
                <a:lnTo>
                  <a:pt x="200942" y="63002"/>
                </a:lnTo>
                <a:lnTo>
                  <a:pt x="201415" y="62564"/>
                </a:lnTo>
                <a:lnTo>
                  <a:pt x="201872" y="62110"/>
                </a:lnTo>
                <a:lnTo>
                  <a:pt x="202310" y="61642"/>
                </a:lnTo>
                <a:lnTo>
                  <a:pt x="202728" y="61161"/>
                </a:lnTo>
                <a:lnTo>
                  <a:pt x="203127" y="60666"/>
                </a:lnTo>
                <a:lnTo>
                  <a:pt x="203506" y="60157"/>
                </a:lnTo>
                <a:lnTo>
                  <a:pt x="203865" y="59635"/>
                </a:lnTo>
                <a:lnTo>
                  <a:pt x="204206" y="59100"/>
                </a:lnTo>
                <a:lnTo>
                  <a:pt x="204527" y="58550"/>
                </a:lnTo>
                <a:lnTo>
                  <a:pt x="204828" y="57988"/>
                </a:lnTo>
                <a:lnTo>
                  <a:pt x="205110" y="57411"/>
                </a:lnTo>
                <a:lnTo>
                  <a:pt x="205373" y="56822"/>
                </a:lnTo>
                <a:lnTo>
                  <a:pt x="205616" y="56218"/>
                </a:lnTo>
                <a:lnTo>
                  <a:pt x="205839" y="55601"/>
                </a:lnTo>
                <a:lnTo>
                  <a:pt x="206043" y="54971"/>
                </a:lnTo>
                <a:lnTo>
                  <a:pt x="206228" y="54327"/>
                </a:lnTo>
                <a:lnTo>
                  <a:pt x="206393" y="53670"/>
                </a:lnTo>
                <a:lnTo>
                  <a:pt x="206539" y="52998"/>
                </a:lnTo>
                <a:lnTo>
                  <a:pt x="206666" y="52314"/>
                </a:lnTo>
                <a:lnTo>
                  <a:pt x="206773" y="51616"/>
                </a:lnTo>
                <a:lnTo>
                  <a:pt x="206860" y="50904"/>
                </a:lnTo>
                <a:lnTo>
                  <a:pt x="206928" y="50179"/>
                </a:lnTo>
                <a:lnTo>
                  <a:pt x="206977" y="49440"/>
                </a:lnTo>
                <a:lnTo>
                  <a:pt x="207006" y="48688"/>
                </a:lnTo>
                <a:lnTo>
                  <a:pt x="207016" y="47922"/>
                </a:lnTo>
                <a:lnTo>
                  <a:pt x="207016" y="16524"/>
                </a:lnTo>
                <a:lnTo>
                  <a:pt x="195540" y="16524"/>
                </a:lnTo>
                <a:lnTo>
                  <a:pt x="195540" y="47829"/>
                </a:lnTo>
                <a:lnTo>
                  <a:pt x="195536" y="48231"/>
                </a:lnTo>
                <a:lnTo>
                  <a:pt x="195523" y="48624"/>
                </a:lnTo>
                <a:lnTo>
                  <a:pt x="195502" y="49010"/>
                </a:lnTo>
                <a:lnTo>
                  <a:pt x="195473" y="49388"/>
                </a:lnTo>
                <a:lnTo>
                  <a:pt x="195435" y="49759"/>
                </a:lnTo>
                <a:lnTo>
                  <a:pt x="195388" y="50121"/>
                </a:lnTo>
                <a:lnTo>
                  <a:pt x="195333" y="50476"/>
                </a:lnTo>
                <a:lnTo>
                  <a:pt x="195270" y="50823"/>
                </a:lnTo>
                <a:lnTo>
                  <a:pt x="195198" y="51162"/>
                </a:lnTo>
                <a:lnTo>
                  <a:pt x="195118" y="51493"/>
                </a:lnTo>
                <a:lnTo>
                  <a:pt x="195029" y="51817"/>
                </a:lnTo>
                <a:lnTo>
                  <a:pt x="194932" y="52132"/>
                </a:lnTo>
                <a:lnTo>
                  <a:pt x="194826" y="52440"/>
                </a:lnTo>
                <a:lnTo>
                  <a:pt x="194712" y="52740"/>
                </a:lnTo>
                <a:lnTo>
                  <a:pt x="194590" y="53032"/>
                </a:lnTo>
                <a:lnTo>
                  <a:pt x="194459" y="53317"/>
                </a:lnTo>
                <a:lnTo>
                  <a:pt x="194319" y="53593"/>
                </a:lnTo>
                <a:lnTo>
                  <a:pt x="194172" y="53862"/>
                </a:lnTo>
                <a:lnTo>
                  <a:pt x="194015" y="54123"/>
                </a:lnTo>
                <a:lnTo>
                  <a:pt x="193851" y="54376"/>
                </a:lnTo>
                <a:lnTo>
                  <a:pt x="193677" y="54622"/>
                </a:lnTo>
                <a:lnTo>
                  <a:pt x="193496" y="54859"/>
                </a:lnTo>
                <a:lnTo>
                  <a:pt x="193306" y="55089"/>
                </a:lnTo>
                <a:lnTo>
                  <a:pt x="193107" y="55311"/>
                </a:lnTo>
                <a:lnTo>
                  <a:pt x="192901" y="55524"/>
                </a:lnTo>
                <a:lnTo>
                  <a:pt x="192689" y="55729"/>
                </a:lnTo>
                <a:lnTo>
                  <a:pt x="192470" y="55924"/>
                </a:lnTo>
                <a:lnTo>
                  <a:pt x="192244" y="56111"/>
                </a:lnTo>
                <a:lnTo>
                  <a:pt x="192012" y="56288"/>
                </a:lnTo>
                <a:lnTo>
                  <a:pt x="191774" y="56456"/>
                </a:lnTo>
                <a:lnTo>
                  <a:pt x="191528" y="56615"/>
                </a:lnTo>
                <a:lnTo>
                  <a:pt x="191277" y="56765"/>
                </a:lnTo>
                <a:lnTo>
                  <a:pt x="191018" y="56906"/>
                </a:lnTo>
                <a:lnTo>
                  <a:pt x="190754" y="57037"/>
                </a:lnTo>
                <a:lnTo>
                  <a:pt x="190482" y="57160"/>
                </a:lnTo>
                <a:lnTo>
                  <a:pt x="190205" y="57274"/>
                </a:lnTo>
                <a:lnTo>
                  <a:pt x="189920" y="57378"/>
                </a:lnTo>
                <a:lnTo>
                  <a:pt x="189629" y="57473"/>
                </a:lnTo>
                <a:lnTo>
                  <a:pt x="189332" y="57560"/>
                </a:lnTo>
                <a:lnTo>
                  <a:pt x="189028" y="57637"/>
                </a:lnTo>
                <a:lnTo>
                  <a:pt x="188717" y="57705"/>
                </a:lnTo>
                <a:lnTo>
                  <a:pt x="188400" y="57764"/>
                </a:lnTo>
                <a:lnTo>
                  <a:pt x="188077" y="57814"/>
                </a:lnTo>
                <a:lnTo>
                  <a:pt x="187747" y="57855"/>
                </a:lnTo>
                <a:lnTo>
                  <a:pt x="187410" y="57887"/>
                </a:lnTo>
                <a:lnTo>
                  <a:pt x="187067" y="57910"/>
                </a:lnTo>
                <a:lnTo>
                  <a:pt x="186717" y="57923"/>
                </a:lnTo>
                <a:lnTo>
                  <a:pt x="186361" y="57928"/>
                </a:lnTo>
                <a:lnTo>
                  <a:pt x="185997" y="57923"/>
                </a:lnTo>
                <a:lnTo>
                  <a:pt x="185640" y="57910"/>
                </a:lnTo>
                <a:lnTo>
                  <a:pt x="185291" y="57887"/>
                </a:lnTo>
                <a:lnTo>
                  <a:pt x="184948" y="57855"/>
                </a:lnTo>
                <a:lnTo>
                  <a:pt x="184612" y="57814"/>
                </a:lnTo>
                <a:lnTo>
                  <a:pt x="184284" y="57764"/>
                </a:lnTo>
                <a:lnTo>
                  <a:pt x="183962" y="57705"/>
                </a:lnTo>
                <a:lnTo>
                  <a:pt x="183647" y="57637"/>
                </a:lnTo>
                <a:lnTo>
                  <a:pt x="183340" y="57560"/>
                </a:lnTo>
                <a:lnTo>
                  <a:pt x="183039" y="57473"/>
                </a:lnTo>
                <a:lnTo>
                  <a:pt x="182745" y="57378"/>
                </a:lnTo>
                <a:lnTo>
                  <a:pt x="182459" y="57274"/>
                </a:lnTo>
                <a:lnTo>
                  <a:pt x="182179" y="57160"/>
                </a:lnTo>
                <a:lnTo>
                  <a:pt x="181907" y="57037"/>
                </a:lnTo>
                <a:lnTo>
                  <a:pt x="181641" y="56906"/>
                </a:lnTo>
                <a:lnTo>
                  <a:pt x="181383" y="56765"/>
                </a:lnTo>
                <a:lnTo>
                  <a:pt x="181131" y="56615"/>
                </a:lnTo>
                <a:lnTo>
                  <a:pt x="180887" y="56456"/>
                </a:lnTo>
                <a:lnTo>
                  <a:pt x="180649" y="56288"/>
                </a:lnTo>
                <a:lnTo>
                  <a:pt x="180419" y="56111"/>
                </a:lnTo>
                <a:lnTo>
                  <a:pt x="180195" y="55924"/>
                </a:lnTo>
                <a:lnTo>
                  <a:pt x="179979" y="55729"/>
                </a:lnTo>
                <a:lnTo>
                  <a:pt x="179769" y="55524"/>
                </a:lnTo>
                <a:lnTo>
                  <a:pt x="179567" y="55311"/>
                </a:lnTo>
                <a:lnTo>
                  <a:pt x="179372" y="55089"/>
                </a:lnTo>
                <a:lnTo>
                  <a:pt x="179186" y="54859"/>
                </a:lnTo>
                <a:lnTo>
                  <a:pt x="179007" y="54622"/>
                </a:lnTo>
                <a:lnTo>
                  <a:pt x="178837" y="54376"/>
                </a:lnTo>
                <a:lnTo>
                  <a:pt x="178676" y="54123"/>
                </a:lnTo>
                <a:lnTo>
                  <a:pt x="178523" y="53862"/>
                </a:lnTo>
                <a:lnTo>
                  <a:pt x="178378" y="53593"/>
                </a:lnTo>
                <a:lnTo>
                  <a:pt x="178241" y="53317"/>
                </a:lnTo>
                <a:lnTo>
                  <a:pt x="178112" y="53032"/>
                </a:lnTo>
                <a:lnTo>
                  <a:pt x="177992" y="52740"/>
                </a:lnTo>
                <a:lnTo>
                  <a:pt x="177880" y="52440"/>
                </a:lnTo>
                <a:lnTo>
                  <a:pt x="177777" y="52132"/>
                </a:lnTo>
                <a:lnTo>
                  <a:pt x="177681" y="51817"/>
                </a:lnTo>
                <a:lnTo>
                  <a:pt x="177594" y="51493"/>
                </a:lnTo>
                <a:lnTo>
                  <a:pt x="177516" y="51162"/>
                </a:lnTo>
                <a:lnTo>
                  <a:pt x="177445" y="50823"/>
                </a:lnTo>
                <a:lnTo>
                  <a:pt x="177383" y="50476"/>
                </a:lnTo>
                <a:lnTo>
                  <a:pt x="177329" y="50121"/>
                </a:lnTo>
                <a:lnTo>
                  <a:pt x="177283" y="49759"/>
                </a:lnTo>
                <a:lnTo>
                  <a:pt x="177246" y="49388"/>
                </a:lnTo>
                <a:lnTo>
                  <a:pt x="177217" y="49010"/>
                </a:lnTo>
                <a:lnTo>
                  <a:pt x="177196" y="48624"/>
                </a:lnTo>
                <a:lnTo>
                  <a:pt x="177184" y="48231"/>
                </a:lnTo>
                <a:lnTo>
                  <a:pt x="177180" y="47829"/>
                </a:lnTo>
                <a:lnTo>
                  <a:pt x="177180" y="16524"/>
                </a:lnTo>
                <a:lnTo>
                  <a:pt x="165704" y="16524"/>
                </a:lnTo>
                <a:lnTo>
                  <a:pt x="165704" y="47922"/>
                </a:lnTo>
                <a:lnTo>
                  <a:pt x="165714" y="48688"/>
                </a:lnTo>
                <a:lnTo>
                  <a:pt x="165743" y="49440"/>
                </a:lnTo>
                <a:lnTo>
                  <a:pt x="165790" y="50179"/>
                </a:lnTo>
                <a:lnTo>
                  <a:pt x="165857" y="50904"/>
                </a:lnTo>
                <a:lnTo>
                  <a:pt x="165943" y="51616"/>
                </a:lnTo>
                <a:lnTo>
                  <a:pt x="166049" y="52314"/>
                </a:lnTo>
                <a:lnTo>
                  <a:pt x="166173" y="52998"/>
                </a:lnTo>
                <a:lnTo>
                  <a:pt x="166316" y="53670"/>
                </a:lnTo>
                <a:lnTo>
                  <a:pt x="166479" y="54327"/>
                </a:lnTo>
                <a:lnTo>
                  <a:pt x="166661" y="54971"/>
                </a:lnTo>
                <a:lnTo>
                  <a:pt x="166861" y="55601"/>
                </a:lnTo>
                <a:lnTo>
                  <a:pt x="167081" y="56218"/>
                </a:lnTo>
                <a:lnTo>
                  <a:pt x="167320" y="56822"/>
                </a:lnTo>
                <a:lnTo>
                  <a:pt x="167579" y="57411"/>
                </a:lnTo>
                <a:lnTo>
                  <a:pt x="167856" y="57988"/>
                </a:lnTo>
                <a:lnTo>
                  <a:pt x="168152" y="58550"/>
                </a:lnTo>
                <a:lnTo>
                  <a:pt x="168468" y="59100"/>
                </a:lnTo>
                <a:lnTo>
                  <a:pt x="168803" y="59635"/>
                </a:lnTo>
                <a:lnTo>
                  <a:pt x="169156" y="60157"/>
                </a:lnTo>
                <a:lnTo>
                  <a:pt x="169529" y="60666"/>
                </a:lnTo>
                <a:lnTo>
                  <a:pt x="169921" y="61161"/>
                </a:lnTo>
                <a:lnTo>
                  <a:pt x="170333" y="61642"/>
                </a:lnTo>
                <a:lnTo>
                  <a:pt x="170763" y="62110"/>
                </a:lnTo>
                <a:lnTo>
                  <a:pt x="171212" y="62564"/>
                </a:lnTo>
                <a:lnTo>
                  <a:pt x="171679" y="63002"/>
                </a:lnTo>
                <a:lnTo>
                  <a:pt x="172159" y="63422"/>
                </a:lnTo>
                <a:lnTo>
                  <a:pt x="172654" y="63823"/>
                </a:lnTo>
                <a:lnTo>
                  <a:pt x="173164" y="64205"/>
                </a:lnTo>
                <a:lnTo>
                  <a:pt x="173687" y="64569"/>
                </a:lnTo>
                <a:lnTo>
                  <a:pt x="174225" y="64913"/>
                </a:lnTo>
                <a:lnTo>
                  <a:pt x="174778" y="65240"/>
                </a:lnTo>
                <a:lnTo>
                  <a:pt x="175344" y="65547"/>
                </a:lnTo>
                <a:lnTo>
                  <a:pt x="175925" y="65836"/>
                </a:lnTo>
                <a:lnTo>
                  <a:pt x="176521" y="66107"/>
                </a:lnTo>
                <a:lnTo>
                  <a:pt x="177130" y="66358"/>
                </a:lnTo>
                <a:lnTo>
                  <a:pt x="177754" y="66591"/>
                </a:lnTo>
                <a:lnTo>
                  <a:pt x="178393" y="66806"/>
                </a:lnTo>
                <a:lnTo>
                  <a:pt x="179045" y="67002"/>
                </a:lnTo>
                <a:lnTo>
                  <a:pt x="179712" y="67179"/>
                </a:lnTo>
                <a:lnTo>
                  <a:pt x="180394" y="67337"/>
                </a:lnTo>
                <a:lnTo>
                  <a:pt x="181089" y="67477"/>
                </a:lnTo>
                <a:lnTo>
                  <a:pt x="181799" y="67598"/>
                </a:lnTo>
                <a:lnTo>
                  <a:pt x="182524" y="67701"/>
                </a:lnTo>
                <a:lnTo>
                  <a:pt x="183262" y="67785"/>
                </a:lnTo>
                <a:lnTo>
                  <a:pt x="184016" y="67850"/>
                </a:lnTo>
                <a:lnTo>
                  <a:pt x="184783" y="67896"/>
                </a:lnTo>
                <a:lnTo>
                  <a:pt x="185565" y="67924"/>
                </a:lnTo>
                <a:lnTo>
                  <a:pt x="186361" y="67934"/>
                </a:lnTo>
                <a:lnTo>
                  <a:pt x="187142" y="67924"/>
                </a:lnTo>
                <a:lnTo>
                  <a:pt x="187910" y="67896"/>
                </a:lnTo>
                <a:lnTo>
                  <a:pt x="188664" y="67850"/>
                </a:lnTo>
                <a:close/>
                <a:moveTo>
                  <a:pt x="250528" y="67028"/>
                </a:moveTo>
                <a:lnTo>
                  <a:pt x="250518" y="67311"/>
                </a:lnTo>
                <a:lnTo>
                  <a:pt x="250501" y="67587"/>
                </a:lnTo>
                <a:lnTo>
                  <a:pt x="250478" y="67859"/>
                </a:lnTo>
                <a:lnTo>
                  <a:pt x="250448" y="68124"/>
                </a:lnTo>
                <a:lnTo>
                  <a:pt x="250411" y="68384"/>
                </a:lnTo>
                <a:lnTo>
                  <a:pt x="250367" y="68639"/>
                </a:lnTo>
                <a:lnTo>
                  <a:pt x="250317" y="68888"/>
                </a:lnTo>
                <a:lnTo>
                  <a:pt x="250260" y="69131"/>
                </a:lnTo>
                <a:lnTo>
                  <a:pt x="250196" y="69369"/>
                </a:lnTo>
                <a:lnTo>
                  <a:pt x="250126" y="69601"/>
                </a:lnTo>
                <a:lnTo>
                  <a:pt x="250049" y="69828"/>
                </a:lnTo>
                <a:lnTo>
                  <a:pt x="249965" y="70049"/>
                </a:lnTo>
                <a:lnTo>
                  <a:pt x="249875" y="70264"/>
                </a:lnTo>
                <a:lnTo>
                  <a:pt x="249778" y="70474"/>
                </a:lnTo>
                <a:lnTo>
                  <a:pt x="249674" y="70678"/>
                </a:lnTo>
                <a:lnTo>
                  <a:pt x="249563" y="70877"/>
                </a:lnTo>
                <a:lnTo>
                  <a:pt x="249446" y="71070"/>
                </a:lnTo>
                <a:lnTo>
                  <a:pt x="249322" y="71257"/>
                </a:lnTo>
                <a:lnTo>
                  <a:pt x="249192" y="71439"/>
                </a:lnTo>
                <a:lnTo>
                  <a:pt x="249054" y="71615"/>
                </a:lnTo>
                <a:lnTo>
                  <a:pt x="248910" y="71786"/>
                </a:lnTo>
                <a:lnTo>
                  <a:pt x="248760" y="71951"/>
                </a:lnTo>
                <a:lnTo>
                  <a:pt x="248602" y="72111"/>
                </a:lnTo>
                <a:lnTo>
                  <a:pt x="248438" y="72265"/>
                </a:lnTo>
                <a:lnTo>
                  <a:pt x="248268" y="72412"/>
                </a:lnTo>
                <a:lnTo>
                  <a:pt x="248090" y="72552"/>
                </a:lnTo>
                <a:lnTo>
                  <a:pt x="247906" y="72686"/>
                </a:lnTo>
                <a:lnTo>
                  <a:pt x="247716" y="72814"/>
                </a:lnTo>
                <a:lnTo>
                  <a:pt x="247518" y="72935"/>
                </a:lnTo>
                <a:lnTo>
                  <a:pt x="247314" y="73049"/>
                </a:lnTo>
                <a:lnTo>
                  <a:pt x="247103" y="73157"/>
                </a:lnTo>
                <a:lnTo>
                  <a:pt x="246886" y="73258"/>
                </a:lnTo>
                <a:lnTo>
                  <a:pt x="246661" y="73353"/>
                </a:lnTo>
                <a:lnTo>
                  <a:pt x="246431" y="73441"/>
                </a:lnTo>
                <a:lnTo>
                  <a:pt x="246193" y="73523"/>
                </a:lnTo>
                <a:lnTo>
                  <a:pt x="245949" y="73598"/>
                </a:lnTo>
                <a:lnTo>
                  <a:pt x="245698" y="73667"/>
                </a:lnTo>
                <a:lnTo>
                  <a:pt x="245440" y="73729"/>
                </a:lnTo>
                <a:lnTo>
                  <a:pt x="245176" y="73784"/>
                </a:lnTo>
                <a:lnTo>
                  <a:pt x="244905" y="73833"/>
                </a:lnTo>
                <a:lnTo>
                  <a:pt x="244627" y="73876"/>
                </a:lnTo>
                <a:lnTo>
                  <a:pt x="244342" y="73912"/>
                </a:lnTo>
                <a:lnTo>
                  <a:pt x="244051" y="73941"/>
                </a:lnTo>
                <a:lnTo>
                  <a:pt x="243753" y="73964"/>
                </a:lnTo>
                <a:lnTo>
                  <a:pt x="243449" y="73981"/>
                </a:lnTo>
                <a:lnTo>
                  <a:pt x="243138" y="73990"/>
                </a:lnTo>
                <a:lnTo>
                  <a:pt x="242820" y="73994"/>
                </a:lnTo>
                <a:lnTo>
                  <a:pt x="227855" y="73994"/>
                </a:lnTo>
                <a:lnTo>
                  <a:pt x="227855" y="83540"/>
                </a:lnTo>
                <a:lnTo>
                  <a:pt x="243003" y="83540"/>
                </a:lnTo>
                <a:lnTo>
                  <a:pt x="243731" y="83532"/>
                </a:lnTo>
                <a:lnTo>
                  <a:pt x="244446" y="83509"/>
                </a:lnTo>
                <a:lnTo>
                  <a:pt x="245148" y="83471"/>
                </a:lnTo>
                <a:lnTo>
                  <a:pt x="245836" y="83416"/>
                </a:lnTo>
                <a:lnTo>
                  <a:pt x="246512" y="83347"/>
                </a:lnTo>
                <a:lnTo>
                  <a:pt x="247174" y="83262"/>
                </a:lnTo>
                <a:lnTo>
                  <a:pt x="247824" y="83161"/>
                </a:lnTo>
                <a:lnTo>
                  <a:pt x="248460" y="83045"/>
                </a:lnTo>
                <a:lnTo>
                  <a:pt x="249083" y="82914"/>
                </a:lnTo>
                <a:lnTo>
                  <a:pt x="249694" y="82767"/>
                </a:lnTo>
                <a:lnTo>
                  <a:pt x="250291" y="82605"/>
                </a:lnTo>
                <a:lnTo>
                  <a:pt x="250875" y="82427"/>
                </a:lnTo>
                <a:lnTo>
                  <a:pt x="251446" y="82234"/>
                </a:lnTo>
                <a:lnTo>
                  <a:pt x="252004" y="82025"/>
                </a:lnTo>
                <a:lnTo>
                  <a:pt x="252549" y="81801"/>
                </a:lnTo>
                <a:lnTo>
                  <a:pt x="253080" y="81561"/>
                </a:lnTo>
                <a:lnTo>
                  <a:pt x="253599" y="81306"/>
                </a:lnTo>
                <a:lnTo>
                  <a:pt x="254105" y="81035"/>
                </a:lnTo>
                <a:lnTo>
                  <a:pt x="254597" y="80749"/>
                </a:lnTo>
                <a:lnTo>
                  <a:pt x="255077" y="80448"/>
                </a:lnTo>
                <a:lnTo>
                  <a:pt x="255543" y="80131"/>
                </a:lnTo>
                <a:lnTo>
                  <a:pt x="255997" y="79798"/>
                </a:lnTo>
                <a:lnTo>
                  <a:pt x="256437" y="79450"/>
                </a:lnTo>
                <a:lnTo>
                  <a:pt x="256864" y="79087"/>
                </a:lnTo>
                <a:lnTo>
                  <a:pt x="257276" y="78710"/>
                </a:lnTo>
                <a:lnTo>
                  <a:pt x="257671" y="78323"/>
                </a:lnTo>
                <a:lnTo>
                  <a:pt x="258048" y="77924"/>
                </a:lnTo>
                <a:lnTo>
                  <a:pt x="258407" y="77515"/>
                </a:lnTo>
                <a:lnTo>
                  <a:pt x="258749" y="77095"/>
                </a:lnTo>
                <a:lnTo>
                  <a:pt x="259074" y="76663"/>
                </a:lnTo>
                <a:lnTo>
                  <a:pt x="259381" y="76221"/>
                </a:lnTo>
                <a:lnTo>
                  <a:pt x="259670" y="75767"/>
                </a:lnTo>
                <a:lnTo>
                  <a:pt x="259942" y="75303"/>
                </a:lnTo>
                <a:lnTo>
                  <a:pt x="260196" y="74827"/>
                </a:lnTo>
                <a:lnTo>
                  <a:pt x="260433" y="74341"/>
                </a:lnTo>
                <a:lnTo>
                  <a:pt x="260652" y="73843"/>
                </a:lnTo>
                <a:lnTo>
                  <a:pt x="260853" y="73335"/>
                </a:lnTo>
                <a:lnTo>
                  <a:pt x="261038" y="72815"/>
                </a:lnTo>
                <a:lnTo>
                  <a:pt x="261204" y="72285"/>
                </a:lnTo>
                <a:lnTo>
                  <a:pt x="261353" y="71744"/>
                </a:lnTo>
                <a:lnTo>
                  <a:pt x="261485" y="71191"/>
                </a:lnTo>
                <a:lnTo>
                  <a:pt x="261599" y="70628"/>
                </a:lnTo>
                <a:lnTo>
                  <a:pt x="261695" y="70053"/>
                </a:lnTo>
                <a:lnTo>
                  <a:pt x="261774" y="69468"/>
                </a:lnTo>
                <a:lnTo>
                  <a:pt x="261835" y="68871"/>
                </a:lnTo>
                <a:lnTo>
                  <a:pt x="261879" y="68264"/>
                </a:lnTo>
                <a:lnTo>
                  <a:pt x="261905" y="67646"/>
                </a:lnTo>
                <a:lnTo>
                  <a:pt x="261914" y="67016"/>
                </a:lnTo>
                <a:lnTo>
                  <a:pt x="261914" y="16524"/>
                </a:lnTo>
                <a:lnTo>
                  <a:pt x="250439" y="16524"/>
                </a:lnTo>
                <a:lnTo>
                  <a:pt x="250715" y="26163"/>
                </a:lnTo>
                <a:lnTo>
                  <a:pt x="250552" y="26163"/>
                </a:lnTo>
                <a:lnTo>
                  <a:pt x="250488" y="25736"/>
                </a:lnTo>
                <a:lnTo>
                  <a:pt x="250406" y="25285"/>
                </a:lnTo>
                <a:lnTo>
                  <a:pt x="250312" y="24843"/>
                </a:lnTo>
                <a:lnTo>
                  <a:pt x="250205" y="24410"/>
                </a:lnTo>
                <a:lnTo>
                  <a:pt x="250085" y="23987"/>
                </a:lnTo>
                <a:lnTo>
                  <a:pt x="249953" y="23573"/>
                </a:lnTo>
                <a:lnTo>
                  <a:pt x="249808" y="23169"/>
                </a:lnTo>
                <a:lnTo>
                  <a:pt x="249651" y="22774"/>
                </a:lnTo>
                <a:lnTo>
                  <a:pt x="249481" y="22388"/>
                </a:lnTo>
                <a:lnTo>
                  <a:pt x="249298" y="22012"/>
                </a:lnTo>
                <a:lnTo>
                  <a:pt x="249103" y="21645"/>
                </a:lnTo>
                <a:lnTo>
                  <a:pt x="248895" y="21288"/>
                </a:lnTo>
                <a:lnTo>
                  <a:pt x="248675" y="20940"/>
                </a:lnTo>
                <a:lnTo>
                  <a:pt x="248442" y="20601"/>
                </a:lnTo>
                <a:lnTo>
                  <a:pt x="248196" y="20272"/>
                </a:lnTo>
                <a:lnTo>
                  <a:pt x="247938" y="19952"/>
                </a:lnTo>
                <a:lnTo>
                  <a:pt x="247667" y="19642"/>
                </a:lnTo>
                <a:lnTo>
                  <a:pt x="247384" y="19341"/>
                </a:lnTo>
                <a:lnTo>
                  <a:pt x="247088" y="19050"/>
                </a:lnTo>
                <a:lnTo>
                  <a:pt x="246782" y="18769"/>
                </a:lnTo>
                <a:lnTo>
                  <a:pt x="246466" y="18500"/>
                </a:lnTo>
                <a:lnTo>
                  <a:pt x="246142" y="18243"/>
                </a:lnTo>
                <a:lnTo>
                  <a:pt x="245809" y="17998"/>
                </a:lnTo>
                <a:lnTo>
                  <a:pt x="245468" y="17764"/>
                </a:lnTo>
                <a:lnTo>
                  <a:pt x="245118" y="17543"/>
                </a:lnTo>
                <a:lnTo>
                  <a:pt x="244758" y="17334"/>
                </a:lnTo>
                <a:lnTo>
                  <a:pt x="244391" y="17137"/>
                </a:lnTo>
                <a:lnTo>
                  <a:pt x="244014" y="16951"/>
                </a:lnTo>
                <a:lnTo>
                  <a:pt x="243629" y="16778"/>
                </a:lnTo>
                <a:lnTo>
                  <a:pt x="243234" y="16617"/>
                </a:lnTo>
                <a:lnTo>
                  <a:pt x="242831" y="16467"/>
                </a:lnTo>
                <a:lnTo>
                  <a:pt x="242420" y="16330"/>
                </a:lnTo>
                <a:lnTo>
                  <a:pt x="241999" y="16204"/>
                </a:lnTo>
                <a:lnTo>
                  <a:pt x="241570" y="16091"/>
                </a:lnTo>
                <a:lnTo>
                  <a:pt x="241132" y="15989"/>
                </a:lnTo>
                <a:lnTo>
                  <a:pt x="240685" y="15899"/>
                </a:lnTo>
                <a:lnTo>
                  <a:pt x="240229" y="15822"/>
                </a:lnTo>
                <a:lnTo>
                  <a:pt x="239765" y="15756"/>
                </a:lnTo>
                <a:lnTo>
                  <a:pt x="239292" y="15702"/>
                </a:lnTo>
                <a:lnTo>
                  <a:pt x="238810" y="15660"/>
                </a:lnTo>
                <a:lnTo>
                  <a:pt x="238319" y="15630"/>
                </a:lnTo>
                <a:lnTo>
                  <a:pt x="237820" y="15612"/>
                </a:lnTo>
                <a:lnTo>
                  <a:pt x="237312" y="15606"/>
                </a:lnTo>
                <a:lnTo>
                  <a:pt x="236675" y="15616"/>
                </a:lnTo>
                <a:lnTo>
                  <a:pt x="236049" y="15643"/>
                </a:lnTo>
                <a:lnTo>
                  <a:pt x="235433" y="15688"/>
                </a:lnTo>
                <a:lnTo>
                  <a:pt x="234829" y="15752"/>
                </a:lnTo>
                <a:lnTo>
                  <a:pt x="234236" y="15834"/>
                </a:lnTo>
                <a:lnTo>
                  <a:pt x="233654" y="15934"/>
                </a:lnTo>
                <a:lnTo>
                  <a:pt x="233083" y="16052"/>
                </a:lnTo>
                <a:lnTo>
                  <a:pt x="232523" y="16188"/>
                </a:lnTo>
                <a:lnTo>
                  <a:pt x="231974" y="16342"/>
                </a:lnTo>
                <a:lnTo>
                  <a:pt x="231435" y="16515"/>
                </a:lnTo>
                <a:lnTo>
                  <a:pt x="230908" y="16706"/>
                </a:lnTo>
                <a:lnTo>
                  <a:pt x="230392" y="16915"/>
                </a:lnTo>
                <a:lnTo>
                  <a:pt x="229887" y="17142"/>
                </a:lnTo>
                <a:lnTo>
                  <a:pt x="229393" y="17387"/>
                </a:lnTo>
                <a:lnTo>
                  <a:pt x="228910" y="17651"/>
                </a:lnTo>
                <a:lnTo>
                  <a:pt x="228438" y="17932"/>
                </a:lnTo>
                <a:lnTo>
                  <a:pt x="227976" y="18232"/>
                </a:lnTo>
                <a:lnTo>
                  <a:pt x="227526" y="18550"/>
                </a:lnTo>
                <a:lnTo>
                  <a:pt x="227087" y="18886"/>
                </a:lnTo>
                <a:lnTo>
                  <a:pt x="226659" y="19241"/>
                </a:lnTo>
                <a:lnTo>
                  <a:pt x="226242" y="19613"/>
                </a:lnTo>
                <a:lnTo>
                  <a:pt x="225835" y="20004"/>
                </a:lnTo>
                <a:lnTo>
                  <a:pt x="225440" y="20413"/>
                </a:lnTo>
                <a:lnTo>
                  <a:pt x="225056" y="20840"/>
                </a:lnTo>
                <a:lnTo>
                  <a:pt x="224685" y="21282"/>
                </a:lnTo>
                <a:lnTo>
                  <a:pt x="224330" y="21737"/>
                </a:lnTo>
                <a:lnTo>
                  <a:pt x="223991" y="22204"/>
                </a:lnTo>
                <a:lnTo>
                  <a:pt x="223668" y="22683"/>
                </a:lnTo>
                <a:lnTo>
                  <a:pt x="223360" y="23175"/>
                </a:lnTo>
                <a:lnTo>
                  <a:pt x="223068" y="23680"/>
                </a:lnTo>
                <a:lnTo>
                  <a:pt x="222792" y="24196"/>
                </a:lnTo>
                <a:lnTo>
                  <a:pt x="222532" y="24726"/>
                </a:lnTo>
                <a:lnTo>
                  <a:pt x="222287" y="25267"/>
                </a:lnTo>
                <a:lnTo>
                  <a:pt x="222058" y="25821"/>
                </a:lnTo>
                <a:lnTo>
                  <a:pt x="221845" y="26388"/>
                </a:lnTo>
                <a:lnTo>
                  <a:pt x="221648" y="26967"/>
                </a:lnTo>
                <a:lnTo>
                  <a:pt x="221467" y="27558"/>
                </a:lnTo>
                <a:lnTo>
                  <a:pt x="221301" y="28162"/>
                </a:lnTo>
                <a:lnTo>
                  <a:pt x="221151" y="28778"/>
                </a:lnTo>
                <a:lnTo>
                  <a:pt x="221017" y="29407"/>
                </a:lnTo>
                <a:lnTo>
                  <a:pt x="220898" y="30048"/>
                </a:lnTo>
                <a:lnTo>
                  <a:pt x="220796" y="30702"/>
                </a:lnTo>
                <a:lnTo>
                  <a:pt x="220709" y="31368"/>
                </a:lnTo>
                <a:lnTo>
                  <a:pt x="220638" y="32046"/>
                </a:lnTo>
                <a:lnTo>
                  <a:pt x="220583" y="32737"/>
                </a:lnTo>
                <a:lnTo>
                  <a:pt x="220543" y="33440"/>
                </a:lnTo>
                <a:lnTo>
                  <a:pt x="220520" y="34156"/>
                </a:lnTo>
                <a:lnTo>
                  <a:pt x="220512" y="34884"/>
                </a:lnTo>
                <a:lnTo>
                  <a:pt x="220512" y="44708"/>
                </a:lnTo>
                <a:lnTo>
                  <a:pt x="220520" y="45444"/>
                </a:lnTo>
                <a:lnTo>
                  <a:pt x="220543" y="46167"/>
                </a:lnTo>
                <a:lnTo>
                  <a:pt x="220583" y="46877"/>
                </a:lnTo>
                <a:lnTo>
                  <a:pt x="220638" y="47575"/>
                </a:lnTo>
                <a:lnTo>
                  <a:pt x="220709" y="48259"/>
                </a:lnTo>
                <a:lnTo>
                  <a:pt x="220796" y="48931"/>
                </a:lnTo>
                <a:lnTo>
                  <a:pt x="220898" y="49590"/>
                </a:lnTo>
                <a:lnTo>
                  <a:pt x="221017" y="50237"/>
                </a:lnTo>
                <a:lnTo>
                  <a:pt x="221151" y="50871"/>
                </a:lnTo>
                <a:lnTo>
                  <a:pt x="221301" y="51492"/>
                </a:lnTo>
                <a:lnTo>
                  <a:pt x="221467" y="52100"/>
                </a:lnTo>
                <a:lnTo>
                  <a:pt x="221648" y="52695"/>
                </a:lnTo>
                <a:lnTo>
                  <a:pt x="221845" y="53278"/>
                </a:lnTo>
                <a:lnTo>
                  <a:pt x="222058" y="53848"/>
                </a:lnTo>
                <a:lnTo>
                  <a:pt x="222287" y="54405"/>
                </a:lnTo>
                <a:lnTo>
                  <a:pt x="222532" y="54950"/>
                </a:lnTo>
                <a:lnTo>
                  <a:pt x="222792" y="55481"/>
                </a:lnTo>
                <a:lnTo>
                  <a:pt x="223068" y="56000"/>
                </a:lnTo>
                <a:lnTo>
                  <a:pt x="223360" y="56507"/>
                </a:lnTo>
                <a:lnTo>
                  <a:pt x="223668" y="57000"/>
                </a:lnTo>
                <a:lnTo>
                  <a:pt x="223991" y="57481"/>
                </a:lnTo>
                <a:lnTo>
                  <a:pt x="224330" y="57949"/>
                </a:lnTo>
                <a:lnTo>
                  <a:pt x="224685" y="58404"/>
                </a:lnTo>
                <a:lnTo>
                  <a:pt x="225056" y="58847"/>
                </a:lnTo>
                <a:lnTo>
                  <a:pt x="225440" y="59274"/>
                </a:lnTo>
                <a:lnTo>
                  <a:pt x="225835" y="59682"/>
                </a:lnTo>
                <a:lnTo>
                  <a:pt x="226242" y="60073"/>
                </a:lnTo>
                <a:lnTo>
                  <a:pt x="226659" y="60445"/>
                </a:lnTo>
                <a:lnTo>
                  <a:pt x="227087" y="60800"/>
                </a:lnTo>
                <a:lnTo>
                  <a:pt x="227526" y="61136"/>
                </a:lnTo>
                <a:lnTo>
                  <a:pt x="227976" y="61454"/>
                </a:lnTo>
                <a:lnTo>
                  <a:pt x="228438" y="61753"/>
                </a:lnTo>
                <a:lnTo>
                  <a:pt x="228910" y="62035"/>
                </a:lnTo>
                <a:lnTo>
                  <a:pt x="229393" y="62298"/>
                </a:lnTo>
                <a:lnTo>
                  <a:pt x="229887" y="62544"/>
                </a:lnTo>
                <a:lnTo>
                  <a:pt x="230392" y="62771"/>
                </a:lnTo>
                <a:lnTo>
                  <a:pt x="230908" y="62980"/>
                </a:lnTo>
                <a:lnTo>
                  <a:pt x="231435" y="63170"/>
                </a:lnTo>
                <a:lnTo>
                  <a:pt x="231974" y="63343"/>
                </a:lnTo>
                <a:lnTo>
                  <a:pt x="232523" y="63497"/>
                </a:lnTo>
                <a:lnTo>
                  <a:pt x="233083" y="63634"/>
                </a:lnTo>
                <a:lnTo>
                  <a:pt x="233654" y="63752"/>
                </a:lnTo>
                <a:lnTo>
                  <a:pt x="234236" y="63852"/>
                </a:lnTo>
                <a:lnTo>
                  <a:pt x="234829" y="63933"/>
                </a:lnTo>
                <a:lnTo>
                  <a:pt x="235433" y="63997"/>
                </a:lnTo>
                <a:lnTo>
                  <a:pt x="236049" y="64042"/>
                </a:lnTo>
                <a:lnTo>
                  <a:pt x="236675" y="64070"/>
                </a:lnTo>
                <a:lnTo>
                  <a:pt x="237312" y="64079"/>
                </a:lnTo>
                <a:lnTo>
                  <a:pt x="237820" y="64073"/>
                </a:lnTo>
                <a:lnTo>
                  <a:pt x="238319" y="64055"/>
                </a:lnTo>
                <a:lnTo>
                  <a:pt x="238810" y="64025"/>
                </a:lnTo>
                <a:lnTo>
                  <a:pt x="239292" y="63983"/>
                </a:lnTo>
                <a:lnTo>
                  <a:pt x="239765" y="63929"/>
                </a:lnTo>
                <a:lnTo>
                  <a:pt x="240229" y="63864"/>
                </a:lnTo>
                <a:lnTo>
                  <a:pt x="240685" y="63786"/>
                </a:lnTo>
                <a:lnTo>
                  <a:pt x="241132" y="63696"/>
                </a:lnTo>
                <a:lnTo>
                  <a:pt x="241570" y="63595"/>
                </a:lnTo>
                <a:lnTo>
                  <a:pt x="241999" y="63481"/>
                </a:lnTo>
                <a:lnTo>
                  <a:pt x="242420" y="63356"/>
                </a:lnTo>
                <a:lnTo>
                  <a:pt x="242831" y="63218"/>
                </a:lnTo>
                <a:lnTo>
                  <a:pt x="243234" y="63069"/>
                </a:lnTo>
                <a:lnTo>
                  <a:pt x="243629" y="62907"/>
                </a:lnTo>
                <a:lnTo>
                  <a:pt x="244014" y="62734"/>
                </a:lnTo>
                <a:lnTo>
                  <a:pt x="244391" y="62549"/>
                </a:lnTo>
                <a:lnTo>
                  <a:pt x="244758" y="62352"/>
                </a:lnTo>
                <a:lnTo>
                  <a:pt x="245118" y="62143"/>
                </a:lnTo>
                <a:lnTo>
                  <a:pt x="245468" y="61922"/>
                </a:lnTo>
                <a:lnTo>
                  <a:pt x="245809" y="61689"/>
                </a:lnTo>
                <a:lnTo>
                  <a:pt x="246142" y="61444"/>
                </a:lnTo>
                <a:lnTo>
                  <a:pt x="246466" y="61187"/>
                </a:lnTo>
                <a:lnTo>
                  <a:pt x="246782" y="60918"/>
                </a:lnTo>
                <a:lnTo>
                  <a:pt x="247088" y="60637"/>
                </a:lnTo>
                <a:lnTo>
                  <a:pt x="247384" y="60345"/>
                </a:lnTo>
                <a:lnTo>
                  <a:pt x="247667" y="60044"/>
                </a:lnTo>
                <a:lnTo>
                  <a:pt x="247938" y="59734"/>
                </a:lnTo>
                <a:lnTo>
                  <a:pt x="248196" y="59414"/>
                </a:lnTo>
                <a:lnTo>
                  <a:pt x="248442" y="59085"/>
                </a:lnTo>
                <a:lnTo>
                  <a:pt x="248675" y="58746"/>
                </a:lnTo>
                <a:lnTo>
                  <a:pt x="248895" y="58398"/>
                </a:lnTo>
                <a:lnTo>
                  <a:pt x="249103" y="58041"/>
                </a:lnTo>
                <a:lnTo>
                  <a:pt x="249298" y="57674"/>
                </a:lnTo>
                <a:lnTo>
                  <a:pt x="249481" y="57297"/>
                </a:lnTo>
                <a:lnTo>
                  <a:pt x="249651" y="56912"/>
                </a:lnTo>
                <a:lnTo>
                  <a:pt x="249808" y="56517"/>
                </a:lnTo>
                <a:lnTo>
                  <a:pt x="249953" y="56112"/>
                </a:lnTo>
                <a:lnTo>
                  <a:pt x="250085" y="55698"/>
                </a:lnTo>
                <a:lnTo>
                  <a:pt x="250205" y="55275"/>
                </a:lnTo>
                <a:lnTo>
                  <a:pt x="250312" y="54842"/>
                </a:lnTo>
                <a:lnTo>
                  <a:pt x="250406" y="54400"/>
                </a:lnTo>
                <a:lnTo>
                  <a:pt x="250488" y="53949"/>
                </a:lnTo>
                <a:lnTo>
                  <a:pt x="250552" y="53521"/>
                </a:lnTo>
                <a:lnTo>
                  <a:pt x="250715" y="53521"/>
                </a:lnTo>
                <a:lnTo>
                  <a:pt x="250531" y="62976"/>
                </a:lnTo>
                <a:lnTo>
                  <a:pt x="250531" y="66740"/>
                </a:lnTo>
                <a:lnTo>
                  <a:pt x="250528" y="67028"/>
                </a:lnTo>
                <a:close/>
                <a:moveTo>
                  <a:pt x="239754" y="54092"/>
                </a:moveTo>
                <a:lnTo>
                  <a:pt x="239418" y="54052"/>
                </a:lnTo>
                <a:lnTo>
                  <a:pt x="239090" y="54003"/>
                </a:lnTo>
                <a:lnTo>
                  <a:pt x="238768" y="53945"/>
                </a:lnTo>
                <a:lnTo>
                  <a:pt x="238453" y="53878"/>
                </a:lnTo>
                <a:lnTo>
                  <a:pt x="238146" y="53802"/>
                </a:lnTo>
                <a:lnTo>
                  <a:pt x="237845" y="53717"/>
                </a:lnTo>
                <a:lnTo>
                  <a:pt x="237551" y="53624"/>
                </a:lnTo>
                <a:lnTo>
                  <a:pt x="237265" y="53521"/>
                </a:lnTo>
                <a:lnTo>
                  <a:pt x="236985" y="53410"/>
                </a:lnTo>
                <a:lnTo>
                  <a:pt x="236713" y="53289"/>
                </a:lnTo>
                <a:lnTo>
                  <a:pt x="236447" y="53160"/>
                </a:lnTo>
                <a:lnTo>
                  <a:pt x="236189" y="53021"/>
                </a:lnTo>
                <a:lnTo>
                  <a:pt x="235937" y="52874"/>
                </a:lnTo>
                <a:lnTo>
                  <a:pt x="235693" y="52718"/>
                </a:lnTo>
                <a:lnTo>
                  <a:pt x="235455" y="52553"/>
                </a:lnTo>
                <a:lnTo>
                  <a:pt x="235225" y="52379"/>
                </a:lnTo>
                <a:lnTo>
                  <a:pt x="235001" y="52196"/>
                </a:lnTo>
                <a:lnTo>
                  <a:pt x="234785" y="52004"/>
                </a:lnTo>
                <a:lnTo>
                  <a:pt x="234575" y="51803"/>
                </a:lnTo>
                <a:lnTo>
                  <a:pt x="234373" y="51593"/>
                </a:lnTo>
                <a:lnTo>
                  <a:pt x="234178" y="51375"/>
                </a:lnTo>
                <a:lnTo>
                  <a:pt x="233992" y="51150"/>
                </a:lnTo>
                <a:lnTo>
                  <a:pt x="233814" y="50916"/>
                </a:lnTo>
                <a:lnTo>
                  <a:pt x="233644" y="50675"/>
                </a:lnTo>
                <a:lnTo>
                  <a:pt x="233482" y="50427"/>
                </a:lnTo>
                <a:lnTo>
                  <a:pt x="233329" y="50170"/>
                </a:lnTo>
                <a:lnTo>
                  <a:pt x="233184" y="49906"/>
                </a:lnTo>
                <a:lnTo>
                  <a:pt x="233048" y="49635"/>
                </a:lnTo>
                <a:lnTo>
                  <a:pt x="232919" y="49355"/>
                </a:lnTo>
                <a:lnTo>
                  <a:pt x="232799" y="49069"/>
                </a:lnTo>
                <a:lnTo>
                  <a:pt x="232687" y="48774"/>
                </a:lnTo>
                <a:lnTo>
                  <a:pt x="232584" y="48472"/>
                </a:lnTo>
                <a:lnTo>
                  <a:pt x="232488" y="48162"/>
                </a:lnTo>
                <a:lnTo>
                  <a:pt x="232401" y="47845"/>
                </a:lnTo>
                <a:lnTo>
                  <a:pt x="232323" y="47519"/>
                </a:lnTo>
                <a:lnTo>
                  <a:pt x="232252" y="47187"/>
                </a:lnTo>
                <a:lnTo>
                  <a:pt x="232190" y="46846"/>
                </a:lnTo>
                <a:lnTo>
                  <a:pt x="232136" y="46498"/>
                </a:lnTo>
                <a:lnTo>
                  <a:pt x="232091" y="46142"/>
                </a:lnTo>
                <a:lnTo>
                  <a:pt x="232054" y="45779"/>
                </a:lnTo>
                <a:lnTo>
                  <a:pt x="232025" y="45408"/>
                </a:lnTo>
                <a:lnTo>
                  <a:pt x="232004" y="45029"/>
                </a:lnTo>
                <a:lnTo>
                  <a:pt x="231991" y="44643"/>
                </a:lnTo>
                <a:lnTo>
                  <a:pt x="231987" y="44249"/>
                </a:lnTo>
                <a:lnTo>
                  <a:pt x="231987" y="35436"/>
                </a:lnTo>
                <a:lnTo>
                  <a:pt x="231991" y="35042"/>
                </a:lnTo>
                <a:lnTo>
                  <a:pt x="232004" y="34656"/>
                </a:lnTo>
                <a:lnTo>
                  <a:pt x="232025" y="34277"/>
                </a:lnTo>
                <a:lnTo>
                  <a:pt x="232054" y="33906"/>
                </a:lnTo>
                <a:lnTo>
                  <a:pt x="232091" y="33543"/>
                </a:lnTo>
                <a:lnTo>
                  <a:pt x="232136" y="33187"/>
                </a:lnTo>
                <a:lnTo>
                  <a:pt x="232190" y="32839"/>
                </a:lnTo>
                <a:lnTo>
                  <a:pt x="232252" y="32498"/>
                </a:lnTo>
                <a:lnTo>
                  <a:pt x="232323" y="32166"/>
                </a:lnTo>
                <a:lnTo>
                  <a:pt x="232401" y="31841"/>
                </a:lnTo>
                <a:lnTo>
                  <a:pt x="232488" y="31523"/>
                </a:lnTo>
                <a:lnTo>
                  <a:pt x="232584" y="31213"/>
                </a:lnTo>
                <a:lnTo>
                  <a:pt x="232687" y="30911"/>
                </a:lnTo>
                <a:lnTo>
                  <a:pt x="232799" y="30616"/>
                </a:lnTo>
                <a:lnTo>
                  <a:pt x="232919" y="30330"/>
                </a:lnTo>
                <a:lnTo>
                  <a:pt x="233048" y="30050"/>
                </a:lnTo>
                <a:lnTo>
                  <a:pt x="233184" y="29779"/>
                </a:lnTo>
                <a:lnTo>
                  <a:pt x="233329" y="29515"/>
                </a:lnTo>
                <a:lnTo>
                  <a:pt x="233482" y="29259"/>
                </a:lnTo>
                <a:lnTo>
                  <a:pt x="233644" y="29010"/>
                </a:lnTo>
                <a:lnTo>
                  <a:pt x="233814" y="28769"/>
                </a:lnTo>
                <a:lnTo>
                  <a:pt x="233992" y="28536"/>
                </a:lnTo>
                <a:lnTo>
                  <a:pt x="234178" y="28310"/>
                </a:lnTo>
                <a:lnTo>
                  <a:pt x="234373" y="28092"/>
                </a:lnTo>
                <a:lnTo>
                  <a:pt x="234575" y="27882"/>
                </a:lnTo>
                <a:lnTo>
                  <a:pt x="234785" y="27681"/>
                </a:lnTo>
                <a:lnTo>
                  <a:pt x="235001" y="27489"/>
                </a:lnTo>
                <a:lnTo>
                  <a:pt x="235225" y="27306"/>
                </a:lnTo>
                <a:lnTo>
                  <a:pt x="235455" y="27132"/>
                </a:lnTo>
                <a:lnTo>
                  <a:pt x="235693" y="26967"/>
                </a:lnTo>
                <a:lnTo>
                  <a:pt x="235937" y="26811"/>
                </a:lnTo>
                <a:lnTo>
                  <a:pt x="236189" y="26664"/>
                </a:lnTo>
                <a:lnTo>
                  <a:pt x="236447" y="26525"/>
                </a:lnTo>
                <a:lnTo>
                  <a:pt x="236713" y="26396"/>
                </a:lnTo>
                <a:lnTo>
                  <a:pt x="236985" y="26276"/>
                </a:lnTo>
                <a:lnTo>
                  <a:pt x="237265" y="26164"/>
                </a:lnTo>
                <a:lnTo>
                  <a:pt x="237551" y="26061"/>
                </a:lnTo>
                <a:lnTo>
                  <a:pt x="237845" y="25968"/>
                </a:lnTo>
                <a:lnTo>
                  <a:pt x="238146" y="25883"/>
                </a:lnTo>
                <a:lnTo>
                  <a:pt x="238453" y="25807"/>
                </a:lnTo>
                <a:lnTo>
                  <a:pt x="238768" y="25740"/>
                </a:lnTo>
                <a:lnTo>
                  <a:pt x="239090" y="25682"/>
                </a:lnTo>
                <a:lnTo>
                  <a:pt x="239418" y="25633"/>
                </a:lnTo>
                <a:lnTo>
                  <a:pt x="239754" y="25593"/>
                </a:lnTo>
                <a:lnTo>
                  <a:pt x="240097" y="25562"/>
                </a:lnTo>
                <a:lnTo>
                  <a:pt x="240446" y="25539"/>
                </a:lnTo>
                <a:lnTo>
                  <a:pt x="240803" y="25526"/>
                </a:lnTo>
                <a:lnTo>
                  <a:pt x="241167" y="25521"/>
                </a:lnTo>
                <a:lnTo>
                  <a:pt x="241531" y="25526"/>
                </a:lnTo>
                <a:lnTo>
                  <a:pt x="241888" y="25540"/>
                </a:lnTo>
                <a:lnTo>
                  <a:pt x="242238" y="25562"/>
                </a:lnTo>
                <a:lnTo>
                  <a:pt x="242581" y="25594"/>
                </a:lnTo>
                <a:lnTo>
                  <a:pt x="242917" y="25635"/>
                </a:lnTo>
                <a:lnTo>
                  <a:pt x="243247" y="25685"/>
                </a:lnTo>
                <a:lnTo>
                  <a:pt x="243570" y="25744"/>
                </a:lnTo>
                <a:lnTo>
                  <a:pt x="243885" y="25812"/>
                </a:lnTo>
                <a:lnTo>
                  <a:pt x="244194" y="25889"/>
                </a:lnTo>
                <a:lnTo>
                  <a:pt x="244496" y="25976"/>
                </a:lnTo>
                <a:lnTo>
                  <a:pt x="244792" y="26071"/>
                </a:lnTo>
                <a:lnTo>
                  <a:pt x="245080" y="26176"/>
                </a:lnTo>
                <a:lnTo>
                  <a:pt x="245362" y="26289"/>
                </a:lnTo>
                <a:lnTo>
                  <a:pt x="245636" y="26412"/>
                </a:lnTo>
                <a:lnTo>
                  <a:pt x="245904" y="26544"/>
                </a:lnTo>
                <a:lnTo>
                  <a:pt x="246165" y="26684"/>
                </a:lnTo>
                <a:lnTo>
                  <a:pt x="246419" y="26834"/>
                </a:lnTo>
                <a:lnTo>
                  <a:pt x="246666" y="26993"/>
                </a:lnTo>
                <a:lnTo>
                  <a:pt x="246907" y="27161"/>
                </a:lnTo>
                <a:lnTo>
                  <a:pt x="247140" y="27339"/>
                </a:lnTo>
                <a:lnTo>
                  <a:pt x="247367" y="27525"/>
                </a:lnTo>
                <a:lnTo>
                  <a:pt x="247587" y="27720"/>
                </a:lnTo>
                <a:lnTo>
                  <a:pt x="247800" y="27925"/>
                </a:lnTo>
                <a:lnTo>
                  <a:pt x="248006" y="28138"/>
                </a:lnTo>
                <a:lnTo>
                  <a:pt x="248204" y="28360"/>
                </a:lnTo>
                <a:lnTo>
                  <a:pt x="248394" y="28588"/>
                </a:lnTo>
                <a:lnTo>
                  <a:pt x="248576" y="28824"/>
                </a:lnTo>
                <a:lnTo>
                  <a:pt x="248749" y="29067"/>
                </a:lnTo>
                <a:lnTo>
                  <a:pt x="248914" y="29318"/>
                </a:lnTo>
                <a:lnTo>
                  <a:pt x="249070" y="29575"/>
                </a:lnTo>
                <a:lnTo>
                  <a:pt x="249218" y="29840"/>
                </a:lnTo>
                <a:lnTo>
                  <a:pt x="249357" y="30111"/>
                </a:lnTo>
                <a:lnTo>
                  <a:pt x="249488" y="30390"/>
                </a:lnTo>
                <a:lnTo>
                  <a:pt x="249611" y="30676"/>
                </a:lnTo>
                <a:lnTo>
                  <a:pt x="249725" y="30970"/>
                </a:lnTo>
                <a:lnTo>
                  <a:pt x="249831" y="31270"/>
                </a:lnTo>
                <a:lnTo>
                  <a:pt x="249928" y="31578"/>
                </a:lnTo>
                <a:lnTo>
                  <a:pt x="250016" y="31893"/>
                </a:lnTo>
                <a:lnTo>
                  <a:pt x="250097" y="32215"/>
                </a:lnTo>
                <a:lnTo>
                  <a:pt x="250168" y="32544"/>
                </a:lnTo>
                <a:lnTo>
                  <a:pt x="250232" y="32880"/>
                </a:lnTo>
                <a:lnTo>
                  <a:pt x="250287" y="33224"/>
                </a:lnTo>
                <a:lnTo>
                  <a:pt x="250333" y="33575"/>
                </a:lnTo>
                <a:lnTo>
                  <a:pt x="250371" y="33933"/>
                </a:lnTo>
                <a:lnTo>
                  <a:pt x="250401" y="34298"/>
                </a:lnTo>
                <a:lnTo>
                  <a:pt x="250422" y="34670"/>
                </a:lnTo>
                <a:lnTo>
                  <a:pt x="250435" y="35050"/>
                </a:lnTo>
                <a:lnTo>
                  <a:pt x="250439" y="35436"/>
                </a:lnTo>
                <a:lnTo>
                  <a:pt x="250439" y="44249"/>
                </a:lnTo>
                <a:lnTo>
                  <a:pt x="250435" y="44635"/>
                </a:lnTo>
                <a:lnTo>
                  <a:pt x="250422" y="45015"/>
                </a:lnTo>
                <a:lnTo>
                  <a:pt x="250401" y="45387"/>
                </a:lnTo>
                <a:lnTo>
                  <a:pt x="250371" y="45752"/>
                </a:lnTo>
                <a:lnTo>
                  <a:pt x="250333" y="46110"/>
                </a:lnTo>
                <a:lnTo>
                  <a:pt x="250287" y="46460"/>
                </a:lnTo>
                <a:lnTo>
                  <a:pt x="250232" y="46804"/>
                </a:lnTo>
                <a:lnTo>
                  <a:pt x="250168" y="47140"/>
                </a:lnTo>
                <a:lnTo>
                  <a:pt x="250097" y="47470"/>
                </a:lnTo>
                <a:lnTo>
                  <a:pt x="250016" y="47792"/>
                </a:lnTo>
                <a:lnTo>
                  <a:pt x="249928" y="48106"/>
                </a:lnTo>
                <a:lnTo>
                  <a:pt x="249831" y="48414"/>
                </a:lnTo>
                <a:lnTo>
                  <a:pt x="249725" y="48715"/>
                </a:lnTo>
                <a:lnTo>
                  <a:pt x="249611" y="49008"/>
                </a:lnTo>
                <a:lnTo>
                  <a:pt x="249488" y="49294"/>
                </a:lnTo>
                <a:lnTo>
                  <a:pt x="249357" y="49573"/>
                </a:lnTo>
                <a:lnTo>
                  <a:pt x="249218" y="49845"/>
                </a:lnTo>
                <a:lnTo>
                  <a:pt x="249070" y="50110"/>
                </a:lnTo>
                <a:lnTo>
                  <a:pt x="248914" y="50367"/>
                </a:lnTo>
                <a:lnTo>
                  <a:pt x="248749" y="50617"/>
                </a:lnTo>
                <a:lnTo>
                  <a:pt x="248576" y="50861"/>
                </a:lnTo>
                <a:lnTo>
                  <a:pt x="248394" y="51097"/>
                </a:lnTo>
                <a:lnTo>
                  <a:pt x="248204" y="51325"/>
                </a:lnTo>
                <a:lnTo>
                  <a:pt x="248006" y="51547"/>
                </a:lnTo>
                <a:lnTo>
                  <a:pt x="247800" y="51761"/>
                </a:lnTo>
                <a:lnTo>
                  <a:pt x="247587" y="51965"/>
                </a:lnTo>
                <a:lnTo>
                  <a:pt x="247367" y="52160"/>
                </a:lnTo>
                <a:lnTo>
                  <a:pt x="247140" y="52347"/>
                </a:lnTo>
                <a:lnTo>
                  <a:pt x="246907" y="52524"/>
                </a:lnTo>
                <a:lnTo>
                  <a:pt x="246666" y="52692"/>
                </a:lnTo>
                <a:lnTo>
                  <a:pt x="246419" y="52851"/>
                </a:lnTo>
                <a:lnTo>
                  <a:pt x="246165" y="53001"/>
                </a:lnTo>
                <a:lnTo>
                  <a:pt x="245904" y="53142"/>
                </a:lnTo>
                <a:lnTo>
                  <a:pt x="245636" y="53273"/>
                </a:lnTo>
                <a:lnTo>
                  <a:pt x="245362" y="53396"/>
                </a:lnTo>
                <a:lnTo>
                  <a:pt x="245080" y="53510"/>
                </a:lnTo>
                <a:lnTo>
                  <a:pt x="244792" y="53614"/>
                </a:lnTo>
                <a:lnTo>
                  <a:pt x="244496" y="53709"/>
                </a:lnTo>
                <a:lnTo>
                  <a:pt x="244194" y="53796"/>
                </a:lnTo>
                <a:lnTo>
                  <a:pt x="243885" y="53873"/>
                </a:lnTo>
                <a:lnTo>
                  <a:pt x="243570" y="53941"/>
                </a:lnTo>
                <a:lnTo>
                  <a:pt x="243247" y="54000"/>
                </a:lnTo>
                <a:lnTo>
                  <a:pt x="242917" y="54050"/>
                </a:lnTo>
                <a:lnTo>
                  <a:pt x="242581" y="54091"/>
                </a:lnTo>
                <a:lnTo>
                  <a:pt x="242238" y="54123"/>
                </a:lnTo>
                <a:lnTo>
                  <a:pt x="241888" y="54146"/>
                </a:lnTo>
                <a:lnTo>
                  <a:pt x="241531" y="54159"/>
                </a:lnTo>
                <a:lnTo>
                  <a:pt x="241167" y="54164"/>
                </a:lnTo>
                <a:lnTo>
                  <a:pt x="240803" y="54159"/>
                </a:lnTo>
                <a:lnTo>
                  <a:pt x="240446" y="54146"/>
                </a:lnTo>
                <a:lnTo>
                  <a:pt x="240097" y="54124"/>
                </a:lnTo>
                <a:lnTo>
                  <a:pt x="239754" y="540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Text andnot">
            <a:extLst xmlns:a="http://schemas.openxmlformats.org/drawingml/2006/main">
              <a:ext uri="{FF2B5EF4-FFF2-40B4-BE49-F238E27FC236}">
                <a16:creationId xmlns:a16="http://schemas.microsoft.com/office/drawing/2014/main" id="{67DF61BA-A41D-43DD-9988-F7EA0201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6238" y="4387158"/>
            <a:ext cx="373916" cy="67934"/>
          </a:xfrm>
          <a:custGeom xmlns:a="http://schemas.openxmlformats.org/drawingml/2006/main">
            <a:pathLst>
              <a:path w="373916" h="67934">
                <a:moveTo>
                  <a:pt x="141428" y="25016"/>
                </a:moveTo>
                <a:lnTo>
                  <a:pt x="141319" y="24581"/>
                </a:lnTo>
                <a:lnTo>
                  <a:pt x="141198" y="24154"/>
                </a:lnTo>
                <a:lnTo>
                  <a:pt x="141064" y="23737"/>
                </a:lnTo>
                <a:lnTo>
                  <a:pt x="140918" y="23329"/>
                </a:lnTo>
                <a:lnTo>
                  <a:pt x="140758" y="22930"/>
                </a:lnTo>
                <a:lnTo>
                  <a:pt x="140586" y="22540"/>
                </a:lnTo>
                <a:lnTo>
                  <a:pt x="140401" y="22159"/>
                </a:lnTo>
                <a:lnTo>
                  <a:pt x="140203" y="21788"/>
                </a:lnTo>
                <a:lnTo>
                  <a:pt x="139993" y="21425"/>
                </a:lnTo>
                <a:lnTo>
                  <a:pt x="139770" y="21071"/>
                </a:lnTo>
                <a:lnTo>
                  <a:pt x="139534" y="20727"/>
                </a:lnTo>
                <a:lnTo>
                  <a:pt x="139285" y="20391"/>
                </a:lnTo>
                <a:lnTo>
                  <a:pt x="139024" y="20065"/>
                </a:lnTo>
                <a:lnTo>
                  <a:pt x="138750" y="19748"/>
                </a:lnTo>
                <a:lnTo>
                  <a:pt x="138463" y="19440"/>
                </a:lnTo>
                <a:lnTo>
                  <a:pt x="138163" y="19141"/>
                </a:lnTo>
                <a:lnTo>
                  <a:pt x="137852" y="18852"/>
                </a:lnTo>
                <a:lnTo>
                  <a:pt x="137533" y="18576"/>
                </a:lnTo>
                <a:lnTo>
                  <a:pt x="137205" y="18312"/>
                </a:lnTo>
                <a:lnTo>
                  <a:pt x="136868" y="18061"/>
                </a:lnTo>
                <a:lnTo>
                  <a:pt x="136522" y="17821"/>
                </a:lnTo>
                <a:lnTo>
                  <a:pt x="136166" y="17594"/>
                </a:lnTo>
                <a:lnTo>
                  <a:pt x="135802" y="17380"/>
                </a:lnTo>
                <a:lnTo>
                  <a:pt x="135430" y="17177"/>
                </a:lnTo>
                <a:lnTo>
                  <a:pt x="135048" y="16987"/>
                </a:lnTo>
                <a:lnTo>
                  <a:pt x="134657" y="16809"/>
                </a:lnTo>
                <a:lnTo>
                  <a:pt x="134257" y="16643"/>
                </a:lnTo>
                <a:lnTo>
                  <a:pt x="133849" y="16490"/>
                </a:lnTo>
                <a:lnTo>
                  <a:pt x="133431" y="16349"/>
                </a:lnTo>
                <a:lnTo>
                  <a:pt x="133005" y="16220"/>
                </a:lnTo>
                <a:lnTo>
                  <a:pt x="132569" y="16103"/>
                </a:lnTo>
                <a:lnTo>
                  <a:pt x="132125" y="15999"/>
                </a:lnTo>
                <a:lnTo>
                  <a:pt x="131672" y="15907"/>
                </a:lnTo>
                <a:lnTo>
                  <a:pt x="131210" y="15827"/>
                </a:lnTo>
                <a:lnTo>
                  <a:pt x="130739" y="15760"/>
                </a:lnTo>
                <a:lnTo>
                  <a:pt x="130259" y="15705"/>
                </a:lnTo>
                <a:lnTo>
                  <a:pt x="129770" y="15662"/>
                </a:lnTo>
                <a:lnTo>
                  <a:pt x="129272" y="15631"/>
                </a:lnTo>
                <a:lnTo>
                  <a:pt x="128765" y="15613"/>
                </a:lnTo>
                <a:lnTo>
                  <a:pt x="128249" y="15606"/>
                </a:lnTo>
                <a:lnTo>
                  <a:pt x="127620" y="15616"/>
                </a:lnTo>
                <a:lnTo>
                  <a:pt x="127000" y="15643"/>
                </a:lnTo>
                <a:lnTo>
                  <a:pt x="126392" y="15688"/>
                </a:lnTo>
                <a:lnTo>
                  <a:pt x="125793" y="15752"/>
                </a:lnTo>
                <a:lnTo>
                  <a:pt x="125206" y="15834"/>
                </a:lnTo>
                <a:lnTo>
                  <a:pt x="124629" y="15934"/>
                </a:lnTo>
                <a:lnTo>
                  <a:pt x="124062" y="16052"/>
                </a:lnTo>
                <a:lnTo>
                  <a:pt x="123506" y="16188"/>
                </a:lnTo>
                <a:lnTo>
                  <a:pt x="122960" y="16342"/>
                </a:lnTo>
                <a:lnTo>
                  <a:pt x="122425" y="16515"/>
                </a:lnTo>
                <a:lnTo>
                  <a:pt x="121900" y="16706"/>
                </a:lnTo>
                <a:lnTo>
                  <a:pt x="121386" y="16915"/>
                </a:lnTo>
                <a:lnTo>
                  <a:pt x="120883" y="17142"/>
                </a:lnTo>
                <a:lnTo>
                  <a:pt x="120390" y="17387"/>
                </a:lnTo>
                <a:lnTo>
                  <a:pt x="119907" y="17651"/>
                </a:lnTo>
                <a:lnTo>
                  <a:pt x="119435" y="17932"/>
                </a:lnTo>
                <a:lnTo>
                  <a:pt x="118974" y="18232"/>
                </a:lnTo>
                <a:lnTo>
                  <a:pt x="118523" y="18550"/>
                </a:lnTo>
                <a:lnTo>
                  <a:pt x="118083" y="18886"/>
                </a:lnTo>
                <a:lnTo>
                  <a:pt x="117653" y="19241"/>
                </a:lnTo>
                <a:lnTo>
                  <a:pt x="117233" y="19613"/>
                </a:lnTo>
                <a:lnTo>
                  <a:pt x="116825" y="20004"/>
                </a:lnTo>
                <a:lnTo>
                  <a:pt x="116426" y="20413"/>
                </a:lnTo>
                <a:lnTo>
                  <a:pt x="116038" y="20840"/>
                </a:lnTo>
                <a:lnTo>
                  <a:pt x="115664" y="21282"/>
                </a:lnTo>
                <a:lnTo>
                  <a:pt x="115306" y="21737"/>
                </a:lnTo>
                <a:lnTo>
                  <a:pt x="114963" y="22205"/>
                </a:lnTo>
                <a:lnTo>
                  <a:pt x="114636" y="22686"/>
                </a:lnTo>
                <a:lnTo>
                  <a:pt x="114326" y="23179"/>
                </a:lnTo>
                <a:lnTo>
                  <a:pt x="114031" y="23685"/>
                </a:lnTo>
                <a:lnTo>
                  <a:pt x="113752" y="24204"/>
                </a:lnTo>
                <a:lnTo>
                  <a:pt x="113489" y="24736"/>
                </a:lnTo>
                <a:lnTo>
                  <a:pt x="113242" y="25280"/>
                </a:lnTo>
                <a:lnTo>
                  <a:pt x="113011" y="25838"/>
                </a:lnTo>
                <a:lnTo>
                  <a:pt x="112796" y="26407"/>
                </a:lnTo>
                <a:lnTo>
                  <a:pt x="112597" y="26990"/>
                </a:lnTo>
                <a:lnTo>
                  <a:pt x="112413" y="27586"/>
                </a:lnTo>
                <a:lnTo>
                  <a:pt x="112246" y="28194"/>
                </a:lnTo>
                <a:lnTo>
                  <a:pt x="112095" y="28815"/>
                </a:lnTo>
                <a:lnTo>
                  <a:pt x="111959" y="29448"/>
                </a:lnTo>
                <a:lnTo>
                  <a:pt x="111840" y="30095"/>
                </a:lnTo>
                <a:lnTo>
                  <a:pt x="111736" y="30754"/>
                </a:lnTo>
                <a:lnTo>
                  <a:pt x="111649" y="31426"/>
                </a:lnTo>
                <a:lnTo>
                  <a:pt x="111577" y="32111"/>
                </a:lnTo>
                <a:lnTo>
                  <a:pt x="111521" y="32808"/>
                </a:lnTo>
                <a:lnTo>
                  <a:pt x="111481" y="33518"/>
                </a:lnTo>
                <a:lnTo>
                  <a:pt x="111457" y="34241"/>
                </a:lnTo>
                <a:lnTo>
                  <a:pt x="111449" y="34977"/>
                </a:lnTo>
                <a:lnTo>
                  <a:pt x="111449" y="48656"/>
                </a:lnTo>
                <a:lnTo>
                  <a:pt x="111457" y="49384"/>
                </a:lnTo>
                <a:lnTo>
                  <a:pt x="111482" y="50100"/>
                </a:lnTo>
                <a:lnTo>
                  <a:pt x="111522" y="50803"/>
                </a:lnTo>
                <a:lnTo>
                  <a:pt x="111578" y="51494"/>
                </a:lnTo>
                <a:lnTo>
                  <a:pt x="111651" y="52172"/>
                </a:lnTo>
                <a:lnTo>
                  <a:pt x="111739" y="52838"/>
                </a:lnTo>
                <a:lnTo>
                  <a:pt x="111844" y="53492"/>
                </a:lnTo>
                <a:lnTo>
                  <a:pt x="111964" y="54133"/>
                </a:lnTo>
                <a:lnTo>
                  <a:pt x="112101" y="54762"/>
                </a:lnTo>
                <a:lnTo>
                  <a:pt x="112254" y="55378"/>
                </a:lnTo>
                <a:lnTo>
                  <a:pt x="112423" y="55982"/>
                </a:lnTo>
                <a:lnTo>
                  <a:pt x="112608" y="56573"/>
                </a:lnTo>
                <a:lnTo>
                  <a:pt x="112809" y="57152"/>
                </a:lnTo>
                <a:lnTo>
                  <a:pt x="113027" y="57719"/>
                </a:lnTo>
                <a:lnTo>
                  <a:pt x="113260" y="58273"/>
                </a:lnTo>
                <a:lnTo>
                  <a:pt x="113510" y="58815"/>
                </a:lnTo>
                <a:lnTo>
                  <a:pt x="113775" y="59344"/>
                </a:lnTo>
                <a:lnTo>
                  <a:pt x="114057" y="59861"/>
                </a:lnTo>
                <a:lnTo>
                  <a:pt x="114355" y="60366"/>
                </a:lnTo>
                <a:lnTo>
                  <a:pt x="114668" y="60858"/>
                </a:lnTo>
                <a:lnTo>
                  <a:pt x="114998" y="61337"/>
                </a:lnTo>
                <a:lnTo>
                  <a:pt x="115344" y="61805"/>
                </a:lnTo>
                <a:lnTo>
                  <a:pt x="115706" y="62259"/>
                </a:lnTo>
                <a:lnTo>
                  <a:pt x="116085" y="62702"/>
                </a:lnTo>
                <a:lnTo>
                  <a:pt x="116476" y="63129"/>
                </a:lnTo>
                <a:lnTo>
                  <a:pt x="116878" y="63537"/>
                </a:lnTo>
                <a:lnTo>
                  <a:pt x="117289" y="63928"/>
                </a:lnTo>
                <a:lnTo>
                  <a:pt x="117711" y="64300"/>
                </a:lnTo>
                <a:lnTo>
                  <a:pt x="118142" y="64655"/>
                </a:lnTo>
                <a:lnTo>
                  <a:pt x="118584" y="64991"/>
                </a:lnTo>
                <a:lnTo>
                  <a:pt x="119035" y="65309"/>
                </a:lnTo>
                <a:lnTo>
                  <a:pt x="119497" y="65608"/>
                </a:lnTo>
                <a:lnTo>
                  <a:pt x="119969" y="65890"/>
                </a:lnTo>
                <a:lnTo>
                  <a:pt x="120451" y="66153"/>
                </a:lnTo>
                <a:lnTo>
                  <a:pt x="120942" y="66399"/>
                </a:lnTo>
                <a:lnTo>
                  <a:pt x="121444" y="66626"/>
                </a:lnTo>
                <a:lnTo>
                  <a:pt x="121956" y="66835"/>
                </a:lnTo>
                <a:lnTo>
                  <a:pt x="122478" y="67025"/>
                </a:lnTo>
                <a:lnTo>
                  <a:pt x="123010" y="67198"/>
                </a:lnTo>
                <a:lnTo>
                  <a:pt x="123552" y="67352"/>
                </a:lnTo>
                <a:lnTo>
                  <a:pt x="124104" y="67489"/>
                </a:lnTo>
                <a:lnTo>
                  <a:pt x="124666" y="67607"/>
                </a:lnTo>
                <a:lnTo>
                  <a:pt x="125238" y="67707"/>
                </a:lnTo>
                <a:lnTo>
                  <a:pt x="125820" y="67788"/>
                </a:lnTo>
                <a:lnTo>
                  <a:pt x="126413" y="67852"/>
                </a:lnTo>
                <a:lnTo>
                  <a:pt x="127015" y="67897"/>
                </a:lnTo>
                <a:lnTo>
                  <a:pt x="127627" y="67925"/>
                </a:lnTo>
                <a:lnTo>
                  <a:pt x="128249" y="67934"/>
                </a:lnTo>
                <a:lnTo>
                  <a:pt x="128765" y="67928"/>
                </a:lnTo>
                <a:lnTo>
                  <a:pt x="129272" y="67909"/>
                </a:lnTo>
                <a:lnTo>
                  <a:pt x="129770" y="67878"/>
                </a:lnTo>
                <a:lnTo>
                  <a:pt x="130259" y="67835"/>
                </a:lnTo>
                <a:lnTo>
                  <a:pt x="130739" y="67780"/>
                </a:lnTo>
                <a:lnTo>
                  <a:pt x="131210" y="67713"/>
                </a:lnTo>
                <a:lnTo>
                  <a:pt x="131672" y="67633"/>
                </a:lnTo>
                <a:lnTo>
                  <a:pt x="132125" y="67541"/>
                </a:lnTo>
                <a:lnTo>
                  <a:pt x="132569" y="67437"/>
                </a:lnTo>
                <a:lnTo>
                  <a:pt x="133005" y="67320"/>
                </a:lnTo>
                <a:lnTo>
                  <a:pt x="133431" y="67191"/>
                </a:lnTo>
                <a:lnTo>
                  <a:pt x="133849" y="67050"/>
                </a:lnTo>
                <a:lnTo>
                  <a:pt x="134257" y="66897"/>
                </a:lnTo>
                <a:lnTo>
                  <a:pt x="134657" y="66731"/>
                </a:lnTo>
                <a:lnTo>
                  <a:pt x="135048" y="66553"/>
                </a:lnTo>
                <a:lnTo>
                  <a:pt x="135430" y="66363"/>
                </a:lnTo>
                <a:lnTo>
                  <a:pt x="135802" y="66160"/>
                </a:lnTo>
                <a:lnTo>
                  <a:pt x="136166" y="65946"/>
                </a:lnTo>
                <a:lnTo>
                  <a:pt x="136522" y="65719"/>
                </a:lnTo>
                <a:lnTo>
                  <a:pt x="136868" y="65479"/>
                </a:lnTo>
                <a:lnTo>
                  <a:pt x="137205" y="65228"/>
                </a:lnTo>
                <a:lnTo>
                  <a:pt x="137533" y="64964"/>
                </a:lnTo>
                <a:lnTo>
                  <a:pt x="137852" y="64688"/>
                </a:lnTo>
                <a:lnTo>
                  <a:pt x="138163" y="64399"/>
                </a:lnTo>
                <a:lnTo>
                  <a:pt x="138463" y="64100"/>
                </a:lnTo>
                <a:lnTo>
                  <a:pt x="138750" y="63792"/>
                </a:lnTo>
                <a:lnTo>
                  <a:pt x="139024" y="63475"/>
                </a:lnTo>
                <a:lnTo>
                  <a:pt x="139285" y="63149"/>
                </a:lnTo>
                <a:lnTo>
                  <a:pt x="139534" y="62813"/>
                </a:lnTo>
                <a:lnTo>
                  <a:pt x="139770" y="62469"/>
                </a:lnTo>
                <a:lnTo>
                  <a:pt x="139993" y="62115"/>
                </a:lnTo>
                <a:lnTo>
                  <a:pt x="140203" y="61753"/>
                </a:lnTo>
                <a:lnTo>
                  <a:pt x="140401" y="61381"/>
                </a:lnTo>
                <a:lnTo>
                  <a:pt x="140586" y="61000"/>
                </a:lnTo>
                <a:lnTo>
                  <a:pt x="140758" y="60610"/>
                </a:lnTo>
                <a:lnTo>
                  <a:pt x="140918" y="60211"/>
                </a:lnTo>
                <a:lnTo>
                  <a:pt x="141064" y="59803"/>
                </a:lnTo>
                <a:lnTo>
                  <a:pt x="141198" y="59386"/>
                </a:lnTo>
                <a:lnTo>
                  <a:pt x="141319" y="58959"/>
                </a:lnTo>
                <a:lnTo>
                  <a:pt x="141428" y="58524"/>
                </a:lnTo>
                <a:lnTo>
                  <a:pt x="141523" y="58080"/>
                </a:lnTo>
                <a:lnTo>
                  <a:pt x="141606" y="57626"/>
                </a:lnTo>
                <a:lnTo>
                  <a:pt x="141644" y="57377"/>
                </a:lnTo>
                <a:lnTo>
                  <a:pt x="141836" y="57377"/>
                </a:lnTo>
                <a:lnTo>
                  <a:pt x="141836" y="67016"/>
                </a:lnTo>
                <a:lnTo>
                  <a:pt x="153035" y="67016"/>
                </a:lnTo>
                <a:lnTo>
                  <a:pt x="153035" y="0"/>
                </a:lnTo>
                <a:lnTo>
                  <a:pt x="141560" y="0"/>
                </a:lnTo>
                <a:lnTo>
                  <a:pt x="141560" y="14137"/>
                </a:lnTo>
                <a:lnTo>
                  <a:pt x="141927" y="26163"/>
                </a:lnTo>
                <a:lnTo>
                  <a:pt x="141644" y="26163"/>
                </a:lnTo>
                <a:lnTo>
                  <a:pt x="141606" y="25914"/>
                </a:lnTo>
                <a:lnTo>
                  <a:pt x="141523" y="25460"/>
                </a:lnTo>
                <a:lnTo>
                  <a:pt x="141428" y="25016"/>
                </a:lnTo>
                <a:close/>
                <a:moveTo>
                  <a:pt x="131216" y="57979"/>
                </a:moveTo>
                <a:lnTo>
                  <a:pt x="130872" y="57947"/>
                </a:lnTo>
                <a:lnTo>
                  <a:pt x="130535" y="57907"/>
                </a:lnTo>
                <a:lnTo>
                  <a:pt x="130205" y="57858"/>
                </a:lnTo>
                <a:lnTo>
                  <a:pt x="129881" y="57800"/>
                </a:lnTo>
                <a:lnTo>
                  <a:pt x="129564" y="57733"/>
                </a:lnTo>
                <a:lnTo>
                  <a:pt x="129254" y="57657"/>
                </a:lnTo>
                <a:lnTo>
                  <a:pt x="128950" y="57572"/>
                </a:lnTo>
                <a:lnTo>
                  <a:pt x="128653" y="57479"/>
                </a:lnTo>
                <a:lnTo>
                  <a:pt x="128363" y="57376"/>
                </a:lnTo>
                <a:lnTo>
                  <a:pt x="128080" y="57265"/>
                </a:lnTo>
                <a:lnTo>
                  <a:pt x="127803" y="57144"/>
                </a:lnTo>
                <a:lnTo>
                  <a:pt x="127533" y="57015"/>
                </a:lnTo>
                <a:lnTo>
                  <a:pt x="127269" y="56876"/>
                </a:lnTo>
                <a:lnTo>
                  <a:pt x="127013" y="56729"/>
                </a:lnTo>
                <a:lnTo>
                  <a:pt x="126762" y="56573"/>
                </a:lnTo>
                <a:lnTo>
                  <a:pt x="126519" y="56408"/>
                </a:lnTo>
                <a:lnTo>
                  <a:pt x="126282" y="56234"/>
                </a:lnTo>
                <a:lnTo>
                  <a:pt x="126053" y="56051"/>
                </a:lnTo>
                <a:lnTo>
                  <a:pt x="125829" y="55859"/>
                </a:lnTo>
                <a:lnTo>
                  <a:pt x="125613" y="55658"/>
                </a:lnTo>
                <a:lnTo>
                  <a:pt x="125403" y="55448"/>
                </a:lnTo>
                <a:lnTo>
                  <a:pt x="125201" y="55230"/>
                </a:lnTo>
                <a:lnTo>
                  <a:pt x="125007" y="55005"/>
                </a:lnTo>
                <a:lnTo>
                  <a:pt x="124822" y="54771"/>
                </a:lnTo>
                <a:lnTo>
                  <a:pt x="124646" y="54530"/>
                </a:lnTo>
                <a:lnTo>
                  <a:pt x="124478" y="54282"/>
                </a:lnTo>
                <a:lnTo>
                  <a:pt x="124319" y="54025"/>
                </a:lnTo>
                <a:lnTo>
                  <a:pt x="124168" y="53761"/>
                </a:lnTo>
                <a:lnTo>
                  <a:pt x="124026" y="53490"/>
                </a:lnTo>
                <a:lnTo>
                  <a:pt x="123893" y="53211"/>
                </a:lnTo>
                <a:lnTo>
                  <a:pt x="123768" y="52924"/>
                </a:lnTo>
                <a:lnTo>
                  <a:pt x="123652" y="52629"/>
                </a:lnTo>
                <a:lnTo>
                  <a:pt x="123544" y="52327"/>
                </a:lnTo>
                <a:lnTo>
                  <a:pt x="123445" y="52017"/>
                </a:lnTo>
                <a:lnTo>
                  <a:pt x="123355" y="51700"/>
                </a:lnTo>
                <a:lnTo>
                  <a:pt x="123273" y="51375"/>
                </a:lnTo>
                <a:lnTo>
                  <a:pt x="123200" y="51042"/>
                </a:lnTo>
                <a:lnTo>
                  <a:pt x="123136" y="50702"/>
                </a:lnTo>
                <a:lnTo>
                  <a:pt x="123080" y="50354"/>
                </a:lnTo>
                <a:lnTo>
                  <a:pt x="123032" y="49998"/>
                </a:lnTo>
                <a:lnTo>
                  <a:pt x="122994" y="49635"/>
                </a:lnTo>
                <a:lnTo>
                  <a:pt x="122964" y="49264"/>
                </a:lnTo>
                <a:lnTo>
                  <a:pt x="122942" y="48885"/>
                </a:lnTo>
                <a:lnTo>
                  <a:pt x="122929" y="48499"/>
                </a:lnTo>
                <a:lnTo>
                  <a:pt x="122925" y="48105"/>
                </a:lnTo>
                <a:lnTo>
                  <a:pt x="122925" y="35436"/>
                </a:lnTo>
                <a:lnTo>
                  <a:pt x="122929" y="35042"/>
                </a:lnTo>
                <a:lnTo>
                  <a:pt x="122942" y="34656"/>
                </a:lnTo>
                <a:lnTo>
                  <a:pt x="122964" y="34277"/>
                </a:lnTo>
                <a:lnTo>
                  <a:pt x="122994" y="33906"/>
                </a:lnTo>
                <a:lnTo>
                  <a:pt x="123032" y="33543"/>
                </a:lnTo>
                <a:lnTo>
                  <a:pt x="123080" y="33187"/>
                </a:lnTo>
                <a:lnTo>
                  <a:pt x="123136" y="32839"/>
                </a:lnTo>
                <a:lnTo>
                  <a:pt x="123200" y="32498"/>
                </a:lnTo>
                <a:lnTo>
                  <a:pt x="123273" y="32166"/>
                </a:lnTo>
                <a:lnTo>
                  <a:pt x="123355" y="31841"/>
                </a:lnTo>
                <a:lnTo>
                  <a:pt x="123445" y="31523"/>
                </a:lnTo>
                <a:lnTo>
                  <a:pt x="123544" y="31213"/>
                </a:lnTo>
                <a:lnTo>
                  <a:pt x="123652" y="30911"/>
                </a:lnTo>
                <a:lnTo>
                  <a:pt x="123768" y="30616"/>
                </a:lnTo>
                <a:lnTo>
                  <a:pt x="123893" y="30330"/>
                </a:lnTo>
                <a:lnTo>
                  <a:pt x="124026" y="30050"/>
                </a:lnTo>
                <a:lnTo>
                  <a:pt x="124168" y="29779"/>
                </a:lnTo>
                <a:lnTo>
                  <a:pt x="124319" y="29515"/>
                </a:lnTo>
                <a:lnTo>
                  <a:pt x="124478" y="29259"/>
                </a:lnTo>
                <a:lnTo>
                  <a:pt x="124646" y="29010"/>
                </a:lnTo>
                <a:lnTo>
                  <a:pt x="124822" y="28769"/>
                </a:lnTo>
                <a:lnTo>
                  <a:pt x="125007" y="28536"/>
                </a:lnTo>
                <a:lnTo>
                  <a:pt x="125201" y="28310"/>
                </a:lnTo>
                <a:lnTo>
                  <a:pt x="125403" y="28092"/>
                </a:lnTo>
                <a:lnTo>
                  <a:pt x="125613" y="27882"/>
                </a:lnTo>
                <a:lnTo>
                  <a:pt x="125829" y="27681"/>
                </a:lnTo>
                <a:lnTo>
                  <a:pt x="126053" y="27489"/>
                </a:lnTo>
                <a:lnTo>
                  <a:pt x="126282" y="27306"/>
                </a:lnTo>
                <a:lnTo>
                  <a:pt x="126519" y="27132"/>
                </a:lnTo>
                <a:lnTo>
                  <a:pt x="126762" y="26967"/>
                </a:lnTo>
                <a:lnTo>
                  <a:pt x="127013" y="26811"/>
                </a:lnTo>
                <a:lnTo>
                  <a:pt x="127269" y="26664"/>
                </a:lnTo>
                <a:lnTo>
                  <a:pt x="127533" y="26525"/>
                </a:lnTo>
                <a:lnTo>
                  <a:pt x="127803" y="26396"/>
                </a:lnTo>
                <a:lnTo>
                  <a:pt x="128080" y="26276"/>
                </a:lnTo>
                <a:lnTo>
                  <a:pt x="128363" y="26164"/>
                </a:lnTo>
                <a:lnTo>
                  <a:pt x="128653" y="26061"/>
                </a:lnTo>
                <a:lnTo>
                  <a:pt x="128950" y="25968"/>
                </a:lnTo>
                <a:lnTo>
                  <a:pt x="129254" y="25883"/>
                </a:lnTo>
                <a:lnTo>
                  <a:pt x="129564" y="25807"/>
                </a:lnTo>
                <a:lnTo>
                  <a:pt x="129881" y="25740"/>
                </a:lnTo>
                <a:lnTo>
                  <a:pt x="130205" y="25682"/>
                </a:lnTo>
                <a:lnTo>
                  <a:pt x="130535" y="25633"/>
                </a:lnTo>
                <a:lnTo>
                  <a:pt x="130872" y="25593"/>
                </a:lnTo>
                <a:lnTo>
                  <a:pt x="131216" y="25562"/>
                </a:lnTo>
                <a:lnTo>
                  <a:pt x="131567" y="25539"/>
                </a:lnTo>
                <a:lnTo>
                  <a:pt x="131924" y="25526"/>
                </a:lnTo>
                <a:lnTo>
                  <a:pt x="132288" y="25521"/>
                </a:lnTo>
                <a:lnTo>
                  <a:pt x="132652" y="25526"/>
                </a:lnTo>
                <a:lnTo>
                  <a:pt x="133009" y="25540"/>
                </a:lnTo>
                <a:lnTo>
                  <a:pt x="133359" y="25562"/>
                </a:lnTo>
                <a:lnTo>
                  <a:pt x="133702" y="25594"/>
                </a:lnTo>
                <a:lnTo>
                  <a:pt x="134038" y="25635"/>
                </a:lnTo>
                <a:lnTo>
                  <a:pt x="134368" y="25685"/>
                </a:lnTo>
                <a:lnTo>
                  <a:pt x="134691" y="25744"/>
                </a:lnTo>
                <a:lnTo>
                  <a:pt x="135006" y="25812"/>
                </a:lnTo>
                <a:lnTo>
                  <a:pt x="135315" y="25889"/>
                </a:lnTo>
                <a:lnTo>
                  <a:pt x="135617" y="25976"/>
                </a:lnTo>
                <a:lnTo>
                  <a:pt x="135913" y="26071"/>
                </a:lnTo>
                <a:lnTo>
                  <a:pt x="136201" y="26176"/>
                </a:lnTo>
                <a:lnTo>
                  <a:pt x="136483" y="26289"/>
                </a:lnTo>
                <a:lnTo>
                  <a:pt x="136757" y="26412"/>
                </a:lnTo>
                <a:lnTo>
                  <a:pt x="137025" y="26544"/>
                </a:lnTo>
                <a:lnTo>
                  <a:pt x="137286" y="26684"/>
                </a:lnTo>
                <a:lnTo>
                  <a:pt x="137540" y="26834"/>
                </a:lnTo>
                <a:lnTo>
                  <a:pt x="137787" y="26993"/>
                </a:lnTo>
                <a:lnTo>
                  <a:pt x="138028" y="27161"/>
                </a:lnTo>
                <a:lnTo>
                  <a:pt x="138261" y="27339"/>
                </a:lnTo>
                <a:lnTo>
                  <a:pt x="138488" y="27525"/>
                </a:lnTo>
                <a:lnTo>
                  <a:pt x="138708" y="27720"/>
                </a:lnTo>
                <a:lnTo>
                  <a:pt x="138921" y="27925"/>
                </a:lnTo>
                <a:lnTo>
                  <a:pt x="139127" y="28138"/>
                </a:lnTo>
                <a:lnTo>
                  <a:pt x="139325" y="28360"/>
                </a:lnTo>
                <a:lnTo>
                  <a:pt x="139515" y="28588"/>
                </a:lnTo>
                <a:lnTo>
                  <a:pt x="139697" y="28824"/>
                </a:lnTo>
                <a:lnTo>
                  <a:pt x="139870" y="29067"/>
                </a:lnTo>
                <a:lnTo>
                  <a:pt x="140035" y="29318"/>
                </a:lnTo>
                <a:lnTo>
                  <a:pt x="140191" y="29575"/>
                </a:lnTo>
                <a:lnTo>
                  <a:pt x="140339" y="29840"/>
                </a:lnTo>
                <a:lnTo>
                  <a:pt x="140478" y="30111"/>
                </a:lnTo>
                <a:lnTo>
                  <a:pt x="140609" y="30390"/>
                </a:lnTo>
                <a:lnTo>
                  <a:pt x="140732" y="30676"/>
                </a:lnTo>
                <a:lnTo>
                  <a:pt x="140846" y="30970"/>
                </a:lnTo>
                <a:lnTo>
                  <a:pt x="140952" y="31270"/>
                </a:lnTo>
                <a:lnTo>
                  <a:pt x="141049" y="31578"/>
                </a:lnTo>
                <a:lnTo>
                  <a:pt x="141137" y="31893"/>
                </a:lnTo>
                <a:lnTo>
                  <a:pt x="141218" y="32215"/>
                </a:lnTo>
                <a:lnTo>
                  <a:pt x="141289" y="32544"/>
                </a:lnTo>
                <a:lnTo>
                  <a:pt x="141353" y="32880"/>
                </a:lnTo>
                <a:lnTo>
                  <a:pt x="141408" y="33224"/>
                </a:lnTo>
                <a:lnTo>
                  <a:pt x="141454" y="33575"/>
                </a:lnTo>
                <a:lnTo>
                  <a:pt x="141492" y="33933"/>
                </a:lnTo>
                <a:lnTo>
                  <a:pt x="141522" y="34298"/>
                </a:lnTo>
                <a:lnTo>
                  <a:pt x="141543" y="34670"/>
                </a:lnTo>
                <a:lnTo>
                  <a:pt x="141556" y="35050"/>
                </a:lnTo>
                <a:lnTo>
                  <a:pt x="141560" y="35436"/>
                </a:lnTo>
                <a:lnTo>
                  <a:pt x="141560" y="48105"/>
                </a:lnTo>
                <a:lnTo>
                  <a:pt x="141556" y="48492"/>
                </a:lnTo>
                <a:lnTo>
                  <a:pt x="141543" y="48871"/>
                </a:lnTo>
                <a:lnTo>
                  <a:pt x="141522" y="49243"/>
                </a:lnTo>
                <a:lnTo>
                  <a:pt x="141492" y="49608"/>
                </a:lnTo>
                <a:lnTo>
                  <a:pt x="141454" y="49966"/>
                </a:lnTo>
                <a:lnTo>
                  <a:pt x="141408" y="50317"/>
                </a:lnTo>
                <a:lnTo>
                  <a:pt x="141353" y="50660"/>
                </a:lnTo>
                <a:lnTo>
                  <a:pt x="141289" y="50997"/>
                </a:lnTo>
                <a:lnTo>
                  <a:pt x="141218" y="51326"/>
                </a:lnTo>
                <a:lnTo>
                  <a:pt x="141137" y="51648"/>
                </a:lnTo>
                <a:lnTo>
                  <a:pt x="141049" y="51963"/>
                </a:lnTo>
                <a:lnTo>
                  <a:pt x="140952" y="52271"/>
                </a:lnTo>
                <a:lnTo>
                  <a:pt x="140846" y="52571"/>
                </a:lnTo>
                <a:lnTo>
                  <a:pt x="140732" y="52864"/>
                </a:lnTo>
                <a:lnTo>
                  <a:pt x="140609" y="53151"/>
                </a:lnTo>
                <a:lnTo>
                  <a:pt x="140478" y="53430"/>
                </a:lnTo>
                <a:lnTo>
                  <a:pt x="140339" y="53701"/>
                </a:lnTo>
                <a:lnTo>
                  <a:pt x="140191" y="53966"/>
                </a:lnTo>
                <a:lnTo>
                  <a:pt x="140035" y="54224"/>
                </a:lnTo>
                <a:lnTo>
                  <a:pt x="139870" y="54474"/>
                </a:lnTo>
                <a:lnTo>
                  <a:pt x="139697" y="54717"/>
                </a:lnTo>
                <a:lnTo>
                  <a:pt x="139515" y="54953"/>
                </a:lnTo>
                <a:lnTo>
                  <a:pt x="139325" y="55182"/>
                </a:lnTo>
                <a:lnTo>
                  <a:pt x="139127" y="55403"/>
                </a:lnTo>
                <a:lnTo>
                  <a:pt x="138921" y="55617"/>
                </a:lnTo>
                <a:lnTo>
                  <a:pt x="138708" y="55821"/>
                </a:lnTo>
                <a:lnTo>
                  <a:pt x="138488" y="56016"/>
                </a:lnTo>
                <a:lnTo>
                  <a:pt x="138261" y="56203"/>
                </a:lnTo>
                <a:lnTo>
                  <a:pt x="138028" y="56380"/>
                </a:lnTo>
                <a:lnTo>
                  <a:pt x="137787" y="56548"/>
                </a:lnTo>
                <a:lnTo>
                  <a:pt x="137540" y="56707"/>
                </a:lnTo>
                <a:lnTo>
                  <a:pt x="137286" y="56856"/>
                </a:lnTo>
                <a:lnTo>
                  <a:pt x="137025" y="56997"/>
                </a:lnTo>
                <a:lnTo>
                  <a:pt x="136757" y="57129"/>
                </a:lnTo>
                <a:lnTo>
                  <a:pt x="136483" y="57251"/>
                </a:lnTo>
                <a:lnTo>
                  <a:pt x="136201" y="57365"/>
                </a:lnTo>
                <a:lnTo>
                  <a:pt x="135913" y="57469"/>
                </a:lnTo>
                <a:lnTo>
                  <a:pt x="135617" y="57565"/>
                </a:lnTo>
                <a:lnTo>
                  <a:pt x="135315" y="57651"/>
                </a:lnTo>
                <a:lnTo>
                  <a:pt x="135006" y="57728"/>
                </a:lnTo>
                <a:lnTo>
                  <a:pt x="134691" y="57796"/>
                </a:lnTo>
                <a:lnTo>
                  <a:pt x="134368" y="57855"/>
                </a:lnTo>
                <a:lnTo>
                  <a:pt x="134038" y="57905"/>
                </a:lnTo>
                <a:lnTo>
                  <a:pt x="133702" y="57946"/>
                </a:lnTo>
                <a:lnTo>
                  <a:pt x="133359" y="57978"/>
                </a:lnTo>
                <a:lnTo>
                  <a:pt x="133009" y="58001"/>
                </a:lnTo>
                <a:lnTo>
                  <a:pt x="132652" y="58014"/>
                </a:lnTo>
                <a:lnTo>
                  <a:pt x="132288" y="58019"/>
                </a:lnTo>
                <a:lnTo>
                  <a:pt x="131924" y="58014"/>
                </a:lnTo>
                <a:lnTo>
                  <a:pt x="131567" y="58001"/>
                </a:lnTo>
                <a:lnTo>
                  <a:pt x="131216" y="57979"/>
                </a:lnTo>
                <a:close/>
                <a:moveTo>
                  <a:pt x="57009" y="67016"/>
                </a:moveTo>
                <a:lnTo>
                  <a:pt x="68485" y="67016"/>
                </a:lnTo>
                <a:lnTo>
                  <a:pt x="68485" y="35436"/>
                </a:lnTo>
                <a:lnTo>
                  <a:pt x="68489" y="35042"/>
                </a:lnTo>
                <a:lnTo>
                  <a:pt x="68502" y="34656"/>
                </a:lnTo>
                <a:lnTo>
                  <a:pt x="68523" y="34277"/>
                </a:lnTo>
                <a:lnTo>
                  <a:pt x="68552" y="33906"/>
                </a:lnTo>
                <a:lnTo>
                  <a:pt x="68590" y="33543"/>
                </a:lnTo>
                <a:lnTo>
                  <a:pt x="68637" y="33187"/>
                </a:lnTo>
                <a:lnTo>
                  <a:pt x="68692" y="32839"/>
                </a:lnTo>
                <a:lnTo>
                  <a:pt x="68755" y="32498"/>
                </a:lnTo>
                <a:lnTo>
                  <a:pt x="68827" y="32166"/>
                </a:lnTo>
                <a:lnTo>
                  <a:pt x="68907" y="31841"/>
                </a:lnTo>
                <a:lnTo>
                  <a:pt x="68996" y="31523"/>
                </a:lnTo>
                <a:lnTo>
                  <a:pt x="69093" y="31213"/>
                </a:lnTo>
                <a:lnTo>
                  <a:pt x="69199" y="30911"/>
                </a:lnTo>
                <a:lnTo>
                  <a:pt x="69313" y="30616"/>
                </a:lnTo>
                <a:lnTo>
                  <a:pt x="69435" y="30330"/>
                </a:lnTo>
                <a:lnTo>
                  <a:pt x="69566" y="30050"/>
                </a:lnTo>
                <a:lnTo>
                  <a:pt x="69706" y="29779"/>
                </a:lnTo>
                <a:lnTo>
                  <a:pt x="69853" y="29515"/>
                </a:lnTo>
                <a:lnTo>
                  <a:pt x="70010" y="29259"/>
                </a:lnTo>
                <a:lnTo>
                  <a:pt x="70174" y="29010"/>
                </a:lnTo>
                <a:lnTo>
                  <a:pt x="70348" y="28769"/>
                </a:lnTo>
                <a:lnTo>
                  <a:pt x="70529" y="28536"/>
                </a:lnTo>
                <a:lnTo>
                  <a:pt x="70719" y="28310"/>
                </a:lnTo>
                <a:lnTo>
                  <a:pt x="70918" y="28092"/>
                </a:lnTo>
                <a:lnTo>
                  <a:pt x="71124" y="27882"/>
                </a:lnTo>
                <a:lnTo>
                  <a:pt x="71336" y="27681"/>
                </a:lnTo>
                <a:lnTo>
                  <a:pt x="71554" y="27489"/>
                </a:lnTo>
                <a:lnTo>
                  <a:pt x="71779" y="27306"/>
                </a:lnTo>
                <a:lnTo>
                  <a:pt x="72009" y="27132"/>
                </a:lnTo>
                <a:lnTo>
                  <a:pt x="72246" y="26967"/>
                </a:lnTo>
                <a:lnTo>
                  <a:pt x="72489" y="26811"/>
                </a:lnTo>
                <a:lnTo>
                  <a:pt x="72739" y="26664"/>
                </a:lnTo>
                <a:lnTo>
                  <a:pt x="72994" y="26525"/>
                </a:lnTo>
                <a:lnTo>
                  <a:pt x="73256" y="26396"/>
                </a:lnTo>
                <a:lnTo>
                  <a:pt x="73524" y="26276"/>
                </a:lnTo>
                <a:lnTo>
                  <a:pt x="73798" y="26164"/>
                </a:lnTo>
                <a:lnTo>
                  <a:pt x="74079" y="26061"/>
                </a:lnTo>
                <a:lnTo>
                  <a:pt x="74365" y="25968"/>
                </a:lnTo>
                <a:lnTo>
                  <a:pt x="74658" y="25883"/>
                </a:lnTo>
                <a:lnTo>
                  <a:pt x="74957" y="25807"/>
                </a:lnTo>
                <a:lnTo>
                  <a:pt x="75262" y="25740"/>
                </a:lnTo>
                <a:lnTo>
                  <a:pt x="75574" y="25682"/>
                </a:lnTo>
                <a:lnTo>
                  <a:pt x="75892" y="25633"/>
                </a:lnTo>
                <a:lnTo>
                  <a:pt x="76215" y="25593"/>
                </a:lnTo>
                <a:lnTo>
                  <a:pt x="76546" y="25562"/>
                </a:lnTo>
                <a:lnTo>
                  <a:pt x="76882" y="25539"/>
                </a:lnTo>
                <a:lnTo>
                  <a:pt x="77224" y="25526"/>
                </a:lnTo>
                <a:lnTo>
                  <a:pt x="77573" y="25521"/>
                </a:lnTo>
                <a:lnTo>
                  <a:pt x="77929" y="25526"/>
                </a:lnTo>
                <a:lnTo>
                  <a:pt x="78279" y="25539"/>
                </a:lnTo>
                <a:lnTo>
                  <a:pt x="78622" y="25560"/>
                </a:lnTo>
                <a:lnTo>
                  <a:pt x="78958" y="25590"/>
                </a:lnTo>
                <a:lnTo>
                  <a:pt x="79288" y="25629"/>
                </a:lnTo>
                <a:lnTo>
                  <a:pt x="79610" y="25676"/>
                </a:lnTo>
                <a:lnTo>
                  <a:pt x="79927" y="25732"/>
                </a:lnTo>
                <a:lnTo>
                  <a:pt x="80236" y="25797"/>
                </a:lnTo>
                <a:lnTo>
                  <a:pt x="80539" y="25870"/>
                </a:lnTo>
                <a:lnTo>
                  <a:pt x="80835" y="25952"/>
                </a:lnTo>
                <a:lnTo>
                  <a:pt x="81124" y="26042"/>
                </a:lnTo>
                <a:lnTo>
                  <a:pt x="81406" y="26141"/>
                </a:lnTo>
                <a:lnTo>
                  <a:pt x="81682" y="26249"/>
                </a:lnTo>
                <a:lnTo>
                  <a:pt x="81952" y="26365"/>
                </a:lnTo>
                <a:lnTo>
                  <a:pt x="82214" y="26490"/>
                </a:lnTo>
                <a:lnTo>
                  <a:pt x="82470" y="26623"/>
                </a:lnTo>
                <a:lnTo>
                  <a:pt x="82719" y="26765"/>
                </a:lnTo>
                <a:lnTo>
                  <a:pt x="82961" y="26916"/>
                </a:lnTo>
                <a:lnTo>
                  <a:pt x="83197" y="27075"/>
                </a:lnTo>
                <a:lnTo>
                  <a:pt x="83426" y="27243"/>
                </a:lnTo>
                <a:lnTo>
                  <a:pt x="83648" y="27420"/>
                </a:lnTo>
                <a:lnTo>
                  <a:pt x="83864" y="27605"/>
                </a:lnTo>
                <a:lnTo>
                  <a:pt x="84072" y="27798"/>
                </a:lnTo>
                <a:lnTo>
                  <a:pt x="84275" y="28001"/>
                </a:lnTo>
                <a:lnTo>
                  <a:pt x="84469" y="28211"/>
                </a:lnTo>
                <a:lnTo>
                  <a:pt x="84656" y="28428"/>
                </a:lnTo>
                <a:lnTo>
                  <a:pt x="84834" y="28653"/>
                </a:lnTo>
                <a:lnTo>
                  <a:pt x="85004" y="28885"/>
                </a:lnTo>
                <a:lnTo>
                  <a:pt x="85166" y="29125"/>
                </a:lnTo>
                <a:lnTo>
                  <a:pt x="85319" y="29372"/>
                </a:lnTo>
                <a:lnTo>
                  <a:pt x="85464" y="29626"/>
                </a:lnTo>
                <a:lnTo>
                  <a:pt x="85601" y="29887"/>
                </a:lnTo>
                <a:lnTo>
                  <a:pt x="85729" y="30156"/>
                </a:lnTo>
                <a:lnTo>
                  <a:pt x="85849" y="30432"/>
                </a:lnTo>
                <a:lnTo>
                  <a:pt x="85961" y="30716"/>
                </a:lnTo>
                <a:lnTo>
                  <a:pt x="86065" y="31007"/>
                </a:lnTo>
                <a:lnTo>
                  <a:pt x="86160" y="31305"/>
                </a:lnTo>
                <a:lnTo>
                  <a:pt x="86247" y="31610"/>
                </a:lnTo>
                <a:lnTo>
                  <a:pt x="86326" y="31923"/>
                </a:lnTo>
                <a:lnTo>
                  <a:pt x="86396" y="32243"/>
                </a:lnTo>
                <a:lnTo>
                  <a:pt x="86459" y="32571"/>
                </a:lnTo>
                <a:lnTo>
                  <a:pt x="86512" y="32905"/>
                </a:lnTo>
                <a:lnTo>
                  <a:pt x="86558" y="33247"/>
                </a:lnTo>
                <a:lnTo>
                  <a:pt x="86595" y="33597"/>
                </a:lnTo>
                <a:lnTo>
                  <a:pt x="86624" y="33954"/>
                </a:lnTo>
                <a:lnTo>
                  <a:pt x="86645" y="34318"/>
                </a:lnTo>
                <a:lnTo>
                  <a:pt x="86657" y="34689"/>
                </a:lnTo>
                <a:lnTo>
                  <a:pt x="86662" y="35068"/>
                </a:lnTo>
                <a:lnTo>
                  <a:pt x="86662" y="67016"/>
                </a:lnTo>
                <a:lnTo>
                  <a:pt x="98137" y="67016"/>
                </a:lnTo>
                <a:lnTo>
                  <a:pt x="98137" y="33876"/>
                </a:lnTo>
                <a:lnTo>
                  <a:pt x="98129" y="33185"/>
                </a:lnTo>
                <a:lnTo>
                  <a:pt x="98106" y="32507"/>
                </a:lnTo>
                <a:lnTo>
                  <a:pt x="98067" y="31840"/>
                </a:lnTo>
                <a:lnTo>
                  <a:pt x="98013" y="31185"/>
                </a:lnTo>
                <a:lnTo>
                  <a:pt x="97944" y="30542"/>
                </a:lnTo>
                <a:lnTo>
                  <a:pt x="97859" y="29911"/>
                </a:lnTo>
                <a:lnTo>
                  <a:pt x="97758" y="29291"/>
                </a:lnTo>
                <a:lnTo>
                  <a:pt x="97642" y="28684"/>
                </a:lnTo>
                <a:lnTo>
                  <a:pt x="97511" y="28088"/>
                </a:lnTo>
                <a:lnTo>
                  <a:pt x="97364" y="27504"/>
                </a:lnTo>
                <a:lnTo>
                  <a:pt x="97202" y="26931"/>
                </a:lnTo>
                <a:lnTo>
                  <a:pt x="97024" y="26371"/>
                </a:lnTo>
                <a:lnTo>
                  <a:pt x="96830" y="25822"/>
                </a:lnTo>
                <a:lnTo>
                  <a:pt x="96622" y="25285"/>
                </a:lnTo>
                <a:lnTo>
                  <a:pt x="96398" y="24760"/>
                </a:lnTo>
                <a:lnTo>
                  <a:pt x="96158" y="24246"/>
                </a:lnTo>
                <a:lnTo>
                  <a:pt x="95903" y="23745"/>
                </a:lnTo>
                <a:lnTo>
                  <a:pt x="95632" y="23255"/>
                </a:lnTo>
                <a:lnTo>
                  <a:pt x="95346" y="22777"/>
                </a:lnTo>
                <a:lnTo>
                  <a:pt x="95045" y="22311"/>
                </a:lnTo>
                <a:lnTo>
                  <a:pt x="94728" y="21856"/>
                </a:lnTo>
                <a:lnTo>
                  <a:pt x="94395" y="21414"/>
                </a:lnTo>
                <a:lnTo>
                  <a:pt x="94047" y="20983"/>
                </a:lnTo>
                <a:lnTo>
                  <a:pt x="93684" y="20564"/>
                </a:lnTo>
                <a:lnTo>
                  <a:pt x="93308" y="20159"/>
                </a:lnTo>
                <a:lnTo>
                  <a:pt x="92921" y="19772"/>
                </a:lnTo>
                <a:lnTo>
                  <a:pt x="92524" y="19402"/>
                </a:lnTo>
                <a:lnTo>
                  <a:pt x="92117" y="19049"/>
                </a:lnTo>
                <a:lnTo>
                  <a:pt x="91699" y="18713"/>
                </a:lnTo>
                <a:lnTo>
                  <a:pt x="91271" y="18395"/>
                </a:lnTo>
                <a:lnTo>
                  <a:pt x="90833" y="18094"/>
                </a:lnTo>
                <a:lnTo>
                  <a:pt x="90384" y="17810"/>
                </a:lnTo>
                <a:lnTo>
                  <a:pt x="89925" y="17543"/>
                </a:lnTo>
                <a:lnTo>
                  <a:pt x="89456" y="17293"/>
                </a:lnTo>
                <a:lnTo>
                  <a:pt x="88976" y="17061"/>
                </a:lnTo>
                <a:lnTo>
                  <a:pt x="88486" y="16846"/>
                </a:lnTo>
                <a:lnTo>
                  <a:pt x="87986" y="16648"/>
                </a:lnTo>
                <a:lnTo>
                  <a:pt x="87475" y="16467"/>
                </a:lnTo>
                <a:lnTo>
                  <a:pt x="86954" y="16304"/>
                </a:lnTo>
                <a:lnTo>
                  <a:pt x="86422" y="16157"/>
                </a:lnTo>
                <a:lnTo>
                  <a:pt x="85880" y="16028"/>
                </a:lnTo>
                <a:lnTo>
                  <a:pt x="85328" y="15916"/>
                </a:lnTo>
                <a:lnTo>
                  <a:pt x="84765" y="15822"/>
                </a:lnTo>
                <a:lnTo>
                  <a:pt x="84192" y="15744"/>
                </a:lnTo>
                <a:lnTo>
                  <a:pt x="83609" y="15684"/>
                </a:lnTo>
                <a:lnTo>
                  <a:pt x="83015" y="15641"/>
                </a:lnTo>
                <a:lnTo>
                  <a:pt x="82411" y="15615"/>
                </a:lnTo>
                <a:lnTo>
                  <a:pt x="81797" y="15606"/>
                </a:lnTo>
                <a:lnTo>
                  <a:pt x="81273" y="15612"/>
                </a:lnTo>
                <a:lnTo>
                  <a:pt x="80760" y="15631"/>
                </a:lnTo>
                <a:lnTo>
                  <a:pt x="80255" y="15661"/>
                </a:lnTo>
                <a:lnTo>
                  <a:pt x="79760" y="15703"/>
                </a:lnTo>
                <a:lnTo>
                  <a:pt x="79275" y="15758"/>
                </a:lnTo>
                <a:lnTo>
                  <a:pt x="78799" y="15825"/>
                </a:lnTo>
                <a:lnTo>
                  <a:pt x="78332" y="15903"/>
                </a:lnTo>
                <a:lnTo>
                  <a:pt x="77874" y="15994"/>
                </a:lnTo>
                <a:lnTo>
                  <a:pt x="77427" y="16097"/>
                </a:lnTo>
                <a:lnTo>
                  <a:pt x="76988" y="16212"/>
                </a:lnTo>
                <a:lnTo>
                  <a:pt x="76559" y="16339"/>
                </a:lnTo>
                <a:lnTo>
                  <a:pt x="76139" y="16479"/>
                </a:lnTo>
                <a:lnTo>
                  <a:pt x="75729" y="16630"/>
                </a:lnTo>
                <a:lnTo>
                  <a:pt x="75328" y="16794"/>
                </a:lnTo>
                <a:lnTo>
                  <a:pt x="74936" y="16969"/>
                </a:lnTo>
                <a:lnTo>
                  <a:pt x="74554" y="17157"/>
                </a:lnTo>
                <a:lnTo>
                  <a:pt x="74181" y="17357"/>
                </a:lnTo>
                <a:lnTo>
                  <a:pt x="73818" y="17569"/>
                </a:lnTo>
                <a:lnTo>
                  <a:pt x="73464" y="17793"/>
                </a:lnTo>
                <a:lnTo>
                  <a:pt x="73120" y="18030"/>
                </a:lnTo>
                <a:lnTo>
                  <a:pt x="72784" y="18278"/>
                </a:lnTo>
                <a:lnTo>
                  <a:pt x="72459" y="18539"/>
                </a:lnTo>
                <a:lnTo>
                  <a:pt x="72142" y="18811"/>
                </a:lnTo>
                <a:lnTo>
                  <a:pt x="71835" y="19096"/>
                </a:lnTo>
                <a:lnTo>
                  <a:pt x="71540" y="19391"/>
                </a:lnTo>
                <a:lnTo>
                  <a:pt x="71256" y="19696"/>
                </a:lnTo>
                <a:lnTo>
                  <a:pt x="70986" y="20011"/>
                </a:lnTo>
                <a:lnTo>
                  <a:pt x="70728" y="20335"/>
                </a:lnTo>
                <a:lnTo>
                  <a:pt x="70482" y="20669"/>
                </a:lnTo>
                <a:lnTo>
                  <a:pt x="70249" y="21012"/>
                </a:lnTo>
                <a:lnTo>
                  <a:pt x="70029" y="21365"/>
                </a:lnTo>
                <a:lnTo>
                  <a:pt x="69821" y="21727"/>
                </a:lnTo>
                <a:lnTo>
                  <a:pt x="69626" y="22099"/>
                </a:lnTo>
                <a:lnTo>
                  <a:pt x="69444" y="22481"/>
                </a:lnTo>
                <a:lnTo>
                  <a:pt x="69274" y="22872"/>
                </a:lnTo>
                <a:lnTo>
                  <a:pt x="69116" y="23272"/>
                </a:lnTo>
                <a:lnTo>
                  <a:pt x="68972" y="23683"/>
                </a:lnTo>
                <a:lnTo>
                  <a:pt x="68840" y="24102"/>
                </a:lnTo>
                <a:lnTo>
                  <a:pt x="68720" y="24532"/>
                </a:lnTo>
                <a:lnTo>
                  <a:pt x="68613" y="24971"/>
                </a:lnTo>
                <a:lnTo>
                  <a:pt x="68519" y="25419"/>
                </a:lnTo>
                <a:lnTo>
                  <a:pt x="68437" y="25877"/>
                </a:lnTo>
                <a:lnTo>
                  <a:pt x="68394" y="26163"/>
                </a:lnTo>
                <a:lnTo>
                  <a:pt x="68210" y="26163"/>
                </a:lnTo>
                <a:lnTo>
                  <a:pt x="68210" y="16524"/>
                </a:lnTo>
                <a:lnTo>
                  <a:pt x="57009" y="16524"/>
                </a:lnTo>
                <a:lnTo>
                  <a:pt x="57009" y="67016"/>
                </a:lnTo>
                <a:close/>
                <a:moveTo>
                  <a:pt x="43055" y="32773"/>
                </a:moveTo>
                <a:lnTo>
                  <a:pt x="43046" y="32121"/>
                </a:lnTo>
                <a:lnTo>
                  <a:pt x="43018" y="31480"/>
                </a:lnTo>
                <a:lnTo>
                  <a:pt x="42971" y="30851"/>
                </a:lnTo>
                <a:lnTo>
                  <a:pt x="42906" y="30232"/>
                </a:lnTo>
                <a:lnTo>
                  <a:pt x="42822" y="29625"/>
                </a:lnTo>
                <a:lnTo>
                  <a:pt x="42720" y="29030"/>
                </a:lnTo>
                <a:lnTo>
                  <a:pt x="42598" y="28445"/>
                </a:lnTo>
                <a:lnTo>
                  <a:pt x="42459" y="27872"/>
                </a:lnTo>
                <a:lnTo>
                  <a:pt x="42300" y="27311"/>
                </a:lnTo>
                <a:lnTo>
                  <a:pt x="42123" y="26760"/>
                </a:lnTo>
                <a:lnTo>
                  <a:pt x="41927" y="26221"/>
                </a:lnTo>
                <a:lnTo>
                  <a:pt x="41713" y="25693"/>
                </a:lnTo>
                <a:lnTo>
                  <a:pt x="41480" y="25177"/>
                </a:lnTo>
                <a:lnTo>
                  <a:pt x="41228" y="24672"/>
                </a:lnTo>
                <a:lnTo>
                  <a:pt x="40957" y="24178"/>
                </a:lnTo>
                <a:lnTo>
                  <a:pt x="40668" y="23695"/>
                </a:lnTo>
                <a:lnTo>
                  <a:pt x="40361" y="23224"/>
                </a:lnTo>
                <a:lnTo>
                  <a:pt x="40034" y="22764"/>
                </a:lnTo>
                <a:lnTo>
                  <a:pt x="39689" y="22316"/>
                </a:lnTo>
                <a:lnTo>
                  <a:pt x="39326" y="21879"/>
                </a:lnTo>
                <a:lnTo>
                  <a:pt x="38943" y="21453"/>
                </a:lnTo>
                <a:lnTo>
                  <a:pt x="38542" y="21038"/>
                </a:lnTo>
                <a:lnTo>
                  <a:pt x="38123" y="20635"/>
                </a:lnTo>
                <a:lnTo>
                  <a:pt x="37685" y="20243"/>
                </a:lnTo>
                <a:lnTo>
                  <a:pt x="37230" y="19865"/>
                </a:lnTo>
                <a:lnTo>
                  <a:pt x="36763" y="19503"/>
                </a:lnTo>
                <a:lnTo>
                  <a:pt x="36281" y="19156"/>
                </a:lnTo>
                <a:lnTo>
                  <a:pt x="35786" y="18826"/>
                </a:lnTo>
                <a:lnTo>
                  <a:pt x="35278" y="18512"/>
                </a:lnTo>
                <a:lnTo>
                  <a:pt x="34756" y="18215"/>
                </a:lnTo>
                <a:lnTo>
                  <a:pt x="34220" y="17933"/>
                </a:lnTo>
                <a:lnTo>
                  <a:pt x="33671" y="17667"/>
                </a:lnTo>
                <a:lnTo>
                  <a:pt x="33109" y="17418"/>
                </a:lnTo>
                <a:lnTo>
                  <a:pt x="32533" y="17184"/>
                </a:lnTo>
                <a:lnTo>
                  <a:pt x="31943" y="16967"/>
                </a:lnTo>
                <a:lnTo>
                  <a:pt x="31340" y="16766"/>
                </a:lnTo>
                <a:lnTo>
                  <a:pt x="30723" y="16580"/>
                </a:lnTo>
                <a:lnTo>
                  <a:pt x="30092" y="16411"/>
                </a:lnTo>
                <a:lnTo>
                  <a:pt x="29448" y="16258"/>
                </a:lnTo>
                <a:lnTo>
                  <a:pt x="28791" y="16122"/>
                </a:lnTo>
                <a:lnTo>
                  <a:pt x="28120" y="16001"/>
                </a:lnTo>
                <a:lnTo>
                  <a:pt x="27435" y="15896"/>
                </a:lnTo>
                <a:lnTo>
                  <a:pt x="26737" y="15808"/>
                </a:lnTo>
                <a:lnTo>
                  <a:pt x="26026" y="15735"/>
                </a:lnTo>
                <a:lnTo>
                  <a:pt x="25300" y="15679"/>
                </a:lnTo>
                <a:lnTo>
                  <a:pt x="24562" y="15639"/>
                </a:lnTo>
                <a:lnTo>
                  <a:pt x="23809" y="15614"/>
                </a:lnTo>
                <a:lnTo>
                  <a:pt x="23043" y="15606"/>
                </a:lnTo>
                <a:lnTo>
                  <a:pt x="22322" y="15614"/>
                </a:lnTo>
                <a:lnTo>
                  <a:pt x="21611" y="15636"/>
                </a:lnTo>
                <a:lnTo>
                  <a:pt x="20912" y="15672"/>
                </a:lnTo>
                <a:lnTo>
                  <a:pt x="20223" y="15724"/>
                </a:lnTo>
                <a:lnTo>
                  <a:pt x="19545" y="15790"/>
                </a:lnTo>
                <a:lnTo>
                  <a:pt x="18878" y="15870"/>
                </a:lnTo>
                <a:lnTo>
                  <a:pt x="18221" y="15966"/>
                </a:lnTo>
                <a:lnTo>
                  <a:pt x="17576" y="16076"/>
                </a:lnTo>
                <a:lnTo>
                  <a:pt x="16941" y="16200"/>
                </a:lnTo>
                <a:lnTo>
                  <a:pt x="16317" y="16340"/>
                </a:lnTo>
                <a:lnTo>
                  <a:pt x="15704" y="16494"/>
                </a:lnTo>
                <a:lnTo>
                  <a:pt x="15102" y="16662"/>
                </a:lnTo>
                <a:lnTo>
                  <a:pt x="14511" y="16846"/>
                </a:lnTo>
                <a:lnTo>
                  <a:pt x="13930" y="17044"/>
                </a:lnTo>
                <a:lnTo>
                  <a:pt x="13361" y="17256"/>
                </a:lnTo>
                <a:lnTo>
                  <a:pt x="12802" y="17484"/>
                </a:lnTo>
                <a:lnTo>
                  <a:pt x="12254" y="17725"/>
                </a:lnTo>
                <a:lnTo>
                  <a:pt x="11717" y="17982"/>
                </a:lnTo>
                <a:lnTo>
                  <a:pt x="11190" y="18253"/>
                </a:lnTo>
                <a:lnTo>
                  <a:pt x="10675" y="18539"/>
                </a:lnTo>
                <a:lnTo>
                  <a:pt x="10170" y="18840"/>
                </a:lnTo>
                <a:lnTo>
                  <a:pt x="9677" y="19155"/>
                </a:lnTo>
                <a:lnTo>
                  <a:pt x="9194" y="19485"/>
                </a:lnTo>
                <a:lnTo>
                  <a:pt x="8721" y="19830"/>
                </a:lnTo>
                <a:lnTo>
                  <a:pt x="8263" y="20187"/>
                </a:lnTo>
                <a:lnTo>
                  <a:pt x="7821" y="20554"/>
                </a:lnTo>
                <a:lnTo>
                  <a:pt x="7396" y="20931"/>
                </a:lnTo>
                <a:lnTo>
                  <a:pt x="6987" y="21319"/>
                </a:lnTo>
                <a:lnTo>
                  <a:pt x="6595" y="21717"/>
                </a:lnTo>
                <a:lnTo>
                  <a:pt x="6220" y="22125"/>
                </a:lnTo>
                <a:lnTo>
                  <a:pt x="5861" y="22543"/>
                </a:lnTo>
                <a:lnTo>
                  <a:pt x="5518" y="22971"/>
                </a:lnTo>
                <a:lnTo>
                  <a:pt x="5192" y="23410"/>
                </a:lnTo>
                <a:lnTo>
                  <a:pt x="4883" y="23858"/>
                </a:lnTo>
                <a:lnTo>
                  <a:pt x="4591" y="24317"/>
                </a:lnTo>
                <a:lnTo>
                  <a:pt x="4314" y="24787"/>
                </a:lnTo>
                <a:lnTo>
                  <a:pt x="4055" y="25266"/>
                </a:lnTo>
                <a:lnTo>
                  <a:pt x="3812" y="25756"/>
                </a:lnTo>
                <a:lnTo>
                  <a:pt x="3586" y="26255"/>
                </a:lnTo>
                <a:lnTo>
                  <a:pt x="3376" y="26765"/>
                </a:lnTo>
                <a:lnTo>
                  <a:pt x="3183" y="27286"/>
                </a:lnTo>
                <a:lnTo>
                  <a:pt x="3006" y="27816"/>
                </a:lnTo>
                <a:lnTo>
                  <a:pt x="2846" y="28357"/>
                </a:lnTo>
                <a:lnTo>
                  <a:pt x="2703" y="28907"/>
                </a:lnTo>
                <a:lnTo>
                  <a:pt x="2576" y="29469"/>
                </a:lnTo>
                <a:lnTo>
                  <a:pt x="2465" y="30040"/>
                </a:lnTo>
                <a:lnTo>
                  <a:pt x="2372" y="30621"/>
                </a:lnTo>
                <a:lnTo>
                  <a:pt x="2295" y="31213"/>
                </a:lnTo>
                <a:lnTo>
                  <a:pt x="13495" y="31213"/>
                </a:lnTo>
                <a:lnTo>
                  <a:pt x="13537" y="30978"/>
                </a:lnTo>
                <a:lnTo>
                  <a:pt x="13586" y="30747"/>
                </a:lnTo>
                <a:lnTo>
                  <a:pt x="13641" y="30520"/>
                </a:lnTo>
                <a:lnTo>
                  <a:pt x="13704" y="30297"/>
                </a:lnTo>
                <a:lnTo>
                  <a:pt x="13774" y="30079"/>
                </a:lnTo>
                <a:lnTo>
                  <a:pt x="13851" y="29864"/>
                </a:lnTo>
                <a:lnTo>
                  <a:pt x="13934" y="29654"/>
                </a:lnTo>
                <a:lnTo>
                  <a:pt x="14025" y="29448"/>
                </a:lnTo>
                <a:lnTo>
                  <a:pt x="14123" y="29246"/>
                </a:lnTo>
                <a:lnTo>
                  <a:pt x="14228" y="29048"/>
                </a:lnTo>
                <a:lnTo>
                  <a:pt x="14340" y="28855"/>
                </a:lnTo>
                <a:lnTo>
                  <a:pt x="14458" y="28665"/>
                </a:lnTo>
                <a:lnTo>
                  <a:pt x="14584" y="28480"/>
                </a:lnTo>
                <a:lnTo>
                  <a:pt x="14717" y="28299"/>
                </a:lnTo>
                <a:lnTo>
                  <a:pt x="14857" y="28122"/>
                </a:lnTo>
                <a:lnTo>
                  <a:pt x="15004" y="27949"/>
                </a:lnTo>
                <a:lnTo>
                  <a:pt x="15158" y="27780"/>
                </a:lnTo>
                <a:lnTo>
                  <a:pt x="15319" y="27615"/>
                </a:lnTo>
                <a:lnTo>
                  <a:pt x="15487" y="27455"/>
                </a:lnTo>
                <a:lnTo>
                  <a:pt x="15662" y="27299"/>
                </a:lnTo>
                <a:lnTo>
                  <a:pt x="15844" y="27146"/>
                </a:lnTo>
                <a:lnTo>
                  <a:pt x="16033" y="26998"/>
                </a:lnTo>
                <a:lnTo>
                  <a:pt x="16229" y="26855"/>
                </a:lnTo>
                <a:lnTo>
                  <a:pt x="16431" y="26715"/>
                </a:lnTo>
                <a:lnTo>
                  <a:pt x="16640" y="26580"/>
                </a:lnTo>
                <a:lnTo>
                  <a:pt x="16854" y="26451"/>
                </a:lnTo>
                <a:lnTo>
                  <a:pt x="17071" y="26327"/>
                </a:lnTo>
                <a:lnTo>
                  <a:pt x="17294" y="26210"/>
                </a:lnTo>
                <a:lnTo>
                  <a:pt x="17520" y="26098"/>
                </a:lnTo>
                <a:lnTo>
                  <a:pt x="17752" y="25992"/>
                </a:lnTo>
                <a:lnTo>
                  <a:pt x="17987" y="25891"/>
                </a:lnTo>
                <a:lnTo>
                  <a:pt x="18227" y="25797"/>
                </a:lnTo>
                <a:lnTo>
                  <a:pt x="18472" y="25708"/>
                </a:lnTo>
                <a:lnTo>
                  <a:pt x="18721" y="25624"/>
                </a:lnTo>
                <a:lnTo>
                  <a:pt x="18974" y="25547"/>
                </a:lnTo>
                <a:lnTo>
                  <a:pt x="19232" y="25475"/>
                </a:lnTo>
                <a:lnTo>
                  <a:pt x="19494" y="25409"/>
                </a:lnTo>
                <a:lnTo>
                  <a:pt x="19761" y="25349"/>
                </a:lnTo>
                <a:lnTo>
                  <a:pt x="20033" y="25294"/>
                </a:lnTo>
                <a:lnTo>
                  <a:pt x="20308" y="25246"/>
                </a:lnTo>
                <a:lnTo>
                  <a:pt x="20589" y="25203"/>
                </a:lnTo>
                <a:lnTo>
                  <a:pt x="20873" y="25165"/>
                </a:lnTo>
                <a:lnTo>
                  <a:pt x="21162" y="25134"/>
                </a:lnTo>
                <a:lnTo>
                  <a:pt x="21456" y="25108"/>
                </a:lnTo>
                <a:lnTo>
                  <a:pt x="21754" y="25088"/>
                </a:lnTo>
                <a:lnTo>
                  <a:pt x="22057" y="25073"/>
                </a:lnTo>
                <a:lnTo>
                  <a:pt x="22363" y="25065"/>
                </a:lnTo>
                <a:lnTo>
                  <a:pt x="22675" y="25062"/>
                </a:lnTo>
                <a:lnTo>
                  <a:pt x="23016" y="25065"/>
                </a:lnTo>
                <a:lnTo>
                  <a:pt x="23352" y="25076"/>
                </a:lnTo>
                <a:lnTo>
                  <a:pt x="23681" y="25094"/>
                </a:lnTo>
                <a:lnTo>
                  <a:pt x="24004" y="25119"/>
                </a:lnTo>
                <a:lnTo>
                  <a:pt x="24321" y="25152"/>
                </a:lnTo>
                <a:lnTo>
                  <a:pt x="24632" y="25191"/>
                </a:lnTo>
                <a:lnTo>
                  <a:pt x="24937" y="25238"/>
                </a:lnTo>
                <a:lnTo>
                  <a:pt x="25236" y="25291"/>
                </a:lnTo>
                <a:lnTo>
                  <a:pt x="25529" y="25352"/>
                </a:lnTo>
                <a:lnTo>
                  <a:pt x="25815" y="25421"/>
                </a:lnTo>
                <a:lnTo>
                  <a:pt x="26096" y="25496"/>
                </a:lnTo>
                <a:lnTo>
                  <a:pt x="26371" y="25578"/>
                </a:lnTo>
                <a:lnTo>
                  <a:pt x="26639" y="25668"/>
                </a:lnTo>
                <a:lnTo>
                  <a:pt x="26902" y="25765"/>
                </a:lnTo>
                <a:lnTo>
                  <a:pt x="27158" y="25869"/>
                </a:lnTo>
                <a:lnTo>
                  <a:pt x="27408" y="25980"/>
                </a:lnTo>
                <a:lnTo>
                  <a:pt x="27653" y="26099"/>
                </a:lnTo>
                <a:lnTo>
                  <a:pt x="27891" y="26224"/>
                </a:lnTo>
                <a:lnTo>
                  <a:pt x="28123" y="26357"/>
                </a:lnTo>
                <a:lnTo>
                  <a:pt x="28349" y="26497"/>
                </a:lnTo>
                <a:lnTo>
                  <a:pt x="28569" y="26644"/>
                </a:lnTo>
                <a:lnTo>
                  <a:pt x="28783" y="26798"/>
                </a:lnTo>
                <a:lnTo>
                  <a:pt x="28991" y="26959"/>
                </a:lnTo>
                <a:lnTo>
                  <a:pt x="29193" y="27128"/>
                </a:lnTo>
                <a:lnTo>
                  <a:pt x="29388" y="27303"/>
                </a:lnTo>
                <a:lnTo>
                  <a:pt x="29574" y="27483"/>
                </a:lnTo>
                <a:lnTo>
                  <a:pt x="29752" y="27669"/>
                </a:lnTo>
                <a:lnTo>
                  <a:pt x="29922" y="27861"/>
                </a:lnTo>
                <a:lnTo>
                  <a:pt x="30084" y="28058"/>
                </a:lnTo>
                <a:lnTo>
                  <a:pt x="30237" y="28261"/>
                </a:lnTo>
                <a:lnTo>
                  <a:pt x="30382" y="28469"/>
                </a:lnTo>
                <a:lnTo>
                  <a:pt x="30519" y="28683"/>
                </a:lnTo>
                <a:lnTo>
                  <a:pt x="30647" y="28903"/>
                </a:lnTo>
                <a:lnTo>
                  <a:pt x="30768" y="29128"/>
                </a:lnTo>
                <a:lnTo>
                  <a:pt x="30880" y="29359"/>
                </a:lnTo>
                <a:lnTo>
                  <a:pt x="30983" y="29595"/>
                </a:lnTo>
                <a:lnTo>
                  <a:pt x="31078" y="29837"/>
                </a:lnTo>
                <a:lnTo>
                  <a:pt x="31165" y="30084"/>
                </a:lnTo>
                <a:lnTo>
                  <a:pt x="31244" y="30337"/>
                </a:lnTo>
                <a:lnTo>
                  <a:pt x="31315" y="30596"/>
                </a:lnTo>
                <a:lnTo>
                  <a:pt x="31377" y="30860"/>
                </a:lnTo>
                <a:lnTo>
                  <a:pt x="31431" y="31130"/>
                </a:lnTo>
                <a:lnTo>
                  <a:pt x="31476" y="31405"/>
                </a:lnTo>
                <a:lnTo>
                  <a:pt x="31514" y="31686"/>
                </a:lnTo>
                <a:lnTo>
                  <a:pt x="31543" y="31973"/>
                </a:lnTo>
                <a:lnTo>
                  <a:pt x="31563" y="32265"/>
                </a:lnTo>
                <a:lnTo>
                  <a:pt x="31576" y="32563"/>
                </a:lnTo>
                <a:lnTo>
                  <a:pt x="31580" y="32866"/>
                </a:lnTo>
                <a:lnTo>
                  <a:pt x="31580" y="37180"/>
                </a:lnTo>
                <a:lnTo>
                  <a:pt x="19003" y="37180"/>
                </a:lnTo>
                <a:lnTo>
                  <a:pt x="18253" y="37187"/>
                </a:lnTo>
                <a:lnTo>
                  <a:pt x="17517" y="37208"/>
                </a:lnTo>
                <a:lnTo>
                  <a:pt x="16796" y="37243"/>
                </a:lnTo>
                <a:lnTo>
                  <a:pt x="16089" y="37293"/>
                </a:lnTo>
                <a:lnTo>
                  <a:pt x="15396" y="37356"/>
                </a:lnTo>
                <a:lnTo>
                  <a:pt x="14717" y="37433"/>
                </a:lnTo>
                <a:lnTo>
                  <a:pt x="14053" y="37524"/>
                </a:lnTo>
                <a:lnTo>
                  <a:pt x="13403" y="37629"/>
                </a:lnTo>
                <a:lnTo>
                  <a:pt x="12768" y="37748"/>
                </a:lnTo>
                <a:lnTo>
                  <a:pt x="12147" y="37882"/>
                </a:lnTo>
                <a:lnTo>
                  <a:pt x="11540" y="38029"/>
                </a:lnTo>
                <a:lnTo>
                  <a:pt x="10948" y="38190"/>
                </a:lnTo>
                <a:lnTo>
                  <a:pt x="10370" y="38366"/>
                </a:lnTo>
                <a:lnTo>
                  <a:pt x="9806" y="38555"/>
                </a:lnTo>
                <a:lnTo>
                  <a:pt x="9256" y="38758"/>
                </a:lnTo>
                <a:lnTo>
                  <a:pt x="8721" y="38976"/>
                </a:lnTo>
                <a:lnTo>
                  <a:pt x="8201" y="39207"/>
                </a:lnTo>
                <a:lnTo>
                  <a:pt x="7694" y="39453"/>
                </a:lnTo>
                <a:lnTo>
                  <a:pt x="7202" y="39712"/>
                </a:lnTo>
                <a:lnTo>
                  <a:pt x="6725" y="39986"/>
                </a:lnTo>
                <a:lnTo>
                  <a:pt x="6261" y="40273"/>
                </a:lnTo>
                <a:lnTo>
                  <a:pt x="5812" y="40575"/>
                </a:lnTo>
                <a:lnTo>
                  <a:pt x="5378" y="40891"/>
                </a:lnTo>
                <a:lnTo>
                  <a:pt x="4957" y="41220"/>
                </a:lnTo>
                <a:lnTo>
                  <a:pt x="4553" y="41563"/>
                </a:lnTo>
                <a:lnTo>
                  <a:pt x="4166" y="41917"/>
                </a:lnTo>
                <a:lnTo>
                  <a:pt x="3796" y="42283"/>
                </a:lnTo>
                <a:lnTo>
                  <a:pt x="3443" y="42661"/>
                </a:lnTo>
                <a:lnTo>
                  <a:pt x="3107" y="43050"/>
                </a:lnTo>
                <a:lnTo>
                  <a:pt x="2789" y="43452"/>
                </a:lnTo>
                <a:lnTo>
                  <a:pt x="2487" y="43865"/>
                </a:lnTo>
                <a:lnTo>
                  <a:pt x="2203" y="44290"/>
                </a:lnTo>
                <a:lnTo>
                  <a:pt x="1937" y="44727"/>
                </a:lnTo>
                <a:lnTo>
                  <a:pt x="1687" y="45175"/>
                </a:lnTo>
                <a:lnTo>
                  <a:pt x="1455" y="45636"/>
                </a:lnTo>
                <a:lnTo>
                  <a:pt x="1239" y="46108"/>
                </a:lnTo>
                <a:lnTo>
                  <a:pt x="1041" y="46592"/>
                </a:lnTo>
                <a:lnTo>
                  <a:pt x="861" y="47088"/>
                </a:lnTo>
                <a:lnTo>
                  <a:pt x="697" y="47595"/>
                </a:lnTo>
                <a:lnTo>
                  <a:pt x="551" y="48115"/>
                </a:lnTo>
                <a:lnTo>
                  <a:pt x="422" y="48646"/>
                </a:lnTo>
                <a:lnTo>
                  <a:pt x="310" y="49189"/>
                </a:lnTo>
                <a:lnTo>
                  <a:pt x="215" y="49744"/>
                </a:lnTo>
                <a:lnTo>
                  <a:pt x="138" y="50310"/>
                </a:lnTo>
                <a:lnTo>
                  <a:pt x="77" y="50888"/>
                </a:lnTo>
                <a:lnTo>
                  <a:pt x="34" y="51479"/>
                </a:lnTo>
                <a:lnTo>
                  <a:pt x="9" y="52081"/>
                </a:lnTo>
                <a:lnTo>
                  <a:pt x="0" y="52694"/>
                </a:lnTo>
                <a:lnTo>
                  <a:pt x="8" y="53271"/>
                </a:lnTo>
                <a:lnTo>
                  <a:pt x="31" y="53837"/>
                </a:lnTo>
                <a:lnTo>
                  <a:pt x="70" y="54394"/>
                </a:lnTo>
                <a:lnTo>
                  <a:pt x="125" y="54941"/>
                </a:lnTo>
                <a:lnTo>
                  <a:pt x="195" y="55478"/>
                </a:lnTo>
                <a:lnTo>
                  <a:pt x="281" y="56005"/>
                </a:lnTo>
                <a:lnTo>
                  <a:pt x="383" y="56522"/>
                </a:lnTo>
                <a:lnTo>
                  <a:pt x="500" y="57030"/>
                </a:lnTo>
                <a:lnTo>
                  <a:pt x="633" y="57527"/>
                </a:lnTo>
                <a:lnTo>
                  <a:pt x="781" y="58015"/>
                </a:lnTo>
                <a:lnTo>
                  <a:pt x="945" y="58492"/>
                </a:lnTo>
                <a:lnTo>
                  <a:pt x="1125" y="58960"/>
                </a:lnTo>
                <a:lnTo>
                  <a:pt x="1320" y="59418"/>
                </a:lnTo>
                <a:lnTo>
                  <a:pt x="1531" y="59866"/>
                </a:lnTo>
                <a:lnTo>
                  <a:pt x="1757" y="60304"/>
                </a:lnTo>
                <a:lnTo>
                  <a:pt x="1999" y="60732"/>
                </a:lnTo>
                <a:lnTo>
                  <a:pt x="2257" y="61151"/>
                </a:lnTo>
                <a:lnTo>
                  <a:pt x="2530" y="61559"/>
                </a:lnTo>
                <a:lnTo>
                  <a:pt x="2819" y="61958"/>
                </a:lnTo>
                <a:lnTo>
                  <a:pt x="3124" y="62347"/>
                </a:lnTo>
                <a:lnTo>
                  <a:pt x="3444" y="62725"/>
                </a:lnTo>
                <a:lnTo>
                  <a:pt x="3780" y="63094"/>
                </a:lnTo>
                <a:lnTo>
                  <a:pt x="4131" y="63453"/>
                </a:lnTo>
                <a:lnTo>
                  <a:pt x="4498" y="63803"/>
                </a:lnTo>
                <a:lnTo>
                  <a:pt x="4879" y="64140"/>
                </a:lnTo>
                <a:lnTo>
                  <a:pt x="5271" y="64462"/>
                </a:lnTo>
                <a:lnTo>
                  <a:pt x="5674" y="64771"/>
                </a:lnTo>
                <a:lnTo>
                  <a:pt x="6090" y="65065"/>
                </a:lnTo>
                <a:lnTo>
                  <a:pt x="6516" y="65345"/>
                </a:lnTo>
                <a:lnTo>
                  <a:pt x="6954" y="65610"/>
                </a:lnTo>
                <a:lnTo>
                  <a:pt x="7404" y="65861"/>
                </a:lnTo>
                <a:lnTo>
                  <a:pt x="7865" y="66098"/>
                </a:lnTo>
                <a:lnTo>
                  <a:pt x="8337" y="66320"/>
                </a:lnTo>
                <a:lnTo>
                  <a:pt x="8821" y="66528"/>
                </a:lnTo>
                <a:lnTo>
                  <a:pt x="9316" y="66722"/>
                </a:lnTo>
                <a:lnTo>
                  <a:pt x="9823" y="66901"/>
                </a:lnTo>
                <a:lnTo>
                  <a:pt x="10341" y="67066"/>
                </a:lnTo>
                <a:lnTo>
                  <a:pt x="10871" y="67216"/>
                </a:lnTo>
                <a:lnTo>
                  <a:pt x="11413" y="67353"/>
                </a:lnTo>
                <a:lnTo>
                  <a:pt x="11965" y="67475"/>
                </a:lnTo>
                <a:lnTo>
                  <a:pt x="12529" y="67582"/>
                </a:lnTo>
                <a:lnTo>
                  <a:pt x="13105" y="67675"/>
                </a:lnTo>
                <a:lnTo>
                  <a:pt x="13692" y="67754"/>
                </a:lnTo>
                <a:lnTo>
                  <a:pt x="14291" y="67819"/>
                </a:lnTo>
                <a:lnTo>
                  <a:pt x="14901" y="67869"/>
                </a:lnTo>
                <a:lnTo>
                  <a:pt x="15522" y="67905"/>
                </a:lnTo>
                <a:lnTo>
                  <a:pt x="16155" y="67926"/>
                </a:lnTo>
                <a:lnTo>
                  <a:pt x="16800" y="67934"/>
                </a:lnTo>
                <a:lnTo>
                  <a:pt x="17369" y="67928"/>
                </a:lnTo>
                <a:lnTo>
                  <a:pt x="17928" y="67911"/>
                </a:lnTo>
                <a:lnTo>
                  <a:pt x="18478" y="67882"/>
                </a:lnTo>
                <a:lnTo>
                  <a:pt x="19018" y="67842"/>
                </a:lnTo>
                <a:lnTo>
                  <a:pt x="19549" y="67790"/>
                </a:lnTo>
                <a:lnTo>
                  <a:pt x="20070" y="67727"/>
                </a:lnTo>
                <a:lnTo>
                  <a:pt x="20582" y="67653"/>
                </a:lnTo>
                <a:lnTo>
                  <a:pt x="21084" y="67567"/>
                </a:lnTo>
                <a:lnTo>
                  <a:pt x="21576" y="67469"/>
                </a:lnTo>
                <a:lnTo>
                  <a:pt x="22059" y="67360"/>
                </a:lnTo>
                <a:lnTo>
                  <a:pt x="22533" y="67239"/>
                </a:lnTo>
                <a:lnTo>
                  <a:pt x="22996" y="67108"/>
                </a:lnTo>
                <a:lnTo>
                  <a:pt x="23451" y="66964"/>
                </a:lnTo>
                <a:lnTo>
                  <a:pt x="23895" y="66809"/>
                </a:lnTo>
                <a:lnTo>
                  <a:pt x="24330" y="66643"/>
                </a:lnTo>
                <a:lnTo>
                  <a:pt x="24756" y="66465"/>
                </a:lnTo>
                <a:lnTo>
                  <a:pt x="25172" y="66276"/>
                </a:lnTo>
                <a:lnTo>
                  <a:pt x="25578" y="66075"/>
                </a:lnTo>
                <a:lnTo>
                  <a:pt x="25975" y="65863"/>
                </a:lnTo>
                <a:lnTo>
                  <a:pt x="26362" y="65639"/>
                </a:lnTo>
                <a:lnTo>
                  <a:pt x="26740" y="65404"/>
                </a:lnTo>
                <a:lnTo>
                  <a:pt x="27108" y="65157"/>
                </a:lnTo>
                <a:lnTo>
                  <a:pt x="27467" y="64899"/>
                </a:lnTo>
                <a:lnTo>
                  <a:pt x="27816" y="64629"/>
                </a:lnTo>
                <a:lnTo>
                  <a:pt x="28153" y="64350"/>
                </a:lnTo>
                <a:lnTo>
                  <a:pt x="28476" y="64062"/>
                </a:lnTo>
                <a:lnTo>
                  <a:pt x="28784" y="63767"/>
                </a:lnTo>
                <a:lnTo>
                  <a:pt x="29079" y="63464"/>
                </a:lnTo>
                <a:lnTo>
                  <a:pt x="29358" y="63153"/>
                </a:lnTo>
                <a:lnTo>
                  <a:pt x="29624" y="62833"/>
                </a:lnTo>
                <a:lnTo>
                  <a:pt x="29875" y="62506"/>
                </a:lnTo>
                <a:lnTo>
                  <a:pt x="30112" y="62171"/>
                </a:lnTo>
                <a:lnTo>
                  <a:pt x="30334" y="61828"/>
                </a:lnTo>
                <a:lnTo>
                  <a:pt x="30542" y="61477"/>
                </a:lnTo>
                <a:lnTo>
                  <a:pt x="30736" y="61118"/>
                </a:lnTo>
                <a:lnTo>
                  <a:pt x="30915" y="60751"/>
                </a:lnTo>
                <a:lnTo>
                  <a:pt x="31080" y="60376"/>
                </a:lnTo>
                <a:lnTo>
                  <a:pt x="31231" y="59993"/>
                </a:lnTo>
                <a:lnTo>
                  <a:pt x="31367" y="59602"/>
                </a:lnTo>
                <a:lnTo>
                  <a:pt x="31489" y="59203"/>
                </a:lnTo>
                <a:lnTo>
                  <a:pt x="31597" y="58796"/>
                </a:lnTo>
                <a:lnTo>
                  <a:pt x="31690" y="58381"/>
                </a:lnTo>
                <a:lnTo>
                  <a:pt x="31723" y="58204"/>
                </a:lnTo>
                <a:lnTo>
                  <a:pt x="31948" y="58204"/>
                </a:lnTo>
                <a:lnTo>
                  <a:pt x="31948" y="67016"/>
                </a:lnTo>
                <a:lnTo>
                  <a:pt x="43055" y="67016"/>
                </a:lnTo>
                <a:lnTo>
                  <a:pt x="43055" y="32773"/>
                </a:lnTo>
                <a:close/>
                <a:moveTo>
                  <a:pt x="19206" y="59247"/>
                </a:moveTo>
                <a:lnTo>
                  <a:pt x="18882" y="59215"/>
                </a:lnTo>
                <a:lnTo>
                  <a:pt x="18564" y="59176"/>
                </a:lnTo>
                <a:lnTo>
                  <a:pt x="18253" y="59129"/>
                </a:lnTo>
                <a:lnTo>
                  <a:pt x="17947" y="59075"/>
                </a:lnTo>
                <a:lnTo>
                  <a:pt x="17648" y="59014"/>
                </a:lnTo>
                <a:lnTo>
                  <a:pt x="17355" y="58946"/>
                </a:lnTo>
                <a:lnTo>
                  <a:pt x="17068" y="58871"/>
                </a:lnTo>
                <a:lnTo>
                  <a:pt x="16788" y="58788"/>
                </a:lnTo>
                <a:lnTo>
                  <a:pt x="16514" y="58699"/>
                </a:lnTo>
                <a:lnTo>
                  <a:pt x="16246" y="58602"/>
                </a:lnTo>
                <a:lnTo>
                  <a:pt x="15984" y="58498"/>
                </a:lnTo>
                <a:lnTo>
                  <a:pt x="15728" y="58387"/>
                </a:lnTo>
                <a:lnTo>
                  <a:pt x="15479" y="58269"/>
                </a:lnTo>
                <a:lnTo>
                  <a:pt x="15236" y="58143"/>
                </a:lnTo>
                <a:lnTo>
                  <a:pt x="14999" y="58011"/>
                </a:lnTo>
                <a:lnTo>
                  <a:pt x="14768" y="57871"/>
                </a:lnTo>
                <a:lnTo>
                  <a:pt x="14544" y="57724"/>
                </a:lnTo>
                <a:lnTo>
                  <a:pt x="14325" y="57570"/>
                </a:lnTo>
                <a:lnTo>
                  <a:pt x="14113" y="57408"/>
                </a:lnTo>
                <a:lnTo>
                  <a:pt x="13907" y="57240"/>
                </a:lnTo>
                <a:lnTo>
                  <a:pt x="13709" y="57065"/>
                </a:lnTo>
                <a:lnTo>
                  <a:pt x="13519" y="56885"/>
                </a:lnTo>
                <a:lnTo>
                  <a:pt x="13337" y="56700"/>
                </a:lnTo>
                <a:lnTo>
                  <a:pt x="13164" y="56509"/>
                </a:lnTo>
                <a:lnTo>
                  <a:pt x="13000" y="56313"/>
                </a:lnTo>
                <a:lnTo>
                  <a:pt x="12843" y="56112"/>
                </a:lnTo>
                <a:lnTo>
                  <a:pt x="12696" y="55906"/>
                </a:lnTo>
                <a:lnTo>
                  <a:pt x="12556" y="55694"/>
                </a:lnTo>
                <a:lnTo>
                  <a:pt x="12425" y="55477"/>
                </a:lnTo>
                <a:lnTo>
                  <a:pt x="12303" y="55255"/>
                </a:lnTo>
                <a:lnTo>
                  <a:pt x="12189" y="55028"/>
                </a:lnTo>
                <a:lnTo>
                  <a:pt x="12083" y="54795"/>
                </a:lnTo>
                <a:lnTo>
                  <a:pt x="11986" y="54557"/>
                </a:lnTo>
                <a:lnTo>
                  <a:pt x="11898" y="54314"/>
                </a:lnTo>
                <a:lnTo>
                  <a:pt x="11817" y="54066"/>
                </a:lnTo>
                <a:lnTo>
                  <a:pt x="11746" y="53812"/>
                </a:lnTo>
                <a:lnTo>
                  <a:pt x="11682" y="53553"/>
                </a:lnTo>
                <a:lnTo>
                  <a:pt x="11627" y="53289"/>
                </a:lnTo>
                <a:lnTo>
                  <a:pt x="11581" y="53019"/>
                </a:lnTo>
                <a:lnTo>
                  <a:pt x="11543" y="52745"/>
                </a:lnTo>
                <a:lnTo>
                  <a:pt x="11513" y="52465"/>
                </a:lnTo>
                <a:lnTo>
                  <a:pt x="11492" y="52179"/>
                </a:lnTo>
                <a:lnTo>
                  <a:pt x="11480" y="51889"/>
                </a:lnTo>
                <a:lnTo>
                  <a:pt x="11475" y="51593"/>
                </a:lnTo>
                <a:lnTo>
                  <a:pt x="11479" y="51320"/>
                </a:lnTo>
                <a:lnTo>
                  <a:pt x="11490" y="51051"/>
                </a:lnTo>
                <a:lnTo>
                  <a:pt x="11508" y="50787"/>
                </a:lnTo>
                <a:lnTo>
                  <a:pt x="11534" y="50527"/>
                </a:lnTo>
                <a:lnTo>
                  <a:pt x="11567" y="50272"/>
                </a:lnTo>
                <a:lnTo>
                  <a:pt x="11607" y="50021"/>
                </a:lnTo>
                <a:lnTo>
                  <a:pt x="11655" y="49775"/>
                </a:lnTo>
                <a:lnTo>
                  <a:pt x="11710" y="49533"/>
                </a:lnTo>
                <a:lnTo>
                  <a:pt x="11772" y="49295"/>
                </a:lnTo>
                <a:lnTo>
                  <a:pt x="11842" y="49062"/>
                </a:lnTo>
                <a:lnTo>
                  <a:pt x="11919" y="48834"/>
                </a:lnTo>
                <a:lnTo>
                  <a:pt x="12003" y="48610"/>
                </a:lnTo>
                <a:lnTo>
                  <a:pt x="12095" y="48390"/>
                </a:lnTo>
                <a:lnTo>
                  <a:pt x="12194" y="48175"/>
                </a:lnTo>
                <a:lnTo>
                  <a:pt x="12300" y="47964"/>
                </a:lnTo>
                <a:lnTo>
                  <a:pt x="12414" y="47758"/>
                </a:lnTo>
                <a:lnTo>
                  <a:pt x="12535" y="47556"/>
                </a:lnTo>
                <a:lnTo>
                  <a:pt x="12663" y="47359"/>
                </a:lnTo>
                <a:lnTo>
                  <a:pt x="12798" y="47166"/>
                </a:lnTo>
                <a:lnTo>
                  <a:pt x="12941" y="46978"/>
                </a:lnTo>
                <a:lnTo>
                  <a:pt x="13092" y="46794"/>
                </a:lnTo>
                <a:lnTo>
                  <a:pt x="13249" y="46614"/>
                </a:lnTo>
                <a:lnTo>
                  <a:pt x="13414" y="46439"/>
                </a:lnTo>
                <a:lnTo>
                  <a:pt x="13586" y="46269"/>
                </a:lnTo>
                <a:lnTo>
                  <a:pt x="13765" y="46104"/>
                </a:lnTo>
                <a:lnTo>
                  <a:pt x="13948" y="45946"/>
                </a:lnTo>
                <a:lnTo>
                  <a:pt x="14136" y="45795"/>
                </a:lnTo>
                <a:lnTo>
                  <a:pt x="14329" y="45652"/>
                </a:lnTo>
                <a:lnTo>
                  <a:pt x="14526" y="45515"/>
                </a:lnTo>
                <a:lnTo>
                  <a:pt x="14729" y="45385"/>
                </a:lnTo>
                <a:lnTo>
                  <a:pt x="14936" y="45262"/>
                </a:lnTo>
                <a:lnTo>
                  <a:pt x="15148" y="45147"/>
                </a:lnTo>
                <a:lnTo>
                  <a:pt x="15364" y="45038"/>
                </a:lnTo>
                <a:lnTo>
                  <a:pt x="15586" y="44936"/>
                </a:lnTo>
                <a:lnTo>
                  <a:pt x="15812" y="44841"/>
                </a:lnTo>
                <a:lnTo>
                  <a:pt x="16043" y="44754"/>
                </a:lnTo>
                <a:lnTo>
                  <a:pt x="16279" y="44673"/>
                </a:lnTo>
                <a:lnTo>
                  <a:pt x="16519" y="44599"/>
                </a:lnTo>
                <a:lnTo>
                  <a:pt x="16764" y="44533"/>
                </a:lnTo>
                <a:lnTo>
                  <a:pt x="17014" y="44473"/>
                </a:lnTo>
                <a:lnTo>
                  <a:pt x="17269" y="44421"/>
                </a:lnTo>
                <a:lnTo>
                  <a:pt x="17529" y="44375"/>
                </a:lnTo>
                <a:lnTo>
                  <a:pt x="17793" y="44336"/>
                </a:lnTo>
                <a:lnTo>
                  <a:pt x="18062" y="44305"/>
                </a:lnTo>
                <a:lnTo>
                  <a:pt x="18336" y="44280"/>
                </a:lnTo>
                <a:lnTo>
                  <a:pt x="18615" y="44263"/>
                </a:lnTo>
                <a:lnTo>
                  <a:pt x="18899" y="44252"/>
                </a:lnTo>
                <a:lnTo>
                  <a:pt x="19187" y="44249"/>
                </a:lnTo>
                <a:lnTo>
                  <a:pt x="31580" y="44249"/>
                </a:lnTo>
                <a:lnTo>
                  <a:pt x="31580" y="50400"/>
                </a:lnTo>
                <a:lnTo>
                  <a:pt x="31575" y="50726"/>
                </a:lnTo>
                <a:lnTo>
                  <a:pt x="31558" y="51047"/>
                </a:lnTo>
                <a:lnTo>
                  <a:pt x="31532" y="51364"/>
                </a:lnTo>
                <a:lnTo>
                  <a:pt x="31494" y="51675"/>
                </a:lnTo>
                <a:lnTo>
                  <a:pt x="31446" y="51981"/>
                </a:lnTo>
                <a:lnTo>
                  <a:pt x="31388" y="52282"/>
                </a:lnTo>
                <a:lnTo>
                  <a:pt x="31318" y="52578"/>
                </a:lnTo>
                <a:lnTo>
                  <a:pt x="31238" y="52868"/>
                </a:lnTo>
                <a:lnTo>
                  <a:pt x="31147" y="53154"/>
                </a:lnTo>
                <a:lnTo>
                  <a:pt x="31046" y="53434"/>
                </a:lnTo>
                <a:lnTo>
                  <a:pt x="30934" y="53710"/>
                </a:lnTo>
                <a:lnTo>
                  <a:pt x="30811" y="53980"/>
                </a:lnTo>
                <a:lnTo>
                  <a:pt x="30677" y="54245"/>
                </a:lnTo>
                <a:lnTo>
                  <a:pt x="30533" y="54506"/>
                </a:lnTo>
                <a:lnTo>
                  <a:pt x="30378" y="54761"/>
                </a:lnTo>
                <a:lnTo>
                  <a:pt x="30213" y="55011"/>
                </a:lnTo>
                <a:lnTo>
                  <a:pt x="30036" y="55255"/>
                </a:lnTo>
                <a:lnTo>
                  <a:pt x="29850" y="55495"/>
                </a:lnTo>
                <a:lnTo>
                  <a:pt x="29652" y="55730"/>
                </a:lnTo>
                <a:lnTo>
                  <a:pt x="29444" y="55959"/>
                </a:lnTo>
                <a:lnTo>
                  <a:pt x="29225" y="56184"/>
                </a:lnTo>
                <a:lnTo>
                  <a:pt x="28995" y="56403"/>
                </a:lnTo>
                <a:lnTo>
                  <a:pt x="28755" y="56617"/>
                </a:lnTo>
                <a:lnTo>
                  <a:pt x="28504" y="56827"/>
                </a:lnTo>
                <a:lnTo>
                  <a:pt x="28244" y="57029"/>
                </a:lnTo>
                <a:lnTo>
                  <a:pt x="27979" y="57222"/>
                </a:lnTo>
                <a:lnTo>
                  <a:pt x="27707" y="57407"/>
                </a:lnTo>
                <a:lnTo>
                  <a:pt x="27429" y="57584"/>
                </a:lnTo>
                <a:lnTo>
                  <a:pt x="27145" y="57752"/>
                </a:lnTo>
                <a:lnTo>
                  <a:pt x="26854" y="57911"/>
                </a:lnTo>
                <a:lnTo>
                  <a:pt x="26558" y="58061"/>
                </a:lnTo>
                <a:lnTo>
                  <a:pt x="26255" y="58203"/>
                </a:lnTo>
                <a:lnTo>
                  <a:pt x="25946" y="58337"/>
                </a:lnTo>
                <a:lnTo>
                  <a:pt x="25631" y="58461"/>
                </a:lnTo>
                <a:lnTo>
                  <a:pt x="25309" y="58578"/>
                </a:lnTo>
                <a:lnTo>
                  <a:pt x="24981" y="58685"/>
                </a:lnTo>
                <a:lnTo>
                  <a:pt x="24647" y="58784"/>
                </a:lnTo>
                <a:lnTo>
                  <a:pt x="24307" y="58874"/>
                </a:lnTo>
                <a:lnTo>
                  <a:pt x="23961" y="58956"/>
                </a:lnTo>
                <a:lnTo>
                  <a:pt x="23608" y="59029"/>
                </a:lnTo>
                <a:lnTo>
                  <a:pt x="23250" y="59094"/>
                </a:lnTo>
                <a:lnTo>
                  <a:pt x="22885" y="59150"/>
                </a:lnTo>
                <a:lnTo>
                  <a:pt x="22513" y="59197"/>
                </a:lnTo>
                <a:lnTo>
                  <a:pt x="22136" y="59236"/>
                </a:lnTo>
                <a:lnTo>
                  <a:pt x="21752" y="59266"/>
                </a:lnTo>
                <a:lnTo>
                  <a:pt x="21362" y="59287"/>
                </a:lnTo>
                <a:lnTo>
                  <a:pt x="20966" y="59300"/>
                </a:lnTo>
                <a:lnTo>
                  <a:pt x="20564" y="59305"/>
                </a:lnTo>
                <a:lnTo>
                  <a:pt x="20215" y="59301"/>
                </a:lnTo>
                <a:lnTo>
                  <a:pt x="19872" y="59290"/>
                </a:lnTo>
                <a:lnTo>
                  <a:pt x="19536" y="59272"/>
                </a:lnTo>
                <a:lnTo>
                  <a:pt x="19206" y="59247"/>
                </a:lnTo>
                <a:close/>
                <a:moveTo>
                  <a:pt x="358845" y="56633"/>
                </a:moveTo>
                <a:lnTo>
                  <a:pt x="358480" y="56609"/>
                </a:lnTo>
                <a:lnTo>
                  <a:pt x="358130" y="56567"/>
                </a:lnTo>
                <a:lnTo>
                  <a:pt x="357797" y="56509"/>
                </a:lnTo>
                <a:lnTo>
                  <a:pt x="357480" y="56435"/>
                </a:lnTo>
                <a:lnTo>
                  <a:pt x="357179" y="56343"/>
                </a:lnTo>
                <a:lnTo>
                  <a:pt x="356894" y="56236"/>
                </a:lnTo>
                <a:lnTo>
                  <a:pt x="356626" y="56111"/>
                </a:lnTo>
                <a:lnTo>
                  <a:pt x="356374" y="55971"/>
                </a:lnTo>
                <a:lnTo>
                  <a:pt x="356138" y="55813"/>
                </a:lnTo>
                <a:lnTo>
                  <a:pt x="355919" y="55639"/>
                </a:lnTo>
                <a:lnTo>
                  <a:pt x="355715" y="55449"/>
                </a:lnTo>
                <a:lnTo>
                  <a:pt x="355528" y="55241"/>
                </a:lnTo>
                <a:lnTo>
                  <a:pt x="355358" y="55018"/>
                </a:lnTo>
                <a:lnTo>
                  <a:pt x="355203" y="54777"/>
                </a:lnTo>
                <a:lnTo>
                  <a:pt x="355065" y="54521"/>
                </a:lnTo>
                <a:lnTo>
                  <a:pt x="354943" y="54247"/>
                </a:lnTo>
                <a:lnTo>
                  <a:pt x="354837" y="53957"/>
                </a:lnTo>
                <a:lnTo>
                  <a:pt x="354748" y="53651"/>
                </a:lnTo>
                <a:lnTo>
                  <a:pt x="354675" y="53327"/>
                </a:lnTo>
                <a:lnTo>
                  <a:pt x="354618" y="52988"/>
                </a:lnTo>
                <a:lnTo>
                  <a:pt x="354577" y="52631"/>
                </a:lnTo>
                <a:lnTo>
                  <a:pt x="354553" y="52259"/>
                </a:lnTo>
                <a:lnTo>
                  <a:pt x="354545" y="51869"/>
                </a:lnTo>
                <a:lnTo>
                  <a:pt x="354545" y="26898"/>
                </a:lnTo>
                <a:lnTo>
                  <a:pt x="373916" y="26898"/>
                </a:lnTo>
                <a:lnTo>
                  <a:pt x="373916" y="16524"/>
                </a:lnTo>
                <a:lnTo>
                  <a:pt x="354545" y="16524"/>
                </a:lnTo>
                <a:lnTo>
                  <a:pt x="354545" y="2295"/>
                </a:lnTo>
                <a:lnTo>
                  <a:pt x="342978" y="2295"/>
                </a:lnTo>
                <a:lnTo>
                  <a:pt x="342978" y="16524"/>
                </a:lnTo>
                <a:lnTo>
                  <a:pt x="329299" y="16524"/>
                </a:lnTo>
                <a:lnTo>
                  <a:pt x="329299" y="26898"/>
                </a:lnTo>
                <a:lnTo>
                  <a:pt x="342978" y="26898"/>
                </a:lnTo>
                <a:lnTo>
                  <a:pt x="342978" y="51869"/>
                </a:lnTo>
                <a:lnTo>
                  <a:pt x="342985" y="52453"/>
                </a:lnTo>
                <a:lnTo>
                  <a:pt x="343007" y="53026"/>
                </a:lnTo>
                <a:lnTo>
                  <a:pt x="343042" y="53589"/>
                </a:lnTo>
                <a:lnTo>
                  <a:pt x="343092" y="54141"/>
                </a:lnTo>
                <a:lnTo>
                  <a:pt x="343155" y="54683"/>
                </a:lnTo>
                <a:lnTo>
                  <a:pt x="343233" y="55214"/>
                </a:lnTo>
                <a:lnTo>
                  <a:pt x="343326" y="55735"/>
                </a:lnTo>
                <a:lnTo>
                  <a:pt x="343432" y="56245"/>
                </a:lnTo>
                <a:lnTo>
                  <a:pt x="343553" y="56745"/>
                </a:lnTo>
                <a:lnTo>
                  <a:pt x="343687" y="57234"/>
                </a:lnTo>
                <a:lnTo>
                  <a:pt x="343836" y="57712"/>
                </a:lnTo>
                <a:lnTo>
                  <a:pt x="343999" y="58181"/>
                </a:lnTo>
                <a:lnTo>
                  <a:pt x="344177" y="58638"/>
                </a:lnTo>
                <a:lnTo>
                  <a:pt x="344368" y="59085"/>
                </a:lnTo>
                <a:lnTo>
                  <a:pt x="344574" y="59522"/>
                </a:lnTo>
                <a:lnTo>
                  <a:pt x="344794" y="59948"/>
                </a:lnTo>
                <a:lnTo>
                  <a:pt x="345028" y="60363"/>
                </a:lnTo>
                <a:lnTo>
                  <a:pt x="345276" y="60768"/>
                </a:lnTo>
                <a:lnTo>
                  <a:pt x="345538" y="61163"/>
                </a:lnTo>
                <a:lnTo>
                  <a:pt x="345815" y="61547"/>
                </a:lnTo>
                <a:lnTo>
                  <a:pt x="346106" y="61920"/>
                </a:lnTo>
                <a:lnTo>
                  <a:pt x="346410" y="62283"/>
                </a:lnTo>
                <a:lnTo>
                  <a:pt x="346730" y="62636"/>
                </a:lnTo>
                <a:lnTo>
                  <a:pt x="347063" y="62978"/>
                </a:lnTo>
                <a:lnTo>
                  <a:pt x="347409" y="63307"/>
                </a:lnTo>
                <a:lnTo>
                  <a:pt x="347766" y="63623"/>
                </a:lnTo>
                <a:lnTo>
                  <a:pt x="348134" y="63924"/>
                </a:lnTo>
                <a:lnTo>
                  <a:pt x="348513" y="64212"/>
                </a:lnTo>
                <a:lnTo>
                  <a:pt x="348903" y="64485"/>
                </a:lnTo>
                <a:lnTo>
                  <a:pt x="349304" y="64744"/>
                </a:lnTo>
                <a:lnTo>
                  <a:pt x="349716" y="64990"/>
                </a:lnTo>
                <a:lnTo>
                  <a:pt x="350139" y="65221"/>
                </a:lnTo>
                <a:lnTo>
                  <a:pt x="350573" y="65439"/>
                </a:lnTo>
                <a:lnTo>
                  <a:pt x="351018" y="65642"/>
                </a:lnTo>
                <a:lnTo>
                  <a:pt x="351474" y="65831"/>
                </a:lnTo>
                <a:lnTo>
                  <a:pt x="351941" y="66007"/>
                </a:lnTo>
                <a:lnTo>
                  <a:pt x="352418" y="66168"/>
                </a:lnTo>
                <a:lnTo>
                  <a:pt x="352907" y="66315"/>
                </a:lnTo>
                <a:lnTo>
                  <a:pt x="353407" y="66448"/>
                </a:lnTo>
                <a:lnTo>
                  <a:pt x="353918" y="66567"/>
                </a:lnTo>
                <a:lnTo>
                  <a:pt x="354440" y="66673"/>
                </a:lnTo>
                <a:lnTo>
                  <a:pt x="354973" y="66764"/>
                </a:lnTo>
                <a:lnTo>
                  <a:pt x="355517" y="66841"/>
                </a:lnTo>
                <a:lnTo>
                  <a:pt x="356072" y="66904"/>
                </a:lnTo>
                <a:lnTo>
                  <a:pt x="356638" y="66953"/>
                </a:lnTo>
                <a:lnTo>
                  <a:pt x="357214" y="66988"/>
                </a:lnTo>
                <a:lnTo>
                  <a:pt x="357802" y="67009"/>
                </a:lnTo>
                <a:lnTo>
                  <a:pt x="358401" y="67016"/>
                </a:lnTo>
                <a:lnTo>
                  <a:pt x="372998" y="67016"/>
                </a:lnTo>
                <a:lnTo>
                  <a:pt x="372998" y="56642"/>
                </a:lnTo>
                <a:lnTo>
                  <a:pt x="359228" y="56642"/>
                </a:lnTo>
                <a:lnTo>
                  <a:pt x="358845" y="56633"/>
                </a:lnTo>
                <a:close/>
                <a:moveTo>
                  <a:pt x="222255" y="16524"/>
                </a:moveTo>
                <a:lnTo>
                  <a:pt x="222255" y="67016"/>
                </a:lnTo>
                <a:lnTo>
                  <a:pt x="233731" y="67016"/>
                </a:lnTo>
                <a:lnTo>
                  <a:pt x="233731" y="35436"/>
                </a:lnTo>
                <a:lnTo>
                  <a:pt x="233735" y="35042"/>
                </a:lnTo>
                <a:lnTo>
                  <a:pt x="233748" y="34656"/>
                </a:lnTo>
                <a:lnTo>
                  <a:pt x="233769" y="34277"/>
                </a:lnTo>
                <a:lnTo>
                  <a:pt x="233798" y="33906"/>
                </a:lnTo>
                <a:lnTo>
                  <a:pt x="233836" y="33543"/>
                </a:lnTo>
                <a:lnTo>
                  <a:pt x="233883" y="33187"/>
                </a:lnTo>
                <a:lnTo>
                  <a:pt x="233938" y="32839"/>
                </a:lnTo>
                <a:lnTo>
                  <a:pt x="234001" y="32498"/>
                </a:lnTo>
                <a:lnTo>
                  <a:pt x="234073" y="32166"/>
                </a:lnTo>
                <a:lnTo>
                  <a:pt x="234153" y="31841"/>
                </a:lnTo>
                <a:lnTo>
                  <a:pt x="234242" y="31523"/>
                </a:lnTo>
                <a:lnTo>
                  <a:pt x="234339" y="31213"/>
                </a:lnTo>
                <a:lnTo>
                  <a:pt x="234445" y="30911"/>
                </a:lnTo>
                <a:lnTo>
                  <a:pt x="234559" y="30616"/>
                </a:lnTo>
                <a:lnTo>
                  <a:pt x="234681" y="30330"/>
                </a:lnTo>
                <a:lnTo>
                  <a:pt x="234812" y="30050"/>
                </a:lnTo>
                <a:lnTo>
                  <a:pt x="234952" y="29779"/>
                </a:lnTo>
                <a:lnTo>
                  <a:pt x="235099" y="29515"/>
                </a:lnTo>
                <a:lnTo>
                  <a:pt x="235256" y="29259"/>
                </a:lnTo>
                <a:lnTo>
                  <a:pt x="235420" y="29010"/>
                </a:lnTo>
                <a:lnTo>
                  <a:pt x="235594" y="28769"/>
                </a:lnTo>
                <a:lnTo>
                  <a:pt x="235775" y="28536"/>
                </a:lnTo>
                <a:lnTo>
                  <a:pt x="235965" y="28310"/>
                </a:lnTo>
                <a:lnTo>
                  <a:pt x="236164" y="28092"/>
                </a:lnTo>
                <a:lnTo>
                  <a:pt x="236370" y="27882"/>
                </a:lnTo>
                <a:lnTo>
                  <a:pt x="236582" y="27681"/>
                </a:lnTo>
                <a:lnTo>
                  <a:pt x="236800" y="27489"/>
                </a:lnTo>
                <a:lnTo>
                  <a:pt x="237025" y="27306"/>
                </a:lnTo>
                <a:lnTo>
                  <a:pt x="237255" y="27132"/>
                </a:lnTo>
                <a:lnTo>
                  <a:pt x="237492" y="26967"/>
                </a:lnTo>
                <a:lnTo>
                  <a:pt x="237736" y="26811"/>
                </a:lnTo>
                <a:lnTo>
                  <a:pt x="237985" y="26664"/>
                </a:lnTo>
                <a:lnTo>
                  <a:pt x="238240" y="26525"/>
                </a:lnTo>
                <a:lnTo>
                  <a:pt x="238502" y="26396"/>
                </a:lnTo>
                <a:lnTo>
                  <a:pt x="238770" y="26276"/>
                </a:lnTo>
                <a:lnTo>
                  <a:pt x="239044" y="26164"/>
                </a:lnTo>
                <a:lnTo>
                  <a:pt x="239325" y="26061"/>
                </a:lnTo>
                <a:lnTo>
                  <a:pt x="239611" y="25968"/>
                </a:lnTo>
                <a:lnTo>
                  <a:pt x="239904" y="25883"/>
                </a:lnTo>
                <a:lnTo>
                  <a:pt x="240203" y="25807"/>
                </a:lnTo>
                <a:lnTo>
                  <a:pt x="240509" y="25740"/>
                </a:lnTo>
                <a:lnTo>
                  <a:pt x="240820" y="25682"/>
                </a:lnTo>
                <a:lnTo>
                  <a:pt x="241138" y="25633"/>
                </a:lnTo>
                <a:lnTo>
                  <a:pt x="241462" y="25593"/>
                </a:lnTo>
                <a:lnTo>
                  <a:pt x="241792" y="25562"/>
                </a:lnTo>
                <a:lnTo>
                  <a:pt x="242128" y="25539"/>
                </a:lnTo>
                <a:lnTo>
                  <a:pt x="242470" y="25526"/>
                </a:lnTo>
                <a:lnTo>
                  <a:pt x="242819" y="25521"/>
                </a:lnTo>
                <a:lnTo>
                  <a:pt x="243176" y="25526"/>
                </a:lnTo>
                <a:lnTo>
                  <a:pt x="243525" y="25539"/>
                </a:lnTo>
                <a:lnTo>
                  <a:pt x="243868" y="25560"/>
                </a:lnTo>
                <a:lnTo>
                  <a:pt x="244204" y="25590"/>
                </a:lnTo>
                <a:lnTo>
                  <a:pt x="244534" y="25629"/>
                </a:lnTo>
                <a:lnTo>
                  <a:pt x="244857" y="25676"/>
                </a:lnTo>
                <a:lnTo>
                  <a:pt x="245173" y="25732"/>
                </a:lnTo>
                <a:lnTo>
                  <a:pt x="245482" y="25797"/>
                </a:lnTo>
                <a:lnTo>
                  <a:pt x="245785" y="25870"/>
                </a:lnTo>
                <a:lnTo>
                  <a:pt x="246081" y="25952"/>
                </a:lnTo>
                <a:lnTo>
                  <a:pt x="246370" y="26042"/>
                </a:lnTo>
                <a:lnTo>
                  <a:pt x="246653" y="26141"/>
                </a:lnTo>
                <a:lnTo>
                  <a:pt x="246928" y="26249"/>
                </a:lnTo>
                <a:lnTo>
                  <a:pt x="247198" y="26365"/>
                </a:lnTo>
                <a:lnTo>
                  <a:pt x="247460" y="26490"/>
                </a:lnTo>
                <a:lnTo>
                  <a:pt x="247716" y="26623"/>
                </a:lnTo>
                <a:lnTo>
                  <a:pt x="247965" y="26765"/>
                </a:lnTo>
                <a:lnTo>
                  <a:pt x="248207" y="26916"/>
                </a:lnTo>
                <a:lnTo>
                  <a:pt x="248443" y="27075"/>
                </a:lnTo>
                <a:lnTo>
                  <a:pt x="248672" y="27243"/>
                </a:lnTo>
                <a:lnTo>
                  <a:pt x="248894" y="27420"/>
                </a:lnTo>
                <a:lnTo>
                  <a:pt x="249110" y="27605"/>
                </a:lnTo>
                <a:lnTo>
                  <a:pt x="249319" y="27798"/>
                </a:lnTo>
                <a:lnTo>
                  <a:pt x="249521" y="28001"/>
                </a:lnTo>
                <a:lnTo>
                  <a:pt x="249715" y="28211"/>
                </a:lnTo>
                <a:lnTo>
                  <a:pt x="249902" y="28428"/>
                </a:lnTo>
                <a:lnTo>
                  <a:pt x="250080" y="28653"/>
                </a:lnTo>
                <a:lnTo>
                  <a:pt x="250250" y="28885"/>
                </a:lnTo>
                <a:lnTo>
                  <a:pt x="250412" y="29125"/>
                </a:lnTo>
                <a:lnTo>
                  <a:pt x="250565" y="29372"/>
                </a:lnTo>
                <a:lnTo>
                  <a:pt x="250710" y="29626"/>
                </a:lnTo>
                <a:lnTo>
                  <a:pt x="250847" y="29887"/>
                </a:lnTo>
                <a:lnTo>
                  <a:pt x="250975" y="30156"/>
                </a:lnTo>
                <a:lnTo>
                  <a:pt x="251095" y="30432"/>
                </a:lnTo>
                <a:lnTo>
                  <a:pt x="251207" y="30716"/>
                </a:lnTo>
                <a:lnTo>
                  <a:pt x="251311" y="31007"/>
                </a:lnTo>
                <a:lnTo>
                  <a:pt x="251406" y="31305"/>
                </a:lnTo>
                <a:lnTo>
                  <a:pt x="251493" y="31610"/>
                </a:lnTo>
                <a:lnTo>
                  <a:pt x="251572" y="31923"/>
                </a:lnTo>
                <a:lnTo>
                  <a:pt x="251642" y="32243"/>
                </a:lnTo>
                <a:lnTo>
                  <a:pt x="251705" y="32571"/>
                </a:lnTo>
                <a:lnTo>
                  <a:pt x="251758" y="32905"/>
                </a:lnTo>
                <a:lnTo>
                  <a:pt x="251804" y="33247"/>
                </a:lnTo>
                <a:lnTo>
                  <a:pt x="251841" y="33597"/>
                </a:lnTo>
                <a:lnTo>
                  <a:pt x="251870" y="33954"/>
                </a:lnTo>
                <a:lnTo>
                  <a:pt x="251891" y="34318"/>
                </a:lnTo>
                <a:lnTo>
                  <a:pt x="251904" y="34689"/>
                </a:lnTo>
                <a:lnTo>
                  <a:pt x="251908" y="35068"/>
                </a:lnTo>
                <a:lnTo>
                  <a:pt x="251908" y="67016"/>
                </a:lnTo>
                <a:lnTo>
                  <a:pt x="263383" y="67016"/>
                </a:lnTo>
                <a:lnTo>
                  <a:pt x="263383" y="33876"/>
                </a:lnTo>
                <a:lnTo>
                  <a:pt x="263375" y="33185"/>
                </a:lnTo>
                <a:lnTo>
                  <a:pt x="263352" y="32507"/>
                </a:lnTo>
                <a:lnTo>
                  <a:pt x="263314" y="31840"/>
                </a:lnTo>
                <a:lnTo>
                  <a:pt x="263259" y="31185"/>
                </a:lnTo>
                <a:lnTo>
                  <a:pt x="263190" y="30542"/>
                </a:lnTo>
                <a:lnTo>
                  <a:pt x="263105" y="29911"/>
                </a:lnTo>
                <a:lnTo>
                  <a:pt x="263004" y="29291"/>
                </a:lnTo>
                <a:lnTo>
                  <a:pt x="262888" y="28684"/>
                </a:lnTo>
                <a:lnTo>
                  <a:pt x="262757" y="28088"/>
                </a:lnTo>
                <a:lnTo>
                  <a:pt x="262610" y="27504"/>
                </a:lnTo>
                <a:lnTo>
                  <a:pt x="262448" y="26931"/>
                </a:lnTo>
                <a:lnTo>
                  <a:pt x="262270" y="26371"/>
                </a:lnTo>
                <a:lnTo>
                  <a:pt x="262077" y="25822"/>
                </a:lnTo>
                <a:lnTo>
                  <a:pt x="261868" y="25285"/>
                </a:lnTo>
                <a:lnTo>
                  <a:pt x="261644" y="24760"/>
                </a:lnTo>
                <a:lnTo>
                  <a:pt x="261404" y="24246"/>
                </a:lnTo>
                <a:lnTo>
                  <a:pt x="261149" y="23745"/>
                </a:lnTo>
                <a:lnTo>
                  <a:pt x="260878" y="23255"/>
                </a:lnTo>
                <a:lnTo>
                  <a:pt x="260592" y="22777"/>
                </a:lnTo>
                <a:lnTo>
                  <a:pt x="260291" y="22311"/>
                </a:lnTo>
                <a:lnTo>
                  <a:pt x="259974" y="21856"/>
                </a:lnTo>
                <a:lnTo>
                  <a:pt x="259641" y="21414"/>
                </a:lnTo>
                <a:lnTo>
                  <a:pt x="259293" y="20983"/>
                </a:lnTo>
                <a:lnTo>
                  <a:pt x="258930" y="20564"/>
                </a:lnTo>
                <a:lnTo>
                  <a:pt x="258554" y="20159"/>
                </a:lnTo>
                <a:lnTo>
                  <a:pt x="258167" y="19772"/>
                </a:lnTo>
                <a:lnTo>
                  <a:pt x="257770" y="19402"/>
                </a:lnTo>
                <a:lnTo>
                  <a:pt x="257363" y="19049"/>
                </a:lnTo>
                <a:lnTo>
                  <a:pt x="256946" y="18713"/>
                </a:lnTo>
                <a:lnTo>
                  <a:pt x="256518" y="18395"/>
                </a:lnTo>
                <a:lnTo>
                  <a:pt x="256079" y="18094"/>
                </a:lnTo>
                <a:lnTo>
                  <a:pt x="255631" y="17810"/>
                </a:lnTo>
                <a:lnTo>
                  <a:pt x="255172" y="17543"/>
                </a:lnTo>
                <a:lnTo>
                  <a:pt x="254702" y="17293"/>
                </a:lnTo>
                <a:lnTo>
                  <a:pt x="254222" y="17061"/>
                </a:lnTo>
                <a:lnTo>
                  <a:pt x="253732" y="16846"/>
                </a:lnTo>
                <a:lnTo>
                  <a:pt x="253232" y="16648"/>
                </a:lnTo>
                <a:lnTo>
                  <a:pt x="252721" y="16467"/>
                </a:lnTo>
                <a:lnTo>
                  <a:pt x="252200" y="16304"/>
                </a:lnTo>
                <a:lnTo>
                  <a:pt x="251668" y="16157"/>
                </a:lnTo>
                <a:lnTo>
                  <a:pt x="251126" y="16028"/>
                </a:lnTo>
                <a:lnTo>
                  <a:pt x="250574" y="15916"/>
                </a:lnTo>
                <a:lnTo>
                  <a:pt x="250011" y="15822"/>
                </a:lnTo>
                <a:lnTo>
                  <a:pt x="249438" y="15744"/>
                </a:lnTo>
                <a:lnTo>
                  <a:pt x="248855" y="15684"/>
                </a:lnTo>
                <a:lnTo>
                  <a:pt x="248261" y="15641"/>
                </a:lnTo>
                <a:lnTo>
                  <a:pt x="247657" y="15615"/>
                </a:lnTo>
                <a:lnTo>
                  <a:pt x="247043" y="15606"/>
                </a:lnTo>
                <a:lnTo>
                  <a:pt x="246519" y="15612"/>
                </a:lnTo>
                <a:lnTo>
                  <a:pt x="246006" y="15631"/>
                </a:lnTo>
                <a:lnTo>
                  <a:pt x="245501" y="15661"/>
                </a:lnTo>
                <a:lnTo>
                  <a:pt x="245006" y="15703"/>
                </a:lnTo>
                <a:lnTo>
                  <a:pt x="244521" y="15758"/>
                </a:lnTo>
                <a:lnTo>
                  <a:pt x="244045" y="15825"/>
                </a:lnTo>
                <a:lnTo>
                  <a:pt x="243578" y="15903"/>
                </a:lnTo>
                <a:lnTo>
                  <a:pt x="243121" y="15994"/>
                </a:lnTo>
                <a:lnTo>
                  <a:pt x="242673" y="16097"/>
                </a:lnTo>
                <a:lnTo>
                  <a:pt x="242234" y="16212"/>
                </a:lnTo>
                <a:lnTo>
                  <a:pt x="241805" y="16339"/>
                </a:lnTo>
                <a:lnTo>
                  <a:pt x="241385" y="16479"/>
                </a:lnTo>
                <a:lnTo>
                  <a:pt x="240975" y="16630"/>
                </a:lnTo>
                <a:lnTo>
                  <a:pt x="240574" y="16794"/>
                </a:lnTo>
                <a:lnTo>
                  <a:pt x="240182" y="16969"/>
                </a:lnTo>
                <a:lnTo>
                  <a:pt x="239800" y="17157"/>
                </a:lnTo>
                <a:lnTo>
                  <a:pt x="239427" y="17357"/>
                </a:lnTo>
                <a:lnTo>
                  <a:pt x="239064" y="17569"/>
                </a:lnTo>
                <a:lnTo>
                  <a:pt x="238710" y="17793"/>
                </a:lnTo>
                <a:lnTo>
                  <a:pt x="238366" y="18030"/>
                </a:lnTo>
                <a:lnTo>
                  <a:pt x="238030" y="18278"/>
                </a:lnTo>
                <a:lnTo>
                  <a:pt x="237705" y="18539"/>
                </a:lnTo>
                <a:lnTo>
                  <a:pt x="237388" y="18811"/>
                </a:lnTo>
                <a:lnTo>
                  <a:pt x="237082" y="19096"/>
                </a:lnTo>
                <a:lnTo>
                  <a:pt x="236786" y="19391"/>
                </a:lnTo>
                <a:lnTo>
                  <a:pt x="236502" y="19696"/>
                </a:lnTo>
                <a:lnTo>
                  <a:pt x="236232" y="20011"/>
                </a:lnTo>
                <a:lnTo>
                  <a:pt x="235974" y="20335"/>
                </a:lnTo>
                <a:lnTo>
                  <a:pt x="235728" y="20669"/>
                </a:lnTo>
                <a:lnTo>
                  <a:pt x="235495" y="21012"/>
                </a:lnTo>
                <a:lnTo>
                  <a:pt x="235275" y="21365"/>
                </a:lnTo>
                <a:lnTo>
                  <a:pt x="235067" y="21727"/>
                </a:lnTo>
                <a:lnTo>
                  <a:pt x="234872" y="22099"/>
                </a:lnTo>
                <a:lnTo>
                  <a:pt x="234690" y="22481"/>
                </a:lnTo>
                <a:lnTo>
                  <a:pt x="234520" y="22872"/>
                </a:lnTo>
                <a:lnTo>
                  <a:pt x="234363" y="23272"/>
                </a:lnTo>
                <a:lnTo>
                  <a:pt x="234218" y="23683"/>
                </a:lnTo>
                <a:lnTo>
                  <a:pt x="234086" y="24102"/>
                </a:lnTo>
                <a:lnTo>
                  <a:pt x="233966" y="24532"/>
                </a:lnTo>
                <a:lnTo>
                  <a:pt x="233859" y="24971"/>
                </a:lnTo>
                <a:lnTo>
                  <a:pt x="233765" y="25419"/>
                </a:lnTo>
                <a:lnTo>
                  <a:pt x="233683" y="25877"/>
                </a:lnTo>
                <a:lnTo>
                  <a:pt x="233640" y="26163"/>
                </a:lnTo>
                <a:lnTo>
                  <a:pt x="233456" y="26163"/>
                </a:lnTo>
                <a:lnTo>
                  <a:pt x="233456" y="16524"/>
                </a:lnTo>
                <a:lnTo>
                  <a:pt x="222255" y="16524"/>
                </a:lnTo>
                <a:close/>
                <a:moveTo>
                  <a:pt x="299932" y="67775"/>
                </a:moveTo>
                <a:lnTo>
                  <a:pt x="300446" y="67737"/>
                </a:lnTo>
                <a:lnTo>
                  <a:pt x="300954" y="67691"/>
                </a:lnTo>
                <a:lnTo>
                  <a:pt x="301456" y="67636"/>
                </a:lnTo>
                <a:lnTo>
                  <a:pt x="301951" y="67572"/>
                </a:lnTo>
                <a:lnTo>
                  <a:pt x="302440" y="67500"/>
                </a:lnTo>
                <a:lnTo>
                  <a:pt x="302923" y="67420"/>
                </a:lnTo>
                <a:lnTo>
                  <a:pt x="303399" y="67331"/>
                </a:lnTo>
                <a:lnTo>
                  <a:pt x="303869" y="67234"/>
                </a:lnTo>
                <a:lnTo>
                  <a:pt x="304333" y="67129"/>
                </a:lnTo>
                <a:lnTo>
                  <a:pt x="304790" y="67015"/>
                </a:lnTo>
                <a:lnTo>
                  <a:pt x="305240" y="66892"/>
                </a:lnTo>
                <a:lnTo>
                  <a:pt x="305685" y="66761"/>
                </a:lnTo>
                <a:lnTo>
                  <a:pt x="306123" y="66622"/>
                </a:lnTo>
                <a:lnTo>
                  <a:pt x="306554" y="66474"/>
                </a:lnTo>
                <a:lnTo>
                  <a:pt x="306979" y="66318"/>
                </a:lnTo>
                <a:lnTo>
                  <a:pt x="307398" y="66153"/>
                </a:lnTo>
                <a:lnTo>
                  <a:pt x="307811" y="65980"/>
                </a:lnTo>
                <a:lnTo>
                  <a:pt x="308217" y="65798"/>
                </a:lnTo>
                <a:lnTo>
                  <a:pt x="308616" y="65608"/>
                </a:lnTo>
                <a:lnTo>
                  <a:pt x="309010" y="65409"/>
                </a:lnTo>
                <a:lnTo>
                  <a:pt x="309396" y="65203"/>
                </a:lnTo>
                <a:lnTo>
                  <a:pt x="309776" y="64990"/>
                </a:lnTo>
                <a:lnTo>
                  <a:pt x="310148" y="64770"/>
                </a:lnTo>
                <a:lnTo>
                  <a:pt x="310513" y="64542"/>
                </a:lnTo>
                <a:lnTo>
                  <a:pt x="310871" y="64308"/>
                </a:lnTo>
                <a:lnTo>
                  <a:pt x="311222" y="64067"/>
                </a:lnTo>
                <a:lnTo>
                  <a:pt x="311565" y="63818"/>
                </a:lnTo>
                <a:lnTo>
                  <a:pt x="311902" y="63563"/>
                </a:lnTo>
                <a:lnTo>
                  <a:pt x="312231" y="63301"/>
                </a:lnTo>
                <a:lnTo>
                  <a:pt x="312553" y="63031"/>
                </a:lnTo>
                <a:lnTo>
                  <a:pt x="312868" y="62755"/>
                </a:lnTo>
                <a:lnTo>
                  <a:pt x="313176" y="62472"/>
                </a:lnTo>
                <a:lnTo>
                  <a:pt x="313476" y="62181"/>
                </a:lnTo>
                <a:lnTo>
                  <a:pt x="313770" y="61884"/>
                </a:lnTo>
                <a:lnTo>
                  <a:pt x="314056" y="61579"/>
                </a:lnTo>
                <a:lnTo>
                  <a:pt x="314335" y="61268"/>
                </a:lnTo>
                <a:lnTo>
                  <a:pt x="314606" y="60950"/>
                </a:lnTo>
                <a:lnTo>
                  <a:pt x="314871" y="60624"/>
                </a:lnTo>
                <a:lnTo>
                  <a:pt x="315128" y="60292"/>
                </a:lnTo>
                <a:lnTo>
                  <a:pt x="315379" y="59952"/>
                </a:lnTo>
                <a:lnTo>
                  <a:pt x="315622" y="59606"/>
                </a:lnTo>
                <a:lnTo>
                  <a:pt x="315858" y="59252"/>
                </a:lnTo>
                <a:lnTo>
                  <a:pt x="316086" y="58892"/>
                </a:lnTo>
                <a:lnTo>
                  <a:pt x="316308" y="58524"/>
                </a:lnTo>
                <a:lnTo>
                  <a:pt x="316521" y="58151"/>
                </a:lnTo>
                <a:lnTo>
                  <a:pt x="316726" y="57771"/>
                </a:lnTo>
                <a:lnTo>
                  <a:pt x="316921" y="57386"/>
                </a:lnTo>
                <a:lnTo>
                  <a:pt x="317107" y="56995"/>
                </a:lnTo>
                <a:lnTo>
                  <a:pt x="317285" y="56599"/>
                </a:lnTo>
                <a:lnTo>
                  <a:pt x="317453" y="56198"/>
                </a:lnTo>
                <a:lnTo>
                  <a:pt x="317612" y="55790"/>
                </a:lnTo>
                <a:lnTo>
                  <a:pt x="317762" y="55377"/>
                </a:lnTo>
                <a:lnTo>
                  <a:pt x="317902" y="54959"/>
                </a:lnTo>
                <a:lnTo>
                  <a:pt x="318034" y="54535"/>
                </a:lnTo>
                <a:lnTo>
                  <a:pt x="318157" y="54105"/>
                </a:lnTo>
                <a:lnTo>
                  <a:pt x="318270" y="53670"/>
                </a:lnTo>
                <a:lnTo>
                  <a:pt x="318375" y="53229"/>
                </a:lnTo>
                <a:lnTo>
                  <a:pt x="318470" y="52783"/>
                </a:lnTo>
                <a:lnTo>
                  <a:pt x="318557" y="52331"/>
                </a:lnTo>
                <a:lnTo>
                  <a:pt x="318634" y="51873"/>
                </a:lnTo>
                <a:lnTo>
                  <a:pt x="318702" y="51410"/>
                </a:lnTo>
                <a:lnTo>
                  <a:pt x="318761" y="50942"/>
                </a:lnTo>
                <a:lnTo>
                  <a:pt x="318811" y="50467"/>
                </a:lnTo>
                <a:lnTo>
                  <a:pt x="318852" y="49988"/>
                </a:lnTo>
                <a:lnTo>
                  <a:pt x="318884" y="49502"/>
                </a:lnTo>
                <a:lnTo>
                  <a:pt x="318906" y="49011"/>
                </a:lnTo>
                <a:lnTo>
                  <a:pt x="318920" y="48515"/>
                </a:lnTo>
                <a:lnTo>
                  <a:pt x="318925" y="48013"/>
                </a:lnTo>
                <a:lnTo>
                  <a:pt x="318925" y="35436"/>
                </a:lnTo>
                <a:lnTo>
                  <a:pt x="318920" y="34942"/>
                </a:lnTo>
                <a:lnTo>
                  <a:pt x="318906" y="34452"/>
                </a:lnTo>
                <a:lnTo>
                  <a:pt x="318884" y="33968"/>
                </a:lnTo>
                <a:lnTo>
                  <a:pt x="318852" y="33489"/>
                </a:lnTo>
                <a:lnTo>
                  <a:pt x="318811" y="33016"/>
                </a:lnTo>
                <a:lnTo>
                  <a:pt x="318761" y="32547"/>
                </a:lnTo>
                <a:lnTo>
                  <a:pt x="318702" y="32084"/>
                </a:lnTo>
                <a:lnTo>
                  <a:pt x="318634" y="31626"/>
                </a:lnTo>
                <a:lnTo>
                  <a:pt x="318557" y="31174"/>
                </a:lnTo>
                <a:lnTo>
                  <a:pt x="318470" y="30727"/>
                </a:lnTo>
                <a:lnTo>
                  <a:pt x="318375" y="30285"/>
                </a:lnTo>
                <a:lnTo>
                  <a:pt x="318270" y="29848"/>
                </a:lnTo>
                <a:lnTo>
                  <a:pt x="318157" y="29416"/>
                </a:lnTo>
                <a:lnTo>
                  <a:pt x="318034" y="28990"/>
                </a:lnTo>
                <a:lnTo>
                  <a:pt x="317902" y="28569"/>
                </a:lnTo>
                <a:lnTo>
                  <a:pt x="317762" y="28153"/>
                </a:lnTo>
                <a:lnTo>
                  <a:pt x="317612" y="27743"/>
                </a:lnTo>
                <a:lnTo>
                  <a:pt x="317453" y="27338"/>
                </a:lnTo>
                <a:lnTo>
                  <a:pt x="317285" y="26938"/>
                </a:lnTo>
                <a:lnTo>
                  <a:pt x="317107" y="26543"/>
                </a:lnTo>
                <a:lnTo>
                  <a:pt x="316921" y="26154"/>
                </a:lnTo>
                <a:lnTo>
                  <a:pt x="316726" y="25770"/>
                </a:lnTo>
                <a:lnTo>
                  <a:pt x="316521" y="25391"/>
                </a:lnTo>
                <a:lnTo>
                  <a:pt x="316308" y="25017"/>
                </a:lnTo>
                <a:lnTo>
                  <a:pt x="316086" y="24649"/>
                </a:lnTo>
                <a:lnTo>
                  <a:pt x="315858" y="24289"/>
                </a:lnTo>
                <a:lnTo>
                  <a:pt x="315622" y="23935"/>
                </a:lnTo>
                <a:lnTo>
                  <a:pt x="315379" y="23589"/>
                </a:lnTo>
                <a:lnTo>
                  <a:pt x="315128" y="23249"/>
                </a:lnTo>
                <a:lnTo>
                  <a:pt x="314871" y="22917"/>
                </a:lnTo>
                <a:lnTo>
                  <a:pt x="314606" y="22591"/>
                </a:lnTo>
                <a:lnTo>
                  <a:pt x="314335" y="22273"/>
                </a:lnTo>
                <a:lnTo>
                  <a:pt x="314056" y="21961"/>
                </a:lnTo>
                <a:lnTo>
                  <a:pt x="313770" y="21657"/>
                </a:lnTo>
                <a:lnTo>
                  <a:pt x="313476" y="21359"/>
                </a:lnTo>
                <a:lnTo>
                  <a:pt x="313176" y="21069"/>
                </a:lnTo>
                <a:lnTo>
                  <a:pt x="312868" y="20785"/>
                </a:lnTo>
                <a:lnTo>
                  <a:pt x="312553" y="20509"/>
                </a:lnTo>
                <a:lnTo>
                  <a:pt x="312231" y="20240"/>
                </a:lnTo>
                <a:lnTo>
                  <a:pt x="311902" y="19977"/>
                </a:lnTo>
                <a:lnTo>
                  <a:pt x="311565" y="19722"/>
                </a:lnTo>
                <a:lnTo>
                  <a:pt x="311222" y="19474"/>
                </a:lnTo>
                <a:lnTo>
                  <a:pt x="310871" y="19232"/>
                </a:lnTo>
                <a:lnTo>
                  <a:pt x="310513" y="18998"/>
                </a:lnTo>
                <a:lnTo>
                  <a:pt x="310148" y="18771"/>
                </a:lnTo>
                <a:lnTo>
                  <a:pt x="309776" y="18550"/>
                </a:lnTo>
                <a:lnTo>
                  <a:pt x="309396" y="18337"/>
                </a:lnTo>
                <a:lnTo>
                  <a:pt x="309010" y="18131"/>
                </a:lnTo>
                <a:lnTo>
                  <a:pt x="308616" y="17932"/>
                </a:lnTo>
                <a:lnTo>
                  <a:pt x="308217" y="17742"/>
                </a:lnTo>
                <a:lnTo>
                  <a:pt x="307811" y="17560"/>
                </a:lnTo>
                <a:lnTo>
                  <a:pt x="307398" y="17387"/>
                </a:lnTo>
                <a:lnTo>
                  <a:pt x="306979" y="17222"/>
                </a:lnTo>
                <a:lnTo>
                  <a:pt x="306554" y="17066"/>
                </a:lnTo>
                <a:lnTo>
                  <a:pt x="306123" y="16918"/>
                </a:lnTo>
                <a:lnTo>
                  <a:pt x="305685" y="16779"/>
                </a:lnTo>
                <a:lnTo>
                  <a:pt x="305240" y="16648"/>
                </a:lnTo>
                <a:lnTo>
                  <a:pt x="304790" y="16525"/>
                </a:lnTo>
                <a:lnTo>
                  <a:pt x="304333" y="16411"/>
                </a:lnTo>
                <a:lnTo>
                  <a:pt x="303869" y="16306"/>
                </a:lnTo>
                <a:lnTo>
                  <a:pt x="303399" y="16209"/>
                </a:lnTo>
                <a:lnTo>
                  <a:pt x="302923" y="16120"/>
                </a:lnTo>
                <a:lnTo>
                  <a:pt x="302440" y="16040"/>
                </a:lnTo>
                <a:lnTo>
                  <a:pt x="301951" y="15968"/>
                </a:lnTo>
                <a:lnTo>
                  <a:pt x="301456" y="15904"/>
                </a:lnTo>
                <a:lnTo>
                  <a:pt x="300954" y="15850"/>
                </a:lnTo>
                <a:lnTo>
                  <a:pt x="300446" y="15803"/>
                </a:lnTo>
                <a:lnTo>
                  <a:pt x="299932" y="15765"/>
                </a:lnTo>
                <a:lnTo>
                  <a:pt x="299411" y="15735"/>
                </a:lnTo>
                <a:lnTo>
                  <a:pt x="298884" y="15714"/>
                </a:lnTo>
                <a:lnTo>
                  <a:pt x="298350" y="15702"/>
                </a:lnTo>
                <a:lnTo>
                  <a:pt x="297810" y="15697"/>
                </a:lnTo>
                <a:lnTo>
                  <a:pt x="297278" y="15702"/>
                </a:lnTo>
                <a:lnTo>
                  <a:pt x="296751" y="15714"/>
                </a:lnTo>
                <a:lnTo>
                  <a:pt x="296230" y="15735"/>
                </a:lnTo>
                <a:lnTo>
                  <a:pt x="295715" y="15765"/>
                </a:lnTo>
                <a:lnTo>
                  <a:pt x="295206" y="15803"/>
                </a:lnTo>
                <a:lnTo>
                  <a:pt x="294703" y="15850"/>
                </a:lnTo>
                <a:lnTo>
                  <a:pt x="294206" y="15904"/>
                </a:lnTo>
                <a:lnTo>
                  <a:pt x="293714" y="15968"/>
                </a:lnTo>
                <a:lnTo>
                  <a:pt x="293229" y="16040"/>
                </a:lnTo>
                <a:lnTo>
                  <a:pt x="292749" y="16120"/>
                </a:lnTo>
                <a:lnTo>
                  <a:pt x="292276" y="16209"/>
                </a:lnTo>
                <a:lnTo>
                  <a:pt x="291808" y="16306"/>
                </a:lnTo>
                <a:lnTo>
                  <a:pt x="291346" y="16411"/>
                </a:lnTo>
                <a:lnTo>
                  <a:pt x="290890" y="16525"/>
                </a:lnTo>
                <a:lnTo>
                  <a:pt x="290440" y="16648"/>
                </a:lnTo>
                <a:lnTo>
                  <a:pt x="289996" y="16779"/>
                </a:lnTo>
                <a:lnTo>
                  <a:pt x="289558" y="16918"/>
                </a:lnTo>
                <a:lnTo>
                  <a:pt x="289126" y="17066"/>
                </a:lnTo>
                <a:lnTo>
                  <a:pt x="288699" y="17222"/>
                </a:lnTo>
                <a:lnTo>
                  <a:pt x="288279" y="17387"/>
                </a:lnTo>
                <a:lnTo>
                  <a:pt x="287864" y="17560"/>
                </a:lnTo>
                <a:lnTo>
                  <a:pt x="287455" y="17742"/>
                </a:lnTo>
                <a:lnTo>
                  <a:pt x="287052" y="17932"/>
                </a:lnTo>
                <a:lnTo>
                  <a:pt x="286656" y="18131"/>
                </a:lnTo>
                <a:lnTo>
                  <a:pt x="286265" y="18337"/>
                </a:lnTo>
                <a:lnTo>
                  <a:pt x="285882" y="18550"/>
                </a:lnTo>
                <a:lnTo>
                  <a:pt x="285507" y="18771"/>
                </a:lnTo>
                <a:lnTo>
                  <a:pt x="285138" y="18998"/>
                </a:lnTo>
                <a:lnTo>
                  <a:pt x="284777" y="19232"/>
                </a:lnTo>
                <a:lnTo>
                  <a:pt x="284424" y="19474"/>
                </a:lnTo>
                <a:lnTo>
                  <a:pt x="284077" y="19722"/>
                </a:lnTo>
                <a:lnTo>
                  <a:pt x="283738" y="19977"/>
                </a:lnTo>
                <a:lnTo>
                  <a:pt x="283407" y="20240"/>
                </a:lnTo>
                <a:lnTo>
                  <a:pt x="283082" y="20509"/>
                </a:lnTo>
                <a:lnTo>
                  <a:pt x="282765" y="20785"/>
                </a:lnTo>
                <a:lnTo>
                  <a:pt x="282456" y="21069"/>
                </a:lnTo>
                <a:lnTo>
                  <a:pt x="282153" y="21359"/>
                </a:lnTo>
                <a:lnTo>
                  <a:pt x="281858" y="21657"/>
                </a:lnTo>
                <a:lnTo>
                  <a:pt x="281571" y="21961"/>
                </a:lnTo>
                <a:lnTo>
                  <a:pt x="281290" y="22273"/>
                </a:lnTo>
                <a:lnTo>
                  <a:pt x="281017" y="22591"/>
                </a:lnTo>
                <a:lnTo>
                  <a:pt x="280751" y="22917"/>
                </a:lnTo>
                <a:lnTo>
                  <a:pt x="280493" y="23249"/>
                </a:lnTo>
                <a:lnTo>
                  <a:pt x="280242" y="23589"/>
                </a:lnTo>
                <a:lnTo>
                  <a:pt x="279998" y="23935"/>
                </a:lnTo>
                <a:lnTo>
                  <a:pt x="279762" y="24289"/>
                </a:lnTo>
                <a:lnTo>
                  <a:pt x="279533" y="24649"/>
                </a:lnTo>
                <a:lnTo>
                  <a:pt x="279311" y="25017"/>
                </a:lnTo>
                <a:lnTo>
                  <a:pt x="279098" y="25391"/>
                </a:lnTo>
                <a:lnTo>
                  <a:pt x="278893" y="25770"/>
                </a:lnTo>
                <a:lnTo>
                  <a:pt x="278698" y="26155"/>
                </a:lnTo>
                <a:lnTo>
                  <a:pt x="278512" y="26546"/>
                </a:lnTo>
                <a:lnTo>
                  <a:pt x="278335" y="26942"/>
                </a:lnTo>
                <a:lnTo>
                  <a:pt x="278167" y="27343"/>
                </a:lnTo>
                <a:lnTo>
                  <a:pt x="278008" y="27751"/>
                </a:lnTo>
                <a:lnTo>
                  <a:pt x="277858" y="28163"/>
                </a:lnTo>
                <a:lnTo>
                  <a:pt x="277717" y="28582"/>
                </a:lnTo>
                <a:lnTo>
                  <a:pt x="277586" y="29006"/>
                </a:lnTo>
                <a:lnTo>
                  <a:pt x="277463" y="29435"/>
                </a:lnTo>
                <a:lnTo>
                  <a:pt x="277350" y="29871"/>
                </a:lnTo>
                <a:lnTo>
                  <a:pt x="277245" y="30311"/>
                </a:lnTo>
                <a:lnTo>
                  <a:pt x="277150" y="30758"/>
                </a:lnTo>
                <a:lnTo>
                  <a:pt x="277064" y="31209"/>
                </a:lnTo>
                <a:lnTo>
                  <a:pt x="276986" y="31667"/>
                </a:lnTo>
                <a:lnTo>
                  <a:pt x="276918" y="32130"/>
                </a:lnTo>
                <a:lnTo>
                  <a:pt x="276859" y="32599"/>
                </a:lnTo>
                <a:lnTo>
                  <a:pt x="276809" y="33073"/>
                </a:lnTo>
                <a:lnTo>
                  <a:pt x="276768" y="33552"/>
                </a:lnTo>
                <a:lnTo>
                  <a:pt x="276737" y="34038"/>
                </a:lnTo>
                <a:lnTo>
                  <a:pt x="276714" y="34529"/>
                </a:lnTo>
                <a:lnTo>
                  <a:pt x="276700" y="35025"/>
                </a:lnTo>
                <a:lnTo>
                  <a:pt x="276696" y="35527"/>
                </a:lnTo>
                <a:lnTo>
                  <a:pt x="276696" y="48013"/>
                </a:lnTo>
                <a:lnTo>
                  <a:pt x="276700" y="48515"/>
                </a:lnTo>
                <a:lnTo>
                  <a:pt x="276714" y="49011"/>
                </a:lnTo>
                <a:lnTo>
                  <a:pt x="276737" y="49502"/>
                </a:lnTo>
                <a:lnTo>
                  <a:pt x="276768" y="49988"/>
                </a:lnTo>
                <a:lnTo>
                  <a:pt x="276809" y="50467"/>
                </a:lnTo>
                <a:lnTo>
                  <a:pt x="276859" y="50942"/>
                </a:lnTo>
                <a:lnTo>
                  <a:pt x="276918" y="51410"/>
                </a:lnTo>
                <a:lnTo>
                  <a:pt x="276986" y="51873"/>
                </a:lnTo>
                <a:lnTo>
                  <a:pt x="277064" y="52331"/>
                </a:lnTo>
                <a:lnTo>
                  <a:pt x="277150" y="52783"/>
                </a:lnTo>
                <a:lnTo>
                  <a:pt x="277245" y="53229"/>
                </a:lnTo>
                <a:lnTo>
                  <a:pt x="277350" y="53670"/>
                </a:lnTo>
                <a:lnTo>
                  <a:pt x="277463" y="54105"/>
                </a:lnTo>
                <a:lnTo>
                  <a:pt x="277586" y="54535"/>
                </a:lnTo>
                <a:lnTo>
                  <a:pt x="277717" y="54959"/>
                </a:lnTo>
                <a:lnTo>
                  <a:pt x="277858" y="55377"/>
                </a:lnTo>
                <a:lnTo>
                  <a:pt x="278008" y="55790"/>
                </a:lnTo>
                <a:lnTo>
                  <a:pt x="278167" y="56198"/>
                </a:lnTo>
                <a:lnTo>
                  <a:pt x="278335" y="56599"/>
                </a:lnTo>
                <a:lnTo>
                  <a:pt x="278512" y="56995"/>
                </a:lnTo>
                <a:lnTo>
                  <a:pt x="278698" y="57386"/>
                </a:lnTo>
                <a:lnTo>
                  <a:pt x="278893" y="57771"/>
                </a:lnTo>
                <a:lnTo>
                  <a:pt x="279098" y="58151"/>
                </a:lnTo>
                <a:lnTo>
                  <a:pt x="279311" y="58524"/>
                </a:lnTo>
                <a:lnTo>
                  <a:pt x="279533" y="58892"/>
                </a:lnTo>
                <a:lnTo>
                  <a:pt x="279762" y="59252"/>
                </a:lnTo>
                <a:lnTo>
                  <a:pt x="279998" y="59606"/>
                </a:lnTo>
                <a:lnTo>
                  <a:pt x="280242" y="59952"/>
                </a:lnTo>
                <a:lnTo>
                  <a:pt x="280493" y="60292"/>
                </a:lnTo>
                <a:lnTo>
                  <a:pt x="280751" y="60624"/>
                </a:lnTo>
                <a:lnTo>
                  <a:pt x="281017" y="60950"/>
                </a:lnTo>
                <a:lnTo>
                  <a:pt x="281290" y="61268"/>
                </a:lnTo>
                <a:lnTo>
                  <a:pt x="281571" y="61579"/>
                </a:lnTo>
                <a:lnTo>
                  <a:pt x="281858" y="61884"/>
                </a:lnTo>
                <a:lnTo>
                  <a:pt x="282153" y="62181"/>
                </a:lnTo>
                <a:lnTo>
                  <a:pt x="282456" y="62472"/>
                </a:lnTo>
                <a:lnTo>
                  <a:pt x="282765" y="62755"/>
                </a:lnTo>
                <a:lnTo>
                  <a:pt x="283082" y="63031"/>
                </a:lnTo>
                <a:lnTo>
                  <a:pt x="283407" y="63301"/>
                </a:lnTo>
                <a:lnTo>
                  <a:pt x="283738" y="63563"/>
                </a:lnTo>
                <a:lnTo>
                  <a:pt x="284077" y="63818"/>
                </a:lnTo>
                <a:lnTo>
                  <a:pt x="284424" y="64067"/>
                </a:lnTo>
                <a:lnTo>
                  <a:pt x="284777" y="64308"/>
                </a:lnTo>
                <a:lnTo>
                  <a:pt x="285138" y="64542"/>
                </a:lnTo>
                <a:lnTo>
                  <a:pt x="285507" y="64770"/>
                </a:lnTo>
                <a:lnTo>
                  <a:pt x="285882" y="64990"/>
                </a:lnTo>
                <a:lnTo>
                  <a:pt x="286265" y="65203"/>
                </a:lnTo>
                <a:lnTo>
                  <a:pt x="286656" y="65409"/>
                </a:lnTo>
                <a:lnTo>
                  <a:pt x="287052" y="65608"/>
                </a:lnTo>
                <a:lnTo>
                  <a:pt x="287455" y="65798"/>
                </a:lnTo>
                <a:lnTo>
                  <a:pt x="287864" y="65980"/>
                </a:lnTo>
                <a:lnTo>
                  <a:pt x="288279" y="66153"/>
                </a:lnTo>
                <a:lnTo>
                  <a:pt x="288699" y="66318"/>
                </a:lnTo>
                <a:lnTo>
                  <a:pt x="289126" y="66474"/>
                </a:lnTo>
                <a:lnTo>
                  <a:pt x="289558" y="66622"/>
                </a:lnTo>
                <a:lnTo>
                  <a:pt x="289996" y="66761"/>
                </a:lnTo>
                <a:lnTo>
                  <a:pt x="290440" y="66892"/>
                </a:lnTo>
                <a:lnTo>
                  <a:pt x="290890" y="67015"/>
                </a:lnTo>
                <a:lnTo>
                  <a:pt x="291346" y="67129"/>
                </a:lnTo>
                <a:lnTo>
                  <a:pt x="291808" y="67234"/>
                </a:lnTo>
                <a:lnTo>
                  <a:pt x="292276" y="67331"/>
                </a:lnTo>
                <a:lnTo>
                  <a:pt x="292749" y="67420"/>
                </a:lnTo>
                <a:lnTo>
                  <a:pt x="293229" y="67500"/>
                </a:lnTo>
                <a:lnTo>
                  <a:pt x="293714" y="67572"/>
                </a:lnTo>
                <a:lnTo>
                  <a:pt x="294206" y="67636"/>
                </a:lnTo>
                <a:lnTo>
                  <a:pt x="294703" y="67691"/>
                </a:lnTo>
                <a:lnTo>
                  <a:pt x="295206" y="67737"/>
                </a:lnTo>
                <a:lnTo>
                  <a:pt x="295715" y="67775"/>
                </a:lnTo>
                <a:lnTo>
                  <a:pt x="296230" y="67805"/>
                </a:lnTo>
                <a:lnTo>
                  <a:pt x="296751" y="67826"/>
                </a:lnTo>
                <a:lnTo>
                  <a:pt x="297278" y="67838"/>
                </a:lnTo>
                <a:lnTo>
                  <a:pt x="297810" y="67843"/>
                </a:lnTo>
                <a:lnTo>
                  <a:pt x="298350" y="67838"/>
                </a:lnTo>
                <a:lnTo>
                  <a:pt x="298884" y="67826"/>
                </a:lnTo>
                <a:lnTo>
                  <a:pt x="299411" y="67805"/>
                </a:lnTo>
                <a:lnTo>
                  <a:pt x="299932" y="67775"/>
                </a:lnTo>
                <a:close/>
                <a:moveTo>
                  <a:pt x="296364" y="57765"/>
                </a:moveTo>
                <a:lnTo>
                  <a:pt x="296020" y="57726"/>
                </a:lnTo>
                <a:lnTo>
                  <a:pt x="295682" y="57677"/>
                </a:lnTo>
                <a:lnTo>
                  <a:pt x="295350" y="57620"/>
                </a:lnTo>
                <a:lnTo>
                  <a:pt x="295026" y="57555"/>
                </a:lnTo>
                <a:lnTo>
                  <a:pt x="294708" y="57480"/>
                </a:lnTo>
                <a:lnTo>
                  <a:pt x="294397" y="57397"/>
                </a:lnTo>
                <a:lnTo>
                  <a:pt x="294092" y="57305"/>
                </a:lnTo>
                <a:lnTo>
                  <a:pt x="293794" y="57204"/>
                </a:lnTo>
                <a:lnTo>
                  <a:pt x="293503" y="57095"/>
                </a:lnTo>
                <a:lnTo>
                  <a:pt x="293218" y="56976"/>
                </a:lnTo>
                <a:lnTo>
                  <a:pt x="292941" y="56849"/>
                </a:lnTo>
                <a:lnTo>
                  <a:pt x="292670" y="56713"/>
                </a:lnTo>
                <a:lnTo>
                  <a:pt x="292405" y="56569"/>
                </a:lnTo>
                <a:lnTo>
                  <a:pt x="292147" y="56415"/>
                </a:lnTo>
                <a:lnTo>
                  <a:pt x="291896" y="56253"/>
                </a:lnTo>
                <a:lnTo>
                  <a:pt x="291652" y="56082"/>
                </a:lnTo>
                <a:lnTo>
                  <a:pt x="291414" y="55903"/>
                </a:lnTo>
                <a:lnTo>
                  <a:pt x="291184" y="55714"/>
                </a:lnTo>
                <a:lnTo>
                  <a:pt x="290959" y="55517"/>
                </a:lnTo>
                <a:lnTo>
                  <a:pt x="290742" y="55311"/>
                </a:lnTo>
                <a:lnTo>
                  <a:pt x="290532" y="55097"/>
                </a:lnTo>
                <a:lnTo>
                  <a:pt x="290331" y="54875"/>
                </a:lnTo>
                <a:lnTo>
                  <a:pt x="290139" y="54645"/>
                </a:lnTo>
                <a:lnTo>
                  <a:pt x="289956" y="54407"/>
                </a:lnTo>
                <a:lnTo>
                  <a:pt x="289782" y="54162"/>
                </a:lnTo>
                <a:lnTo>
                  <a:pt x="289617" y="53908"/>
                </a:lnTo>
                <a:lnTo>
                  <a:pt x="289461" y="53647"/>
                </a:lnTo>
                <a:lnTo>
                  <a:pt x="289314" y="53378"/>
                </a:lnTo>
                <a:lnTo>
                  <a:pt x="289175" y="53101"/>
                </a:lnTo>
                <a:lnTo>
                  <a:pt x="289046" y="52817"/>
                </a:lnTo>
                <a:lnTo>
                  <a:pt x="288925" y="52524"/>
                </a:lnTo>
                <a:lnTo>
                  <a:pt x="288814" y="52224"/>
                </a:lnTo>
                <a:lnTo>
                  <a:pt x="288711" y="51916"/>
                </a:lnTo>
                <a:lnTo>
                  <a:pt x="288617" y="51600"/>
                </a:lnTo>
                <a:lnTo>
                  <a:pt x="288533" y="51277"/>
                </a:lnTo>
                <a:lnTo>
                  <a:pt x="288457" y="50945"/>
                </a:lnTo>
                <a:lnTo>
                  <a:pt x="288390" y="50606"/>
                </a:lnTo>
                <a:lnTo>
                  <a:pt x="288332" y="50259"/>
                </a:lnTo>
                <a:lnTo>
                  <a:pt x="288283" y="49904"/>
                </a:lnTo>
                <a:lnTo>
                  <a:pt x="288243" y="49542"/>
                </a:lnTo>
                <a:lnTo>
                  <a:pt x="288211" y="49171"/>
                </a:lnTo>
                <a:lnTo>
                  <a:pt x="288189" y="48793"/>
                </a:lnTo>
                <a:lnTo>
                  <a:pt x="288176" y="48407"/>
                </a:lnTo>
                <a:lnTo>
                  <a:pt x="288171" y="48013"/>
                </a:lnTo>
                <a:lnTo>
                  <a:pt x="288171" y="35527"/>
                </a:lnTo>
                <a:lnTo>
                  <a:pt x="288176" y="35126"/>
                </a:lnTo>
                <a:lnTo>
                  <a:pt x="288189" y="34733"/>
                </a:lnTo>
                <a:lnTo>
                  <a:pt x="288211" y="34348"/>
                </a:lnTo>
                <a:lnTo>
                  <a:pt x="288243" y="33972"/>
                </a:lnTo>
                <a:lnTo>
                  <a:pt x="288283" y="33604"/>
                </a:lnTo>
                <a:lnTo>
                  <a:pt x="288332" y="33244"/>
                </a:lnTo>
                <a:lnTo>
                  <a:pt x="288390" y="32892"/>
                </a:lnTo>
                <a:lnTo>
                  <a:pt x="288457" y="32549"/>
                </a:lnTo>
                <a:lnTo>
                  <a:pt x="288533" y="32214"/>
                </a:lnTo>
                <a:lnTo>
                  <a:pt x="288617" y="31888"/>
                </a:lnTo>
                <a:lnTo>
                  <a:pt x="288711" y="31569"/>
                </a:lnTo>
                <a:lnTo>
                  <a:pt x="288814" y="31259"/>
                </a:lnTo>
                <a:lnTo>
                  <a:pt x="288925" y="30957"/>
                </a:lnTo>
                <a:lnTo>
                  <a:pt x="289046" y="30664"/>
                </a:lnTo>
                <a:lnTo>
                  <a:pt x="289175" y="30378"/>
                </a:lnTo>
                <a:lnTo>
                  <a:pt x="289314" y="30102"/>
                </a:lnTo>
                <a:lnTo>
                  <a:pt x="289461" y="29833"/>
                </a:lnTo>
                <a:lnTo>
                  <a:pt x="289617" y="29572"/>
                </a:lnTo>
                <a:lnTo>
                  <a:pt x="289782" y="29320"/>
                </a:lnTo>
                <a:lnTo>
                  <a:pt x="289956" y="29077"/>
                </a:lnTo>
                <a:lnTo>
                  <a:pt x="290139" y="28841"/>
                </a:lnTo>
                <a:lnTo>
                  <a:pt x="290331" y="28614"/>
                </a:lnTo>
                <a:lnTo>
                  <a:pt x="290532" y="28395"/>
                </a:lnTo>
                <a:lnTo>
                  <a:pt x="290742" y="28184"/>
                </a:lnTo>
                <a:lnTo>
                  <a:pt x="290959" y="27982"/>
                </a:lnTo>
                <a:lnTo>
                  <a:pt x="291184" y="27788"/>
                </a:lnTo>
                <a:lnTo>
                  <a:pt x="291414" y="27603"/>
                </a:lnTo>
                <a:lnTo>
                  <a:pt x="291652" y="27427"/>
                </a:lnTo>
                <a:lnTo>
                  <a:pt x="291896" y="27259"/>
                </a:lnTo>
                <a:lnTo>
                  <a:pt x="292147" y="27100"/>
                </a:lnTo>
                <a:lnTo>
                  <a:pt x="292405" y="26949"/>
                </a:lnTo>
                <a:lnTo>
                  <a:pt x="292670" y="26807"/>
                </a:lnTo>
                <a:lnTo>
                  <a:pt x="292941" y="26673"/>
                </a:lnTo>
                <a:lnTo>
                  <a:pt x="293218" y="26549"/>
                </a:lnTo>
                <a:lnTo>
                  <a:pt x="293503" y="26432"/>
                </a:lnTo>
                <a:lnTo>
                  <a:pt x="293794" y="26325"/>
                </a:lnTo>
                <a:lnTo>
                  <a:pt x="294092" y="26226"/>
                </a:lnTo>
                <a:lnTo>
                  <a:pt x="294397" y="26135"/>
                </a:lnTo>
                <a:lnTo>
                  <a:pt x="294708" y="26054"/>
                </a:lnTo>
                <a:lnTo>
                  <a:pt x="295026" y="25980"/>
                </a:lnTo>
                <a:lnTo>
                  <a:pt x="295350" y="25916"/>
                </a:lnTo>
                <a:lnTo>
                  <a:pt x="295682" y="25860"/>
                </a:lnTo>
                <a:lnTo>
                  <a:pt x="296020" y="25812"/>
                </a:lnTo>
                <a:lnTo>
                  <a:pt x="296364" y="25774"/>
                </a:lnTo>
                <a:lnTo>
                  <a:pt x="296716" y="25744"/>
                </a:lnTo>
                <a:lnTo>
                  <a:pt x="297074" y="25722"/>
                </a:lnTo>
                <a:lnTo>
                  <a:pt x="297439" y="25709"/>
                </a:lnTo>
                <a:lnTo>
                  <a:pt x="297810" y="25705"/>
                </a:lnTo>
                <a:lnTo>
                  <a:pt x="298189" y="25709"/>
                </a:lnTo>
                <a:lnTo>
                  <a:pt x="298561" y="25722"/>
                </a:lnTo>
                <a:lnTo>
                  <a:pt x="298926" y="25744"/>
                </a:lnTo>
                <a:lnTo>
                  <a:pt x="299283" y="25774"/>
                </a:lnTo>
                <a:lnTo>
                  <a:pt x="299633" y="25812"/>
                </a:lnTo>
                <a:lnTo>
                  <a:pt x="299976" y="25860"/>
                </a:lnTo>
                <a:lnTo>
                  <a:pt x="300312" y="25916"/>
                </a:lnTo>
                <a:lnTo>
                  <a:pt x="300641" y="25980"/>
                </a:lnTo>
                <a:lnTo>
                  <a:pt x="300962" y="26054"/>
                </a:lnTo>
                <a:lnTo>
                  <a:pt x="301277" y="26135"/>
                </a:lnTo>
                <a:lnTo>
                  <a:pt x="301584" y="26226"/>
                </a:lnTo>
                <a:lnTo>
                  <a:pt x="301884" y="26325"/>
                </a:lnTo>
                <a:lnTo>
                  <a:pt x="302177" y="26432"/>
                </a:lnTo>
                <a:lnTo>
                  <a:pt x="302463" y="26549"/>
                </a:lnTo>
                <a:lnTo>
                  <a:pt x="302741" y="26673"/>
                </a:lnTo>
                <a:lnTo>
                  <a:pt x="303012" y="26807"/>
                </a:lnTo>
                <a:lnTo>
                  <a:pt x="303277" y="26949"/>
                </a:lnTo>
                <a:lnTo>
                  <a:pt x="303534" y="27100"/>
                </a:lnTo>
                <a:lnTo>
                  <a:pt x="303783" y="27259"/>
                </a:lnTo>
                <a:lnTo>
                  <a:pt x="304026" y="27427"/>
                </a:lnTo>
                <a:lnTo>
                  <a:pt x="304262" y="27603"/>
                </a:lnTo>
                <a:lnTo>
                  <a:pt x="304490" y="27788"/>
                </a:lnTo>
                <a:lnTo>
                  <a:pt x="304711" y="27982"/>
                </a:lnTo>
                <a:lnTo>
                  <a:pt x="304925" y="28184"/>
                </a:lnTo>
                <a:lnTo>
                  <a:pt x="305131" y="28395"/>
                </a:lnTo>
                <a:lnTo>
                  <a:pt x="305328" y="28614"/>
                </a:lnTo>
                <a:lnTo>
                  <a:pt x="305517" y="28841"/>
                </a:lnTo>
                <a:lnTo>
                  <a:pt x="305696" y="29077"/>
                </a:lnTo>
                <a:lnTo>
                  <a:pt x="305867" y="29320"/>
                </a:lnTo>
                <a:lnTo>
                  <a:pt x="306029" y="29572"/>
                </a:lnTo>
                <a:lnTo>
                  <a:pt x="306183" y="29833"/>
                </a:lnTo>
                <a:lnTo>
                  <a:pt x="306327" y="30102"/>
                </a:lnTo>
                <a:lnTo>
                  <a:pt x="306463" y="30378"/>
                </a:lnTo>
                <a:lnTo>
                  <a:pt x="306590" y="30664"/>
                </a:lnTo>
                <a:lnTo>
                  <a:pt x="306709" y="30957"/>
                </a:lnTo>
                <a:lnTo>
                  <a:pt x="306818" y="31259"/>
                </a:lnTo>
                <a:lnTo>
                  <a:pt x="306919" y="31569"/>
                </a:lnTo>
                <a:lnTo>
                  <a:pt x="307011" y="31888"/>
                </a:lnTo>
                <a:lnTo>
                  <a:pt x="307094" y="32214"/>
                </a:lnTo>
                <a:lnTo>
                  <a:pt x="307169" y="32549"/>
                </a:lnTo>
                <a:lnTo>
                  <a:pt x="307234" y="32892"/>
                </a:lnTo>
                <a:lnTo>
                  <a:pt x="307291" y="33244"/>
                </a:lnTo>
                <a:lnTo>
                  <a:pt x="307340" y="33604"/>
                </a:lnTo>
                <a:lnTo>
                  <a:pt x="307379" y="33972"/>
                </a:lnTo>
                <a:lnTo>
                  <a:pt x="307410" y="34348"/>
                </a:lnTo>
                <a:lnTo>
                  <a:pt x="307432" y="34733"/>
                </a:lnTo>
                <a:lnTo>
                  <a:pt x="307445" y="35126"/>
                </a:lnTo>
                <a:lnTo>
                  <a:pt x="307449" y="35527"/>
                </a:lnTo>
                <a:lnTo>
                  <a:pt x="307449" y="48013"/>
                </a:lnTo>
                <a:lnTo>
                  <a:pt x="307445" y="48407"/>
                </a:lnTo>
                <a:lnTo>
                  <a:pt x="307432" y="48793"/>
                </a:lnTo>
                <a:lnTo>
                  <a:pt x="307410" y="49171"/>
                </a:lnTo>
                <a:lnTo>
                  <a:pt x="307379" y="49542"/>
                </a:lnTo>
                <a:lnTo>
                  <a:pt x="307340" y="49904"/>
                </a:lnTo>
                <a:lnTo>
                  <a:pt x="307291" y="50259"/>
                </a:lnTo>
                <a:lnTo>
                  <a:pt x="307234" y="50606"/>
                </a:lnTo>
                <a:lnTo>
                  <a:pt x="307169" y="50945"/>
                </a:lnTo>
                <a:lnTo>
                  <a:pt x="307094" y="51277"/>
                </a:lnTo>
                <a:lnTo>
                  <a:pt x="307011" y="51600"/>
                </a:lnTo>
                <a:lnTo>
                  <a:pt x="306919" y="51916"/>
                </a:lnTo>
                <a:lnTo>
                  <a:pt x="306818" y="52224"/>
                </a:lnTo>
                <a:lnTo>
                  <a:pt x="306709" y="52524"/>
                </a:lnTo>
                <a:lnTo>
                  <a:pt x="306590" y="52817"/>
                </a:lnTo>
                <a:lnTo>
                  <a:pt x="306463" y="53101"/>
                </a:lnTo>
                <a:lnTo>
                  <a:pt x="306327" y="53378"/>
                </a:lnTo>
                <a:lnTo>
                  <a:pt x="306183" y="53647"/>
                </a:lnTo>
                <a:lnTo>
                  <a:pt x="306029" y="53908"/>
                </a:lnTo>
                <a:lnTo>
                  <a:pt x="305867" y="54162"/>
                </a:lnTo>
                <a:lnTo>
                  <a:pt x="305696" y="54407"/>
                </a:lnTo>
                <a:lnTo>
                  <a:pt x="305517" y="54645"/>
                </a:lnTo>
                <a:lnTo>
                  <a:pt x="305328" y="54875"/>
                </a:lnTo>
                <a:lnTo>
                  <a:pt x="305131" y="55097"/>
                </a:lnTo>
                <a:lnTo>
                  <a:pt x="304925" y="55311"/>
                </a:lnTo>
                <a:lnTo>
                  <a:pt x="304711" y="55517"/>
                </a:lnTo>
                <a:lnTo>
                  <a:pt x="304490" y="55714"/>
                </a:lnTo>
                <a:lnTo>
                  <a:pt x="304262" y="55903"/>
                </a:lnTo>
                <a:lnTo>
                  <a:pt x="304026" y="56082"/>
                </a:lnTo>
                <a:lnTo>
                  <a:pt x="303783" y="56253"/>
                </a:lnTo>
                <a:lnTo>
                  <a:pt x="303534" y="56415"/>
                </a:lnTo>
                <a:lnTo>
                  <a:pt x="303277" y="56569"/>
                </a:lnTo>
                <a:lnTo>
                  <a:pt x="303012" y="56713"/>
                </a:lnTo>
                <a:lnTo>
                  <a:pt x="302741" y="56849"/>
                </a:lnTo>
                <a:lnTo>
                  <a:pt x="302463" y="56976"/>
                </a:lnTo>
                <a:lnTo>
                  <a:pt x="302177" y="57095"/>
                </a:lnTo>
                <a:lnTo>
                  <a:pt x="301884" y="57204"/>
                </a:lnTo>
                <a:lnTo>
                  <a:pt x="301584" y="57305"/>
                </a:lnTo>
                <a:lnTo>
                  <a:pt x="301277" y="57397"/>
                </a:lnTo>
                <a:lnTo>
                  <a:pt x="300962" y="57480"/>
                </a:lnTo>
                <a:lnTo>
                  <a:pt x="300641" y="57555"/>
                </a:lnTo>
                <a:lnTo>
                  <a:pt x="300312" y="57620"/>
                </a:lnTo>
                <a:lnTo>
                  <a:pt x="299976" y="57677"/>
                </a:lnTo>
                <a:lnTo>
                  <a:pt x="299633" y="57726"/>
                </a:lnTo>
                <a:lnTo>
                  <a:pt x="299283" y="57765"/>
                </a:lnTo>
                <a:lnTo>
                  <a:pt x="298926" y="57796"/>
                </a:lnTo>
                <a:lnTo>
                  <a:pt x="298561" y="57818"/>
                </a:lnTo>
                <a:lnTo>
                  <a:pt x="298189" y="57831"/>
                </a:lnTo>
                <a:lnTo>
                  <a:pt x="297810" y="57835"/>
                </a:lnTo>
                <a:lnTo>
                  <a:pt x="297439" y="57831"/>
                </a:lnTo>
                <a:lnTo>
                  <a:pt x="297074" y="57818"/>
                </a:lnTo>
                <a:lnTo>
                  <a:pt x="296716" y="57796"/>
                </a:lnTo>
                <a:lnTo>
                  <a:pt x="296364" y="57765"/>
                </a:lnTo>
                <a:close/>
              </a:path>
            </a:pathLst>
          </a:custGeom>
          <a:solidFill xmlns:a="http://schemas.openxmlformats.org/drawingml/2006/main">
            <a:srgbClr val="0550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Text name:">
            <a:extLst xmlns:a="http://schemas.openxmlformats.org/drawingml/2006/main">
              <a:ext uri="{FF2B5EF4-FFF2-40B4-BE49-F238E27FC236}">
                <a16:creationId xmlns:a16="http://schemas.microsoft.com/office/drawing/2014/main" id="{7EF552DC-FED9-4045-80D9-6DD776EC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450" y="4402765"/>
            <a:ext cx="249339" cy="52327"/>
          </a:xfrm>
          <a:custGeom xmlns:a="http://schemas.openxmlformats.org/drawingml/2006/main">
            <a:pathLst>
              <a:path w="249339" h="52327">
                <a:moveTo>
                  <a:pt x="0" y="51410"/>
                </a:moveTo>
                <a:lnTo>
                  <a:pt x="11475" y="51410"/>
                </a:lnTo>
                <a:lnTo>
                  <a:pt x="11475" y="19830"/>
                </a:lnTo>
                <a:lnTo>
                  <a:pt x="11480" y="19436"/>
                </a:lnTo>
                <a:lnTo>
                  <a:pt x="11492" y="19050"/>
                </a:lnTo>
                <a:lnTo>
                  <a:pt x="11513" y="18671"/>
                </a:lnTo>
                <a:lnTo>
                  <a:pt x="11543" y="18300"/>
                </a:lnTo>
                <a:lnTo>
                  <a:pt x="11581" y="17936"/>
                </a:lnTo>
                <a:lnTo>
                  <a:pt x="11628" y="17581"/>
                </a:lnTo>
                <a:lnTo>
                  <a:pt x="11682" y="17233"/>
                </a:lnTo>
                <a:lnTo>
                  <a:pt x="11746" y="16892"/>
                </a:lnTo>
                <a:lnTo>
                  <a:pt x="11818" y="16559"/>
                </a:lnTo>
                <a:lnTo>
                  <a:pt x="11898" y="16234"/>
                </a:lnTo>
                <a:lnTo>
                  <a:pt x="11987" y="15917"/>
                </a:lnTo>
                <a:lnTo>
                  <a:pt x="12084" y="15607"/>
                </a:lnTo>
                <a:lnTo>
                  <a:pt x="12189" y="15305"/>
                </a:lnTo>
                <a:lnTo>
                  <a:pt x="12303" y="15010"/>
                </a:lnTo>
                <a:lnTo>
                  <a:pt x="12426" y="14723"/>
                </a:lnTo>
                <a:lnTo>
                  <a:pt x="12557" y="14444"/>
                </a:lnTo>
                <a:lnTo>
                  <a:pt x="12696" y="14172"/>
                </a:lnTo>
                <a:lnTo>
                  <a:pt x="12844" y="13908"/>
                </a:lnTo>
                <a:lnTo>
                  <a:pt x="13000" y="13652"/>
                </a:lnTo>
                <a:lnTo>
                  <a:pt x="13165" y="13403"/>
                </a:lnTo>
                <a:lnTo>
                  <a:pt x="13338" y="13162"/>
                </a:lnTo>
                <a:lnTo>
                  <a:pt x="13520" y="12929"/>
                </a:lnTo>
                <a:lnTo>
                  <a:pt x="13710" y="12703"/>
                </a:lnTo>
                <a:lnTo>
                  <a:pt x="13909" y="12485"/>
                </a:lnTo>
                <a:lnTo>
                  <a:pt x="14115" y="12276"/>
                </a:lnTo>
                <a:lnTo>
                  <a:pt x="14327" y="12075"/>
                </a:lnTo>
                <a:lnTo>
                  <a:pt x="14545" y="11883"/>
                </a:lnTo>
                <a:lnTo>
                  <a:pt x="14769" y="11700"/>
                </a:lnTo>
                <a:lnTo>
                  <a:pt x="15000" y="11526"/>
                </a:lnTo>
                <a:lnTo>
                  <a:pt x="15237" y="11361"/>
                </a:lnTo>
                <a:lnTo>
                  <a:pt x="15480" y="11205"/>
                </a:lnTo>
                <a:lnTo>
                  <a:pt x="15730" y="11057"/>
                </a:lnTo>
                <a:lnTo>
                  <a:pt x="15985" y="10919"/>
                </a:lnTo>
                <a:lnTo>
                  <a:pt x="16247" y="10790"/>
                </a:lnTo>
                <a:lnTo>
                  <a:pt x="16515" y="10669"/>
                </a:lnTo>
                <a:lnTo>
                  <a:pt x="16789" y="10558"/>
                </a:lnTo>
                <a:lnTo>
                  <a:pt x="17069" y="10455"/>
                </a:lnTo>
                <a:lnTo>
                  <a:pt x="17356" y="10361"/>
                </a:lnTo>
                <a:lnTo>
                  <a:pt x="17649" y="10276"/>
                </a:lnTo>
                <a:lnTo>
                  <a:pt x="17948" y="10201"/>
                </a:lnTo>
                <a:lnTo>
                  <a:pt x="18253" y="10134"/>
                </a:lnTo>
                <a:lnTo>
                  <a:pt x="18565" y="10076"/>
                </a:lnTo>
                <a:lnTo>
                  <a:pt x="18882" y="10026"/>
                </a:lnTo>
                <a:lnTo>
                  <a:pt x="19206" y="9986"/>
                </a:lnTo>
                <a:lnTo>
                  <a:pt x="19536" y="9955"/>
                </a:lnTo>
                <a:lnTo>
                  <a:pt x="19873" y="9933"/>
                </a:lnTo>
                <a:lnTo>
                  <a:pt x="20215" y="9919"/>
                </a:lnTo>
                <a:lnTo>
                  <a:pt x="20564" y="9915"/>
                </a:lnTo>
                <a:lnTo>
                  <a:pt x="20920" y="9919"/>
                </a:lnTo>
                <a:lnTo>
                  <a:pt x="21270" y="9932"/>
                </a:lnTo>
                <a:lnTo>
                  <a:pt x="21613" y="9954"/>
                </a:lnTo>
                <a:lnTo>
                  <a:pt x="21949" y="9984"/>
                </a:lnTo>
                <a:lnTo>
                  <a:pt x="22278" y="10023"/>
                </a:lnTo>
                <a:lnTo>
                  <a:pt x="22601" y="10070"/>
                </a:lnTo>
                <a:lnTo>
                  <a:pt x="22917" y="10126"/>
                </a:lnTo>
                <a:lnTo>
                  <a:pt x="23227" y="10190"/>
                </a:lnTo>
                <a:lnTo>
                  <a:pt x="23529" y="10264"/>
                </a:lnTo>
                <a:lnTo>
                  <a:pt x="23825" y="10345"/>
                </a:lnTo>
                <a:lnTo>
                  <a:pt x="24115" y="10436"/>
                </a:lnTo>
                <a:lnTo>
                  <a:pt x="24397" y="10535"/>
                </a:lnTo>
                <a:lnTo>
                  <a:pt x="24673" y="10642"/>
                </a:lnTo>
                <a:lnTo>
                  <a:pt x="24942" y="10759"/>
                </a:lnTo>
                <a:lnTo>
                  <a:pt x="25205" y="10883"/>
                </a:lnTo>
                <a:lnTo>
                  <a:pt x="25460" y="11017"/>
                </a:lnTo>
                <a:lnTo>
                  <a:pt x="25710" y="11159"/>
                </a:lnTo>
                <a:lnTo>
                  <a:pt x="25952" y="11310"/>
                </a:lnTo>
                <a:lnTo>
                  <a:pt x="26188" y="11469"/>
                </a:lnTo>
                <a:lnTo>
                  <a:pt x="26417" y="11637"/>
                </a:lnTo>
                <a:lnTo>
                  <a:pt x="26639" y="11813"/>
                </a:lnTo>
                <a:lnTo>
                  <a:pt x="26854" y="11998"/>
                </a:lnTo>
                <a:lnTo>
                  <a:pt x="27063" y="12192"/>
                </a:lnTo>
                <a:lnTo>
                  <a:pt x="27265" y="12394"/>
                </a:lnTo>
                <a:lnTo>
                  <a:pt x="27460" y="12605"/>
                </a:lnTo>
                <a:lnTo>
                  <a:pt x="27647" y="12822"/>
                </a:lnTo>
                <a:lnTo>
                  <a:pt x="27825" y="13047"/>
                </a:lnTo>
                <a:lnTo>
                  <a:pt x="27995" y="13279"/>
                </a:lnTo>
                <a:lnTo>
                  <a:pt x="28156" y="13519"/>
                </a:lnTo>
                <a:lnTo>
                  <a:pt x="28310" y="13765"/>
                </a:lnTo>
                <a:lnTo>
                  <a:pt x="28455" y="14019"/>
                </a:lnTo>
                <a:lnTo>
                  <a:pt x="28591" y="14281"/>
                </a:lnTo>
                <a:lnTo>
                  <a:pt x="28720" y="14550"/>
                </a:lnTo>
                <a:lnTo>
                  <a:pt x="28840" y="14826"/>
                </a:lnTo>
                <a:lnTo>
                  <a:pt x="28952" y="15109"/>
                </a:lnTo>
                <a:lnTo>
                  <a:pt x="29056" y="15400"/>
                </a:lnTo>
                <a:lnTo>
                  <a:pt x="29151" y="15698"/>
                </a:lnTo>
                <a:lnTo>
                  <a:pt x="29238" y="16004"/>
                </a:lnTo>
                <a:lnTo>
                  <a:pt x="29317" y="16317"/>
                </a:lnTo>
                <a:lnTo>
                  <a:pt x="29387" y="16637"/>
                </a:lnTo>
                <a:lnTo>
                  <a:pt x="29449" y="16964"/>
                </a:lnTo>
                <a:lnTo>
                  <a:pt x="29503" y="17299"/>
                </a:lnTo>
                <a:lnTo>
                  <a:pt x="29549" y="17641"/>
                </a:lnTo>
                <a:lnTo>
                  <a:pt x="29586" y="17990"/>
                </a:lnTo>
                <a:lnTo>
                  <a:pt x="29615" y="18347"/>
                </a:lnTo>
                <a:lnTo>
                  <a:pt x="29636" y="18711"/>
                </a:lnTo>
                <a:lnTo>
                  <a:pt x="29648" y="19083"/>
                </a:lnTo>
                <a:lnTo>
                  <a:pt x="29652" y="19461"/>
                </a:lnTo>
                <a:lnTo>
                  <a:pt x="29652" y="51410"/>
                </a:lnTo>
                <a:lnTo>
                  <a:pt x="41128" y="51410"/>
                </a:lnTo>
                <a:lnTo>
                  <a:pt x="41128" y="18269"/>
                </a:lnTo>
                <a:lnTo>
                  <a:pt x="41120" y="17579"/>
                </a:lnTo>
                <a:lnTo>
                  <a:pt x="41097" y="16901"/>
                </a:lnTo>
                <a:lnTo>
                  <a:pt x="41058" y="16234"/>
                </a:lnTo>
                <a:lnTo>
                  <a:pt x="41004" y="15579"/>
                </a:lnTo>
                <a:lnTo>
                  <a:pt x="40934" y="14936"/>
                </a:lnTo>
                <a:lnTo>
                  <a:pt x="40849" y="14304"/>
                </a:lnTo>
                <a:lnTo>
                  <a:pt x="40749" y="13685"/>
                </a:lnTo>
                <a:lnTo>
                  <a:pt x="40633" y="13077"/>
                </a:lnTo>
                <a:lnTo>
                  <a:pt x="40502" y="12481"/>
                </a:lnTo>
                <a:lnTo>
                  <a:pt x="40355" y="11897"/>
                </a:lnTo>
                <a:lnTo>
                  <a:pt x="40192" y="11325"/>
                </a:lnTo>
                <a:lnTo>
                  <a:pt x="40014" y="10764"/>
                </a:lnTo>
                <a:lnTo>
                  <a:pt x="39821" y="10215"/>
                </a:lnTo>
                <a:lnTo>
                  <a:pt x="39612" y="9678"/>
                </a:lnTo>
                <a:lnTo>
                  <a:pt x="39388" y="9153"/>
                </a:lnTo>
                <a:lnTo>
                  <a:pt x="39149" y="8640"/>
                </a:lnTo>
                <a:lnTo>
                  <a:pt x="38893" y="8138"/>
                </a:lnTo>
                <a:lnTo>
                  <a:pt x="38623" y="7649"/>
                </a:lnTo>
                <a:lnTo>
                  <a:pt x="38337" y="7171"/>
                </a:lnTo>
                <a:lnTo>
                  <a:pt x="38035" y="6704"/>
                </a:lnTo>
                <a:lnTo>
                  <a:pt x="37718" y="6250"/>
                </a:lnTo>
                <a:lnTo>
                  <a:pt x="37386" y="5807"/>
                </a:lnTo>
                <a:lnTo>
                  <a:pt x="37038" y="5376"/>
                </a:lnTo>
                <a:lnTo>
                  <a:pt x="36675" y="4957"/>
                </a:lnTo>
                <a:lnTo>
                  <a:pt x="36298" y="4553"/>
                </a:lnTo>
                <a:lnTo>
                  <a:pt x="35912" y="4166"/>
                </a:lnTo>
                <a:lnTo>
                  <a:pt x="35515" y="3796"/>
                </a:lnTo>
                <a:lnTo>
                  <a:pt x="35108" y="3443"/>
                </a:lnTo>
                <a:lnTo>
                  <a:pt x="34690" y="3107"/>
                </a:lnTo>
                <a:lnTo>
                  <a:pt x="34262" y="2789"/>
                </a:lnTo>
                <a:lnTo>
                  <a:pt x="33824" y="2487"/>
                </a:lnTo>
                <a:lnTo>
                  <a:pt x="33375" y="2203"/>
                </a:lnTo>
                <a:lnTo>
                  <a:pt x="32916" y="1937"/>
                </a:lnTo>
                <a:lnTo>
                  <a:pt x="32447" y="1687"/>
                </a:lnTo>
                <a:lnTo>
                  <a:pt x="31967" y="1455"/>
                </a:lnTo>
                <a:lnTo>
                  <a:pt x="31477" y="1239"/>
                </a:lnTo>
                <a:lnTo>
                  <a:pt x="30976" y="1041"/>
                </a:lnTo>
                <a:lnTo>
                  <a:pt x="30466" y="861"/>
                </a:lnTo>
                <a:lnTo>
                  <a:pt x="29944" y="697"/>
                </a:lnTo>
                <a:lnTo>
                  <a:pt x="29413" y="551"/>
                </a:lnTo>
                <a:lnTo>
                  <a:pt x="28871" y="422"/>
                </a:lnTo>
                <a:lnTo>
                  <a:pt x="28319" y="310"/>
                </a:lnTo>
                <a:lnTo>
                  <a:pt x="27756" y="215"/>
                </a:lnTo>
                <a:lnTo>
                  <a:pt x="27183" y="138"/>
                </a:lnTo>
                <a:lnTo>
                  <a:pt x="26600" y="77"/>
                </a:lnTo>
                <a:lnTo>
                  <a:pt x="26006" y="34"/>
                </a:lnTo>
                <a:lnTo>
                  <a:pt x="25402" y="9"/>
                </a:lnTo>
                <a:lnTo>
                  <a:pt x="24787" y="0"/>
                </a:lnTo>
                <a:lnTo>
                  <a:pt x="24264" y="6"/>
                </a:lnTo>
                <a:lnTo>
                  <a:pt x="23750" y="24"/>
                </a:lnTo>
                <a:lnTo>
                  <a:pt x="23246" y="55"/>
                </a:lnTo>
                <a:lnTo>
                  <a:pt x="22751" y="97"/>
                </a:lnTo>
                <a:lnTo>
                  <a:pt x="22265" y="151"/>
                </a:lnTo>
                <a:lnTo>
                  <a:pt x="21789" y="218"/>
                </a:lnTo>
                <a:lnTo>
                  <a:pt x="21323" y="297"/>
                </a:lnTo>
                <a:lnTo>
                  <a:pt x="20865" y="388"/>
                </a:lnTo>
                <a:lnTo>
                  <a:pt x="20417" y="491"/>
                </a:lnTo>
                <a:lnTo>
                  <a:pt x="19979" y="606"/>
                </a:lnTo>
                <a:lnTo>
                  <a:pt x="19550" y="733"/>
                </a:lnTo>
                <a:lnTo>
                  <a:pt x="19130" y="872"/>
                </a:lnTo>
                <a:lnTo>
                  <a:pt x="18719" y="1024"/>
                </a:lnTo>
                <a:lnTo>
                  <a:pt x="18319" y="1187"/>
                </a:lnTo>
                <a:lnTo>
                  <a:pt x="17927" y="1363"/>
                </a:lnTo>
                <a:lnTo>
                  <a:pt x="17545" y="1551"/>
                </a:lnTo>
                <a:lnTo>
                  <a:pt x="17172" y="1751"/>
                </a:lnTo>
                <a:lnTo>
                  <a:pt x="16809" y="1963"/>
                </a:lnTo>
                <a:lnTo>
                  <a:pt x="16455" y="2187"/>
                </a:lnTo>
                <a:lnTo>
                  <a:pt x="16110" y="2423"/>
                </a:lnTo>
                <a:lnTo>
                  <a:pt x="15775" y="2672"/>
                </a:lnTo>
                <a:lnTo>
                  <a:pt x="15449" y="2932"/>
                </a:lnTo>
                <a:lnTo>
                  <a:pt x="15133" y="3205"/>
                </a:lnTo>
                <a:lnTo>
                  <a:pt x="14826" y="3489"/>
                </a:lnTo>
                <a:lnTo>
                  <a:pt x="14530" y="3785"/>
                </a:lnTo>
                <a:lnTo>
                  <a:pt x="14247" y="4090"/>
                </a:lnTo>
                <a:lnTo>
                  <a:pt x="13976" y="4404"/>
                </a:lnTo>
                <a:lnTo>
                  <a:pt x="13718" y="4729"/>
                </a:lnTo>
                <a:lnTo>
                  <a:pt x="13473" y="5062"/>
                </a:lnTo>
                <a:lnTo>
                  <a:pt x="13240" y="5406"/>
                </a:lnTo>
                <a:lnTo>
                  <a:pt x="13020" y="5758"/>
                </a:lnTo>
                <a:lnTo>
                  <a:pt x="12812" y="6121"/>
                </a:lnTo>
                <a:lnTo>
                  <a:pt x="12617" y="6493"/>
                </a:lnTo>
                <a:lnTo>
                  <a:pt x="12434" y="6874"/>
                </a:lnTo>
                <a:lnTo>
                  <a:pt x="12265" y="7265"/>
                </a:lnTo>
                <a:lnTo>
                  <a:pt x="12107" y="7666"/>
                </a:lnTo>
                <a:lnTo>
                  <a:pt x="11962" y="8076"/>
                </a:lnTo>
                <a:lnTo>
                  <a:pt x="11830" y="8496"/>
                </a:lnTo>
                <a:lnTo>
                  <a:pt x="11711" y="8925"/>
                </a:lnTo>
                <a:lnTo>
                  <a:pt x="11604" y="9364"/>
                </a:lnTo>
                <a:lnTo>
                  <a:pt x="11509" y="9813"/>
                </a:lnTo>
                <a:lnTo>
                  <a:pt x="11427" y="10271"/>
                </a:lnTo>
                <a:lnTo>
                  <a:pt x="11385" y="10557"/>
                </a:lnTo>
                <a:lnTo>
                  <a:pt x="11201" y="10557"/>
                </a:lnTo>
                <a:lnTo>
                  <a:pt x="11201" y="918"/>
                </a:lnTo>
                <a:lnTo>
                  <a:pt x="0" y="918"/>
                </a:lnTo>
                <a:lnTo>
                  <a:pt x="0" y="51410"/>
                </a:lnTo>
                <a:close/>
                <a:moveTo>
                  <a:pt x="107870" y="918"/>
                </a:moveTo>
                <a:lnTo>
                  <a:pt x="107870" y="51410"/>
                </a:lnTo>
                <a:lnTo>
                  <a:pt x="117969" y="51410"/>
                </a:lnTo>
                <a:lnTo>
                  <a:pt x="117969" y="13403"/>
                </a:lnTo>
                <a:lnTo>
                  <a:pt x="117971" y="13191"/>
                </a:lnTo>
                <a:lnTo>
                  <a:pt x="117976" y="12983"/>
                </a:lnTo>
                <a:lnTo>
                  <a:pt x="117985" y="12779"/>
                </a:lnTo>
                <a:lnTo>
                  <a:pt x="117998" y="12579"/>
                </a:lnTo>
                <a:lnTo>
                  <a:pt x="118015" y="12384"/>
                </a:lnTo>
                <a:lnTo>
                  <a:pt x="118035" y="12192"/>
                </a:lnTo>
                <a:lnTo>
                  <a:pt x="118059" y="12005"/>
                </a:lnTo>
                <a:lnTo>
                  <a:pt x="118086" y="11822"/>
                </a:lnTo>
                <a:lnTo>
                  <a:pt x="118117" y="11643"/>
                </a:lnTo>
                <a:lnTo>
                  <a:pt x="118152" y="11468"/>
                </a:lnTo>
                <a:lnTo>
                  <a:pt x="118190" y="11297"/>
                </a:lnTo>
                <a:lnTo>
                  <a:pt x="118233" y="11131"/>
                </a:lnTo>
                <a:lnTo>
                  <a:pt x="118278" y="10968"/>
                </a:lnTo>
                <a:lnTo>
                  <a:pt x="118328" y="10810"/>
                </a:lnTo>
                <a:lnTo>
                  <a:pt x="118381" y="10656"/>
                </a:lnTo>
                <a:lnTo>
                  <a:pt x="118438" y="10506"/>
                </a:lnTo>
                <a:lnTo>
                  <a:pt x="118498" y="10360"/>
                </a:lnTo>
                <a:lnTo>
                  <a:pt x="118562" y="10219"/>
                </a:lnTo>
                <a:lnTo>
                  <a:pt x="118630" y="10081"/>
                </a:lnTo>
                <a:lnTo>
                  <a:pt x="118701" y="9948"/>
                </a:lnTo>
                <a:lnTo>
                  <a:pt x="118776" y="9818"/>
                </a:lnTo>
                <a:lnTo>
                  <a:pt x="118855" y="9693"/>
                </a:lnTo>
                <a:lnTo>
                  <a:pt x="118938" y="9572"/>
                </a:lnTo>
                <a:lnTo>
                  <a:pt x="119024" y="9455"/>
                </a:lnTo>
                <a:lnTo>
                  <a:pt x="119113" y="9343"/>
                </a:lnTo>
                <a:lnTo>
                  <a:pt x="119207" y="9236"/>
                </a:lnTo>
                <a:lnTo>
                  <a:pt x="119304" y="9133"/>
                </a:lnTo>
                <a:lnTo>
                  <a:pt x="119405" y="9035"/>
                </a:lnTo>
                <a:lnTo>
                  <a:pt x="119510" y="8941"/>
                </a:lnTo>
                <a:lnTo>
                  <a:pt x="119618" y="8853"/>
                </a:lnTo>
                <a:lnTo>
                  <a:pt x="119729" y="8769"/>
                </a:lnTo>
                <a:lnTo>
                  <a:pt x="119845" y="8690"/>
                </a:lnTo>
                <a:lnTo>
                  <a:pt x="119964" y="8616"/>
                </a:lnTo>
                <a:lnTo>
                  <a:pt x="120087" y="8547"/>
                </a:lnTo>
                <a:lnTo>
                  <a:pt x="120213" y="8482"/>
                </a:lnTo>
                <a:lnTo>
                  <a:pt x="120344" y="8423"/>
                </a:lnTo>
                <a:lnTo>
                  <a:pt x="120477" y="8368"/>
                </a:lnTo>
                <a:lnTo>
                  <a:pt x="120615" y="8318"/>
                </a:lnTo>
                <a:lnTo>
                  <a:pt x="120756" y="8272"/>
                </a:lnTo>
                <a:lnTo>
                  <a:pt x="120901" y="8231"/>
                </a:lnTo>
                <a:lnTo>
                  <a:pt x="121049" y="8196"/>
                </a:lnTo>
                <a:lnTo>
                  <a:pt x="121201" y="8165"/>
                </a:lnTo>
                <a:lnTo>
                  <a:pt x="121357" y="8138"/>
                </a:lnTo>
                <a:lnTo>
                  <a:pt x="121516" y="8117"/>
                </a:lnTo>
                <a:lnTo>
                  <a:pt x="121680" y="8100"/>
                </a:lnTo>
                <a:lnTo>
                  <a:pt x="121846" y="8088"/>
                </a:lnTo>
                <a:lnTo>
                  <a:pt x="122017" y="8081"/>
                </a:lnTo>
                <a:lnTo>
                  <a:pt x="122191" y="8078"/>
                </a:lnTo>
                <a:lnTo>
                  <a:pt x="122365" y="8081"/>
                </a:lnTo>
                <a:lnTo>
                  <a:pt x="122536" y="8088"/>
                </a:lnTo>
                <a:lnTo>
                  <a:pt x="122703" y="8100"/>
                </a:lnTo>
                <a:lnTo>
                  <a:pt x="122867" y="8117"/>
                </a:lnTo>
                <a:lnTo>
                  <a:pt x="123027" y="8138"/>
                </a:lnTo>
                <a:lnTo>
                  <a:pt x="123184" y="8165"/>
                </a:lnTo>
                <a:lnTo>
                  <a:pt x="123337" y="8196"/>
                </a:lnTo>
                <a:lnTo>
                  <a:pt x="123487" y="8231"/>
                </a:lnTo>
                <a:lnTo>
                  <a:pt x="123633" y="8272"/>
                </a:lnTo>
                <a:lnTo>
                  <a:pt x="123776" y="8318"/>
                </a:lnTo>
                <a:lnTo>
                  <a:pt x="123915" y="8368"/>
                </a:lnTo>
                <a:lnTo>
                  <a:pt x="124050" y="8423"/>
                </a:lnTo>
                <a:lnTo>
                  <a:pt x="124183" y="8482"/>
                </a:lnTo>
                <a:lnTo>
                  <a:pt x="124311" y="8547"/>
                </a:lnTo>
                <a:lnTo>
                  <a:pt x="124436" y="8616"/>
                </a:lnTo>
                <a:lnTo>
                  <a:pt x="124558" y="8690"/>
                </a:lnTo>
                <a:lnTo>
                  <a:pt x="124676" y="8769"/>
                </a:lnTo>
                <a:lnTo>
                  <a:pt x="124791" y="8853"/>
                </a:lnTo>
                <a:lnTo>
                  <a:pt x="124902" y="8941"/>
                </a:lnTo>
                <a:lnTo>
                  <a:pt x="125009" y="9035"/>
                </a:lnTo>
                <a:lnTo>
                  <a:pt x="125113" y="9133"/>
                </a:lnTo>
                <a:lnTo>
                  <a:pt x="125214" y="9236"/>
                </a:lnTo>
                <a:lnTo>
                  <a:pt x="125311" y="9343"/>
                </a:lnTo>
                <a:lnTo>
                  <a:pt x="125404" y="9455"/>
                </a:lnTo>
                <a:lnTo>
                  <a:pt x="125494" y="9572"/>
                </a:lnTo>
                <a:lnTo>
                  <a:pt x="125580" y="9693"/>
                </a:lnTo>
                <a:lnTo>
                  <a:pt x="125663" y="9818"/>
                </a:lnTo>
                <a:lnTo>
                  <a:pt x="125741" y="9948"/>
                </a:lnTo>
                <a:lnTo>
                  <a:pt x="125816" y="10081"/>
                </a:lnTo>
                <a:lnTo>
                  <a:pt x="125887" y="10219"/>
                </a:lnTo>
                <a:lnTo>
                  <a:pt x="125954" y="10360"/>
                </a:lnTo>
                <a:lnTo>
                  <a:pt x="126017" y="10506"/>
                </a:lnTo>
                <a:lnTo>
                  <a:pt x="126076" y="10656"/>
                </a:lnTo>
                <a:lnTo>
                  <a:pt x="126132" y="10810"/>
                </a:lnTo>
                <a:lnTo>
                  <a:pt x="126183" y="10968"/>
                </a:lnTo>
                <a:lnTo>
                  <a:pt x="126231" y="11131"/>
                </a:lnTo>
                <a:lnTo>
                  <a:pt x="126275" y="11297"/>
                </a:lnTo>
                <a:lnTo>
                  <a:pt x="126315" y="11468"/>
                </a:lnTo>
                <a:lnTo>
                  <a:pt x="126352" y="11643"/>
                </a:lnTo>
                <a:lnTo>
                  <a:pt x="126384" y="11822"/>
                </a:lnTo>
                <a:lnTo>
                  <a:pt x="126413" y="12005"/>
                </a:lnTo>
                <a:lnTo>
                  <a:pt x="126438" y="12192"/>
                </a:lnTo>
                <a:lnTo>
                  <a:pt x="126459" y="12384"/>
                </a:lnTo>
                <a:lnTo>
                  <a:pt x="126476" y="12579"/>
                </a:lnTo>
                <a:lnTo>
                  <a:pt x="126490" y="12779"/>
                </a:lnTo>
                <a:lnTo>
                  <a:pt x="126499" y="12983"/>
                </a:lnTo>
                <a:lnTo>
                  <a:pt x="126505" y="13191"/>
                </a:lnTo>
                <a:lnTo>
                  <a:pt x="126507" y="13403"/>
                </a:lnTo>
                <a:lnTo>
                  <a:pt x="126507" y="51410"/>
                </a:lnTo>
                <a:lnTo>
                  <a:pt x="134769" y="51410"/>
                </a:lnTo>
                <a:lnTo>
                  <a:pt x="134769" y="13403"/>
                </a:lnTo>
                <a:lnTo>
                  <a:pt x="134771" y="13191"/>
                </a:lnTo>
                <a:lnTo>
                  <a:pt x="134777" y="12983"/>
                </a:lnTo>
                <a:lnTo>
                  <a:pt x="134787" y="12779"/>
                </a:lnTo>
                <a:lnTo>
                  <a:pt x="134801" y="12579"/>
                </a:lnTo>
                <a:lnTo>
                  <a:pt x="134819" y="12384"/>
                </a:lnTo>
                <a:lnTo>
                  <a:pt x="134840" y="12192"/>
                </a:lnTo>
                <a:lnTo>
                  <a:pt x="134866" y="12005"/>
                </a:lnTo>
                <a:lnTo>
                  <a:pt x="134896" y="11822"/>
                </a:lnTo>
                <a:lnTo>
                  <a:pt x="134930" y="11643"/>
                </a:lnTo>
                <a:lnTo>
                  <a:pt x="134968" y="11468"/>
                </a:lnTo>
                <a:lnTo>
                  <a:pt x="135010" y="11297"/>
                </a:lnTo>
                <a:lnTo>
                  <a:pt x="135056" y="11131"/>
                </a:lnTo>
                <a:lnTo>
                  <a:pt x="135105" y="10968"/>
                </a:lnTo>
                <a:lnTo>
                  <a:pt x="135159" y="10810"/>
                </a:lnTo>
                <a:lnTo>
                  <a:pt x="135217" y="10656"/>
                </a:lnTo>
                <a:lnTo>
                  <a:pt x="135279" y="10506"/>
                </a:lnTo>
                <a:lnTo>
                  <a:pt x="135344" y="10360"/>
                </a:lnTo>
                <a:lnTo>
                  <a:pt x="135414" y="10219"/>
                </a:lnTo>
                <a:lnTo>
                  <a:pt x="135488" y="10081"/>
                </a:lnTo>
                <a:lnTo>
                  <a:pt x="135565" y="9948"/>
                </a:lnTo>
                <a:lnTo>
                  <a:pt x="135647" y="9818"/>
                </a:lnTo>
                <a:lnTo>
                  <a:pt x="135733" y="9693"/>
                </a:lnTo>
                <a:lnTo>
                  <a:pt x="135822" y="9572"/>
                </a:lnTo>
                <a:lnTo>
                  <a:pt x="135916" y="9455"/>
                </a:lnTo>
                <a:lnTo>
                  <a:pt x="136013" y="9343"/>
                </a:lnTo>
                <a:lnTo>
                  <a:pt x="136113" y="9236"/>
                </a:lnTo>
                <a:lnTo>
                  <a:pt x="136216" y="9133"/>
                </a:lnTo>
                <a:lnTo>
                  <a:pt x="136323" y="9035"/>
                </a:lnTo>
                <a:lnTo>
                  <a:pt x="136432" y="8941"/>
                </a:lnTo>
                <a:lnTo>
                  <a:pt x="136544" y="8853"/>
                </a:lnTo>
                <a:lnTo>
                  <a:pt x="136659" y="8769"/>
                </a:lnTo>
                <a:lnTo>
                  <a:pt x="136778" y="8690"/>
                </a:lnTo>
                <a:lnTo>
                  <a:pt x="136899" y="8616"/>
                </a:lnTo>
                <a:lnTo>
                  <a:pt x="137024" y="8547"/>
                </a:lnTo>
                <a:lnTo>
                  <a:pt x="137151" y="8482"/>
                </a:lnTo>
                <a:lnTo>
                  <a:pt x="137281" y="8423"/>
                </a:lnTo>
                <a:lnTo>
                  <a:pt x="137415" y="8368"/>
                </a:lnTo>
                <a:lnTo>
                  <a:pt x="137551" y="8318"/>
                </a:lnTo>
                <a:lnTo>
                  <a:pt x="137691" y="8272"/>
                </a:lnTo>
                <a:lnTo>
                  <a:pt x="137834" y="8231"/>
                </a:lnTo>
                <a:lnTo>
                  <a:pt x="137979" y="8196"/>
                </a:lnTo>
                <a:lnTo>
                  <a:pt x="138128" y="8165"/>
                </a:lnTo>
                <a:lnTo>
                  <a:pt x="138279" y="8138"/>
                </a:lnTo>
                <a:lnTo>
                  <a:pt x="138434" y="8117"/>
                </a:lnTo>
                <a:lnTo>
                  <a:pt x="138592" y="8100"/>
                </a:lnTo>
                <a:lnTo>
                  <a:pt x="138753" y="8088"/>
                </a:lnTo>
                <a:lnTo>
                  <a:pt x="138916" y="8081"/>
                </a:lnTo>
                <a:lnTo>
                  <a:pt x="139083" y="8078"/>
                </a:lnTo>
                <a:lnTo>
                  <a:pt x="139257" y="8081"/>
                </a:lnTo>
                <a:lnTo>
                  <a:pt x="139428" y="8088"/>
                </a:lnTo>
                <a:lnTo>
                  <a:pt x="139595" y="8101"/>
                </a:lnTo>
                <a:lnTo>
                  <a:pt x="139759" y="8118"/>
                </a:lnTo>
                <a:lnTo>
                  <a:pt x="139919" y="8140"/>
                </a:lnTo>
                <a:lnTo>
                  <a:pt x="140076" y="8167"/>
                </a:lnTo>
                <a:lnTo>
                  <a:pt x="140229" y="8200"/>
                </a:lnTo>
                <a:lnTo>
                  <a:pt x="140378" y="8237"/>
                </a:lnTo>
                <a:lnTo>
                  <a:pt x="140524" y="8279"/>
                </a:lnTo>
                <a:lnTo>
                  <a:pt x="140667" y="8326"/>
                </a:lnTo>
                <a:lnTo>
                  <a:pt x="140806" y="8377"/>
                </a:lnTo>
                <a:lnTo>
                  <a:pt x="140942" y="8434"/>
                </a:lnTo>
                <a:lnTo>
                  <a:pt x="141074" y="8496"/>
                </a:lnTo>
                <a:lnTo>
                  <a:pt x="141202" y="8563"/>
                </a:lnTo>
                <a:lnTo>
                  <a:pt x="141327" y="8634"/>
                </a:lnTo>
                <a:lnTo>
                  <a:pt x="141449" y="8711"/>
                </a:lnTo>
                <a:lnTo>
                  <a:pt x="141567" y="8793"/>
                </a:lnTo>
                <a:lnTo>
                  <a:pt x="141682" y="8879"/>
                </a:lnTo>
                <a:lnTo>
                  <a:pt x="141793" y="8970"/>
                </a:lnTo>
                <a:lnTo>
                  <a:pt x="141900" y="9067"/>
                </a:lnTo>
                <a:lnTo>
                  <a:pt x="142004" y="9168"/>
                </a:lnTo>
                <a:lnTo>
                  <a:pt x="142105" y="9274"/>
                </a:lnTo>
                <a:lnTo>
                  <a:pt x="142202" y="9386"/>
                </a:lnTo>
                <a:lnTo>
                  <a:pt x="142295" y="9502"/>
                </a:lnTo>
                <a:lnTo>
                  <a:pt x="142385" y="9622"/>
                </a:lnTo>
                <a:lnTo>
                  <a:pt x="142471" y="9746"/>
                </a:lnTo>
                <a:lnTo>
                  <a:pt x="142554" y="9874"/>
                </a:lnTo>
                <a:lnTo>
                  <a:pt x="142632" y="10005"/>
                </a:lnTo>
                <a:lnTo>
                  <a:pt x="142707" y="10140"/>
                </a:lnTo>
                <a:lnTo>
                  <a:pt x="142778" y="10279"/>
                </a:lnTo>
                <a:lnTo>
                  <a:pt x="142845" y="10422"/>
                </a:lnTo>
                <a:lnTo>
                  <a:pt x="142908" y="10568"/>
                </a:lnTo>
                <a:lnTo>
                  <a:pt x="142967" y="10717"/>
                </a:lnTo>
                <a:lnTo>
                  <a:pt x="143023" y="10871"/>
                </a:lnTo>
                <a:lnTo>
                  <a:pt x="143074" y="11028"/>
                </a:lnTo>
                <a:lnTo>
                  <a:pt x="143122" y="11189"/>
                </a:lnTo>
                <a:lnTo>
                  <a:pt x="143166" y="11353"/>
                </a:lnTo>
                <a:lnTo>
                  <a:pt x="143206" y="11521"/>
                </a:lnTo>
                <a:lnTo>
                  <a:pt x="143243" y="11693"/>
                </a:lnTo>
                <a:lnTo>
                  <a:pt x="143275" y="11868"/>
                </a:lnTo>
                <a:lnTo>
                  <a:pt x="143304" y="12047"/>
                </a:lnTo>
                <a:lnTo>
                  <a:pt x="143329" y="12230"/>
                </a:lnTo>
                <a:lnTo>
                  <a:pt x="143350" y="12416"/>
                </a:lnTo>
                <a:lnTo>
                  <a:pt x="143367" y="12606"/>
                </a:lnTo>
                <a:lnTo>
                  <a:pt x="143380" y="12800"/>
                </a:lnTo>
                <a:lnTo>
                  <a:pt x="143390" y="12997"/>
                </a:lnTo>
                <a:lnTo>
                  <a:pt x="143396" y="13198"/>
                </a:lnTo>
                <a:lnTo>
                  <a:pt x="143398" y="13403"/>
                </a:lnTo>
                <a:lnTo>
                  <a:pt x="143398" y="51410"/>
                </a:lnTo>
                <a:lnTo>
                  <a:pt x="153496" y="51410"/>
                </a:lnTo>
                <a:lnTo>
                  <a:pt x="153496" y="12943"/>
                </a:lnTo>
                <a:lnTo>
                  <a:pt x="153491" y="12451"/>
                </a:lnTo>
                <a:lnTo>
                  <a:pt x="153477" y="11966"/>
                </a:lnTo>
                <a:lnTo>
                  <a:pt x="153453" y="11491"/>
                </a:lnTo>
                <a:lnTo>
                  <a:pt x="153420" y="11024"/>
                </a:lnTo>
                <a:lnTo>
                  <a:pt x="153377" y="10565"/>
                </a:lnTo>
                <a:lnTo>
                  <a:pt x="153324" y="10115"/>
                </a:lnTo>
                <a:lnTo>
                  <a:pt x="153262" y="9674"/>
                </a:lnTo>
                <a:lnTo>
                  <a:pt x="153190" y="9241"/>
                </a:lnTo>
                <a:lnTo>
                  <a:pt x="153109" y="8817"/>
                </a:lnTo>
                <a:lnTo>
                  <a:pt x="153018" y="8402"/>
                </a:lnTo>
                <a:lnTo>
                  <a:pt x="152918" y="7995"/>
                </a:lnTo>
                <a:lnTo>
                  <a:pt x="152808" y="7597"/>
                </a:lnTo>
                <a:lnTo>
                  <a:pt x="152688" y="7207"/>
                </a:lnTo>
                <a:lnTo>
                  <a:pt x="152559" y="6826"/>
                </a:lnTo>
                <a:lnTo>
                  <a:pt x="152420" y="6454"/>
                </a:lnTo>
                <a:lnTo>
                  <a:pt x="152272" y="6090"/>
                </a:lnTo>
                <a:lnTo>
                  <a:pt x="152114" y="5735"/>
                </a:lnTo>
                <a:lnTo>
                  <a:pt x="151947" y="5388"/>
                </a:lnTo>
                <a:lnTo>
                  <a:pt x="151770" y="5050"/>
                </a:lnTo>
                <a:lnTo>
                  <a:pt x="151584" y="4721"/>
                </a:lnTo>
                <a:lnTo>
                  <a:pt x="151388" y="4400"/>
                </a:lnTo>
                <a:lnTo>
                  <a:pt x="151182" y="4088"/>
                </a:lnTo>
                <a:lnTo>
                  <a:pt x="150967" y="3784"/>
                </a:lnTo>
                <a:lnTo>
                  <a:pt x="150742" y="3489"/>
                </a:lnTo>
                <a:lnTo>
                  <a:pt x="150509" y="3205"/>
                </a:lnTo>
                <a:lnTo>
                  <a:pt x="150270" y="2932"/>
                </a:lnTo>
                <a:lnTo>
                  <a:pt x="150024" y="2672"/>
                </a:lnTo>
                <a:lnTo>
                  <a:pt x="149771" y="2423"/>
                </a:lnTo>
                <a:lnTo>
                  <a:pt x="149511" y="2187"/>
                </a:lnTo>
                <a:lnTo>
                  <a:pt x="149245" y="1963"/>
                </a:lnTo>
                <a:lnTo>
                  <a:pt x="148972" y="1751"/>
                </a:lnTo>
                <a:lnTo>
                  <a:pt x="148692" y="1551"/>
                </a:lnTo>
                <a:lnTo>
                  <a:pt x="148406" y="1363"/>
                </a:lnTo>
                <a:lnTo>
                  <a:pt x="148113" y="1187"/>
                </a:lnTo>
                <a:lnTo>
                  <a:pt x="147813" y="1024"/>
                </a:lnTo>
                <a:lnTo>
                  <a:pt x="147506" y="872"/>
                </a:lnTo>
                <a:lnTo>
                  <a:pt x="147193" y="733"/>
                </a:lnTo>
                <a:lnTo>
                  <a:pt x="146873" y="606"/>
                </a:lnTo>
                <a:lnTo>
                  <a:pt x="146547" y="491"/>
                </a:lnTo>
                <a:lnTo>
                  <a:pt x="146214" y="388"/>
                </a:lnTo>
                <a:lnTo>
                  <a:pt x="145874" y="297"/>
                </a:lnTo>
                <a:lnTo>
                  <a:pt x="145527" y="218"/>
                </a:lnTo>
                <a:lnTo>
                  <a:pt x="145174" y="151"/>
                </a:lnTo>
                <a:lnTo>
                  <a:pt x="144814" y="97"/>
                </a:lnTo>
                <a:lnTo>
                  <a:pt x="144447" y="55"/>
                </a:lnTo>
                <a:lnTo>
                  <a:pt x="144074" y="24"/>
                </a:lnTo>
                <a:lnTo>
                  <a:pt x="143693" y="6"/>
                </a:lnTo>
                <a:lnTo>
                  <a:pt x="143307" y="0"/>
                </a:lnTo>
                <a:lnTo>
                  <a:pt x="142980" y="4"/>
                </a:lnTo>
                <a:lnTo>
                  <a:pt x="142660" y="18"/>
                </a:lnTo>
                <a:lnTo>
                  <a:pt x="142344" y="40"/>
                </a:lnTo>
                <a:lnTo>
                  <a:pt x="142034" y="71"/>
                </a:lnTo>
                <a:lnTo>
                  <a:pt x="141730" y="112"/>
                </a:lnTo>
                <a:lnTo>
                  <a:pt x="141430" y="161"/>
                </a:lnTo>
                <a:lnTo>
                  <a:pt x="141137" y="219"/>
                </a:lnTo>
                <a:lnTo>
                  <a:pt x="140848" y="286"/>
                </a:lnTo>
                <a:lnTo>
                  <a:pt x="140566" y="361"/>
                </a:lnTo>
                <a:lnTo>
                  <a:pt x="140288" y="446"/>
                </a:lnTo>
                <a:lnTo>
                  <a:pt x="140016" y="540"/>
                </a:lnTo>
                <a:lnTo>
                  <a:pt x="139749" y="643"/>
                </a:lnTo>
                <a:lnTo>
                  <a:pt x="139488" y="754"/>
                </a:lnTo>
                <a:lnTo>
                  <a:pt x="139232" y="875"/>
                </a:lnTo>
                <a:lnTo>
                  <a:pt x="138982" y="1004"/>
                </a:lnTo>
                <a:lnTo>
                  <a:pt x="138737" y="1142"/>
                </a:lnTo>
                <a:lnTo>
                  <a:pt x="138497" y="1290"/>
                </a:lnTo>
                <a:lnTo>
                  <a:pt x="138263" y="1446"/>
                </a:lnTo>
                <a:lnTo>
                  <a:pt x="138035" y="1611"/>
                </a:lnTo>
                <a:lnTo>
                  <a:pt x="137811" y="1785"/>
                </a:lnTo>
                <a:lnTo>
                  <a:pt x="137593" y="1968"/>
                </a:lnTo>
                <a:lnTo>
                  <a:pt x="137381" y="2160"/>
                </a:lnTo>
                <a:lnTo>
                  <a:pt x="137174" y="2361"/>
                </a:lnTo>
                <a:lnTo>
                  <a:pt x="136972" y="2570"/>
                </a:lnTo>
                <a:lnTo>
                  <a:pt x="136777" y="2788"/>
                </a:lnTo>
                <a:lnTo>
                  <a:pt x="136591" y="3010"/>
                </a:lnTo>
                <a:lnTo>
                  <a:pt x="136413" y="3239"/>
                </a:lnTo>
                <a:lnTo>
                  <a:pt x="136243" y="3473"/>
                </a:lnTo>
                <a:lnTo>
                  <a:pt x="136081" y="3713"/>
                </a:lnTo>
                <a:lnTo>
                  <a:pt x="135928" y="3959"/>
                </a:lnTo>
                <a:lnTo>
                  <a:pt x="135783" y="4211"/>
                </a:lnTo>
                <a:lnTo>
                  <a:pt x="135646" y="4468"/>
                </a:lnTo>
                <a:lnTo>
                  <a:pt x="135518" y="4731"/>
                </a:lnTo>
                <a:lnTo>
                  <a:pt x="135397" y="5000"/>
                </a:lnTo>
                <a:lnTo>
                  <a:pt x="135286" y="5274"/>
                </a:lnTo>
                <a:lnTo>
                  <a:pt x="135182" y="5554"/>
                </a:lnTo>
                <a:lnTo>
                  <a:pt x="135087" y="5840"/>
                </a:lnTo>
                <a:lnTo>
                  <a:pt x="135000" y="6132"/>
                </a:lnTo>
                <a:lnTo>
                  <a:pt x="134921" y="6429"/>
                </a:lnTo>
                <a:lnTo>
                  <a:pt x="134850" y="6732"/>
                </a:lnTo>
                <a:lnTo>
                  <a:pt x="134788" y="7041"/>
                </a:lnTo>
                <a:lnTo>
                  <a:pt x="134734" y="7356"/>
                </a:lnTo>
                <a:lnTo>
                  <a:pt x="134689" y="7676"/>
                </a:lnTo>
                <a:lnTo>
                  <a:pt x="134685" y="7711"/>
                </a:lnTo>
                <a:lnTo>
                  <a:pt x="134237" y="7711"/>
                </a:lnTo>
                <a:lnTo>
                  <a:pt x="134204" y="7558"/>
                </a:lnTo>
                <a:lnTo>
                  <a:pt x="134114" y="7183"/>
                </a:lnTo>
                <a:lnTo>
                  <a:pt x="134016" y="6816"/>
                </a:lnTo>
                <a:lnTo>
                  <a:pt x="133911" y="6457"/>
                </a:lnTo>
                <a:lnTo>
                  <a:pt x="133797" y="6106"/>
                </a:lnTo>
                <a:lnTo>
                  <a:pt x="133676" y="5763"/>
                </a:lnTo>
                <a:lnTo>
                  <a:pt x="133548" y="5427"/>
                </a:lnTo>
                <a:lnTo>
                  <a:pt x="133411" y="5100"/>
                </a:lnTo>
                <a:lnTo>
                  <a:pt x="133266" y="4781"/>
                </a:lnTo>
                <a:lnTo>
                  <a:pt x="133114" y="4470"/>
                </a:lnTo>
                <a:lnTo>
                  <a:pt x="132954" y="4167"/>
                </a:lnTo>
                <a:lnTo>
                  <a:pt x="132786" y="3871"/>
                </a:lnTo>
                <a:lnTo>
                  <a:pt x="132610" y="3584"/>
                </a:lnTo>
                <a:lnTo>
                  <a:pt x="132427" y="3305"/>
                </a:lnTo>
                <a:lnTo>
                  <a:pt x="132236" y="3035"/>
                </a:lnTo>
                <a:lnTo>
                  <a:pt x="132039" y="2777"/>
                </a:lnTo>
                <a:lnTo>
                  <a:pt x="131837" y="2530"/>
                </a:lnTo>
                <a:lnTo>
                  <a:pt x="131627" y="2295"/>
                </a:lnTo>
                <a:lnTo>
                  <a:pt x="131412" y="2071"/>
                </a:lnTo>
                <a:lnTo>
                  <a:pt x="131191" y="1859"/>
                </a:lnTo>
                <a:lnTo>
                  <a:pt x="130963" y="1658"/>
                </a:lnTo>
                <a:lnTo>
                  <a:pt x="130729" y="1469"/>
                </a:lnTo>
                <a:lnTo>
                  <a:pt x="130489" y="1291"/>
                </a:lnTo>
                <a:lnTo>
                  <a:pt x="130242" y="1124"/>
                </a:lnTo>
                <a:lnTo>
                  <a:pt x="129990" y="970"/>
                </a:lnTo>
                <a:lnTo>
                  <a:pt x="129731" y="826"/>
                </a:lnTo>
                <a:lnTo>
                  <a:pt x="129466" y="694"/>
                </a:lnTo>
                <a:lnTo>
                  <a:pt x="129194" y="574"/>
                </a:lnTo>
                <a:lnTo>
                  <a:pt x="128917" y="465"/>
                </a:lnTo>
                <a:lnTo>
                  <a:pt x="128633" y="367"/>
                </a:lnTo>
                <a:lnTo>
                  <a:pt x="128343" y="281"/>
                </a:lnTo>
                <a:lnTo>
                  <a:pt x="128047" y="207"/>
                </a:lnTo>
                <a:lnTo>
                  <a:pt x="127745" y="143"/>
                </a:lnTo>
                <a:lnTo>
                  <a:pt x="127436" y="92"/>
                </a:lnTo>
                <a:lnTo>
                  <a:pt x="127121" y="52"/>
                </a:lnTo>
                <a:lnTo>
                  <a:pt x="126800" y="23"/>
                </a:lnTo>
                <a:lnTo>
                  <a:pt x="126473" y="6"/>
                </a:lnTo>
                <a:lnTo>
                  <a:pt x="126140" y="0"/>
                </a:lnTo>
                <a:lnTo>
                  <a:pt x="125828" y="4"/>
                </a:lnTo>
                <a:lnTo>
                  <a:pt x="125522" y="18"/>
                </a:lnTo>
                <a:lnTo>
                  <a:pt x="125220" y="40"/>
                </a:lnTo>
                <a:lnTo>
                  <a:pt x="124923" y="71"/>
                </a:lnTo>
                <a:lnTo>
                  <a:pt x="124631" y="112"/>
                </a:lnTo>
                <a:lnTo>
                  <a:pt x="124344" y="161"/>
                </a:lnTo>
                <a:lnTo>
                  <a:pt x="124061" y="219"/>
                </a:lnTo>
                <a:lnTo>
                  <a:pt x="123783" y="286"/>
                </a:lnTo>
                <a:lnTo>
                  <a:pt x="123510" y="361"/>
                </a:lnTo>
                <a:lnTo>
                  <a:pt x="123242" y="446"/>
                </a:lnTo>
                <a:lnTo>
                  <a:pt x="122979" y="540"/>
                </a:lnTo>
                <a:lnTo>
                  <a:pt x="122720" y="643"/>
                </a:lnTo>
                <a:lnTo>
                  <a:pt x="122466" y="754"/>
                </a:lnTo>
                <a:lnTo>
                  <a:pt x="122217" y="875"/>
                </a:lnTo>
                <a:lnTo>
                  <a:pt x="121973" y="1004"/>
                </a:lnTo>
                <a:lnTo>
                  <a:pt x="121733" y="1142"/>
                </a:lnTo>
                <a:lnTo>
                  <a:pt x="121498" y="1290"/>
                </a:lnTo>
                <a:lnTo>
                  <a:pt x="121268" y="1446"/>
                </a:lnTo>
                <a:lnTo>
                  <a:pt x="121043" y="1611"/>
                </a:lnTo>
                <a:lnTo>
                  <a:pt x="120823" y="1785"/>
                </a:lnTo>
                <a:lnTo>
                  <a:pt x="120607" y="1968"/>
                </a:lnTo>
                <a:lnTo>
                  <a:pt x="120396" y="2160"/>
                </a:lnTo>
                <a:lnTo>
                  <a:pt x="120190" y="2361"/>
                </a:lnTo>
                <a:lnTo>
                  <a:pt x="119989" y="2570"/>
                </a:lnTo>
                <a:lnTo>
                  <a:pt x="119794" y="2788"/>
                </a:lnTo>
                <a:lnTo>
                  <a:pt x="119608" y="3010"/>
                </a:lnTo>
                <a:lnTo>
                  <a:pt x="119429" y="3239"/>
                </a:lnTo>
                <a:lnTo>
                  <a:pt x="119259" y="3473"/>
                </a:lnTo>
                <a:lnTo>
                  <a:pt x="119098" y="3713"/>
                </a:lnTo>
                <a:lnTo>
                  <a:pt x="118944" y="3959"/>
                </a:lnTo>
                <a:lnTo>
                  <a:pt x="118799" y="4211"/>
                </a:lnTo>
                <a:lnTo>
                  <a:pt x="118663" y="4468"/>
                </a:lnTo>
                <a:lnTo>
                  <a:pt x="118534" y="4731"/>
                </a:lnTo>
                <a:lnTo>
                  <a:pt x="118414" y="5000"/>
                </a:lnTo>
                <a:lnTo>
                  <a:pt x="118302" y="5274"/>
                </a:lnTo>
                <a:lnTo>
                  <a:pt x="118199" y="5554"/>
                </a:lnTo>
                <a:lnTo>
                  <a:pt x="118103" y="5840"/>
                </a:lnTo>
                <a:lnTo>
                  <a:pt x="118016" y="6132"/>
                </a:lnTo>
                <a:lnTo>
                  <a:pt x="117937" y="6429"/>
                </a:lnTo>
                <a:lnTo>
                  <a:pt x="117867" y="6732"/>
                </a:lnTo>
                <a:lnTo>
                  <a:pt x="117805" y="7041"/>
                </a:lnTo>
                <a:lnTo>
                  <a:pt x="117751" y="7356"/>
                </a:lnTo>
                <a:lnTo>
                  <a:pt x="117705" y="7676"/>
                </a:lnTo>
                <a:lnTo>
                  <a:pt x="117701" y="7711"/>
                </a:lnTo>
                <a:lnTo>
                  <a:pt x="117235" y="7711"/>
                </a:lnTo>
                <a:lnTo>
                  <a:pt x="117235" y="918"/>
                </a:lnTo>
                <a:lnTo>
                  <a:pt x="107870" y="918"/>
                </a:lnTo>
                <a:close/>
                <a:moveTo>
                  <a:pt x="96210" y="17167"/>
                </a:moveTo>
                <a:lnTo>
                  <a:pt x="96201" y="16515"/>
                </a:lnTo>
                <a:lnTo>
                  <a:pt x="96173" y="15874"/>
                </a:lnTo>
                <a:lnTo>
                  <a:pt x="96126" y="15244"/>
                </a:lnTo>
                <a:lnTo>
                  <a:pt x="96061" y="14626"/>
                </a:lnTo>
                <a:lnTo>
                  <a:pt x="95977" y="14019"/>
                </a:lnTo>
                <a:lnTo>
                  <a:pt x="95875" y="13423"/>
                </a:lnTo>
                <a:lnTo>
                  <a:pt x="95753" y="12839"/>
                </a:lnTo>
                <a:lnTo>
                  <a:pt x="95614" y="12266"/>
                </a:lnTo>
                <a:lnTo>
                  <a:pt x="95455" y="11704"/>
                </a:lnTo>
                <a:lnTo>
                  <a:pt x="95278" y="11154"/>
                </a:lnTo>
                <a:lnTo>
                  <a:pt x="95082" y="10615"/>
                </a:lnTo>
                <a:lnTo>
                  <a:pt x="94868" y="10087"/>
                </a:lnTo>
                <a:lnTo>
                  <a:pt x="94635" y="9570"/>
                </a:lnTo>
                <a:lnTo>
                  <a:pt x="94383" y="9065"/>
                </a:lnTo>
                <a:lnTo>
                  <a:pt x="94112" y="8572"/>
                </a:lnTo>
                <a:lnTo>
                  <a:pt x="93823" y="8089"/>
                </a:lnTo>
                <a:lnTo>
                  <a:pt x="93516" y="7618"/>
                </a:lnTo>
                <a:lnTo>
                  <a:pt x="93189" y="7158"/>
                </a:lnTo>
                <a:lnTo>
                  <a:pt x="92844" y="6710"/>
                </a:lnTo>
                <a:lnTo>
                  <a:pt x="92481" y="6272"/>
                </a:lnTo>
                <a:lnTo>
                  <a:pt x="92098" y="5846"/>
                </a:lnTo>
                <a:lnTo>
                  <a:pt x="91697" y="5432"/>
                </a:lnTo>
                <a:lnTo>
                  <a:pt x="91278" y="5029"/>
                </a:lnTo>
                <a:lnTo>
                  <a:pt x="90840" y="4637"/>
                </a:lnTo>
                <a:lnTo>
                  <a:pt x="90385" y="4258"/>
                </a:lnTo>
                <a:lnTo>
                  <a:pt x="89918" y="3896"/>
                </a:lnTo>
                <a:lnTo>
                  <a:pt x="89436" y="3550"/>
                </a:lnTo>
                <a:lnTo>
                  <a:pt x="88941" y="3220"/>
                </a:lnTo>
                <a:lnTo>
                  <a:pt x="88433" y="2906"/>
                </a:lnTo>
                <a:lnTo>
                  <a:pt x="87911" y="2608"/>
                </a:lnTo>
                <a:lnTo>
                  <a:pt x="87376" y="2326"/>
                </a:lnTo>
                <a:lnTo>
                  <a:pt x="86827" y="2061"/>
                </a:lnTo>
                <a:lnTo>
                  <a:pt x="86264" y="1811"/>
                </a:lnTo>
                <a:lnTo>
                  <a:pt x="85688" y="1578"/>
                </a:lnTo>
                <a:lnTo>
                  <a:pt x="85098" y="1360"/>
                </a:lnTo>
                <a:lnTo>
                  <a:pt x="84495" y="1159"/>
                </a:lnTo>
                <a:lnTo>
                  <a:pt x="83878" y="974"/>
                </a:lnTo>
                <a:lnTo>
                  <a:pt x="83247" y="805"/>
                </a:lnTo>
                <a:lnTo>
                  <a:pt x="82604" y="652"/>
                </a:lnTo>
                <a:lnTo>
                  <a:pt x="81946" y="515"/>
                </a:lnTo>
                <a:lnTo>
                  <a:pt x="81275" y="394"/>
                </a:lnTo>
                <a:lnTo>
                  <a:pt x="80590" y="290"/>
                </a:lnTo>
                <a:lnTo>
                  <a:pt x="79892" y="201"/>
                </a:lnTo>
                <a:lnTo>
                  <a:pt x="79181" y="129"/>
                </a:lnTo>
                <a:lnTo>
                  <a:pt x="78455" y="72"/>
                </a:lnTo>
                <a:lnTo>
                  <a:pt x="77717" y="32"/>
                </a:lnTo>
                <a:lnTo>
                  <a:pt x="76964" y="8"/>
                </a:lnTo>
                <a:lnTo>
                  <a:pt x="76198" y="0"/>
                </a:lnTo>
                <a:lnTo>
                  <a:pt x="75477" y="7"/>
                </a:lnTo>
                <a:lnTo>
                  <a:pt x="74767" y="29"/>
                </a:lnTo>
                <a:lnTo>
                  <a:pt x="74067" y="66"/>
                </a:lnTo>
                <a:lnTo>
                  <a:pt x="73378" y="117"/>
                </a:lnTo>
                <a:lnTo>
                  <a:pt x="72700" y="183"/>
                </a:lnTo>
                <a:lnTo>
                  <a:pt x="72033" y="264"/>
                </a:lnTo>
                <a:lnTo>
                  <a:pt x="71376" y="359"/>
                </a:lnTo>
                <a:lnTo>
                  <a:pt x="70731" y="469"/>
                </a:lnTo>
                <a:lnTo>
                  <a:pt x="70096" y="594"/>
                </a:lnTo>
                <a:lnTo>
                  <a:pt x="69472" y="733"/>
                </a:lnTo>
                <a:lnTo>
                  <a:pt x="68859" y="887"/>
                </a:lnTo>
                <a:lnTo>
                  <a:pt x="68257" y="1056"/>
                </a:lnTo>
                <a:lnTo>
                  <a:pt x="67666" y="1239"/>
                </a:lnTo>
                <a:lnTo>
                  <a:pt x="67085" y="1437"/>
                </a:lnTo>
                <a:lnTo>
                  <a:pt x="66516" y="1650"/>
                </a:lnTo>
                <a:lnTo>
                  <a:pt x="65957" y="1877"/>
                </a:lnTo>
                <a:lnTo>
                  <a:pt x="65409" y="2119"/>
                </a:lnTo>
                <a:lnTo>
                  <a:pt x="64872" y="2376"/>
                </a:lnTo>
                <a:lnTo>
                  <a:pt x="64346" y="2647"/>
                </a:lnTo>
                <a:lnTo>
                  <a:pt x="63830" y="2933"/>
                </a:lnTo>
                <a:lnTo>
                  <a:pt x="63325" y="3234"/>
                </a:lnTo>
                <a:lnTo>
                  <a:pt x="62832" y="3549"/>
                </a:lnTo>
                <a:lnTo>
                  <a:pt x="62349" y="3879"/>
                </a:lnTo>
                <a:lnTo>
                  <a:pt x="61877" y="4223"/>
                </a:lnTo>
                <a:lnTo>
                  <a:pt x="61418" y="4580"/>
                </a:lnTo>
                <a:lnTo>
                  <a:pt x="60976" y="4948"/>
                </a:lnTo>
                <a:lnTo>
                  <a:pt x="60551" y="5325"/>
                </a:lnTo>
                <a:lnTo>
                  <a:pt x="60142" y="5712"/>
                </a:lnTo>
                <a:lnTo>
                  <a:pt x="59750" y="6110"/>
                </a:lnTo>
                <a:lnTo>
                  <a:pt x="59375" y="6518"/>
                </a:lnTo>
                <a:lnTo>
                  <a:pt x="59016" y="6936"/>
                </a:lnTo>
                <a:lnTo>
                  <a:pt x="58673" y="7365"/>
                </a:lnTo>
                <a:lnTo>
                  <a:pt x="58348" y="7803"/>
                </a:lnTo>
                <a:lnTo>
                  <a:pt x="58038" y="8252"/>
                </a:lnTo>
                <a:lnTo>
                  <a:pt x="57746" y="8711"/>
                </a:lnTo>
                <a:lnTo>
                  <a:pt x="57470" y="9180"/>
                </a:lnTo>
                <a:lnTo>
                  <a:pt x="57210" y="9660"/>
                </a:lnTo>
                <a:lnTo>
                  <a:pt x="56967" y="10149"/>
                </a:lnTo>
                <a:lnTo>
                  <a:pt x="56741" y="10649"/>
                </a:lnTo>
                <a:lnTo>
                  <a:pt x="56531" y="11159"/>
                </a:lnTo>
                <a:lnTo>
                  <a:pt x="56338" y="11679"/>
                </a:lnTo>
                <a:lnTo>
                  <a:pt x="56161" y="12210"/>
                </a:lnTo>
                <a:lnTo>
                  <a:pt x="56001" y="12750"/>
                </a:lnTo>
                <a:lnTo>
                  <a:pt x="55858" y="13301"/>
                </a:lnTo>
                <a:lnTo>
                  <a:pt x="55731" y="13862"/>
                </a:lnTo>
                <a:lnTo>
                  <a:pt x="55621" y="14433"/>
                </a:lnTo>
                <a:lnTo>
                  <a:pt x="55527" y="15015"/>
                </a:lnTo>
                <a:lnTo>
                  <a:pt x="55450" y="15606"/>
                </a:lnTo>
                <a:lnTo>
                  <a:pt x="66650" y="15606"/>
                </a:lnTo>
                <a:lnTo>
                  <a:pt x="66692" y="15371"/>
                </a:lnTo>
                <a:lnTo>
                  <a:pt x="66741" y="15140"/>
                </a:lnTo>
                <a:lnTo>
                  <a:pt x="66797" y="14913"/>
                </a:lnTo>
                <a:lnTo>
                  <a:pt x="66859" y="14691"/>
                </a:lnTo>
                <a:lnTo>
                  <a:pt x="66929" y="14472"/>
                </a:lnTo>
                <a:lnTo>
                  <a:pt x="67006" y="14258"/>
                </a:lnTo>
                <a:lnTo>
                  <a:pt x="67090" y="14048"/>
                </a:lnTo>
                <a:lnTo>
                  <a:pt x="67180" y="13842"/>
                </a:lnTo>
                <a:lnTo>
                  <a:pt x="67278" y="13640"/>
                </a:lnTo>
                <a:lnTo>
                  <a:pt x="67383" y="13442"/>
                </a:lnTo>
                <a:lnTo>
                  <a:pt x="67495" y="13248"/>
                </a:lnTo>
                <a:lnTo>
                  <a:pt x="67614" y="13059"/>
                </a:lnTo>
                <a:lnTo>
                  <a:pt x="67739" y="12873"/>
                </a:lnTo>
                <a:lnTo>
                  <a:pt x="67872" y="12692"/>
                </a:lnTo>
                <a:lnTo>
                  <a:pt x="68012" y="12515"/>
                </a:lnTo>
                <a:lnTo>
                  <a:pt x="68159" y="12342"/>
                </a:lnTo>
                <a:lnTo>
                  <a:pt x="68313" y="12173"/>
                </a:lnTo>
                <a:lnTo>
                  <a:pt x="68474" y="12009"/>
                </a:lnTo>
                <a:lnTo>
                  <a:pt x="68642" y="11848"/>
                </a:lnTo>
                <a:lnTo>
                  <a:pt x="68817" y="11692"/>
                </a:lnTo>
                <a:lnTo>
                  <a:pt x="68999" y="11540"/>
                </a:lnTo>
                <a:lnTo>
                  <a:pt x="69188" y="11392"/>
                </a:lnTo>
                <a:lnTo>
                  <a:pt x="69384" y="11248"/>
                </a:lnTo>
                <a:lnTo>
                  <a:pt x="69587" y="11108"/>
                </a:lnTo>
                <a:lnTo>
                  <a:pt x="69795" y="10974"/>
                </a:lnTo>
                <a:lnTo>
                  <a:pt x="70009" y="10844"/>
                </a:lnTo>
                <a:lnTo>
                  <a:pt x="70227" y="10721"/>
                </a:lnTo>
                <a:lnTo>
                  <a:pt x="70449" y="10603"/>
                </a:lnTo>
                <a:lnTo>
                  <a:pt x="70675" y="10491"/>
                </a:lnTo>
                <a:lnTo>
                  <a:pt x="70907" y="10385"/>
                </a:lnTo>
                <a:lnTo>
                  <a:pt x="71142" y="10285"/>
                </a:lnTo>
                <a:lnTo>
                  <a:pt x="71382" y="10190"/>
                </a:lnTo>
                <a:lnTo>
                  <a:pt x="71627" y="10101"/>
                </a:lnTo>
                <a:lnTo>
                  <a:pt x="71876" y="10018"/>
                </a:lnTo>
                <a:lnTo>
                  <a:pt x="72129" y="9940"/>
                </a:lnTo>
                <a:lnTo>
                  <a:pt x="72387" y="9869"/>
                </a:lnTo>
                <a:lnTo>
                  <a:pt x="72650" y="9803"/>
                </a:lnTo>
                <a:lnTo>
                  <a:pt x="72916" y="9742"/>
                </a:lnTo>
                <a:lnTo>
                  <a:pt x="73188" y="9688"/>
                </a:lnTo>
                <a:lnTo>
                  <a:pt x="73463" y="9639"/>
                </a:lnTo>
                <a:lnTo>
                  <a:pt x="73744" y="9596"/>
                </a:lnTo>
                <a:lnTo>
                  <a:pt x="74028" y="9559"/>
                </a:lnTo>
                <a:lnTo>
                  <a:pt x="74317" y="9527"/>
                </a:lnTo>
                <a:lnTo>
                  <a:pt x="74611" y="9501"/>
                </a:lnTo>
                <a:lnTo>
                  <a:pt x="74909" y="9481"/>
                </a:lnTo>
                <a:lnTo>
                  <a:pt x="75212" y="9467"/>
                </a:lnTo>
                <a:lnTo>
                  <a:pt x="75519" y="9458"/>
                </a:lnTo>
                <a:lnTo>
                  <a:pt x="75830" y="9455"/>
                </a:lnTo>
                <a:lnTo>
                  <a:pt x="76171" y="9459"/>
                </a:lnTo>
                <a:lnTo>
                  <a:pt x="76507" y="9470"/>
                </a:lnTo>
                <a:lnTo>
                  <a:pt x="76836" y="9488"/>
                </a:lnTo>
                <a:lnTo>
                  <a:pt x="77159" y="9513"/>
                </a:lnTo>
                <a:lnTo>
                  <a:pt x="77476" y="9545"/>
                </a:lnTo>
                <a:lnTo>
                  <a:pt x="77787" y="9585"/>
                </a:lnTo>
                <a:lnTo>
                  <a:pt x="78092" y="9631"/>
                </a:lnTo>
                <a:lnTo>
                  <a:pt x="78391" y="9685"/>
                </a:lnTo>
                <a:lnTo>
                  <a:pt x="78684" y="9746"/>
                </a:lnTo>
                <a:lnTo>
                  <a:pt x="78970" y="9814"/>
                </a:lnTo>
                <a:lnTo>
                  <a:pt x="79251" y="9890"/>
                </a:lnTo>
                <a:lnTo>
                  <a:pt x="79526" y="9972"/>
                </a:lnTo>
                <a:lnTo>
                  <a:pt x="79794" y="10062"/>
                </a:lnTo>
                <a:lnTo>
                  <a:pt x="80057" y="10159"/>
                </a:lnTo>
                <a:lnTo>
                  <a:pt x="80313" y="10263"/>
                </a:lnTo>
                <a:lnTo>
                  <a:pt x="80563" y="10374"/>
                </a:lnTo>
                <a:lnTo>
                  <a:pt x="80808" y="10492"/>
                </a:lnTo>
                <a:lnTo>
                  <a:pt x="81046" y="10618"/>
                </a:lnTo>
                <a:lnTo>
                  <a:pt x="81278" y="10750"/>
                </a:lnTo>
                <a:lnTo>
                  <a:pt x="81504" y="10890"/>
                </a:lnTo>
                <a:lnTo>
                  <a:pt x="81724" y="11037"/>
                </a:lnTo>
                <a:lnTo>
                  <a:pt x="81938" y="11192"/>
                </a:lnTo>
                <a:lnTo>
                  <a:pt x="82146" y="11353"/>
                </a:lnTo>
                <a:lnTo>
                  <a:pt x="82348" y="11522"/>
                </a:lnTo>
                <a:lnTo>
                  <a:pt x="82543" y="11697"/>
                </a:lnTo>
                <a:lnTo>
                  <a:pt x="82729" y="11877"/>
                </a:lnTo>
                <a:lnTo>
                  <a:pt x="82907" y="12063"/>
                </a:lnTo>
                <a:lnTo>
                  <a:pt x="83077" y="12255"/>
                </a:lnTo>
                <a:lnTo>
                  <a:pt x="83239" y="12452"/>
                </a:lnTo>
                <a:lnTo>
                  <a:pt x="83392" y="12655"/>
                </a:lnTo>
                <a:lnTo>
                  <a:pt x="83537" y="12863"/>
                </a:lnTo>
                <a:lnTo>
                  <a:pt x="83674" y="13077"/>
                </a:lnTo>
                <a:lnTo>
                  <a:pt x="83803" y="13296"/>
                </a:lnTo>
                <a:lnTo>
                  <a:pt x="83923" y="13522"/>
                </a:lnTo>
                <a:lnTo>
                  <a:pt x="84035" y="13752"/>
                </a:lnTo>
                <a:lnTo>
                  <a:pt x="84138" y="13988"/>
                </a:lnTo>
                <a:lnTo>
                  <a:pt x="84234" y="14230"/>
                </a:lnTo>
                <a:lnTo>
                  <a:pt x="84321" y="14478"/>
                </a:lnTo>
                <a:lnTo>
                  <a:pt x="84399" y="14731"/>
                </a:lnTo>
                <a:lnTo>
                  <a:pt x="84470" y="14989"/>
                </a:lnTo>
                <a:lnTo>
                  <a:pt x="84532" y="15254"/>
                </a:lnTo>
                <a:lnTo>
                  <a:pt x="84586" y="15523"/>
                </a:lnTo>
                <a:lnTo>
                  <a:pt x="84631" y="15799"/>
                </a:lnTo>
                <a:lnTo>
                  <a:pt x="84669" y="16080"/>
                </a:lnTo>
                <a:lnTo>
                  <a:pt x="84698" y="16366"/>
                </a:lnTo>
                <a:lnTo>
                  <a:pt x="84718" y="16658"/>
                </a:lnTo>
                <a:lnTo>
                  <a:pt x="84731" y="16956"/>
                </a:lnTo>
                <a:lnTo>
                  <a:pt x="84735" y="17259"/>
                </a:lnTo>
                <a:lnTo>
                  <a:pt x="84735" y="21574"/>
                </a:lnTo>
                <a:lnTo>
                  <a:pt x="72158" y="21574"/>
                </a:lnTo>
                <a:lnTo>
                  <a:pt x="71408" y="21581"/>
                </a:lnTo>
                <a:lnTo>
                  <a:pt x="70672" y="21602"/>
                </a:lnTo>
                <a:lnTo>
                  <a:pt x="69951" y="21637"/>
                </a:lnTo>
                <a:lnTo>
                  <a:pt x="69244" y="21686"/>
                </a:lnTo>
                <a:lnTo>
                  <a:pt x="68551" y="21749"/>
                </a:lnTo>
                <a:lnTo>
                  <a:pt x="67872" y="21826"/>
                </a:lnTo>
                <a:lnTo>
                  <a:pt x="67208" y="21918"/>
                </a:lnTo>
                <a:lnTo>
                  <a:pt x="66559" y="22023"/>
                </a:lnTo>
                <a:lnTo>
                  <a:pt x="65923" y="22142"/>
                </a:lnTo>
                <a:lnTo>
                  <a:pt x="65302" y="22275"/>
                </a:lnTo>
                <a:lnTo>
                  <a:pt x="64695" y="22423"/>
                </a:lnTo>
                <a:lnTo>
                  <a:pt x="64103" y="22584"/>
                </a:lnTo>
                <a:lnTo>
                  <a:pt x="63525" y="22759"/>
                </a:lnTo>
                <a:lnTo>
                  <a:pt x="62961" y="22949"/>
                </a:lnTo>
                <a:lnTo>
                  <a:pt x="62412" y="23152"/>
                </a:lnTo>
                <a:lnTo>
                  <a:pt x="61877" y="23369"/>
                </a:lnTo>
                <a:lnTo>
                  <a:pt x="61356" y="23601"/>
                </a:lnTo>
                <a:lnTo>
                  <a:pt x="60849" y="23846"/>
                </a:lnTo>
                <a:lnTo>
                  <a:pt x="60357" y="24106"/>
                </a:lnTo>
                <a:lnTo>
                  <a:pt x="59880" y="24379"/>
                </a:lnTo>
                <a:lnTo>
                  <a:pt x="59416" y="24667"/>
                </a:lnTo>
                <a:lnTo>
                  <a:pt x="58967" y="24969"/>
                </a:lnTo>
                <a:lnTo>
                  <a:pt x="58533" y="25284"/>
                </a:lnTo>
                <a:lnTo>
                  <a:pt x="58113" y="25614"/>
                </a:lnTo>
                <a:lnTo>
                  <a:pt x="57708" y="25956"/>
                </a:lnTo>
                <a:lnTo>
                  <a:pt x="57321" y="26310"/>
                </a:lnTo>
                <a:lnTo>
                  <a:pt x="56951" y="26677"/>
                </a:lnTo>
                <a:lnTo>
                  <a:pt x="56598" y="27054"/>
                </a:lnTo>
                <a:lnTo>
                  <a:pt x="56262" y="27444"/>
                </a:lnTo>
                <a:lnTo>
                  <a:pt x="55944" y="27845"/>
                </a:lnTo>
                <a:lnTo>
                  <a:pt x="55642" y="28259"/>
                </a:lnTo>
                <a:lnTo>
                  <a:pt x="55358" y="28684"/>
                </a:lnTo>
                <a:lnTo>
                  <a:pt x="55092" y="29120"/>
                </a:lnTo>
                <a:lnTo>
                  <a:pt x="54842" y="29569"/>
                </a:lnTo>
                <a:lnTo>
                  <a:pt x="54610" y="30029"/>
                </a:lnTo>
                <a:lnTo>
                  <a:pt x="54394" y="30502"/>
                </a:lnTo>
                <a:lnTo>
                  <a:pt x="54196" y="30986"/>
                </a:lnTo>
                <a:lnTo>
                  <a:pt x="54016" y="31481"/>
                </a:lnTo>
                <a:lnTo>
                  <a:pt x="53852" y="31989"/>
                </a:lnTo>
                <a:lnTo>
                  <a:pt x="53706" y="32508"/>
                </a:lnTo>
                <a:lnTo>
                  <a:pt x="53577" y="33039"/>
                </a:lnTo>
                <a:lnTo>
                  <a:pt x="53465" y="33582"/>
                </a:lnTo>
                <a:lnTo>
                  <a:pt x="53370" y="34137"/>
                </a:lnTo>
                <a:lnTo>
                  <a:pt x="53293" y="34704"/>
                </a:lnTo>
                <a:lnTo>
                  <a:pt x="53233" y="35282"/>
                </a:lnTo>
                <a:lnTo>
                  <a:pt x="53190" y="35872"/>
                </a:lnTo>
                <a:lnTo>
                  <a:pt x="53164" y="36474"/>
                </a:lnTo>
                <a:lnTo>
                  <a:pt x="53155" y="37088"/>
                </a:lnTo>
                <a:lnTo>
                  <a:pt x="53163" y="37664"/>
                </a:lnTo>
                <a:lnTo>
                  <a:pt x="53186" y="38231"/>
                </a:lnTo>
                <a:lnTo>
                  <a:pt x="53225" y="38788"/>
                </a:lnTo>
                <a:lnTo>
                  <a:pt x="53280" y="39335"/>
                </a:lnTo>
                <a:lnTo>
                  <a:pt x="53350" y="39872"/>
                </a:lnTo>
                <a:lnTo>
                  <a:pt x="53436" y="40399"/>
                </a:lnTo>
                <a:lnTo>
                  <a:pt x="53538" y="40916"/>
                </a:lnTo>
                <a:lnTo>
                  <a:pt x="53655" y="41423"/>
                </a:lnTo>
                <a:lnTo>
                  <a:pt x="53788" y="41921"/>
                </a:lnTo>
                <a:lnTo>
                  <a:pt x="53936" y="42408"/>
                </a:lnTo>
                <a:lnTo>
                  <a:pt x="54100" y="42886"/>
                </a:lnTo>
                <a:lnTo>
                  <a:pt x="54280" y="43354"/>
                </a:lnTo>
                <a:lnTo>
                  <a:pt x="54475" y="43812"/>
                </a:lnTo>
                <a:lnTo>
                  <a:pt x="54686" y="44260"/>
                </a:lnTo>
                <a:lnTo>
                  <a:pt x="54912" y="44698"/>
                </a:lnTo>
                <a:lnTo>
                  <a:pt x="55154" y="45126"/>
                </a:lnTo>
                <a:lnTo>
                  <a:pt x="55412" y="45544"/>
                </a:lnTo>
                <a:lnTo>
                  <a:pt x="55685" y="45953"/>
                </a:lnTo>
                <a:lnTo>
                  <a:pt x="55974" y="46351"/>
                </a:lnTo>
                <a:lnTo>
                  <a:pt x="56279" y="46740"/>
                </a:lnTo>
                <a:lnTo>
                  <a:pt x="56599" y="47119"/>
                </a:lnTo>
                <a:lnTo>
                  <a:pt x="56935" y="47488"/>
                </a:lnTo>
                <a:lnTo>
                  <a:pt x="57286" y="47847"/>
                </a:lnTo>
                <a:lnTo>
                  <a:pt x="57653" y="48196"/>
                </a:lnTo>
                <a:lnTo>
                  <a:pt x="58034" y="48533"/>
                </a:lnTo>
                <a:lnTo>
                  <a:pt x="58426" y="48856"/>
                </a:lnTo>
                <a:lnTo>
                  <a:pt x="58830" y="49164"/>
                </a:lnTo>
                <a:lnTo>
                  <a:pt x="59245" y="49459"/>
                </a:lnTo>
                <a:lnTo>
                  <a:pt x="59671" y="49738"/>
                </a:lnTo>
                <a:lnTo>
                  <a:pt x="60109" y="50004"/>
                </a:lnTo>
                <a:lnTo>
                  <a:pt x="60559" y="50255"/>
                </a:lnTo>
                <a:lnTo>
                  <a:pt x="61020" y="50491"/>
                </a:lnTo>
                <a:lnTo>
                  <a:pt x="61492" y="50714"/>
                </a:lnTo>
                <a:lnTo>
                  <a:pt x="61976" y="50922"/>
                </a:lnTo>
                <a:lnTo>
                  <a:pt x="62471" y="51115"/>
                </a:lnTo>
                <a:lnTo>
                  <a:pt x="62978" y="51295"/>
                </a:lnTo>
                <a:lnTo>
                  <a:pt x="63497" y="51459"/>
                </a:lnTo>
                <a:lnTo>
                  <a:pt x="64026" y="51610"/>
                </a:lnTo>
                <a:lnTo>
                  <a:pt x="64568" y="51746"/>
                </a:lnTo>
                <a:lnTo>
                  <a:pt x="65120" y="51868"/>
                </a:lnTo>
                <a:lnTo>
                  <a:pt x="65685" y="51976"/>
                </a:lnTo>
                <a:lnTo>
                  <a:pt x="66260" y="52069"/>
                </a:lnTo>
                <a:lnTo>
                  <a:pt x="66847" y="52148"/>
                </a:lnTo>
                <a:lnTo>
                  <a:pt x="67446" y="52213"/>
                </a:lnTo>
                <a:lnTo>
                  <a:pt x="68056" y="52263"/>
                </a:lnTo>
                <a:lnTo>
                  <a:pt x="68678" y="52299"/>
                </a:lnTo>
                <a:lnTo>
                  <a:pt x="69311" y="52320"/>
                </a:lnTo>
                <a:lnTo>
                  <a:pt x="69955" y="52327"/>
                </a:lnTo>
                <a:lnTo>
                  <a:pt x="70524" y="52322"/>
                </a:lnTo>
                <a:lnTo>
                  <a:pt x="71083" y="52304"/>
                </a:lnTo>
                <a:lnTo>
                  <a:pt x="71633" y="52276"/>
                </a:lnTo>
                <a:lnTo>
                  <a:pt x="72173" y="52235"/>
                </a:lnTo>
                <a:lnTo>
                  <a:pt x="72704" y="52184"/>
                </a:lnTo>
                <a:lnTo>
                  <a:pt x="73225" y="52121"/>
                </a:lnTo>
                <a:lnTo>
                  <a:pt x="73737" y="52046"/>
                </a:lnTo>
                <a:lnTo>
                  <a:pt x="74239" y="51960"/>
                </a:lnTo>
                <a:lnTo>
                  <a:pt x="74731" y="51863"/>
                </a:lnTo>
                <a:lnTo>
                  <a:pt x="75214" y="51754"/>
                </a:lnTo>
                <a:lnTo>
                  <a:pt x="75688" y="51633"/>
                </a:lnTo>
                <a:lnTo>
                  <a:pt x="76151" y="51501"/>
                </a:lnTo>
                <a:lnTo>
                  <a:pt x="76606" y="51358"/>
                </a:lnTo>
                <a:lnTo>
                  <a:pt x="77050" y="51203"/>
                </a:lnTo>
                <a:lnTo>
                  <a:pt x="77485" y="51036"/>
                </a:lnTo>
                <a:lnTo>
                  <a:pt x="77911" y="50859"/>
                </a:lnTo>
                <a:lnTo>
                  <a:pt x="78327" y="50669"/>
                </a:lnTo>
                <a:lnTo>
                  <a:pt x="78733" y="50468"/>
                </a:lnTo>
                <a:lnTo>
                  <a:pt x="79130" y="50256"/>
                </a:lnTo>
                <a:lnTo>
                  <a:pt x="79517" y="50032"/>
                </a:lnTo>
                <a:lnTo>
                  <a:pt x="79895" y="49797"/>
                </a:lnTo>
                <a:lnTo>
                  <a:pt x="80263" y="49551"/>
                </a:lnTo>
                <a:lnTo>
                  <a:pt x="80622" y="49292"/>
                </a:lnTo>
                <a:lnTo>
                  <a:pt x="80971" y="49023"/>
                </a:lnTo>
                <a:lnTo>
                  <a:pt x="81308" y="48743"/>
                </a:lnTo>
                <a:lnTo>
                  <a:pt x="81631" y="48456"/>
                </a:lnTo>
                <a:lnTo>
                  <a:pt x="81939" y="48161"/>
                </a:lnTo>
                <a:lnTo>
                  <a:pt x="82234" y="47857"/>
                </a:lnTo>
                <a:lnTo>
                  <a:pt x="82513" y="47546"/>
                </a:lnTo>
                <a:lnTo>
                  <a:pt x="82779" y="47227"/>
                </a:lnTo>
                <a:lnTo>
                  <a:pt x="83030" y="46900"/>
                </a:lnTo>
                <a:lnTo>
                  <a:pt x="83267" y="46565"/>
                </a:lnTo>
                <a:lnTo>
                  <a:pt x="83489" y="46221"/>
                </a:lnTo>
                <a:lnTo>
                  <a:pt x="83697" y="45870"/>
                </a:lnTo>
                <a:lnTo>
                  <a:pt x="83891" y="45511"/>
                </a:lnTo>
                <a:lnTo>
                  <a:pt x="84070" y="45144"/>
                </a:lnTo>
                <a:lnTo>
                  <a:pt x="84235" y="44769"/>
                </a:lnTo>
                <a:lnTo>
                  <a:pt x="84386" y="44386"/>
                </a:lnTo>
                <a:lnTo>
                  <a:pt x="84522" y="43995"/>
                </a:lnTo>
                <a:lnTo>
                  <a:pt x="84644" y="43596"/>
                </a:lnTo>
                <a:lnTo>
                  <a:pt x="84752" y="43189"/>
                </a:lnTo>
                <a:lnTo>
                  <a:pt x="84845" y="42775"/>
                </a:lnTo>
                <a:lnTo>
                  <a:pt x="84878" y="42597"/>
                </a:lnTo>
                <a:lnTo>
                  <a:pt x="85103" y="42597"/>
                </a:lnTo>
                <a:lnTo>
                  <a:pt x="85103" y="51410"/>
                </a:lnTo>
                <a:lnTo>
                  <a:pt x="96210" y="51410"/>
                </a:lnTo>
                <a:lnTo>
                  <a:pt x="96210" y="17167"/>
                </a:lnTo>
                <a:close/>
                <a:moveTo>
                  <a:pt x="72361" y="43641"/>
                </a:moveTo>
                <a:lnTo>
                  <a:pt x="72037" y="43609"/>
                </a:lnTo>
                <a:lnTo>
                  <a:pt x="71719" y="43569"/>
                </a:lnTo>
                <a:lnTo>
                  <a:pt x="71408" y="43523"/>
                </a:lnTo>
                <a:lnTo>
                  <a:pt x="71102" y="43469"/>
                </a:lnTo>
                <a:lnTo>
                  <a:pt x="70803" y="43408"/>
                </a:lnTo>
                <a:lnTo>
                  <a:pt x="70510" y="43340"/>
                </a:lnTo>
                <a:lnTo>
                  <a:pt x="70224" y="43265"/>
                </a:lnTo>
                <a:lnTo>
                  <a:pt x="69943" y="43182"/>
                </a:lnTo>
                <a:lnTo>
                  <a:pt x="69669" y="43092"/>
                </a:lnTo>
                <a:lnTo>
                  <a:pt x="69401" y="42996"/>
                </a:lnTo>
                <a:lnTo>
                  <a:pt x="69139" y="42892"/>
                </a:lnTo>
                <a:lnTo>
                  <a:pt x="68883" y="42781"/>
                </a:lnTo>
                <a:lnTo>
                  <a:pt x="68634" y="42662"/>
                </a:lnTo>
                <a:lnTo>
                  <a:pt x="68391" y="42537"/>
                </a:lnTo>
                <a:lnTo>
                  <a:pt x="68154" y="42404"/>
                </a:lnTo>
                <a:lnTo>
                  <a:pt x="67923" y="42264"/>
                </a:lnTo>
                <a:lnTo>
                  <a:pt x="67699" y="42117"/>
                </a:lnTo>
                <a:lnTo>
                  <a:pt x="67480" y="41963"/>
                </a:lnTo>
                <a:lnTo>
                  <a:pt x="67268" y="41802"/>
                </a:lnTo>
                <a:lnTo>
                  <a:pt x="67062" y="41633"/>
                </a:lnTo>
                <a:lnTo>
                  <a:pt x="66864" y="41459"/>
                </a:lnTo>
                <a:lnTo>
                  <a:pt x="66674" y="41279"/>
                </a:lnTo>
                <a:lnTo>
                  <a:pt x="66492" y="41093"/>
                </a:lnTo>
                <a:lnTo>
                  <a:pt x="66319" y="40903"/>
                </a:lnTo>
                <a:lnTo>
                  <a:pt x="66155" y="40707"/>
                </a:lnTo>
                <a:lnTo>
                  <a:pt x="65998" y="40506"/>
                </a:lnTo>
                <a:lnTo>
                  <a:pt x="65851" y="40299"/>
                </a:lnTo>
                <a:lnTo>
                  <a:pt x="65711" y="40088"/>
                </a:lnTo>
                <a:lnTo>
                  <a:pt x="65580" y="39871"/>
                </a:lnTo>
                <a:lnTo>
                  <a:pt x="65458" y="39649"/>
                </a:lnTo>
                <a:lnTo>
                  <a:pt x="65344" y="39421"/>
                </a:lnTo>
                <a:lnTo>
                  <a:pt x="65238" y="39189"/>
                </a:lnTo>
                <a:lnTo>
                  <a:pt x="65141" y="38951"/>
                </a:lnTo>
                <a:lnTo>
                  <a:pt x="65053" y="38708"/>
                </a:lnTo>
                <a:lnTo>
                  <a:pt x="64972" y="38459"/>
                </a:lnTo>
                <a:lnTo>
                  <a:pt x="64901" y="38206"/>
                </a:lnTo>
                <a:lnTo>
                  <a:pt x="64837" y="37947"/>
                </a:lnTo>
                <a:lnTo>
                  <a:pt x="64783" y="37682"/>
                </a:lnTo>
                <a:lnTo>
                  <a:pt x="64736" y="37413"/>
                </a:lnTo>
                <a:lnTo>
                  <a:pt x="64698" y="37138"/>
                </a:lnTo>
                <a:lnTo>
                  <a:pt x="64669" y="36858"/>
                </a:lnTo>
                <a:lnTo>
                  <a:pt x="64647" y="36573"/>
                </a:lnTo>
                <a:lnTo>
                  <a:pt x="64635" y="36283"/>
                </a:lnTo>
                <a:lnTo>
                  <a:pt x="64631" y="35987"/>
                </a:lnTo>
                <a:lnTo>
                  <a:pt x="64634" y="35714"/>
                </a:lnTo>
                <a:lnTo>
                  <a:pt x="64645" y="35445"/>
                </a:lnTo>
                <a:lnTo>
                  <a:pt x="64664" y="35181"/>
                </a:lnTo>
                <a:lnTo>
                  <a:pt x="64689" y="34921"/>
                </a:lnTo>
                <a:lnTo>
                  <a:pt x="64722" y="34666"/>
                </a:lnTo>
                <a:lnTo>
                  <a:pt x="64762" y="34415"/>
                </a:lnTo>
                <a:lnTo>
                  <a:pt x="64810" y="34168"/>
                </a:lnTo>
                <a:lnTo>
                  <a:pt x="64865" y="33927"/>
                </a:lnTo>
                <a:lnTo>
                  <a:pt x="64927" y="33689"/>
                </a:lnTo>
                <a:lnTo>
                  <a:pt x="64997" y="33456"/>
                </a:lnTo>
                <a:lnTo>
                  <a:pt x="65074" y="33228"/>
                </a:lnTo>
                <a:lnTo>
                  <a:pt x="65158" y="33003"/>
                </a:lnTo>
                <a:lnTo>
                  <a:pt x="65250" y="32784"/>
                </a:lnTo>
                <a:lnTo>
                  <a:pt x="65349" y="32569"/>
                </a:lnTo>
                <a:lnTo>
                  <a:pt x="65455" y="32358"/>
                </a:lnTo>
                <a:lnTo>
                  <a:pt x="65569" y="32152"/>
                </a:lnTo>
                <a:lnTo>
                  <a:pt x="65690" y="31950"/>
                </a:lnTo>
                <a:lnTo>
                  <a:pt x="65818" y="31753"/>
                </a:lnTo>
                <a:lnTo>
                  <a:pt x="65954" y="31560"/>
                </a:lnTo>
                <a:lnTo>
                  <a:pt x="66097" y="31371"/>
                </a:lnTo>
                <a:lnTo>
                  <a:pt x="66247" y="31187"/>
                </a:lnTo>
                <a:lnTo>
                  <a:pt x="66404" y="31008"/>
                </a:lnTo>
                <a:lnTo>
                  <a:pt x="66569" y="30833"/>
                </a:lnTo>
                <a:lnTo>
                  <a:pt x="66742" y="30662"/>
                </a:lnTo>
                <a:lnTo>
                  <a:pt x="66920" y="30498"/>
                </a:lnTo>
                <a:lnTo>
                  <a:pt x="67103" y="30340"/>
                </a:lnTo>
                <a:lnTo>
                  <a:pt x="67291" y="30189"/>
                </a:lnTo>
                <a:lnTo>
                  <a:pt x="67484" y="30045"/>
                </a:lnTo>
                <a:lnTo>
                  <a:pt x="67681" y="29908"/>
                </a:lnTo>
                <a:lnTo>
                  <a:pt x="67884" y="29779"/>
                </a:lnTo>
                <a:lnTo>
                  <a:pt x="68091" y="29656"/>
                </a:lnTo>
                <a:lnTo>
                  <a:pt x="68303" y="29540"/>
                </a:lnTo>
                <a:lnTo>
                  <a:pt x="68519" y="29431"/>
                </a:lnTo>
                <a:lnTo>
                  <a:pt x="68741" y="29330"/>
                </a:lnTo>
                <a:lnTo>
                  <a:pt x="68967" y="29235"/>
                </a:lnTo>
                <a:lnTo>
                  <a:pt x="69198" y="29147"/>
                </a:lnTo>
                <a:lnTo>
                  <a:pt x="69434" y="29067"/>
                </a:lnTo>
                <a:lnTo>
                  <a:pt x="69674" y="28993"/>
                </a:lnTo>
                <a:lnTo>
                  <a:pt x="69919" y="28926"/>
                </a:lnTo>
                <a:lnTo>
                  <a:pt x="70169" y="28867"/>
                </a:lnTo>
                <a:lnTo>
                  <a:pt x="70424" y="28814"/>
                </a:lnTo>
                <a:lnTo>
                  <a:pt x="70684" y="28769"/>
                </a:lnTo>
                <a:lnTo>
                  <a:pt x="70948" y="28730"/>
                </a:lnTo>
                <a:lnTo>
                  <a:pt x="71218" y="28698"/>
                </a:lnTo>
                <a:lnTo>
                  <a:pt x="71491" y="28674"/>
                </a:lnTo>
                <a:lnTo>
                  <a:pt x="71770" y="28656"/>
                </a:lnTo>
                <a:lnTo>
                  <a:pt x="72054" y="28646"/>
                </a:lnTo>
                <a:lnTo>
                  <a:pt x="72342" y="28642"/>
                </a:lnTo>
                <a:lnTo>
                  <a:pt x="84735" y="28642"/>
                </a:lnTo>
                <a:lnTo>
                  <a:pt x="84735" y="34793"/>
                </a:lnTo>
                <a:lnTo>
                  <a:pt x="84730" y="35120"/>
                </a:lnTo>
                <a:lnTo>
                  <a:pt x="84714" y="35441"/>
                </a:lnTo>
                <a:lnTo>
                  <a:pt x="84687" y="35757"/>
                </a:lnTo>
                <a:lnTo>
                  <a:pt x="84649" y="36068"/>
                </a:lnTo>
                <a:lnTo>
                  <a:pt x="84601" y="36374"/>
                </a:lnTo>
                <a:lnTo>
                  <a:pt x="84543" y="36675"/>
                </a:lnTo>
                <a:lnTo>
                  <a:pt x="84473" y="36971"/>
                </a:lnTo>
                <a:lnTo>
                  <a:pt x="84393" y="37262"/>
                </a:lnTo>
                <a:lnTo>
                  <a:pt x="84302" y="37547"/>
                </a:lnTo>
                <a:lnTo>
                  <a:pt x="84201" y="37828"/>
                </a:lnTo>
                <a:lnTo>
                  <a:pt x="84089" y="38103"/>
                </a:lnTo>
                <a:lnTo>
                  <a:pt x="83966" y="38374"/>
                </a:lnTo>
                <a:lnTo>
                  <a:pt x="83832" y="38639"/>
                </a:lnTo>
                <a:lnTo>
                  <a:pt x="83688" y="38899"/>
                </a:lnTo>
                <a:lnTo>
                  <a:pt x="83533" y="39154"/>
                </a:lnTo>
                <a:lnTo>
                  <a:pt x="83368" y="39404"/>
                </a:lnTo>
                <a:lnTo>
                  <a:pt x="83192" y="39649"/>
                </a:lnTo>
                <a:lnTo>
                  <a:pt x="83005" y="39889"/>
                </a:lnTo>
                <a:lnTo>
                  <a:pt x="82807" y="40123"/>
                </a:lnTo>
                <a:lnTo>
                  <a:pt x="82599" y="40353"/>
                </a:lnTo>
                <a:lnTo>
                  <a:pt x="82380" y="40577"/>
                </a:lnTo>
                <a:lnTo>
                  <a:pt x="82150" y="40797"/>
                </a:lnTo>
                <a:lnTo>
                  <a:pt x="81910" y="41011"/>
                </a:lnTo>
                <a:lnTo>
                  <a:pt x="81659" y="41220"/>
                </a:lnTo>
                <a:lnTo>
                  <a:pt x="81399" y="41422"/>
                </a:lnTo>
                <a:lnTo>
                  <a:pt x="81134" y="41616"/>
                </a:lnTo>
                <a:lnTo>
                  <a:pt x="80862" y="41801"/>
                </a:lnTo>
                <a:lnTo>
                  <a:pt x="80584" y="41977"/>
                </a:lnTo>
                <a:lnTo>
                  <a:pt x="80300" y="42145"/>
                </a:lnTo>
                <a:lnTo>
                  <a:pt x="80009" y="42304"/>
                </a:lnTo>
                <a:lnTo>
                  <a:pt x="79713" y="42455"/>
                </a:lnTo>
                <a:lnTo>
                  <a:pt x="79410" y="42597"/>
                </a:lnTo>
                <a:lnTo>
                  <a:pt x="79101" y="42730"/>
                </a:lnTo>
                <a:lnTo>
                  <a:pt x="78786" y="42855"/>
                </a:lnTo>
                <a:lnTo>
                  <a:pt x="78464" y="42971"/>
                </a:lnTo>
                <a:lnTo>
                  <a:pt x="78136" y="43079"/>
                </a:lnTo>
                <a:lnTo>
                  <a:pt x="77802" y="43178"/>
                </a:lnTo>
                <a:lnTo>
                  <a:pt x="77462" y="43268"/>
                </a:lnTo>
                <a:lnTo>
                  <a:pt x="77116" y="43350"/>
                </a:lnTo>
                <a:lnTo>
                  <a:pt x="76763" y="43423"/>
                </a:lnTo>
                <a:lnTo>
                  <a:pt x="76405" y="43487"/>
                </a:lnTo>
                <a:lnTo>
                  <a:pt x="76040" y="43543"/>
                </a:lnTo>
                <a:lnTo>
                  <a:pt x="75668" y="43591"/>
                </a:lnTo>
                <a:lnTo>
                  <a:pt x="75291" y="43629"/>
                </a:lnTo>
                <a:lnTo>
                  <a:pt x="74907" y="43660"/>
                </a:lnTo>
                <a:lnTo>
                  <a:pt x="74517" y="43681"/>
                </a:lnTo>
                <a:lnTo>
                  <a:pt x="74121" y="43694"/>
                </a:lnTo>
                <a:lnTo>
                  <a:pt x="73719" y="43698"/>
                </a:lnTo>
                <a:lnTo>
                  <a:pt x="73370" y="43695"/>
                </a:lnTo>
                <a:lnTo>
                  <a:pt x="73027" y="43684"/>
                </a:lnTo>
                <a:lnTo>
                  <a:pt x="72691" y="43666"/>
                </a:lnTo>
                <a:lnTo>
                  <a:pt x="72361" y="43641"/>
                </a:lnTo>
                <a:close/>
                <a:moveTo>
                  <a:pt x="241741" y="15389"/>
                </a:moveTo>
                <a:lnTo>
                  <a:pt x="242044" y="15363"/>
                </a:lnTo>
                <a:lnTo>
                  <a:pt x="242341" y="15329"/>
                </a:lnTo>
                <a:lnTo>
                  <a:pt x="242634" y="15288"/>
                </a:lnTo>
                <a:lnTo>
                  <a:pt x="242921" y="15239"/>
                </a:lnTo>
                <a:lnTo>
                  <a:pt x="243203" y="15183"/>
                </a:lnTo>
                <a:lnTo>
                  <a:pt x="243479" y="15120"/>
                </a:lnTo>
                <a:lnTo>
                  <a:pt x="243751" y="15048"/>
                </a:lnTo>
                <a:lnTo>
                  <a:pt x="244017" y="14970"/>
                </a:lnTo>
                <a:lnTo>
                  <a:pt x="244277" y="14884"/>
                </a:lnTo>
                <a:lnTo>
                  <a:pt x="244533" y="14790"/>
                </a:lnTo>
                <a:lnTo>
                  <a:pt x="244783" y="14689"/>
                </a:lnTo>
                <a:lnTo>
                  <a:pt x="245028" y="14580"/>
                </a:lnTo>
                <a:lnTo>
                  <a:pt x="245268" y="14464"/>
                </a:lnTo>
                <a:lnTo>
                  <a:pt x="245502" y="14341"/>
                </a:lnTo>
                <a:lnTo>
                  <a:pt x="245732" y="14209"/>
                </a:lnTo>
                <a:lnTo>
                  <a:pt x="245956" y="14071"/>
                </a:lnTo>
                <a:lnTo>
                  <a:pt x="246174" y="13925"/>
                </a:lnTo>
                <a:lnTo>
                  <a:pt x="246388" y="13771"/>
                </a:lnTo>
                <a:lnTo>
                  <a:pt x="246596" y="13610"/>
                </a:lnTo>
                <a:lnTo>
                  <a:pt x="246799" y="13442"/>
                </a:lnTo>
                <a:lnTo>
                  <a:pt x="246997" y="13266"/>
                </a:lnTo>
                <a:lnTo>
                  <a:pt x="247188" y="13084"/>
                </a:lnTo>
                <a:lnTo>
                  <a:pt x="247371" y="12898"/>
                </a:lnTo>
                <a:lnTo>
                  <a:pt x="247546" y="12707"/>
                </a:lnTo>
                <a:lnTo>
                  <a:pt x="247712" y="12512"/>
                </a:lnTo>
                <a:lnTo>
                  <a:pt x="247871" y="12313"/>
                </a:lnTo>
                <a:lnTo>
                  <a:pt x="248021" y="12110"/>
                </a:lnTo>
                <a:lnTo>
                  <a:pt x="248164" y="11902"/>
                </a:lnTo>
                <a:lnTo>
                  <a:pt x="248298" y="11690"/>
                </a:lnTo>
                <a:lnTo>
                  <a:pt x="248424" y="11473"/>
                </a:lnTo>
                <a:lnTo>
                  <a:pt x="248542" y="11253"/>
                </a:lnTo>
                <a:lnTo>
                  <a:pt x="248652" y="11028"/>
                </a:lnTo>
                <a:lnTo>
                  <a:pt x="248753" y="10798"/>
                </a:lnTo>
                <a:lnTo>
                  <a:pt x="248847" y="10565"/>
                </a:lnTo>
                <a:lnTo>
                  <a:pt x="248932" y="10327"/>
                </a:lnTo>
                <a:lnTo>
                  <a:pt x="249010" y="10085"/>
                </a:lnTo>
                <a:lnTo>
                  <a:pt x="249079" y="9838"/>
                </a:lnTo>
                <a:lnTo>
                  <a:pt x="249140" y="9588"/>
                </a:lnTo>
                <a:lnTo>
                  <a:pt x="249192" y="9332"/>
                </a:lnTo>
                <a:lnTo>
                  <a:pt x="249237" y="9073"/>
                </a:lnTo>
                <a:lnTo>
                  <a:pt x="249274" y="8809"/>
                </a:lnTo>
                <a:lnTo>
                  <a:pt x="249302" y="8541"/>
                </a:lnTo>
                <a:lnTo>
                  <a:pt x="249323" y="8269"/>
                </a:lnTo>
                <a:lnTo>
                  <a:pt x="249335" y="7992"/>
                </a:lnTo>
                <a:lnTo>
                  <a:pt x="249339" y="7711"/>
                </a:lnTo>
                <a:lnTo>
                  <a:pt x="249335" y="7423"/>
                </a:lnTo>
                <a:lnTo>
                  <a:pt x="249323" y="7139"/>
                </a:lnTo>
                <a:lnTo>
                  <a:pt x="249302" y="6861"/>
                </a:lnTo>
                <a:lnTo>
                  <a:pt x="249274" y="6587"/>
                </a:lnTo>
                <a:lnTo>
                  <a:pt x="249237" y="6317"/>
                </a:lnTo>
                <a:lnTo>
                  <a:pt x="249192" y="6053"/>
                </a:lnTo>
                <a:lnTo>
                  <a:pt x="249140" y="5793"/>
                </a:lnTo>
                <a:lnTo>
                  <a:pt x="249079" y="5538"/>
                </a:lnTo>
                <a:lnTo>
                  <a:pt x="249010" y="5288"/>
                </a:lnTo>
                <a:lnTo>
                  <a:pt x="248932" y="5043"/>
                </a:lnTo>
                <a:lnTo>
                  <a:pt x="248847" y="4802"/>
                </a:lnTo>
                <a:lnTo>
                  <a:pt x="248753" y="4567"/>
                </a:lnTo>
                <a:lnTo>
                  <a:pt x="248652" y="4336"/>
                </a:lnTo>
                <a:lnTo>
                  <a:pt x="248542" y="4110"/>
                </a:lnTo>
                <a:lnTo>
                  <a:pt x="248424" y="3888"/>
                </a:lnTo>
                <a:lnTo>
                  <a:pt x="248298" y="3672"/>
                </a:lnTo>
                <a:lnTo>
                  <a:pt x="248164" y="3460"/>
                </a:lnTo>
                <a:lnTo>
                  <a:pt x="248021" y="3253"/>
                </a:lnTo>
                <a:lnTo>
                  <a:pt x="247871" y="3050"/>
                </a:lnTo>
                <a:lnTo>
                  <a:pt x="247712" y="2853"/>
                </a:lnTo>
                <a:lnTo>
                  <a:pt x="247546" y="2660"/>
                </a:lnTo>
                <a:lnTo>
                  <a:pt x="247371" y="2472"/>
                </a:lnTo>
                <a:lnTo>
                  <a:pt x="247188" y="2289"/>
                </a:lnTo>
                <a:lnTo>
                  <a:pt x="246997" y="2111"/>
                </a:lnTo>
                <a:lnTo>
                  <a:pt x="246799" y="1939"/>
                </a:lnTo>
                <a:lnTo>
                  <a:pt x="246596" y="1774"/>
                </a:lnTo>
                <a:lnTo>
                  <a:pt x="246388" y="1616"/>
                </a:lnTo>
                <a:lnTo>
                  <a:pt x="246174" y="1466"/>
                </a:lnTo>
                <a:lnTo>
                  <a:pt x="245956" y="1323"/>
                </a:lnTo>
                <a:lnTo>
                  <a:pt x="245732" y="1187"/>
                </a:lnTo>
                <a:lnTo>
                  <a:pt x="245502" y="1059"/>
                </a:lnTo>
                <a:lnTo>
                  <a:pt x="245268" y="938"/>
                </a:lnTo>
                <a:lnTo>
                  <a:pt x="245028" y="825"/>
                </a:lnTo>
                <a:lnTo>
                  <a:pt x="244783" y="718"/>
                </a:lnTo>
                <a:lnTo>
                  <a:pt x="244533" y="619"/>
                </a:lnTo>
                <a:lnTo>
                  <a:pt x="244277" y="528"/>
                </a:lnTo>
                <a:lnTo>
                  <a:pt x="244017" y="443"/>
                </a:lnTo>
                <a:lnTo>
                  <a:pt x="243751" y="366"/>
                </a:lnTo>
                <a:lnTo>
                  <a:pt x="243479" y="297"/>
                </a:lnTo>
                <a:lnTo>
                  <a:pt x="243203" y="235"/>
                </a:lnTo>
                <a:lnTo>
                  <a:pt x="242921" y="180"/>
                </a:lnTo>
                <a:lnTo>
                  <a:pt x="242634" y="132"/>
                </a:lnTo>
                <a:lnTo>
                  <a:pt x="242341" y="92"/>
                </a:lnTo>
                <a:lnTo>
                  <a:pt x="242044" y="59"/>
                </a:lnTo>
                <a:lnTo>
                  <a:pt x="241741" y="33"/>
                </a:lnTo>
                <a:lnTo>
                  <a:pt x="241433" y="15"/>
                </a:lnTo>
                <a:lnTo>
                  <a:pt x="241120" y="4"/>
                </a:lnTo>
                <a:lnTo>
                  <a:pt x="240801" y="0"/>
                </a:lnTo>
                <a:lnTo>
                  <a:pt x="240482" y="4"/>
                </a:lnTo>
                <a:lnTo>
                  <a:pt x="240169" y="15"/>
                </a:lnTo>
                <a:lnTo>
                  <a:pt x="239861" y="33"/>
                </a:lnTo>
                <a:lnTo>
                  <a:pt x="239558" y="59"/>
                </a:lnTo>
                <a:lnTo>
                  <a:pt x="239260" y="92"/>
                </a:lnTo>
                <a:lnTo>
                  <a:pt x="238967" y="132"/>
                </a:lnTo>
                <a:lnTo>
                  <a:pt x="238680" y="180"/>
                </a:lnTo>
                <a:lnTo>
                  <a:pt x="238398" y="235"/>
                </a:lnTo>
                <a:lnTo>
                  <a:pt x="238122" y="297"/>
                </a:lnTo>
                <a:lnTo>
                  <a:pt x="237850" y="366"/>
                </a:lnTo>
                <a:lnTo>
                  <a:pt x="237584" y="443"/>
                </a:lnTo>
                <a:lnTo>
                  <a:pt x="237323" y="528"/>
                </a:lnTo>
                <a:lnTo>
                  <a:pt x="237068" y="619"/>
                </a:lnTo>
                <a:lnTo>
                  <a:pt x="236818" y="718"/>
                </a:lnTo>
                <a:lnTo>
                  <a:pt x="236572" y="825"/>
                </a:lnTo>
                <a:lnTo>
                  <a:pt x="236333" y="938"/>
                </a:lnTo>
                <a:lnTo>
                  <a:pt x="236098" y="1059"/>
                </a:lnTo>
                <a:lnTo>
                  <a:pt x="235869" y="1187"/>
                </a:lnTo>
                <a:lnTo>
                  <a:pt x="235645" y="1323"/>
                </a:lnTo>
                <a:lnTo>
                  <a:pt x="235426" y="1466"/>
                </a:lnTo>
                <a:lnTo>
                  <a:pt x="235213" y="1616"/>
                </a:lnTo>
                <a:lnTo>
                  <a:pt x="235004" y="1774"/>
                </a:lnTo>
                <a:lnTo>
                  <a:pt x="234801" y="1939"/>
                </a:lnTo>
                <a:lnTo>
                  <a:pt x="234604" y="2111"/>
                </a:lnTo>
                <a:lnTo>
                  <a:pt x="234413" y="2289"/>
                </a:lnTo>
                <a:lnTo>
                  <a:pt x="234230" y="2472"/>
                </a:lnTo>
                <a:lnTo>
                  <a:pt x="234055" y="2660"/>
                </a:lnTo>
                <a:lnTo>
                  <a:pt x="233889" y="2853"/>
                </a:lnTo>
                <a:lnTo>
                  <a:pt x="233730" y="3050"/>
                </a:lnTo>
                <a:lnTo>
                  <a:pt x="233580" y="3253"/>
                </a:lnTo>
                <a:lnTo>
                  <a:pt x="233437" y="3460"/>
                </a:lnTo>
                <a:lnTo>
                  <a:pt x="233303" y="3672"/>
                </a:lnTo>
                <a:lnTo>
                  <a:pt x="233177" y="3888"/>
                </a:lnTo>
                <a:lnTo>
                  <a:pt x="233060" y="4110"/>
                </a:lnTo>
                <a:lnTo>
                  <a:pt x="232950" y="4336"/>
                </a:lnTo>
                <a:lnTo>
                  <a:pt x="232848" y="4567"/>
                </a:lnTo>
                <a:lnTo>
                  <a:pt x="232755" y="4802"/>
                </a:lnTo>
                <a:lnTo>
                  <a:pt x="232669" y="5043"/>
                </a:lnTo>
                <a:lnTo>
                  <a:pt x="232592" y="5288"/>
                </a:lnTo>
                <a:lnTo>
                  <a:pt x="232523" y="5538"/>
                </a:lnTo>
                <a:lnTo>
                  <a:pt x="232462" y="5793"/>
                </a:lnTo>
                <a:lnTo>
                  <a:pt x="232409" y="6053"/>
                </a:lnTo>
                <a:lnTo>
                  <a:pt x="232365" y="6317"/>
                </a:lnTo>
                <a:lnTo>
                  <a:pt x="232328" y="6587"/>
                </a:lnTo>
                <a:lnTo>
                  <a:pt x="232300" y="6861"/>
                </a:lnTo>
                <a:lnTo>
                  <a:pt x="232279" y="7139"/>
                </a:lnTo>
                <a:lnTo>
                  <a:pt x="232267" y="7423"/>
                </a:lnTo>
                <a:lnTo>
                  <a:pt x="232263" y="7711"/>
                </a:lnTo>
                <a:lnTo>
                  <a:pt x="232267" y="7992"/>
                </a:lnTo>
                <a:lnTo>
                  <a:pt x="232279" y="8269"/>
                </a:lnTo>
                <a:lnTo>
                  <a:pt x="232300" y="8541"/>
                </a:lnTo>
                <a:lnTo>
                  <a:pt x="232328" y="8809"/>
                </a:lnTo>
                <a:lnTo>
                  <a:pt x="232365" y="9073"/>
                </a:lnTo>
                <a:lnTo>
                  <a:pt x="232409" y="9332"/>
                </a:lnTo>
                <a:lnTo>
                  <a:pt x="232462" y="9588"/>
                </a:lnTo>
                <a:lnTo>
                  <a:pt x="232523" y="9838"/>
                </a:lnTo>
                <a:lnTo>
                  <a:pt x="232592" y="10085"/>
                </a:lnTo>
                <a:lnTo>
                  <a:pt x="232669" y="10327"/>
                </a:lnTo>
                <a:lnTo>
                  <a:pt x="232755" y="10565"/>
                </a:lnTo>
                <a:lnTo>
                  <a:pt x="232848" y="10798"/>
                </a:lnTo>
                <a:lnTo>
                  <a:pt x="232950" y="11028"/>
                </a:lnTo>
                <a:lnTo>
                  <a:pt x="233060" y="11253"/>
                </a:lnTo>
                <a:lnTo>
                  <a:pt x="233177" y="11473"/>
                </a:lnTo>
                <a:lnTo>
                  <a:pt x="233303" y="11690"/>
                </a:lnTo>
                <a:lnTo>
                  <a:pt x="233437" y="11902"/>
                </a:lnTo>
                <a:lnTo>
                  <a:pt x="233580" y="12110"/>
                </a:lnTo>
                <a:lnTo>
                  <a:pt x="233730" y="12313"/>
                </a:lnTo>
                <a:lnTo>
                  <a:pt x="233889" y="12512"/>
                </a:lnTo>
                <a:lnTo>
                  <a:pt x="234055" y="12707"/>
                </a:lnTo>
                <a:lnTo>
                  <a:pt x="234230" y="12898"/>
                </a:lnTo>
                <a:lnTo>
                  <a:pt x="234413" y="13084"/>
                </a:lnTo>
                <a:lnTo>
                  <a:pt x="234604" y="13266"/>
                </a:lnTo>
                <a:lnTo>
                  <a:pt x="234801" y="13442"/>
                </a:lnTo>
                <a:lnTo>
                  <a:pt x="235004" y="13610"/>
                </a:lnTo>
                <a:lnTo>
                  <a:pt x="235213" y="13771"/>
                </a:lnTo>
                <a:lnTo>
                  <a:pt x="235426" y="13925"/>
                </a:lnTo>
                <a:lnTo>
                  <a:pt x="235645" y="14071"/>
                </a:lnTo>
                <a:lnTo>
                  <a:pt x="235869" y="14209"/>
                </a:lnTo>
                <a:lnTo>
                  <a:pt x="236098" y="14341"/>
                </a:lnTo>
                <a:lnTo>
                  <a:pt x="236333" y="14464"/>
                </a:lnTo>
                <a:lnTo>
                  <a:pt x="236572" y="14580"/>
                </a:lnTo>
                <a:lnTo>
                  <a:pt x="236818" y="14689"/>
                </a:lnTo>
                <a:lnTo>
                  <a:pt x="237068" y="14790"/>
                </a:lnTo>
                <a:lnTo>
                  <a:pt x="237323" y="14884"/>
                </a:lnTo>
                <a:lnTo>
                  <a:pt x="237584" y="14970"/>
                </a:lnTo>
                <a:lnTo>
                  <a:pt x="237850" y="15048"/>
                </a:lnTo>
                <a:lnTo>
                  <a:pt x="238122" y="15120"/>
                </a:lnTo>
                <a:lnTo>
                  <a:pt x="238398" y="15183"/>
                </a:lnTo>
                <a:lnTo>
                  <a:pt x="238680" y="15239"/>
                </a:lnTo>
                <a:lnTo>
                  <a:pt x="238967" y="15288"/>
                </a:lnTo>
                <a:lnTo>
                  <a:pt x="239260" y="15329"/>
                </a:lnTo>
                <a:lnTo>
                  <a:pt x="239558" y="15363"/>
                </a:lnTo>
                <a:lnTo>
                  <a:pt x="239861" y="15389"/>
                </a:lnTo>
                <a:lnTo>
                  <a:pt x="240169" y="15408"/>
                </a:lnTo>
                <a:lnTo>
                  <a:pt x="240482" y="15419"/>
                </a:lnTo>
                <a:lnTo>
                  <a:pt x="240801" y="15423"/>
                </a:lnTo>
                <a:lnTo>
                  <a:pt x="241120" y="15419"/>
                </a:lnTo>
                <a:lnTo>
                  <a:pt x="241433" y="15408"/>
                </a:lnTo>
                <a:lnTo>
                  <a:pt x="241741" y="15389"/>
                </a:lnTo>
                <a:close/>
                <a:moveTo>
                  <a:pt x="188436" y="52219"/>
                </a:moveTo>
                <a:lnTo>
                  <a:pt x="189071" y="52158"/>
                </a:lnTo>
                <a:lnTo>
                  <a:pt x="189698" y="52083"/>
                </a:lnTo>
                <a:lnTo>
                  <a:pt x="190316" y="51995"/>
                </a:lnTo>
                <a:lnTo>
                  <a:pt x="190926" y="51894"/>
                </a:lnTo>
                <a:lnTo>
                  <a:pt x="191528" y="51779"/>
                </a:lnTo>
                <a:lnTo>
                  <a:pt x="192121" y="51650"/>
                </a:lnTo>
                <a:lnTo>
                  <a:pt x="192705" y="51508"/>
                </a:lnTo>
                <a:lnTo>
                  <a:pt x="193281" y="51352"/>
                </a:lnTo>
                <a:lnTo>
                  <a:pt x="193849" y="51183"/>
                </a:lnTo>
                <a:lnTo>
                  <a:pt x="194408" y="51000"/>
                </a:lnTo>
                <a:lnTo>
                  <a:pt x="194959" y="50803"/>
                </a:lnTo>
                <a:lnTo>
                  <a:pt x="195501" y="50593"/>
                </a:lnTo>
                <a:lnTo>
                  <a:pt x="196035" y="50370"/>
                </a:lnTo>
                <a:lnTo>
                  <a:pt x="196561" y="50133"/>
                </a:lnTo>
                <a:lnTo>
                  <a:pt x="197078" y="49882"/>
                </a:lnTo>
                <a:lnTo>
                  <a:pt x="197586" y="49618"/>
                </a:lnTo>
                <a:lnTo>
                  <a:pt x="198086" y="49340"/>
                </a:lnTo>
                <a:lnTo>
                  <a:pt x="198578" y="49049"/>
                </a:lnTo>
                <a:lnTo>
                  <a:pt x="199061" y="48744"/>
                </a:lnTo>
                <a:lnTo>
                  <a:pt x="199535" y="48426"/>
                </a:lnTo>
                <a:lnTo>
                  <a:pt x="199998" y="48096"/>
                </a:lnTo>
                <a:lnTo>
                  <a:pt x="200446" y="47758"/>
                </a:lnTo>
                <a:lnTo>
                  <a:pt x="200879" y="47410"/>
                </a:lnTo>
                <a:lnTo>
                  <a:pt x="201296" y="47053"/>
                </a:lnTo>
                <a:lnTo>
                  <a:pt x="201698" y="46687"/>
                </a:lnTo>
                <a:lnTo>
                  <a:pt x="202086" y="46312"/>
                </a:lnTo>
                <a:lnTo>
                  <a:pt x="202458" y="45928"/>
                </a:lnTo>
                <a:lnTo>
                  <a:pt x="202815" y="45534"/>
                </a:lnTo>
                <a:lnTo>
                  <a:pt x="203156" y="45132"/>
                </a:lnTo>
                <a:lnTo>
                  <a:pt x="203483" y="44721"/>
                </a:lnTo>
                <a:lnTo>
                  <a:pt x="203794" y="44300"/>
                </a:lnTo>
                <a:lnTo>
                  <a:pt x="204091" y="43871"/>
                </a:lnTo>
                <a:lnTo>
                  <a:pt x="204372" y="43432"/>
                </a:lnTo>
                <a:lnTo>
                  <a:pt x="204638" y="42984"/>
                </a:lnTo>
                <a:lnTo>
                  <a:pt x="204889" y="42527"/>
                </a:lnTo>
                <a:lnTo>
                  <a:pt x="205125" y="42061"/>
                </a:lnTo>
                <a:lnTo>
                  <a:pt x="205346" y="41586"/>
                </a:lnTo>
                <a:lnTo>
                  <a:pt x="205551" y="41102"/>
                </a:lnTo>
                <a:lnTo>
                  <a:pt x="205742" y="40609"/>
                </a:lnTo>
                <a:lnTo>
                  <a:pt x="205917" y="40107"/>
                </a:lnTo>
                <a:lnTo>
                  <a:pt x="206077" y="39595"/>
                </a:lnTo>
                <a:lnTo>
                  <a:pt x="206222" y="39075"/>
                </a:lnTo>
                <a:lnTo>
                  <a:pt x="206352" y="38545"/>
                </a:lnTo>
                <a:lnTo>
                  <a:pt x="206467" y="38007"/>
                </a:lnTo>
                <a:lnTo>
                  <a:pt x="195175" y="38007"/>
                </a:lnTo>
                <a:lnTo>
                  <a:pt x="195118" y="38219"/>
                </a:lnTo>
                <a:lnTo>
                  <a:pt x="195055" y="38427"/>
                </a:lnTo>
                <a:lnTo>
                  <a:pt x="194987" y="38630"/>
                </a:lnTo>
                <a:lnTo>
                  <a:pt x="194912" y="38829"/>
                </a:lnTo>
                <a:lnTo>
                  <a:pt x="194831" y="39024"/>
                </a:lnTo>
                <a:lnTo>
                  <a:pt x="194744" y="39215"/>
                </a:lnTo>
                <a:lnTo>
                  <a:pt x="194651" y="39401"/>
                </a:lnTo>
                <a:lnTo>
                  <a:pt x="194552" y="39583"/>
                </a:lnTo>
                <a:lnTo>
                  <a:pt x="194447" y="39760"/>
                </a:lnTo>
                <a:lnTo>
                  <a:pt x="194336" y="39934"/>
                </a:lnTo>
                <a:lnTo>
                  <a:pt x="194219" y="40103"/>
                </a:lnTo>
                <a:lnTo>
                  <a:pt x="194096" y="40267"/>
                </a:lnTo>
                <a:lnTo>
                  <a:pt x="193966" y="40428"/>
                </a:lnTo>
                <a:lnTo>
                  <a:pt x="193831" y="40584"/>
                </a:lnTo>
                <a:lnTo>
                  <a:pt x="193690" y="40736"/>
                </a:lnTo>
                <a:lnTo>
                  <a:pt x="193542" y="40883"/>
                </a:lnTo>
                <a:lnTo>
                  <a:pt x="193389" y="41026"/>
                </a:lnTo>
                <a:lnTo>
                  <a:pt x="193229" y="41165"/>
                </a:lnTo>
                <a:lnTo>
                  <a:pt x="193064" y="41300"/>
                </a:lnTo>
                <a:lnTo>
                  <a:pt x="192892" y="41430"/>
                </a:lnTo>
                <a:lnTo>
                  <a:pt x="192714" y="41556"/>
                </a:lnTo>
                <a:lnTo>
                  <a:pt x="192530" y="41678"/>
                </a:lnTo>
                <a:lnTo>
                  <a:pt x="192341" y="41795"/>
                </a:lnTo>
                <a:lnTo>
                  <a:pt x="192145" y="41908"/>
                </a:lnTo>
                <a:lnTo>
                  <a:pt x="191943" y="42017"/>
                </a:lnTo>
                <a:lnTo>
                  <a:pt x="191737" y="42121"/>
                </a:lnTo>
                <a:lnTo>
                  <a:pt x="191525" y="42220"/>
                </a:lnTo>
                <a:lnTo>
                  <a:pt x="191308" y="42315"/>
                </a:lnTo>
                <a:lnTo>
                  <a:pt x="191086" y="42405"/>
                </a:lnTo>
                <a:lnTo>
                  <a:pt x="190859" y="42490"/>
                </a:lnTo>
                <a:lnTo>
                  <a:pt x="190627" y="42571"/>
                </a:lnTo>
                <a:lnTo>
                  <a:pt x="190390" y="42647"/>
                </a:lnTo>
                <a:lnTo>
                  <a:pt x="190148" y="42719"/>
                </a:lnTo>
                <a:lnTo>
                  <a:pt x="189901" y="42786"/>
                </a:lnTo>
                <a:lnTo>
                  <a:pt x="189648" y="42848"/>
                </a:lnTo>
                <a:lnTo>
                  <a:pt x="189391" y="42906"/>
                </a:lnTo>
                <a:lnTo>
                  <a:pt x="189128" y="42959"/>
                </a:lnTo>
                <a:lnTo>
                  <a:pt x="188860" y="43008"/>
                </a:lnTo>
                <a:lnTo>
                  <a:pt x="188588" y="43052"/>
                </a:lnTo>
                <a:lnTo>
                  <a:pt x="188310" y="43091"/>
                </a:lnTo>
                <a:lnTo>
                  <a:pt x="188027" y="43126"/>
                </a:lnTo>
                <a:lnTo>
                  <a:pt x="187738" y="43156"/>
                </a:lnTo>
                <a:lnTo>
                  <a:pt x="187445" y="43181"/>
                </a:lnTo>
                <a:lnTo>
                  <a:pt x="187147" y="43202"/>
                </a:lnTo>
                <a:lnTo>
                  <a:pt x="186844" y="43218"/>
                </a:lnTo>
                <a:lnTo>
                  <a:pt x="186535" y="43230"/>
                </a:lnTo>
                <a:lnTo>
                  <a:pt x="186221" y="43236"/>
                </a:lnTo>
                <a:lnTo>
                  <a:pt x="185903" y="43239"/>
                </a:lnTo>
                <a:lnTo>
                  <a:pt x="185486" y="43234"/>
                </a:lnTo>
                <a:lnTo>
                  <a:pt x="185078" y="43220"/>
                </a:lnTo>
                <a:lnTo>
                  <a:pt x="184679" y="43196"/>
                </a:lnTo>
                <a:lnTo>
                  <a:pt x="184288" y="43164"/>
                </a:lnTo>
                <a:lnTo>
                  <a:pt x="183906" y="43121"/>
                </a:lnTo>
                <a:lnTo>
                  <a:pt x="183533" y="43070"/>
                </a:lnTo>
                <a:lnTo>
                  <a:pt x="183168" y="43008"/>
                </a:lnTo>
                <a:lnTo>
                  <a:pt x="182812" y="42938"/>
                </a:lnTo>
                <a:lnTo>
                  <a:pt x="182464" y="42858"/>
                </a:lnTo>
                <a:lnTo>
                  <a:pt x="182125" y="42769"/>
                </a:lnTo>
                <a:lnTo>
                  <a:pt x="181794" y="42670"/>
                </a:lnTo>
                <a:lnTo>
                  <a:pt x="181473" y="42562"/>
                </a:lnTo>
                <a:lnTo>
                  <a:pt x="181159" y="42444"/>
                </a:lnTo>
                <a:lnTo>
                  <a:pt x="180855" y="42317"/>
                </a:lnTo>
                <a:lnTo>
                  <a:pt x="180559" y="42181"/>
                </a:lnTo>
                <a:lnTo>
                  <a:pt x="180271" y="42035"/>
                </a:lnTo>
                <a:lnTo>
                  <a:pt x="179993" y="41880"/>
                </a:lnTo>
                <a:lnTo>
                  <a:pt x="179723" y="41716"/>
                </a:lnTo>
                <a:lnTo>
                  <a:pt x="179461" y="41542"/>
                </a:lnTo>
                <a:lnTo>
                  <a:pt x="179208" y="41358"/>
                </a:lnTo>
                <a:lnTo>
                  <a:pt x="178964" y="41166"/>
                </a:lnTo>
                <a:lnTo>
                  <a:pt x="178728" y="40964"/>
                </a:lnTo>
                <a:lnTo>
                  <a:pt x="178501" y="40752"/>
                </a:lnTo>
                <a:lnTo>
                  <a:pt x="178282" y="40531"/>
                </a:lnTo>
                <a:lnTo>
                  <a:pt x="178073" y="40301"/>
                </a:lnTo>
                <a:lnTo>
                  <a:pt x="177872" y="40062"/>
                </a:lnTo>
                <a:lnTo>
                  <a:pt x="177680" y="39813"/>
                </a:lnTo>
                <a:lnTo>
                  <a:pt x="177497" y="39556"/>
                </a:lnTo>
                <a:lnTo>
                  <a:pt x="177323" y="39289"/>
                </a:lnTo>
                <a:lnTo>
                  <a:pt x="177158" y="39014"/>
                </a:lnTo>
                <a:lnTo>
                  <a:pt x="177002" y="38729"/>
                </a:lnTo>
                <a:lnTo>
                  <a:pt x="176854" y="38435"/>
                </a:lnTo>
                <a:lnTo>
                  <a:pt x="176716" y="38132"/>
                </a:lnTo>
                <a:lnTo>
                  <a:pt x="176586" y="37820"/>
                </a:lnTo>
                <a:lnTo>
                  <a:pt x="176466" y="37499"/>
                </a:lnTo>
                <a:lnTo>
                  <a:pt x="176354" y="37169"/>
                </a:lnTo>
                <a:lnTo>
                  <a:pt x="176252" y="36830"/>
                </a:lnTo>
                <a:lnTo>
                  <a:pt x="176158" y="36482"/>
                </a:lnTo>
                <a:lnTo>
                  <a:pt x="176073" y="36124"/>
                </a:lnTo>
                <a:lnTo>
                  <a:pt x="175997" y="35758"/>
                </a:lnTo>
                <a:lnTo>
                  <a:pt x="175930" y="35382"/>
                </a:lnTo>
                <a:lnTo>
                  <a:pt x="175872" y="34997"/>
                </a:lnTo>
                <a:lnTo>
                  <a:pt x="175823" y="34604"/>
                </a:lnTo>
                <a:lnTo>
                  <a:pt x="175783" y="34201"/>
                </a:lnTo>
                <a:lnTo>
                  <a:pt x="175752" y="33789"/>
                </a:lnTo>
                <a:lnTo>
                  <a:pt x="175730" y="33368"/>
                </a:lnTo>
                <a:lnTo>
                  <a:pt x="175716" y="32938"/>
                </a:lnTo>
                <a:lnTo>
                  <a:pt x="175712" y="32499"/>
                </a:lnTo>
                <a:lnTo>
                  <a:pt x="175712" y="28918"/>
                </a:lnTo>
                <a:lnTo>
                  <a:pt x="206834" y="28918"/>
                </a:lnTo>
                <a:lnTo>
                  <a:pt x="206834" y="19830"/>
                </a:lnTo>
                <a:lnTo>
                  <a:pt x="206829" y="19335"/>
                </a:lnTo>
                <a:lnTo>
                  <a:pt x="206815" y="18846"/>
                </a:lnTo>
                <a:lnTo>
                  <a:pt x="206793" y="18362"/>
                </a:lnTo>
                <a:lnTo>
                  <a:pt x="206761" y="17883"/>
                </a:lnTo>
                <a:lnTo>
                  <a:pt x="206720" y="17409"/>
                </a:lnTo>
                <a:lnTo>
                  <a:pt x="206670" y="16941"/>
                </a:lnTo>
                <a:lnTo>
                  <a:pt x="206611" y="16478"/>
                </a:lnTo>
                <a:lnTo>
                  <a:pt x="206543" y="16020"/>
                </a:lnTo>
                <a:lnTo>
                  <a:pt x="206466" y="15567"/>
                </a:lnTo>
                <a:lnTo>
                  <a:pt x="206379" y="15120"/>
                </a:lnTo>
                <a:lnTo>
                  <a:pt x="206284" y="14678"/>
                </a:lnTo>
                <a:lnTo>
                  <a:pt x="206179" y="14241"/>
                </a:lnTo>
                <a:lnTo>
                  <a:pt x="206066" y="13810"/>
                </a:lnTo>
                <a:lnTo>
                  <a:pt x="205943" y="13384"/>
                </a:lnTo>
                <a:lnTo>
                  <a:pt x="205811" y="12963"/>
                </a:lnTo>
                <a:lnTo>
                  <a:pt x="205671" y="12547"/>
                </a:lnTo>
                <a:lnTo>
                  <a:pt x="205521" y="12136"/>
                </a:lnTo>
                <a:lnTo>
                  <a:pt x="205362" y="11731"/>
                </a:lnTo>
                <a:lnTo>
                  <a:pt x="205194" y="11331"/>
                </a:lnTo>
                <a:lnTo>
                  <a:pt x="205016" y="10937"/>
                </a:lnTo>
                <a:lnTo>
                  <a:pt x="204830" y="10547"/>
                </a:lnTo>
                <a:lnTo>
                  <a:pt x="204635" y="10163"/>
                </a:lnTo>
                <a:lnTo>
                  <a:pt x="204430" y="9784"/>
                </a:lnTo>
                <a:lnTo>
                  <a:pt x="204217" y="9411"/>
                </a:lnTo>
                <a:lnTo>
                  <a:pt x="203995" y="9043"/>
                </a:lnTo>
                <a:lnTo>
                  <a:pt x="203766" y="8682"/>
                </a:lnTo>
                <a:lnTo>
                  <a:pt x="203530" y="8328"/>
                </a:lnTo>
                <a:lnTo>
                  <a:pt x="203286" y="7981"/>
                </a:lnTo>
                <a:lnTo>
                  <a:pt x="203035" y="7641"/>
                </a:lnTo>
                <a:lnTo>
                  <a:pt x="202777" y="7308"/>
                </a:lnTo>
                <a:lnTo>
                  <a:pt x="202511" y="6981"/>
                </a:lnTo>
                <a:lnTo>
                  <a:pt x="202238" y="6661"/>
                </a:lnTo>
                <a:lnTo>
                  <a:pt x="201958" y="6349"/>
                </a:lnTo>
                <a:lnTo>
                  <a:pt x="201670" y="6043"/>
                </a:lnTo>
                <a:lnTo>
                  <a:pt x="201375" y="5743"/>
                </a:lnTo>
                <a:lnTo>
                  <a:pt x="201073" y="5451"/>
                </a:lnTo>
                <a:lnTo>
                  <a:pt x="200763" y="5166"/>
                </a:lnTo>
                <a:lnTo>
                  <a:pt x="200446" y="4887"/>
                </a:lnTo>
                <a:lnTo>
                  <a:pt x="200122" y="4616"/>
                </a:lnTo>
                <a:lnTo>
                  <a:pt x="199790" y="4351"/>
                </a:lnTo>
                <a:lnTo>
                  <a:pt x="199451" y="4093"/>
                </a:lnTo>
                <a:lnTo>
                  <a:pt x="199105" y="3842"/>
                </a:lnTo>
                <a:lnTo>
                  <a:pt x="198751" y="3598"/>
                </a:lnTo>
                <a:lnTo>
                  <a:pt x="198390" y="3360"/>
                </a:lnTo>
                <a:lnTo>
                  <a:pt x="198022" y="3130"/>
                </a:lnTo>
                <a:lnTo>
                  <a:pt x="197646" y="2906"/>
                </a:lnTo>
                <a:lnTo>
                  <a:pt x="197263" y="2689"/>
                </a:lnTo>
                <a:lnTo>
                  <a:pt x="196872" y="2479"/>
                </a:lnTo>
                <a:lnTo>
                  <a:pt x="196476" y="2277"/>
                </a:lnTo>
                <a:lnTo>
                  <a:pt x="196073" y="2083"/>
                </a:lnTo>
                <a:lnTo>
                  <a:pt x="195665" y="1898"/>
                </a:lnTo>
                <a:lnTo>
                  <a:pt x="195252" y="1722"/>
                </a:lnTo>
                <a:lnTo>
                  <a:pt x="194833" y="1554"/>
                </a:lnTo>
                <a:lnTo>
                  <a:pt x="194408" y="1395"/>
                </a:lnTo>
                <a:lnTo>
                  <a:pt x="193978" y="1244"/>
                </a:lnTo>
                <a:lnTo>
                  <a:pt x="193542" y="1102"/>
                </a:lnTo>
                <a:lnTo>
                  <a:pt x="193101" y="969"/>
                </a:lnTo>
                <a:lnTo>
                  <a:pt x="192654" y="844"/>
                </a:lnTo>
                <a:lnTo>
                  <a:pt x="192201" y="727"/>
                </a:lnTo>
                <a:lnTo>
                  <a:pt x="191743" y="620"/>
                </a:lnTo>
                <a:lnTo>
                  <a:pt x="191279" y="521"/>
                </a:lnTo>
                <a:lnTo>
                  <a:pt x="190810" y="430"/>
                </a:lnTo>
                <a:lnTo>
                  <a:pt x="190335" y="349"/>
                </a:lnTo>
                <a:lnTo>
                  <a:pt x="189855" y="275"/>
                </a:lnTo>
                <a:lnTo>
                  <a:pt x="189369" y="211"/>
                </a:lnTo>
                <a:lnTo>
                  <a:pt x="188877" y="155"/>
                </a:lnTo>
                <a:lnTo>
                  <a:pt x="188380" y="108"/>
                </a:lnTo>
                <a:lnTo>
                  <a:pt x="187877" y="69"/>
                </a:lnTo>
                <a:lnTo>
                  <a:pt x="187369" y="39"/>
                </a:lnTo>
                <a:lnTo>
                  <a:pt x="186855" y="17"/>
                </a:lnTo>
                <a:lnTo>
                  <a:pt x="186335" y="4"/>
                </a:lnTo>
                <a:lnTo>
                  <a:pt x="185810" y="0"/>
                </a:lnTo>
                <a:lnTo>
                  <a:pt x="185278" y="4"/>
                </a:lnTo>
                <a:lnTo>
                  <a:pt x="184751" y="17"/>
                </a:lnTo>
                <a:lnTo>
                  <a:pt x="184230" y="39"/>
                </a:lnTo>
                <a:lnTo>
                  <a:pt x="183714" y="69"/>
                </a:lnTo>
                <a:lnTo>
                  <a:pt x="183205" y="108"/>
                </a:lnTo>
                <a:lnTo>
                  <a:pt x="182701" y="155"/>
                </a:lnTo>
                <a:lnTo>
                  <a:pt x="182203" y="211"/>
                </a:lnTo>
                <a:lnTo>
                  <a:pt x="181710" y="275"/>
                </a:lnTo>
                <a:lnTo>
                  <a:pt x="181223" y="349"/>
                </a:lnTo>
                <a:lnTo>
                  <a:pt x="180742" y="430"/>
                </a:lnTo>
                <a:lnTo>
                  <a:pt x="180267" y="521"/>
                </a:lnTo>
                <a:lnTo>
                  <a:pt x="179798" y="620"/>
                </a:lnTo>
                <a:lnTo>
                  <a:pt x="179334" y="727"/>
                </a:lnTo>
                <a:lnTo>
                  <a:pt x="178876" y="844"/>
                </a:lnTo>
                <a:lnTo>
                  <a:pt x="178424" y="969"/>
                </a:lnTo>
                <a:lnTo>
                  <a:pt x="177977" y="1102"/>
                </a:lnTo>
                <a:lnTo>
                  <a:pt x="177536" y="1244"/>
                </a:lnTo>
                <a:lnTo>
                  <a:pt x="177101" y="1395"/>
                </a:lnTo>
                <a:lnTo>
                  <a:pt x="176672" y="1554"/>
                </a:lnTo>
                <a:lnTo>
                  <a:pt x="176248" y="1722"/>
                </a:lnTo>
                <a:lnTo>
                  <a:pt x="175830" y="1898"/>
                </a:lnTo>
                <a:lnTo>
                  <a:pt x="175418" y="2083"/>
                </a:lnTo>
                <a:lnTo>
                  <a:pt x="175011" y="2277"/>
                </a:lnTo>
                <a:lnTo>
                  <a:pt x="174611" y="2479"/>
                </a:lnTo>
                <a:lnTo>
                  <a:pt x="174217" y="2689"/>
                </a:lnTo>
                <a:lnTo>
                  <a:pt x="173830" y="2906"/>
                </a:lnTo>
                <a:lnTo>
                  <a:pt x="173451" y="3130"/>
                </a:lnTo>
                <a:lnTo>
                  <a:pt x="173079" y="3360"/>
                </a:lnTo>
                <a:lnTo>
                  <a:pt x="172715" y="3598"/>
                </a:lnTo>
                <a:lnTo>
                  <a:pt x="172359" y="3842"/>
                </a:lnTo>
                <a:lnTo>
                  <a:pt x="172009" y="4093"/>
                </a:lnTo>
                <a:lnTo>
                  <a:pt x="171668" y="4351"/>
                </a:lnTo>
                <a:lnTo>
                  <a:pt x="171334" y="4616"/>
                </a:lnTo>
                <a:lnTo>
                  <a:pt x="171007" y="4887"/>
                </a:lnTo>
                <a:lnTo>
                  <a:pt x="170688" y="5166"/>
                </a:lnTo>
                <a:lnTo>
                  <a:pt x="170376" y="5451"/>
                </a:lnTo>
                <a:lnTo>
                  <a:pt x="170072" y="5743"/>
                </a:lnTo>
                <a:lnTo>
                  <a:pt x="169775" y="6043"/>
                </a:lnTo>
                <a:lnTo>
                  <a:pt x="169486" y="6349"/>
                </a:lnTo>
                <a:lnTo>
                  <a:pt x="169204" y="6661"/>
                </a:lnTo>
                <a:lnTo>
                  <a:pt x="168930" y="6981"/>
                </a:lnTo>
                <a:lnTo>
                  <a:pt x="168663" y="7308"/>
                </a:lnTo>
                <a:lnTo>
                  <a:pt x="168404" y="7641"/>
                </a:lnTo>
                <a:lnTo>
                  <a:pt x="168152" y="7981"/>
                </a:lnTo>
                <a:lnTo>
                  <a:pt x="167908" y="8328"/>
                </a:lnTo>
                <a:lnTo>
                  <a:pt x="167671" y="8682"/>
                </a:lnTo>
                <a:lnTo>
                  <a:pt x="167442" y="9043"/>
                </a:lnTo>
                <a:lnTo>
                  <a:pt x="167220" y="9411"/>
                </a:lnTo>
                <a:lnTo>
                  <a:pt x="167007" y="9784"/>
                </a:lnTo>
                <a:lnTo>
                  <a:pt x="166802" y="10163"/>
                </a:lnTo>
                <a:lnTo>
                  <a:pt x="166607" y="10547"/>
                </a:lnTo>
                <a:lnTo>
                  <a:pt x="166421" y="10937"/>
                </a:lnTo>
                <a:lnTo>
                  <a:pt x="166244" y="11331"/>
                </a:lnTo>
                <a:lnTo>
                  <a:pt x="166076" y="11731"/>
                </a:lnTo>
                <a:lnTo>
                  <a:pt x="165917" y="12136"/>
                </a:lnTo>
                <a:lnTo>
                  <a:pt x="165767" y="12547"/>
                </a:lnTo>
                <a:lnTo>
                  <a:pt x="165626" y="12963"/>
                </a:lnTo>
                <a:lnTo>
                  <a:pt x="165495" y="13384"/>
                </a:lnTo>
                <a:lnTo>
                  <a:pt x="165372" y="13810"/>
                </a:lnTo>
                <a:lnTo>
                  <a:pt x="165259" y="14241"/>
                </a:lnTo>
                <a:lnTo>
                  <a:pt x="165154" y="14678"/>
                </a:lnTo>
                <a:lnTo>
                  <a:pt x="165059" y="15120"/>
                </a:lnTo>
                <a:lnTo>
                  <a:pt x="164973" y="15567"/>
                </a:lnTo>
                <a:lnTo>
                  <a:pt x="164895" y="16020"/>
                </a:lnTo>
                <a:lnTo>
                  <a:pt x="164827" y="16478"/>
                </a:lnTo>
                <a:lnTo>
                  <a:pt x="164768" y="16941"/>
                </a:lnTo>
                <a:lnTo>
                  <a:pt x="164718" y="17409"/>
                </a:lnTo>
                <a:lnTo>
                  <a:pt x="164677" y="17883"/>
                </a:lnTo>
                <a:lnTo>
                  <a:pt x="164646" y="18362"/>
                </a:lnTo>
                <a:lnTo>
                  <a:pt x="164623" y="18846"/>
                </a:lnTo>
                <a:lnTo>
                  <a:pt x="164609" y="19335"/>
                </a:lnTo>
                <a:lnTo>
                  <a:pt x="164605" y="19830"/>
                </a:lnTo>
                <a:lnTo>
                  <a:pt x="164605" y="32499"/>
                </a:lnTo>
                <a:lnTo>
                  <a:pt x="164609" y="32993"/>
                </a:lnTo>
                <a:lnTo>
                  <a:pt x="164623" y="33483"/>
                </a:lnTo>
                <a:lnTo>
                  <a:pt x="164646" y="33967"/>
                </a:lnTo>
                <a:lnTo>
                  <a:pt x="164677" y="34445"/>
                </a:lnTo>
                <a:lnTo>
                  <a:pt x="164718" y="34919"/>
                </a:lnTo>
                <a:lnTo>
                  <a:pt x="164768" y="35387"/>
                </a:lnTo>
                <a:lnTo>
                  <a:pt x="164827" y="35850"/>
                </a:lnTo>
                <a:lnTo>
                  <a:pt x="164895" y="36308"/>
                </a:lnTo>
                <a:lnTo>
                  <a:pt x="164973" y="36761"/>
                </a:lnTo>
                <a:lnTo>
                  <a:pt x="165059" y="37208"/>
                </a:lnTo>
                <a:lnTo>
                  <a:pt x="165154" y="37650"/>
                </a:lnTo>
                <a:lnTo>
                  <a:pt x="165259" y="38087"/>
                </a:lnTo>
                <a:lnTo>
                  <a:pt x="165372" y="38518"/>
                </a:lnTo>
                <a:lnTo>
                  <a:pt x="165495" y="38944"/>
                </a:lnTo>
                <a:lnTo>
                  <a:pt x="165626" y="39365"/>
                </a:lnTo>
                <a:lnTo>
                  <a:pt x="165767" y="39781"/>
                </a:lnTo>
                <a:lnTo>
                  <a:pt x="165917" y="40192"/>
                </a:lnTo>
                <a:lnTo>
                  <a:pt x="166076" y="40597"/>
                </a:lnTo>
                <a:lnTo>
                  <a:pt x="166244" y="40997"/>
                </a:lnTo>
                <a:lnTo>
                  <a:pt x="166421" y="41392"/>
                </a:lnTo>
                <a:lnTo>
                  <a:pt x="166607" y="41781"/>
                </a:lnTo>
                <a:lnTo>
                  <a:pt x="166802" y="42165"/>
                </a:lnTo>
                <a:lnTo>
                  <a:pt x="167007" y="42544"/>
                </a:lnTo>
                <a:lnTo>
                  <a:pt x="167220" y="42918"/>
                </a:lnTo>
                <a:lnTo>
                  <a:pt x="167442" y="43286"/>
                </a:lnTo>
                <a:lnTo>
                  <a:pt x="167671" y="43646"/>
                </a:lnTo>
                <a:lnTo>
                  <a:pt x="167908" y="44000"/>
                </a:lnTo>
                <a:lnTo>
                  <a:pt x="168152" y="44347"/>
                </a:lnTo>
                <a:lnTo>
                  <a:pt x="168404" y="44687"/>
                </a:lnTo>
                <a:lnTo>
                  <a:pt x="168663" y="45021"/>
                </a:lnTo>
                <a:lnTo>
                  <a:pt x="168930" y="45347"/>
                </a:lnTo>
                <a:lnTo>
                  <a:pt x="169204" y="45667"/>
                </a:lnTo>
                <a:lnTo>
                  <a:pt x="169486" y="45979"/>
                </a:lnTo>
                <a:lnTo>
                  <a:pt x="169775" y="46285"/>
                </a:lnTo>
                <a:lnTo>
                  <a:pt x="170072" y="46584"/>
                </a:lnTo>
                <a:lnTo>
                  <a:pt x="170376" y="46877"/>
                </a:lnTo>
                <a:lnTo>
                  <a:pt x="170688" y="47162"/>
                </a:lnTo>
                <a:lnTo>
                  <a:pt x="171007" y="47441"/>
                </a:lnTo>
                <a:lnTo>
                  <a:pt x="171334" y="47712"/>
                </a:lnTo>
                <a:lnTo>
                  <a:pt x="171668" y="47977"/>
                </a:lnTo>
                <a:lnTo>
                  <a:pt x="172009" y="48235"/>
                </a:lnTo>
                <a:lnTo>
                  <a:pt x="172359" y="48486"/>
                </a:lnTo>
                <a:lnTo>
                  <a:pt x="172715" y="48731"/>
                </a:lnTo>
                <a:lnTo>
                  <a:pt x="173079" y="48968"/>
                </a:lnTo>
                <a:lnTo>
                  <a:pt x="173451" y="49199"/>
                </a:lnTo>
                <a:lnTo>
                  <a:pt x="173830" y="49422"/>
                </a:lnTo>
                <a:lnTo>
                  <a:pt x="174217" y="49639"/>
                </a:lnTo>
                <a:lnTo>
                  <a:pt x="174611" y="49849"/>
                </a:lnTo>
                <a:lnTo>
                  <a:pt x="175011" y="50051"/>
                </a:lnTo>
                <a:lnTo>
                  <a:pt x="175418" y="50245"/>
                </a:lnTo>
                <a:lnTo>
                  <a:pt x="175830" y="50430"/>
                </a:lnTo>
                <a:lnTo>
                  <a:pt x="176248" y="50606"/>
                </a:lnTo>
                <a:lnTo>
                  <a:pt x="176672" y="50774"/>
                </a:lnTo>
                <a:lnTo>
                  <a:pt x="177101" y="50933"/>
                </a:lnTo>
                <a:lnTo>
                  <a:pt x="177536" y="51084"/>
                </a:lnTo>
                <a:lnTo>
                  <a:pt x="177977" y="51226"/>
                </a:lnTo>
                <a:lnTo>
                  <a:pt x="178424" y="51359"/>
                </a:lnTo>
                <a:lnTo>
                  <a:pt x="178876" y="51484"/>
                </a:lnTo>
                <a:lnTo>
                  <a:pt x="179334" y="51600"/>
                </a:lnTo>
                <a:lnTo>
                  <a:pt x="179798" y="51708"/>
                </a:lnTo>
                <a:lnTo>
                  <a:pt x="180267" y="51807"/>
                </a:lnTo>
                <a:lnTo>
                  <a:pt x="180742" y="51897"/>
                </a:lnTo>
                <a:lnTo>
                  <a:pt x="181223" y="51979"/>
                </a:lnTo>
                <a:lnTo>
                  <a:pt x="181710" y="52052"/>
                </a:lnTo>
                <a:lnTo>
                  <a:pt x="182203" y="52116"/>
                </a:lnTo>
                <a:lnTo>
                  <a:pt x="182701" y="52172"/>
                </a:lnTo>
                <a:lnTo>
                  <a:pt x="183205" y="52220"/>
                </a:lnTo>
                <a:lnTo>
                  <a:pt x="183714" y="52258"/>
                </a:lnTo>
                <a:lnTo>
                  <a:pt x="184230" y="52289"/>
                </a:lnTo>
                <a:lnTo>
                  <a:pt x="184751" y="52310"/>
                </a:lnTo>
                <a:lnTo>
                  <a:pt x="185278" y="52323"/>
                </a:lnTo>
                <a:lnTo>
                  <a:pt x="185810" y="52327"/>
                </a:lnTo>
                <a:lnTo>
                  <a:pt x="186479" y="52320"/>
                </a:lnTo>
                <a:lnTo>
                  <a:pt x="187140" y="52300"/>
                </a:lnTo>
                <a:lnTo>
                  <a:pt x="187792" y="52266"/>
                </a:lnTo>
                <a:lnTo>
                  <a:pt x="188436" y="52219"/>
                </a:lnTo>
                <a:close/>
                <a:moveTo>
                  <a:pt x="175730" y="18974"/>
                </a:moveTo>
                <a:lnTo>
                  <a:pt x="175752" y="18559"/>
                </a:lnTo>
                <a:lnTo>
                  <a:pt x="175783" y="18152"/>
                </a:lnTo>
                <a:lnTo>
                  <a:pt x="175823" y="17753"/>
                </a:lnTo>
                <a:lnTo>
                  <a:pt x="175872" y="17362"/>
                </a:lnTo>
                <a:lnTo>
                  <a:pt x="175930" y="16980"/>
                </a:lnTo>
                <a:lnTo>
                  <a:pt x="175997" y="16606"/>
                </a:lnTo>
                <a:lnTo>
                  <a:pt x="176073" y="16241"/>
                </a:lnTo>
                <a:lnTo>
                  <a:pt x="176158" y="15883"/>
                </a:lnTo>
                <a:lnTo>
                  <a:pt x="176252" y="15534"/>
                </a:lnTo>
                <a:lnTo>
                  <a:pt x="176354" y="15194"/>
                </a:lnTo>
                <a:lnTo>
                  <a:pt x="176466" y="14861"/>
                </a:lnTo>
                <a:lnTo>
                  <a:pt x="176586" y="14537"/>
                </a:lnTo>
                <a:lnTo>
                  <a:pt x="176716" y="14221"/>
                </a:lnTo>
                <a:lnTo>
                  <a:pt x="176854" y="13913"/>
                </a:lnTo>
                <a:lnTo>
                  <a:pt x="177002" y="13614"/>
                </a:lnTo>
                <a:lnTo>
                  <a:pt x="177158" y="13323"/>
                </a:lnTo>
                <a:lnTo>
                  <a:pt x="177323" y="13040"/>
                </a:lnTo>
                <a:lnTo>
                  <a:pt x="177497" y="12766"/>
                </a:lnTo>
                <a:lnTo>
                  <a:pt x="177680" y="12500"/>
                </a:lnTo>
                <a:lnTo>
                  <a:pt x="177872" y="12242"/>
                </a:lnTo>
                <a:lnTo>
                  <a:pt x="178073" y="11993"/>
                </a:lnTo>
                <a:lnTo>
                  <a:pt x="178282" y="11751"/>
                </a:lnTo>
                <a:lnTo>
                  <a:pt x="178501" y="11519"/>
                </a:lnTo>
                <a:lnTo>
                  <a:pt x="178727" y="11297"/>
                </a:lnTo>
                <a:lnTo>
                  <a:pt x="178962" y="11084"/>
                </a:lnTo>
                <a:lnTo>
                  <a:pt x="179205" y="10882"/>
                </a:lnTo>
                <a:lnTo>
                  <a:pt x="179457" y="10689"/>
                </a:lnTo>
                <a:lnTo>
                  <a:pt x="179717" y="10506"/>
                </a:lnTo>
                <a:lnTo>
                  <a:pt x="179985" y="10333"/>
                </a:lnTo>
                <a:lnTo>
                  <a:pt x="180261" y="10170"/>
                </a:lnTo>
                <a:lnTo>
                  <a:pt x="180546" y="10017"/>
                </a:lnTo>
                <a:lnTo>
                  <a:pt x="180839" y="9874"/>
                </a:lnTo>
                <a:lnTo>
                  <a:pt x="181140" y="9740"/>
                </a:lnTo>
                <a:lnTo>
                  <a:pt x="181450" y="9617"/>
                </a:lnTo>
                <a:lnTo>
                  <a:pt x="181767" y="9503"/>
                </a:lnTo>
                <a:lnTo>
                  <a:pt x="182093" y="9399"/>
                </a:lnTo>
                <a:lnTo>
                  <a:pt x="182428" y="9305"/>
                </a:lnTo>
                <a:lnTo>
                  <a:pt x="182770" y="9221"/>
                </a:lnTo>
                <a:lnTo>
                  <a:pt x="183121" y="9147"/>
                </a:lnTo>
                <a:lnTo>
                  <a:pt x="183481" y="9083"/>
                </a:lnTo>
                <a:lnTo>
                  <a:pt x="183848" y="9028"/>
                </a:lnTo>
                <a:lnTo>
                  <a:pt x="184224" y="8984"/>
                </a:lnTo>
                <a:lnTo>
                  <a:pt x="184608" y="8949"/>
                </a:lnTo>
                <a:lnTo>
                  <a:pt x="185001" y="8925"/>
                </a:lnTo>
                <a:lnTo>
                  <a:pt x="185401" y="8910"/>
                </a:lnTo>
                <a:lnTo>
                  <a:pt x="185810" y="8905"/>
                </a:lnTo>
                <a:lnTo>
                  <a:pt x="186219" y="8910"/>
                </a:lnTo>
                <a:lnTo>
                  <a:pt x="186619" y="8924"/>
                </a:lnTo>
                <a:lnTo>
                  <a:pt x="187011" y="8949"/>
                </a:lnTo>
                <a:lnTo>
                  <a:pt x="187394" y="8983"/>
                </a:lnTo>
                <a:lnTo>
                  <a:pt x="187768" y="9026"/>
                </a:lnTo>
                <a:lnTo>
                  <a:pt x="188134" y="9080"/>
                </a:lnTo>
                <a:lnTo>
                  <a:pt x="188491" y="9143"/>
                </a:lnTo>
                <a:lnTo>
                  <a:pt x="188840" y="9216"/>
                </a:lnTo>
                <a:lnTo>
                  <a:pt x="189180" y="9299"/>
                </a:lnTo>
                <a:lnTo>
                  <a:pt x="189511" y="9391"/>
                </a:lnTo>
                <a:lnTo>
                  <a:pt x="189834" y="9493"/>
                </a:lnTo>
                <a:lnTo>
                  <a:pt x="190148" y="9605"/>
                </a:lnTo>
                <a:lnTo>
                  <a:pt x="190453" y="9727"/>
                </a:lnTo>
                <a:lnTo>
                  <a:pt x="190750" y="9858"/>
                </a:lnTo>
                <a:lnTo>
                  <a:pt x="191039" y="9999"/>
                </a:lnTo>
                <a:lnTo>
                  <a:pt x="191318" y="10149"/>
                </a:lnTo>
                <a:lnTo>
                  <a:pt x="191589" y="10310"/>
                </a:lnTo>
                <a:lnTo>
                  <a:pt x="191852" y="10480"/>
                </a:lnTo>
                <a:lnTo>
                  <a:pt x="192106" y="10660"/>
                </a:lnTo>
                <a:lnTo>
                  <a:pt x="192351" y="10850"/>
                </a:lnTo>
                <a:lnTo>
                  <a:pt x="192588" y="11049"/>
                </a:lnTo>
                <a:lnTo>
                  <a:pt x="192816" y="11258"/>
                </a:lnTo>
                <a:lnTo>
                  <a:pt x="193035" y="11477"/>
                </a:lnTo>
                <a:lnTo>
                  <a:pt x="193246" y="11705"/>
                </a:lnTo>
                <a:lnTo>
                  <a:pt x="193448" y="11943"/>
                </a:lnTo>
                <a:lnTo>
                  <a:pt x="193642" y="12189"/>
                </a:lnTo>
                <a:lnTo>
                  <a:pt x="193827" y="12443"/>
                </a:lnTo>
                <a:lnTo>
                  <a:pt x="194003" y="12706"/>
                </a:lnTo>
                <a:lnTo>
                  <a:pt x="194171" y="12977"/>
                </a:lnTo>
                <a:lnTo>
                  <a:pt x="194331" y="13257"/>
                </a:lnTo>
                <a:lnTo>
                  <a:pt x="194481" y="13546"/>
                </a:lnTo>
                <a:lnTo>
                  <a:pt x="194623" y="13842"/>
                </a:lnTo>
                <a:lnTo>
                  <a:pt x="194757" y="14147"/>
                </a:lnTo>
                <a:lnTo>
                  <a:pt x="194881" y="14461"/>
                </a:lnTo>
                <a:lnTo>
                  <a:pt x="194998" y="14783"/>
                </a:lnTo>
                <a:lnTo>
                  <a:pt x="195105" y="15113"/>
                </a:lnTo>
                <a:lnTo>
                  <a:pt x="195204" y="15452"/>
                </a:lnTo>
                <a:lnTo>
                  <a:pt x="195295" y="15800"/>
                </a:lnTo>
                <a:lnTo>
                  <a:pt x="195377" y="16155"/>
                </a:lnTo>
                <a:lnTo>
                  <a:pt x="195450" y="16520"/>
                </a:lnTo>
                <a:lnTo>
                  <a:pt x="195514" y="16892"/>
                </a:lnTo>
                <a:lnTo>
                  <a:pt x="195570" y="17273"/>
                </a:lnTo>
                <a:lnTo>
                  <a:pt x="195618" y="17663"/>
                </a:lnTo>
                <a:lnTo>
                  <a:pt x="195656" y="18061"/>
                </a:lnTo>
                <a:lnTo>
                  <a:pt x="195686" y="18467"/>
                </a:lnTo>
                <a:lnTo>
                  <a:pt x="195708" y="18882"/>
                </a:lnTo>
                <a:lnTo>
                  <a:pt x="195721" y="19306"/>
                </a:lnTo>
                <a:lnTo>
                  <a:pt x="195725" y="19737"/>
                </a:lnTo>
                <a:lnTo>
                  <a:pt x="195725" y="21581"/>
                </a:lnTo>
                <a:lnTo>
                  <a:pt x="175712" y="21757"/>
                </a:lnTo>
                <a:lnTo>
                  <a:pt x="175712" y="19830"/>
                </a:lnTo>
                <a:lnTo>
                  <a:pt x="175716" y="19398"/>
                </a:lnTo>
                <a:lnTo>
                  <a:pt x="175730" y="18974"/>
                </a:lnTo>
                <a:close/>
                <a:moveTo>
                  <a:pt x="242044" y="52269"/>
                </a:moveTo>
                <a:lnTo>
                  <a:pt x="242341" y="52236"/>
                </a:lnTo>
                <a:lnTo>
                  <a:pt x="242634" y="52195"/>
                </a:lnTo>
                <a:lnTo>
                  <a:pt x="242921" y="52148"/>
                </a:lnTo>
                <a:lnTo>
                  <a:pt x="243203" y="52093"/>
                </a:lnTo>
                <a:lnTo>
                  <a:pt x="243479" y="52030"/>
                </a:lnTo>
                <a:lnTo>
                  <a:pt x="243751" y="51961"/>
                </a:lnTo>
                <a:lnTo>
                  <a:pt x="244017" y="51884"/>
                </a:lnTo>
                <a:lnTo>
                  <a:pt x="244277" y="51799"/>
                </a:lnTo>
                <a:lnTo>
                  <a:pt x="244533" y="51708"/>
                </a:lnTo>
                <a:lnTo>
                  <a:pt x="244783" y="51609"/>
                </a:lnTo>
                <a:lnTo>
                  <a:pt x="245028" y="51503"/>
                </a:lnTo>
                <a:lnTo>
                  <a:pt x="245268" y="51389"/>
                </a:lnTo>
                <a:lnTo>
                  <a:pt x="245502" y="51268"/>
                </a:lnTo>
                <a:lnTo>
                  <a:pt x="245732" y="51140"/>
                </a:lnTo>
                <a:lnTo>
                  <a:pt x="245956" y="51004"/>
                </a:lnTo>
                <a:lnTo>
                  <a:pt x="246174" y="50861"/>
                </a:lnTo>
                <a:lnTo>
                  <a:pt x="246388" y="50711"/>
                </a:lnTo>
                <a:lnTo>
                  <a:pt x="246596" y="50553"/>
                </a:lnTo>
                <a:lnTo>
                  <a:pt x="246799" y="50388"/>
                </a:lnTo>
                <a:lnTo>
                  <a:pt x="246997" y="50216"/>
                </a:lnTo>
                <a:lnTo>
                  <a:pt x="247188" y="50038"/>
                </a:lnTo>
                <a:lnTo>
                  <a:pt x="247371" y="49855"/>
                </a:lnTo>
                <a:lnTo>
                  <a:pt x="247546" y="49667"/>
                </a:lnTo>
                <a:lnTo>
                  <a:pt x="247712" y="49474"/>
                </a:lnTo>
                <a:lnTo>
                  <a:pt x="247871" y="49277"/>
                </a:lnTo>
                <a:lnTo>
                  <a:pt x="248021" y="49075"/>
                </a:lnTo>
                <a:lnTo>
                  <a:pt x="248164" y="48868"/>
                </a:lnTo>
                <a:lnTo>
                  <a:pt x="248298" y="48656"/>
                </a:lnTo>
                <a:lnTo>
                  <a:pt x="248424" y="48439"/>
                </a:lnTo>
                <a:lnTo>
                  <a:pt x="248542" y="48218"/>
                </a:lnTo>
                <a:lnTo>
                  <a:pt x="248652" y="47992"/>
                </a:lnTo>
                <a:lnTo>
                  <a:pt x="248753" y="47761"/>
                </a:lnTo>
                <a:lnTo>
                  <a:pt x="248847" y="47525"/>
                </a:lnTo>
                <a:lnTo>
                  <a:pt x="248932" y="47284"/>
                </a:lnTo>
                <a:lnTo>
                  <a:pt x="249010" y="47039"/>
                </a:lnTo>
                <a:lnTo>
                  <a:pt x="249079" y="46789"/>
                </a:lnTo>
                <a:lnTo>
                  <a:pt x="249140" y="46534"/>
                </a:lnTo>
                <a:lnTo>
                  <a:pt x="249192" y="46274"/>
                </a:lnTo>
                <a:lnTo>
                  <a:pt x="249237" y="46010"/>
                </a:lnTo>
                <a:lnTo>
                  <a:pt x="249274" y="45741"/>
                </a:lnTo>
                <a:lnTo>
                  <a:pt x="249302" y="45467"/>
                </a:lnTo>
                <a:lnTo>
                  <a:pt x="249323" y="45188"/>
                </a:lnTo>
                <a:lnTo>
                  <a:pt x="249335" y="44904"/>
                </a:lnTo>
                <a:lnTo>
                  <a:pt x="249339" y="44616"/>
                </a:lnTo>
                <a:lnTo>
                  <a:pt x="249335" y="44328"/>
                </a:lnTo>
                <a:lnTo>
                  <a:pt x="249323" y="44044"/>
                </a:lnTo>
                <a:lnTo>
                  <a:pt x="249302" y="43765"/>
                </a:lnTo>
                <a:lnTo>
                  <a:pt x="249274" y="43491"/>
                </a:lnTo>
                <a:lnTo>
                  <a:pt x="249237" y="43222"/>
                </a:lnTo>
                <a:lnTo>
                  <a:pt x="249192" y="42958"/>
                </a:lnTo>
                <a:lnTo>
                  <a:pt x="249140" y="42698"/>
                </a:lnTo>
                <a:lnTo>
                  <a:pt x="249079" y="42443"/>
                </a:lnTo>
                <a:lnTo>
                  <a:pt x="249010" y="42193"/>
                </a:lnTo>
                <a:lnTo>
                  <a:pt x="248932" y="41948"/>
                </a:lnTo>
                <a:lnTo>
                  <a:pt x="248847" y="41708"/>
                </a:lnTo>
                <a:lnTo>
                  <a:pt x="248753" y="41472"/>
                </a:lnTo>
                <a:lnTo>
                  <a:pt x="248652" y="41241"/>
                </a:lnTo>
                <a:lnTo>
                  <a:pt x="248542" y="41015"/>
                </a:lnTo>
                <a:lnTo>
                  <a:pt x="248424" y="40794"/>
                </a:lnTo>
                <a:lnTo>
                  <a:pt x="248298" y="40577"/>
                </a:lnTo>
                <a:lnTo>
                  <a:pt x="248164" y="40365"/>
                </a:lnTo>
                <a:lnTo>
                  <a:pt x="248021" y="40158"/>
                </a:lnTo>
                <a:lnTo>
                  <a:pt x="247871" y="39956"/>
                </a:lnTo>
                <a:lnTo>
                  <a:pt x="247712" y="39759"/>
                </a:lnTo>
                <a:lnTo>
                  <a:pt x="247546" y="39566"/>
                </a:lnTo>
                <a:lnTo>
                  <a:pt x="247371" y="39378"/>
                </a:lnTo>
                <a:lnTo>
                  <a:pt x="247188" y="39195"/>
                </a:lnTo>
                <a:lnTo>
                  <a:pt x="246997" y="39017"/>
                </a:lnTo>
                <a:lnTo>
                  <a:pt x="246799" y="38844"/>
                </a:lnTo>
                <a:lnTo>
                  <a:pt x="246596" y="38679"/>
                </a:lnTo>
                <a:lnTo>
                  <a:pt x="246388" y="38522"/>
                </a:lnTo>
                <a:lnTo>
                  <a:pt x="246174" y="38371"/>
                </a:lnTo>
                <a:lnTo>
                  <a:pt x="245956" y="38228"/>
                </a:lnTo>
                <a:lnTo>
                  <a:pt x="245732" y="38093"/>
                </a:lnTo>
                <a:lnTo>
                  <a:pt x="245502" y="37964"/>
                </a:lnTo>
                <a:lnTo>
                  <a:pt x="245268" y="37843"/>
                </a:lnTo>
                <a:lnTo>
                  <a:pt x="245028" y="37730"/>
                </a:lnTo>
                <a:lnTo>
                  <a:pt x="244783" y="37623"/>
                </a:lnTo>
                <a:lnTo>
                  <a:pt x="244533" y="37524"/>
                </a:lnTo>
                <a:lnTo>
                  <a:pt x="244277" y="37432"/>
                </a:lnTo>
                <a:lnTo>
                  <a:pt x="244017" y="37348"/>
                </a:lnTo>
                <a:lnTo>
                  <a:pt x="243751" y="37271"/>
                </a:lnTo>
                <a:lnTo>
                  <a:pt x="243479" y="37201"/>
                </a:lnTo>
                <a:lnTo>
                  <a:pt x="243203" y="37139"/>
                </a:lnTo>
                <a:lnTo>
                  <a:pt x="242921" y="37084"/>
                </a:lnTo>
                <a:lnTo>
                  <a:pt x="242634" y="37036"/>
                </a:lnTo>
                <a:lnTo>
                  <a:pt x="242341" y="36996"/>
                </a:lnTo>
                <a:lnTo>
                  <a:pt x="242044" y="36963"/>
                </a:lnTo>
                <a:lnTo>
                  <a:pt x="241741" y="36937"/>
                </a:lnTo>
                <a:lnTo>
                  <a:pt x="241433" y="36919"/>
                </a:lnTo>
                <a:lnTo>
                  <a:pt x="241120" y="36908"/>
                </a:lnTo>
                <a:lnTo>
                  <a:pt x="240801" y="36904"/>
                </a:lnTo>
                <a:lnTo>
                  <a:pt x="240482" y="36908"/>
                </a:lnTo>
                <a:lnTo>
                  <a:pt x="240169" y="36919"/>
                </a:lnTo>
                <a:lnTo>
                  <a:pt x="239861" y="36937"/>
                </a:lnTo>
                <a:lnTo>
                  <a:pt x="239558" y="36963"/>
                </a:lnTo>
                <a:lnTo>
                  <a:pt x="239260" y="36996"/>
                </a:lnTo>
                <a:lnTo>
                  <a:pt x="238967" y="37036"/>
                </a:lnTo>
                <a:lnTo>
                  <a:pt x="238680" y="37084"/>
                </a:lnTo>
                <a:lnTo>
                  <a:pt x="238398" y="37139"/>
                </a:lnTo>
                <a:lnTo>
                  <a:pt x="238122" y="37201"/>
                </a:lnTo>
                <a:lnTo>
                  <a:pt x="237850" y="37271"/>
                </a:lnTo>
                <a:lnTo>
                  <a:pt x="237584" y="37348"/>
                </a:lnTo>
                <a:lnTo>
                  <a:pt x="237323" y="37432"/>
                </a:lnTo>
                <a:lnTo>
                  <a:pt x="237068" y="37524"/>
                </a:lnTo>
                <a:lnTo>
                  <a:pt x="236818" y="37623"/>
                </a:lnTo>
                <a:lnTo>
                  <a:pt x="236572" y="37730"/>
                </a:lnTo>
                <a:lnTo>
                  <a:pt x="236333" y="37843"/>
                </a:lnTo>
                <a:lnTo>
                  <a:pt x="236098" y="37964"/>
                </a:lnTo>
                <a:lnTo>
                  <a:pt x="235869" y="38093"/>
                </a:lnTo>
                <a:lnTo>
                  <a:pt x="235645" y="38228"/>
                </a:lnTo>
                <a:lnTo>
                  <a:pt x="235426" y="38371"/>
                </a:lnTo>
                <a:lnTo>
                  <a:pt x="235213" y="38522"/>
                </a:lnTo>
                <a:lnTo>
                  <a:pt x="235004" y="38679"/>
                </a:lnTo>
                <a:lnTo>
                  <a:pt x="234801" y="38844"/>
                </a:lnTo>
                <a:lnTo>
                  <a:pt x="234604" y="39017"/>
                </a:lnTo>
                <a:lnTo>
                  <a:pt x="234413" y="39195"/>
                </a:lnTo>
                <a:lnTo>
                  <a:pt x="234230" y="39378"/>
                </a:lnTo>
                <a:lnTo>
                  <a:pt x="234055" y="39566"/>
                </a:lnTo>
                <a:lnTo>
                  <a:pt x="233889" y="39759"/>
                </a:lnTo>
                <a:lnTo>
                  <a:pt x="233730" y="39956"/>
                </a:lnTo>
                <a:lnTo>
                  <a:pt x="233580" y="40158"/>
                </a:lnTo>
                <a:lnTo>
                  <a:pt x="233437" y="40365"/>
                </a:lnTo>
                <a:lnTo>
                  <a:pt x="233303" y="40577"/>
                </a:lnTo>
                <a:lnTo>
                  <a:pt x="233177" y="40794"/>
                </a:lnTo>
                <a:lnTo>
                  <a:pt x="233060" y="41015"/>
                </a:lnTo>
                <a:lnTo>
                  <a:pt x="232950" y="41241"/>
                </a:lnTo>
                <a:lnTo>
                  <a:pt x="232848" y="41472"/>
                </a:lnTo>
                <a:lnTo>
                  <a:pt x="232755" y="41708"/>
                </a:lnTo>
                <a:lnTo>
                  <a:pt x="232669" y="41948"/>
                </a:lnTo>
                <a:lnTo>
                  <a:pt x="232592" y="42193"/>
                </a:lnTo>
                <a:lnTo>
                  <a:pt x="232523" y="42443"/>
                </a:lnTo>
                <a:lnTo>
                  <a:pt x="232462" y="42698"/>
                </a:lnTo>
                <a:lnTo>
                  <a:pt x="232409" y="42958"/>
                </a:lnTo>
                <a:lnTo>
                  <a:pt x="232365" y="43222"/>
                </a:lnTo>
                <a:lnTo>
                  <a:pt x="232328" y="43491"/>
                </a:lnTo>
                <a:lnTo>
                  <a:pt x="232300" y="43765"/>
                </a:lnTo>
                <a:lnTo>
                  <a:pt x="232279" y="44044"/>
                </a:lnTo>
                <a:lnTo>
                  <a:pt x="232267" y="44328"/>
                </a:lnTo>
                <a:lnTo>
                  <a:pt x="232263" y="44616"/>
                </a:lnTo>
                <a:lnTo>
                  <a:pt x="232267" y="44904"/>
                </a:lnTo>
                <a:lnTo>
                  <a:pt x="232279" y="45188"/>
                </a:lnTo>
                <a:lnTo>
                  <a:pt x="232300" y="45467"/>
                </a:lnTo>
                <a:lnTo>
                  <a:pt x="232328" y="45741"/>
                </a:lnTo>
                <a:lnTo>
                  <a:pt x="232365" y="46010"/>
                </a:lnTo>
                <a:lnTo>
                  <a:pt x="232409" y="46274"/>
                </a:lnTo>
                <a:lnTo>
                  <a:pt x="232462" y="46534"/>
                </a:lnTo>
                <a:lnTo>
                  <a:pt x="232523" y="46789"/>
                </a:lnTo>
                <a:lnTo>
                  <a:pt x="232592" y="47039"/>
                </a:lnTo>
                <a:lnTo>
                  <a:pt x="232669" y="47284"/>
                </a:lnTo>
                <a:lnTo>
                  <a:pt x="232755" y="47525"/>
                </a:lnTo>
                <a:lnTo>
                  <a:pt x="232848" y="47761"/>
                </a:lnTo>
                <a:lnTo>
                  <a:pt x="232950" y="47992"/>
                </a:lnTo>
                <a:lnTo>
                  <a:pt x="233060" y="48218"/>
                </a:lnTo>
                <a:lnTo>
                  <a:pt x="233177" y="48439"/>
                </a:lnTo>
                <a:lnTo>
                  <a:pt x="233303" y="48656"/>
                </a:lnTo>
                <a:lnTo>
                  <a:pt x="233437" y="48868"/>
                </a:lnTo>
                <a:lnTo>
                  <a:pt x="233580" y="49075"/>
                </a:lnTo>
                <a:lnTo>
                  <a:pt x="233730" y="49277"/>
                </a:lnTo>
                <a:lnTo>
                  <a:pt x="233889" y="49474"/>
                </a:lnTo>
                <a:lnTo>
                  <a:pt x="234055" y="49667"/>
                </a:lnTo>
                <a:lnTo>
                  <a:pt x="234230" y="49855"/>
                </a:lnTo>
                <a:lnTo>
                  <a:pt x="234413" y="50038"/>
                </a:lnTo>
                <a:lnTo>
                  <a:pt x="234604" y="50216"/>
                </a:lnTo>
                <a:lnTo>
                  <a:pt x="234801" y="50388"/>
                </a:lnTo>
                <a:lnTo>
                  <a:pt x="235004" y="50553"/>
                </a:lnTo>
                <a:lnTo>
                  <a:pt x="235213" y="50711"/>
                </a:lnTo>
                <a:lnTo>
                  <a:pt x="235426" y="50861"/>
                </a:lnTo>
                <a:lnTo>
                  <a:pt x="235645" y="51004"/>
                </a:lnTo>
                <a:lnTo>
                  <a:pt x="235869" y="51140"/>
                </a:lnTo>
                <a:lnTo>
                  <a:pt x="236098" y="51268"/>
                </a:lnTo>
                <a:lnTo>
                  <a:pt x="236333" y="51389"/>
                </a:lnTo>
                <a:lnTo>
                  <a:pt x="236572" y="51503"/>
                </a:lnTo>
                <a:lnTo>
                  <a:pt x="236818" y="51609"/>
                </a:lnTo>
                <a:lnTo>
                  <a:pt x="237068" y="51708"/>
                </a:lnTo>
                <a:lnTo>
                  <a:pt x="237323" y="51799"/>
                </a:lnTo>
                <a:lnTo>
                  <a:pt x="237584" y="51884"/>
                </a:lnTo>
                <a:lnTo>
                  <a:pt x="237850" y="51961"/>
                </a:lnTo>
                <a:lnTo>
                  <a:pt x="238122" y="52030"/>
                </a:lnTo>
                <a:lnTo>
                  <a:pt x="238398" y="52093"/>
                </a:lnTo>
                <a:lnTo>
                  <a:pt x="238680" y="52148"/>
                </a:lnTo>
                <a:lnTo>
                  <a:pt x="238967" y="52195"/>
                </a:lnTo>
                <a:lnTo>
                  <a:pt x="239260" y="52236"/>
                </a:lnTo>
                <a:lnTo>
                  <a:pt x="239558" y="52269"/>
                </a:lnTo>
                <a:lnTo>
                  <a:pt x="239861" y="52294"/>
                </a:lnTo>
                <a:lnTo>
                  <a:pt x="240169" y="52313"/>
                </a:lnTo>
                <a:lnTo>
                  <a:pt x="240482" y="52324"/>
                </a:lnTo>
                <a:lnTo>
                  <a:pt x="240801" y="52327"/>
                </a:lnTo>
                <a:lnTo>
                  <a:pt x="241120" y="52324"/>
                </a:lnTo>
                <a:lnTo>
                  <a:pt x="241433" y="52313"/>
                </a:lnTo>
                <a:lnTo>
                  <a:pt x="241741" y="52294"/>
                </a:lnTo>
                <a:lnTo>
                  <a:pt x="242044" y="522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Text method_is_async">
            <a:extLst xmlns:a="http://schemas.openxmlformats.org/drawingml/2006/main">
              <a:ext uri="{FF2B5EF4-FFF2-40B4-BE49-F238E27FC236}">
                <a16:creationId xmlns:a16="http://schemas.microsoft.com/office/drawing/2014/main" id="{8A2664D2-DE39-4468-85C5-92F114DD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857" y="4485296"/>
            <a:ext cx="815398" cy="88681"/>
          </a:xfrm>
          <a:custGeom xmlns:a="http://schemas.openxmlformats.org/drawingml/2006/main">
            <a:pathLst>
              <a:path w="815398" h="88681">
                <a:moveTo>
                  <a:pt x="167541" y="72157"/>
                </a:moveTo>
                <a:lnTo>
                  <a:pt x="179016" y="72157"/>
                </a:lnTo>
                <a:lnTo>
                  <a:pt x="179016" y="40577"/>
                </a:lnTo>
                <a:lnTo>
                  <a:pt x="179021" y="40183"/>
                </a:lnTo>
                <a:lnTo>
                  <a:pt x="179033" y="39797"/>
                </a:lnTo>
                <a:lnTo>
                  <a:pt x="179054" y="39418"/>
                </a:lnTo>
                <a:lnTo>
                  <a:pt x="179084" y="39047"/>
                </a:lnTo>
                <a:lnTo>
                  <a:pt x="179122" y="38684"/>
                </a:lnTo>
                <a:lnTo>
                  <a:pt x="179168" y="38328"/>
                </a:lnTo>
                <a:lnTo>
                  <a:pt x="179223" y="37980"/>
                </a:lnTo>
                <a:lnTo>
                  <a:pt x="179287" y="37639"/>
                </a:lnTo>
                <a:lnTo>
                  <a:pt x="179358" y="37307"/>
                </a:lnTo>
                <a:lnTo>
                  <a:pt x="179439" y="36982"/>
                </a:lnTo>
                <a:lnTo>
                  <a:pt x="179527" y="36664"/>
                </a:lnTo>
                <a:lnTo>
                  <a:pt x="179625" y="36354"/>
                </a:lnTo>
                <a:lnTo>
                  <a:pt x="179730" y="36052"/>
                </a:lnTo>
                <a:lnTo>
                  <a:pt x="179844" y="35757"/>
                </a:lnTo>
                <a:lnTo>
                  <a:pt x="179967" y="35471"/>
                </a:lnTo>
                <a:lnTo>
                  <a:pt x="180098" y="35191"/>
                </a:lnTo>
                <a:lnTo>
                  <a:pt x="180237" y="34920"/>
                </a:lnTo>
                <a:lnTo>
                  <a:pt x="180385" y="34656"/>
                </a:lnTo>
                <a:lnTo>
                  <a:pt x="180541" y="34399"/>
                </a:lnTo>
                <a:lnTo>
                  <a:pt x="180706" y="34151"/>
                </a:lnTo>
                <a:lnTo>
                  <a:pt x="180879" y="33910"/>
                </a:lnTo>
                <a:lnTo>
                  <a:pt x="181061" y="33677"/>
                </a:lnTo>
                <a:lnTo>
                  <a:pt x="181251" y="33451"/>
                </a:lnTo>
                <a:lnTo>
                  <a:pt x="181450" y="33233"/>
                </a:lnTo>
                <a:lnTo>
                  <a:pt x="181655" y="33023"/>
                </a:lnTo>
                <a:lnTo>
                  <a:pt x="181867" y="32822"/>
                </a:lnTo>
                <a:lnTo>
                  <a:pt x="182086" y="32630"/>
                </a:lnTo>
                <a:lnTo>
                  <a:pt x="182310" y="32447"/>
                </a:lnTo>
                <a:lnTo>
                  <a:pt x="182541" y="32273"/>
                </a:lnTo>
                <a:lnTo>
                  <a:pt x="182778" y="32108"/>
                </a:lnTo>
                <a:lnTo>
                  <a:pt x="183021" y="31952"/>
                </a:lnTo>
                <a:lnTo>
                  <a:pt x="183270" y="31805"/>
                </a:lnTo>
                <a:lnTo>
                  <a:pt x="183526" y="31666"/>
                </a:lnTo>
                <a:lnTo>
                  <a:pt x="183788" y="31537"/>
                </a:lnTo>
                <a:lnTo>
                  <a:pt x="184056" y="31417"/>
                </a:lnTo>
                <a:lnTo>
                  <a:pt x="184330" y="31305"/>
                </a:lnTo>
                <a:lnTo>
                  <a:pt x="184610" y="31202"/>
                </a:lnTo>
                <a:lnTo>
                  <a:pt x="184897" y="31109"/>
                </a:lnTo>
                <a:lnTo>
                  <a:pt x="185190" y="31024"/>
                </a:lnTo>
                <a:lnTo>
                  <a:pt x="185489" y="30948"/>
                </a:lnTo>
                <a:lnTo>
                  <a:pt x="185794" y="30881"/>
                </a:lnTo>
                <a:lnTo>
                  <a:pt x="186106" y="30823"/>
                </a:lnTo>
                <a:lnTo>
                  <a:pt x="186423" y="30774"/>
                </a:lnTo>
                <a:lnTo>
                  <a:pt x="186747" y="30734"/>
                </a:lnTo>
                <a:lnTo>
                  <a:pt x="187077" y="30702"/>
                </a:lnTo>
                <a:lnTo>
                  <a:pt x="187414" y="30680"/>
                </a:lnTo>
                <a:lnTo>
                  <a:pt x="187756" y="30667"/>
                </a:lnTo>
                <a:lnTo>
                  <a:pt x="188105" y="30662"/>
                </a:lnTo>
                <a:lnTo>
                  <a:pt x="188461" y="30667"/>
                </a:lnTo>
                <a:lnTo>
                  <a:pt x="188811" y="30680"/>
                </a:lnTo>
                <a:lnTo>
                  <a:pt x="189154" y="30701"/>
                </a:lnTo>
                <a:lnTo>
                  <a:pt x="189490" y="30731"/>
                </a:lnTo>
                <a:lnTo>
                  <a:pt x="189819" y="30770"/>
                </a:lnTo>
                <a:lnTo>
                  <a:pt x="190142" y="30817"/>
                </a:lnTo>
                <a:lnTo>
                  <a:pt x="190458" y="30873"/>
                </a:lnTo>
                <a:lnTo>
                  <a:pt x="190768" y="30938"/>
                </a:lnTo>
                <a:lnTo>
                  <a:pt x="191070" y="31011"/>
                </a:lnTo>
                <a:lnTo>
                  <a:pt x="191366" y="31093"/>
                </a:lnTo>
                <a:lnTo>
                  <a:pt x="191656" y="31183"/>
                </a:lnTo>
                <a:lnTo>
                  <a:pt x="191938" y="31282"/>
                </a:lnTo>
                <a:lnTo>
                  <a:pt x="192214" y="31390"/>
                </a:lnTo>
                <a:lnTo>
                  <a:pt x="192483" y="31506"/>
                </a:lnTo>
                <a:lnTo>
                  <a:pt x="192746" y="31631"/>
                </a:lnTo>
                <a:lnTo>
                  <a:pt x="193001" y="31764"/>
                </a:lnTo>
                <a:lnTo>
                  <a:pt x="193250" y="31906"/>
                </a:lnTo>
                <a:lnTo>
                  <a:pt x="193493" y="32057"/>
                </a:lnTo>
                <a:lnTo>
                  <a:pt x="193728" y="32216"/>
                </a:lnTo>
                <a:lnTo>
                  <a:pt x="193957" y="32384"/>
                </a:lnTo>
                <a:lnTo>
                  <a:pt x="194180" y="32561"/>
                </a:lnTo>
                <a:lnTo>
                  <a:pt x="194395" y="32746"/>
                </a:lnTo>
                <a:lnTo>
                  <a:pt x="194604" y="32939"/>
                </a:lnTo>
                <a:lnTo>
                  <a:pt x="194806" y="33142"/>
                </a:lnTo>
                <a:lnTo>
                  <a:pt x="195001" y="33352"/>
                </a:lnTo>
                <a:lnTo>
                  <a:pt x="195188" y="33569"/>
                </a:lnTo>
                <a:lnTo>
                  <a:pt x="195366" y="33794"/>
                </a:lnTo>
                <a:lnTo>
                  <a:pt x="195536" y="34026"/>
                </a:lnTo>
                <a:lnTo>
                  <a:pt x="195697" y="34266"/>
                </a:lnTo>
                <a:lnTo>
                  <a:pt x="195851" y="34513"/>
                </a:lnTo>
                <a:lnTo>
                  <a:pt x="195996" y="34767"/>
                </a:lnTo>
                <a:lnTo>
                  <a:pt x="196132" y="35028"/>
                </a:lnTo>
                <a:lnTo>
                  <a:pt x="196261" y="35297"/>
                </a:lnTo>
                <a:lnTo>
                  <a:pt x="196381" y="35573"/>
                </a:lnTo>
                <a:lnTo>
                  <a:pt x="196493" y="35857"/>
                </a:lnTo>
                <a:lnTo>
                  <a:pt x="196596" y="36148"/>
                </a:lnTo>
                <a:lnTo>
                  <a:pt x="196692" y="36446"/>
                </a:lnTo>
                <a:lnTo>
                  <a:pt x="196779" y="36751"/>
                </a:lnTo>
                <a:lnTo>
                  <a:pt x="196858" y="37064"/>
                </a:lnTo>
                <a:lnTo>
                  <a:pt x="196928" y="37384"/>
                </a:lnTo>
                <a:lnTo>
                  <a:pt x="196990" y="37711"/>
                </a:lnTo>
                <a:lnTo>
                  <a:pt x="197044" y="38046"/>
                </a:lnTo>
                <a:lnTo>
                  <a:pt x="197090" y="38388"/>
                </a:lnTo>
                <a:lnTo>
                  <a:pt x="197127" y="38738"/>
                </a:lnTo>
                <a:lnTo>
                  <a:pt x="197156" y="39095"/>
                </a:lnTo>
                <a:lnTo>
                  <a:pt x="197177" y="39459"/>
                </a:lnTo>
                <a:lnTo>
                  <a:pt x="197189" y="39830"/>
                </a:lnTo>
                <a:lnTo>
                  <a:pt x="197193" y="40209"/>
                </a:lnTo>
                <a:lnTo>
                  <a:pt x="197193" y="72157"/>
                </a:lnTo>
                <a:lnTo>
                  <a:pt x="208669" y="72157"/>
                </a:lnTo>
                <a:lnTo>
                  <a:pt x="208669" y="39017"/>
                </a:lnTo>
                <a:lnTo>
                  <a:pt x="208661" y="38326"/>
                </a:lnTo>
                <a:lnTo>
                  <a:pt x="208638" y="37648"/>
                </a:lnTo>
                <a:lnTo>
                  <a:pt x="208599" y="36981"/>
                </a:lnTo>
                <a:lnTo>
                  <a:pt x="208545" y="36326"/>
                </a:lnTo>
                <a:lnTo>
                  <a:pt x="208475" y="35683"/>
                </a:lnTo>
                <a:lnTo>
                  <a:pt x="208390" y="35052"/>
                </a:lnTo>
                <a:lnTo>
                  <a:pt x="208290" y="34432"/>
                </a:lnTo>
                <a:lnTo>
                  <a:pt x="208174" y="33825"/>
                </a:lnTo>
                <a:lnTo>
                  <a:pt x="208042" y="33229"/>
                </a:lnTo>
                <a:lnTo>
                  <a:pt x="207896" y="32644"/>
                </a:lnTo>
                <a:lnTo>
                  <a:pt x="207733" y="32072"/>
                </a:lnTo>
                <a:lnTo>
                  <a:pt x="207555" y="31512"/>
                </a:lnTo>
                <a:lnTo>
                  <a:pt x="207362" y="30963"/>
                </a:lnTo>
                <a:lnTo>
                  <a:pt x="207153" y="30426"/>
                </a:lnTo>
                <a:lnTo>
                  <a:pt x="206929" y="29901"/>
                </a:lnTo>
                <a:lnTo>
                  <a:pt x="206689" y="29387"/>
                </a:lnTo>
                <a:lnTo>
                  <a:pt x="206434" y="28886"/>
                </a:lnTo>
                <a:lnTo>
                  <a:pt x="206164" y="28396"/>
                </a:lnTo>
                <a:lnTo>
                  <a:pt x="205878" y="27918"/>
                </a:lnTo>
                <a:lnTo>
                  <a:pt x="205576" y="27452"/>
                </a:lnTo>
                <a:lnTo>
                  <a:pt x="205259" y="26997"/>
                </a:lnTo>
                <a:lnTo>
                  <a:pt x="204927" y="26555"/>
                </a:lnTo>
                <a:lnTo>
                  <a:pt x="204579" y="26124"/>
                </a:lnTo>
                <a:lnTo>
                  <a:pt x="204215" y="25705"/>
                </a:lnTo>
                <a:lnTo>
                  <a:pt x="203839" y="25300"/>
                </a:lnTo>
                <a:lnTo>
                  <a:pt x="203453" y="24913"/>
                </a:lnTo>
                <a:lnTo>
                  <a:pt x="203056" y="24543"/>
                </a:lnTo>
                <a:lnTo>
                  <a:pt x="202649" y="24190"/>
                </a:lnTo>
                <a:lnTo>
                  <a:pt x="202231" y="23854"/>
                </a:lnTo>
                <a:lnTo>
                  <a:pt x="201803" y="23536"/>
                </a:lnTo>
                <a:lnTo>
                  <a:pt x="201365" y="23235"/>
                </a:lnTo>
                <a:lnTo>
                  <a:pt x="200916" y="22951"/>
                </a:lnTo>
                <a:lnTo>
                  <a:pt x="200457" y="22684"/>
                </a:lnTo>
                <a:lnTo>
                  <a:pt x="199988" y="22434"/>
                </a:lnTo>
                <a:lnTo>
                  <a:pt x="199508" y="22202"/>
                </a:lnTo>
                <a:lnTo>
                  <a:pt x="199018" y="21987"/>
                </a:lnTo>
                <a:lnTo>
                  <a:pt x="198517" y="21789"/>
                </a:lnTo>
                <a:lnTo>
                  <a:pt x="198006" y="21608"/>
                </a:lnTo>
                <a:lnTo>
                  <a:pt x="197485" y="21445"/>
                </a:lnTo>
                <a:lnTo>
                  <a:pt x="196954" y="21298"/>
                </a:lnTo>
                <a:lnTo>
                  <a:pt x="196412" y="21169"/>
                </a:lnTo>
                <a:lnTo>
                  <a:pt x="195859" y="21057"/>
                </a:lnTo>
                <a:lnTo>
                  <a:pt x="195297" y="20963"/>
                </a:lnTo>
                <a:lnTo>
                  <a:pt x="194724" y="20885"/>
                </a:lnTo>
                <a:lnTo>
                  <a:pt x="194140" y="20825"/>
                </a:lnTo>
                <a:lnTo>
                  <a:pt x="193547" y="20782"/>
                </a:lnTo>
                <a:lnTo>
                  <a:pt x="192943" y="20756"/>
                </a:lnTo>
                <a:lnTo>
                  <a:pt x="192328" y="20747"/>
                </a:lnTo>
                <a:lnTo>
                  <a:pt x="191805" y="20753"/>
                </a:lnTo>
                <a:lnTo>
                  <a:pt x="191291" y="20772"/>
                </a:lnTo>
                <a:lnTo>
                  <a:pt x="190787" y="20802"/>
                </a:lnTo>
                <a:lnTo>
                  <a:pt x="190292" y="20844"/>
                </a:lnTo>
                <a:lnTo>
                  <a:pt x="189806" y="20899"/>
                </a:lnTo>
                <a:lnTo>
                  <a:pt x="189330" y="20965"/>
                </a:lnTo>
                <a:lnTo>
                  <a:pt x="188863" y="21044"/>
                </a:lnTo>
                <a:lnTo>
                  <a:pt x="188406" y="21135"/>
                </a:lnTo>
                <a:lnTo>
                  <a:pt x="187958" y="21238"/>
                </a:lnTo>
                <a:lnTo>
                  <a:pt x="187520" y="21353"/>
                </a:lnTo>
                <a:lnTo>
                  <a:pt x="187090" y="21480"/>
                </a:lnTo>
                <a:lnTo>
                  <a:pt x="186671" y="21620"/>
                </a:lnTo>
                <a:lnTo>
                  <a:pt x="186260" y="21771"/>
                </a:lnTo>
                <a:lnTo>
                  <a:pt x="185859" y="21935"/>
                </a:lnTo>
                <a:lnTo>
                  <a:pt x="185468" y="22110"/>
                </a:lnTo>
                <a:lnTo>
                  <a:pt x="185086" y="22298"/>
                </a:lnTo>
                <a:lnTo>
                  <a:pt x="184713" y="22498"/>
                </a:lnTo>
                <a:lnTo>
                  <a:pt x="184350" y="22710"/>
                </a:lnTo>
                <a:lnTo>
                  <a:pt x="183996" y="22934"/>
                </a:lnTo>
                <a:lnTo>
                  <a:pt x="183651" y="23171"/>
                </a:lnTo>
                <a:lnTo>
                  <a:pt x="183316" y="23419"/>
                </a:lnTo>
                <a:lnTo>
                  <a:pt x="182990" y="23679"/>
                </a:lnTo>
                <a:lnTo>
                  <a:pt x="182674" y="23952"/>
                </a:lnTo>
                <a:lnTo>
                  <a:pt x="182367" y="24237"/>
                </a:lnTo>
                <a:lnTo>
                  <a:pt x="182071" y="24532"/>
                </a:lnTo>
                <a:lnTo>
                  <a:pt x="181788" y="24837"/>
                </a:lnTo>
                <a:lnTo>
                  <a:pt x="181517" y="25152"/>
                </a:lnTo>
                <a:lnTo>
                  <a:pt x="181259" y="25476"/>
                </a:lnTo>
                <a:lnTo>
                  <a:pt x="181014" y="25810"/>
                </a:lnTo>
                <a:lnTo>
                  <a:pt x="180781" y="26153"/>
                </a:lnTo>
                <a:lnTo>
                  <a:pt x="180561" y="26506"/>
                </a:lnTo>
                <a:lnTo>
                  <a:pt x="180353" y="26868"/>
                </a:lnTo>
                <a:lnTo>
                  <a:pt x="180158" y="27240"/>
                </a:lnTo>
                <a:lnTo>
                  <a:pt x="179975" y="27622"/>
                </a:lnTo>
                <a:lnTo>
                  <a:pt x="179805" y="28013"/>
                </a:lnTo>
                <a:lnTo>
                  <a:pt x="179648" y="28413"/>
                </a:lnTo>
                <a:lnTo>
                  <a:pt x="179503" y="28824"/>
                </a:lnTo>
                <a:lnTo>
                  <a:pt x="179371" y="29243"/>
                </a:lnTo>
                <a:lnTo>
                  <a:pt x="179252" y="29673"/>
                </a:lnTo>
                <a:lnTo>
                  <a:pt x="179145" y="30111"/>
                </a:lnTo>
                <a:lnTo>
                  <a:pt x="179050" y="30560"/>
                </a:lnTo>
                <a:lnTo>
                  <a:pt x="178968" y="31018"/>
                </a:lnTo>
                <a:lnTo>
                  <a:pt x="178926" y="31304"/>
                </a:lnTo>
                <a:lnTo>
                  <a:pt x="178742" y="31304"/>
                </a:lnTo>
                <a:lnTo>
                  <a:pt x="179016" y="21665"/>
                </a:lnTo>
                <a:lnTo>
                  <a:pt x="179016" y="5141"/>
                </a:lnTo>
                <a:lnTo>
                  <a:pt x="167541" y="5141"/>
                </a:lnTo>
                <a:lnTo>
                  <a:pt x="167541" y="72157"/>
                </a:lnTo>
                <a:close/>
                <a:moveTo>
                  <a:pt x="306933" y="29722"/>
                </a:moveTo>
                <a:lnTo>
                  <a:pt x="306812" y="29295"/>
                </a:lnTo>
                <a:lnTo>
                  <a:pt x="306678" y="28878"/>
                </a:lnTo>
                <a:lnTo>
                  <a:pt x="306531" y="28470"/>
                </a:lnTo>
                <a:lnTo>
                  <a:pt x="306372" y="28071"/>
                </a:lnTo>
                <a:lnTo>
                  <a:pt x="306200" y="27681"/>
                </a:lnTo>
                <a:lnTo>
                  <a:pt x="306015" y="27300"/>
                </a:lnTo>
                <a:lnTo>
                  <a:pt x="305817" y="26929"/>
                </a:lnTo>
                <a:lnTo>
                  <a:pt x="305607" y="26566"/>
                </a:lnTo>
                <a:lnTo>
                  <a:pt x="305383" y="26212"/>
                </a:lnTo>
                <a:lnTo>
                  <a:pt x="305148" y="25868"/>
                </a:lnTo>
                <a:lnTo>
                  <a:pt x="304899" y="25532"/>
                </a:lnTo>
                <a:lnTo>
                  <a:pt x="304637" y="25206"/>
                </a:lnTo>
                <a:lnTo>
                  <a:pt x="304363" y="24889"/>
                </a:lnTo>
                <a:lnTo>
                  <a:pt x="304076" y="24581"/>
                </a:lnTo>
                <a:lnTo>
                  <a:pt x="303777" y="24282"/>
                </a:lnTo>
                <a:lnTo>
                  <a:pt x="303466" y="23993"/>
                </a:lnTo>
                <a:lnTo>
                  <a:pt x="303147" y="23717"/>
                </a:lnTo>
                <a:lnTo>
                  <a:pt x="302818" y="23453"/>
                </a:lnTo>
                <a:lnTo>
                  <a:pt x="302481" y="23202"/>
                </a:lnTo>
                <a:lnTo>
                  <a:pt x="302135" y="22962"/>
                </a:lnTo>
                <a:lnTo>
                  <a:pt x="301780" y="22735"/>
                </a:lnTo>
                <a:lnTo>
                  <a:pt x="301416" y="22521"/>
                </a:lnTo>
                <a:lnTo>
                  <a:pt x="301043" y="22318"/>
                </a:lnTo>
                <a:lnTo>
                  <a:pt x="300661" y="22128"/>
                </a:lnTo>
                <a:lnTo>
                  <a:pt x="300271" y="21950"/>
                </a:lnTo>
                <a:lnTo>
                  <a:pt x="299871" y="21784"/>
                </a:lnTo>
                <a:lnTo>
                  <a:pt x="299462" y="21631"/>
                </a:lnTo>
                <a:lnTo>
                  <a:pt x="299045" y="21490"/>
                </a:lnTo>
                <a:lnTo>
                  <a:pt x="298618" y="21361"/>
                </a:lnTo>
                <a:lnTo>
                  <a:pt x="298183" y="21244"/>
                </a:lnTo>
                <a:lnTo>
                  <a:pt x="297739" y="21140"/>
                </a:lnTo>
                <a:lnTo>
                  <a:pt x="297286" y="21048"/>
                </a:lnTo>
                <a:lnTo>
                  <a:pt x="296823" y="20968"/>
                </a:lnTo>
                <a:lnTo>
                  <a:pt x="296352" y="20901"/>
                </a:lnTo>
                <a:lnTo>
                  <a:pt x="295872" y="20846"/>
                </a:lnTo>
                <a:lnTo>
                  <a:pt x="295383" y="20803"/>
                </a:lnTo>
                <a:lnTo>
                  <a:pt x="294885" y="20772"/>
                </a:lnTo>
                <a:lnTo>
                  <a:pt x="294379" y="20754"/>
                </a:lnTo>
                <a:lnTo>
                  <a:pt x="293863" y="20747"/>
                </a:lnTo>
                <a:lnTo>
                  <a:pt x="293233" y="20756"/>
                </a:lnTo>
                <a:lnTo>
                  <a:pt x="292614" y="20784"/>
                </a:lnTo>
                <a:lnTo>
                  <a:pt x="292005" y="20829"/>
                </a:lnTo>
                <a:lnTo>
                  <a:pt x="291407" y="20893"/>
                </a:lnTo>
                <a:lnTo>
                  <a:pt x="290819" y="20975"/>
                </a:lnTo>
                <a:lnTo>
                  <a:pt x="290242" y="21074"/>
                </a:lnTo>
                <a:lnTo>
                  <a:pt x="289676" y="21193"/>
                </a:lnTo>
                <a:lnTo>
                  <a:pt x="289119" y="21329"/>
                </a:lnTo>
                <a:lnTo>
                  <a:pt x="288574" y="21483"/>
                </a:lnTo>
                <a:lnTo>
                  <a:pt x="288039" y="21656"/>
                </a:lnTo>
                <a:lnTo>
                  <a:pt x="287514" y="21847"/>
                </a:lnTo>
                <a:lnTo>
                  <a:pt x="287000" y="22056"/>
                </a:lnTo>
                <a:lnTo>
                  <a:pt x="286497" y="22283"/>
                </a:lnTo>
                <a:lnTo>
                  <a:pt x="286004" y="22528"/>
                </a:lnTo>
                <a:lnTo>
                  <a:pt x="285521" y="22792"/>
                </a:lnTo>
                <a:lnTo>
                  <a:pt x="285049" y="23073"/>
                </a:lnTo>
                <a:lnTo>
                  <a:pt x="284588" y="23373"/>
                </a:lnTo>
                <a:lnTo>
                  <a:pt x="284137" y="23691"/>
                </a:lnTo>
                <a:lnTo>
                  <a:pt x="283696" y="24027"/>
                </a:lnTo>
                <a:lnTo>
                  <a:pt x="283266" y="24382"/>
                </a:lnTo>
                <a:lnTo>
                  <a:pt x="282847" y="24754"/>
                </a:lnTo>
                <a:lnTo>
                  <a:pt x="282438" y="25145"/>
                </a:lnTo>
                <a:lnTo>
                  <a:pt x="282040" y="25554"/>
                </a:lnTo>
                <a:lnTo>
                  <a:pt x="281652" y="25981"/>
                </a:lnTo>
                <a:lnTo>
                  <a:pt x="281278" y="26423"/>
                </a:lnTo>
                <a:lnTo>
                  <a:pt x="280919" y="26878"/>
                </a:lnTo>
                <a:lnTo>
                  <a:pt x="280577" y="27346"/>
                </a:lnTo>
                <a:lnTo>
                  <a:pt x="280250" y="27827"/>
                </a:lnTo>
                <a:lnTo>
                  <a:pt x="279939" y="28320"/>
                </a:lnTo>
                <a:lnTo>
                  <a:pt x="279644" y="28826"/>
                </a:lnTo>
                <a:lnTo>
                  <a:pt x="279366" y="29345"/>
                </a:lnTo>
                <a:lnTo>
                  <a:pt x="279103" y="29877"/>
                </a:lnTo>
                <a:lnTo>
                  <a:pt x="278856" y="30421"/>
                </a:lnTo>
                <a:lnTo>
                  <a:pt x="278625" y="30979"/>
                </a:lnTo>
                <a:lnTo>
                  <a:pt x="278410" y="31548"/>
                </a:lnTo>
                <a:lnTo>
                  <a:pt x="278210" y="32131"/>
                </a:lnTo>
                <a:lnTo>
                  <a:pt x="278027" y="32726"/>
                </a:lnTo>
                <a:lnTo>
                  <a:pt x="277860" y="33335"/>
                </a:lnTo>
                <a:lnTo>
                  <a:pt x="277708" y="33956"/>
                </a:lnTo>
                <a:lnTo>
                  <a:pt x="277573" y="34589"/>
                </a:lnTo>
                <a:lnTo>
                  <a:pt x="277453" y="35236"/>
                </a:lnTo>
                <a:lnTo>
                  <a:pt x="277350" y="35895"/>
                </a:lnTo>
                <a:lnTo>
                  <a:pt x="277262" y="36567"/>
                </a:lnTo>
                <a:lnTo>
                  <a:pt x="277191" y="37252"/>
                </a:lnTo>
                <a:lnTo>
                  <a:pt x="277135" y="37949"/>
                </a:lnTo>
                <a:lnTo>
                  <a:pt x="277095" y="38659"/>
                </a:lnTo>
                <a:lnTo>
                  <a:pt x="277071" y="39382"/>
                </a:lnTo>
                <a:lnTo>
                  <a:pt x="277063" y="40118"/>
                </a:lnTo>
                <a:lnTo>
                  <a:pt x="277063" y="53797"/>
                </a:lnTo>
                <a:lnTo>
                  <a:pt x="277071" y="54525"/>
                </a:lnTo>
                <a:lnTo>
                  <a:pt x="277095" y="55241"/>
                </a:lnTo>
                <a:lnTo>
                  <a:pt x="277136" y="55944"/>
                </a:lnTo>
                <a:lnTo>
                  <a:pt x="277192" y="56635"/>
                </a:lnTo>
                <a:lnTo>
                  <a:pt x="277264" y="57313"/>
                </a:lnTo>
                <a:lnTo>
                  <a:pt x="277353" y="57979"/>
                </a:lnTo>
                <a:lnTo>
                  <a:pt x="277457" y="58633"/>
                </a:lnTo>
                <a:lnTo>
                  <a:pt x="277578" y="59274"/>
                </a:lnTo>
                <a:lnTo>
                  <a:pt x="277715" y="59903"/>
                </a:lnTo>
                <a:lnTo>
                  <a:pt x="277868" y="60519"/>
                </a:lnTo>
                <a:lnTo>
                  <a:pt x="278037" y="61123"/>
                </a:lnTo>
                <a:lnTo>
                  <a:pt x="278222" y="61714"/>
                </a:lnTo>
                <a:lnTo>
                  <a:pt x="278423" y="62293"/>
                </a:lnTo>
                <a:lnTo>
                  <a:pt x="278640" y="62860"/>
                </a:lnTo>
                <a:lnTo>
                  <a:pt x="278874" y="63414"/>
                </a:lnTo>
                <a:lnTo>
                  <a:pt x="279123" y="63956"/>
                </a:lnTo>
                <a:lnTo>
                  <a:pt x="279389" y="64485"/>
                </a:lnTo>
                <a:lnTo>
                  <a:pt x="279670" y="65002"/>
                </a:lnTo>
                <a:lnTo>
                  <a:pt x="279968" y="65507"/>
                </a:lnTo>
                <a:lnTo>
                  <a:pt x="280282" y="65999"/>
                </a:lnTo>
                <a:lnTo>
                  <a:pt x="280612" y="66478"/>
                </a:lnTo>
                <a:lnTo>
                  <a:pt x="280958" y="66946"/>
                </a:lnTo>
                <a:lnTo>
                  <a:pt x="281320" y="67400"/>
                </a:lnTo>
                <a:lnTo>
                  <a:pt x="281698" y="67843"/>
                </a:lnTo>
                <a:lnTo>
                  <a:pt x="282090" y="68270"/>
                </a:lnTo>
                <a:lnTo>
                  <a:pt x="282491" y="68678"/>
                </a:lnTo>
                <a:lnTo>
                  <a:pt x="282903" y="69069"/>
                </a:lnTo>
                <a:lnTo>
                  <a:pt x="283324" y="69441"/>
                </a:lnTo>
                <a:lnTo>
                  <a:pt x="283756" y="69796"/>
                </a:lnTo>
                <a:lnTo>
                  <a:pt x="284197" y="70132"/>
                </a:lnTo>
                <a:lnTo>
                  <a:pt x="284649" y="70450"/>
                </a:lnTo>
                <a:lnTo>
                  <a:pt x="285111" y="70749"/>
                </a:lnTo>
                <a:lnTo>
                  <a:pt x="285582" y="71031"/>
                </a:lnTo>
                <a:lnTo>
                  <a:pt x="286064" y="71294"/>
                </a:lnTo>
                <a:lnTo>
                  <a:pt x="286556" y="71540"/>
                </a:lnTo>
                <a:lnTo>
                  <a:pt x="287058" y="71767"/>
                </a:lnTo>
                <a:lnTo>
                  <a:pt x="287570" y="71976"/>
                </a:lnTo>
                <a:lnTo>
                  <a:pt x="288092" y="72166"/>
                </a:lnTo>
                <a:lnTo>
                  <a:pt x="288624" y="72339"/>
                </a:lnTo>
                <a:lnTo>
                  <a:pt x="289166" y="72493"/>
                </a:lnTo>
                <a:lnTo>
                  <a:pt x="289718" y="72630"/>
                </a:lnTo>
                <a:lnTo>
                  <a:pt x="290280" y="72748"/>
                </a:lnTo>
                <a:lnTo>
                  <a:pt x="290852" y="72848"/>
                </a:lnTo>
                <a:lnTo>
                  <a:pt x="291434" y="72929"/>
                </a:lnTo>
                <a:lnTo>
                  <a:pt x="292026" y="72993"/>
                </a:lnTo>
                <a:lnTo>
                  <a:pt x="292628" y="73038"/>
                </a:lnTo>
                <a:lnTo>
                  <a:pt x="293241" y="73066"/>
                </a:lnTo>
                <a:lnTo>
                  <a:pt x="293863" y="73075"/>
                </a:lnTo>
                <a:lnTo>
                  <a:pt x="294379" y="73069"/>
                </a:lnTo>
                <a:lnTo>
                  <a:pt x="294885" y="73050"/>
                </a:lnTo>
                <a:lnTo>
                  <a:pt x="295383" y="73019"/>
                </a:lnTo>
                <a:lnTo>
                  <a:pt x="295872" y="72976"/>
                </a:lnTo>
                <a:lnTo>
                  <a:pt x="296352" y="72921"/>
                </a:lnTo>
                <a:lnTo>
                  <a:pt x="296823" y="72854"/>
                </a:lnTo>
                <a:lnTo>
                  <a:pt x="297286" y="72774"/>
                </a:lnTo>
                <a:lnTo>
                  <a:pt x="297739" y="72682"/>
                </a:lnTo>
                <a:lnTo>
                  <a:pt x="298183" y="72578"/>
                </a:lnTo>
                <a:lnTo>
                  <a:pt x="298618" y="72461"/>
                </a:lnTo>
                <a:lnTo>
                  <a:pt x="299045" y="72332"/>
                </a:lnTo>
                <a:lnTo>
                  <a:pt x="299462" y="72191"/>
                </a:lnTo>
                <a:lnTo>
                  <a:pt x="299871" y="72038"/>
                </a:lnTo>
                <a:lnTo>
                  <a:pt x="300271" y="71872"/>
                </a:lnTo>
                <a:lnTo>
                  <a:pt x="300661" y="71694"/>
                </a:lnTo>
                <a:lnTo>
                  <a:pt x="301043" y="71504"/>
                </a:lnTo>
                <a:lnTo>
                  <a:pt x="301416" y="71301"/>
                </a:lnTo>
                <a:lnTo>
                  <a:pt x="301780" y="71087"/>
                </a:lnTo>
                <a:lnTo>
                  <a:pt x="302135" y="70860"/>
                </a:lnTo>
                <a:lnTo>
                  <a:pt x="302481" y="70620"/>
                </a:lnTo>
                <a:lnTo>
                  <a:pt x="302818" y="70369"/>
                </a:lnTo>
                <a:lnTo>
                  <a:pt x="303147" y="70105"/>
                </a:lnTo>
                <a:lnTo>
                  <a:pt x="303466" y="69829"/>
                </a:lnTo>
                <a:lnTo>
                  <a:pt x="303777" y="69540"/>
                </a:lnTo>
                <a:lnTo>
                  <a:pt x="304076" y="69241"/>
                </a:lnTo>
                <a:lnTo>
                  <a:pt x="304363" y="68933"/>
                </a:lnTo>
                <a:lnTo>
                  <a:pt x="304637" y="68616"/>
                </a:lnTo>
                <a:lnTo>
                  <a:pt x="304899" y="68290"/>
                </a:lnTo>
                <a:lnTo>
                  <a:pt x="305148" y="67954"/>
                </a:lnTo>
                <a:lnTo>
                  <a:pt x="305383" y="67610"/>
                </a:lnTo>
                <a:lnTo>
                  <a:pt x="305607" y="67256"/>
                </a:lnTo>
                <a:lnTo>
                  <a:pt x="305817" y="66893"/>
                </a:lnTo>
                <a:lnTo>
                  <a:pt x="306015" y="66522"/>
                </a:lnTo>
                <a:lnTo>
                  <a:pt x="306200" y="66141"/>
                </a:lnTo>
                <a:lnTo>
                  <a:pt x="306372" y="65751"/>
                </a:lnTo>
                <a:lnTo>
                  <a:pt x="306531" y="65352"/>
                </a:lnTo>
                <a:lnTo>
                  <a:pt x="306678" y="64944"/>
                </a:lnTo>
                <a:lnTo>
                  <a:pt x="306812" y="64527"/>
                </a:lnTo>
                <a:lnTo>
                  <a:pt x="306933" y="64100"/>
                </a:lnTo>
                <a:lnTo>
                  <a:pt x="307041" y="63665"/>
                </a:lnTo>
                <a:lnTo>
                  <a:pt x="307137" y="63221"/>
                </a:lnTo>
                <a:lnTo>
                  <a:pt x="307220" y="62767"/>
                </a:lnTo>
                <a:lnTo>
                  <a:pt x="307258" y="62518"/>
                </a:lnTo>
                <a:lnTo>
                  <a:pt x="307449" y="62518"/>
                </a:lnTo>
                <a:lnTo>
                  <a:pt x="307449" y="72157"/>
                </a:lnTo>
                <a:lnTo>
                  <a:pt x="318649" y="72157"/>
                </a:lnTo>
                <a:lnTo>
                  <a:pt x="318649" y="5141"/>
                </a:lnTo>
                <a:lnTo>
                  <a:pt x="307173" y="5141"/>
                </a:lnTo>
                <a:lnTo>
                  <a:pt x="307173" y="19278"/>
                </a:lnTo>
                <a:lnTo>
                  <a:pt x="307541" y="31304"/>
                </a:lnTo>
                <a:lnTo>
                  <a:pt x="307258" y="31304"/>
                </a:lnTo>
                <a:lnTo>
                  <a:pt x="307220" y="31055"/>
                </a:lnTo>
                <a:lnTo>
                  <a:pt x="307137" y="30601"/>
                </a:lnTo>
                <a:lnTo>
                  <a:pt x="307041" y="30157"/>
                </a:lnTo>
                <a:lnTo>
                  <a:pt x="306933" y="29722"/>
                </a:lnTo>
                <a:close/>
                <a:moveTo>
                  <a:pt x="296486" y="63088"/>
                </a:moveTo>
                <a:lnTo>
                  <a:pt x="296149" y="63048"/>
                </a:lnTo>
                <a:lnTo>
                  <a:pt x="295819" y="62999"/>
                </a:lnTo>
                <a:lnTo>
                  <a:pt x="295495" y="62941"/>
                </a:lnTo>
                <a:lnTo>
                  <a:pt x="295178" y="62874"/>
                </a:lnTo>
                <a:lnTo>
                  <a:pt x="294868" y="62798"/>
                </a:lnTo>
                <a:lnTo>
                  <a:pt x="294564" y="62713"/>
                </a:lnTo>
                <a:lnTo>
                  <a:pt x="294267" y="62620"/>
                </a:lnTo>
                <a:lnTo>
                  <a:pt x="293977" y="62517"/>
                </a:lnTo>
                <a:lnTo>
                  <a:pt x="293693" y="62406"/>
                </a:lnTo>
                <a:lnTo>
                  <a:pt x="293416" y="62285"/>
                </a:lnTo>
                <a:lnTo>
                  <a:pt x="293146" y="62156"/>
                </a:lnTo>
                <a:lnTo>
                  <a:pt x="292883" y="62017"/>
                </a:lnTo>
                <a:lnTo>
                  <a:pt x="292626" y="61870"/>
                </a:lnTo>
                <a:lnTo>
                  <a:pt x="292376" y="61714"/>
                </a:lnTo>
                <a:lnTo>
                  <a:pt x="292133" y="61549"/>
                </a:lnTo>
                <a:lnTo>
                  <a:pt x="291896" y="61375"/>
                </a:lnTo>
                <a:lnTo>
                  <a:pt x="291666" y="61192"/>
                </a:lnTo>
                <a:lnTo>
                  <a:pt x="291443" y="61000"/>
                </a:lnTo>
                <a:lnTo>
                  <a:pt x="291226" y="60799"/>
                </a:lnTo>
                <a:lnTo>
                  <a:pt x="291017" y="60589"/>
                </a:lnTo>
                <a:lnTo>
                  <a:pt x="290814" y="60371"/>
                </a:lnTo>
                <a:lnTo>
                  <a:pt x="290621" y="60146"/>
                </a:lnTo>
                <a:lnTo>
                  <a:pt x="290436" y="59912"/>
                </a:lnTo>
                <a:lnTo>
                  <a:pt x="290259" y="59671"/>
                </a:lnTo>
                <a:lnTo>
                  <a:pt x="290092" y="59423"/>
                </a:lnTo>
                <a:lnTo>
                  <a:pt x="289932" y="59166"/>
                </a:lnTo>
                <a:lnTo>
                  <a:pt x="289782" y="58902"/>
                </a:lnTo>
                <a:lnTo>
                  <a:pt x="289640" y="58631"/>
                </a:lnTo>
                <a:lnTo>
                  <a:pt x="289507" y="58352"/>
                </a:lnTo>
                <a:lnTo>
                  <a:pt x="289382" y="58065"/>
                </a:lnTo>
                <a:lnTo>
                  <a:pt x="289266" y="57770"/>
                </a:lnTo>
                <a:lnTo>
                  <a:pt x="289158" y="57468"/>
                </a:lnTo>
                <a:lnTo>
                  <a:pt x="289059" y="57158"/>
                </a:lnTo>
                <a:lnTo>
                  <a:pt x="288969" y="56841"/>
                </a:lnTo>
                <a:lnTo>
                  <a:pt x="288887" y="56516"/>
                </a:lnTo>
                <a:lnTo>
                  <a:pt x="288814" y="56183"/>
                </a:lnTo>
                <a:lnTo>
                  <a:pt x="288749" y="55843"/>
                </a:lnTo>
                <a:lnTo>
                  <a:pt x="288693" y="55495"/>
                </a:lnTo>
                <a:lnTo>
                  <a:pt x="288646" y="55139"/>
                </a:lnTo>
                <a:lnTo>
                  <a:pt x="288607" y="54776"/>
                </a:lnTo>
                <a:lnTo>
                  <a:pt x="288577" y="54405"/>
                </a:lnTo>
                <a:lnTo>
                  <a:pt x="288556" y="54026"/>
                </a:lnTo>
                <a:lnTo>
                  <a:pt x="288543" y="53640"/>
                </a:lnTo>
                <a:lnTo>
                  <a:pt x="288539" y="53246"/>
                </a:lnTo>
                <a:lnTo>
                  <a:pt x="288539" y="40577"/>
                </a:lnTo>
                <a:lnTo>
                  <a:pt x="288543" y="40183"/>
                </a:lnTo>
                <a:lnTo>
                  <a:pt x="288556" y="39797"/>
                </a:lnTo>
                <a:lnTo>
                  <a:pt x="288577" y="39418"/>
                </a:lnTo>
                <a:lnTo>
                  <a:pt x="288607" y="39047"/>
                </a:lnTo>
                <a:lnTo>
                  <a:pt x="288646" y="38684"/>
                </a:lnTo>
                <a:lnTo>
                  <a:pt x="288693" y="38328"/>
                </a:lnTo>
                <a:lnTo>
                  <a:pt x="288749" y="37980"/>
                </a:lnTo>
                <a:lnTo>
                  <a:pt x="288814" y="37639"/>
                </a:lnTo>
                <a:lnTo>
                  <a:pt x="288887" y="37307"/>
                </a:lnTo>
                <a:lnTo>
                  <a:pt x="288969" y="36982"/>
                </a:lnTo>
                <a:lnTo>
                  <a:pt x="289059" y="36664"/>
                </a:lnTo>
                <a:lnTo>
                  <a:pt x="289158" y="36354"/>
                </a:lnTo>
                <a:lnTo>
                  <a:pt x="289266" y="36052"/>
                </a:lnTo>
                <a:lnTo>
                  <a:pt x="289382" y="35757"/>
                </a:lnTo>
                <a:lnTo>
                  <a:pt x="289507" y="35471"/>
                </a:lnTo>
                <a:lnTo>
                  <a:pt x="289640" y="35191"/>
                </a:lnTo>
                <a:lnTo>
                  <a:pt x="289782" y="34920"/>
                </a:lnTo>
                <a:lnTo>
                  <a:pt x="289932" y="34656"/>
                </a:lnTo>
                <a:lnTo>
                  <a:pt x="290092" y="34399"/>
                </a:lnTo>
                <a:lnTo>
                  <a:pt x="290259" y="34151"/>
                </a:lnTo>
                <a:lnTo>
                  <a:pt x="290436" y="33910"/>
                </a:lnTo>
                <a:lnTo>
                  <a:pt x="290621" y="33677"/>
                </a:lnTo>
                <a:lnTo>
                  <a:pt x="290814" y="33451"/>
                </a:lnTo>
                <a:lnTo>
                  <a:pt x="291017" y="33233"/>
                </a:lnTo>
                <a:lnTo>
                  <a:pt x="291226" y="33023"/>
                </a:lnTo>
                <a:lnTo>
                  <a:pt x="291443" y="32822"/>
                </a:lnTo>
                <a:lnTo>
                  <a:pt x="291666" y="32630"/>
                </a:lnTo>
                <a:lnTo>
                  <a:pt x="291896" y="32447"/>
                </a:lnTo>
                <a:lnTo>
                  <a:pt x="292133" y="32273"/>
                </a:lnTo>
                <a:lnTo>
                  <a:pt x="292376" y="32108"/>
                </a:lnTo>
                <a:lnTo>
                  <a:pt x="292626" y="31952"/>
                </a:lnTo>
                <a:lnTo>
                  <a:pt x="292883" y="31805"/>
                </a:lnTo>
                <a:lnTo>
                  <a:pt x="293146" y="31666"/>
                </a:lnTo>
                <a:lnTo>
                  <a:pt x="293416" y="31537"/>
                </a:lnTo>
                <a:lnTo>
                  <a:pt x="293693" y="31417"/>
                </a:lnTo>
                <a:lnTo>
                  <a:pt x="293977" y="31305"/>
                </a:lnTo>
                <a:lnTo>
                  <a:pt x="294267" y="31202"/>
                </a:lnTo>
                <a:lnTo>
                  <a:pt x="294564" y="31109"/>
                </a:lnTo>
                <a:lnTo>
                  <a:pt x="294868" y="31024"/>
                </a:lnTo>
                <a:lnTo>
                  <a:pt x="295178" y="30948"/>
                </a:lnTo>
                <a:lnTo>
                  <a:pt x="295495" y="30881"/>
                </a:lnTo>
                <a:lnTo>
                  <a:pt x="295819" y="30823"/>
                </a:lnTo>
                <a:lnTo>
                  <a:pt x="296149" y="30774"/>
                </a:lnTo>
                <a:lnTo>
                  <a:pt x="296486" y="30734"/>
                </a:lnTo>
                <a:lnTo>
                  <a:pt x="296830" y="30702"/>
                </a:lnTo>
                <a:lnTo>
                  <a:pt x="297180" y="30680"/>
                </a:lnTo>
                <a:lnTo>
                  <a:pt x="297538" y="30667"/>
                </a:lnTo>
                <a:lnTo>
                  <a:pt x="297902" y="30662"/>
                </a:lnTo>
                <a:lnTo>
                  <a:pt x="298265" y="30667"/>
                </a:lnTo>
                <a:lnTo>
                  <a:pt x="298622" y="30680"/>
                </a:lnTo>
                <a:lnTo>
                  <a:pt x="298972" y="30703"/>
                </a:lnTo>
                <a:lnTo>
                  <a:pt x="299316" y="30735"/>
                </a:lnTo>
                <a:lnTo>
                  <a:pt x="299652" y="30776"/>
                </a:lnTo>
                <a:lnTo>
                  <a:pt x="299982" y="30826"/>
                </a:lnTo>
                <a:lnTo>
                  <a:pt x="300304" y="30885"/>
                </a:lnTo>
                <a:lnTo>
                  <a:pt x="300620" y="30953"/>
                </a:lnTo>
                <a:lnTo>
                  <a:pt x="300929" y="31030"/>
                </a:lnTo>
                <a:lnTo>
                  <a:pt x="301231" y="31117"/>
                </a:lnTo>
                <a:lnTo>
                  <a:pt x="301526" y="31212"/>
                </a:lnTo>
                <a:lnTo>
                  <a:pt x="301815" y="31317"/>
                </a:lnTo>
                <a:lnTo>
                  <a:pt x="302096" y="31430"/>
                </a:lnTo>
                <a:lnTo>
                  <a:pt x="302371" y="31553"/>
                </a:lnTo>
                <a:lnTo>
                  <a:pt x="302639" y="31684"/>
                </a:lnTo>
                <a:lnTo>
                  <a:pt x="302900" y="31825"/>
                </a:lnTo>
                <a:lnTo>
                  <a:pt x="303154" y="31975"/>
                </a:lnTo>
                <a:lnTo>
                  <a:pt x="303401" y="32134"/>
                </a:lnTo>
                <a:lnTo>
                  <a:pt x="303641" y="32302"/>
                </a:lnTo>
                <a:lnTo>
                  <a:pt x="303875" y="32479"/>
                </a:lnTo>
                <a:lnTo>
                  <a:pt x="304101" y="32666"/>
                </a:lnTo>
                <a:lnTo>
                  <a:pt x="304321" y="32861"/>
                </a:lnTo>
                <a:lnTo>
                  <a:pt x="304534" y="33066"/>
                </a:lnTo>
                <a:lnTo>
                  <a:pt x="304740" y="33279"/>
                </a:lnTo>
                <a:lnTo>
                  <a:pt x="304939" y="33501"/>
                </a:lnTo>
                <a:lnTo>
                  <a:pt x="305129" y="33729"/>
                </a:lnTo>
                <a:lnTo>
                  <a:pt x="305311" y="33965"/>
                </a:lnTo>
                <a:lnTo>
                  <a:pt x="305484" y="34208"/>
                </a:lnTo>
                <a:lnTo>
                  <a:pt x="305649" y="34458"/>
                </a:lnTo>
                <a:lnTo>
                  <a:pt x="305805" y="34716"/>
                </a:lnTo>
                <a:lnTo>
                  <a:pt x="305953" y="34981"/>
                </a:lnTo>
                <a:lnTo>
                  <a:pt x="306092" y="35252"/>
                </a:lnTo>
                <a:lnTo>
                  <a:pt x="306223" y="35531"/>
                </a:lnTo>
                <a:lnTo>
                  <a:pt x="306346" y="35817"/>
                </a:lnTo>
                <a:lnTo>
                  <a:pt x="306460" y="36111"/>
                </a:lnTo>
                <a:lnTo>
                  <a:pt x="306565" y="36411"/>
                </a:lnTo>
                <a:lnTo>
                  <a:pt x="306662" y="36719"/>
                </a:lnTo>
                <a:lnTo>
                  <a:pt x="306751" y="37034"/>
                </a:lnTo>
                <a:lnTo>
                  <a:pt x="306831" y="37356"/>
                </a:lnTo>
                <a:lnTo>
                  <a:pt x="306903" y="37685"/>
                </a:lnTo>
                <a:lnTo>
                  <a:pt x="306967" y="38021"/>
                </a:lnTo>
                <a:lnTo>
                  <a:pt x="307021" y="38365"/>
                </a:lnTo>
                <a:lnTo>
                  <a:pt x="307068" y="38716"/>
                </a:lnTo>
                <a:lnTo>
                  <a:pt x="307106" y="39074"/>
                </a:lnTo>
                <a:lnTo>
                  <a:pt x="307135" y="39439"/>
                </a:lnTo>
                <a:lnTo>
                  <a:pt x="307157" y="39811"/>
                </a:lnTo>
                <a:lnTo>
                  <a:pt x="307169" y="40191"/>
                </a:lnTo>
                <a:lnTo>
                  <a:pt x="307173" y="40577"/>
                </a:lnTo>
                <a:lnTo>
                  <a:pt x="307173" y="53246"/>
                </a:lnTo>
                <a:lnTo>
                  <a:pt x="307169" y="53633"/>
                </a:lnTo>
                <a:lnTo>
                  <a:pt x="307157" y="54012"/>
                </a:lnTo>
                <a:lnTo>
                  <a:pt x="307135" y="54384"/>
                </a:lnTo>
                <a:lnTo>
                  <a:pt x="307106" y="54749"/>
                </a:lnTo>
                <a:lnTo>
                  <a:pt x="307068" y="55107"/>
                </a:lnTo>
                <a:lnTo>
                  <a:pt x="307021" y="55458"/>
                </a:lnTo>
                <a:lnTo>
                  <a:pt x="306967" y="55801"/>
                </a:lnTo>
                <a:lnTo>
                  <a:pt x="306903" y="56138"/>
                </a:lnTo>
                <a:lnTo>
                  <a:pt x="306831" y="56467"/>
                </a:lnTo>
                <a:lnTo>
                  <a:pt x="306751" y="56789"/>
                </a:lnTo>
                <a:lnTo>
                  <a:pt x="306662" y="57104"/>
                </a:lnTo>
                <a:lnTo>
                  <a:pt x="306565" y="57411"/>
                </a:lnTo>
                <a:lnTo>
                  <a:pt x="306460" y="57712"/>
                </a:lnTo>
                <a:lnTo>
                  <a:pt x="306346" y="58005"/>
                </a:lnTo>
                <a:lnTo>
                  <a:pt x="306223" y="58292"/>
                </a:lnTo>
                <a:lnTo>
                  <a:pt x="306092" y="58571"/>
                </a:lnTo>
                <a:lnTo>
                  <a:pt x="305953" y="58842"/>
                </a:lnTo>
                <a:lnTo>
                  <a:pt x="305805" y="59107"/>
                </a:lnTo>
                <a:lnTo>
                  <a:pt x="305649" y="59364"/>
                </a:lnTo>
                <a:lnTo>
                  <a:pt x="305484" y="59615"/>
                </a:lnTo>
                <a:lnTo>
                  <a:pt x="305311" y="59858"/>
                </a:lnTo>
                <a:lnTo>
                  <a:pt x="305129" y="60094"/>
                </a:lnTo>
                <a:lnTo>
                  <a:pt x="304939" y="60323"/>
                </a:lnTo>
                <a:lnTo>
                  <a:pt x="304740" y="60544"/>
                </a:lnTo>
                <a:lnTo>
                  <a:pt x="304534" y="60758"/>
                </a:lnTo>
                <a:lnTo>
                  <a:pt x="304321" y="60962"/>
                </a:lnTo>
                <a:lnTo>
                  <a:pt x="304101" y="61157"/>
                </a:lnTo>
                <a:lnTo>
                  <a:pt x="303875" y="61344"/>
                </a:lnTo>
                <a:lnTo>
                  <a:pt x="303641" y="61521"/>
                </a:lnTo>
                <a:lnTo>
                  <a:pt x="303401" y="61689"/>
                </a:lnTo>
                <a:lnTo>
                  <a:pt x="303154" y="61848"/>
                </a:lnTo>
                <a:lnTo>
                  <a:pt x="302900" y="61997"/>
                </a:lnTo>
                <a:lnTo>
                  <a:pt x="302639" y="62138"/>
                </a:lnTo>
                <a:lnTo>
                  <a:pt x="302371" y="62270"/>
                </a:lnTo>
                <a:lnTo>
                  <a:pt x="302096" y="62392"/>
                </a:lnTo>
                <a:lnTo>
                  <a:pt x="301815" y="62506"/>
                </a:lnTo>
                <a:lnTo>
                  <a:pt x="301526" y="62610"/>
                </a:lnTo>
                <a:lnTo>
                  <a:pt x="301231" y="62706"/>
                </a:lnTo>
                <a:lnTo>
                  <a:pt x="300929" y="62792"/>
                </a:lnTo>
                <a:lnTo>
                  <a:pt x="300620" y="62869"/>
                </a:lnTo>
                <a:lnTo>
                  <a:pt x="300304" y="62937"/>
                </a:lnTo>
                <a:lnTo>
                  <a:pt x="299982" y="62996"/>
                </a:lnTo>
                <a:lnTo>
                  <a:pt x="299652" y="63046"/>
                </a:lnTo>
                <a:lnTo>
                  <a:pt x="299316" y="63087"/>
                </a:lnTo>
                <a:lnTo>
                  <a:pt x="298972" y="63119"/>
                </a:lnTo>
                <a:lnTo>
                  <a:pt x="298622" y="63142"/>
                </a:lnTo>
                <a:lnTo>
                  <a:pt x="298265" y="63155"/>
                </a:lnTo>
                <a:lnTo>
                  <a:pt x="297902" y="63160"/>
                </a:lnTo>
                <a:lnTo>
                  <a:pt x="297538" y="63155"/>
                </a:lnTo>
                <a:lnTo>
                  <a:pt x="297180" y="63142"/>
                </a:lnTo>
                <a:lnTo>
                  <a:pt x="296830" y="63120"/>
                </a:lnTo>
                <a:lnTo>
                  <a:pt x="296486" y="63088"/>
                </a:lnTo>
                <a:close/>
                <a:moveTo>
                  <a:pt x="138518" y="61750"/>
                </a:moveTo>
                <a:lnTo>
                  <a:pt x="138168" y="61708"/>
                </a:lnTo>
                <a:lnTo>
                  <a:pt x="137835" y="61650"/>
                </a:lnTo>
                <a:lnTo>
                  <a:pt x="137518" y="61576"/>
                </a:lnTo>
                <a:lnTo>
                  <a:pt x="137217" y="61484"/>
                </a:lnTo>
                <a:lnTo>
                  <a:pt x="136933" y="61377"/>
                </a:lnTo>
                <a:lnTo>
                  <a:pt x="136664" y="61252"/>
                </a:lnTo>
                <a:lnTo>
                  <a:pt x="136412" y="61112"/>
                </a:lnTo>
                <a:lnTo>
                  <a:pt x="136176" y="60954"/>
                </a:lnTo>
                <a:lnTo>
                  <a:pt x="135957" y="60780"/>
                </a:lnTo>
                <a:lnTo>
                  <a:pt x="135754" y="60590"/>
                </a:lnTo>
                <a:lnTo>
                  <a:pt x="135567" y="60382"/>
                </a:lnTo>
                <a:lnTo>
                  <a:pt x="135396" y="60159"/>
                </a:lnTo>
                <a:lnTo>
                  <a:pt x="135242" y="59918"/>
                </a:lnTo>
                <a:lnTo>
                  <a:pt x="135103" y="59662"/>
                </a:lnTo>
                <a:lnTo>
                  <a:pt x="134981" y="59388"/>
                </a:lnTo>
                <a:lnTo>
                  <a:pt x="134876" y="59098"/>
                </a:lnTo>
                <a:lnTo>
                  <a:pt x="134786" y="58792"/>
                </a:lnTo>
                <a:lnTo>
                  <a:pt x="134713" y="58468"/>
                </a:lnTo>
                <a:lnTo>
                  <a:pt x="134656" y="58129"/>
                </a:lnTo>
                <a:lnTo>
                  <a:pt x="134615" y="57772"/>
                </a:lnTo>
                <a:lnTo>
                  <a:pt x="134591" y="57400"/>
                </a:lnTo>
                <a:lnTo>
                  <a:pt x="134583" y="57010"/>
                </a:lnTo>
                <a:lnTo>
                  <a:pt x="134583" y="32039"/>
                </a:lnTo>
                <a:lnTo>
                  <a:pt x="153955" y="32039"/>
                </a:lnTo>
                <a:lnTo>
                  <a:pt x="153955" y="21665"/>
                </a:lnTo>
                <a:lnTo>
                  <a:pt x="134583" y="21665"/>
                </a:lnTo>
                <a:lnTo>
                  <a:pt x="134583" y="7435"/>
                </a:lnTo>
                <a:lnTo>
                  <a:pt x="123016" y="7435"/>
                </a:lnTo>
                <a:lnTo>
                  <a:pt x="123016" y="21665"/>
                </a:lnTo>
                <a:lnTo>
                  <a:pt x="109338" y="21665"/>
                </a:lnTo>
                <a:lnTo>
                  <a:pt x="109338" y="32039"/>
                </a:lnTo>
                <a:lnTo>
                  <a:pt x="123016" y="32039"/>
                </a:lnTo>
                <a:lnTo>
                  <a:pt x="123016" y="57010"/>
                </a:lnTo>
                <a:lnTo>
                  <a:pt x="123024" y="57594"/>
                </a:lnTo>
                <a:lnTo>
                  <a:pt x="123045" y="58167"/>
                </a:lnTo>
                <a:lnTo>
                  <a:pt x="123080" y="58730"/>
                </a:lnTo>
                <a:lnTo>
                  <a:pt x="123130" y="59282"/>
                </a:lnTo>
                <a:lnTo>
                  <a:pt x="123194" y="59824"/>
                </a:lnTo>
                <a:lnTo>
                  <a:pt x="123272" y="60355"/>
                </a:lnTo>
                <a:lnTo>
                  <a:pt x="123364" y="60876"/>
                </a:lnTo>
                <a:lnTo>
                  <a:pt x="123470" y="61386"/>
                </a:lnTo>
                <a:lnTo>
                  <a:pt x="123591" y="61886"/>
                </a:lnTo>
                <a:lnTo>
                  <a:pt x="123726" y="62375"/>
                </a:lnTo>
                <a:lnTo>
                  <a:pt x="123875" y="62853"/>
                </a:lnTo>
                <a:lnTo>
                  <a:pt x="124038" y="63322"/>
                </a:lnTo>
                <a:lnTo>
                  <a:pt x="124215" y="63779"/>
                </a:lnTo>
                <a:lnTo>
                  <a:pt x="124406" y="64226"/>
                </a:lnTo>
                <a:lnTo>
                  <a:pt x="124612" y="64663"/>
                </a:lnTo>
                <a:lnTo>
                  <a:pt x="124832" y="65089"/>
                </a:lnTo>
                <a:lnTo>
                  <a:pt x="125066" y="65504"/>
                </a:lnTo>
                <a:lnTo>
                  <a:pt x="125314" y="65909"/>
                </a:lnTo>
                <a:lnTo>
                  <a:pt x="125577" y="66304"/>
                </a:lnTo>
                <a:lnTo>
                  <a:pt x="125853" y="66688"/>
                </a:lnTo>
                <a:lnTo>
                  <a:pt x="126144" y="67061"/>
                </a:lnTo>
                <a:lnTo>
                  <a:pt x="126449" y="67424"/>
                </a:lnTo>
                <a:lnTo>
                  <a:pt x="126768" y="67777"/>
                </a:lnTo>
                <a:lnTo>
                  <a:pt x="127101" y="68119"/>
                </a:lnTo>
                <a:lnTo>
                  <a:pt x="127447" y="68448"/>
                </a:lnTo>
                <a:lnTo>
                  <a:pt x="127804" y="68764"/>
                </a:lnTo>
                <a:lnTo>
                  <a:pt x="128172" y="69065"/>
                </a:lnTo>
                <a:lnTo>
                  <a:pt x="128551" y="69353"/>
                </a:lnTo>
                <a:lnTo>
                  <a:pt x="128941" y="69626"/>
                </a:lnTo>
                <a:lnTo>
                  <a:pt x="129342" y="69885"/>
                </a:lnTo>
                <a:lnTo>
                  <a:pt x="129754" y="70131"/>
                </a:lnTo>
                <a:lnTo>
                  <a:pt x="130177" y="70362"/>
                </a:lnTo>
                <a:lnTo>
                  <a:pt x="130611" y="70580"/>
                </a:lnTo>
                <a:lnTo>
                  <a:pt x="131056" y="70783"/>
                </a:lnTo>
                <a:lnTo>
                  <a:pt x="131512" y="70972"/>
                </a:lnTo>
                <a:lnTo>
                  <a:pt x="131979" y="71147"/>
                </a:lnTo>
                <a:lnTo>
                  <a:pt x="132457" y="71309"/>
                </a:lnTo>
                <a:lnTo>
                  <a:pt x="132946" y="71456"/>
                </a:lnTo>
                <a:lnTo>
                  <a:pt x="133446" y="71589"/>
                </a:lnTo>
                <a:lnTo>
                  <a:pt x="133956" y="71708"/>
                </a:lnTo>
                <a:lnTo>
                  <a:pt x="134478" y="71814"/>
                </a:lnTo>
                <a:lnTo>
                  <a:pt x="135011" y="71905"/>
                </a:lnTo>
                <a:lnTo>
                  <a:pt x="135555" y="71982"/>
                </a:lnTo>
                <a:lnTo>
                  <a:pt x="136110" y="72045"/>
                </a:lnTo>
                <a:lnTo>
                  <a:pt x="136676" y="72094"/>
                </a:lnTo>
                <a:lnTo>
                  <a:pt x="137253" y="72129"/>
                </a:lnTo>
                <a:lnTo>
                  <a:pt x="137841" y="72150"/>
                </a:lnTo>
                <a:lnTo>
                  <a:pt x="138439" y="72157"/>
                </a:lnTo>
                <a:lnTo>
                  <a:pt x="153036" y="72157"/>
                </a:lnTo>
                <a:lnTo>
                  <a:pt x="153036" y="61783"/>
                </a:lnTo>
                <a:lnTo>
                  <a:pt x="139266" y="61783"/>
                </a:lnTo>
                <a:lnTo>
                  <a:pt x="138884" y="61774"/>
                </a:lnTo>
                <a:lnTo>
                  <a:pt x="138518" y="61750"/>
                </a:lnTo>
                <a:close/>
                <a:moveTo>
                  <a:pt x="0" y="72157"/>
                </a:moveTo>
                <a:lnTo>
                  <a:pt x="10098" y="72157"/>
                </a:lnTo>
                <a:lnTo>
                  <a:pt x="10098" y="34150"/>
                </a:lnTo>
                <a:lnTo>
                  <a:pt x="10100" y="33938"/>
                </a:lnTo>
                <a:lnTo>
                  <a:pt x="10106" y="33730"/>
                </a:lnTo>
                <a:lnTo>
                  <a:pt x="10115" y="33526"/>
                </a:lnTo>
                <a:lnTo>
                  <a:pt x="10128" y="33327"/>
                </a:lnTo>
                <a:lnTo>
                  <a:pt x="10144" y="33131"/>
                </a:lnTo>
                <a:lnTo>
                  <a:pt x="10164" y="32940"/>
                </a:lnTo>
                <a:lnTo>
                  <a:pt x="10188" y="32752"/>
                </a:lnTo>
                <a:lnTo>
                  <a:pt x="10216" y="32569"/>
                </a:lnTo>
                <a:lnTo>
                  <a:pt x="10247" y="32390"/>
                </a:lnTo>
                <a:lnTo>
                  <a:pt x="10282" y="32215"/>
                </a:lnTo>
                <a:lnTo>
                  <a:pt x="10320" y="32045"/>
                </a:lnTo>
                <a:lnTo>
                  <a:pt x="10362" y="31878"/>
                </a:lnTo>
                <a:lnTo>
                  <a:pt x="10408" y="31716"/>
                </a:lnTo>
                <a:lnTo>
                  <a:pt x="10457" y="31558"/>
                </a:lnTo>
                <a:lnTo>
                  <a:pt x="10510" y="31403"/>
                </a:lnTo>
                <a:lnTo>
                  <a:pt x="10567" y="31253"/>
                </a:lnTo>
                <a:lnTo>
                  <a:pt x="10628" y="31108"/>
                </a:lnTo>
                <a:lnTo>
                  <a:pt x="10692" y="30966"/>
                </a:lnTo>
                <a:lnTo>
                  <a:pt x="10760" y="30828"/>
                </a:lnTo>
                <a:lnTo>
                  <a:pt x="10831" y="30695"/>
                </a:lnTo>
                <a:lnTo>
                  <a:pt x="10906" y="30566"/>
                </a:lnTo>
                <a:lnTo>
                  <a:pt x="10985" y="30441"/>
                </a:lnTo>
                <a:lnTo>
                  <a:pt x="11067" y="30320"/>
                </a:lnTo>
                <a:lnTo>
                  <a:pt x="11153" y="30203"/>
                </a:lnTo>
                <a:lnTo>
                  <a:pt x="11243" y="30091"/>
                </a:lnTo>
                <a:lnTo>
                  <a:pt x="11337" y="29983"/>
                </a:lnTo>
                <a:lnTo>
                  <a:pt x="11434" y="29880"/>
                </a:lnTo>
                <a:lnTo>
                  <a:pt x="11535" y="29782"/>
                </a:lnTo>
                <a:lnTo>
                  <a:pt x="11639" y="29689"/>
                </a:lnTo>
                <a:lnTo>
                  <a:pt x="11747" y="29600"/>
                </a:lnTo>
                <a:lnTo>
                  <a:pt x="11859" y="29517"/>
                </a:lnTo>
                <a:lnTo>
                  <a:pt x="11975" y="29438"/>
                </a:lnTo>
                <a:lnTo>
                  <a:pt x="12094" y="29364"/>
                </a:lnTo>
                <a:lnTo>
                  <a:pt x="12217" y="29294"/>
                </a:lnTo>
                <a:lnTo>
                  <a:pt x="12343" y="29230"/>
                </a:lnTo>
                <a:lnTo>
                  <a:pt x="12473" y="29170"/>
                </a:lnTo>
                <a:lnTo>
                  <a:pt x="12607" y="29115"/>
                </a:lnTo>
                <a:lnTo>
                  <a:pt x="12744" y="29065"/>
                </a:lnTo>
                <a:lnTo>
                  <a:pt x="12886" y="29020"/>
                </a:lnTo>
                <a:lnTo>
                  <a:pt x="13030" y="28979"/>
                </a:lnTo>
                <a:lnTo>
                  <a:pt x="13179" y="28943"/>
                </a:lnTo>
                <a:lnTo>
                  <a:pt x="13331" y="28912"/>
                </a:lnTo>
                <a:lnTo>
                  <a:pt x="13487" y="28886"/>
                </a:lnTo>
                <a:lnTo>
                  <a:pt x="13646" y="28864"/>
                </a:lnTo>
                <a:lnTo>
                  <a:pt x="13809" y="28847"/>
                </a:lnTo>
                <a:lnTo>
                  <a:pt x="13976" y="28835"/>
                </a:lnTo>
                <a:lnTo>
                  <a:pt x="14146" y="28828"/>
                </a:lnTo>
                <a:lnTo>
                  <a:pt x="14320" y="28826"/>
                </a:lnTo>
                <a:lnTo>
                  <a:pt x="14495" y="28828"/>
                </a:lnTo>
                <a:lnTo>
                  <a:pt x="14666" y="28835"/>
                </a:lnTo>
                <a:lnTo>
                  <a:pt x="14833" y="28847"/>
                </a:lnTo>
                <a:lnTo>
                  <a:pt x="14997" y="28864"/>
                </a:lnTo>
                <a:lnTo>
                  <a:pt x="15157" y="28886"/>
                </a:lnTo>
                <a:lnTo>
                  <a:pt x="15313" y="28912"/>
                </a:lnTo>
                <a:lnTo>
                  <a:pt x="15467" y="28943"/>
                </a:lnTo>
                <a:lnTo>
                  <a:pt x="15616" y="28979"/>
                </a:lnTo>
                <a:lnTo>
                  <a:pt x="15763" y="29020"/>
                </a:lnTo>
                <a:lnTo>
                  <a:pt x="15905" y="29065"/>
                </a:lnTo>
                <a:lnTo>
                  <a:pt x="16044" y="29115"/>
                </a:lnTo>
                <a:lnTo>
                  <a:pt x="16180" y="29170"/>
                </a:lnTo>
                <a:lnTo>
                  <a:pt x="16312" y="29230"/>
                </a:lnTo>
                <a:lnTo>
                  <a:pt x="16441" y="29294"/>
                </a:lnTo>
                <a:lnTo>
                  <a:pt x="16566" y="29364"/>
                </a:lnTo>
                <a:lnTo>
                  <a:pt x="16688" y="29438"/>
                </a:lnTo>
                <a:lnTo>
                  <a:pt x="16806" y="29517"/>
                </a:lnTo>
                <a:lnTo>
                  <a:pt x="16920" y="29600"/>
                </a:lnTo>
                <a:lnTo>
                  <a:pt x="17031" y="29689"/>
                </a:lnTo>
                <a:lnTo>
                  <a:pt x="17139" y="29782"/>
                </a:lnTo>
                <a:lnTo>
                  <a:pt x="17243" y="29880"/>
                </a:lnTo>
                <a:lnTo>
                  <a:pt x="17343" y="29983"/>
                </a:lnTo>
                <a:lnTo>
                  <a:pt x="17440" y="30091"/>
                </a:lnTo>
                <a:lnTo>
                  <a:pt x="17534" y="30203"/>
                </a:lnTo>
                <a:lnTo>
                  <a:pt x="17624" y="30320"/>
                </a:lnTo>
                <a:lnTo>
                  <a:pt x="17710" y="30441"/>
                </a:lnTo>
                <a:lnTo>
                  <a:pt x="17792" y="30566"/>
                </a:lnTo>
                <a:lnTo>
                  <a:pt x="17871" y="30695"/>
                </a:lnTo>
                <a:lnTo>
                  <a:pt x="17945" y="30828"/>
                </a:lnTo>
                <a:lnTo>
                  <a:pt x="18016" y="30966"/>
                </a:lnTo>
                <a:lnTo>
                  <a:pt x="18083" y="31108"/>
                </a:lnTo>
                <a:lnTo>
                  <a:pt x="18146" y="31253"/>
                </a:lnTo>
                <a:lnTo>
                  <a:pt x="18206" y="31403"/>
                </a:lnTo>
                <a:lnTo>
                  <a:pt x="18261" y="31558"/>
                </a:lnTo>
                <a:lnTo>
                  <a:pt x="18313" y="31716"/>
                </a:lnTo>
                <a:lnTo>
                  <a:pt x="18361" y="31878"/>
                </a:lnTo>
                <a:lnTo>
                  <a:pt x="18405" y="32045"/>
                </a:lnTo>
                <a:lnTo>
                  <a:pt x="18445" y="32215"/>
                </a:lnTo>
                <a:lnTo>
                  <a:pt x="18481" y="32390"/>
                </a:lnTo>
                <a:lnTo>
                  <a:pt x="18514" y="32569"/>
                </a:lnTo>
                <a:lnTo>
                  <a:pt x="18543" y="32752"/>
                </a:lnTo>
                <a:lnTo>
                  <a:pt x="18567" y="32940"/>
                </a:lnTo>
                <a:lnTo>
                  <a:pt x="18589" y="33131"/>
                </a:lnTo>
                <a:lnTo>
                  <a:pt x="18606" y="33327"/>
                </a:lnTo>
                <a:lnTo>
                  <a:pt x="18619" y="33526"/>
                </a:lnTo>
                <a:lnTo>
                  <a:pt x="18629" y="33730"/>
                </a:lnTo>
                <a:lnTo>
                  <a:pt x="18634" y="33938"/>
                </a:lnTo>
                <a:lnTo>
                  <a:pt x="18636" y="34150"/>
                </a:lnTo>
                <a:lnTo>
                  <a:pt x="18636" y="72157"/>
                </a:lnTo>
                <a:lnTo>
                  <a:pt x="26898" y="72157"/>
                </a:lnTo>
                <a:lnTo>
                  <a:pt x="26898" y="34150"/>
                </a:lnTo>
                <a:lnTo>
                  <a:pt x="26900" y="33938"/>
                </a:lnTo>
                <a:lnTo>
                  <a:pt x="26906" y="33730"/>
                </a:lnTo>
                <a:lnTo>
                  <a:pt x="26916" y="33526"/>
                </a:lnTo>
                <a:lnTo>
                  <a:pt x="26930" y="33327"/>
                </a:lnTo>
                <a:lnTo>
                  <a:pt x="26948" y="33131"/>
                </a:lnTo>
                <a:lnTo>
                  <a:pt x="26970" y="32940"/>
                </a:lnTo>
                <a:lnTo>
                  <a:pt x="26996" y="32752"/>
                </a:lnTo>
                <a:lnTo>
                  <a:pt x="27026" y="32569"/>
                </a:lnTo>
                <a:lnTo>
                  <a:pt x="27060" y="32390"/>
                </a:lnTo>
                <a:lnTo>
                  <a:pt x="27098" y="32215"/>
                </a:lnTo>
                <a:lnTo>
                  <a:pt x="27139" y="32045"/>
                </a:lnTo>
                <a:lnTo>
                  <a:pt x="27185" y="31878"/>
                </a:lnTo>
                <a:lnTo>
                  <a:pt x="27235" y="31716"/>
                </a:lnTo>
                <a:lnTo>
                  <a:pt x="27289" y="31558"/>
                </a:lnTo>
                <a:lnTo>
                  <a:pt x="27347" y="31403"/>
                </a:lnTo>
                <a:lnTo>
                  <a:pt x="27408" y="31253"/>
                </a:lnTo>
                <a:lnTo>
                  <a:pt x="27474" y="31108"/>
                </a:lnTo>
                <a:lnTo>
                  <a:pt x="27544" y="30966"/>
                </a:lnTo>
                <a:lnTo>
                  <a:pt x="27617" y="30828"/>
                </a:lnTo>
                <a:lnTo>
                  <a:pt x="27695" y="30695"/>
                </a:lnTo>
                <a:lnTo>
                  <a:pt x="27777" y="30566"/>
                </a:lnTo>
                <a:lnTo>
                  <a:pt x="27862" y="30441"/>
                </a:lnTo>
                <a:lnTo>
                  <a:pt x="27952" y="30320"/>
                </a:lnTo>
                <a:lnTo>
                  <a:pt x="28046" y="30203"/>
                </a:lnTo>
                <a:lnTo>
                  <a:pt x="28143" y="30091"/>
                </a:lnTo>
                <a:lnTo>
                  <a:pt x="28243" y="29983"/>
                </a:lnTo>
                <a:lnTo>
                  <a:pt x="28346" y="29880"/>
                </a:lnTo>
                <a:lnTo>
                  <a:pt x="28452" y="29782"/>
                </a:lnTo>
                <a:lnTo>
                  <a:pt x="28562" y="29689"/>
                </a:lnTo>
                <a:lnTo>
                  <a:pt x="28674" y="29600"/>
                </a:lnTo>
                <a:lnTo>
                  <a:pt x="28789" y="29517"/>
                </a:lnTo>
                <a:lnTo>
                  <a:pt x="28907" y="29438"/>
                </a:lnTo>
                <a:lnTo>
                  <a:pt x="29029" y="29364"/>
                </a:lnTo>
                <a:lnTo>
                  <a:pt x="29153" y="29294"/>
                </a:lnTo>
                <a:lnTo>
                  <a:pt x="29281" y="29230"/>
                </a:lnTo>
                <a:lnTo>
                  <a:pt x="29411" y="29170"/>
                </a:lnTo>
                <a:lnTo>
                  <a:pt x="29545" y="29115"/>
                </a:lnTo>
                <a:lnTo>
                  <a:pt x="29681" y="29065"/>
                </a:lnTo>
                <a:lnTo>
                  <a:pt x="29821" y="29020"/>
                </a:lnTo>
                <a:lnTo>
                  <a:pt x="29963" y="28979"/>
                </a:lnTo>
                <a:lnTo>
                  <a:pt x="30109" y="28943"/>
                </a:lnTo>
                <a:lnTo>
                  <a:pt x="30257" y="28912"/>
                </a:lnTo>
                <a:lnTo>
                  <a:pt x="30409" y="28886"/>
                </a:lnTo>
                <a:lnTo>
                  <a:pt x="30564" y="28864"/>
                </a:lnTo>
                <a:lnTo>
                  <a:pt x="30721" y="28847"/>
                </a:lnTo>
                <a:lnTo>
                  <a:pt x="30882" y="28835"/>
                </a:lnTo>
                <a:lnTo>
                  <a:pt x="31046" y="28828"/>
                </a:lnTo>
                <a:lnTo>
                  <a:pt x="31213" y="28826"/>
                </a:lnTo>
                <a:lnTo>
                  <a:pt x="31387" y="28828"/>
                </a:lnTo>
                <a:lnTo>
                  <a:pt x="31558" y="28836"/>
                </a:lnTo>
                <a:lnTo>
                  <a:pt x="31725" y="28848"/>
                </a:lnTo>
                <a:lnTo>
                  <a:pt x="31888" y="28865"/>
                </a:lnTo>
                <a:lnTo>
                  <a:pt x="32049" y="28888"/>
                </a:lnTo>
                <a:lnTo>
                  <a:pt x="32205" y="28915"/>
                </a:lnTo>
                <a:lnTo>
                  <a:pt x="32358" y="28947"/>
                </a:lnTo>
                <a:lnTo>
                  <a:pt x="32508" y="28984"/>
                </a:lnTo>
                <a:lnTo>
                  <a:pt x="32654" y="29026"/>
                </a:lnTo>
                <a:lnTo>
                  <a:pt x="32797" y="29073"/>
                </a:lnTo>
                <a:lnTo>
                  <a:pt x="32936" y="29125"/>
                </a:lnTo>
                <a:lnTo>
                  <a:pt x="33071" y="29182"/>
                </a:lnTo>
                <a:lnTo>
                  <a:pt x="33203" y="29243"/>
                </a:lnTo>
                <a:lnTo>
                  <a:pt x="33332" y="29310"/>
                </a:lnTo>
                <a:lnTo>
                  <a:pt x="33457" y="29382"/>
                </a:lnTo>
                <a:lnTo>
                  <a:pt x="33579" y="29458"/>
                </a:lnTo>
                <a:lnTo>
                  <a:pt x="33697" y="29540"/>
                </a:lnTo>
                <a:lnTo>
                  <a:pt x="33811" y="29626"/>
                </a:lnTo>
                <a:lnTo>
                  <a:pt x="33922" y="29718"/>
                </a:lnTo>
                <a:lnTo>
                  <a:pt x="34030" y="29814"/>
                </a:lnTo>
                <a:lnTo>
                  <a:pt x="34134" y="29916"/>
                </a:lnTo>
                <a:lnTo>
                  <a:pt x="34234" y="30022"/>
                </a:lnTo>
                <a:lnTo>
                  <a:pt x="34331" y="30133"/>
                </a:lnTo>
                <a:lnTo>
                  <a:pt x="34425" y="30249"/>
                </a:lnTo>
                <a:lnTo>
                  <a:pt x="34515" y="30370"/>
                </a:lnTo>
                <a:lnTo>
                  <a:pt x="34601" y="30494"/>
                </a:lnTo>
                <a:lnTo>
                  <a:pt x="34683" y="30621"/>
                </a:lnTo>
                <a:lnTo>
                  <a:pt x="34762" y="30753"/>
                </a:lnTo>
                <a:lnTo>
                  <a:pt x="34836" y="30888"/>
                </a:lnTo>
                <a:lnTo>
                  <a:pt x="34907" y="31027"/>
                </a:lnTo>
                <a:lnTo>
                  <a:pt x="34974" y="31169"/>
                </a:lnTo>
                <a:lnTo>
                  <a:pt x="35037" y="31315"/>
                </a:lnTo>
                <a:lnTo>
                  <a:pt x="35097" y="31465"/>
                </a:lnTo>
                <a:lnTo>
                  <a:pt x="35152" y="31618"/>
                </a:lnTo>
                <a:lnTo>
                  <a:pt x="35204" y="31775"/>
                </a:lnTo>
                <a:lnTo>
                  <a:pt x="35252" y="31936"/>
                </a:lnTo>
                <a:lnTo>
                  <a:pt x="35296" y="32100"/>
                </a:lnTo>
                <a:lnTo>
                  <a:pt x="35336" y="32268"/>
                </a:lnTo>
                <a:lnTo>
                  <a:pt x="35372" y="32440"/>
                </a:lnTo>
                <a:lnTo>
                  <a:pt x="35405" y="32616"/>
                </a:lnTo>
                <a:lnTo>
                  <a:pt x="35434" y="32795"/>
                </a:lnTo>
                <a:lnTo>
                  <a:pt x="35458" y="32977"/>
                </a:lnTo>
                <a:lnTo>
                  <a:pt x="35479" y="33164"/>
                </a:lnTo>
                <a:lnTo>
                  <a:pt x="35497" y="33354"/>
                </a:lnTo>
                <a:lnTo>
                  <a:pt x="35510" y="33547"/>
                </a:lnTo>
                <a:lnTo>
                  <a:pt x="35520" y="33745"/>
                </a:lnTo>
                <a:lnTo>
                  <a:pt x="35525" y="33946"/>
                </a:lnTo>
                <a:lnTo>
                  <a:pt x="35527" y="34150"/>
                </a:lnTo>
                <a:lnTo>
                  <a:pt x="35527" y="72157"/>
                </a:lnTo>
                <a:lnTo>
                  <a:pt x="45626" y="72157"/>
                </a:lnTo>
                <a:lnTo>
                  <a:pt x="45626" y="33691"/>
                </a:lnTo>
                <a:lnTo>
                  <a:pt x="45621" y="33198"/>
                </a:lnTo>
                <a:lnTo>
                  <a:pt x="45607" y="32714"/>
                </a:lnTo>
                <a:lnTo>
                  <a:pt x="45583" y="32238"/>
                </a:lnTo>
                <a:lnTo>
                  <a:pt x="45549" y="31771"/>
                </a:lnTo>
                <a:lnTo>
                  <a:pt x="45506" y="31313"/>
                </a:lnTo>
                <a:lnTo>
                  <a:pt x="45454" y="30863"/>
                </a:lnTo>
                <a:lnTo>
                  <a:pt x="45391" y="30421"/>
                </a:lnTo>
                <a:lnTo>
                  <a:pt x="45320" y="29989"/>
                </a:lnTo>
                <a:lnTo>
                  <a:pt x="45238" y="29565"/>
                </a:lnTo>
                <a:lnTo>
                  <a:pt x="45148" y="29149"/>
                </a:lnTo>
                <a:lnTo>
                  <a:pt x="45047" y="28743"/>
                </a:lnTo>
                <a:lnTo>
                  <a:pt x="44937" y="28344"/>
                </a:lnTo>
                <a:lnTo>
                  <a:pt x="44818" y="27955"/>
                </a:lnTo>
                <a:lnTo>
                  <a:pt x="44689" y="27574"/>
                </a:lnTo>
                <a:lnTo>
                  <a:pt x="44550" y="27201"/>
                </a:lnTo>
                <a:lnTo>
                  <a:pt x="44402" y="26837"/>
                </a:lnTo>
                <a:lnTo>
                  <a:pt x="44244" y="26482"/>
                </a:lnTo>
                <a:lnTo>
                  <a:pt x="44077" y="26136"/>
                </a:lnTo>
                <a:lnTo>
                  <a:pt x="43900" y="25798"/>
                </a:lnTo>
                <a:lnTo>
                  <a:pt x="43713" y="25468"/>
                </a:lnTo>
                <a:lnTo>
                  <a:pt x="43517" y="25148"/>
                </a:lnTo>
                <a:lnTo>
                  <a:pt x="43312" y="24835"/>
                </a:lnTo>
                <a:lnTo>
                  <a:pt x="43097" y="24532"/>
                </a:lnTo>
                <a:lnTo>
                  <a:pt x="42872" y="24237"/>
                </a:lnTo>
                <a:lnTo>
                  <a:pt x="42639" y="23952"/>
                </a:lnTo>
                <a:lnTo>
                  <a:pt x="42399" y="23679"/>
                </a:lnTo>
                <a:lnTo>
                  <a:pt x="42153" y="23419"/>
                </a:lnTo>
                <a:lnTo>
                  <a:pt x="41900" y="23171"/>
                </a:lnTo>
                <a:lnTo>
                  <a:pt x="41641" y="22934"/>
                </a:lnTo>
                <a:lnTo>
                  <a:pt x="41374" y="22710"/>
                </a:lnTo>
                <a:lnTo>
                  <a:pt x="41101" y="22498"/>
                </a:lnTo>
                <a:lnTo>
                  <a:pt x="40822" y="22298"/>
                </a:lnTo>
                <a:lnTo>
                  <a:pt x="40535" y="22110"/>
                </a:lnTo>
                <a:lnTo>
                  <a:pt x="40242" y="21935"/>
                </a:lnTo>
                <a:lnTo>
                  <a:pt x="39942" y="21771"/>
                </a:lnTo>
                <a:lnTo>
                  <a:pt x="39636" y="21620"/>
                </a:lnTo>
                <a:lnTo>
                  <a:pt x="39323" y="21480"/>
                </a:lnTo>
                <a:lnTo>
                  <a:pt x="39003" y="21353"/>
                </a:lnTo>
                <a:lnTo>
                  <a:pt x="38676" y="21238"/>
                </a:lnTo>
                <a:lnTo>
                  <a:pt x="38343" y="21135"/>
                </a:lnTo>
                <a:lnTo>
                  <a:pt x="38003" y="21044"/>
                </a:lnTo>
                <a:lnTo>
                  <a:pt x="37657" y="20965"/>
                </a:lnTo>
                <a:lnTo>
                  <a:pt x="37303" y="20899"/>
                </a:lnTo>
                <a:lnTo>
                  <a:pt x="36943" y="20844"/>
                </a:lnTo>
                <a:lnTo>
                  <a:pt x="36577" y="20802"/>
                </a:lnTo>
                <a:lnTo>
                  <a:pt x="36203" y="20772"/>
                </a:lnTo>
                <a:lnTo>
                  <a:pt x="35823" y="20753"/>
                </a:lnTo>
                <a:lnTo>
                  <a:pt x="35436" y="20747"/>
                </a:lnTo>
                <a:lnTo>
                  <a:pt x="35110" y="20752"/>
                </a:lnTo>
                <a:lnTo>
                  <a:pt x="34789" y="20765"/>
                </a:lnTo>
                <a:lnTo>
                  <a:pt x="34474" y="20788"/>
                </a:lnTo>
                <a:lnTo>
                  <a:pt x="34164" y="20819"/>
                </a:lnTo>
                <a:lnTo>
                  <a:pt x="33859" y="20859"/>
                </a:lnTo>
                <a:lnTo>
                  <a:pt x="33560" y="20908"/>
                </a:lnTo>
                <a:lnTo>
                  <a:pt x="33266" y="20966"/>
                </a:lnTo>
                <a:lnTo>
                  <a:pt x="32978" y="21033"/>
                </a:lnTo>
                <a:lnTo>
                  <a:pt x="32695" y="21109"/>
                </a:lnTo>
                <a:lnTo>
                  <a:pt x="32418" y="21194"/>
                </a:lnTo>
                <a:lnTo>
                  <a:pt x="32146" y="21287"/>
                </a:lnTo>
                <a:lnTo>
                  <a:pt x="31879" y="21390"/>
                </a:lnTo>
                <a:lnTo>
                  <a:pt x="31618" y="21502"/>
                </a:lnTo>
                <a:lnTo>
                  <a:pt x="31362" y="21622"/>
                </a:lnTo>
                <a:lnTo>
                  <a:pt x="31112" y="21751"/>
                </a:lnTo>
                <a:lnTo>
                  <a:pt x="30867" y="21890"/>
                </a:lnTo>
                <a:lnTo>
                  <a:pt x="30627" y="22037"/>
                </a:lnTo>
                <a:lnTo>
                  <a:pt x="30393" y="22193"/>
                </a:lnTo>
                <a:lnTo>
                  <a:pt x="30164" y="22358"/>
                </a:lnTo>
                <a:lnTo>
                  <a:pt x="29941" y="22532"/>
                </a:lnTo>
                <a:lnTo>
                  <a:pt x="29723" y="22715"/>
                </a:lnTo>
                <a:lnTo>
                  <a:pt x="29510" y="22907"/>
                </a:lnTo>
                <a:lnTo>
                  <a:pt x="29303" y="23108"/>
                </a:lnTo>
                <a:lnTo>
                  <a:pt x="29102" y="23318"/>
                </a:lnTo>
                <a:lnTo>
                  <a:pt x="28907" y="23535"/>
                </a:lnTo>
                <a:lnTo>
                  <a:pt x="28721" y="23758"/>
                </a:lnTo>
                <a:lnTo>
                  <a:pt x="28542" y="23986"/>
                </a:lnTo>
                <a:lnTo>
                  <a:pt x="28372" y="24221"/>
                </a:lnTo>
                <a:lnTo>
                  <a:pt x="28211" y="24461"/>
                </a:lnTo>
                <a:lnTo>
                  <a:pt x="28058" y="24706"/>
                </a:lnTo>
                <a:lnTo>
                  <a:pt x="27912" y="24958"/>
                </a:lnTo>
                <a:lnTo>
                  <a:pt x="27776" y="25215"/>
                </a:lnTo>
                <a:lnTo>
                  <a:pt x="27647" y="25478"/>
                </a:lnTo>
                <a:lnTo>
                  <a:pt x="27527" y="25747"/>
                </a:lnTo>
                <a:lnTo>
                  <a:pt x="27415" y="26021"/>
                </a:lnTo>
                <a:lnTo>
                  <a:pt x="27312" y="26302"/>
                </a:lnTo>
                <a:lnTo>
                  <a:pt x="27216" y="26588"/>
                </a:lnTo>
                <a:lnTo>
                  <a:pt x="27129" y="26879"/>
                </a:lnTo>
                <a:lnTo>
                  <a:pt x="27051" y="27177"/>
                </a:lnTo>
                <a:lnTo>
                  <a:pt x="26980" y="27480"/>
                </a:lnTo>
                <a:lnTo>
                  <a:pt x="26918" y="27789"/>
                </a:lnTo>
                <a:lnTo>
                  <a:pt x="26864" y="28103"/>
                </a:lnTo>
                <a:lnTo>
                  <a:pt x="26818" y="28424"/>
                </a:lnTo>
                <a:lnTo>
                  <a:pt x="26814" y="28459"/>
                </a:lnTo>
                <a:lnTo>
                  <a:pt x="26366" y="28459"/>
                </a:lnTo>
                <a:lnTo>
                  <a:pt x="26333" y="28305"/>
                </a:lnTo>
                <a:lnTo>
                  <a:pt x="26243" y="27930"/>
                </a:lnTo>
                <a:lnTo>
                  <a:pt x="26146" y="27563"/>
                </a:lnTo>
                <a:lnTo>
                  <a:pt x="26040" y="27204"/>
                </a:lnTo>
                <a:lnTo>
                  <a:pt x="25927" y="26853"/>
                </a:lnTo>
                <a:lnTo>
                  <a:pt x="25806" y="26510"/>
                </a:lnTo>
                <a:lnTo>
                  <a:pt x="25677" y="26175"/>
                </a:lnTo>
                <a:lnTo>
                  <a:pt x="25540" y="25848"/>
                </a:lnTo>
                <a:lnTo>
                  <a:pt x="25396" y="25528"/>
                </a:lnTo>
                <a:lnTo>
                  <a:pt x="25244" y="25217"/>
                </a:lnTo>
                <a:lnTo>
                  <a:pt x="25083" y="24914"/>
                </a:lnTo>
                <a:lnTo>
                  <a:pt x="24916" y="24619"/>
                </a:lnTo>
                <a:lnTo>
                  <a:pt x="24740" y="24331"/>
                </a:lnTo>
                <a:lnTo>
                  <a:pt x="24556" y="24052"/>
                </a:lnTo>
                <a:lnTo>
                  <a:pt x="24366" y="23782"/>
                </a:lnTo>
                <a:lnTo>
                  <a:pt x="24169" y="23524"/>
                </a:lnTo>
                <a:lnTo>
                  <a:pt x="23966" y="23277"/>
                </a:lnTo>
                <a:lnTo>
                  <a:pt x="23757" y="23042"/>
                </a:lnTo>
                <a:lnTo>
                  <a:pt x="23542" y="22818"/>
                </a:lnTo>
                <a:lnTo>
                  <a:pt x="23320" y="22606"/>
                </a:lnTo>
                <a:lnTo>
                  <a:pt x="23092" y="22405"/>
                </a:lnTo>
                <a:lnTo>
                  <a:pt x="22858" y="22216"/>
                </a:lnTo>
                <a:lnTo>
                  <a:pt x="22618" y="22038"/>
                </a:lnTo>
                <a:lnTo>
                  <a:pt x="22372" y="21872"/>
                </a:lnTo>
                <a:lnTo>
                  <a:pt x="22119" y="21717"/>
                </a:lnTo>
                <a:lnTo>
                  <a:pt x="21860" y="21574"/>
                </a:lnTo>
                <a:lnTo>
                  <a:pt x="21595" y="21442"/>
                </a:lnTo>
                <a:lnTo>
                  <a:pt x="21324" y="21321"/>
                </a:lnTo>
                <a:lnTo>
                  <a:pt x="21047" y="21212"/>
                </a:lnTo>
                <a:lnTo>
                  <a:pt x="20763" y="21115"/>
                </a:lnTo>
                <a:lnTo>
                  <a:pt x="20473" y="21029"/>
                </a:lnTo>
                <a:lnTo>
                  <a:pt x="20177" y="20954"/>
                </a:lnTo>
                <a:lnTo>
                  <a:pt x="19874" y="20891"/>
                </a:lnTo>
                <a:lnTo>
                  <a:pt x="19566" y="20839"/>
                </a:lnTo>
                <a:lnTo>
                  <a:pt x="19251" y="20799"/>
                </a:lnTo>
                <a:lnTo>
                  <a:pt x="18930" y="20770"/>
                </a:lnTo>
                <a:lnTo>
                  <a:pt x="18603" y="20753"/>
                </a:lnTo>
                <a:lnTo>
                  <a:pt x="18269" y="20747"/>
                </a:lnTo>
                <a:lnTo>
                  <a:pt x="17958" y="20752"/>
                </a:lnTo>
                <a:lnTo>
                  <a:pt x="17652" y="20765"/>
                </a:lnTo>
                <a:lnTo>
                  <a:pt x="17350" y="20788"/>
                </a:lnTo>
                <a:lnTo>
                  <a:pt x="17053" y="20819"/>
                </a:lnTo>
                <a:lnTo>
                  <a:pt x="16761" y="20859"/>
                </a:lnTo>
                <a:lnTo>
                  <a:pt x="16473" y="20908"/>
                </a:lnTo>
                <a:lnTo>
                  <a:pt x="16191" y="20966"/>
                </a:lnTo>
                <a:lnTo>
                  <a:pt x="15913" y="21033"/>
                </a:lnTo>
                <a:lnTo>
                  <a:pt x="15640" y="21109"/>
                </a:lnTo>
                <a:lnTo>
                  <a:pt x="15372" y="21194"/>
                </a:lnTo>
                <a:lnTo>
                  <a:pt x="15108" y="21287"/>
                </a:lnTo>
                <a:lnTo>
                  <a:pt x="14850" y="21390"/>
                </a:lnTo>
                <a:lnTo>
                  <a:pt x="14596" y="21502"/>
                </a:lnTo>
                <a:lnTo>
                  <a:pt x="14347" y="21622"/>
                </a:lnTo>
                <a:lnTo>
                  <a:pt x="14102" y="21751"/>
                </a:lnTo>
                <a:lnTo>
                  <a:pt x="13863" y="21890"/>
                </a:lnTo>
                <a:lnTo>
                  <a:pt x="13628" y="22037"/>
                </a:lnTo>
                <a:lnTo>
                  <a:pt x="13398" y="22193"/>
                </a:lnTo>
                <a:lnTo>
                  <a:pt x="13173" y="22358"/>
                </a:lnTo>
                <a:lnTo>
                  <a:pt x="12952" y="22532"/>
                </a:lnTo>
                <a:lnTo>
                  <a:pt x="12737" y="22715"/>
                </a:lnTo>
                <a:lnTo>
                  <a:pt x="12526" y="22907"/>
                </a:lnTo>
                <a:lnTo>
                  <a:pt x="12320" y="23108"/>
                </a:lnTo>
                <a:lnTo>
                  <a:pt x="12118" y="23318"/>
                </a:lnTo>
                <a:lnTo>
                  <a:pt x="11924" y="23535"/>
                </a:lnTo>
                <a:lnTo>
                  <a:pt x="11737" y="23758"/>
                </a:lnTo>
                <a:lnTo>
                  <a:pt x="11559" y="23986"/>
                </a:lnTo>
                <a:lnTo>
                  <a:pt x="11389" y="24221"/>
                </a:lnTo>
                <a:lnTo>
                  <a:pt x="11227" y="24461"/>
                </a:lnTo>
                <a:lnTo>
                  <a:pt x="11074" y="24706"/>
                </a:lnTo>
                <a:lnTo>
                  <a:pt x="10929" y="24958"/>
                </a:lnTo>
                <a:lnTo>
                  <a:pt x="10792" y="25215"/>
                </a:lnTo>
                <a:lnTo>
                  <a:pt x="10664" y="25478"/>
                </a:lnTo>
                <a:lnTo>
                  <a:pt x="10544" y="25747"/>
                </a:lnTo>
                <a:lnTo>
                  <a:pt x="10432" y="26021"/>
                </a:lnTo>
                <a:lnTo>
                  <a:pt x="10328" y="26302"/>
                </a:lnTo>
                <a:lnTo>
                  <a:pt x="10233" y="26588"/>
                </a:lnTo>
                <a:lnTo>
                  <a:pt x="10146" y="26879"/>
                </a:lnTo>
                <a:lnTo>
                  <a:pt x="10067" y="27177"/>
                </a:lnTo>
                <a:lnTo>
                  <a:pt x="9997" y="27480"/>
                </a:lnTo>
                <a:lnTo>
                  <a:pt x="9934" y="27789"/>
                </a:lnTo>
                <a:lnTo>
                  <a:pt x="9881" y="28103"/>
                </a:lnTo>
                <a:lnTo>
                  <a:pt x="9835" y="28424"/>
                </a:lnTo>
                <a:lnTo>
                  <a:pt x="9831" y="28459"/>
                </a:lnTo>
                <a:lnTo>
                  <a:pt x="9364" y="28459"/>
                </a:lnTo>
                <a:lnTo>
                  <a:pt x="9364" y="21665"/>
                </a:lnTo>
                <a:lnTo>
                  <a:pt x="0" y="21665"/>
                </a:lnTo>
                <a:lnTo>
                  <a:pt x="0" y="72157"/>
                </a:lnTo>
                <a:close/>
                <a:moveTo>
                  <a:pt x="245732" y="72878"/>
                </a:moveTo>
                <a:lnTo>
                  <a:pt x="246240" y="72832"/>
                </a:lnTo>
                <a:lnTo>
                  <a:pt x="246742" y="72777"/>
                </a:lnTo>
                <a:lnTo>
                  <a:pt x="247237" y="72713"/>
                </a:lnTo>
                <a:lnTo>
                  <a:pt x="247726" y="72641"/>
                </a:lnTo>
                <a:lnTo>
                  <a:pt x="248209" y="72561"/>
                </a:lnTo>
                <a:lnTo>
                  <a:pt x="248685" y="72472"/>
                </a:lnTo>
                <a:lnTo>
                  <a:pt x="249155" y="72375"/>
                </a:lnTo>
                <a:lnTo>
                  <a:pt x="249618" y="72270"/>
                </a:lnTo>
                <a:lnTo>
                  <a:pt x="250075" y="72156"/>
                </a:lnTo>
                <a:lnTo>
                  <a:pt x="250526" y="72033"/>
                </a:lnTo>
                <a:lnTo>
                  <a:pt x="250970" y="71902"/>
                </a:lnTo>
                <a:lnTo>
                  <a:pt x="251408" y="71763"/>
                </a:lnTo>
                <a:lnTo>
                  <a:pt x="251840" y="71615"/>
                </a:lnTo>
                <a:lnTo>
                  <a:pt x="252265" y="71459"/>
                </a:lnTo>
                <a:lnTo>
                  <a:pt x="252684" y="71294"/>
                </a:lnTo>
                <a:lnTo>
                  <a:pt x="253096" y="71121"/>
                </a:lnTo>
                <a:lnTo>
                  <a:pt x="253503" y="70939"/>
                </a:lnTo>
                <a:lnTo>
                  <a:pt x="253902" y="70749"/>
                </a:lnTo>
                <a:lnTo>
                  <a:pt x="254296" y="70550"/>
                </a:lnTo>
                <a:lnTo>
                  <a:pt x="254682" y="70344"/>
                </a:lnTo>
                <a:lnTo>
                  <a:pt x="255062" y="70131"/>
                </a:lnTo>
                <a:lnTo>
                  <a:pt x="255434" y="69911"/>
                </a:lnTo>
                <a:lnTo>
                  <a:pt x="255799" y="69683"/>
                </a:lnTo>
                <a:lnTo>
                  <a:pt x="256157" y="69449"/>
                </a:lnTo>
                <a:lnTo>
                  <a:pt x="256508" y="69208"/>
                </a:lnTo>
                <a:lnTo>
                  <a:pt x="256851" y="68959"/>
                </a:lnTo>
                <a:lnTo>
                  <a:pt x="257188" y="68704"/>
                </a:lnTo>
                <a:lnTo>
                  <a:pt x="257517" y="68442"/>
                </a:lnTo>
                <a:lnTo>
                  <a:pt x="257839" y="68172"/>
                </a:lnTo>
                <a:lnTo>
                  <a:pt x="258154" y="67896"/>
                </a:lnTo>
                <a:lnTo>
                  <a:pt x="258462" y="67613"/>
                </a:lnTo>
                <a:lnTo>
                  <a:pt x="258762" y="67322"/>
                </a:lnTo>
                <a:lnTo>
                  <a:pt x="259055" y="67025"/>
                </a:lnTo>
                <a:lnTo>
                  <a:pt x="259341" y="66720"/>
                </a:lnTo>
                <a:lnTo>
                  <a:pt x="259620" y="66409"/>
                </a:lnTo>
                <a:lnTo>
                  <a:pt x="259892" y="66091"/>
                </a:lnTo>
                <a:lnTo>
                  <a:pt x="260157" y="65765"/>
                </a:lnTo>
                <a:lnTo>
                  <a:pt x="260414" y="65433"/>
                </a:lnTo>
                <a:lnTo>
                  <a:pt x="260665" y="65093"/>
                </a:lnTo>
                <a:lnTo>
                  <a:pt x="260908" y="64747"/>
                </a:lnTo>
                <a:lnTo>
                  <a:pt x="261143" y="64393"/>
                </a:lnTo>
                <a:lnTo>
                  <a:pt x="261372" y="64033"/>
                </a:lnTo>
                <a:lnTo>
                  <a:pt x="261594" y="63665"/>
                </a:lnTo>
                <a:lnTo>
                  <a:pt x="261807" y="63292"/>
                </a:lnTo>
                <a:lnTo>
                  <a:pt x="262012" y="62912"/>
                </a:lnTo>
                <a:lnTo>
                  <a:pt x="262207" y="62527"/>
                </a:lnTo>
                <a:lnTo>
                  <a:pt x="262393" y="62136"/>
                </a:lnTo>
                <a:lnTo>
                  <a:pt x="262570" y="61740"/>
                </a:lnTo>
                <a:lnTo>
                  <a:pt x="262739" y="61338"/>
                </a:lnTo>
                <a:lnTo>
                  <a:pt x="262898" y="60931"/>
                </a:lnTo>
                <a:lnTo>
                  <a:pt x="263047" y="60518"/>
                </a:lnTo>
                <a:lnTo>
                  <a:pt x="263188" y="60100"/>
                </a:lnTo>
                <a:lnTo>
                  <a:pt x="263320" y="59676"/>
                </a:lnTo>
                <a:lnTo>
                  <a:pt x="263443" y="59246"/>
                </a:lnTo>
                <a:lnTo>
                  <a:pt x="263556" y="58811"/>
                </a:lnTo>
                <a:lnTo>
                  <a:pt x="263661" y="58370"/>
                </a:lnTo>
                <a:lnTo>
                  <a:pt x="263756" y="57924"/>
                </a:lnTo>
                <a:lnTo>
                  <a:pt x="263842" y="57472"/>
                </a:lnTo>
                <a:lnTo>
                  <a:pt x="263920" y="57014"/>
                </a:lnTo>
                <a:lnTo>
                  <a:pt x="263988" y="56551"/>
                </a:lnTo>
                <a:lnTo>
                  <a:pt x="264047" y="56083"/>
                </a:lnTo>
                <a:lnTo>
                  <a:pt x="264097" y="55608"/>
                </a:lnTo>
                <a:lnTo>
                  <a:pt x="264138" y="55129"/>
                </a:lnTo>
                <a:lnTo>
                  <a:pt x="264170" y="54643"/>
                </a:lnTo>
                <a:lnTo>
                  <a:pt x="264192" y="54152"/>
                </a:lnTo>
                <a:lnTo>
                  <a:pt x="264206" y="53656"/>
                </a:lnTo>
                <a:lnTo>
                  <a:pt x="264210" y="53154"/>
                </a:lnTo>
                <a:lnTo>
                  <a:pt x="264210" y="40577"/>
                </a:lnTo>
                <a:lnTo>
                  <a:pt x="264206" y="40083"/>
                </a:lnTo>
                <a:lnTo>
                  <a:pt x="264192" y="39593"/>
                </a:lnTo>
                <a:lnTo>
                  <a:pt x="264170" y="39109"/>
                </a:lnTo>
                <a:lnTo>
                  <a:pt x="264138" y="38630"/>
                </a:lnTo>
                <a:lnTo>
                  <a:pt x="264097" y="38157"/>
                </a:lnTo>
                <a:lnTo>
                  <a:pt x="264047" y="37688"/>
                </a:lnTo>
                <a:lnTo>
                  <a:pt x="263988" y="37225"/>
                </a:lnTo>
                <a:lnTo>
                  <a:pt x="263920" y="36767"/>
                </a:lnTo>
                <a:lnTo>
                  <a:pt x="263842" y="36315"/>
                </a:lnTo>
                <a:lnTo>
                  <a:pt x="263756" y="35868"/>
                </a:lnTo>
                <a:lnTo>
                  <a:pt x="263661" y="35425"/>
                </a:lnTo>
                <a:lnTo>
                  <a:pt x="263556" y="34989"/>
                </a:lnTo>
                <a:lnTo>
                  <a:pt x="263443" y="34557"/>
                </a:lnTo>
                <a:lnTo>
                  <a:pt x="263320" y="34131"/>
                </a:lnTo>
                <a:lnTo>
                  <a:pt x="263188" y="33710"/>
                </a:lnTo>
                <a:lnTo>
                  <a:pt x="263047" y="33294"/>
                </a:lnTo>
                <a:lnTo>
                  <a:pt x="262898" y="32884"/>
                </a:lnTo>
                <a:lnTo>
                  <a:pt x="262739" y="32479"/>
                </a:lnTo>
                <a:lnTo>
                  <a:pt x="262570" y="32079"/>
                </a:lnTo>
                <a:lnTo>
                  <a:pt x="262393" y="31684"/>
                </a:lnTo>
                <a:lnTo>
                  <a:pt x="262207" y="31295"/>
                </a:lnTo>
                <a:lnTo>
                  <a:pt x="262012" y="30911"/>
                </a:lnTo>
                <a:lnTo>
                  <a:pt x="261807" y="30532"/>
                </a:lnTo>
                <a:lnTo>
                  <a:pt x="261594" y="30158"/>
                </a:lnTo>
                <a:lnTo>
                  <a:pt x="261372" y="29790"/>
                </a:lnTo>
                <a:lnTo>
                  <a:pt x="261143" y="29430"/>
                </a:lnTo>
                <a:lnTo>
                  <a:pt x="260908" y="29076"/>
                </a:lnTo>
                <a:lnTo>
                  <a:pt x="260665" y="28730"/>
                </a:lnTo>
                <a:lnTo>
                  <a:pt x="260414" y="28390"/>
                </a:lnTo>
                <a:lnTo>
                  <a:pt x="260157" y="28058"/>
                </a:lnTo>
                <a:lnTo>
                  <a:pt x="259892" y="27732"/>
                </a:lnTo>
                <a:lnTo>
                  <a:pt x="259620" y="27414"/>
                </a:lnTo>
                <a:lnTo>
                  <a:pt x="259341" y="27102"/>
                </a:lnTo>
                <a:lnTo>
                  <a:pt x="259055" y="26798"/>
                </a:lnTo>
                <a:lnTo>
                  <a:pt x="258762" y="26500"/>
                </a:lnTo>
                <a:lnTo>
                  <a:pt x="258462" y="26210"/>
                </a:lnTo>
                <a:lnTo>
                  <a:pt x="258154" y="25926"/>
                </a:lnTo>
                <a:lnTo>
                  <a:pt x="257839" y="25650"/>
                </a:lnTo>
                <a:lnTo>
                  <a:pt x="257517" y="25381"/>
                </a:lnTo>
                <a:lnTo>
                  <a:pt x="257188" y="25118"/>
                </a:lnTo>
                <a:lnTo>
                  <a:pt x="256851" y="24863"/>
                </a:lnTo>
                <a:lnTo>
                  <a:pt x="256508" y="24615"/>
                </a:lnTo>
                <a:lnTo>
                  <a:pt x="256157" y="24373"/>
                </a:lnTo>
                <a:lnTo>
                  <a:pt x="255799" y="24139"/>
                </a:lnTo>
                <a:lnTo>
                  <a:pt x="255434" y="23912"/>
                </a:lnTo>
                <a:lnTo>
                  <a:pt x="255062" y="23691"/>
                </a:lnTo>
                <a:lnTo>
                  <a:pt x="254682" y="23478"/>
                </a:lnTo>
                <a:lnTo>
                  <a:pt x="254296" y="23272"/>
                </a:lnTo>
                <a:lnTo>
                  <a:pt x="253902" y="23073"/>
                </a:lnTo>
                <a:lnTo>
                  <a:pt x="253503" y="22883"/>
                </a:lnTo>
                <a:lnTo>
                  <a:pt x="253096" y="22701"/>
                </a:lnTo>
                <a:lnTo>
                  <a:pt x="252684" y="22528"/>
                </a:lnTo>
                <a:lnTo>
                  <a:pt x="252265" y="22363"/>
                </a:lnTo>
                <a:lnTo>
                  <a:pt x="251840" y="22207"/>
                </a:lnTo>
                <a:lnTo>
                  <a:pt x="251408" y="22059"/>
                </a:lnTo>
                <a:lnTo>
                  <a:pt x="250970" y="21920"/>
                </a:lnTo>
                <a:lnTo>
                  <a:pt x="250526" y="21789"/>
                </a:lnTo>
                <a:lnTo>
                  <a:pt x="250075" y="21666"/>
                </a:lnTo>
                <a:lnTo>
                  <a:pt x="249618" y="21552"/>
                </a:lnTo>
                <a:lnTo>
                  <a:pt x="249155" y="21447"/>
                </a:lnTo>
                <a:lnTo>
                  <a:pt x="248685" y="21350"/>
                </a:lnTo>
                <a:lnTo>
                  <a:pt x="248209" y="21261"/>
                </a:lnTo>
                <a:lnTo>
                  <a:pt x="247726" y="21181"/>
                </a:lnTo>
                <a:lnTo>
                  <a:pt x="247237" y="21109"/>
                </a:lnTo>
                <a:lnTo>
                  <a:pt x="246742" y="21045"/>
                </a:lnTo>
                <a:lnTo>
                  <a:pt x="246240" y="20991"/>
                </a:lnTo>
                <a:lnTo>
                  <a:pt x="245732" y="20944"/>
                </a:lnTo>
                <a:lnTo>
                  <a:pt x="245218" y="20906"/>
                </a:lnTo>
                <a:lnTo>
                  <a:pt x="244697" y="20876"/>
                </a:lnTo>
                <a:lnTo>
                  <a:pt x="244170" y="20855"/>
                </a:lnTo>
                <a:lnTo>
                  <a:pt x="243636" y="20843"/>
                </a:lnTo>
                <a:lnTo>
                  <a:pt x="243096" y="20838"/>
                </a:lnTo>
                <a:lnTo>
                  <a:pt x="242563" y="20843"/>
                </a:lnTo>
                <a:lnTo>
                  <a:pt x="242037" y="20855"/>
                </a:lnTo>
                <a:lnTo>
                  <a:pt x="241516" y="20876"/>
                </a:lnTo>
                <a:lnTo>
                  <a:pt x="241001" y="20906"/>
                </a:lnTo>
                <a:lnTo>
                  <a:pt x="240492" y="20944"/>
                </a:lnTo>
                <a:lnTo>
                  <a:pt x="239989" y="20991"/>
                </a:lnTo>
                <a:lnTo>
                  <a:pt x="239492" y="21045"/>
                </a:lnTo>
                <a:lnTo>
                  <a:pt x="239000" y="21109"/>
                </a:lnTo>
                <a:lnTo>
                  <a:pt x="238515" y="21181"/>
                </a:lnTo>
                <a:lnTo>
                  <a:pt x="238035" y="21261"/>
                </a:lnTo>
                <a:lnTo>
                  <a:pt x="237562" y="21350"/>
                </a:lnTo>
                <a:lnTo>
                  <a:pt x="237094" y="21447"/>
                </a:lnTo>
                <a:lnTo>
                  <a:pt x="236632" y="21552"/>
                </a:lnTo>
                <a:lnTo>
                  <a:pt x="236176" y="21666"/>
                </a:lnTo>
                <a:lnTo>
                  <a:pt x="235726" y="21789"/>
                </a:lnTo>
                <a:lnTo>
                  <a:pt x="235282" y="21920"/>
                </a:lnTo>
                <a:lnTo>
                  <a:pt x="234844" y="22059"/>
                </a:lnTo>
                <a:lnTo>
                  <a:pt x="234411" y="22207"/>
                </a:lnTo>
                <a:lnTo>
                  <a:pt x="233985" y="22363"/>
                </a:lnTo>
                <a:lnTo>
                  <a:pt x="233565" y="22528"/>
                </a:lnTo>
                <a:lnTo>
                  <a:pt x="233150" y="22701"/>
                </a:lnTo>
                <a:lnTo>
                  <a:pt x="232741" y="22883"/>
                </a:lnTo>
                <a:lnTo>
                  <a:pt x="232338" y="23073"/>
                </a:lnTo>
                <a:lnTo>
                  <a:pt x="231941" y="23272"/>
                </a:lnTo>
                <a:lnTo>
                  <a:pt x="231551" y="23478"/>
                </a:lnTo>
                <a:lnTo>
                  <a:pt x="231168" y="23691"/>
                </a:lnTo>
                <a:lnTo>
                  <a:pt x="230792" y="23912"/>
                </a:lnTo>
                <a:lnTo>
                  <a:pt x="230424" y="24139"/>
                </a:lnTo>
                <a:lnTo>
                  <a:pt x="230063" y="24373"/>
                </a:lnTo>
                <a:lnTo>
                  <a:pt x="229709" y="24615"/>
                </a:lnTo>
                <a:lnTo>
                  <a:pt x="229363" y="24863"/>
                </a:lnTo>
                <a:lnTo>
                  <a:pt x="229024" y="25118"/>
                </a:lnTo>
                <a:lnTo>
                  <a:pt x="228692" y="25381"/>
                </a:lnTo>
                <a:lnTo>
                  <a:pt x="228368" y="25650"/>
                </a:lnTo>
                <a:lnTo>
                  <a:pt x="228051" y="25926"/>
                </a:lnTo>
                <a:lnTo>
                  <a:pt x="227741" y="26210"/>
                </a:lnTo>
                <a:lnTo>
                  <a:pt x="227439" y="26500"/>
                </a:lnTo>
                <a:lnTo>
                  <a:pt x="227144" y="26798"/>
                </a:lnTo>
                <a:lnTo>
                  <a:pt x="226856" y="27102"/>
                </a:lnTo>
                <a:lnTo>
                  <a:pt x="226576" y="27414"/>
                </a:lnTo>
                <a:lnTo>
                  <a:pt x="226303" y="27732"/>
                </a:lnTo>
                <a:lnTo>
                  <a:pt x="226037" y="28058"/>
                </a:lnTo>
                <a:lnTo>
                  <a:pt x="225779" y="28390"/>
                </a:lnTo>
                <a:lnTo>
                  <a:pt x="225528" y="28730"/>
                </a:lnTo>
                <a:lnTo>
                  <a:pt x="225284" y="29076"/>
                </a:lnTo>
                <a:lnTo>
                  <a:pt x="225048" y="29430"/>
                </a:lnTo>
                <a:lnTo>
                  <a:pt x="224819" y="29790"/>
                </a:lnTo>
                <a:lnTo>
                  <a:pt x="224597" y="30158"/>
                </a:lnTo>
                <a:lnTo>
                  <a:pt x="224384" y="30532"/>
                </a:lnTo>
                <a:lnTo>
                  <a:pt x="224179" y="30911"/>
                </a:lnTo>
                <a:lnTo>
                  <a:pt x="223984" y="31296"/>
                </a:lnTo>
                <a:lnTo>
                  <a:pt x="223798" y="31687"/>
                </a:lnTo>
                <a:lnTo>
                  <a:pt x="223621" y="32083"/>
                </a:lnTo>
                <a:lnTo>
                  <a:pt x="223453" y="32484"/>
                </a:lnTo>
                <a:lnTo>
                  <a:pt x="223294" y="32892"/>
                </a:lnTo>
                <a:lnTo>
                  <a:pt x="223144" y="33304"/>
                </a:lnTo>
                <a:lnTo>
                  <a:pt x="223003" y="33723"/>
                </a:lnTo>
                <a:lnTo>
                  <a:pt x="222872" y="34147"/>
                </a:lnTo>
                <a:lnTo>
                  <a:pt x="222749" y="34576"/>
                </a:lnTo>
                <a:lnTo>
                  <a:pt x="222635" y="35011"/>
                </a:lnTo>
                <a:lnTo>
                  <a:pt x="222531" y="35452"/>
                </a:lnTo>
                <a:lnTo>
                  <a:pt x="222436" y="35899"/>
                </a:lnTo>
                <a:lnTo>
                  <a:pt x="222349" y="36350"/>
                </a:lnTo>
                <a:lnTo>
                  <a:pt x="222272" y="36808"/>
                </a:lnTo>
                <a:lnTo>
                  <a:pt x="222204" y="37271"/>
                </a:lnTo>
                <a:lnTo>
                  <a:pt x="222145" y="37739"/>
                </a:lnTo>
                <a:lnTo>
                  <a:pt x="222095" y="38214"/>
                </a:lnTo>
                <a:lnTo>
                  <a:pt x="222054" y="38693"/>
                </a:lnTo>
                <a:lnTo>
                  <a:pt x="222023" y="39179"/>
                </a:lnTo>
                <a:lnTo>
                  <a:pt x="222000" y="39670"/>
                </a:lnTo>
                <a:lnTo>
                  <a:pt x="221986" y="40166"/>
                </a:lnTo>
                <a:lnTo>
                  <a:pt x="221982" y="40668"/>
                </a:lnTo>
                <a:lnTo>
                  <a:pt x="221982" y="53154"/>
                </a:lnTo>
                <a:lnTo>
                  <a:pt x="221986" y="53656"/>
                </a:lnTo>
                <a:lnTo>
                  <a:pt x="222000" y="54152"/>
                </a:lnTo>
                <a:lnTo>
                  <a:pt x="222023" y="54643"/>
                </a:lnTo>
                <a:lnTo>
                  <a:pt x="222054" y="55129"/>
                </a:lnTo>
                <a:lnTo>
                  <a:pt x="222095" y="55608"/>
                </a:lnTo>
                <a:lnTo>
                  <a:pt x="222145" y="56083"/>
                </a:lnTo>
                <a:lnTo>
                  <a:pt x="222204" y="56551"/>
                </a:lnTo>
                <a:lnTo>
                  <a:pt x="222272" y="57014"/>
                </a:lnTo>
                <a:lnTo>
                  <a:pt x="222349" y="57472"/>
                </a:lnTo>
                <a:lnTo>
                  <a:pt x="222436" y="57924"/>
                </a:lnTo>
                <a:lnTo>
                  <a:pt x="222531" y="58370"/>
                </a:lnTo>
                <a:lnTo>
                  <a:pt x="222635" y="58811"/>
                </a:lnTo>
                <a:lnTo>
                  <a:pt x="222749" y="59246"/>
                </a:lnTo>
                <a:lnTo>
                  <a:pt x="222872" y="59676"/>
                </a:lnTo>
                <a:lnTo>
                  <a:pt x="223003" y="60100"/>
                </a:lnTo>
                <a:lnTo>
                  <a:pt x="223144" y="60518"/>
                </a:lnTo>
                <a:lnTo>
                  <a:pt x="223294" y="60931"/>
                </a:lnTo>
                <a:lnTo>
                  <a:pt x="223453" y="61338"/>
                </a:lnTo>
                <a:lnTo>
                  <a:pt x="223621" y="61740"/>
                </a:lnTo>
                <a:lnTo>
                  <a:pt x="223798" y="62136"/>
                </a:lnTo>
                <a:lnTo>
                  <a:pt x="223984" y="62527"/>
                </a:lnTo>
                <a:lnTo>
                  <a:pt x="224179" y="62912"/>
                </a:lnTo>
                <a:lnTo>
                  <a:pt x="224384" y="63292"/>
                </a:lnTo>
                <a:lnTo>
                  <a:pt x="224597" y="63665"/>
                </a:lnTo>
                <a:lnTo>
                  <a:pt x="224819" y="64033"/>
                </a:lnTo>
                <a:lnTo>
                  <a:pt x="225048" y="64393"/>
                </a:lnTo>
                <a:lnTo>
                  <a:pt x="225284" y="64747"/>
                </a:lnTo>
                <a:lnTo>
                  <a:pt x="225528" y="65093"/>
                </a:lnTo>
                <a:lnTo>
                  <a:pt x="225779" y="65433"/>
                </a:lnTo>
                <a:lnTo>
                  <a:pt x="226037" y="65765"/>
                </a:lnTo>
                <a:lnTo>
                  <a:pt x="226303" y="66091"/>
                </a:lnTo>
                <a:lnTo>
                  <a:pt x="226576" y="66409"/>
                </a:lnTo>
                <a:lnTo>
                  <a:pt x="226856" y="66720"/>
                </a:lnTo>
                <a:lnTo>
                  <a:pt x="227144" y="67025"/>
                </a:lnTo>
                <a:lnTo>
                  <a:pt x="227439" y="67322"/>
                </a:lnTo>
                <a:lnTo>
                  <a:pt x="227741" y="67613"/>
                </a:lnTo>
                <a:lnTo>
                  <a:pt x="228051" y="67896"/>
                </a:lnTo>
                <a:lnTo>
                  <a:pt x="228368" y="68172"/>
                </a:lnTo>
                <a:lnTo>
                  <a:pt x="228692" y="68442"/>
                </a:lnTo>
                <a:lnTo>
                  <a:pt x="229024" y="68704"/>
                </a:lnTo>
                <a:lnTo>
                  <a:pt x="229363" y="68959"/>
                </a:lnTo>
                <a:lnTo>
                  <a:pt x="229709" y="69208"/>
                </a:lnTo>
                <a:lnTo>
                  <a:pt x="230063" y="69449"/>
                </a:lnTo>
                <a:lnTo>
                  <a:pt x="230424" y="69683"/>
                </a:lnTo>
                <a:lnTo>
                  <a:pt x="230792" y="69911"/>
                </a:lnTo>
                <a:lnTo>
                  <a:pt x="231168" y="70131"/>
                </a:lnTo>
                <a:lnTo>
                  <a:pt x="231551" y="70344"/>
                </a:lnTo>
                <a:lnTo>
                  <a:pt x="231941" y="70550"/>
                </a:lnTo>
                <a:lnTo>
                  <a:pt x="232338" y="70749"/>
                </a:lnTo>
                <a:lnTo>
                  <a:pt x="232741" y="70939"/>
                </a:lnTo>
                <a:lnTo>
                  <a:pt x="233150" y="71121"/>
                </a:lnTo>
                <a:lnTo>
                  <a:pt x="233565" y="71294"/>
                </a:lnTo>
                <a:lnTo>
                  <a:pt x="233985" y="71459"/>
                </a:lnTo>
                <a:lnTo>
                  <a:pt x="234411" y="71615"/>
                </a:lnTo>
                <a:lnTo>
                  <a:pt x="234844" y="71763"/>
                </a:lnTo>
                <a:lnTo>
                  <a:pt x="235282" y="71902"/>
                </a:lnTo>
                <a:lnTo>
                  <a:pt x="235726" y="72033"/>
                </a:lnTo>
                <a:lnTo>
                  <a:pt x="236176" y="72156"/>
                </a:lnTo>
                <a:lnTo>
                  <a:pt x="236632" y="72270"/>
                </a:lnTo>
                <a:lnTo>
                  <a:pt x="237094" y="72375"/>
                </a:lnTo>
                <a:lnTo>
                  <a:pt x="237562" y="72472"/>
                </a:lnTo>
                <a:lnTo>
                  <a:pt x="238035" y="72561"/>
                </a:lnTo>
                <a:lnTo>
                  <a:pt x="238515" y="72641"/>
                </a:lnTo>
                <a:lnTo>
                  <a:pt x="239000" y="72713"/>
                </a:lnTo>
                <a:lnTo>
                  <a:pt x="239492" y="72777"/>
                </a:lnTo>
                <a:lnTo>
                  <a:pt x="239989" y="72832"/>
                </a:lnTo>
                <a:lnTo>
                  <a:pt x="240492" y="72878"/>
                </a:lnTo>
                <a:lnTo>
                  <a:pt x="241001" y="72916"/>
                </a:lnTo>
                <a:lnTo>
                  <a:pt x="241516" y="72946"/>
                </a:lnTo>
                <a:lnTo>
                  <a:pt x="242037" y="72967"/>
                </a:lnTo>
                <a:lnTo>
                  <a:pt x="242563" y="72979"/>
                </a:lnTo>
                <a:lnTo>
                  <a:pt x="243096" y="72984"/>
                </a:lnTo>
                <a:lnTo>
                  <a:pt x="243636" y="72979"/>
                </a:lnTo>
                <a:lnTo>
                  <a:pt x="244170" y="72967"/>
                </a:lnTo>
                <a:lnTo>
                  <a:pt x="244697" y="72946"/>
                </a:lnTo>
                <a:lnTo>
                  <a:pt x="245218" y="72916"/>
                </a:lnTo>
                <a:lnTo>
                  <a:pt x="245732" y="72878"/>
                </a:lnTo>
                <a:close/>
                <a:moveTo>
                  <a:pt x="241306" y="62867"/>
                </a:moveTo>
                <a:lnTo>
                  <a:pt x="240968" y="62818"/>
                </a:lnTo>
                <a:lnTo>
                  <a:pt x="240636" y="62761"/>
                </a:lnTo>
                <a:lnTo>
                  <a:pt x="240312" y="62696"/>
                </a:lnTo>
                <a:lnTo>
                  <a:pt x="239994" y="62621"/>
                </a:lnTo>
                <a:lnTo>
                  <a:pt x="239682" y="62538"/>
                </a:lnTo>
                <a:lnTo>
                  <a:pt x="239378" y="62446"/>
                </a:lnTo>
                <a:lnTo>
                  <a:pt x="239080" y="62345"/>
                </a:lnTo>
                <a:lnTo>
                  <a:pt x="238789" y="62236"/>
                </a:lnTo>
                <a:lnTo>
                  <a:pt x="238504" y="62117"/>
                </a:lnTo>
                <a:lnTo>
                  <a:pt x="238226" y="61990"/>
                </a:lnTo>
                <a:lnTo>
                  <a:pt x="237955" y="61854"/>
                </a:lnTo>
                <a:lnTo>
                  <a:pt x="237691" y="61710"/>
                </a:lnTo>
                <a:lnTo>
                  <a:pt x="237433" y="61556"/>
                </a:lnTo>
                <a:lnTo>
                  <a:pt x="237182" y="61394"/>
                </a:lnTo>
                <a:lnTo>
                  <a:pt x="236938" y="61223"/>
                </a:lnTo>
                <a:lnTo>
                  <a:pt x="236700" y="61044"/>
                </a:lnTo>
                <a:lnTo>
                  <a:pt x="236469" y="60855"/>
                </a:lnTo>
                <a:lnTo>
                  <a:pt x="236245" y="60658"/>
                </a:lnTo>
                <a:lnTo>
                  <a:pt x="236028" y="60452"/>
                </a:lnTo>
                <a:lnTo>
                  <a:pt x="235818" y="60238"/>
                </a:lnTo>
                <a:lnTo>
                  <a:pt x="235617" y="60016"/>
                </a:lnTo>
                <a:lnTo>
                  <a:pt x="235425" y="59786"/>
                </a:lnTo>
                <a:lnTo>
                  <a:pt x="235242" y="59548"/>
                </a:lnTo>
                <a:lnTo>
                  <a:pt x="235068" y="59303"/>
                </a:lnTo>
                <a:lnTo>
                  <a:pt x="234903" y="59049"/>
                </a:lnTo>
                <a:lnTo>
                  <a:pt x="234747" y="58788"/>
                </a:lnTo>
                <a:lnTo>
                  <a:pt x="234600" y="58519"/>
                </a:lnTo>
                <a:lnTo>
                  <a:pt x="234461" y="58242"/>
                </a:lnTo>
                <a:lnTo>
                  <a:pt x="234332" y="57958"/>
                </a:lnTo>
                <a:lnTo>
                  <a:pt x="234211" y="57665"/>
                </a:lnTo>
                <a:lnTo>
                  <a:pt x="234100" y="57365"/>
                </a:lnTo>
                <a:lnTo>
                  <a:pt x="233997" y="57057"/>
                </a:lnTo>
                <a:lnTo>
                  <a:pt x="233903" y="56741"/>
                </a:lnTo>
                <a:lnTo>
                  <a:pt x="233819" y="56418"/>
                </a:lnTo>
                <a:lnTo>
                  <a:pt x="233743" y="56086"/>
                </a:lnTo>
                <a:lnTo>
                  <a:pt x="233676" y="55747"/>
                </a:lnTo>
                <a:lnTo>
                  <a:pt x="233618" y="55400"/>
                </a:lnTo>
                <a:lnTo>
                  <a:pt x="233569" y="55045"/>
                </a:lnTo>
                <a:lnTo>
                  <a:pt x="233528" y="54683"/>
                </a:lnTo>
                <a:lnTo>
                  <a:pt x="233497" y="54312"/>
                </a:lnTo>
                <a:lnTo>
                  <a:pt x="233475" y="53934"/>
                </a:lnTo>
                <a:lnTo>
                  <a:pt x="233462" y="53548"/>
                </a:lnTo>
                <a:lnTo>
                  <a:pt x="233457" y="53154"/>
                </a:lnTo>
                <a:lnTo>
                  <a:pt x="233457" y="40668"/>
                </a:lnTo>
                <a:lnTo>
                  <a:pt x="233462" y="40267"/>
                </a:lnTo>
                <a:lnTo>
                  <a:pt x="233475" y="39874"/>
                </a:lnTo>
                <a:lnTo>
                  <a:pt x="233497" y="39489"/>
                </a:lnTo>
                <a:lnTo>
                  <a:pt x="233528" y="39113"/>
                </a:lnTo>
                <a:lnTo>
                  <a:pt x="233569" y="38745"/>
                </a:lnTo>
                <a:lnTo>
                  <a:pt x="233618" y="38385"/>
                </a:lnTo>
                <a:lnTo>
                  <a:pt x="233676" y="38033"/>
                </a:lnTo>
                <a:lnTo>
                  <a:pt x="233743" y="37690"/>
                </a:lnTo>
                <a:lnTo>
                  <a:pt x="233819" y="37355"/>
                </a:lnTo>
                <a:lnTo>
                  <a:pt x="233903" y="37029"/>
                </a:lnTo>
                <a:lnTo>
                  <a:pt x="233997" y="36710"/>
                </a:lnTo>
                <a:lnTo>
                  <a:pt x="234100" y="36400"/>
                </a:lnTo>
                <a:lnTo>
                  <a:pt x="234211" y="36098"/>
                </a:lnTo>
                <a:lnTo>
                  <a:pt x="234332" y="35805"/>
                </a:lnTo>
                <a:lnTo>
                  <a:pt x="234461" y="35519"/>
                </a:lnTo>
                <a:lnTo>
                  <a:pt x="234600" y="35243"/>
                </a:lnTo>
                <a:lnTo>
                  <a:pt x="234747" y="34974"/>
                </a:lnTo>
                <a:lnTo>
                  <a:pt x="234903" y="34713"/>
                </a:lnTo>
                <a:lnTo>
                  <a:pt x="235068" y="34461"/>
                </a:lnTo>
                <a:lnTo>
                  <a:pt x="235242" y="34218"/>
                </a:lnTo>
                <a:lnTo>
                  <a:pt x="235425" y="33982"/>
                </a:lnTo>
                <a:lnTo>
                  <a:pt x="235617" y="33755"/>
                </a:lnTo>
                <a:lnTo>
                  <a:pt x="235818" y="33536"/>
                </a:lnTo>
                <a:lnTo>
                  <a:pt x="236028" y="33325"/>
                </a:lnTo>
                <a:lnTo>
                  <a:pt x="236245" y="33123"/>
                </a:lnTo>
                <a:lnTo>
                  <a:pt x="236469" y="32929"/>
                </a:lnTo>
                <a:lnTo>
                  <a:pt x="236700" y="32744"/>
                </a:lnTo>
                <a:lnTo>
                  <a:pt x="236938" y="32568"/>
                </a:lnTo>
                <a:lnTo>
                  <a:pt x="237182" y="32400"/>
                </a:lnTo>
                <a:lnTo>
                  <a:pt x="237433" y="32241"/>
                </a:lnTo>
                <a:lnTo>
                  <a:pt x="237691" y="32090"/>
                </a:lnTo>
                <a:lnTo>
                  <a:pt x="237955" y="31948"/>
                </a:lnTo>
                <a:lnTo>
                  <a:pt x="238226" y="31814"/>
                </a:lnTo>
                <a:lnTo>
                  <a:pt x="238504" y="31690"/>
                </a:lnTo>
                <a:lnTo>
                  <a:pt x="238789" y="31573"/>
                </a:lnTo>
                <a:lnTo>
                  <a:pt x="239080" y="31466"/>
                </a:lnTo>
                <a:lnTo>
                  <a:pt x="239378" y="31367"/>
                </a:lnTo>
                <a:lnTo>
                  <a:pt x="239682" y="31276"/>
                </a:lnTo>
                <a:lnTo>
                  <a:pt x="239994" y="31195"/>
                </a:lnTo>
                <a:lnTo>
                  <a:pt x="240312" y="31121"/>
                </a:lnTo>
                <a:lnTo>
                  <a:pt x="240636" y="31057"/>
                </a:lnTo>
                <a:lnTo>
                  <a:pt x="240968" y="31001"/>
                </a:lnTo>
                <a:lnTo>
                  <a:pt x="241306" y="30953"/>
                </a:lnTo>
                <a:lnTo>
                  <a:pt x="241650" y="30915"/>
                </a:lnTo>
                <a:lnTo>
                  <a:pt x="242002" y="30885"/>
                </a:lnTo>
                <a:lnTo>
                  <a:pt x="242360" y="30863"/>
                </a:lnTo>
                <a:lnTo>
                  <a:pt x="242725" y="30850"/>
                </a:lnTo>
                <a:lnTo>
                  <a:pt x="243096" y="30846"/>
                </a:lnTo>
                <a:lnTo>
                  <a:pt x="243475" y="30850"/>
                </a:lnTo>
                <a:lnTo>
                  <a:pt x="243847" y="30863"/>
                </a:lnTo>
                <a:lnTo>
                  <a:pt x="244211" y="30885"/>
                </a:lnTo>
                <a:lnTo>
                  <a:pt x="244569" y="30915"/>
                </a:lnTo>
                <a:lnTo>
                  <a:pt x="244919" y="30953"/>
                </a:lnTo>
                <a:lnTo>
                  <a:pt x="245262" y="31001"/>
                </a:lnTo>
                <a:lnTo>
                  <a:pt x="245598" y="31057"/>
                </a:lnTo>
                <a:lnTo>
                  <a:pt x="245927" y="31121"/>
                </a:lnTo>
                <a:lnTo>
                  <a:pt x="246248" y="31195"/>
                </a:lnTo>
                <a:lnTo>
                  <a:pt x="246563" y="31276"/>
                </a:lnTo>
                <a:lnTo>
                  <a:pt x="246870" y="31367"/>
                </a:lnTo>
                <a:lnTo>
                  <a:pt x="247170" y="31466"/>
                </a:lnTo>
                <a:lnTo>
                  <a:pt x="247463" y="31573"/>
                </a:lnTo>
                <a:lnTo>
                  <a:pt x="247748" y="31690"/>
                </a:lnTo>
                <a:lnTo>
                  <a:pt x="248027" y="31814"/>
                </a:lnTo>
                <a:lnTo>
                  <a:pt x="248298" y="31948"/>
                </a:lnTo>
                <a:lnTo>
                  <a:pt x="248563" y="32090"/>
                </a:lnTo>
                <a:lnTo>
                  <a:pt x="248819" y="32241"/>
                </a:lnTo>
                <a:lnTo>
                  <a:pt x="249069" y="32400"/>
                </a:lnTo>
                <a:lnTo>
                  <a:pt x="249312" y="32568"/>
                </a:lnTo>
                <a:lnTo>
                  <a:pt x="249547" y="32744"/>
                </a:lnTo>
                <a:lnTo>
                  <a:pt x="249776" y="32929"/>
                </a:lnTo>
                <a:lnTo>
                  <a:pt x="249997" y="33123"/>
                </a:lnTo>
                <a:lnTo>
                  <a:pt x="250211" y="33325"/>
                </a:lnTo>
                <a:lnTo>
                  <a:pt x="250417" y="33536"/>
                </a:lnTo>
                <a:lnTo>
                  <a:pt x="250614" y="33755"/>
                </a:lnTo>
                <a:lnTo>
                  <a:pt x="250802" y="33982"/>
                </a:lnTo>
                <a:lnTo>
                  <a:pt x="250982" y="34218"/>
                </a:lnTo>
                <a:lnTo>
                  <a:pt x="251153" y="34461"/>
                </a:lnTo>
                <a:lnTo>
                  <a:pt x="251315" y="34713"/>
                </a:lnTo>
                <a:lnTo>
                  <a:pt x="251469" y="34974"/>
                </a:lnTo>
                <a:lnTo>
                  <a:pt x="251613" y="35243"/>
                </a:lnTo>
                <a:lnTo>
                  <a:pt x="251749" y="35519"/>
                </a:lnTo>
                <a:lnTo>
                  <a:pt x="251876" y="35805"/>
                </a:lnTo>
                <a:lnTo>
                  <a:pt x="251994" y="36098"/>
                </a:lnTo>
                <a:lnTo>
                  <a:pt x="252104" y="36400"/>
                </a:lnTo>
                <a:lnTo>
                  <a:pt x="252205" y="36710"/>
                </a:lnTo>
                <a:lnTo>
                  <a:pt x="252297" y="37029"/>
                </a:lnTo>
                <a:lnTo>
                  <a:pt x="252380" y="37355"/>
                </a:lnTo>
                <a:lnTo>
                  <a:pt x="252455" y="37690"/>
                </a:lnTo>
                <a:lnTo>
                  <a:pt x="252520" y="38033"/>
                </a:lnTo>
                <a:lnTo>
                  <a:pt x="252577" y="38385"/>
                </a:lnTo>
                <a:lnTo>
                  <a:pt x="252625" y="38745"/>
                </a:lnTo>
                <a:lnTo>
                  <a:pt x="252665" y="39113"/>
                </a:lnTo>
                <a:lnTo>
                  <a:pt x="252696" y="39489"/>
                </a:lnTo>
                <a:lnTo>
                  <a:pt x="252717" y="39874"/>
                </a:lnTo>
                <a:lnTo>
                  <a:pt x="252731" y="40267"/>
                </a:lnTo>
                <a:lnTo>
                  <a:pt x="252735" y="40668"/>
                </a:lnTo>
                <a:lnTo>
                  <a:pt x="252735" y="53154"/>
                </a:lnTo>
                <a:lnTo>
                  <a:pt x="252731" y="53548"/>
                </a:lnTo>
                <a:lnTo>
                  <a:pt x="252717" y="53934"/>
                </a:lnTo>
                <a:lnTo>
                  <a:pt x="252696" y="54312"/>
                </a:lnTo>
                <a:lnTo>
                  <a:pt x="252665" y="54683"/>
                </a:lnTo>
                <a:lnTo>
                  <a:pt x="252625" y="55045"/>
                </a:lnTo>
                <a:lnTo>
                  <a:pt x="252577" y="55400"/>
                </a:lnTo>
                <a:lnTo>
                  <a:pt x="252520" y="55747"/>
                </a:lnTo>
                <a:lnTo>
                  <a:pt x="252455" y="56086"/>
                </a:lnTo>
                <a:lnTo>
                  <a:pt x="252380" y="56418"/>
                </a:lnTo>
                <a:lnTo>
                  <a:pt x="252297" y="56741"/>
                </a:lnTo>
                <a:lnTo>
                  <a:pt x="252205" y="57057"/>
                </a:lnTo>
                <a:lnTo>
                  <a:pt x="252104" y="57365"/>
                </a:lnTo>
                <a:lnTo>
                  <a:pt x="251994" y="57665"/>
                </a:lnTo>
                <a:lnTo>
                  <a:pt x="251876" y="57958"/>
                </a:lnTo>
                <a:lnTo>
                  <a:pt x="251749" y="58242"/>
                </a:lnTo>
                <a:lnTo>
                  <a:pt x="251613" y="58519"/>
                </a:lnTo>
                <a:lnTo>
                  <a:pt x="251469" y="58788"/>
                </a:lnTo>
                <a:lnTo>
                  <a:pt x="251315" y="59049"/>
                </a:lnTo>
                <a:lnTo>
                  <a:pt x="251153" y="59303"/>
                </a:lnTo>
                <a:lnTo>
                  <a:pt x="250982" y="59548"/>
                </a:lnTo>
                <a:lnTo>
                  <a:pt x="250802" y="59786"/>
                </a:lnTo>
                <a:lnTo>
                  <a:pt x="250614" y="60016"/>
                </a:lnTo>
                <a:lnTo>
                  <a:pt x="250417" y="60238"/>
                </a:lnTo>
                <a:lnTo>
                  <a:pt x="250211" y="60452"/>
                </a:lnTo>
                <a:lnTo>
                  <a:pt x="249997" y="60658"/>
                </a:lnTo>
                <a:lnTo>
                  <a:pt x="249776" y="60855"/>
                </a:lnTo>
                <a:lnTo>
                  <a:pt x="249547" y="61044"/>
                </a:lnTo>
                <a:lnTo>
                  <a:pt x="249312" y="61223"/>
                </a:lnTo>
                <a:lnTo>
                  <a:pt x="249069" y="61394"/>
                </a:lnTo>
                <a:lnTo>
                  <a:pt x="248819" y="61556"/>
                </a:lnTo>
                <a:lnTo>
                  <a:pt x="248563" y="61710"/>
                </a:lnTo>
                <a:lnTo>
                  <a:pt x="248298" y="61854"/>
                </a:lnTo>
                <a:lnTo>
                  <a:pt x="248027" y="61990"/>
                </a:lnTo>
                <a:lnTo>
                  <a:pt x="247748" y="62117"/>
                </a:lnTo>
                <a:lnTo>
                  <a:pt x="247463" y="62236"/>
                </a:lnTo>
                <a:lnTo>
                  <a:pt x="247170" y="62345"/>
                </a:lnTo>
                <a:lnTo>
                  <a:pt x="246870" y="62446"/>
                </a:lnTo>
                <a:lnTo>
                  <a:pt x="246563" y="62538"/>
                </a:lnTo>
                <a:lnTo>
                  <a:pt x="246248" y="62621"/>
                </a:lnTo>
                <a:lnTo>
                  <a:pt x="245927" y="62696"/>
                </a:lnTo>
                <a:lnTo>
                  <a:pt x="245598" y="62761"/>
                </a:lnTo>
                <a:lnTo>
                  <a:pt x="245262" y="62818"/>
                </a:lnTo>
                <a:lnTo>
                  <a:pt x="244919" y="62867"/>
                </a:lnTo>
                <a:lnTo>
                  <a:pt x="244569" y="62906"/>
                </a:lnTo>
                <a:lnTo>
                  <a:pt x="244211" y="62937"/>
                </a:lnTo>
                <a:lnTo>
                  <a:pt x="243847" y="62959"/>
                </a:lnTo>
                <a:lnTo>
                  <a:pt x="243475" y="62972"/>
                </a:lnTo>
                <a:lnTo>
                  <a:pt x="243096" y="62976"/>
                </a:lnTo>
                <a:lnTo>
                  <a:pt x="242725" y="62972"/>
                </a:lnTo>
                <a:lnTo>
                  <a:pt x="242360" y="62959"/>
                </a:lnTo>
                <a:lnTo>
                  <a:pt x="242002" y="62937"/>
                </a:lnTo>
                <a:lnTo>
                  <a:pt x="241650" y="62906"/>
                </a:lnTo>
                <a:lnTo>
                  <a:pt x="241306" y="62867"/>
                </a:lnTo>
                <a:close/>
                <a:moveTo>
                  <a:pt x="81202" y="72905"/>
                </a:moveTo>
                <a:lnTo>
                  <a:pt x="81829" y="72831"/>
                </a:lnTo>
                <a:lnTo>
                  <a:pt x="82447" y="72743"/>
                </a:lnTo>
                <a:lnTo>
                  <a:pt x="83057" y="72641"/>
                </a:lnTo>
                <a:lnTo>
                  <a:pt x="83658" y="72526"/>
                </a:lnTo>
                <a:lnTo>
                  <a:pt x="84251" y="72397"/>
                </a:lnTo>
                <a:lnTo>
                  <a:pt x="84836" y="72255"/>
                </a:lnTo>
                <a:lnTo>
                  <a:pt x="85412" y="72099"/>
                </a:lnTo>
                <a:lnTo>
                  <a:pt x="85980" y="71930"/>
                </a:lnTo>
                <a:lnTo>
                  <a:pt x="86539" y="71747"/>
                </a:lnTo>
                <a:lnTo>
                  <a:pt x="87090" y="71551"/>
                </a:lnTo>
                <a:lnTo>
                  <a:pt x="87632" y="71341"/>
                </a:lnTo>
                <a:lnTo>
                  <a:pt x="88166" y="71117"/>
                </a:lnTo>
                <a:lnTo>
                  <a:pt x="88691" y="70880"/>
                </a:lnTo>
                <a:lnTo>
                  <a:pt x="89208" y="70630"/>
                </a:lnTo>
                <a:lnTo>
                  <a:pt x="89716" y="70365"/>
                </a:lnTo>
                <a:lnTo>
                  <a:pt x="90217" y="70088"/>
                </a:lnTo>
                <a:lnTo>
                  <a:pt x="90708" y="69797"/>
                </a:lnTo>
                <a:lnTo>
                  <a:pt x="91191" y="69492"/>
                </a:lnTo>
                <a:lnTo>
                  <a:pt x="91666" y="69173"/>
                </a:lnTo>
                <a:lnTo>
                  <a:pt x="92129" y="68844"/>
                </a:lnTo>
                <a:lnTo>
                  <a:pt x="92576" y="68505"/>
                </a:lnTo>
                <a:lnTo>
                  <a:pt x="93009" y="68157"/>
                </a:lnTo>
                <a:lnTo>
                  <a:pt x="93427" y="67800"/>
                </a:lnTo>
                <a:lnTo>
                  <a:pt x="93829" y="67434"/>
                </a:lnTo>
                <a:lnTo>
                  <a:pt x="94216" y="67059"/>
                </a:lnTo>
                <a:lnTo>
                  <a:pt x="94588" y="66675"/>
                </a:lnTo>
                <a:lnTo>
                  <a:pt x="94945" y="66282"/>
                </a:lnTo>
                <a:lnTo>
                  <a:pt x="95287" y="65879"/>
                </a:lnTo>
                <a:lnTo>
                  <a:pt x="95613" y="65468"/>
                </a:lnTo>
                <a:lnTo>
                  <a:pt x="95925" y="65048"/>
                </a:lnTo>
                <a:lnTo>
                  <a:pt x="96221" y="64618"/>
                </a:lnTo>
                <a:lnTo>
                  <a:pt x="96503" y="64179"/>
                </a:lnTo>
                <a:lnTo>
                  <a:pt x="96769" y="63732"/>
                </a:lnTo>
                <a:lnTo>
                  <a:pt x="97020" y="63275"/>
                </a:lnTo>
                <a:lnTo>
                  <a:pt x="97255" y="62809"/>
                </a:lnTo>
                <a:lnTo>
                  <a:pt x="97476" y="62334"/>
                </a:lnTo>
                <a:lnTo>
                  <a:pt x="97682" y="61850"/>
                </a:lnTo>
                <a:lnTo>
                  <a:pt x="97872" y="61356"/>
                </a:lnTo>
                <a:lnTo>
                  <a:pt x="98047" y="60854"/>
                </a:lnTo>
                <a:lnTo>
                  <a:pt x="98207" y="60343"/>
                </a:lnTo>
                <a:lnTo>
                  <a:pt x="98352" y="59822"/>
                </a:lnTo>
                <a:lnTo>
                  <a:pt x="98482" y="59293"/>
                </a:lnTo>
                <a:lnTo>
                  <a:pt x="98597" y="58754"/>
                </a:lnTo>
                <a:lnTo>
                  <a:pt x="87305" y="58754"/>
                </a:lnTo>
                <a:lnTo>
                  <a:pt x="87249" y="58966"/>
                </a:lnTo>
                <a:lnTo>
                  <a:pt x="87186" y="59174"/>
                </a:lnTo>
                <a:lnTo>
                  <a:pt x="87117" y="59377"/>
                </a:lnTo>
                <a:lnTo>
                  <a:pt x="87042" y="59577"/>
                </a:lnTo>
                <a:lnTo>
                  <a:pt x="86962" y="59771"/>
                </a:lnTo>
                <a:lnTo>
                  <a:pt x="86875" y="59962"/>
                </a:lnTo>
                <a:lnTo>
                  <a:pt x="86782" y="60148"/>
                </a:lnTo>
                <a:lnTo>
                  <a:pt x="86683" y="60330"/>
                </a:lnTo>
                <a:lnTo>
                  <a:pt x="86578" y="60508"/>
                </a:lnTo>
                <a:lnTo>
                  <a:pt x="86467" y="60681"/>
                </a:lnTo>
                <a:lnTo>
                  <a:pt x="86349" y="60850"/>
                </a:lnTo>
                <a:lnTo>
                  <a:pt x="86226" y="61015"/>
                </a:lnTo>
                <a:lnTo>
                  <a:pt x="86097" y="61175"/>
                </a:lnTo>
                <a:lnTo>
                  <a:pt x="85962" y="61331"/>
                </a:lnTo>
                <a:lnTo>
                  <a:pt x="85820" y="61483"/>
                </a:lnTo>
                <a:lnTo>
                  <a:pt x="85673" y="61630"/>
                </a:lnTo>
                <a:lnTo>
                  <a:pt x="85519" y="61774"/>
                </a:lnTo>
                <a:lnTo>
                  <a:pt x="85360" y="61913"/>
                </a:lnTo>
                <a:lnTo>
                  <a:pt x="85194" y="62047"/>
                </a:lnTo>
                <a:lnTo>
                  <a:pt x="85022" y="62177"/>
                </a:lnTo>
                <a:lnTo>
                  <a:pt x="84845" y="62303"/>
                </a:lnTo>
                <a:lnTo>
                  <a:pt x="84661" y="62425"/>
                </a:lnTo>
                <a:lnTo>
                  <a:pt x="84471" y="62542"/>
                </a:lnTo>
                <a:lnTo>
                  <a:pt x="84275" y="62655"/>
                </a:lnTo>
                <a:lnTo>
                  <a:pt x="84074" y="62764"/>
                </a:lnTo>
                <a:lnTo>
                  <a:pt x="83867" y="62868"/>
                </a:lnTo>
                <a:lnTo>
                  <a:pt x="83656" y="62967"/>
                </a:lnTo>
                <a:lnTo>
                  <a:pt x="83439" y="63062"/>
                </a:lnTo>
                <a:lnTo>
                  <a:pt x="83217" y="63152"/>
                </a:lnTo>
                <a:lnTo>
                  <a:pt x="82990" y="63238"/>
                </a:lnTo>
                <a:lnTo>
                  <a:pt x="82758" y="63318"/>
                </a:lnTo>
                <a:lnTo>
                  <a:pt x="82521" y="63395"/>
                </a:lnTo>
                <a:lnTo>
                  <a:pt x="82279" y="63466"/>
                </a:lnTo>
                <a:lnTo>
                  <a:pt x="82031" y="63533"/>
                </a:lnTo>
                <a:lnTo>
                  <a:pt x="81779" y="63596"/>
                </a:lnTo>
                <a:lnTo>
                  <a:pt x="81521" y="63654"/>
                </a:lnTo>
                <a:lnTo>
                  <a:pt x="81259" y="63707"/>
                </a:lnTo>
                <a:lnTo>
                  <a:pt x="80991" y="63755"/>
                </a:lnTo>
                <a:lnTo>
                  <a:pt x="80718" y="63799"/>
                </a:lnTo>
                <a:lnTo>
                  <a:pt x="80440" y="63838"/>
                </a:lnTo>
                <a:lnTo>
                  <a:pt x="80157" y="63873"/>
                </a:lnTo>
                <a:lnTo>
                  <a:pt x="79869" y="63903"/>
                </a:lnTo>
                <a:lnTo>
                  <a:pt x="79576" y="63928"/>
                </a:lnTo>
                <a:lnTo>
                  <a:pt x="79277" y="63949"/>
                </a:lnTo>
                <a:lnTo>
                  <a:pt x="78974" y="63965"/>
                </a:lnTo>
                <a:lnTo>
                  <a:pt x="78665" y="63977"/>
                </a:lnTo>
                <a:lnTo>
                  <a:pt x="78352" y="63984"/>
                </a:lnTo>
                <a:lnTo>
                  <a:pt x="78033" y="63986"/>
                </a:lnTo>
                <a:lnTo>
                  <a:pt x="77617" y="63981"/>
                </a:lnTo>
                <a:lnTo>
                  <a:pt x="77209" y="63967"/>
                </a:lnTo>
                <a:lnTo>
                  <a:pt x="76809" y="63944"/>
                </a:lnTo>
                <a:lnTo>
                  <a:pt x="76419" y="63911"/>
                </a:lnTo>
                <a:lnTo>
                  <a:pt x="76037" y="63869"/>
                </a:lnTo>
                <a:lnTo>
                  <a:pt x="75663" y="63817"/>
                </a:lnTo>
                <a:lnTo>
                  <a:pt x="75298" y="63756"/>
                </a:lnTo>
                <a:lnTo>
                  <a:pt x="74942" y="63685"/>
                </a:lnTo>
                <a:lnTo>
                  <a:pt x="74594" y="63605"/>
                </a:lnTo>
                <a:lnTo>
                  <a:pt x="74255" y="63516"/>
                </a:lnTo>
                <a:lnTo>
                  <a:pt x="73925" y="63417"/>
                </a:lnTo>
                <a:lnTo>
                  <a:pt x="73603" y="63309"/>
                </a:lnTo>
                <a:lnTo>
                  <a:pt x="73290" y="63192"/>
                </a:lnTo>
                <a:lnTo>
                  <a:pt x="72985" y="63065"/>
                </a:lnTo>
                <a:lnTo>
                  <a:pt x="72689" y="62928"/>
                </a:lnTo>
                <a:lnTo>
                  <a:pt x="72402" y="62783"/>
                </a:lnTo>
                <a:lnTo>
                  <a:pt x="72123" y="62628"/>
                </a:lnTo>
                <a:lnTo>
                  <a:pt x="71853" y="62463"/>
                </a:lnTo>
                <a:lnTo>
                  <a:pt x="71591" y="62289"/>
                </a:lnTo>
                <a:lnTo>
                  <a:pt x="71338" y="62106"/>
                </a:lnTo>
                <a:lnTo>
                  <a:pt x="71094" y="61913"/>
                </a:lnTo>
                <a:lnTo>
                  <a:pt x="70858" y="61711"/>
                </a:lnTo>
                <a:lnTo>
                  <a:pt x="70631" y="61499"/>
                </a:lnTo>
                <a:lnTo>
                  <a:pt x="70413" y="61278"/>
                </a:lnTo>
                <a:lnTo>
                  <a:pt x="70203" y="61048"/>
                </a:lnTo>
                <a:lnTo>
                  <a:pt x="70002" y="60809"/>
                </a:lnTo>
                <a:lnTo>
                  <a:pt x="69810" y="60561"/>
                </a:lnTo>
                <a:lnTo>
                  <a:pt x="69627" y="60303"/>
                </a:lnTo>
                <a:lnTo>
                  <a:pt x="69453" y="60037"/>
                </a:lnTo>
                <a:lnTo>
                  <a:pt x="69288" y="59761"/>
                </a:lnTo>
                <a:lnTo>
                  <a:pt x="69132" y="59476"/>
                </a:lnTo>
                <a:lnTo>
                  <a:pt x="68985" y="59183"/>
                </a:lnTo>
                <a:lnTo>
                  <a:pt x="68846" y="58880"/>
                </a:lnTo>
                <a:lnTo>
                  <a:pt x="68717" y="58568"/>
                </a:lnTo>
                <a:lnTo>
                  <a:pt x="68596" y="58247"/>
                </a:lnTo>
                <a:lnTo>
                  <a:pt x="68485" y="57916"/>
                </a:lnTo>
                <a:lnTo>
                  <a:pt x="68382" y="57577"/>
                </a:lnTo>
                <a:lnTo>
                  <a:pt x="68289" y="57229"/>
                </a:lnTo>
                <a:lnTo>
                  <a:pt x="68204" y="56872"/>
                </a:lnTo>
                <a:lnTo>
                  <a:pt x="68128" y="56505"/>
                </a:lnTo>
                <a:lnTo>
                  <a:pt x="68061" y="56130"/>
                </a:lnTo>
                <a:lnTo>
                  <a:pt x="68003" y="55745"/>
                </a:lnTo>
                <a:lnTo>
                  <a:pt x="67954" y="55351"/>
                </a:lnTo>
                <a:lnTo>
                  <a:pt x="67914" y="54948"/>
                </a:lnTo>
                <a:lnTo>
                  <a:pt x="67882" y="54536"/>
                </a:lnTo>
                <a:lnTo>
                  <a:pt x="67860" y="54115"/>
                </a:lnTo>
                <a:lnTo>
                  <a:pt x="67847" y="53685"/>
                </a:lnTo>
                <a:lnTo>
                  <a:pt x="67842" y="53246"/>
                </a:lnTo>
                <a:lnTo>
                  <a:pt x="67842" y="49666"/>
                </a:lnTo>
                <a:lnTo>
                  <a:pt x="98964" y="49666"/>
                </a:lnTo>
                <a:lnTo>
                  <a:pt x="98964" y="40577"/>
                </a:lnTo>
                <a:lnTo>
                  <a:pt x="98960" y="40083"/>
                </a:lnTo>
                <a:lnTo>
                  <a:pt x="98946" y="39593"/>
                </a:lnTo>
                <a:lnTo>
                  <a:pt x="98923" y="39109"/>
                </a:lnTo>
                <a:lnTo>
                  <a:pt x="98891" y="38630"/>
                </a:lnTo>
                <a:lnTo>
                  <a:pt x="98851" y="38157"/>
                </a:lnTo>
                <a:lnTo>
                  <a:pt x="98801" y="37688"/>
                </a:lnTo>
                <a:lnTo>
                  <a:pt x="98741" y="37225"/>
                </a:lnTo>
                <a:lnTo>
                  <a:pt x="98673" y="36767"/>
                </a:lnTo>
                <a:lnTo>
                  <a:pt x="98596" y="36315"/>
                </a:lnTo>
                <a:lnTo>
                  <a:pt x="98510" y="35868"/>
                </a:lnTo>
                <a:lnTo>
                  <a:pt x="98414" y="35425"/>
                </a:lnTo>
                <a:lnTo>
                  <a:pt x="98310" y="34989"/>
                </a:lnTo>
                <a:lnTo>
                  <a:pt x="98196" y="34557"/>
                </a:lnTo>
                <a:lnTo>
                  <a:pt x="98074" y="34131"/>
                </a:lnTo>
                <a:lnTo>
                  <a:pt x="97942" y="33710"/>
                </a:lnTo>
                <a:lnTo>
                  <a:pt x="97801" y="33294"/>
                </a:lnTo>
                <a:lnTo>
                  <a:pt x="97651" y="32884"/>
                </a:lnTo>
                <a:lnTo>
                  <a:pt x="97492" y="32479"/>
                </a:lnTo>
                <a:lnTo>
                  <a:pt x="97324" y="32079"/>
                </a:lnTo>
                <a:lnTo>
                  <a:pt x="97147" y="31684"/>
                </a:lnTo>
                <a:lnTo>
                  <a:pt x="96961" y="31295"/>
                </a:lnTo>
                <a:lnTo>
                  <a:pt x="96765" y="30911"/>
                </a:lnTo>
                <a:lnTo>
                  <a:pt x="96561" y="30532"/>
                </a:lnTo>
                <a:lnTo>
                  <a:pt x="96347" y="30158"/>
                </a:lnTo>
                <a:lnTo>
                  <a:pt x="96126" y="29790"/>
                </a:lnTo>
                <a:lnTo>
                  <a:pt x="95897" y="29430"/>
                </a:lnTo>
                <a:lnTo>
                  <a:pt x="95661" y="29076"/>
                </a:lnTo>
                <a:lnTo>
                  <a:pt x="95417" y="28729"/>
                </a:lnTo>
                <a:lnTo>
                  <a:pt x="95166" y="28388"/>
                </a:lnTo>
                <a:lnTo>
                  <a:pt x="94908" y="28055"/>
                </a:lnTo>
                <a:lnTo>
                  <a:pt x="94642" y="27728"/>
                </a:lnTo>
                <a:lnTo>
                  <a:pt x="94369" y="27409"/>
                </a:lnTo>
                <a:lnTo>
                  <a:pt x="94089" y="27096"/>
                </a:lnTo>
                <a:lnTo>
                  <a:pt x="93801" y="26790"/>
                </a:lnTo>
                <a:lnTo>
                  <a:pt x="93506" y="26491"/>
                </a:lnTo>
                <a:lnTo>
                  <a:pt x="93204" y="26199"/>
                </a:lnTo>
                <a:lnTo>
                  <a:pt x="92894" y="25913"/>
                </a:lnTo>
                <a:lnTo>
                  <a:pt x="92577" y="25635"/>
                </a:lnTo>
                <a:lnTo>
                  <a:pt x="92253" y="25363"/>
                </a:lnTo>
                <a:lnTo>
                  <a:pt x="91921" y="25098"/>
                </a:lnTo>
                <a:lnTo>
                  <a:pt x="91582" y="24840"/>
                </a:lnTo>
                <a:lnTo>
                  <a:pt x="91235" y="24589"/>
                </a:lnTo>
                <a:lnTo>
                  <a:pt x="90882" y="24345"/>
                </a:lnTo>
                <a:lnTo>
                  <a:pt x="90521" y="24108"/>
                </a:lnTo>
                <a:lnTo>
                  <a:pt x="90152" y="23877"/>
                </a:lnTo>
                <a:lnTo>
                  <a:pt x="89776" y="23654"/>
                </a:lnTo>
                <a:lnTo>
                  <a:pt x="89393" y="23437"/>
                </a:lnTo>
                <a:lnTo>
                  <a:pt x="89003" y="23227"/>
                </a:lnTo>
                <a:lnTo>
                  <a:pt x="88606" y="23025"/>
                </a:lnTo>
                <a:lnTo>
                  <a:pt x="88204" y="22831"/>
                </a:lnTo>
                <a:lnTo>
                  <a:pt x="87796" y="22646"/>
                </a:lnTo>
                <a:lnTo>
                  <a:pt x="87382" y="22469"/>
                </a:lnTo>
                <a:lnTo>
                  <a:pt x="86963" y="22301"/>
                </a:lnTo>
                <a:lnTo>
                  <a:pt x="86539" y="22142"/>
                </a:lnTo>
                <a:lnTo>
                  <a:pt x="86108" y="21991"/>
                </a:lnTo>
                <a:lnTo>
                  <a:pt x="85673" y="21849"/>
                </a:lnTo>
                <a:lnTo>
                  <a:pt x="85231" y="21716"/>
                </a:lnTo>
                <a:lnTo>
                  <a:pt x="84784" y="21591"/>
                </a:lnTo>
                <a:lnTo>
                  <a:pt x="84332" y="21475"/>
                </a:lnTo>
                <a:lnTo>
                  <a:pt x="83874" y="21367"/>
                </a:lnTo>
                <a:lnTo>
                  <a:pt x="83410" y="21268"/>
                </a:lnTo>
                <a:lnTo>
                  <a:pt x="82941" y="21178"/>
                </a:lnTo>
                <a:lnTo>
                  <a:pt x="82466" y="21096"/>
                </a:lnTo>
                <a:lnTo>
                  <a:pt x="81985" y="21023"/>
                </a:lnTo>
                <a:lnTo>
                  <a:pt x="81499" y="20958"/>
                </a:lnTo>
                <a:lnTo>
                  <a:pt x="81008" y="20902"/>
                </a:lnTo>
                <a:lnTo>
                  <a:pt x="80510" y="20855"/>
                </a:lnTo>
                <a:lnTo>
                  <a:pt x="80008" y="20816"/>
                </a:lnTo>
                <a:lnTo>
                  <a:pt x="79499" y="20786"/>
                </a:lnTo>
                <a:lnTo>
                  <a:pt x="78985" y="20765"/>
                </a:lnTo>
                <a:lnTo>
                  <a:pt x="78466" y="20752"/>
                </a:lnTo>
                <a:lnTo>
                  <a:pt x="77941" y="20747"/>
                </a:lnTo>
                <a:lnTo>
                  <a:pt x="77408" y="20752"/>
                </a:lnTo>
                <a:lnTo>
                  <a:pt x="76881" y="20765"/>
                </a:lnTo>
                <a:lnTo>
                  <a:pt x="76360" y="20786"/>
                </a:lnTo>
                <a:lnTo>
                  <a:pt x="75845" y="20816"/>
                </a:lnTo>
                <a:lnTo>
                  <a:pt x="75335" y="20855"/>
                </a:lnTo>
                <a:lnTo>
                  <a:pt x="74831" y="20902"/>
                </a:lnTo>
                <a:lnTo>
                  <a:pt x="74333" y="20958"/>
                </a:lnTo>
                <a:lnTo>
                  <a:pt x="73841" y="21023"/>
                </a:lnTo>
                <a:lnTo>
                  <a:pt x="73354" y="21096"/>
                </a:lnTo>
                <a:lnTo>
                  <a:pt x="72873" y="21178"/>
                </a:lnTo>
                <a:lnTo>
                  <a:pt x="72398" y="21268"/>
                </a:lnTo>
                <a:lnTo>
                  <a:pt x="71928" y="21367"/>
                </a:lnTo>
                <a:lnTo>
                  <a:pt x="71464" y="21475"/>
                </a:lnTo>
                <a:lnTo>
                  <a:pt x="71006" y="21591"/>
                </a:lnTo>
                <a:lnTo>
                  <a:pt x="70554" y="21716"/>
                </a:lnTo>
                <a:lnTo>
                  <a:pt x="70107" y="21849"/>
                </a:lnTo>
                <a:lnTo>
                  <a:pt x="69667" y="21991"/>
                </a:lnTo>
                <a:lnTo>
                  <a:pt x="69231" y="22142"/>
                </a:lnTo>
                <a:lnTo>
                  <a:pt x="68802" y="22301"/>
                </a:lnTo>
                <a:lnTo>
                  <a:pt x="68378" y="22469"/>
                </a:lnTo>
                <a:lnTo>
                  <a:pt x="67961" y="22646"/>
                </a:lnTo>
                <a:lnTo>
                  <a:pt x="67548" y="22831"/>
                </a:lnTo>
                <a:lnTo>
                  <a:pt x="67142" y="23025"/>
                </a:lnTo>
                <a:lnTo>
                  <a:pt x="66741" y="23227"/>
                </a:lnTo>
                <a:lnTo>
                  <a:pt x="66347" y="23437"/>
                </a:lnTo>
                <a:lnTo>
                  <a:pt x="65961" y="23654"/>
                </a:lnTo>
                <a:lnTo>
                  <a:pt x="65581" y="23877"/>
                </a:lnTo>
                <a:lnTo>
                  <a:pt x="65210" y="24108"/>
                </a:lnTo>
                <a:lnTo>
                  <a:pt x="64846" y="24345"/>
                </a:lnTo>
                <a:lnTo>
                  <a:pt x="64489" y="24589"/>
                </a:lnTo>
                <a:lnTo>
                  <a:pt x="64140" y="24840"/>
                </a:lnTo>
                <a:lnTo>
                  <a:pt x="63798" y="25098"/>
                </a:lnTo>
                <a:lnTo>
                  <a:pt x="63464" y="25363"/>
                </a:lnTo>
                <a:lnTo>
                  <a:pt x="63137" y="25635"/>
                </a:lnTo>
                <a:lnTo>
                  <a:pt x="62818" y="25913"/>
                </a:lnTo>
                <a:lnTo>
                  <a:pt x="62507" y="26199"/>
                </a:lnTo>
                <a:lnTo>
                  <a:pt x="62202" y="26491"/>
                </a:lnTo>
                <a:lnTo>
                  <a:pt x="61906" y="26790"/>
                </a:lnTo>
                <a:lnTo>
                  <a:pt x="61616" y="27096"/>
                </a:lnTo>
                <a:lnTo>
                  <a:pt x="61335" y="27409"/>
                </a:lnTo>
                <a:lnTo>
                  <a:pt x="61061" y="27728"/>
                </a:lnTo>
                <a:lnTo>
                  <a:pt x="60794" y="28055"/>
                </a:lnTo>
                <a:lnTo>
                  <a:pt x="60535" y="28388"/>
                </a:lnTo>
                <a:lnTo>
                  <a:pt x="60283" y="28729"/>
                </a:lnTo>
                <a:lnTo>
                  <a:pt x="60038" y="29076"/>
                </a:lnTo>
                <a:lnTo>
                  <a:pt x="59802" y="29430"/>
                </a:lnTo>
                <a:lnTo>
                  <a:pt x="59572" y="29790"/>
                </a:lnTo>
                <a:lnTo>
                  <a:pt x="59351" y="30158"/>
                </a:lnTo>
                <a:lnTo>
                  <a:pt x="59137" y="30532"/>
                </a:lnTo>
                <a:lnTo>
                  <a:pt x="58933" y="30911"/>
                </a:lnTo>
                <a:lnTo>
                  <a:pt x="58738" y="31295"/>
                </a:lnTo>
                <a:lnTo>
                  <a:pt x="58551" y="31684"/>
                </a:lnTo>
                <a:lnTo>
                  <a:pt x="58374" y="32079"/>
                </a:lnTo>
                <a:lnTo>
                  <a:pt x="58206" y="32479"/>
                </a:lnTo>
                <a:lnTo>
                  <a:pt x="58047" y="32884"/>
                </a:lnTo>
                <a:lnTo>
                  <a:pt x="57898" y="33294"/>
                </a:lnTo>
                <a:lnTo>
                  <a:pt x="57757" y="33710"/>
                </a:lnTo>
                <a:lnTo>
                  <a:pt x="57625" y="34131"/>
                </a:lnTo>
                <a:lnTo>
                  <a:pt x="57503" y="34557"/>
                </a:lnTo>
                <a:lnTo>
                  <a:pt x="57389" y="34989"/>
                </a:lnTo>
                <a:lnTo>
                  <a:pt x="57285" y="35425"/>
                </a:lnTo>
                <a:lnTo>
                  <a:pt x="57189" y="35868"/>
                </a:lnTo>
                <a:lnTo>
                  <a:pt x="57103" y="36315"/>
                </a:lnTo>
                <a:lnTo>
                  <a:pt x="57026" y="36767"/>
                </a:lnTo>
                <a:lnTo>
                  <a:pt x="56958" y="37225"/>
                </a:lnTo>
                <a:lnTo>
                  <a:pt x="56899" y="37688"/>
                </a:lnTo>
                <a:lnTo>
                  <a:pt x="56849" y="38157"/>
                </a:lnTo>
                <a:lnTo>
                  <a:pt x="56808" y="38630"/>
                </a:lnTo>
                <a:lnTo>
                  <a:pt x="56776" y="39109"/>
                </a:lnTo>
                <a:lnTo>
                  <a:pt x="56753" y="39593"/>
                </a:lnTo>
                <a:lnTo>
                  <a:pt x="56740" y="40083"/>
                </a:lnTo>
                <a:lnTo>
                  <a:pt x="56735" y="40577"/>
                </a:lnTo>
                <a:lnTo>
                  <a:pt x="56735" y="53246"/>
                </a:lnTo>
                <a:lnTo>
                  <a:pt x="56740" y="53741"/>
                </a:lnTo>
                <a:lnTo>
                  <a:pt x="56753" y="54230"/>
                </a:lnTo>
                <a:lnTo>
                  <a:pt x="56776" y="54714"/>
                </a:lnTo>
                <a:lnTo>
                  <a:pt x="56808" y="55193"/>
                </a:lnTo>
                <a:lnTo>
                  <a:pt x="56849" y="55666"/>
                </a:lnTo>
                <a:lnTo>
                  <a:pt x="56899" y="56135"/>
                </a:lnTo>
                <a:lnTo>
                  <a:pt x="56958" y="56598"/>
                </a:lnTo>
                <a:lnTo>
                  <a:pt x="57026" y="57055"/>
                </a:lnTo>
                <a:lnTo>
                  <a:pt x="57103" y="57508"/>
                </a:lnTo>
                <a:lnTo>
                  <a:pt x="57189" y="57955"/>
                </a:lnTo>
                <a:lnTo>
                  <a:pt x="57285" y="58397"/>
                </a:lnTo>
                <a:lnTo>
                  <a:pt x="57389" y="58834"/>
                </a:lnTo>
                <a:lnTo>
                  <a:pt x="57503" y="59266"/>
                </a:lnTo>
                <a:lnTo>
                  <a:pt x="57625" y="59692"/>
                </a:lnTo>
                <a:lnTo>
                  <a:pt x="57757" y="60113"/>
                </a:lnTo>
                <a:lnTo>
                  <a:pt x="57898" y="60529"/>
                </a:lnTo>
                <a:lnTo>
                  <a:pt x="58047" y="60939"/>
                </a:lnTo>
                <a:lnTo>
                  <a:pt x="58206" y="61344"/>
                </a:lnTo>
                <a:lnTo>
                  <a:pt x="58374" y="61744"/>
                </a:lnTo>
                <a:lnTo>
                  <a:pt x="58551" y="62139"/>
                </a:lnTo>
                <a:lnTo>
                  <a:pt x="58738" y="62528"/>
                </a:lnTo>
                <a:lnTo>
                  <a:pt x="58933" y="62913"/>
                </a:lnTo>
                <a:lnTo>
                  <a:pt x="59137" y="63292"/>
                </a:lnTo>
                <a:lnTo>
                  <a:pt x="59351" y="63665"/>
                </a:lnTo>
                <a:lnTo>
                  <a:pt x="59572" y="64033"/>
                </a:lnTo>
                <a:lnTo>
                  <a:pt x="59802" y="64394"/>
                </a:lnTo>
                <a:lnTo>
                  <a:pt x="60038" y="64748"/>
                </a:lnTo>
                <a:lnTo>
                  <a:pt x="60283" y="65095"/>
                </a:lnTo>
                <a:lnTo>
                  <a:pt x="60535" y="65435"/>
                </a:lnTo>
                <a:lnTo>
                  <a:pt x="60794" y="65768"/>
                </a:lnTo>
                <a:lnTo>
                  <a:pt x="61061" y="66094"/>
                </a:lnTo>
                <a:lnTo>
                  <a:pt x="61335" y="66414"/>
                </a:lnTo>
                <a:lnTo>
                  <a:pt x="61616" y="66727"/>
                </a:lnTo>
                <a:lnTo>
                  <a:pt x="61906" y="67033"/>
                </a:lnTo>
                <a:lnTo>
                  <a:pt x="62202" y="67332"/>
                </a:lnTo>
                <a:lnTo>
                  <a:pt x="62507" y="67624"/>
                </a:lnTo>
                <a:lnTo>
                  <a:pt x="62818" y="67909"/>
                </a:lnTo>
                <a:lnTo>
                  <a:pt x="63137" y="68188"/>
                </a:lnTo>
                <a:lnTo>
                  <a:pt x="63464" y="68460"/>
                </a:lnTo>
                <a:lnTo>
                  <a:pt x="63798" y="68725"/>
                </a:lnTo>
                <a:lnTo>
                  <a:pt x="64140" y="68982"/>
                </a:lnTo>
                <a:lnTo>
                  <a:pt x="64489" y="69234"/>
                </a:lnTo>
                <a:lnTo>
                  <a:pt x="64846" y="69478"/>
                </a:lnTo>
                <a:lnTo>
                  <a:pt x="65210" y="69715"/>
                </a:lnTo>
                <a:lnTo>
                  <a:pt x="65581" y="69946"/>
                </a:lnTo>
                <a:lnTo>
                  <a:pt x="65961" y="70170"/>
                </a:lnTo>
                <a:lnTo>
                  <a:pt x="66347" y="70387"/>
                </a:lnTo>
                <a:lnTo>
                  <a:pt x="66741" y="70597"/>
                </a:lnTo>
                <a:lnTo>
                  <a:pt x="67142" y="70799"/>
                </a:lnTo>
                <a:lnTo>
                  <a:pt x="67548" y="70992"/>
                </a:lnTo>
                <a:lnTo>
                  <a:pt x="67961" y="71177"/>
                </a:lnTo>
                <a:lnTo>
                  <a:pt x="68378" y="71354"/>
                </a:lnTo>
                <a:lnTo>
                  <a:pt x="68802" y="71522"/>
                </a:lnTo>
                <a:lnTo>
                  <a:pt x="69231" y="71681"/>
                </a:lnTo>
                <a:lnTo>
                  <a:pt x="69667" y="71831"/>
                </a:lnTo>
                <a:lnTo>
                  <a:pt x="70107" y="71973"/>
                </a:lnTo>
                <a:lnTo>
                  <a:pt x="70554" y="72107"/>
                </a:lnTo>
                <a:lnTo>
                  <a:pt x="71006" y="72231"/>
                </a:lnTo>
                <a:lnTo>
                  <a:pt x="71464" y="72348"/>
                </a:lnTo>
                <a:lnTo>
                  <a:pt x="71928" y="72455"/>
                </a:lnTo>
                <a:lnTo>
                  <a:pt x="72398" y="72554"/>
                </a:lnTo>
                <a:lnTo>
                  <a:pt x="72873" y="72644"/>
                </a:lnTo>
                <a:lnTo>
                  <a:pt x="73354" y="72726"/>
                </a:lnTo>
                <a:lnTo>
                  <a:pt x="73841" y="72799"/>
                </a:lnTo>
                <a:lnTo>
                  <a:pt x="74333" y="72864"/>
                </a:lnTo>
                <a:lnTo>
                  <a:pt x="74831" y="72920"/>
                </a:lnTo>
                <a:lnTo>
                  <a:pt x="75335" y="72967"/>
                </a:lnTo>
                <a:lnTo>
                  <a:pt x="75845" y="73006"/>
                </a:lnTo>
                <a:lnTo>
                  <a:pt x="76360" y="73036"/>
                </a:lnTo>
                <a:lnTo>
                  <a:pt x="76881" y="73057"/>
                </a:lnTo>
                <a:lnTo>
                  <a:pt x="77408" y="73070"/>
                </a:lnTo>
                <a:lnTo>
                  <a:pt x="77941" y="73075"/>
                </a:lnTo>
                <a:lnTo>
                  <a:pt x="78610" y="73068"/>
                </a:lnTo>
                <a:lnTo>
                  <a:pt x="79270" y="73048"/>
                </a:lnTo>
                <a:lnTo>
                  <a:pt x="79923" y="73014"/>
                </a:lnTo>
                <a:lnTo>
                  <a:pt x="80566" y="72966"/>
                </a:lnTo>
                <a:lnTo>
                  <a:pt x="81202" y="72905"/>
                </a:lnTo>
                <a:close/>
                <a:moveTo>
                  <a:pt x="67860" y="39722"/>
                </a:moveTo>
                <a:lnTo>
                  <a:pt x="67882" y="39306"/>
                </a:lnTo>
                <a:lnTo>
                  <a:pt x="67914" y="38899"/>
                </a:lnTo>
                <a:lnTo>
                  <a:pt x="67954" y="38500"/>
                </a:lnTo>
                <a:lnTo>
                  <a:pt x="68003" y="38110"/>
                </a:lnTo>
                <a:lnTo>
                  <a:pt x="68061" y="37728"/>
                </a:lnTo>
                <a:lnTo>
                  <a:pt x="68128" y="37354"/>
                </a:lnTo>
                <a:lnTo>
                  <a:pt x="68204" y="36988"/>
                </a:lnTo>
                <a:lnTo>
                  <a:pt x="68289" y="36631"/>
                </a:lnTo>
                <a:lnTo>
                  <a:pt x="68382" y="36282"/>
                </a:lnTo>
                <a:lnTo>
                  <a:pt x="68485" y="35941"/>
                </a:lnTo>
                <a:lnTo>
                  <a:pt x="68596" y="35608"/>
                </a:lnTo>
                <a:lnTo>
                  <a:pt x="68717" y="35284"/>
                </a:lnTo>
                <a:lnTo>
                  <a:pt x="68846" y="34968"/>
                </a:lnTo>
                <a:lnTo>
                  <a:pt x="68985" y="34661"/>
                </a:lnTo>
                <a:lnTo>
                  <a:pt x="69132" y="34362"/>
                </a:lnTo>
                <a:lnTo>
                  <a:pt x="69288" y="34071"/>
                </a:lnTo>
                <a:lnTo>
                  <a:pt x="69453" y="33788"/>
                </a:lnTo>
                <a:lnTo>
                  <a:pt x="69627" y="33513"/>
                </a:lnTo>
                <a:lnTo>
                  <a:pt x="69810" y="33247"/>
                </a:lnTo>
                <a:lnTo>
                  <a:pt x="70002" y="32990"/>
                </a:lnTo>
                <a:lnTo>
                  <a:pt x="70203" y="32740"/>
                </a:lnTo>
                <a:lnTo>
                  <a:pt x="70413" y="32499"/>
                </a:lnTo>
                <a:lnTo>
                  <a:pt x="70631" y="32267"/>
                </a:lnTo>
                <a:lnTo>
                  <a:pt x="70858" y="32044"/>
                </a:lnTo>
                <a:lnTo>
                  <a:pt x="71093" y="31832"/>
                </a:lnTo>
                <a:lnTo>
                  <a:pt x="71336" y="31629"/>
                </a:lnTo>
                <a:lnTo>
                  <a:pt x="71587" y="31436"/>
                </a:lnTo>
                <a:lnTo>
                  <a:pt x="71847" y="31253"/>
                </a:lnTo>
                <a:lnTo>
                  <a:pt x="72115" y="31081"/>
                </a:lnTo>
                <a:lnTo>
                  <a:pt x="72392" y="30917"/>
                </a:lnTo>
                <a:lnTo>
                  <a:pt x="72676" y="30764"/>
                </a:lnTo>
                <a:lnTo>
                  <a:pt x="72969" y="30621"/>
                </a:lnTo>
                <a:lnTo>
                  <a:pt x="73270" y="30487"/>
                </a:lnTo>
                <a:lnTo>
                  <a:pt x="73580" y="30364"/>
                </a:lnTo>
                <a:lnTo>
                  <a:pt x="73898" y="30250"/>
                </a:lnTo>
                <a:lnTo>
                  <a:pt x="74224" y="30147"/>
                </a:lnTo>
                <a:lnTo>
                  <a:pt x="74558" y="30053"/>
                </a:lnTo>
                <a:lnTo>
                  <a:pt x="74901" y="29969"/>
                </a:lnTo>
                <a:lnTo>
                  <a:pt x="75252" y="29894"/>
                </a:lnTo>
                <a:lnTo>
                  <a:pt x="75611" y="29830"/>
                </a:lnTo>
                <a:lnTo>
                  <a:pt x="75979" y="29776"/>
                </a:lnTo>
                <a:lnTo>
                  <a:pt x="76355" y="29731"/>
                </a:lnTo>
                <a:lnTo>
                  <a:pt x="76739" y="29697"/>
                </a:lnTo>
                <a:lnTo>
                  <a:pt x="77131" y="29672"/>
                </a:lnTo>
                <a:lnTo>
                  <a:pt x="77532" y="29657"/>
                </a:lnTo>
                <a:lnTo>
                  <a:pt x="77941" y="29652"/>
                </a:lnTo>
                <a:lnTo>
                  <a:pt x="78350" y="29657"/>
                </a:lnTo>
                <a:lnTo>
                  <a:pt x="78750" y="29672"/>
                </a:lnTo>
                <a:lnTo>
                  <a:pt x="79141" y="29696"/>
                </a:lnTo>
                <a:lnTo>
                  <a:pt x="79524" y="29730"/>
                </a:lnTo>
                <a:lnTo>
                  <a:pt x="79899" y="29774"/>
                </a:lnTo>
                <a:lnTo>
                  <a:pt x="80264" y="29827"/>
                </a:lnTo>
                <a:lnTo>
                  <a:pt x="80622" y="29891"/>
                </a:lnTo>
                <a:lnTo>
                  <a:pt x="80970" y="29963"/>
                </a:lnTo>
                <a:lnTo>
                  <a:pt x="81310" y="30046"/>
                </a:lnTo>
                <a:lnTo>
                  <a:pt x="81641" y="30138"/>
                </a:lnTo>
                <a:lnTo>
                  <a:pt x="81964" y="30241"/>
                </a:lnTo>
                <a:lnTo>
                  <a:pt x="82278" y="30352"/>
                </a:lnTo>
                <a:lnTo>
                  <a:pt x="82584" y="30474"/>
                </a:lnTo>
                <a:lnTo>
                  <a:pt x="82881" y="30605"/>
                </a:lnTo>
                <a:lnTo>
                  <a:pt x="83169" y="30746"/>
                </a:lnTo>
                <a:lnTo>
                  <a:pt x="83449" y="30897"/>
                </a:lnTo>
                <a:lnTo>
                  <a:pt x="83720" y="31057"/>
                </a:lnTo>
                <a:lnTo>
                  <a:pt x="83982" y="31227"/>
                </a:lnTo>
                <a:lnTo>
                  <a:pt x="84236" y="31407"/>
                </a:lnTo>
                <a:lnTo>
                  <a:pt x="84481" y="31597"/>
                </a:lnTo>
                <a:lnTo>
                  <a:pt x="84718" y="31796"/>
                </a:lnTo>
                <a:lnTo>
                  <a:pt x="84946" y="32005"/>
                </a:lnTo>
                <a:lnTo>
                  <a:pt x="85165" y="32224"/>
                </a:lnTo>
                <a:lnTo>
                  <a:pt x="85376" y="32453"/>
                </a:lnTo>
                <a:lnTo>
                  <a:pt x="85579" y="32690"/>
                </a:lnTo>
                <a:lnTo>
                  <a:pt x="85772" y="32936"/>
                </a:lnTo>
                <a:lnTo>
                  <a:pt x="85957" y="33191"/>
                </a:lnTo>
                <a:lnTo>
                  <a:pt x="86134" y="33454"/>
                </a:lnTo>
                <a:lnTo>
                  <a:pt x="86302" y="33725"/>
                </a:lnTo>
                <a:lnTo>
                  <a:pt x="86461" y="34005"/>
                </a:lnTo>
                <a:lnTo>
                  <a:pt x="86612" y="34293"/>
                </a:lnTo>
                <a:lnTo>
                  <a:pt x="86754" y="34590"/>
                </a:lnTo>
                <a:lnTo>
                  <a:pt x="86887" y="34895"/>
                </a:lnTo>
                <a:lnTo>
                  <a:pt x="87012" y="35208"/>
                </a:lnTo>
                <a:lnTo>
                  <a:pt x="87128" y="35530"/>
                </a:lnTo>
                <a:lnTo>
                  <a:pt x="87236" y="35861"/>
                </a:lnTo>
                <a:lnTo>
                  <a:pt x="87335" y="36200"/>
                </a:lnTo>
                <a:lnTo>
                  <a:pt x="87425" y="36547"/>
                </a:lnTo>
                <a:lnTo>
                  <a:pt x="87507" y="36903"/>
                </a:lnTo>
                <a:lnTo>
                  <a:pt x="87580" y="37267"/>
                </a:lnTo>
                <a:lnTo>
                  <a:pt x="87645" y="37640"/>
                </a:lnTo>
                <a:lnTo>
                  <a:pt x="87701" y="38021"/>
                </a:lnTo>
                <a:lnTo>
                  <a:pt x="87748" y="38410"/>
                </a:lnTo>
                <a:lnTo>
                  <a:pt x="87787" y="38808"/>
                </a:lnTo>
                <a:lnTo>
                  <a:pt x="87817" y="39215"/>
                </a:lnTo>
                <a:lnTo>
                  <a:pt x="87838" y="39630"/>
                </a:lnTo>
                <a:lnTo>
                  <a:pt x="87851" y="40053"/>
                </a:lnTo>
                <a:lnTo>
                  <a:pt x="87856" y="40485"/>
                </a:lnTo>
                <a:lnTo>
                  <a:pt x="87856" y="42329"/>
                </a:lnTo>
                <a:lnTo>
                  <a:pt x="67842" y="42505"/>
                </a:lnTo>
                <a:lnTo>
                  <a:pt x="67842" y="40577"/>
                </a:lnTo>
                <a:lnTo>
                  <a:pt x="67847" y="40145"/>
                </a:lnTo>
                <a:lnTo>
                  <a:pt x="67860" y="39722"/>
                </a:lnTo>
                <a:close/>
                <a:moveTo>
                  <a:pt x="411384" y="13142"/>
                </a:moveTo>
                <a:lnTo>
                  <a:pt x="411647" y="13108"/>
                </a:lnTo>
                <a:lnTo>
                  <a:pt x="411904" y="13067"/>
                </a:lnTo>
                <a:lnTo>
                  <a:pt x="412157" y="13021"/>
                </a:lnTo>
                <a:lnTo>
                  <a:pt x="412404" y="12968"/>
                </a:lnTo>
                <a:lnTo>
                  <a:pt x="412646" y="12909"/>
                </a:lnTo>
                <a:lnTo>
                  <a:pt x="412883" y="12843"/>
                </a:lnTo>
                <a:lnTo>
                  <a:pt x="413116" y="12772"/>
                </a:lnTo>
                <a:lnTo>
                  <a:pt x="413342" y="12694"/>
                </a:lnTo>
                <a:lnTo>
                  <a:pt x="413564" y="12610"/>
                </a:lnTo>
                <a:lnTo>
                  <a:pt x="413781" y="12520"/>
                </a:lnTo>
                <a:lnTo>
                  <a:pt x="413993" y="12424"/>
                </a:lnTo>
                <a:lnTo>
                  <a:pt x="414199" y="12321"/>
                </a:lnTo>
                <a:lnTo>
                  <a:pt x="414401" y="12212"/>
                </a:lnTo>
                <a:lnTo>
                  <a:pt x="414597" y="12097"/>
                </a:lnTo>
                <a:lnTo>
                  <a:pt x="414788" y="11976"/>
                </a:lnTo>
                <a:lnTo>
                  <a:pt x="414975" y="11849"/>
                </a:lnTo>
                <a:lnTo>
                  <a:pt x="415156" y="11715"/>
                </a:lnTo>
                <a:lnTo>
                  <a:pt x="415332" y="11575"/>
                </a:lnTo>
                <a:lnTo>
                  <a:pt x="415502" y="11429"/>
                </a:lnTo>
                <a:lnTo>
                  <a:pt x="415667" y="11278"/>
                </a:lnTo>
                <a:lnTo>
                  <a:pt x="415825" y="11122"/>
                </a:lnTo>
                <a:lnTo>
                  <a:pt x="415976" y="10962"/>
                </a:lnTo>
                <a:lnTo>
                  <a:pt x="416120" y="10798"/>
                </a:lnTo>
                <a:lnTo>
                  <a:pt x="416256" y="10629"/>
                </a:lnTo>
                <a:lnTo>
                  <a:pt x="416386" y="10457"/>
                </a:lnTo>
                <a:lnTo>
                  <a:pt x="416509" y="10279"/>
                </a:lnTo>
                <a:lnTo>
                  <a:pt x="416625" y="10098"/>
                </a:lnTo>
                <a:lnTo>
                  <a:pt x="416733" y="9912"/>
                </a:lnTo>
                <a:lnTo>
                  <a:pt x="416835" y="9722"/>
                </a:lnTo>
                <a:lnTo>
                  <a:pt x="416930" y="9528"/>
                </a:lnTo>
                <a:lnTo>
                  <a:pt x="417017" y="9329"/>
                </a:lnTo>
                <a:lnTo>
                  <a:pt x="417098" y="9126"/>
                </a:lnTo>
                <a:lnTo>
                  <a:pt x="417172" y="8919"/>
                </a:lnTo>
                <a:lnTo>
                  <a:pt x="417238" y="8707"/>
                </a:lnTo>
                <a:lnTo>
                  <a:pt x="417298" y="8491"/>
                </a:lnTo>
                <a:lnTo>
                  <a:pt x="417351" y="8271"/>
                </a:lnTo>
                <a:lnTo>
                  <a:pt x="417396" y="8047"/>
                </a:lnTo>
                <a:lnTo>
                  <a:pt x="417435" y="7818"/>
                </a:lnTo>
                <a:lnTo>
                  <a:pt x="417466" y="7585"/>
                </a:lnTo>
                <a:lnTo>
                  <a:pt x="417491" y="7347"/>
                </a:lnTo>
                <a:lnTo>
                  <a:pt x="417508" y="7105"/>
                </a:lnTo>
                <a:lnTo>
                  <a:pt x="417519" y="6859"/>
                </a:lnTo>
                <a:lnTo>
                  <a:pt x="417522" y="6609"/>
                </a:lnTo>
                <a:lnTo>
                  <a:pt x="417519" y="6359"/>
                </a:lnTo>
                <a:lnTo>
                  <a:pt x="417508" y="6113"/>
                </a:lnTo>
                <a:lnTo>
                  <a:pt x="417491" y="5871"/>
                </a:lnTo>
                <a:lnTo>
                  <a:pt x="417466" y="5634"/>
                </a:lnTo>
                <a:lnTo>
                  <a:pt x="417435" y="5401"/>
                </a:lnTo>
                <a:lnTo>
                  <a:pt x="417396" y="5172"/>
                </a:lnTo>
                <a:lnTo>
                  <a:pt x="417351" y="4948"/>
                </a:lnTo>
                <a:lnTo>
                  <a:pt x="417298" y="4728"/>
                </a:lnTo>
                <a:lnTo>
                  <a:pt x="417238" y="4512"/>
                </a:lnTo>
                <a:lnTo>
                  <a:pt x="417172" y="4300"/>
                </a:lnTo>
                <a:lnTo>
                  <a:pt x="417098" y="4093"/>
                </a:lnTo>
                <a:lnTo>
                  <a:pt x="417017" y="3890"/>
                </a:lnTo>
                <a:lnTo>
                  <a:pt x="416930" y="3691"/>
                </a:lnTo>
                <a:lnTo>
                  <a:pt x="416835" y="3497"/>
                </a:lnTo>
                <a:lnTo>
                  <a:pt x="416733" y="3307"/>
                </a:lnTo>
                <a:lnTo>
                  <a:pt x="416625" y="3121"/>
                </a:lnTo>
                <a:lnTo>
                  <a:pt x="416509" y="2940"/>
                </a:lnTo>
                <a:lnTo>
                  <a:pt x="416386" y="2763"/>
                </a:lnTo>
                <a:lnTo>
                  <a:pt x="416256" y="2590"/>
                </a:lnTo>
                <a:lnTo>
                  <a:pt x="416120" y="2421"/>
                </a:lnTo>
                <a:lnTo>
                  <a:pt x="415976" y="2257"/>
                </a:lnTo>
                <a:lnTo>
                  <a:pt x="415825" y="2097"/>
                </a:lnTo>
                <a:lnTo>
                  <a:pt x="415667" y="1942"/>
                </a:lnTo>
                <a:lnTo>
                  <a:pt x="415502" y="1790"/>
                </a:lnTo>
                <a:lnTo>
                  <a:pt x="415332" y="1644"/>
                </a:lnTo>
                <a:lnTo>
                  <a:pt x="415156" y="1504"/>
                </a:lnTo>
                <a:lnTo>
                  <a:pt x="414975" y="1371"/>
                </a:lnTo>
                <a:lnTo>
                  <a:pt x="414788" y="1243"/>
                </a:lnTo>
                <a:lnTo>
                  <a:pt x="414597" y="1122"/>
                </a:lnTo>
                <a:lnTo>
                  <a:pt x="414401" y="1007"/>
                </a:lnTo>
                <a:lnTo>
                  <a:pt x="414199" y="898"/>
                </a:lnTo>
                <a:lnTo>
                  <a:pt x="413993" y="796"/>
                </a:lnTo>
                <a:lnTo>
                  <a:pt x="413781" y="699"/>
                </a:lnTo>
                <a:lnTo>
                  <a:pt x="413564" y="609"/>
                </a:lnTo>
                <a:lnTo>
                  <a:pt x="413342" y="525"/>
                </a:lnTo>
                <a:lnTo>
                  <a:pt x="413116" y="448"/>
                </a:lnTo>
                <a:lnTo>
                  <a:pt x="412883" y="376"/>
                </a:lnTo>
                <a:lnTo>
                  <a:pt x="412646" y="311"/>
                </a:lnTo>
                <a:lnTo>
                  <a:pt x="412404" y="252"/>
                </a:lnTo>
                <a:lnTo>
                  <a:pt x="412157" y="199"/>
                </a:lnTo>
                <a:lnTo>
                  <a:pt x="411904" y="152"/>
                </a:lnTo>
                <a:lnTo>
                  <a:pt x="411647" y="112"/>
                </a:lnTo>
                <a:lnTo>
                  <a:pt x="411384" y="78"/>
                </a:lnTo>
                <a:lnTo>
                  <a:pt x="411116" y="50"/>
                </a:lnTo>
                <a:lnTo>
                  <a:pt x="410844" y="28"/>
                </a:lnTo>
                <a:lnTo>
                  <a:pt x="410566" y="12"/>
                </a:lnTo>
                <a:lnTo>
                  <a:pt x="410283" y="3"/>
                </a:lnTo>
                <a:lnTo>
                  <a:pt x="409995" y="0"/>
                </a:lnTo>
                <a:lnTo>
                  <a:pt x="409706" y="3"/>
                </a:lnTo>
                <a:lnTo>
                  <a:pt x="409423" y="12"/>
                </a:lnTo>
                <a:lnTo>
                  <a:pt x="409145" y="28"/>
                </a:lnTo>
                <a:lnTo>
                  <a:pt x="408872" y="50"/>
                </a:lnTo>
                <a:lnTo>
                  <a:pt x="408604" y="78"/>
                </a:lnTo>
                <a:lnTo>
                  <a:pt x="408342" y="112"/>
                </a:lnTo>
                <a:lnTo>
                  <a:pt x="408084" y="152"/>
                </a:lnTo>
                <a:lnTo>
                  <a:pt x="407832" y="199"/>
                </a:lnTo>
                <a:lnTo>
                  <a:pt x="407584" y="252"/>
                </a:lnTo>
                <a:lnTo>
                  <a:pt x="407342" y="311"/>
                </a:lnTo>
                <a:lnTo>
                  <a:pt x="407105" y="376"/>
                </a:lnTo>
                <a:lnTo>
                  <a:pt x="406872" y="448"/>
                </a:lnTo>
                <a:lnTo>
                  <a:pt x="406645" y="525"/>
                </a:lnTo>
                <a:lnTo>
                  <a:pt x="406424" y="609"/>
                </a:lnTo>
                <a:lnTo>
                  <a:pt x="406207" y="699"/>
                </a:lnTo>
                <a:lnTo>
                  <a:pt x="405995" y="796"/>
                </a:lnTo>
                <a:lnTo>
                  <a:pt x="405788" y="898"/>
                </a:lnTo>
                <a:lnTo>
                  <a:pt x="405587" y="1007"/>
                </a:lnTo>
                <a:lnTo>
                  <a:pt x="405391" y="1122"/>
                </a:lnTo>
                <a:lnTo>
                  <a:pt x="405199" y="1243"/>
                </a:lnTo>
                <a:lnTo>
                  <a:pt x="405013" y="1371"/>
                </a:lnTo>
                <a:lnTo>
                  <a:pt x="404832" y="1504"/>
                </a:lnTo>
                <a:lnTo>
                  <a:pt x="404656" y="1644"/>
                </a:lnTo>
                <a:lnTo>
                  <a:pt x="404485" y="1790"/>
                </a:lnTo>
                <a:lnTo>
                  <a:pt x="404320" y="1942"/>
                </a:lnTo>
                <a:lnTo>
                  <a:pt x="404163" y="2097"/>
                </a:lnTo>
                <a:lnTo>
                  <a:pt x="404012" y="2257"/>
                </a:lnTo>
                <a:lnTo>
                  <a:pt x="403868" y="2421"/>
                </a:lnTo>
                <a:lnTo>
                  <a:pt x="403732" y="2590"/>
                </a:lnTo>
                <a:lnTo>
                  <a:pt x="403602" y="2763"/>
                </a:lnTo>
                <a:lnTo>
                  <a:pt x="403479" y="2940"/>
                </a:lnTo>
                <a:lnTo>
                  <a:pt x="403364" y="3121"/>
                </a:lnTo>
                <a:lnTo>
                  <a:pt x="403255" y="3307"/>
                </a:lnTo>
                <a:lnTo>
                  <a:pt x="403153" y="3497"/>
                </a:lnTo>
                <a:lnTo>
                  <a:pt x="403059" y="3691"/>
                </a:lnTo>
                <a:lnTo>
                  <a:pt x="402971" y="3890"/>
                </a:lnTo>
                <a:lnTo>
                  <a:pt x="402891" y="4093"/>
                </a:lnTo>
                <a:lnTo>
                  <a:pt x="402817" y="4300"/>
                </a:lnTo>
                <a:lnTo>
                  <a:pt x="402750" y="4512"/>
                </a:lnTo>
                <a:lnTo>
                  <a:pt x="402691" y="4728"/>
                </a:lnTo>
                <a:lnTo>
                  <a:pt x="402638" y="4948"/>
                </a:lnTo>
                <a:lnTo>
                  <a:pt x="402593" y="5172"/>
                </a:lnTo>
                <a:lnTo>
                  <a:pt x="402554" y="5401"/>
                </a:lnTo>
                <a:lnTo>
                  <a:pt x="402523" y="5634"/>
                </a:lnTo>
                <a:lnTo>
                  <a:pt x="402498" y="5871"/>
                </a:lnTo>
                <a:lnTo>
                  <a:pt x="402481" y="6113"/>
                </a:lnTo>
                <a:lnTo>
                  <a:pt x="402470" y="6359"/>
                </a:lnTo>
                <a:lnTo>
                  <a:pt x="402467" y="6609"/>
                </a:lnTo>
                <a:lnTo>
                  <a:pt x="402470" y="6859"/>
                </a:lnTo>
                <a:lnTo>
                  <a:pt x="402481" y="7105"/>
                </a:lnTo>
                <a:lnTo>
                  <a:pt x="402498" y="7347"/>
                </a:lnTo>
                <a:lnTo>
                  <a:pt x="402523" y="7585"/>
                </a:lnTo>
                <a:lnTo>
                  <a:pt x="402554" y="7818"/>
                </a:lnTo>
                <a:lnTo>
                  <a:pt x="402593" y="8047"/>
                </a:lnTo>
                <a:lnTo>
                  <a:pt x="402638" y="8271"/>
                </a:lnTo>
                <a:lnTo>
                  <a:pt x="402691" y="8491"/>
                </a:lnTo>
                <a:lnTo>
                  <a:pt x="402750" y="8707"/>
                </a:lnTo>
                <a:lnTo>
                  <a:pt x="402817" y="8919"/>
                </a:lnTo>
                <a:lnTo>
                  <a:pt x="402891" y="9126"/>
                </a:lnTo>
                <a:lnTo>
                  <a:pt x="402971" y="9329"/>
                </a:lnTo>
                <a:lnTo>
                  <a:pt x="403059" y="9528"/>
                </a:lnTo>
                <a:lnTo>
                  <a:pt x="403153" y="9722"/>
                </a:lnTo>
                <a:lnTo>
                  <a:pt x="403255" y="9912"/>
                </a:lnTo>
                <a:lnTo>
                  <a:pt x="403364" y="10098"/>
                </a:lnTo>
                <a:lnTo>
                  <a:pt x="403479" y="10279"/>
                </a:lnTo>
                <a:lnTo>
                  <a:pt x="403602" y="10457"/>
                </a:lnTo>
                <a:lnTo>
                  <a:pt x="403732" y="10629"/>
                </a:lnTo>
                <a:lnTo>
                  <a:pt x="403868" y="10798"/>
                </a:lnTo>
                <a:lnTo>
                  <a:pt x="404012" y="10962"/>
                </a:lnTo>
                <a:lnTo>
                  <a:pt x="404163" y="11122"/>
                </a:lnTo>
                <a:lnTo>
                  <a:pt x="404320" y="11278"/>
                </a:lnTo>
                <a:lnTo>
                  <a:pt x="404485" y="11429"/>
                </a:lnTo>
                <a:lnTo>
                  <a:pt x="404656" y="11575"/>
                </a:lnTo>
                <a:lnTo>
                  <a:pt x="404832" y="11715"/>
                </a:lnTo>
                <a:lnTo>
                  <a:pt x="405013" y="11849"/>
                </a:lnTo>
                <a:lnTo>
                  <a:pt x="405199" y="11976"/>
                </a:lnTo>
                <a:lnTo>
                  <a:pt x="405391" y="12097"/>
                </a:lnTo>
                <a:lnTo>
                  <a:pt x="405587" y="12212"/>
                </a:lnTo>
                <a:lnTo>
                  <a:pt x="405788" y="12321"/>
                </a:lnTo>
                <a:lnTo>
                  <a:pt x="405995" y="12424"/>
                </a:lnTo>
                <a:lnTo>
                  <a:pt x="406207" y="12520"/>
                </a:lnTo>
                <a:lnTo>
                  <a:pt x="406424" y="12610"/>
                </a:lnTo>
                <a:lnTo>
                  <a:pt x="406645" y="12694"/>
                </a:lnTo>
                <a:lnTo>
                  <a:pt x="406872" y="12772"/>
                </a:lnTo>
                <a:lnTo>
                  <a:pt x="407105" y="12843"/>
                </a:lnTo>
                <a:lnTo>
                  <a:pt x="407342" y="12909"/>
                </a:lnTo>
                <a:lnTo>
                  <a:pt x="407584" y="12968"/>
                </a:lnTo>
                <a:lnTo>
                  <a:pt x="407832" y="13021"/>
                </a:lnTo>
                <a:lnTo>
                  <a:pt x="408084" y="13067"/>
                </a:lnTo>
                <a:lnTo>
                  <a:pt x="408342" y="13108"/>
                </a:lnTo>
                <a:lnTo>
                  <a:pt x="408604" y="13142"/>
                </a:lnTo>
                <a:lnTo>
                  <a:pt x="408872" y="13170"/>
                </a:lnTo>
                <a:lnTo>
                  <a:pt x="409145" y="13191"/>
                </a:lnTo>
                <a:lnTo>
                  <a:pt x="409423" y="13207"/>
                </a:lnTo>
                <a:lnTo>
                  <a:pt x="409706" y="13216"/>
                </a:lnTo>
                <a:lnTo>
                  <a:pt x="409995" y="13219"/>
                </a:lnTo>
                <a:lnTo>
                  <a:pt x="410283" y="13216"/>
                </a:lnTo>
                <a:lnTo>
                  <a:pt x="410566" y="13207"/>
                </a:lnTo>
                <a:lnTo>
                  <a:pt x="410844" y="13191"/>
                </a:lnTo>
                <a:lnTo>
                  <a:pt x="411116" y="13170"/>
                </a:lnTo>
                <a:lnTo>
                  <a:pt x="411384" y="13142"/>
                </a:lnTo>
                <a:close/>
                <a:moveTo>
                  <a:pt x="718361" y="72157"/>
                </a:moveTo>
                <a:lnTo>
                  <a:pt x="729837" y="72157"/>
                </a:lnTo>
                <a:lnTo>
                  <a:pt x="729837" y="40577"/>
                </a:lnTo>
                <a:lnTo>
                  <a:pt x="729841" y="40183"/>
                </a:lnTo>
                <a:lnTo>
                  <a:pt x="729854" y="39797"/>
                </a:lnTo>
                <a:lnTo>
                  <a:pt x="729875" y="39418"/>
                </a:lnTo>
                <a:lnTo>
                  <a:pt x="729904" y="39047"/>
                </a:lnTo>
                <a:lnTo>
                  <a:pt x="729942" y="38684"/>
                </a:lnTo>
                <a:lnTo>
                  <a:pt x="729989" y="38328"/>
                </a:lnTo>
                <a:lnTo>
                  <a:pt x="730044" y="37980"/>
                </a:lnTo>
                <a:lnTo>
                  <a:pt x="730107" y="37639"/>
                </a:lnTo>
                <a:lnTo>
                  <a:pt x="730179" y="37307"/>
                </a:lnTo>
                <a:lnTo>
                  <a:pt x="730259" y="36982"/>
                </a:lnTo>
                <a:lnTo>
                  <a:pt x="730348" y="36664"/>
                </a:lnTo>
                <a:lnTo>
                  <a:pt x="730445" y="36354"/>
                </a:lnTo>
                <a:lnTo>
                  <a:pt x="730551" y="36052"/>
                </a:lnTo>
                <a:lnTo>
                  <a:pt x="730665" y="35757"/>
                </a:lnTo>
                <a:lnTo>
                  <a:pt x="730787" y="35471"/>
                </a:lnTo>
                <a:lnTo>
                  <a:pt x="730918" y="35191"/>
                </a:lnTo>
                <a:lnTo>
                  <a:pt x="731058" y="34920"/>
                </a:lnTo>
                <a:lnTo>
                  <a:pt x="731206" y="34656"/>
                </a:lnTo>
                <a:lnTo>
                  <a:pt x="731362" y="34399"/>
                </a:lnTo>
                <a:lnTo>
                  <a:pt x="731527" y="34151"/>
                </a:lnTo>
                <a:lnTo>
                  <a:pt x="731700" y="33910"/>
                </a:lnTo>
                <a:lnTo>
                  <a:pt x="731881" y="33677"/>
                </a:lnTo>
                <a:lnTo>
                  <a:pt x="732072" y="33451"/>
                </a:lnTo>
                <a:lnTo>
                  <a:pt x="732270" y="33233"/>
                </a:lnTo>
                <a:lnTo>
                  <a:pt x="732476" y="33023"/>
                </a:lnTo>
                <a:lnTo>
                  <a:pt x="732688" y="32822"/>
                </a:lnTo>
                <a:lnTo>
                  <a:pt x="732906" y="32630"/>
                </a:lnTo>
                <a:lnTo>
                  <a:pt x="733131" y="32447"/>
                </a:lnTo>
                <a:lnTo>
                  <a:pt x="733362" y="32273"/>
                </a:lnTo>
                <a:lnTo>
                  <a:pt x="733598" y="32108"/>
                </a:lnTo>
                <a:lnTo>
                  <a:pt x="733842" y="31952"/>
                </a:lnTo>
                <a:lnTo>
                  <a:pt x="734091" y="31805"/>
                </a:lnTo>
                <a:lnTo>
                  <a:pt x="734347" y="31666"/>
                </a:lnTo>
                <a:lnTo>
                  <a:pt x="734608" y="31537"/>
                </a:lnTo>
                <a:lnTo>
                  <a:pt x="734876" y="31417"/>
                </a:lnTo>
                <a:lnTo>
                  <a:pt x="735151" y="31305"/>
                </a:lnTo>
                <a:lnTo>
                  <a:pt x="735431" y="31202"/>
                </a:lnTo>
                <a:lnTo>
                  <a:pt x="735718" y="31109"/>
                </a:lnTo>
                <a:lnTo>
                  <a:pt x="736010" y="31024"/>
                </a:lnTo>
                <a:lnTo>
                  <a:pt x="736309" y="30948"/>
                </a:lnTo>
                <a:lnTo>
                  <a:pt x="736615" y="30881"/>
                </a:lnTo>
                <a:lnTo>
                  <a:pt x="736926" y="30823"/>
                </a:lnTo>
                <a:lnTo>
                  <a:pt x="737244" y="30774"/>
                </a:lnTo>
                <a:lnTo>
                  <a:pt x="737568" y="30734"/>
                </a:lnTo>
                <a:lnTo>
                  <a:pt x="737898" y="30702"/>
                </a:lnTo>
                <a:lnTo>
                  <a:pt x="738234" y="30680"/>
                </a:lnTo>
                <a:lnTo>
                  <a:pt x="738577" y="30667"/>
                </a:lnTo>
                <a:lnTo>
                  <a:pt x="738925" y="30662"/>
                </a:lnTo>
                <a:lnTo>
                  <a:pt x="739282" y="30667"/>
                </a:lnTo>
                <a:lnTo>
                  <a:pt x="739631" y="30680"/>
                </a:lnTo>
                <a:lnTo>
                  <a:pt x="739974" y="30701"/>
                </a:lnTo>
                <a:lnTo>
                  <a:pt x="740310" y="30731"/>
                </a:lnTo>
                <a:lnTo>
                  <a:pt x="740640" y="30770"/>
                </a:lnTo>
                <a:lnTo>
                  <a:pt x="740963" y="30817"/>
                </a:lnTo>
                <a:lnTo>
                  <a:pt x="741279" y="30873"/>
                </a:lnTo>
                <a:lnTo>
                  <a:pt x="741588" y="30938"/>
                </a:lnTo>
                <a:lnTo>
                  <a:pt x="741891" y="31011"/>
                </a:lnTo>
                <a:lnTo>
                  <a:pt x="742187" y="31093"/>
                </a:lnTo>
                <a:lnTo>
                  <a:pt x="742476" y="31183"/>
                </a:lnTo>
                <a:lnTo>
                  <a:pt x="742759" y="31282"/>
                </a:lnTo>
                <a:lnTo>
                  <a:pt x="743035" y="31390"/>
                </a:lnTo>
                <a:lnTo>
                  <a:pt x="743304" y="31506"/>
                </a:lnTo>
                <a:lnTo>
                  <a:pt x="743566" y="31631"/>
                </a:lnTo>
                <a:lnTo>
                  <a:pt x="743822" y="31764"/>
                </a:lnTo>
                <a:lnTo>
                  <a:pt x="744071" y="31906"/>
                </a:lnTo>
                <a:lnTo>
                  <a:pt x="744313" y="32057"/>
                </a:lnTo>
                <a:lnTo>
                  <a:pt x="744549" y="32216"/>
                </a:lnTo>
                <a:lnTo>
                  <a:pt x="744778" y="32384"/>
                </a:lnTo>
                <a:lnTo>
                  <a:pt x="745000" y="32561"/>
                </a:lnTo>
                <a:lnTo>
                  <a:pt x="745216" y="32746"/>
                </a:lnTo>
                <a:lnTo>
                  <a:pt x="745425" y="32939"/>
                </a:lnTo>
                <a:lnTo>
                  <a:pt x="745627" y="33142"/>
                </a:lnTo>
                <a:lnTo>
                  <a:pt x="745822" y="33352"/>
                </a:lnTo>
                <a:lnTo>
                  <a:pt x="746008" y="33569"/>
                </a:lnTo>
                <a:lnTo>
                  <a:pt x="746186" y="33794"/>
                </a:lnTo>
                <a:lnTo>
                  <a:pt x="746356" y="34026"/>
                </a:lnTo>
                <a:lnTo>
                  <a:pt x="746518" y="34266"/>
                </a:lnTo>
                <a:lnTo>
                  <a:pt x="746671" y="34513"/>
                </a:lnTo>
                <a:lnTo>
                  <a:pt x="746816" y="34767"/>
                </a:lnTo>
                <a:lnTo>
                  <a:pt x="746953" y="35028"/>
                </a:lnTo>
                <a:lnTo>
                  <a:pt x="747081" y="35297"/>
                </a:lnTo>
                <a:lnTo>
                  <a:pt x="747202" y="35573"/>
                </a:lnTo>
                <a:lnTo>
                  <a:pt x="747313" y="35857"/>
                </a:lnTo>
                <a:lnTo>
                  <a:pt x="747417" y="36148"/>
                </a:lnTo>
                <a:lnTo>
                  <a:pt x="747512" y="36446"/>
                </a:lnTo>
                <a:lnTo>
                  <a:pt x="747599" y="36751"/>
                </a:lnTo>
                <a:lnTo>
                  <a:pt x="747678" y="37064"/>
                </a:lnTo>
                <a:lnTo>
                  <a:pt x="747749" y="37384"/>
                </a:lnTo>
                <a:lnTo>
                  <a:pt x="747811" y="37711"/>
                </a:lnTo>
                <a:lnTo>
                  <a:pt x="747865" y="38046"/>
                </a:lnTo>
                <a:lnTo>
                  <a:pt x="747910" y="38388"/>
                </a:lnTo>
                <a:lnTo>
                  <a:pt x="747947" y="38738"/>
                </a:lnTo>
                <a:lnTo>
                  <a:pt x="747976" y="39095"/>
                </a:lnTo>
                <a:lnTo>
                  <a:pt x="747997" y="39459"/>
                </a:lnTo>
                <a:lnTo>
                  <a:pt x="748010" y="39830"/>
                </a:lnTo>
                <a:lnTo>
                  <a:pt x="748014" y="40209"/>
                </a:lnTo>
                <a:lnTo>
                  <a:pt x="748014" y="72157"/>
                </a:lnTo>
                <a:lnTo>
                  <a:pt x="759489" y="72157"/>
                </a:lnTo>
                <a:lnTo>
                  <a:pt x="759489" y="39017"/>
                </a:lnTo>
                <a:lnTo>
                  <a:pt x="759481" y="38326"/>
                </a:lnTo>
                <a:lnTo>
                  <a:pt x="759458" y="37648"/>
                </a:lnTo>
                <a:lnTo>
                  <a:pt x="759420" y="36981"/>
                </a:lnTo>
                <a:lnTo>
                  <a:pt x="759366" y="36326"/>
                </a:lnTo>
                <a:lnTo>
                  <a:pt x="759296" y="35683"/>
                </a:lnTo>
                <a:lnTo>
                  <a:pt x="759211" y="35052"/>
                </a:lnTo>
                <a:lnTo>
                  <a:pt x="759110" y="34432"/>
                </a:lnTo>
                <a:lnTo>
                  <a:pt x="758994" y="33825"/>
                </a:lnTo>
                <a:lnTo>
                  <a:pt x="758863" y="33229"/>
                </a:lnTo>
                <a:lnTo>
                  <a:pt x="758716" y="32644"/>
                </a:lnTo>
                <a:lnTo>
                  <a:pt x="758554" y="32072"/>
                </a:lnTo>
                <a:lnTo>
                  <a:pt x="758376" y="31512"/>
                </a:lnTo>
                <a:lnTo>
                  <a:pt x="758183" y="30963"/>
                </a:lnTo>
                <a:lnTo>
                  <a:pt x="757974" y="30426"/>
                </a:lnTo>
                <a:lnTo>
                  <a:pt x="757750" y="29901"/>
                </a:lnTo>
                <a:lnTo>
                  <a:pt x="757510" y="29387"/>
                </a:lnTo>
                <a:lnTo>
                  <a:pt x="757255" y="28886"/>
                </a:lnTo>
                <a:lnTo>
                  <a:pt x="756984" y="28396"/>
                </a:lnTo>
                <a:lnTo>
                  <a:pt x="756698" y="27918"/>
                </a:lnTo>
                <a:lnTo>
                  <a:pt x="756397" y="27452"/>
                </a:lnTo>
                <a:lnTo>
                  <a:pt x="756080" y="26997"/>
                </a:lnTo>
                <a:lnTo>
                  <a:pt x="755747" y="26555"/>
                </a:lnTo>
                <a:lnTo>
                  <a:pt x="755399" y="26124"/>
                </a:lnTo>
                <a:lnTo>
                  <a:pt x="755036" y="25705"/>
                </a:lnTo>
                <a:lnTo>
                  <a:pt x="754660" y="25300"/>
                </a:lnTo>
                <a:lnTo>
                  <a:pt x="754273" y="24913"/>
                </a:lnTo>
                <a:lnTo>
                  <a:pt x="753876" y="24543"/>
                </a:lnTo>
                <a:lnTo>
                  <a:pt x="753469" y="24190"/>
                </a:lnTo>
                <a:lnTo>
                  <a:pt x="753052" y="23854"/>
                </a:lnTo>
                <a:lnTo>
                  <a:pt x="752624" y="23536"/>
                </a:lnTo>
                <a:lnTo>
                  <a:pt x="752185" y="23235"/>
                </a:lnTo>
                <a:lnTo>
                  <a:pt x="751737" y="22951"/>
                </a:lnTo>
                <a:lnTo>
                  <a:pt x="751278" y="22684"/>
                </a:lnTo>
                <a:lnTo>
                  <a:pt x="750808" y="22434"/>
                </a:lnTo>
                <a:lnTo>
                  <a:pt x="750328" y="22202"/>
                </a:lnTo>
                <a:lnTo>
                  <a:pt x="749838" y="21987"/>
                </a:lnTo>
                <a:lnTo>
                  <a:pt x="749338" y="21789"/>
                </a:lnTo>
                <a:lnTo>
                  <a:pt x="748827" y="21608"/>
                </a:lnTo>
                <a:lnTo>
                  <a:pt x="748306" y="21445"/>
                </a:lnTo>
                <a:lnTo>
                  <a:pt x="747774" y="21298"/>
                </a:lnTo>
                <a:lnTo>
                  <a:pt x="747232" y="21169"/>
                </a:lnTo>
                <a:lnTo>
                  <a:pt x="746680" y="21057"/>
                </a:lnTo>
                <a:lnTo>
                  <a:pt x="746117" y="20963"/>
                </a:lnTo>
                <a:lnTo>
                  <a:pt x="745544" y="20885"/>
                </a:lnTo>
                <a:lnTo>
                  <a:pt x="744961" y="20825"/>
                </a:lnTo>
                <a:lnTo>
                  <a:pt x="744367" y="20782"/>
                </a:lnTo>
                <a:lnTo>
                  <a:pt x="743763" y="20756"/>
                </a:lnTo>
                <a:lnTo>
                  <a:pt x="743149" y="20747"/>
                </a:lnTo>
                <a:lnTo>
                  <a:pt x="742626" y="20753"/>
                </a:lnTo>
                <a:lnTo>
                  <a:pt x="742112" y="20772"/>
                </a:lnTo>
                <a:lnTo>
                  <a:pt x="741607" y="20802"/>
                </a:lnTo>
                <a:lnTo>
                  <a:pt x="741113" y="20844"/>
                </a:lnTo>
                <a:lnTo>
                  <a:pt x="740627" y="20899"/>
                </a:lnTo>
                <a:lnTo>
                  <a:pt x="740151" y="20965"/>
                </a:lnTo>
                <a:lnTo>
                  <a:pt x="739684" y="21044"/>
                </a:lnTo>
                <a:lnTo>
                  <a:pt x="739227" y="21135"/>
                </a:lnTo>
                <a:lnTo>
                  <a:pt x="738779" y="21238"/>
                </a:lnTo>
                <a:lnTo>
                  <a:pt x="738340" y="21353"/>
                </a:lnTo>
                <a:lnTo>
                  <a:pt x="737911" y="21480"/>
                </a:lnTo>
                <a:lnTo>
                  <a:pt x="737491" y="21620"/>
                </a:lnTo>
                <a:lnTo>
                  <a:pt x="737081" y="21771"/>
                </a:lnTo>
                <a:lnTo>
                  <a:pt x="736680" y="21935"/>
                </a:lnTo>
                <a:lnTo>
                  <a:pt x="736288" y="22110"/>
                </a:lnTo>
                <a:lnTo>
                  <a:pt x="735906" y="22298"/>
                </a:lnTo>
                <a:lnTo>
                  <a:pt x="735534" y="22498"/>
                </a:lnTo>
                <a:lnTo>
                  <a:pt x="735170" y="22710"/>
                </a:lnTo>
                <a:lnTo>
                  <a:pt x="734816" y="22934"/>
                </a:lnTo>
                <a:lnTo>
                  <a:pt x="734472" y="23171"/>
                </a:lnTo>
                <a:lnTo>
                  <a:pt x="734137" y="23419"/>
                </a:lnTo>
                <a:lnTo>
                  <a:pt x="733811" y="23679"/>
                </a:lnTo>
                <a:lnTo>
                  <a:pt x="733495" y="23952"/>
                </a:lnTo>
                <a:lnTo>
                  <a:pt x="733188" y="24237"/>
                </a:lnTo>
                <a:lnTo>
                  <a:pt x="732892" y="24532"/>
                </a:lnTo>
                <a:lnTo>
                  <a:pt x="732609" y="24837"/>
                </a:lnTo>
                <a:lnTo>
                  <a:pt x="732338" y="25152"/>
                </a:lnTo>
                <a:lnTo>
                  <a:pt x="732080" y="25476"/>
                </a:lnTo>
                <a:lnTo>
                  <a:pt x="731834" y="25810"/>
                </a:lnTo>
                <a:lnTo>
                  <a:pt x="731602" y="26153"/>
                </a:lnTo>
                <a:lnTo>
                  <a:pt x="731381" y="26506"/>
                </a:lnTo>
                <a:lnTo>
                  <a:pt x="731174" y="26868"/>
                </a:lnTo>
                <a:lnTo>
                  <a:pt x="730978" y="27240"/>
                </a:lnTo>
                <a:lnTo>
                  <a:pt x="730796" y="27622"/>
                </a:lnTo>
                <a:lnTo>
                  <a:pt x="730626" y="28013"/>
                </a:lnTo>
                <a:lnTo>
                  <a:pt x="730469" y="28413"/>
                </a:lnTo>
                <a:lnTo>
                  <a:pt x="730324" y="28824"/>
                </a:lnTo>
                <a:lnTo>
                  <a:pt x="730192" y="29243"/>
                </a:lnTo>
                <a:lnTo>
                  <a:pt x="730072" y="29673"/>
                </a:lnTo>
                <a:lnTo>
                  <a:pt x="729965" y="30111"/>
                </a:lnTo>
                <a:lnTo>
                  <a:pt x="729871" y="30560"/>
                </a:lnTo>
                <a:lnTo>
                  <a:pt x="729789" y="31018"/>
                </a:lnTo>
                <a:lnTo>
                  <a:pt x="729747" y="31304"/>
                </a:lnTo>
                <a:lnTo>
                  <a:pt x="729562" y="31304"/>
                </a:lnTo>
                <a:lnTo>
                  <a:pt x="729562" y="21665"/>
                </a:lnTo>
                <a:lnTo>
                  <a:pt x="718361" y="21665"/>
                </a:lnTo>
                <a:lnTo>
                  <a:pt x="718361" y="72157"/>
                </a:lnTo>
                <a:close/>
                <a:moveTo>
                  <a:pt x="390072" y="21665"/>
                </a:moveTo>
                <a:lnTo>
                  <a:pt x="390072" y="32039"/>
                </a:lnTo>
                <a:lnTo>
                  <a:pt x="405404" y="32039"/>
                </a:lnTo>
                <a:lnTo>
                  <a:pt x="405404" y="61692"/>
                </a:lnTo>
                <a:lnTo>
                  <a:pt x="387778" y="61692"/>
                </a:lnTo>
                <a:lnTo>
                  <a:pt x="387778" y="72157"/>
                </a:lnTo>
                <a:lnTo>
                  <a:pt x="432026" y="72157"/>
                </a:lnTo>
                <a:lnTo>
                  <a:pt x="432026" y="61692"/>
                </a:lnTo>
                <a:lnTo>
                  <a:pt x="416420" y="61692"/>
                </a:lnTo>
                <a:lnTo>
                  <a:pt x="416420" y="21665"/>
                </a:lnTo>
                <a:lnTo>
                  <a:pt x="390072" y="21665"/>
                </a:lnTo>
                <a:close/>
                <a:moveTo>
                  <a:pt x="468647" y="72870"/>
                </a:moveTo>
                <a:lnTo>
                  <a:pt x="469384" y="72806"/>
                </a:lnTo>
                <a:lnTo>
                  <a:pt x="470105" y="72728"/>
                </a:lnTo>
                <a:lnTo>
                  <a:pt x="470809" y="72636"/>
                </a:lnTo>
                <a:lnTo>
                  <a:pt x="471497" y="72530"/>
                </a:lnTo>
                <a:lnTo>
                  <a:pt x="472168" y="72409"/>
                </a:lnTo>
                <a:lnTo>
                  <a:pt x="472823" y="72274"/>
                </a:lnTo>
                <a:lnTo>
                  <a:pt x="473462" y="72126"/>
                </a:lnTo>
                <a:lnTo>
                  <a:pt x="474084" y="71962"/>
                </a:lnTo>
                <a:lnTo>
                  <a:pt x="474690" y="71785"/>
                </a:lnTo>
                <a:lnTo>
                  <a:pt x="475279" y="71594"/>
                </a:lnTo>
                <a:lnTo>
                  <a:pt x="475852" y="71388"/>
                </a:lnTo>
                <a:lnTo>
                  <a:pt x="476408" y="71168"/>
                </a:lnTo>
                <a:lnTo>
                  <a:pt x="476948" y="70934"/>
                </a:lnTo>
                <a:lnTo>
                  <a:pt x="477472" y="70686"/>
                </a:lnTo>
                <a:lnTo>
                  <a:pt x="477979" y="70424"/>
                </a:lnTo>
                <a:lnTo>
                  <a:pt x="478470" y="70147"/>
                </a:lnTo>
                <a:lnTo>
                  <a:pt x="478944" y="69856"/>
                </a:lnTo>
                <a:lnTo>
                  <a:pt x="479402" y="69551"/>
                </a:lnTo>
                <a:lnTo>
                  <a:pt x="479844" y="69232"/>
                </a:lnTo>
                <a:lnTo>
                  <a:pt x="480269" y="68899"/>
                </a:lnTo>
                <a:lnTo>
                  <a:pt x="480677" y="68553"/>
                </a:lnTo>
                <a:lnTo>
                  <a:pt x="481068" y="68195"/>
                </a:lnTo>
                <a:lnTo>
                  <a:pt x="481441" y="67826"/>
                </a:lnTo>
                <a:lnTo>
                  <a:pt x="481798" y="67446"/>
                </a:lnTo>
                <a:lnTo>
                  <a:pt x="482136" y="67055"/>
                </a:lnTo>
                <a:lnTo>
                  <a:pt x="482458" y="66652"/>
                </a:lnTo>
                <a:lnTo>
                  <a:pt x="482762" y="66238"/>
                </a:lnTo>
                <a:lnTo>
                  <a:pt x="483048" y="65813"/>
                </a:lnTo>
                <a:lnTo>
                  <a:pt x="483318" y="65376"/>
                </a:lnTo>
                <a:lnTo>
                  <a:pt x="483570" y="64928"/>
                </a:lnTo>
                <a:lnTo>
                  <a:pt x="483804" y="64469"/>
                </a:lnTo>
                <a:lnTo>
                  <a:pt x="484021" y="63998"/>
                </a:lnTo>
                <a:lnTo>
                  <a:pt x="484221" y="63516"/>
                </a:lnTo>
                <a:lnTo>
                  <a:pt x="484404" y="63023"/>
                </a:lnTo>
                <a:lnTo>
                  <a:pt x="484569" y="62518"/>
                </a:lnTo>
                <a:lnTo>
                  <a:pt x="484716" y="62002"/>
                </a:lnTo>
                <a:lnTo>
                  <a:pt x="484847" y="61475"/>
                </a:lnTo>
                <a:lnTo>
                  <a:pt x="484960" y="60937"/>
                </a:lnTo>
                <a:lnTo>
                  <a:pt x="485055" y="60387"/>
                </a:lnTo>
                <a:lnTo>
                  <a:pt x="485133" y="59826"/>
                </a:lnTo>
                <a:lnTo>
                  <a:pt x="485194" y="59253"/>
                </a:lnTo>
                <a:lnTo>
                  <a:pt x="485238" y="58670"/>
                </a:lnTo>
                <a:lnTo>
                  <a:pt x="485264" y="58075"/>
                </a:lnTo>
                <a:lnTo>
                  <a:pt x="485272" y="57468"/>
                </a:lnTo>
                <a:lnTo>
                  <a:pt x="485265" y="56900"/>
                </a:lnTo>
                <a:lnTo>
                  <a:pt x="485243" y="56344"/>
                </a:lnTo>
                <a:lnTo>
                  <a:pt x="485206" y="55799"/>
                </a:lnTo>
                <a:lnTo>
                  <a:pt x="485154" y="55266"/>
                </a:lnTo>
                <a:lnTo>
                  <a:pt x="485087" y="54745"/>
                </a:lnTo>
                <a:lnTo>
                  <a:pt x="485006" y="54235"/>
                </a:lnTo>
                <a:lnTo>
                  <a:pt x="484909" y="53737"/>
                </a:lnTo>
                <a:lnTo>
                  <a:pt x="484798" y="53251"/>
                </a:lnTo>
                <a:lnTo>
                  <a:pt x="484672" y="52776"/>
                </a:lnTo>
                <a:lnTo>
                  <a:pt x="484531" y="52312"/>
                </a:lnTo>
                <a:lnTo>
                  <a:pt x="484376" y="51861"/>
                </a:lnTo>
                <a:lnTo>
                  <a:pt x="484205" y="51421"/>
                </a:lnTo>
                <a:lnTo>
                  <a:pt x="484020" y="50993"/>
                </a:lnTo>
                <a:lnTo>
                  <a:pt x="483820" y="50576"/>
                </a:lnTo>
                <a:lnTo>
                  <a:pt x="483605" y="50171"/>
                </a:lnTo>
                <a:lnTo>
                  <a:pt x="483375" y="49777"/>
                </a:lnTo>
                <a:lnTo>
                  <a:pt x="483131" y="49396"/>
                </a:lnTo>
                <a:lnTo>
                  <a:pt x="482871" y="49026"/>
                </a:lnTo>
                <a:lnTo>
                  <a:pt x="482597" y="48667"/>
                </a:lnTo>
                <a:lnTo>
                  <a:pt x="482308" y="48320"/>
                </a:lnTo>
                <a:lnTo>
                  <a:pt x="482004" y="47985"/>
                </a:lnTo>
                <a:lnTo>
                  <a:pt x="481686" y="47661"/>
                </a:lnTo>
                <a:lnTo>
                  <a:pt x="481352" y="47349"/>
                </a:lnTo>
                <a:lnTo>
                  <a:pt x="481004" y="47049"/>
                </a:lnTo>
                <a:lnTo>
                  <a:pt x="480640" y="46758"/>
                </a:lnTo>
                <a:lnTo>
                  <a:pt x="480260" y="46476"/>
                </a:lnTo>
                <a:lnTo>
                  <a:pt x="479863" y="46201"/>
                </a:lnTo>
                <a:lnTo>
                  <a:pt x="479450" y="45933"/>
                </a:lnTo>
                <a:lnTo>
                  <a:pt x="479020" y="45674"/>
                </a:lnTo>
                <a:lnTo>
                  <a:pt x="478574" y="45422"/>
                </a:lnTo>
                <a:lnTo>
                  <a:pt x="478112" y="45179"/>
                </a:lnTo>
                <a:lnTo>
                  <a:pt x="477633" y="44943"/>
                </a:lnTo>
                <a:lnTo>
                  <a:pt x="477138" y="44714"/>
                </a:lnTo>
                <a:lnTo>
                  <a:pt x="476626" y="44494"/>
                </a:lnTo>
                <a:lnTo>
                  <a:pt x="476098" y="44282"/>
                </a:lnTo>
                <a:lnTo>
                  <a:pt x="475553" y="44077"/>
                </a:lnTo>
                <a:lnTo>
                  <a:pt x="474993" y="43880"/>
                </a:lnTo>
                <a:lnTo>
                  <a:pt x="474415" y="43691"/>
                </a:lnTo>
                <a:lnTo>
                  <a:pt x="473821" y="43509"/>
                </a:lnTo>
                <a:lnTo>
                  <a:pt x="473211" y="43336"/>
                </a:lnTo>
                <a:lnTo>
                  <a:pt x="472585" y="43170"/>
                </a:lnTo>
                <a:lnTo>
                  <a:pt x="471941" y="43012"/>
                </a:lnTo>
                <a:lnTo>
                  <a:pt x="471282" y="42862"/>
                </a:lnTo>
                <a:lnTo>
                  <a:pt x="470606" y="42720"/>
                </a:lnTo>
                <a:lnTo>
                  <a:pt x="469914" y="42585"/>
                </a:lnTo>
                <a:lnTo>
                  <a:pt x="469205" y="42459"/>
                </a:lnTo>
                <a:lnTo>
                  <a:pt x="468480" y="42340"/>
                </a:lnTo>
                <a:lnTo>
                  <a:pt x="467738" y="42229"/>
                </a:lnTo>
                <a:lnTo>
                  <a:pt x="461220" y="41311"/>
                </a:lnTo>
                <a:lnTo>
                  <a:pt x="460933" y="41264"/>
                </a:lnTo>
                <a:lnTo>
                  <a:pt x="460652" y="41215"/>
                </a:lnTo>
                <a:lnTo>
                  <a:pt x="460378" y="41163"/>
                </a:lnTo>
                <a:lnTo>
                  <a:pt x="460111" y="41109"/>
                </a:lnTo>
                <a:lnTo>
                  <a:pt x="459851" y="41052"/>
                </a:lnTo>
                <a:lnTo>
                  <a:pt x="459597" y="40993"/>
                </a:lnTo>
                <a:lnTo>
                  <a:pt x="459350" y="40932"/>
                </a:lnTo>
                <a:lnTo>
                  <a:pt x="459109" y="40868"/>
                </a:lnTo>
                <a:lnTo>
                  <a:pt x="458875" y="40801"/>
                </a:lnTo>
                <a:lnTo>
                  <a:pt x="458648" y="40733"/>
                </a:lnTo>
                <a:lnTo>
                  <a:pt x="458428" y="40662"/>
                </a:lnTo>
                <a:lnTo>
                  <a:pt x="458214" y="40588"/>
                </a:lnTo>
                <a:lnTo>
                  <a:pt x="458007" y="40513"/>
                </a:lnTo>
                <a:lnTo>
                  <a:pt x="457806" y="40434"/>
                </a:lnTo>
                <a:lnTo>
                  <a:pt x="457613" y="40354"/>
                </a:lnTo>
                <a:lnTo>
                  <a:pt x="457426" y="40271"/>
                </a:lnTo>
                <a:lnTo>
                  <a:pt x="457245" y="40186"/>
                </a:lnTo>
                <a:lnTo>
                  <a:pt x="457072" y="40098"/>
                </a:lnTo>
                <a:lnTo>
                  <a:pt x="456905" y="40008"/>
                </a:lnTo>
                <a:lnTo>
                  <a:pt x="456745" y="39915"/>
                </a:lnTo>
                <a:lnTo>
                  <a:pt x="456591" y="39820"/>
                </a:lnTo>
                <a:lnTo>
                  <a:pt x="456444" y="39723"/>
                </a:lnTo>
                <a:lnTo>
                  <a:pt x="456304" y="39623"/>
                </a:lnTo>
                <a:lnTo>
                  <a:pt x="456170" y="39521"/>
                </a:lnTo>
                <a:lnTo>
                  <a:pt x="456043" y="39415"/>
                </a:lnTo>
                <a:lnTo>
                  <a:pt x="455921" y="39305"/>
                </a:lnTo>
                <a:lnTo>
                  <a:pt x="455805" y="39190"/>
                </a:lnTo>
                <a:lnTo>
                  <a:pt x="455694" y="39071"/>
                </a:lnTo>
                <a:lnTo>
                  <a:pt x="455588" y="38947"/>
                </a:lnTo>
                <a:lnTo>
                  <a:pt x="455488" y="38818"/>
                </a:lnTo>
                <a:lnTo>
                  <a:pt x="455393" y="38685"/>
                </a:lnTo>
                <a:lnTo>
                  <a:pt x="455304" y="38547"/>
                </a:lnTo>
                <a:lnTo>
                  <a:pt x="455220" y="38404"/>
                </a:lnTo>
                <a:lnTo>
                  <a:pt x="455141" y="38257"/>
                </a:lnTo>
                <a:lnTo>
                  <a:pt x="455068" y="38105"/>
                </a:lnTo>
                <a:lnTo>
                  <a:pt x="455000" y="37949"/>
                </a:lnTo>
                <a:lnTo>
                  <a:pt x="454938" y="37788"/>
                </a:lnTo>
                <a:lnTo>
                  <a:pt x="454881" y="37622"/>
                </a:lnTo>
                <a:lnTo>
                  <a:pt x="454829" y="37452"/>
                </a:lnTo>
                <a:lnTo>
                  <a:pt x="454783" y="37277"/>
                </a:lnTo>
                <a:lnTo>
                  <a:pt x="454743" y="37097"/>
                </a:lnTo>
                <a:lnTo>
                  <a:pt x="454708" y="36913"/>
                </a:lnTo>
                <a:lnTo>
                  <a:pt x="454678" y="36724"/>
                </a:lnTo>
                <a:lnTo>
                  <a:pt x="454653" y="36531"/>
                </a:lnTo>
                <a:lnTo>
                  <a:pt x="454634" y="36333"/>
                </a:lnTo>
                <a:lnTo>
                  <a:pt x="454621" y="36130"/>
                </a:lnTo>
                <a:lnTo>
                  <a:pt x="454613" y="35923"/>
                </a:lnTo>
                <a:lnTo>
                  <a:pt x="454610" y="35711"/>
                </a:lnTo>
                <a:lnTo>
                  <a:pt x="454613" y="35484"/>
                </a:lnTo>
                <a:lnTo>
                  <a:pt x="454622" y="35261"/>
                </a:lnTo>
                <a:lnTo>
                  <a:pt x="454638" y="35043"/>
                </a:lnTo>
                <a:lnTo>
                  <a:pt x="454660" y="34830"/>
                </a:lnTo>
                <a:lnTo>
                  <a:pt x="454688" y="34621"/>
                </a:lnTo>
                <a:lnTo>
                  <a:pt x="454722" y="34417"/>
                </a:lnTo>
                <a:lnTo>
                  <a:pt x="454762" y="34218"/>
                </a:lnTo>
                <a:lnTo>
                  <a:pt x="454809" y="34023"/>
                </a:lnTo>
                <a:lnTo>
                  <a:pt x="454862" y="33833"/>
                </a:lnTo>
                <a:lnTo>
                  <a:pt x="454921" y="33647"/>
                </a:lnTo>
                <a:lnTo>
                  <a:pt x="454986" y="33466"/>
                </a:lnTo>
                <a:lnTo>
                  <a:pt x="455058" y="33290"/>
                </a:lnTo>
                <a:lnTo>
                  <a:pt x="455135" y="33118"/>
                </a:lnTo>
                <a:lnTo>
                  <a:pt x="455219" y="32951"/>
                </a:lnTo>
                <a:lnTo>
                  <a:pt x="455309" y="32789"/>
                </a:lnTo>
                <a:lnTo>
                  <a:pt x="455406" y="32631"/>
                </a:lnTo>
                <a:lnTo>
                  <a:pt x="455508" y="32478"/>
                </a:lnTo>
                <a:lnTo>
                  <a:pt x="455617" y="32329"/>
                </a:lnTo>
                <a:lnTo>
                  <a:pt x="455732" y="32185"/>
                </a:lnTo>
                <a:lnTo>
                  <a:pt x="455853" y="32046"/>
                </a:lnTo>
                <a:lnTo>
                  <a:pt x="455981" y="31911"/>
                </a:lnTo>
                <a:lnTo>
                  <a:pt x="456114" y="31781"/>
                </a:lnTo>
                <a:lnTo>
                  <a:pt x="456254" y="31656"/>
                </a:lnTo>
                <a:lnTo>
                  <a:pt x="456400" y="31535"/>
                </a:lnTo>
                <a:lnTo>
                  <a:pt x="456553" y="31419"/>
                </a:lnTo>
                <a:lnTo>
                  <a:pt x="456714" y="31308"/>
                </a:lnTo>
                <a:lnTo>
                  <a:pt x="456881" y="31201"/>
                </a:lnTo>
                <a:lnTo>
                  <a:pt x="457057" y="31100"/>
                </a:lnTo>
                <a:lnTo>
                  <a:pt x="457240" y="31004"/>
                </a:lnTo>
                <a:lnTo>
                  <a:pt x="457430" y="30912"/>
                </a:lnTo>
                <a:lnTo>
                  <a:pt x="457628" y="30826"/>
                </a:lnTo>
                <a:lnTo>
                  <a:pt x="457833" y="30744"/>
                </a:lnTo>
                <a:lnTo>
                  <a:pt x="458046" y="30668"/>
                </a:lnTo>
                <a:lnTo>
                  <a:pt x="458267" y="30596"/>
                </a:lnTo>
                <a:lnTo>
                  <a:pt x="458494" y="30529"/>
                </a:lnTo>
                <a:lnTo>
                  <a:pt x="458730" y="30468"/>
                </a:lnTo>
                <a:lnTo>
                  <a:pt x="458973" y="30411"/>
                </a:lnTo>
                <a:lnTo>
                  <a:pt x="459223" y="30359"/>
                </a:lnTo>
                <a:lnTo>
                  <a:pt x="459481" y="30312"/>
                </a:lnTo>
                <a:lnTo>
                  <a:pt x="459746" y="30270"/>
                </a:lnTo>
                <a:lnTo>
                  <a:pt x="460019" y="30233"/>
                </a:lnTo>
                <a:lnTo>
                  <a:pt x="460299" y="30201"/>
                </a:lnTo>
                <a:lnTo>
                  <a:pt x="460587" y="30174"/>
                </a:lnTo>
                <a:lnTo>
                  <a:pt x="460882" y="30151"/>
                </a:lnTo>
                <a:lnTo>
                  <a:pt x="461185" y="30134"/>
                </a:lnTo>
                <a:lnTo>
                  <a:pt x="461495" y="30122"/>
                </a:lnTo>
                <a:lnTo>
                  <a:pt x="461813" y="30114"/>
                </a:lnTo>
                <a:lnTo>
                  <a:pt x="462138" y="30112"/>
                </a:lnTo>
                <a:lnTo>
                  <a:pt x="465627" y="30112"/>
                </a:lnTo>
                <a:lnTo>
                  <a:pt x="465893" y="30114"/>
                </a:lnTo>
                <a:lnTo>
                  <a:pt x="466154" y="30121"/>
                </a:lnTo>
                <a:lnTo>
                  <a:pt x="466411" y="30132"/>
                </a:lnTo>
                <a:lnTo>
                  <a:pt x="466664" y="30148"/>
                </a:lnTo>
                <a:lnTo>
                  <a:pt x="466912" y="30168"/>
                </a:lnTo>
                <a:lnTo>
                  <a:pt x="467156" y="30192"/>
                </a:lnTo>
                <a:lnTo>
                  <a:pt x="467396" y="30221"/>
                </a:lnTo>
                <a:lnTo>
                  <a:pt x="467631" y="30255"/>
                </a:lnTo>
                <a:lnTo>
                  <a:pt x="467862" y="30293"/>
                </a:lnTo>
                <a:lnTo>
                  <a:pt x="468089" y="30335"/>
                </a:lnTo>
                <a:lnTo>
                  <a:pt x="468312" y="30382"/>
                </a:lnTo>
                <a:lnTo>
                  <a:pt x="468530" y="30433"/>
                </a:lnTo>
                <a:lnTo>
                  <a:pt x="468744" y="30489"/>
                </a:lnTo>
                <a:lnTo>
                  <a:pt x="468953" y="30549"/>
                </a:lnTo>
                <a:lnTo>
                  <a:pt x="469159" y="30614"/>
                </a:lnTo>
                <a:lnTo>
                  <a:pt x="469360" y="30683"/>
                </a:lnTo>
                <a:lnTo>
                  <a:pt x="469556" y="30757"/>
                </a:lnTo>
                <a:lnTo>
                  <a:pt x="469749" y="30835"/>
                </a:lnTo>
                <a:lnTo>
                  <a:pt x="469937" y="30918"/>
                </a:lnTo>
                <a:lnTo>
                  <a:pt x="470121" y="31005"/>
                </a:lnTo>
                <a:lnTo>
                  <a:pt x="470300" y="31096"/>
                </a:lnTo>
                <a:lnTo>
                  <a:pt x="470476" y="31192"/>
                </a:lnTo>
                <a:lnTo>
                  <a:pt x="470647" y="31293"/>
                </a:lnTo>
                <a:lnTo>
                  <a:pt x="470813" y="31398"/>
                </a:lnTo>
                <a:lnTo>
                  <a:pt x="470975" y="31506"/>
                </a:lnTo>
                <a:lnTo>
                  <a:pt x="471130" y="31617"/>
                </a:lnTo>
                <a:lnTo>
                  <a:pt x="471280" y="31730"/>
                </a:lnTo>
                <a:lnTo>
                  <a:pt x="471424" y="31846"/>
                </a:lnTo>
                <a:lnTo>
                  <a:pt x="471562" y="31965"/>
                </a:lnTo>
                <a:lnTo>
                  <a:pt x="471694" y="32086"/>
                </a:lnTo>
                <a:lnTo>
                  <a:pt x="471820" y="32210"/>
                </a:lnTo>
                <a:lnTo>
                  <a:pt x="471940" y="32336"/>
                </a:lnTo>
                <a:lnTo>
                  <a:pt x="472055" y="32464"/>
                </a:lnTo>
                <a:lnTo>
                  <a:pt x="472163" y="32596"/>
                </a:lnTo>
                <a:lnTo>
                  <a:pt x="472266" y="32729"/>
                </a:lnTo>
                <a:lnTo>
                  <a:pt x="472362" y="32866"/>
                </a:lnTo>
                <a:lnTo>
                  <a:pt x="472453" y="33005"/>
                </a:lnTo>
                <a:lnTo>
                  <a:pt x="472538" y="33146"/>
                </a:lnTo>
                <a:lnTo>
                  <a:pt x="472617" y="33290"/>
                </a:lnTo>
                <a:lnTo>
                  <a:pt x="472690" y="33437"/>
                </a:lnTo>
                <a:lnTo>
                  <a:pt x="472757" y="33586"/>
                </a:lnTo>
                <a:lnTo>
                  <a:pt x="472819" y="33737"/>
                </a:lnTo>
                <a:lnTo>
                  <a:pt x="472874" y="33892"/>
                </a:lnTo>
                <a:lnTo>
                  <a:pt x="472924" y="34048"/>
                </a:lnTo>
                <a:lnTo>
                  <a:pt x="472967" y="34208"/>
                </a:lnTo>
                <a:lnTo>
                  <a:pt x="473005" y="34370"/>
                </a:lnTo>
                <a:lnTo>
                  <a:pt x="473037" y="34534"/>
                </a:lnTo>
                <a:lnTo>
                  <a:pt x="473063" y="34701"/>
                </a:lnTo>
                <a:lnTo>
                  <a:pt x="484538" y="34701"/>
                </a:lnTo>
                <a:lnTo>
                  <a:pt x="484500" y="34177"/>
                </a:lnTo>
                <a:lnTo>
                  <a:pt x="484445" y="33663"/>
                </a:lnTo>
                <a:lnTo>
                  <a:pt x="484373" y="33157"/>
                </a:lnTo>
                <a:lnTo>
                  <a:pt x="484286" y="32661"/>
                </a:lnTo>
                <a:lnTo>
                  <a:pt x="484182" y="32173"/>
                </a:lnTo>
                <a:lnTo>
                  <a:pt x="484062" y="31694"/>
                </a:lnTo>
                <a:lnTo>
                  <a:pt x="483926" y="31224"/>
                </a:lnTo>
                <a:lnTo>
                  <a:pt x="483773" y="30763"/>
                </a:lnTo>
                <a:lnTo>
                  <a:pt x="483604" y="30311"/>
                </a:lnTo>
                <a:lnTo>
                  <a:pt x="483419" y="29868"/>
                </a:lnTo>
                <a:lnTo>
                  <a:pt x="483218" y="29434"/>
                </a:lnTo>
                <a:lnTo>
                  <a:pt x="483001" y="29009"/>
                </a:lnTo>
                <a:lnTo>
                  <a:pt x="482767" y="28593"/>
                </a:lnTo>
                <a:lnTo>
                  <a:pt x="482517" y="28185"/>
                </a:lnTo>
                <a:lnTo>
                  <a:pt x="482250" y="27787"/>
                </a:lnTo>
                <a:lnTo>
                  <a:pt x="481968" y="27397"/>
                </a:lnTo>
                <a:lnTo>
                  <a:pt x="481669" y="27017"/>
                </a:lnTo>
                <a:lnTo>
                  <a:pt x="481354" y="26645"/>
                </a:lnTo>
                <a:lnTo>
                  <a:pt x="481022" y="26282"/>
                </a:lnTo>
                <a:lnTo>
                  <a:pt x="480675" y="25928"/>
                </a:lnTo>
                <a:lnTo>
                  <a:pt x="480311" y="25584"/>
                </a:lnTo>
                <a:lnTo>
                  <a:pt x="479930" y="25248"/>
                </a:lnTo>
                <a:lnTo>
                  <a:pt x="479534" y="24921"/>
                </a:lnTo>
                <a:lnTo>
                  <a:pt x="479121" y="24602"/>
                </a:lnTo>
                <a:lnTo>
                  <a:pt x="478695" y="24295"/>
                </a:lnTo>
                <a:lnTo>
                  <a:pt x="478256" y="24001"/>
                </a:lnTo>
                <a:lnTo>
                  <a:pt x="477806" y="23720"/>
                </a:lnTo>
                <a:lnTo>
                  <a:pt x="477344" y="23452"/>
                </a:lnTo>
                <a:lnTo>
                  <a:pt x="476870" y="23197"/>
                </a:lnTo>
                <a:lnTo>
                  <a:pt x="476385" y="22956"/>
                </a:lnTo>
                <a:lnTo>
                  <a:pt x="475887" y="22727"/>
                </a:lnTo>
                <a:lnTo>
                  <a:pt x="475378" y="22511"/>
                </a:lnTo>
                <a:lnTo>
                  <a:pt x="474857" y="22309"/>
                </a:lnTo>
                <a:lnTo>
                  <a:pt x="474324" y="22119"/>
                </a:lnTo>
                <a:lnTo>
                  <a:pt x="473780" y="21943"/>
                </a:lnTo>
                <a:lnTo>
                  <a:pt x="473224" y="21779"/>
                </a:lnTo>
                <a:lnTo>
                  <a:pt x="472655" y="21629"/>
                </a:lnTo>
                <a:lnTo>
                  <a:pt x="472075" y="21492"/>
                </a:lnTo>
                <a:lnTo>
                  <a:pt x="471484" y="21368"/>
                </a:lnTo>
                <a:lnTo>
                  <a:pt x="470880" y="21257"/>
                </a:lnTo>
                <a:lnTo>
                  <a:pt x="470265" y="21159"/>
                </a:lnTo>
                <a:lnTo>
                  <a:pt x="469638" y="21074"/>
                </a:lnTo>
                <a:lnTo>
                  <a:pt x="468999" y="21002"/>
                </a:lnTo>
                <a:lnTo>
                  <a:pt x="468348" y="20943"/>
                </a:lnTo>
                <a:lnTo>
                  <a:pt x="467686" y="20897"/>
                </a:lnTo>
                <a:lnTo>
                  <a:pt x="467011" y="20865"/>
                </a:lnTo>
                <a:lnTo>
                  <a:pt x="466325" y="20845"/>
                </a:lnTo>
                <a:lnTo>
                  <a:pt x="465627" y="20838"/>
                </a:lnTo>
                <a:lnTo>
                  <a:pt x="462138" y="20838"/>
                </a:lnTo>
                <a:lnTo>
                  <a:pt x="461373" y="20845"/>
                </a:lnTo>
                <a:lnTo>
                  <a:pt x="460624" y="20866"/>
                </a:lnTo>
                <a:lnTo>
                  <a:pt x="459890" y="20899"/>
                </a:lnTo>
                <a:lnTo>
                  <a:pt x="459172" y="20947"/>
                </a:lnTo>
                <a:lnTo>
                  <a:pt x="458470" y="21008"/>
                </a:lnTo>
                <a:lnTo>
                  <a:pt x="457783" y="21082"/>
                </a:lnTo>
                <a:lnTo>
                  <a:pt x="457112" y="21170"/>
                </a:lnTo>
                <a:lnTo>
                  <a:pt x="456456" y="21272"/>
                </a:lnTo>
                <a:lnTo>
                  <a:pt x="455816" y="21387"/>
                </a:lnTo>
                <a:lnTo>
                  <a:pt x="455192" y="21516"/>
                </a:lnTo>
                <a:lnTo>
                  <a:pt x="454584" y="21658"/>
                </a:lnTo>
                <a:lnTo>
                  <a:pt x="453990" y="21814"/>
                </a:lnTo>
                <a:lnTo>
                  <a:pt x="453413" y="21983"/>
                </a:lnTo>
                <a:lnTo>
                  <a:pt x="452851" y="22166"/>
                </a:lnTo>
                <a:lnTo>
                  <a:pt x="452305" y="22363"/>
                </a:lnTo>
                <a:lnTo>
                  <a:pt x="451774" y="22573"/>
                </a:lnTo>
                <a:lnTo>
                  <a:pt x="451259" y="22797"/>
                </a:lnTo>
                <a:lnTo>
                  <a:pt x="450760" y="23034"/>
                </a:lnTo>
                <a:lnTo>
                  <a:pt x="450276" y="23284"/>
                </a:lnTo>
                <a:lnTo>
                  <a:pt x="449808" y="23549"/>
                </a:lnTo>
                <a:lnTo>
                  <a:pt x="449356" y="23826"/>
                </a:lnTo>
                <a:lnTo>
                  <a:pt x="448919" y="24118"/>
                </a:lnTo>
                <a:lnTo>
                  <a:pt x="448498" y="24423"/>
                </a:lnTo>
                <a:lnTo>
                  <a:pt x="448092" y="24741"/>
                </a:lnTo>
                <a:lnTo>
                  <a:pt x="447702" y="25072"/>
                </a:lnTo>
                <a:lnTo>
                  <a:pt x="447329" y="25413"/>
                </a:lnTo>
                <a:lnTo>
                  <a:pt x="446973" y="25766"/>
                </a:lnTo>
                <a:lnTo>
                  <a:pt x="446633" y="26129"/>
                </a:lnTo>
                <a:lnTo>
                  <a:pt x="446310" y="26504"/>
                </a:lnTo>
                <a:lnTo>
                  <a:pt x="446003" y="26890"/>
                </a:lnTo>
                <a:lnTo>
                  <a:pt x="445713" y="27286"/>
                </a:lnTo>
                <a:lnTo>
                  <a:pt x="445440" y="27694"/>
                </a:lnTo>
                <a:lnTo>
                  <a:pt x="445183" y="28112"/>
                </a:lnTo>
                <a:lnTo>
                  <a:pt x="444943" y="28542"/>
                </a:lnTo>
                <a:lnTo>
                  <a:pt x="444719" y="28983"/>
                </a:lnTo>
                <a:lnTo>
                  <a:pt x="444512" y="29434"/>
                </a:lnTo>
                <a:lnTo>
                  <a:pt x="444321" y="29897"/>
                </a:lnTo>
                <a:lnTo>
                  <a:pt x="444147" y="30370"/>
                </a:lnTo>
                <a:lnTo>
                  <a:pt x="443989" y="30855"/>
                </a:lnTo>
                <a:lnTo>
                  <a:pt x="443848" y="31350"/>
                </a:lnTo>
                <a:lnTo>
                  <a:pt x="443724" y="31857"/>
                </a:lnTo>
                <a:lnTo>
                  <a:pt x="443616" y="32375"/>
                </a:lnTo>
                <a:lnTo>
                  <a:pt x="443525" y="32903"/>
                </a:lnTo>
                <a:lnTo>
                  <a:pt x="443451" y="33443"/>
                </a:lnTo>
                <a:lnTo>
                  <a:pt x="443393" y="33993"/>
                </a:lnTo>
                <a:lnTo>
                  <a:pt x="443351" y="34555"/>
                </a:lnTo>
                <a:lnTo>
                  <a:pt x="443326" y="35127"/>
                </a:lnTo>
                <a:lnTo>
                  <a:pt x="443318" y="35711"/>
                </a:lnTo>
                <a:lnTo>
                  <a:pt x="443325" y="36271"/>
                </a:lnTo>
                <a:lnTo>
                  <a:pt x="443346" y="36820"/>
                </a:lnTo>
                <a:lnTo>
                  <a:pt x="443381" y="37356"/>
                </a:lnTo>
                <a:lnTo>
                  <a:pt x="443430" y="37881"/>
                </a:lnTo>
                <a:lnTo>
                  <a:pt x="443493" y="38394"/>
                </a:lnTo>
                <a:lnTo>
                  <a:pt x="443571" y="38896"/>
                </a:lnTo>
                <a:lnTo>
                  <a:pt x="443662" y="39385"/>
                </a:lnTo>
                <a:lnTo>
                  <a:pt x="443767" y="39863"/>
                </a:lnTo>
                <a:lnTo>
                  <a:pt x="443886" y="40329"/>
                </a:lnTo>
                <a:lnTo>
                  <a:pt x="444019" y="40783"/>
                </a:lnTo>
                <a:lnTo>
                  <a:pt x="444167" y="41225"/>
                </a:lnTo>
                <a:lnTo>
                  <a:pt x="444328" y="41656"/>
                </a:lnTo>
                <a:lnTo>
                  <a:pt x="444503" y="42074"/>
                </a:lnTo>
                <a:lnTo>
                  <a:pt x="444693" y="42481"/>
                </a:lnTo>
                <a:lnTo>
                  <a:pt x="444896" y="42876"/>
                </a:lnTo>
                <a:lnTo>
                  <a:pt x="445114" y="43260"/>
                </a:lnTo>
                <a:lnTo>
                  <a:pt x="445345" y="43631"/>
                </a:lnTo>
                <a:lnTo>
                  <a:pt x="445591" y="43991"/>
                </a:lnTo>
                <a:lnTo>
                  <a:pt x="445850" y="44339"/>
                </a:lnTo>
                <a:lnTo>
                  <a:pt x="446124" y="44675"/>
                </a:lnTo>
                <a:lnTo>
                  <a:pt x="446411" y="44999"/>
                </a:lnTo>
                <a:lnTo>
                  <a:pt x="446713" y="45312"/>
                </a:lnTo>
                <a:lnTo>
                  <a:pt x="447028" y="45613"/>
                </a:lnTo>
                <a:lnTo>
                  <a:pt x="447358" y="45902"/>
                </a:lnTo>
                <a:lnTo>
                  <a:pt x="447703" y="46181"/>
                </a:lnTo>
                <a:lnTo>
                  <a:pt x="448063" y="46453"/>
                </a:lnTo>
                <a:lnTo>
                  <a:pt x="448440" y="46717"/>
                </a:lnTo>
                <a:lnTo>
                  <a:pt x="448832" y="46973"/>
                </a:lnTo>
                <a:lnTo>
                  <a:pt x="449240" y="47222"/>
                </a:lnTo>
                <a:lnTo>
                  <a:pt x="449665" y="47463"/>
                </a:lnTo>
                <a:lnTo>
                  <a:pt x="450105" y="47696"/>
                </a:lnTo>
                <a:lnTo>
                  <a:pt x="450561" y="47922"/>
                </a:lnTo>
                <a:lnTo>
                  <a:pt x="451033" y="48140"/>
                </a:lnTo>
                <a:lnTo>
                  <a:pt x="451521" y="48350"/>
                </a:lnTo>
                <a:lnTo>
                  <a:pt x="452025" y="48553"/>
                </a:lnTo>
                <a:lnTo>
                  <a:pt x="452545" y="48748"/>
                </a:lnTo>
                <a:lnTo>
                  <a:pt x="453081" y="48935"/>
                </a:lnTo>
                <a:lnTo>
                  <a:pt x="453633" y="49115"/>
                </a:lnTo>
                <a:lnTo>
                  <a:pt x="454200" y="49287"/>
                </a:lnTo>
                <a:lnTo>
                  <a:pt x="454784" y="49452"/>
                </a:lnTo>
                <a:lnTo>
                  <a:pt x="455384" y="49609"/>
                </a:lnTo>
                <a:lnTo>
                  <a:pt x="455999" y="49758"/>
                </a:lnTo>
                <a:lnTo>
                  <a:pt x="456631" y="49899"/>
                </a:lnTo>
                <a:lnTo>
                  <a:pt x="457278" y="50033"/>
                </a:lnTo>
                <a:lnTo>
                  <a:pt x="457941" y="50159"/>
                </a:lnTo>
                <a:lnTo>
                  <a:pt x="458621" y="50278"/>
                </a:lnTo>
                <a:lnTo>
                  <a:pt x="459316" y="50389"/>
                </a:lnTo>
                <a:lnTo>
                  <a:pt x="460027" y="50492"/>
                </a:lnTo>
                <a:lnTo>
                  <a:pt x="466269" y="51410"/>
                </a:lnTo>
                <a:lnTo>
                  <a:pt x="466594" y="51450"/>
                </a:lnTo>
                <a:lnTo>
                  <a:pt x="466912" y="51494"/>
                </a:lnTo>
                <a:lnTo>
                  <a:pt x="467223" y="51541"/>
                </a:lnTo>
                <a:lnTo>
                  <a:pt x="467527" y="51592"/>
                </a:lnTo>
                <a:lnTo>
                  <a:pt x="467824" y="51647"/>
                </a:lnTo>
                <a:lnTo>
                  <a:pt x="468114" y="51705"/>
                </a:lnTo>
                <a:lnTo>
                  <a:pt x="468396" y="51767"/>
                </a:lnTo>
                <a:lnTo>
                  <a:pt x="468671" y="51833"/>
                </a:lnTo>
                <a:lnTo>
                  <a:pt x="468939" y="51903"/>
                </a:lnTo>
                <a:lnTo>
                  <a:pt x="469200" y="51976"/>
                </a:lnTo>
                <a:lnTo>
                  <a:pt x="469453" y="52052"/>
                </a:lnTo>
                <a:lnTo>
                  <a:pt x="469700" y="52133"/>
                </a:lnTo>
                <a:lnTo>
                  <a:pt x="469939" y="52217"/>
                </a:lnTo>
                <a:lnTo>
                  <a:pt x="470171" y="52305"/>
                </a:lnTo>
                <a:lnTo>
                  <a:pt x="470396" y="52396"/>
                </a:lnTo>
                <a:lnTo>
                  <a:pt x="470614" y="52491"/>
                </a:lnTo>
                <a:lnTo>
                  <a:pt x="470824" y="52590"/>
                </a:lnTo>
                <a:lnTo>
                  <a:pt x="471028" y="52692"/>
                </a:lnTo>
                <a:lnTo>
                  <a:pt x="471224" y="52798"/>
                </a:lnTo>
                <a:lnTo>
                  <a:pt x="471413" y="52908"/>
                </a:lnTo>
                <a:lnTo>
                  <a:pt x="471595" y="53021"/>
                </a:lnTo>
                <a:lnTo>
                  <a:pt x="471770" y="53138"/>
                </a:lnTo>
                <a:lnTo>
                  <a:pt x="471937" y="53259"/>
                </a:lnTo>
                <a:lnTo>
                  <a:pt x="472098" y="53383"/>
                </a:lnTo>
                <a:lnTo>
                  <a:pt x="472251" y="53512"/>
                </a:lnTo>
                <a:lnTo>
                  <a:pt x="472398" y="53644"/>
                </a:lnTo>
                <a:lnTo>
                  <a:pt x="472539" y="53780"/>
                </a:lnTo>
                <a:lnTo>
                  <a:pt x="472673" y="53920"/>
                </a:lnTo>
                <a:lnTo>
                  <a:pt x="472800" y="54064"/>
                </a:lnTo>
                <a:lnTo>
                  <a:pt x="472921" y="54212"/>
                </a:lnTo>
                <a:lnTo>
                  <a:pt x="473036" y="54365"/>
                </a:lnTo>
                <a:lnTo>
                  <a:pt x="473144" y="54521"/>
                </a:lnTo>
                <a:lnTo>
                  <a:pt x="473245" y="54681"/>
                </a:lnTo>
                <a:lnTo>
                  <a:pt x="473340" y="54845"/>
                </a:lnTo>
                <a:lnTo>
                  <a:pt x="473428" y="55013"/>
                </a:lnTo>
                <a:lnTo>
                  <a:pt x="473510" y="55185"/>
                </a:lnTo>
                <a:lnTo>
                  <a:pt x="473585" y="55361"/>
                </a:lnTo>
                <a:lnTo>
                  <a:pt x="473654" y="55541"/>
                </a:lnTo>
                <a:lnTo>
                  <a:pt x="473716" y="55725"/>
                </a:lnTo>
                <a:lnTo>
                  <a:pt x="473771" y="55913"/>
                </a:lnTo>
                <a:lnTo>
                  <a:pt x="473820" y="56105"/>
                </a:lnTo>
                <a:lnTo>
                  <a:pt x="473863" y="56301"/>
                </a:lnTo>
                <a:lnTo>
                  <a:pt x="473899" y="56501"/>
                </a:lnTo>
                <a:lnTo>
                  <a:pt x="473928" y="56705"/>
                </a:lnTo>
                <a:lnTo>
                  <a:pt x="473951" y="56913"/>
                </a:lnTo>
                <a:lnTo>
                  <a:pt x="473967" y="57125"/>
                </a:lnTo>
                <a:lnTo>
                  <a:pt x="473977" y="57341"/>
                </a:lnTo>
                <a:lnTo>
                  <a:pt x="473980" y="57561"/>
                </a:lnTo>
                <a:lnTo>
                  <a:pt x="473977" y="57796"/>
                </a:lnTo>
                <a:lnTo>
                  <a:pt x="473966" y="58027"/>
                </a:lnTo>
                <a:lnTo>
                  <a:pt x="473947" y="58253"/>
                </a:lnTo>
                <a:lnTo>
                  <a:pt x="473922" y="58476"/>
                </a:lnTo>
                <a:lnTo>
                  <a:pt x="473889" y="58694"/>
                </a:lnTo>
                <a:lnTo>
                  <a:pt x="473848" y="58909"/>
                </a:lnTo>
                <a:lnTo>
                  <a:pt x="473801" y="59119"/>
                </a:lnTo>
                <a:lnTo>
                  <a:pt x="473746" y="59325"/>
                </a:lnTo>
                <a:lnTo>
                  <a:pt x="473684" y="59527"/>
                </a:lnTo>
                <a:lnTo>
                  <a:pt x="473614" y="59725"/>
                </a:lnTo>
                <a:lnTo>
                  <a:pt x="473537" y="59918"/>
                </a:lnTo>
                <a:lnTo>
                  <a:pt x="473453" y="60108"/>
                </a:lnTo>
                <a:lnTo>
                  <a:pt x="473361" y="60293"/>
                </a:lnTo>
                <a:lnTo>
                  <a:pt x="473262" y="60474"/>
                </a:lnTo>
                <a:lnTo>
                  <a:pt x="473156" y="60651"/>
                </a:lnTo>
                <a:lnTo>
                  <a:pt x="473042" y="60824"/>
                </a:lnTo>
                <a:lnTo>
                  <a:pt x="472921" y="60993"/>
                </a:lnTo>
                <a:lnTo>
                  <a:pt x="472793" y="61158"/>
                </a:lnTo>
                <a:lnTo>
                  <a:pt x="472657" y="61318"/>
                </a:lnTo>
                <a:lnTo>
                  <a:pt x="472514" y="61475"/>
                </a:lnTo>
                <a:lnTo>
                  <a:pt x="472364" y="61627"/>
                </a:lnTo>
                <a:lnTo>
                  <a:pt x="472207" y="61775"/>
                </a:lnTo>
                <a:lnTo>
                  <a:pt x="472042" y="61919"/>
                </a:lnTo>
                <a:lnTo>
                  <a:pt x="471869" y="62059"/>
                </a:lnTo>
                <a:lnTo>
                  <a:pt x="471690" y="62194"/>
                </a:lnTo>
                <a:lnTo>
                  <a:pt x="471503" y="62323"/>
                </a:lnTo>
                <a:lnTo>
                  <a:pt x="471309" y="62446"/>
                </a:lnTo>
                <a:lnTo>
                  <a:pt x="471107" y="62564"/>
                </a:lnTo>
                <a:lnTo>
                  <a:pt x="470898" y="62676"/>
                </a:lnTo>
                <a:lnTo>
                  <a:pt x="470682" y="62782"/>
                </a:lnTo>
                <a:lnTo>
                  <a:pt x="470458" y="62882"/>
                </a:lnTo>
                <a:lnTo>
                  <a:pt x="470227" y="62977"/>
                </a:lnTo>
                <a:lnTo>
                  <a:pt x="469989" y="63066"/>
                </a:lnTo>
                <a:lnTo>
                  <a:pt x="469743" y="63149"/>
                </a:lnTo>
                <a:lnTo>
                  <a:pt x="469490" y="63227"/>
                </a:lnTo>
                <a:lnTo>
                  <a:pt x="469230" y="63298"/>
                </a:lnTo>
                <a:lnTo>
                  <a:pt x="468963" y="63364"/>
                </a:lnTo>
                <a:lnTo>
                  <a:pt x="468688" y="63425"/>
                </a:lnTo>
                <a:lnTo>
                  <a:pt x="468405" y="63479"/>
                </a:lnTo>
                <a:lnTo>
                  <a:pt x="468116" y="63528"/>
                </a:lnTo>
                <a:lnTo>
                  <a:pt x="467819" y="63571"/>
                </a:lnTo>
                <a:lnTo>
                  <a:pt x="467515" y="63608"/>
                </a:lnTo>
                <a:lnTo>
                  <a:pt x="467203" y="63640"/>
                </a:lnTo>
                <a:lnTo>
                  <a:pt x="466884" y="63666"/>
                </a:lnTo>
                <a:lnTo>
                  <a:pt x="466558" y="63686"/>
                </a:lnTo>
                <a:lnTo>
                  <a:pt x="466224" y="63700"/>
                </a:lnTo>
                <a:lnTo>
                  <a:pt x="465883" y="63709"/>
                </a:lnTo>
                <a:lnTo>
                  <a:pt x="465535" y="63712"/>
                </a:lnTo>
                <a:lnTo>
                  <a:pt x="461496" y="63712"/>
                </a:lnTo>
                <a:lnTo>
                  <a:pt x="461208" y="63709"/>
                </a:lnTo>
                <a:lnTo>
                  <a:pt x="460924" y="63701"/>
                </a:lnTo>
                <a:lnTo>
                  <a:pt x="460645" y="63689"/>
                </a:lnTo>
                <a:lnTo>
                  <a:pt x="460370" y="63671"/>
                </a:lnTo>
                <a:lnTo>
                  <a:pt x="460100" y="63648"/>
                </a:lnTo>
                <a:lnTo>
                  <a:pt x="459835" y="63620"/>
                </a:lnTo>
                <a:lnTo>
                  <a:pt x="459574" y="63587"/>
                </a:lnTo>
                <a:lnTo>
                  <a:pt x="459318" y="63549"/>
                </a:lnTo>
                <a:lnTo>
                  <a:pt x="459067" y="63505"/>
                </a:lnTo>
                <a:lnTo>
                  <a:pt x="458820" y="63457"/>
                </a:lnTo>
                <a:lnTo>
                  <a:pt x="458578" y="63403"/>
                </a:lnTo>
                <a:lnTo>
                  <a:pt x="458340" y="63345"/>
                </a:lnTo>
                <a:lnTo>
                  <a:pt x="458107" y="63281"/>
                </a:lnTo>
                <a:lnTo>
                  <a:pt x="457879" y="63212"/>
                </a:lnTo>
                <a:lnTo>
                  <a:pt x="457655" y="63138"/>
                </a:lnTo>
                <a:lnTo>
                  <a:pt x="457436" y="63059"/>
                </a:lnTo>
                <a:lnTo>
                  <a:pt x="457221" y="62975"/>
                </a:lnTo>
                <a:lnTo>
                  <a:pt x="457012" y="62886"/>
                </a:lnTo>
                <a:lnTo>
                  <a:pt x="456806" y="62792"/>
                </a:lnTo>
                <a:lnTo>
                  <a:pt x="456606" y="62692"/>
                </a:lnTo>
                <a:lnTo>
                  <a:pt x="456410" y="62588"/>
                </a:lnTo>
                <a:lnTo>
                  <a:pt x="456218" y="62478"/>
                </a:lnTo>
                <a:lnTo>
                  <a:pt x="456032" y="62363"/>
                </a:lnTo>
                <a:lnTo>
                  <a:pt x="455850" y="62244"/>
                </a:lnTo>
                <a:lnTo>
                  <a:pt x="455673" y="62120"/>
                </a:lnTo>
                <a:lnTo>
                  <a:pt x="455504" y="61992"/>
                </a:lnTo>
                <a:lnTo>
                  <a:pt x="455341" y="61862"/>
                </a:lnTo>
                <a:lnTo>
                  <a:pt x="455185" y="61728"/>
                </a:lnTo>
                <a:lnTo>
                  <a:pt x="455037" y="61591"/>
                </a:lnTo>
                <a:lnTo>
                  <a:pt x="454894" y="61452"/>
                </a:lnTo>
                <a:lnTo>
                  <a:pt x="454759" y="61308"/>
                </a:lnTo>
                <a:lnTo>
                  <a:pt x="454631" y="61162"/>
                </a:lnTo>
                <a:lnTo>
                  <a:pt x="454509" y="61012"/>
                </a:lnTo>
                <a:lnTo>
                  <a:pt x="454395" y="60860"/>
                </a:lnTo>
                <a:lnTo>
                  <a:pt x="454287" y="60704"/>
                </a:lnTo>
                <a:lnTo>
                  <a:pt x="454186" y="60545"/>
                </a:lnTo>
                <a:lnTo>
                  <a:pt x="454092" y="60382"/>
                </a:lnTo>
                <a:lnTo>
                  <a:pt x="454005" y="60217"/>
                </a:lnTo>
                <a:lnTo>
                  <a:pt x="453924" y="60048"/>
                </a:lnTo>
                <a:lnTo>
                  <a:pt x="453851" y="59877"/>
                </a:lnTo>
                <a:lnTo>
                  <a:pt x="453784" y="59702"/>
                </a:lnTo>
                <a:lnTo>
                  <a:pt x="453724" y="59523"/>
                </a:lnTo>
                <a:lnTo>
                  <a:pt x="453671" y="59342"/>
                </a:lnTo>
                <a:lnTo>
                  <a:pt x="453625" y="59157"/>
                </a:lnTo>
                <a:lnTo>
                  <a:pt x="453586" y="58970"/>
                </a:lnTo>
                <a:lnTo>
                  <a:pt x="453553" y="58779"/>
                </a:lnTo>
                <a:lnTo>
                  <a:pt x="453528" y="58584"/>
                </a:lnTo>
                <a:lnTo>
                  <a:pt x="453509" y="58387"/>
                </a:lnTo>
                <a:lnTo>
                  <a:pt x="442033" y="58387"/>
                </a:lnTo>
                <a:lnTo>
                  <a:pt x="442053" y="58752"/>
                </a:lnTo>
                <a:lnTo>
                  <a:pt x="442080" y="59113"/>
                </a:lnTo>
                <a:lnTo>
                  <a:pt x="442115" y="59471"/>
                </a:lnTo>
                <a:lnTo>
                  <a:pt x="442157" y="59824"/>
                </a:lnTo>
                <a:lnTo>
                  <a:pt x="442208" y="60173"/>
                </a:lnTo>
                <a:lnTo>
                  <a:pt x="442266" y="60518"/>
                </a:lnTo>
                <a:lnTo>
                  <a:pt x="442332" y="60860"/>
                </a:lnTo>
                <a:lnTo>
                  <a:pt x="442406" y="61197"/>
                </a:lnTo>
                <a:lnTo>
                  <a:pt x="442487" y="61530"/>
                </a:lnTo>
                <a:lnTo>
                  <a:pt x="442577" y="61860"/>
                </a:lnTo>
                <a:lnTo>
                  <a:pt x="442674" y="62185"/>
                </a:lnTo>
                <a:lnTo>
                  <a:pt x="442779" y="62506"/>
                </a:lnTo>
                <a:lnTo>
                  <a:pt x="442892" y="62824"/>
                </a:lnTo>
                <a:lnTo>
                  <a:pt x="443013" y="63137"/>
                </a:lnTo>
                <a:lnTo>
                  <a:pt x="443141" y="63446"/>
                </a:lnTo>
                <a:lnTo>
                  <a:pt x="443277" y="63752"/>
                </a:lnTo>
                <a:lnTo>
                  <a:pt x="443422" y="64053"/>
                </a:lnTo>
                <a:lnTo>
                  <a:pt x="443573" y="64351"/>
                </a:lnTo>
                <a:lnTo>
                  <a:pt x="443733" y="64644"/>
                </a:lnTo>
                <a:lnTo>
                  <a:pt x="443901" y="64934"/>
                </a:lnTo>
                <a:lnTo>
                  <a:pt x="444076" y="65220"/>
                </a:lnTo>
                <a:lnTo>
                  <a:pt x="444259" y="65501"/>
                </a:lnTo>
                <a:lnTo>
                  <a:pt x="444450" y="65779"/>
                </a:lnTo>
                <a:lnTo>
                  <a:pt x="444649" y="66052"/>
                </a:lnTo>
                <a:lnTo>
                  <a:pt x="444855" y="66321"/>
                </a:lnTo>
                <a:lnTo>
                  <a:pt x="445067" y="66586"/>
                </a:lnTo>
                <a:lnTo>
                  <a:pt x="445287" y="66845"/>
                </a:lnTo>
                <a:lnTo>
                  <a:pt x="445512" y="67099"/>
                </a:lnTo>
                <a:lnTo>
                  <a:pt x="445744" y="67348"/>
                </a:lnTo>
                <a:lnTo>
                  <a:pt x="445983" y="67593"/>
                </a:lnTo>
                <a:lnTo>
                  <a:pt x="446228" y="67832"/>
                </a:lnTo>
                <a:lnTo>
                  <a:pt x="446480" y="68067"/>
                </a:lnTo>
                <a:lnTo>
                  <a:pt x="446738" y="68296"/>
                </a:lnTo>
                <a:lnTo>
                  <a:pt x="447003" y="68521"/>
                </a:lnTo>
                <a:lnTo>
                  <a:pt x="447274" y="68740"/>
                </a:lnTo>
                <a:lnTo>
                  <a:pt x="447552" y="68955"/>
                </a:lnTo>
                <a:lnTo>
                  <a:pt x="447837" y="69165"/>
                </a:lnTo>
                <a:lnTo>
                  <a:pt x="448128" y="69370"/>
                </a:lnTo>
                <a:lnTo>
                  <a:pt x="448425" y="69570"/>
                </a:lnTo>
                <a:lnTo>
                  <a:pt x="448729" y="69765"/>
                </a:lnTo>
                <a:lnTo>
                  <a:pt x="449040" y="69955"/>
                </a:lnTo>
                <a:lnTo>
                  <a:pt x="449357" y="70140"/>
                </a:lnTo>
                <a:lnTo>
                  <a:pt x="449680" y="70320"/>
                </a:lnTo>
                <a:lnTo>
                  <a:pt x="450011" y="70495"/>
                </a:lnTo>
                <a:lnTo>
                  <a:pt x="450347" y="70666"/>
                </a:lnTo>
                <a:lnTo>
                  <a:pt x="450690" y="70831"/>
                </a:lnTo>
                <a:lnTo>
                  <a:pt x="451040" y="70992"/>
                </a:lnTo>
                <a:lnTo>
                  <a:pt x="451397" y="71147"/>
                </a:lnTo>
                <a:lnTo>
                  <a:pt x="451759" y="71297"/>
                </a:lnTo>
                <a:lnTo>
                  <a:pt x="452126" y="71440"/>
                </a:lnTo>
                <a:lnTo>
                  <a:pt x="452498" y="71578"/>
                </a:lnTo>
                <a:lnTo>
                  <a:pt x="452876" y="71708"/>
                </a:lnTo>
                <a:lnTo>
                  <a:pt x="453259" y="71833"/>
                </a:lnTo>
                <a:lnTo>
                  <a:pt x="453646" y="71951"/>
                </a:lnTo>
                <a:lnTo>
                  <a:pt x="454039" y="72062"/>
                </a:lnTo>
                <a:lnTo>
                  <a:pt x="454437" y="72167"/>
                </a:lnTo>
                <a:lnTo>
                  <a:pt x="454840" y="72266"/>
                </a:lnTo>
                <a:lnTo>
                  <a:pt x="455248" y="72359"/>
                </a:lnTo>
                <a:lnTo>
                  <a:pt x="455661" y="72445"/>
                </a:lnTo>
                <a:lnTo>
                  <a:pt x="456079" y="72524"/>
                </a:lnTo>
                <a:lnTo>
                  <a:pt x="456503" y="72598"/>
                </a:lnTo>
                <a:lnTo>
                  <a:pt x="456931" y="72665"/>
                </a:lnTo>
                <a:lnTo>
                  <a:pt x="457365" y="72725"/>
                </a:lnTo>
                <a:lnTo>
                  <a:pt x="457804" y="72780"/>
                </a:lnTo>
                <a:lnTo>
                  <a:pt x="458247" y="72827"/>
                </a:lnTo>
                <a:lnTo>
                  <a:pt x="458696" y="72869"/>
                </a:lnTo>
                <a:lnTo>
                  <a:pt x="459150" y="72904"/>
                </a:lnTo>
                <a:lnTo>
                  <a:pt x="459609" y="72933"/>
                </a:lnTo>
                <a:lnTo>
                  <a:pt x="460073" y="72955"/>
                </a:lnTo>
                <a:lnTo>
                  <a:pt x="460543" y="72971"/>
                </a:lnTo>
                <a:lnTo>
                  <a:pt x="461017" y="72980"/>
                </a:lnTo>
                <a:lnTo>
                  <a:pt x="461496" y="72984"/>
                </a:lnTo>
                <a:lnTo>
                  <a:pt x="465535" y="72984"/>
                </a:lnTo>
                <a:lnTo>
                  <a:pt x="466338" y="72977"/>
                </a:lnTo>
                <a:lnTo>
                  <a:pt x="467124" y="72955"/>
                </a:lnTo>
                <a:lnTo>
                  <a:pt x="467894" y="72920"/>
                </a:lnTo>
                <a:lnTo>
                  <a:pt x="468647" y="72870"/>
                </a:lnTo>
                <a:close/>
                <a:moveTo>
                  <a:pt x="633140" y="72920"/>
                </a:moveTo>
                <a:lnTo>
                  <a:pt x="633894" y="72870"/>
                </a:lnTo>
                <a:lnTo>
                  <a:pt x="634631" y="72806"/>
                </a:lnTo>
                <a:lnTo>
                  <a:pt x="635351" y="72728"/>
                </a:lnTo>
                <a:lnTo>
                  <a:pt x="636056" y="72636"/>
                </a:lnTo>
                <a:lnTo>
                  <a:pt x="636743" y="72530"/>
                </a:lnTo>
                <a:lnTo>
                  <a:pt x="637415" y="72409"/>
                </a:lnTo>
                <a:lnTo>
                  <a:pt x="638070" y="72274"/>
                </a:lnTo>
                <a:lnTo>
                  <a:pt x="638708" y="72126"/>
                </a:lnTo>
                <a:lnTo>
                  <a:pt x="639330" y="71962"/>
                </a:lnTo>
                <a:lnTo>
                  <a:pt x="639936" y="71785"/>
                </a:lnTo>
                <a:lnTo>
                  <a:pt x="640525" y="71594"/>
                </a:lnTo>
                <a:lnTo>
                  <a:pt x="641098" y="71388"/>
                </a:lnTo>
                <a:lnTo>
                  <a:pt x="641655" y="71168"/>
                </a:lnTo>
                <a:lnTo>
                  <a:pt x="642195" y="70934"/>
                </a:lnTo>
                <a:lnTo>
                  <a:pt x="642718" y="70686"/>
                </a:lnTo>
                <a:lnTo>
                  <a:pt x="643225" y="70424"/>
                </a:lnTo>
                <a:lnTo>
                  <a:pt x="643716" y="70147"/>
                </a:lnTo>
                <a:lnTo>
                  <a:pt x="644191" y="69856"/>
                </a:lnTo>
                <a:lnTo>
                  <a:pt x="644648" y="69551"/>
                </a:lnTo>
                <a:lnTo>
                  <a:pt x="645090" y="69232"/>
                </a:lnTo>
                <a:lnTo>
                  <a:pt x="645515" y="68899"/>
                </a:lnTo>
                <a:lnTo>
                  <a:pt x="645923" y="68553"/>
                </a:lnTo>
                <a:lnTo>
                  <a:pt x="646314" y="68195"/>
                </a:lnTo>
                <a:lnTo>
                  <a:pt x="646688" y="67826"/>
                </a:lnTo>
                <a:lnTo>
                  <a:pt x="647044" y="67446"/>
                </a:lnTo>
                <a:lnTo>
                  <a:pt x="647383" y="67055"/>
                </a:lnTo>
                <a:lnTo>
                  <a:pt x="647704" y="66652"/>
                </a:lnTo>
                <a:lnTo>
                  <a:pt x="648008" y="66238"/>
                </a:lnTo>
                <a:lnTo>
                  <a:pt x="648295" y="65813"/>
                </a:lnTo>
                <a:lnTo>
                  <a:pt x="648564" y="65376"/>
                </a:lnTo>
                <a:lnTo>
                  <a:pt x="648816" y="64928"/>
                </a:lnTo>
                <a:lnTo>
                  <a:pt x="649051" y="64469"/>
                </a:lnTo>
                <a:lnTo>
                  <a:pt x="649268" y="63998"/>
                </a:lnTo>
                <a:lnTo>
                  <a:pt x="649468" y="63516"/>
                </a:lnTo>
                <a:lnTo>
                  <a:pt x="649650" y="63023"/>
                </a:lnTo>
                <a:lnTo>
                  <a:pt x="649815" y="62518"/>
                </a:lnTo>
                <a:lnTo>
                  <a:pt x="649963" y="62002"/>
                </a:lnTo>
                <a:lnTo>
                  <a:pt x="650093" y="61475"/>
                </a:lnTo>
                <a:lnTo>
                  <a:pt x="650206" y="60937"/>
                </a:lnTo>
                <a:lnTo>
                  <a:pt x="650301" y="60387"/>
                </a:lnTo>
                <a:lnTo>
                  <a:pt x="650380" y="59826"/>
                </a:lnTo>
                <a:lnTo>
                  <a:pt x="650440" y="59253"/>
                </a:lnTo>
                <a:lnTo>
                  <a:pt x="650484" y="58670"/>
                </a:lnTo>
                <a:lnTo>
                  <a:pt x="650510" y="58075"/>
                </a:lnTo>
                <a:lnTo>
                  <a:pt x="650519" y="57468"/>
                </a:lnTo>
                <a:lnTo>
                  <a:pt x="650511" y="56900"/>
                </a:lnTo>
                <a:lnTo>
                  <a:pt x="650489" y="56344"/>
                </a:lnTo>
                <a:lnTo>
                  <a:pt x="650452" y="55799"/>
                </a:lnTo>
                <a:lnTo>
                  <a:pt x="650400" y="55266"/>
                </a:lnTo>
                <a:lnTo>
                  <a:pt x="650333" y="54745"/>
                </a:lnTo>
                <a:lnTo>
                  <a:pt x="650252" y="54235"/>
                </a:lnTo>
                <a:lnTo>
                  <a:pt x="650156" y="53737"/>
                </a:lnTo>
                <a:lnTo>
                  <a:pt x="650044" y="53251"/>
                </a:lnTo>
                <a:lnTo>
                  <a:pt x="649918" y="52776"/>
                </a:lnTo>
                <a:lnTo>
                  <a:pt x="649778" y="52312"/>
                </a:lnTo>
                <a:lnTo>
                  <a:pt x="649622" y="51861"/>
                </a:lnTo>
                <a:lnTo>
                  <a:pt x="649452" y="51421"/>
                </a:lnTo>
                <a:lnTo>
                  <a:pt x="649266" y="50993"/>
                </a:lnTo>
                <a:lnTo>
                  <a:pt x="649066" y="50576"/>
                </a:lnTo>
                <a:lnTo>
                  <a:pt x="648851" y="50171"/>
                </a:lnTo>
                <a:lnTo>
                  <a:pt x="648622" y="49777"/>
                </a:lnTo>
                <a:lnTo>
                  <a:pt x="648377" y="49396"/>
                </a:lnTo>
                <a:lnTo>
                  <a:pt x="648118" y="49026"/>
                </a:lnTo>
                <a:lnTo>
                  <a:pt x="647844" y="48667"/>
                </a:lnTo>
                <a:lnTo>
                  <a:pt x="647555" y="48320"/>
                </a:lnTo>
                <a:lnTo>
                  <a:pt x="647251" y="47985"/>
                </a:lnTo>
                <a:lnTo>
                  <a:pt x="646932" y="47661"/>
                </a:lnTo>
                <a:lnTo>
                  <a:pt x="646599" y="47349"/>
                </a:lnTo>
                <a:lnTo>
                  <a:pt x="646250" y="47049"/>
                </a:lnTo>
                <a:lnTo>
                  <a:pt x="645886" y="46758"/>
                </a:lnTo>
                <a:lnTo>
                  <a:pt x="645506" y="46476"/>
                </a:lnTo>
                <a:lnTo>
                  <a:pt x="645109" y="46201"/>
                </a:lnTo>
                <a:lnTo>
                  <a:pt x="644696" y="45933"/>
                </a:lnTo>
                <a:lnTo>
                  <a:pt x="644267" y="45674"/>
                </a:lnTo>
                <a:lnTo>
                  <a:pt x="643821" y="45422"/>
                </a:lnTo>
                <a:lnTo>
                  <a:pt x="643358" y="45179"/>
                </a:lnTo>
                <a:lnTo>
                  <a:pt x="642879" y="44943"/>
                </a:lnTo>
                <a:lnTo>
                  <a:pt x="642384" y="44714"/>
                </a:lnTo>
                <a:lnTo>
                  <a:pt x="641872" y="44494"/>
                </a:lnTo>
                <a:lnTo>
                  <a:pt x="641344" y="44282"/>
                </a:lnTo>
                <a:lnTo>
                  <a:pt x="640800" y="44077"/>
                </a:lnTo>
                <a:lnTo>
                  <a:pt x="640239" y="43880"/>
                </a:lnTo>
                <a:lnTo>
                  <a:pt x="639662" y="43691"/>
                </a:lnTo>
                <a:lnTo>
                  <a:pt x="639068" y="43509"/>
                </a:lnTo>
                <a:lnTo>
                  <a:pt x="638458" y="43336"/>
                </a:lnTo>
                <a:lnTo>
                  <a:pt x="637831" y="43170"/>
                </a:lnTo>
                <a:lnTo>
                  <a:pt x="637188" y="43012"/>
                </a:lnTo>
                <a:lnTo>
                  <a:pt x="636528" y="42862"/>
                </a:lnTo>
                <a:lnTo>
                  <a:pt x="635852" y="42720"/>
                </a:lnTo>
                <a:lnTo>
                  <a:pt x="635160" y="42585"/>
                </a:lnTo>
                <a:lnTo>
                  <a:pt x="634451" y="42459"/>
                </a:lnTo>
                <a:lnTo>
                  <a:pt x="633726" y="42340"/>
                </a:lnTo>
                <a:lnTo>
                  <a:pt x="632985" y="42229"/>
                </a:lnTo>
                <a:lnTo>
                  <a:pt x="626467" y="41311"/>
                </a:lnTo>
                <a:lnTo>
                  <a:pt x="626179" y="41264"/>
                </a:lnTo>
                <a:lnTo>
                  <a:pt x="625899" y="41215"/>
                </a:lnTo>
                <a:lnTo>
                  <a:pt x="625625" y="41163"/>
                </a:lnTo>
                <a:lnTo>
                  <a:pt x="625358" y="41109"/>
                </a:lnTo>
                <a:lnTo>
                  <a:pt x="625097" y="41052"/>
                </a:lnTo>
                <a:lnTo>
                  <a:pt x="624843" y="40993"/>
                </a:lnTo>
                <a:lnTo>
                  <a:pt x="624596" y="40932"/>
                </a:lnTo>
                <a:lnTo>
                  <a:pt x="624355" y="40868"/>
                </a:lnTo>
                <a:lnTo>
                  <a:pt x="624122" y="40801"/>
                </a:lnTo>
                <a:lnTo>
                  <a:pt x="623894" y="40733"/>
                </a:lnTo>
                <a:lnTo>
                  <a:pt x="623674" y="40662"/>
                </a:lnTo>
                <a:lnTo>
                  <a:pt x="623460" y="40588"/>
                </a:lnTo>
                <a:lnTo>
                  <a:pt x="623253" y="40513"/>
                </a:lnTo>
                <a:lnTo>
                  <a:pt x="623053" y="40434"/>
                </a:lnTo>
                <a:lnTo>
                  <a:pt x="622859" y="40354"/>
                </a:lnTo>
                <a:lnTo>
                  <a:pt x="622672" y="40271"/>
                </a:lnTo>
                <a:lnTo>
                  <a:pt x="622492" y="40186"/>
                </a:lnTo>
                <a:lnTo>
                  <a:pt x="622318" y="40098"/>
                </a:lnTo>
                <a:lnTo>
                  <a:pt x="622151" y="40008"/>
                </a:lnTo>
                <a:lnTo>
                  <a:pt x="621991" y="39915"/>
                </a:lnTo>
                <a:lnTo>
                  <a:pt x="621837" y="39820"/>
                </a:lnTo>
                <a:lnTo>
                  <a:pt x="621691" y="39723"/>
                </a:lnTo>
                <a:lnTo>
                  <a:pt x="621550" y="39623"/>
                </a:lnTo>
                <a:lnTo>
                  <a:pt x="621417" y="39521"/>
                </a:lnTo>
                <a:lnTo>
                  <a:pt x="621290" y="39415"/>
                </a:lnTo>
                <a:lnTo>
                  <a:pt x="621168" y="39305"/>
                </a:lnTo>
                <a:lnTo>
                  <a:pt x="621051" y="39190"/>
                </a:lnTo>
                <a:lnTo>
                  <a:pt x="620940" y="39071"/>
                </a:lnTo>
                <a:lnTo>
                  <a:pt x="620834" y="38947"/>
                </a:lnTo>
                <a:lnTo>
                  <a:pt x="620734" y="38818"/>
                </a:lnTo>
                <a:lnTo>
                  <a:pt x="620639" y="38685"/>
                </a:lnTo>
                <a:lnTo>
                  <a:pt x="620550" y="38547"/>
                </a:lnTo>
                <a:lnTo>
                  <a:pt x="620466" y="38404"/>
                </a:lnTo>
                <a:lnTo>
                  <a:pt x="620387" y="38257"/>
                </a:lnTo>
                <a:lnTo>
                  <a:pt x="620314" y="38105"/>
                </a:lnTo>
                <a:lnTo>
                  <a:pt x="620246" y="37949"/>
                </a:lnTo>
                <a:lnTo>
                  <a:pt x="620184" y="37788"/>
                </a:lnTo>
                <a:lnTo>
                  <a:pt x="620127" y="37622"/>
                </a:lnTo>
                <a:lnTo>
                  <a:pt x="620076" y="37452"/>
                </a:lnTo>
                <a:lnTo>
                  <a:pt x="620030" y="37277"/>
                </a:lnTo>
                <a:lnTo>
                  <a:pt x="619989" y="37097"/>
                </a:lnTo>
                <a:lnTo>
                  <a:pt x="619954" y="36913"/>
                </a:lnTo>
                <a:lnTo>
                  <a:pt x="619924" y="36724"/>
                </a:lnTo>
                <a:lnTo>
                  <a:pt x="619900" y="36531"/>
                </a:lnTo>
                <a:lnTo>
                  <a:pt x="619881" y="36333"/>
                </a:lnTo>
                <a:lnTo>
                  <a:pt x="619867" y="36130"/>
                </a:lnTo>
                <a:lnTo>
                  <a:pt x="619859" y="35923"/>
                </a:lnTo>
                <a:lnTo>
                  <a:pt x="619856" y="35711"/>
                </a:lnTo>
                <a:lnTo>
                  <a:pt x="619859" y="35484"/>
                </a:lnTo>
                <a:lnTo>
                  <a:pt x="619869" y="35261"/>
                </a:lnTo>
                <a:lnTo>
                  <a:pt x="619884" y="35043"/>
                </a:lnTo>
                <a:lnTo>
                  <a:pt x="619906" y="34830"/>
                </a:lnTo>
                <a:lnTo>
                  <a:pt x="619934" y="34621"/>
                </a:lnTo>
                <a:lnTo>
                  <a:pt x="619968" y="34417"/>
                </a:lnTo>
                <a:lnTo>
                  <a:pt x="620009" y="34218"/>
                </a:lnTo>
                <a:lnTo>
                  <a:pt x="620055" y="34023"/>
                </a:lnTo>
                <a:lnTo>
                  <a:pt x="620108" y="33833"/>
                </a:lnTo>
                <a:lnTo>
                  <a:pt x="620167" y="33647"/>
                </a:lnTo>
                <a:lnTo>
                  <a:pt x="620232" y="33466"/>
                </a:lnTo>
                <a:lnTo>
                  <a:pt x="620304" y="33290"/>
                </a:lnTo>
                <a:lnTo>
                  <a:pt x="620382" y="33118"/>
                </a:lnTo>
                <a:lnTo>
                  <a:pt x="620466" y="32951"/>
                </a:lnTo>
                <a:lnTo>
                  <a:pt x="620556" y="32789"/>
                </a:lnTo>
                <a:lnTo>
                  <a:pt x="620652" y="32631"/>
                </a:lnTo>
                <a:lnTo>
                  <a:pt x="620755" y="32478"/>
                </a:lnTo>
                <a:lnTo>
                  <a:pt x="620863" y="32329"/>
                </a:lnTo>
                <a:lnTo>
                  <a:pt x="620978" y="32185"/>
                </a:lnTo>
                <a:lnTo>
                  <a:pt x="621100" y="32046"/>
                </a:lnTo>
                <a:lnTo>
                  <a:pt x="621227" y="31911"/>
                </a:lnTo>
                <a:lnTo>
                  <a:pt x="621361" y="31781"/>
                </a:lnTo>
                <a:lnTo>
                  <a:pt x="621500" y="31656"/>
                </a:lnTo>
                <a:lnTo>
                  <a:pt x="621647" y="31535"/>
                </a:lnTo>
                <a:lnTo>
                  <a:pt x="621800" y="31419"/>
                </a:lnTo>
                <a:lnTo>
                  <a:pt x="621960" y="31308"/>
                </a:lnTo>
                <a:lnTo>
                  <a:pt x="622128" y="31201"/>
                </a:lnTo>
                <a:lnTo>
                  <a:pt x="622303" y="31100"/>
                </a:lnTo>
                <a:lnTo>
                  <a:pt x="622486" y="31004"/>
                </a:lnTo>
                <a:lnTo>
                  <a:pt x="622677" y="30912"/>
                </a:lnTo>
                <a:lnTo>
                  <a:pt x="622874" y="30826"/>
                </a:lnTo>
                <a:lnTo>
                  <a:pt x="623080" y="30744"/>
                </a:lnTo>
                <a:lnTo>
                  <a:pt x="623293" y="30668"/>
                </a:lnTo>
                <a:lnTo>
                  <a:pt x="623513" y="30596"/>
                </a:lnTo>
                <a:lnTo>
                  <a:pt x="623741" y="30529"/>
                </a:lnTo>
                <a:lnTo>
                  <a:pt x="623976" y="30468"/>
                </a:lnTo>
                <a:lnTo>
                  <a:pt x="624219" y="30411"/>
                </a:lnTo>
                <a:lnTo>
                  <a:pt x="624469" y="30359"/>
                </a:lnTo>
                <a:lnTo>
                  <a:pt x="624727" y="30312"/>
                </a:lnTo>
                <a:lnTo>
                  <a:pt x="624992" y="30270"/>
                </a:lnTo>
                <a:lnTo>
                  <a:pt x="625265" y="30233"/>
                </a:lnTo>
                <a:lnTo>
                  <a:pt x="625545" y="30201"/>
                </a:lnTo>
                <a:lnTo>
                  <a:pt x="625833" y="30174"/>
                </a:lnTo>
                <a:lnTo>
                  <a:pt x="626128" y="30151"/>
                </a:lnTo>
                <a:lnTo>
                  <a:pt x="626431" y="30134"/>
                </a:lnTo>
                <a:lnTo>
                  <a:pt x="626741" y="30122"/>
                </a:lnTo>
                <a:lnTo>
                  <a:pt x="627059" y="30114"/>
                </a:lnTo>
                <a:lnTo>
                  <a:pt x="627384" y="30112"/>
                </a:lnTo>
                <a:lnTo>
                  <a:pt x="630874" y="30112"/>
                </a:lnTo>
                <a:lnTo>
                  <a:pt x="631139" y="30114"/>
                </a:lnTo>
                <a:lnTo>
                  <a:pt x="631400" y="30121"/>
                </a:lnTo>
                <a:lnTo>
                  <a:pt x="631657" y="30132"/>
                </a:lnTo>
                <a:lnTo>
                  <a:pt x="631910" y="30148"/>
                </a:lnTo>
                <a:lnTo>
                  <a:pt x="632158" y="30168"/>
                </a:lnTo>
                <a:lnTo>
                  <a:pt x="632402" y="30192"/>
                </a:lnTo>
                <a:lnTo>
                  <a:pt x="632642" y="30221"/>
                </a:lnTo>
                <a:lnTo>
                  <a:pt x="632877" y="30255"/>
                </a:lnTo>
                <a:lnTo>
                  <a:pt x="633109" y="30293"/>
                </a:lnTo>
                <a:lnTo>
                  <a:pt x="633335" y="30335"/>
                </a:lnTo>
                <a:lnTo>
                  <a:pt x="633558" y="30382"/>
                </a:lnTo>
                <a:lnTo>
                  <a:pt x="633776" y="30433"/>
                </a:lnTo>
                <a:lnTo>
                  <a:pt x="633990" y="30489"/>
                </a:lnTo>
                <a:lnTo>
                  <a:pt x="634200" y="30549"/>
                </a:lnTo>
                <a:lnTo>
                  <a:pt x="634405" y="30614"/>
                </a:lnTo>
                <a:lnTo>
                  <a:pt x="634606" y="30683"/>
                </a:lnTo>
                <a:lnTo>
                  <a:pt x="634803" y="30757"/>
                </a:lnTo>
                <a:lnTo>
                  <a:pt x="634995" y="30835"/>
                </a:lnTo>
                <a:lnTo>
                  <a:pt x="635183" y="30918"/>
                </a:lnTo>
                <a:lnTo>
                  <a:pt x="635367" y="31005"/>
                </a:lnTo>
                <a:lnTo>
                  <a:pt x="635547" y="31096"/>
                </a:lnTo>
                <a:lnTo>
                  <a:pt x="635722" y="31192"/>
                </a:lnTo>
                <a:lnTo>
                  <a:pt x="635893" y="31293"/>
                </a:lnTo>
                <a:lnTo>
                  <a:pt x="636060" y="31398"/>
                </a:lnTo>
                <a:lnTo>
                  <a:pt x="636221" y="31506"/>
                </a:lnTo>
                <a:lnTo>
                  <a:pt x="636377" y="31617"/>
                </a:lnTo>
                <a:lnTo>
                  <a:pt x="636526" y="31730"/>
                </a:lnTo>
                <a:lnTo>
                  <a:pt x="636670" y="31846"/>
                </a:lnTo>
                <a:lnTo>
                  <a:pt x="636808" y="31965"/>
                </a:lnTo>
                <a:lnTo>
                  <a:pt x="636940" y="32086"/>
                </a:lnTo>
                <a:lnTo>
                  <a:pt x="637066" y="32210"/>
                </a:lnTo>
                <a:lnTo>
                  <a:pt x="637187" y="32336"/>
                </a:lnTo>
                <a:lnTo>
                  <a:pt x="637301" y="32464"/>
                </a:lnTo>
                <a:lnTo>
                  <a:pt x="637410" y="32596"/>
                </a:lnTo>
                <a:lnTo>
                  <a:pt x="637512" y="32729"/>
                </a:lnTo>
                <a:lnTo>
                  <a:pt x="637609" y="32866"/>
                </a:lnTo>
                <a:lnTo>
                  <a:pt x="637700" y="33005"/>
                </a:lnTo>
                <a:lnTo>
                  <a:pt x="637784" y="33146"/>
                </a:lnTo>
                <a:lnTo>
                  <a:pt x="637863" y="33290"/>
                </a:lnTo>
                <a:lnTo>
                  <a:pt x="637937" y="33437"/>
                </a:lnTo>
                <a:lnTo>
                  <a:pt x="638004" y="33586"/>
                </a:lnTo>
                <a:lnTo>
                  <a:pt x="638065" y="33737"/>
                </a:lnTo>
                <a:lnTo>
                  <a:pt x="638121" y="33892"/>
                </a:lnTo>
                <a:lnTo>
                  <a:pt x="638170" y="34048"/>
                </a:lnTo>
                <a:lnTo>
                  <a:pt x="638214" y="34208"/>
                </a:lnTo>
                <a:lnTo>
                  <a:pt x="638251" y="34370"/>
                </a:lnTo>
                <a:lnTo>
                  <a:pt x="638283" y="34534"/>
                </a:lnTo>
                <a:lnTo>
                  <a:pt x="638309" y="34701"/>
                </a:lnTo>
                <a:lnTo>
                  <a:pt x="649785" y="34701"/>
                </a:lnTo>
                <a:lnTo>
                  <a:pt x="649746" y="34177"/>
                </a:lnTo>
                <a:lnTo>
                  <a:pt x="649691" y="33663"/>
                </a:lnTo>
                <a:lnTo>
                  <a:pt x="649620" y="33157"/>
                </a:lnTo>
                <a:lnTo>
                  <a:pt x="649532" y="32661"/>
                </a:lnTo>
                <a:lnTo>
                  <a:pt x="649428" y="32173"/>
                </a:lnTo>
                <a:lnTo>
                  <a:pt x="649308" y="31694"/>
                </a:lnTo>
                <a:lnTo>
                  <a:pt x="649172" y="31224"/>
                </a:lnTo>
                <a:lnTo>
                  <a:pt x="649020" y="30763"/>
                </a:lnTo>
                <a:lnTo>
                  <a:pt x="648851" y="30311"/>
                </a:lnTo>
                <a:lnTo>
                  <a:pt x="648666" y="29868"/>
                </a:lnTo>
                <a:lnTo>
                  <a:pt x="648464" y="29434"/>
                </a:lnTo>
                <a:lnTo>
                  <a:pt x="648247" y="29009"/>
                </a:lnTo>
                <a:lnTo>
                  <a:pt x="648013" y="28593"/>
                </a:lnTo>
                <a:lnTo>
                  <a:pt x="647763" y="28185"/>
                </a:lnTo>
                <a:lnTo>
                  <a:pt x="647497" y="27787"/>
                </a:lnTo>
                <a:lnTo>
                  <a:pt x="647214" y="27397"/>
                </a:lnTo>
                <a:lnTo>
                  <a:pt x="646915" y="27017"/>
                </a:lnTo>
                <a:lnTo>
                  <a:pt x="646600" y="26645"/>
                </a:lnTo>
                <a:lnTo>
                  <a:pt x="646269" y="26282"/>
                </a:lnTo>
                <a:lnTo>
                  <a:pt x="645921" y="25928"/>
                </a:lnTo>
                <a:lnTo>
                  <a:pt x="645557" y="25584"/>
                </a:lnTo>
                <a:lnTo>
                  <a:pt x="645177" y="25248"/>
                </a:lnTo>
                <a:lnTo>
                  <a:pt x="644780" y="24921"/>
                </a:lnTo>
                <a:lnTo>
                  <a:pt x="644368" y="24602"/>
                </a:lnTo>
                <a:lnTo>
                  <a:pt x="643941" y="24295"/>
                </a:lnTo>
                <a:lnTo>
                  <a:pt x="643503" y="24001"/>
                </a:lnTo>
                <a:lnTo>
                  <a:pt x="643053" y="23720"/>
                </a:lnTo>
                <a:lnTo>
                  <a:pt x="642591" y="23452"/>
                </a:lnTo>
                <a:lnTo>
                  <a:pt x="642117" y="23197"/>
                </a:lnTo>
                <a:lnTo>
                  <a:pt x="641631" y="22956"/>
                </a:lnTo>
                <a:lnTo>
                  <a:pt x="641134" y="22727"/>
                </a:lnTo>
                <a:lnTo>
                  <a:pt x="640625" y="22511"/>
                </a:lnTo>
                <a:lnTo>
                  <a:pt x="640104" y="22309"/>
                </a:lnTo>
                <a:lnTo>
                  <a:pt x="639571" y="22119"/>
                </a:lnTo>
                <a:lnTo>
                  <a:pt x="639026" y="21943"/>
                </a:lnTo>
                <a:lnTo>
                  <a:pt x="638470" y="21779"/>
                </a:lnTo>
                <a:lnTo>
                  <a:pt x="637902" y="21629"/>
                </a:lnTo>
                <a:lnTo>
                  <a:pt x="637322" y="21492"/>
                </a:lnTo>
                <a:lnTo>
                  <a:pt x="636730" y="21368"/>
                </a:lnTo>
                <a:lnTo>
                  <a:pt x="636127" y="21257"/>
                </a:lnTo>
                <a:lnTo>
                  <a:pt x="635511" y="21159"/>
                </a:lnTo>
                <a:lnTo>
                  <a:pt x="634884" y="21074"/>
                </a:lnTo>
                <a:lnTo>
                  <a:pt x="634245" y="21002"/>
                </a:lnTo>
                <a:lnTo>
                  <a:pt x="633595" y="20943"/>
                </a:lnTo>
                <a:lnTo>
                  <a:pt x="632932" y="20897"/>
                </a:lnTo>
                <a:lnTo>
                  <a:pt x="632258" y="20865"/>
                </a:lnTo>
                <a:lnTo>
                  <a:pt x="631572" y="20845"/>
                </a:lnTo>
                <a:lnTo>
                  <a:pt x="630874" y="20838"/>
                </a:lnTo>
                <a:lnTo>
                  <a:pt x="627384" y="20838"/>
                </a:lnTo>
                <a:lnTo>
                  <a:pt x="626619" y="20845"/>
                </a:lnTo>
                <a:lnTo>
                  <a:pt x="625870" y="20866"/>
                </a:lnTo>
                <a:lnTo>
                  <a:pt x="625137" y="20899"/>
                </a:lnTo>
                <a:lnTo>
                  <a:pt x="624419" y="20947"/>
                </a:lnTo>
                <a:lnTo>
                  <a:pt x="623716" y="21008"/>
                </a:lnTo>
                <a:lnTo>
                  <a:pt x="623029" y="21082"/>
                </a:lnTo>
                <a:lnTo>
                  <a:pt x="622358" y="21170"/>
                </a:lnTo>
                <a:lnTo>
                  <a:pt x="621703" y="21272"/>
                </a:lnTo>
                <a:lnTo>
                  <a:pt x="621063" y="21387"/>
                </a:lnTo>
                <a:lnTo>
                  <a:pt x="620439" y="21516"/>
                </a:lnTo>
                <a:lnTo>
                  <a:pt x="619830" y="21658"/>
                </a:lnTo>
                <a:lnTo>
                  <a:pt x="619237" y="21814"/>
                </a:lnTo>
                <a:lnTo>
                  <a:pt x="618659" y="21983"/>
                </a:lnTo>
                <a:lnTo>
                  <a:pt x="618098" y="22166"/>
                </a:lnTo>
                <a:lnTo>
                  <a:pt x="617551" y="22363"/>
                </a:lnTo>
                <a:lnTo>
                  <a:pt x="617021" y="22573"/>
                </a:lnTo>
                <a:lnTo>
                  <a:pt x="616506" y="22797"/>
                </a:lnTo>
                <a:lnTo>
                  <a:pt x="616006" y="23034"/>
                </a:lnTo>
                <a:lnTo>
                  <a:pt x="615523" y="23284"/>
                </a:lnTo>
                <a:lnTo>
                  <a:pt x="615055" y="23549"/>
                </a:lnTo>
                <a:lnTo>
                  <a:pt x="614602" y="23826"/>
                </a:lnTo>
                <a:lnTo>
                  <a:pt x="614165" y="24118"/>
                </a:lnTo>
                <a:lnTo>
                  <a:pt x="613744" y="24423"/>
                </a:lnTo>
                <a:lnTo>
                  <a:pt x="613338" y="24741"/>
                </a:lnTo>
                <a:lnTo>
                  <a:pt x="612949" y="25072"/>
                </a:lnTo>
                <a:lnTo>
                  <a:pt x="612576" y="25413"/>
                </a:lnTo>
                <a:lnTo>
                  <a:pt x="612219" y="25766"/>
                </a:lnTo>
                <a:lnTo>
                  <a:pt x="611880" y="26129"/>
                </a:lnTo>
                <a:lnTo>
                  <a:pt x="611556" y="26504"/>
                </a:lnTo>
                <a:lnTo>
                  <a:pt x="611250" y="26890"/>
                </a:lnTo>
                <a:lnTo>
                  <a:pt x="610960" y="27286"/>
                </a:lnTo>
                <a:lnTo>
                  <a:pt x="610686" y="27694"/>
                </a:lnTo>
                <a:lnTo>
                  <a:pt x="610429" y="28112"/>
                </a:lnTo>
                <a:lnTo>
                  <a:pt x="610189" y="28542"/>
                </a:lnTo>
                <a:lnTo>
                  <a:pt x="609965" y="28983"/>
                </a:lnTo>
                <a:lnTo>
                  <a:pt x="609758" y="29434"/>
                </a:lnTo>
                <a:lnTo>
                  <a:pt x="609567" y="29897"/>
                </a:lnTo>
                <a:lnTo>
                  <a:pt x="609393" y="30370"/>
                </a:lnTo>
                <a:lnTo>
                  <a:pt x="609236" y="30855"/>
                </a:lnTo>
                <a:lnTo>
                  <a:pt x="609095" y="31350"/>
                </a:lnTo>
                <a:lnTo>
                  <a:pt x="608971" y="31857"/>
                </a:lnTo>
                <a:lnTo>
                  <a:pt x="608863" y="32375"/>
                </a:lnTo>
                <a:lnTo>
                  <a:pt x="608772" y="32903"/>
                </a:lnTo>
                <a:lnTo>
                  <a:pt x="608697" y="33443"/>
                </a:lnTo>
                <a:lnTo>
                  <a:pt x="608639" y="33993"/>
                </a:lnTo>
                <a:lnTo>
                  <a:pt x="608598" y="34555"/>
                </a:lnTo>
                <a:lnTo>
                  <a:pt x="608573" y="35127"/>
                </a:lnTo>
                <a:lnTo>
                  <a:pt x="608564" y="35711"/>
                </a:lnTo>
                <a:lnTo>
                  <a:pt x="608571" y="36271"/>
                </a:lnTo>
                <a:lnTo>
                  <a:pt x="608592" y="36820"/>
                </a:lnTo>
                <a:lnTo>
                  <a:pt x="608628" y="37356"/>
                </a:lnTo>
                <a:lnTo>
                  <a:pt x="608677" y="37881"/>
                </a:lnTo>
                <a:lnTo>
                  <a:pt x="608740" y="38394"/>
                </a:lnTo>
                <a:lnTo>
                  <a:pt x="608817" y="38896"/>
                </a:lnTo>
                <a:lnTo>
                  <a:pt x="608908" y="39385"/>
                </a:lnTo>
                <a:lnTo>
                  <a:pt x="609013" y="39863"/>
                </a:lnTo>
                <a:lnTo>
                  <a:pt x="609133" y="40329"/>
                </a:lnTo>
                <a:lnTo>
                  <a:pt x="609266" y="40783"/>
                </a:lnTo>
                <a:lnTo>
                  <a:pt x="609413" y="41225"/>
                </a:lnTo>
                <a:lnTo>
                  <a:pt x="609574" y="41656"/>
                </a:lnTo>
                <a:lnTo>
                  <a:pt x="609750" y="42074"/>
                </a:lnTo>
                <a:lnTo>
                  <a:pt x="609939" y="42481"/>
                </a:lnTo>
                <a:lnTo>
                  <a:pt x="610143" y="42876"/>
                </a:lnTo>
                <a:lnTo>
                  <a:pt x="610360" y="43260"/>
                </a:lnTo>
                <a:lnTo>
                  <a:pt x="610591" y="43631"/>
                </a:lnTo>
                <a:lnTo>
                  <a:pt x="610837" y="43991"/>
                </a:lnTo>
                <a:lnTo>
                  <a:pt x="611096" y="44339"/>
                </a:lnTo>
                <a:lnTo>
                  <a:pt x="611370" y="44675"/>
                </a:lnTo>
                <a:lnTo>
                  <a:pt x="611657" y="44999"/>
                </a:lnTo>
                <a:lnTo>
                  <a:pt x="611959" y="45312"/>
                </a:lnTo>
                <a:lnTo>
                  <a:pt x="612275" y="45613"/>
                </a:lnTo>
                <a:lnTo>
                  <a:pt x="612604" y="45902"/>
                </a:lnTo>
                <a:lnTo>
                  <a:pt x="612949" y="46181"/>
                </a:lnTo>
                <a:lnTo>
                  <a:pt x="613310" y="46453"/>
                </a:lnTo>
                <a:lnTo>
                  <a:pt x="613686" y="46717"/>
                </a:lnTo>
                <a:lnTo>
                  <a:pt x="614078" y="46973"/>
                </a:lnTo>
                <a:lnTo>
                  <a:pt x="614487" y="47222"/>
                </a:lnTo>
                <a:lnTo>
                  <a:pt x="614911" y="47463"/>
                </a:lnTo>
                <a:lnTo>
                  <a:pt x="615351" y="47696"/>
                </a:lnTo>
                <a:lnTo>
                  <a:pt x="615808" y="47922"/>
                </a:lnTo>
                <a:lnTo>
                  <a:pt x="616280" y="48140"/>
                </a:lnTo>
                <a:lnTo>
                  <a:pt x="616768" y="48350"/>
                </a:lnTo>
                <a:lnTo>
                  <a:pt x="617272" y="48553"/>
                </a:lnTo>
                <a:lnTo>
                  <a:pt x="617792" y="48748"/>
                </a:lnTo>
                <a:lnTo>
                  <a:pt x="618327" y="48935"/>
                </a:lnTo>
                <a:lnTo>
                  <a:pt x="618879" y="49115"/>
                </a:lnTo>
                <a:lnTo>
                  <a:pt x="619447" y="49287"/>
                </a:lnTo>
                <a:lnTo>
                  <a:pt x="620031" y="49452"/>
                </a:lnTo>
                <a:lnTo>
                  <a:pt x="620630" y="49609"/>
                </a:lnTo>
                <a:lnTo>
                  <a:pt x="621246" y="49758"/>
                </a:lnTo>
                <a:lnTo>
                  <a:pt x="621877" y="49899"/>
                </a:lnTo>
                <a:lnTo>
                  <a:pt x="622524" y="50033"/>
                </a:lnTo>
                <a:lnTo>
                  <a:pt x="623188" y="50159"/>
                </a:lnTo>
                <a:lnTo>
                  <a:pt x="623867" y="50278"/>
                </a:lnTo>
                <a:lnTo>
                  <a:pt x="624562" y="50389"/>
                </a:lnTo>
                <a:lnTo>
                  <a:pt x="625273" y="50492"/>
                </a:lnTo>
                <a:lnTo>
                  <a:pt x="631515" y="51410"/>
                </a:lnTo>
                <a:lnTo>
                  <a:pt x="631841" y="51450"/>
                </a:lnTo>
                <a:lnTo>
                  <a:pt x="632159" y="51494"/>
                </a:lnTo>
                <a:lnTo>
                  <a:pt x="632470" y="51541"/>
                </a:lnTo>
                <a:lnTo>
                  <a:pt x="632774" y="51592"/>
                </a:lnTo>
                <a:lnTo>
                  <a:pt x="633070" y="51647"/>
                </a:lnTo>
                <a:lnTo>
                  <a:pt x="633360" y="51705"/>
                </a:lnTo>
                <a:lnTo>
                  <a:pt x="633642" y="51767"/>
                </a:lnTo>
                <a:lnTo>
                  <a:pt x="633917" y="51833"/>
                </a:lnTo>
                <a:lnTo>
                  <a:pt x="634185" y="51903"/>
                </a:lnTo>
                <a:lnTo>
                  <a:pt x="634446" y="51976"/>
                </a:lnTo>
                <a:lnTo>
                  <a:pt x="634700" y="52052"/>
                </a:lnTo>
                <a:lnTo>
                  <a:pt x="634946" y="52133"/>
                </a:lnTo>
                <a:lnTo>
                  <a:pt x="635185" y="52217"/>
                </a:lnTo>
                <a:lnTo>
                  <a:pt x="635418" y="52305"/>
                </a:lnTo>
                <a:lnTo>
                  <a:pt x="635643" y="52396"/>
                </a:lnTo>
                <a:lnTo>
                  <a:pt x="635860" y="52491"/>
                </a:lnTo>
                <a:lnTo>
                  <a:pt x="636071" y="52590"/>
                </a:lnTo>
                <a:lnTo>
                  <a:pt x="636274" y="52692"/>
                </a:lnTo>
                <a:lnTo>
                  <a:pt x="636470" y="52798"/>
                </a:lnTo>
                <a:lnTo>
                  <a:pt x="636660" y="52908"/>
                </a:lnTo>
                <a:lnTo>
                  <a:pt x="636841" y="53021"/>
                </a:lnTo>
                <a:lnTo>
                  <a:pt x="637016" y="53138"/>
                </a:lnTo>
                <a:lnTo>
                  <a:pt x="637184" y="53259"/>
                </a:lnTo>
                <a:lnTo>
                  <a:pt x="637344" y="53383"/>
                </a:lnTo>
                <a:lnTo>
                  <a:pt x="637498" y="53512"/>
                </a:lnTo>
                <a:lnTo>
                  <a:pt x="637645" y="53644"/>
                </a:lnTo>
                <a:lnTo>
                  <a:pt x="637785" y="53780"/>
                </a:lnTo>
                <a:lnTo>
                  <a:pt x="637919" y="53920"/>
                </a:lnTo>
                <a:lnTo>
                  <a:pt x="638047" y="54064"/>
                </a:lnTo>
                <a:lnTo>
                  <a:pt x="638168" y="54212"/>
                </a:lnTo>
                <a:lnTo>
                  <a:pt x="638282" y="54365"/>
                </a:lnTo>
                <a:lnTo>
                  <a:pt x="638390" y="54521"/>
                </a:lnTo>
                <a:lnTo>
                  <a:pt x="638491" y="54681"/>
                </a:lnTo>
                <a:lnTo>
                  <a:pt x="638586" y="54845"/>
                </a:lnTo>
                <a:lnTo>
                  <a:pt x="638674" y="55013"/>
                </a:lnTo>
                <a:lnTo>
                  <a:pt x="638756" y="55185"/>
                </a:lnTo>
                <a:lnTo>
                  <a:pt x="638831" y="55361"/>
                </a:lnTo>
                <a:lnTo>
                  <a:pt x="638900" y="55541"/>
                </a:lnTo>
                <a:lnTo>
                  <a:pt x="638962" y="55725"/>
                </a:lnTo>
                <a:lnTo>
                  <a:pt x="639018" y="55913"/>
                </a:lnTo>
                <a:lnTo>
                  <a:pt x="639067" y="56105"/>
                </a:lnTo>
                <a:lnTo>
                  <a:pt x="639109" y="56301"/>
                </a:lnTo>
                <a:lnTo>
                  <a:pt x="639145" y="56501"/>
                </a:lnTo>
                <a:lnTo>
                  <a:pt x="639174" y="56705"/>
                </a:lnTo>
                <a:lnTo>
                  <a:pt x="639197" y="56913"/>
                </a:lnTo>
                <a:lnTo>
                  <a:pt x="639214" y="57125"/>
                </a:lnTo>
                <a:lnTo>
                  <a:pt x="639223" y="57341"/>
                </a:lnTo>
                <a:lnTo>
                  <a:pt x="639227" y="57561"/>
                </a:lnTo>
                <a:lnTo>
                  <a:pt x="639223" y="57796"/>
                </a:lnTo>
                <a:lnTo>
                  <a:pt x="639212" y="58027"/>
                </a:lnTo>
                <a:lnTo>
                  <a:pt x="639194" y="58253"/>
                </a:lnTo>
                <a:lnTo>
                  <a:pt x="639168" y="58476"/>
                </a:lnTo>
                <a:lnTo>
                  <a:pt x="639135" y="58694"/>
                </a:lnTo>
                <a:lnTo>
                  <a:pt x="639095" y="58909"/>
                </a:lnTo>
                <a:lnTo>
                  <a:pt x="639047" y="59119"/>
                </a:lnTo>
                <a:lnTo>
                  <a:pt x="638992" y="59325"/>
                </a:lnTo>
                <a:lnTo>
                  <a:pt x="638930" y="59527"/>
                </a:lnTo>
                <a:lnTo>
                  <a:pt x="638860" y="59725"/>
                </a:lnTo>
                <a:lnTo>
                  <a:pt x="638783" y="59918"/>
                </a:lnTo>
                <a:lnTo>
                  <a:pt x="638699" y="60108"/>
                </a:lnTo>
                <a:lnTo>
                  <a:pt x="638607" y="60293"/>
                </a:lnTo>
                <a:lnTo>
                  <a:pt x="638508" y="60474"/>
                </a:lnTo>
                <a:lnTo>
                  <a:pt x="638402" y="60651"/>
                </a:lnTo>
                <a:lnTo>
                  <a:pt x="638289" y="60824"/>
                </a:lnTo>
                <a:lnTo>
                  <a:pt x="638168" y="60993"/>
                </a:lnTo>
                <a:lnTo>
                  <a:pt x="638039" y="61158"/>
                </a:lnTo>
                <a:lnTo>
                  <a:pt x="637904" y="61318"/>
                </a:lnTo>
                <a:lnTo>
                  <a:pt x="637761" y="61475"/>
                </a:lnTo>
                <a:lnTo>
                  <a:pt x="637610" y="61627"/>
                </a:lnTo>
                <a:lnTo>
                  <a:pt x="637453" y="61775"/>
                </a:lnTo>
                <a:lnTo>
                  <a:pt x="637288" y="61919"/>
                </a:lnTo>
                <a:lnTo>
                  <a:pt x="637116" y="62059"/>
                </a:lnTo>
                <a:lnTo>
                  <a:pt x="636936" y="62194"/>
                </a:lnTo>
                <a:lnTo>
                  <a:pt x="636749" y="62323"/>
                </a:lnTo>
                <a:lnTo>
                  <a:pt x="636555" y="62446"/>
                </a:lnTo>
                <a:lnTo>
                  <a:pt x="636353" y="62564"/>
                </a:lnTo>
                <a:lnTo>
                  <a:pt x="636144" y="62676"/>
                </a:lnTo>
                <a:lnTo>
                  <a:pt x="635928" y="62782"/>
                </a:lnTo>
                <a:lnTo>
                  <a:pt x="635705" y="62882"/>
                </a:lnTo>
                <a:lnTo>
                  <a:pt x="635474" y="62977"/>
                </a:lnTo>
                <a:lnTo>
                  <a:pt x="635235" y="63066"/>
                </a:lnTo>
                <a:lnTo>
                  <a:pt x="634990" y="63149"/>
                </a:lnTo>
                <a:lnTo>
                  <a:pt x="634737" y="63227"/>
                </a:lnTo>
                <a:lnTo>
                  <a:pt x="634477" y="63298"/>
                </a:lnTo>
                <a:lnTo>
                  <a:pt x="634209" y="63364"/>
                </a:lnTo>
                <a:lnTo>
                  <a:pt x="633934" y="63425"/>
                </a:lnTo>
                <a:lnTo>
                  <a:pt x="633652" y="63479"/>
                </a:lnTo>
                <a:lnTo>
                  <a:pt x="633362" y="63528"/>
                </a:lnTo>
                <a:lnTo>
                  <a:pt x="633065" y="63571"/>
                </a:lnTo>
                <a:lnTo>
                  <a:pt x="632761" y="63608"/>
                </a:lnTo>
                <a:lnTo>
                  <a:pt x="632449" y="63640"/>
                </a:lnTo>
                <a:lnTo>
                  <a:pt x="632130" y="63666"/>
                </a:lnTo>
                <a:lnTo>
                  <a:pt x="631804" y="63686"/>
                </a:lnTo>
                <a:lnTo>
                  <a:pt x="631470" y="63700"/>
                </a:lnTo>
                <a:lnTo>
                  <a:pt x="631130" y="63709"/>
                </a:lnTo>
                <a:lnTo>
                  <a:pt x="630781" y="63712"/>
                </a:lnTo>
                <a:lnTo>
                  <a:pt x="626743" y="63712"/>
                </a:lnTo>
                <a:lnTo>
                  <a:pt x="626454" y="63709"/>
                </a:lnTo>
                <a:lnTo>
                  <a:pt x="626170" y="63701"/>
                </a:lnTo>
                <a:lnTo>
                  <a:pt x="625891" y="63689"/>
                </a:lnTo>
                <a:lnTo>
                  <a:pt x="625617" y="63671"/>
                </a:lnTo>
                <a:lnTo>
                  <a:pt x="625347" y="63648"/>
                </a:lnTo>
                <a:lnTo>
                  <a:pt x="625081" y="63620"/>
                </a:lnTo>
                <a:lnTo>
                  <a:pt x="624821" y="63587"/>
                </a:lnTo>
                <a:lnTo>
                  <a:pt x="624564" y="63549"/>
                </a:lnTo>
                <a:lnTo>
                  <a:pt x="624313" y="63505"/>
                </a:lnTo>
                <a:lnTo>
                  <a:pt x="624066" y="63457"/>
                </a:lnTo>
                <a:lnTo>
                  <a:pt x="623824" y="63403"/>
                </a:lnTo>
                <a:lnTo>
                  <a:pt x="623586" y="63345"/>
                </a:lnTo>
                <a:lnTo>
                  <a:pt x="623353" y="63281"/>
                </a:lnTo>
                <a:lnTo>
                  <a:pt x="623125" y="63212"/>
                </a:lnTo>
                <a:lnTo>
                  <a:pt x="622901" y="63138"/>
                </a:lnTo>
                <a:lnTo>
                  <a:pt x="622682" y="63059"/>
                </a:lnTo>
                <a:lnTo>
                  <a:pt x="622468" y="62975"/>
                </a:lnTo>
                <a:lnTo>
                  <a:pt x="622258" y="62886"/>
                </a:lnTo>
                <a:lnTo>
                  <a:pt x="622053" y="62792"/>
                </a:lnTo>
                <a:lnTo>
                  <a:pt x="621852" y="62692"/>
                </a:lnTo>
                <a:lnTo>
                  <a:pt x="621656" y="62588"/>
                </a:lnTo>
                <a:lnTo>
                  <a:pt x="621465" y="62478"/>
                </a:lnTo>
                <a:lnTo>
                  <a:pt x="621278" y="62363"/>
                </a:lnTo>
                <a:lnTo>
                  <a:pt x="621096" y="62244"/>
                </a:lnTo>
                <a:lnTo>
                  <a:pt x="620920" y="62120"/>
                </a:lnTo>
                <a:lnTo>
                  <a:pt x="620750" y="61992"/>
                </a:lnTo>
                <a:lnTo>
                  <a:pt x="620588" y="61862"/>
                </a:lnTo>
                <a:lnTo>
                  <a:pt x="620432" y="61728"/>
                </a:lnTo>
                <a:lnTo>
                  <a:pt x="620283" y="61591"/>
                </a:lnTo>
                <a:lnTo>
                  <a:pt x="620141" y="61452"/>
                </a:lnTo>
                <a:lnTo>
                  <a:pt x="620006" y="61308"/>
                </a:lnTo>
                <a:lnTo>
                  <a:pt x="619877" y="61162"/>
                </a:lnTo>
                <a:lnTo>
                  <a:pt x="619756" y="61012"/>
                </a:lnTo>
                <a:lnTo>
                  <a:pt x="619641" y="60860"/>
                </a:lnTo>
                <a:lnTo>
                  <a:pt x="619533" y="60704"/>
                </a:lnTo>
                <a:lnTo>
                  <a:pt x="619432" y="60545"/>
                </a:lnTo>
                <a:lnTo>
                  <a:pt x="619338" y="60382"/>
                </a:lnTo>
                <a:lnTo>
                  <a:pt x="619251" y="60217"/>
                </a:lnTo>
                <a:lnTo>
                  <a:pt x="619170" y="60048"/>
                </a:lnTo>
                <a:lnTo>
                  <a:pt x="619097" y="59877"/>
                </a:lnTo>
                <a:lnTo>
                  <a:pt x="619030" y="59702"/>
                </a:lnTo>
                <a:lnTo>
                  <a:pt x="618970" y="59523"/>
                </a:lnTo>
                <a:lnTo>
                  <a:pt x="618917" y="59342"/>
                </a:lnTo>
                <a:lnTo>
                  <a:pt x="618871" y="59157"/>
                </a:lnTo>
                <a:lnTo>
                  <a:pt x="618832" y="58970"/>
                </a:lnTo>
                <a:lnTo>
                  <a:pt x="618800" y="58779"/>
                </a:lnTo>
                <a:lnTo>
                  <a:pt x="618774" y="58584"/>
                </a:lnTo>
                <a:lnTo>
                  <a:pt x="618755" y="58387"/>
                </a:lnTo>
                <a:lnTo>
                  <a:pt x="607280" y="58387"/>
                </a:lnTo>
                <a:lnTo>
                  <a:pt x="607299" y="58752"/>
                </a:lnTo>
                <a:lnTo>
                  <a:pt x="607326" y="59113"/>
                </a:lnTo>
                <a:lnTo>
                  <a:pt x="607361" y="59471"/>
                </a:lnTo>
                <a:lnTo>
                  <a:pt x="607403" y="59824"/>
                </a:lnTo>
                <a:lnTo>
                  <a:pt x="607454" y="60173"/>
                </a:lnTo>
                <a:lnTo>
                  <a:pt x="607512" y="60518"/>
                </a:lnTo>
                <a:lnTo>
                  <a:pt x="607578" y="60860"/>
                </a:lnTo>
                <a:lnTo>
                  <a:pt x="607652" y="61197"/>
                </a:lnTo>
                <a:lnTo>
                  <a:pt x="607734" y="61530"/>
                </a:lnTo>
                <a:lnTo>
                  <a:pt x="607823" y="61860"/>
                </a:lnTo>
                <a:lnTo>
                  <a:pt x="607920" y="62185"/>
                </a:lnTo>
                <a:lnTo>
                  <a:pt x="608025" y="62506"/>
                </a:lnTo>
                <a:lnTo>
                  <a:pt x="608138" y="62824"/>
                </a:lnTo>
                <a:lnTo>
                  <a:pt x="608259" y="63137"/>
                </a:lnTo>
                <a:lnTo>
                  <a:pt x="608387" y="63446"/>
                </a:lnTo>
                <a:lnTo>
                  <a:pt x="608524" y="63752"/>
                </a:lnTo>
                <a:lnTo>
                  <a:pt x="608668" y="64053"/>
                </a:lnTo>
                <a:lnTo>
                  <a:pt x="608820" y="64351"/>
                </a:lnTo>
                <a:lnTo>
                  <a:pt x="608980" y="64644"/>
                </a:lnTo>
                <a:lnTo>
                  <a:pt x="609147" y="64934"/>
                </a:lnTo>
                <a:lnTo>
                  <a:pt x="609322" y="65220"/>
                </a:lnTo>
                <a:lnTo>
                  <a:pt x="609505" y="65501"/>
                </a:lnTo>
                <a:lnTo>
                  <a:pt x="609696" y="65779"/>
                </a:lnTo>
                <a:lnTo>
                  <a:pt x="609895" y="66052"/>
                </a:lnTo>
                <a:lnTo>
                  <a:pt x="610101" y="66321"/>
                </a:lnTo>
                <a:lnTo>
                  <a:pt x="610314" y="66586"/>
                </a:lnTo>
                <a:lnTo>
                  <a:pt x="610533" y="66845"/>
                </a:lnTo>
                <a:lnTo>
                  <a:pt x="610759" y="67099"/>
                </a:lnTo>
                <a:lnTo>
                  <a:pt x="610991" y="67348"/>
                </a:lnTo>
                <a:lnTo>
                  <a:pt x="611229" y="67593"/>
                </a:lnTo>
                <a:lnTo>
                  <a:pt x="611475" y="67832"/>
                </a:lnTo>
                <a:lnTo>
                  <a:pt x="611726" y="68067"/>
                </a:lnTo>
                <a:lnTo>
                  <a:pt x="611985" y="68296"/>
                </a:lnTo>
                <a:lnTo>
                  <a:pt x="612249" y="68521"/>
                </a:lnTo>
                <a:lnTo>
                  <a:pt x="612521" y="68740"/>
                </a:lnTo>
                <a:lnTo>
                  <a:pt x="612799" y="68955"/>
                </a:lnTo>
                <a:lnTo>
                  <a:pt x="613083" y="69165"/>
                </a:lnTo>
                <a:lnTo>
                  <a:pt x="613374" y="69370"/>
                </a:lnTo>
                <a:lnTo>
                  <a:pt x="613672" y="69570"/>
                </a:lnTo>
                <a:lnTo>
                  <a:pt x="613976" y="69765"/>
                </a:lnTo>
                <a:lnTo>
                  <a:pt x="614286" y="69955"/>
                </a:lnTo>
                <a:lnTo>
                  <a:pt x="614603" y="70140"/>
                </a:lnTo>
                <a:lnTo>
                  <a:pt x="614927" y="70320"/>
                </a:lnTo>
                <a:lnTo>
                  <a:pt x="615257" y="70495"/>
                </a:lnTo>
                <a:lnTo>
                  <a:pt x="615594" y="70666"/>
                </a:lnTo>
                <a:lnTo>
                  <a:pt x="615937" y="70831"/>
                </a:lnTo>
                <a:lnTo>
                  <a:pt x="616287" y="70992"/>
                </a:lnTo>
                <a:lnTo>
                  <a:pt x="616643" y="71147"/>
                </a:lnTo>
                <a:lnTo>
                  <a:pt x="617005" y="71297"/>
                </a:lnTo>
                <a:lnTo>
                  <a:pt x="617372" y="71440"/>
                </a:lnTo>
                <a:lnTo>
                  <a:pt x="617745" y="71578"/>
                </a:lnTo>
                <a:lnTo>
                  <a:pt x="618122" y="71708"/>
                </a:lnTo>
                <a:lnTo>
                  <a:pt x="618505" y="71833"/>
                </a:lnTo>
                <a:lnTo>
                  <a:pt x="618893" y="71951"/>
                </a:lnTo>
                <a:lnTo>
                  <a:pt x="619285" y="72062"/>
                </a:lnTo>
                <a:lnTo>
                  <a:pt x="619683" y="72167"/>
                </a:lnTo>
                <a:lnTo>
                  <a:pt x="620086" y="72266"/>
                </a:lnTo>
                <a:lnTo>
                  <a:pt x="620494" y="72359"/>
                </a:lnTo>
                <a:lnTo>
                  <a:pt x="620908" y="72445"/>
                </a:lnTo>
                <a:lnTo>
                  <a:pt x="621326" y="72524"/>
                </a:lnTo>
                <a:lnTo>
                  <a:pt x="621749" y="72598"/>
                </a:lnTo>
                <a:lnTo>
                  <a:pt x="622178" y="72665"/>
                </a:lnTo>
                <a:lnTo>
                  <a:pt x="622611" y="72725"/>
                </a:lnTo>
                <a:lnTo>
                  <a:pt x="623050" y="72780"/>
                </a:lnTo>
                <a:lnTo>
                  <a:pt x="623494" y="72827"/>
                </a:lnTo>
                <a:lnTo>
                  <a:pt x="623943" y="72869"/>
                </a:lnTo>
                <a:lnTo>
                  <a:pt x="624396" y="72904"/>
                </a:lnTo>
                <a:lnTo>
                  <a:pt x="624856" y="72933"/>
                </a:lnTo>
                <a:lnTo>
                  <a:pt x="625320" y="72955"/>
                </a:lnTo>
                <a:lnTo>
                  <a:pt x="625789" y="72971"/>
                </a:lnTo>
                <a:lnTo>
                  <a:pt x="626263" y="72980"/>
                </a:lnTo>
                <a:lnTo>
                  <a:pt x="626743" y="72984"/>
                </a:lnTo>
                <a:lnTo>
                  <a:pt x="630781" y="72984"/>
                </a:lnTo>
                <a:lnTo>
                  <a:pt x="631584" y="72977"/>
                </a:lnTo>
                <a:lnTo>
                  <a:pt x="632370" y="72955"/>
                </a:lnTo>
                <a:lnTo>
                  <a:pt x="633140" y="72920"/>
                </a:lnTo>
                <a:close/>
                <a:moveTo>
                  <a:pt x="594234" y="37262"/>
                </a:moveTo>
                <a:lnTo>
                  <a:pt x="594206" y="36621"/>
                </a:lnTo>
                <a:lnTo>
                  <a:pt x="594159" y="35992"/>
                </a:lnTo>
                <a:lnTo>
                  <a:pt x="594094" y="35373"/>
                </a:lnTo>
                <a:lnTo>
                  <a:pt x="594010" y="34766"/>
                </a:lnTo>
                <a:lnTo>
                  <a:pt x="593907" y="34171"/>
                </a:lnTo>
                <a:lnTo>
                  <a:pt x="593786" y="33586"/>
                </a:lnTo>
                <a:lnTo>
                  <a:pt x="593646" y="33013"/>
                </a:lnTo>
                <a:lnTo>
                  <a:pt x="593488" y="32451"/>
                </a:lnTo>
                <a:lnTo>
                  <a:pt x="593310" y="31901"/>
                </a:lnTo>
                <a:lnTo>
                  <a:pt x="593115" y="31362"/>
                </a:lnTo>
                <a:lnTo>
                  <a:pt x="592900" y="30834"/>
                </a:lnTo>
                <a:lnTo>
                  <a:pt x="592667" y="30318"/>
                </a:lnTo>
                <a:lnTo>
                  <a:pt x="592415" y="29813"/>
                </a:lnTo>
                <a:lnTo>
                  <a:pt x="592145" y="29319"/>
                </a:lnTo>
                <a:lnTo>
                  <a:pt x="591856" y="28836"/>
                </a:lnTo>
                <a:lnTo>
                  <a:pt x="591548" y="28365"/>
                </a:lnTo>
                <a:lnTo>
                  <a:pt x="591222" y="27905"/>
                </a:lnTo>
                <a:lnTo>
                  <a:pt x="590877" y="27457"/>
                </a:lnTo>
                <a:lnTo>
                  <a:pt x="590513" y="27020"/>
                </a:lnTo>
                <a:lnTo>
                  <a:pt x="590131" y="26594"/>
                </a:lnTo>
                <a:lnTo>
                  <a:pt x="589730" y="26179"/>
                </a:lnTo>
                <a:lnTo>
                  <a:pt x="589310" y="25776"/>
                </a:lnTo>
                <a:lnTo>
                  <a:pt x="588872" y="25384"/>
                </a:lnTo>
                <a:lnTo>
                  <a:pt x="588418" y="25006"/>
                </a:lnTo>
                <a:lnTo>
                  <a:pt x="587950" y="24643"/>
                </a:lnTo>
                <a:lnTo>
                  <a:pt x="587469" y="24297"/>
                </a:lnTo>
                <a:lnTo>
                  <a:pt x="586974" y="23967"/>
                </a:lnTo>
                <a:lnTo>
                  <a:pt x="586466" y="23653"/>
                </a:lnTo>
                <a:lnTo>
                  <a:pt x="585944" y="23356"/>
                </a:lnTo>
                <a:lnTo>
                  <a:pt x="585408" y="23074"/>
                </a:lnTo>
                <a:lnTo>
                  <a:pt x="584859" y="22808"/>
                </a:lnTo>
                <a:lnTo>
                  <a:pt x="584296" y="22559"/>
                </a:lnTo>
                <a:lnTo>
                  <a:pt x="583720" y="22325"/>
                </a:lnTo>
                <a:lnTo>
                  <a:pt x="583130" y="22108"/>
                </a:lnTo>
                <a:lnTo>
                  <a:pt x="582527" y="21907"/>
                </a:lnTo>
                <a:lnTo>
                  <a:pt x="581910" y="21721"/>
                </a:lnTo>
                <a:lnTo>
                  <a:pt x="581280" y="21552"/>
                </a:lnTo>
                <a:lnTo>
                  <a:pt x="580636" y="21399"/>
                </a:lnTo>
                <a:lnTo>
                  <a:pt x="579979" y="21263"/>
                </a:lnTo>
                <a:lnTo>
                  <a:pt x="579308" y="21142"/>
                </a:lnTo>
                <a:lnTo>
                  <a:pt x="578623" y="21037"/>
                </a:lnTo>
                <a:lnTo>
                  <a:pt x="577925" y="20949"/>
                </a:lnTo>
                <a:lnTo>
                  <a:pt x="577213" y="20876"/>
                </a:lnTo>
                <a:lnTo>
                  <a:pt x="576488" y="20820"/>
                </a:lnTo>
                <a:lnTo>
                  <a:pt x="575749" y="20780"/>
                </a:lnTo>
                <a:lnTo>
                  <a:pt x="574997" y="20755"/>
                </a:lnTo>
                <a:lnTo>
                  <a:pt x="574231" y="20747"/>
                </a:lnTo>
                <a:lnTo>
                  <a:pt x="573510" y="20755"/>
                </a:lnTo>
                <a:lnTo>
                  <a:pt x="572799" y="20777"/>
                </a:lnTo>
                <a:lnTo>
                  <a:pt x="572099" y="20813"/>
                </a:lnTo>
                <a:lnTo>
                  <a:pt x="571410" y="20865"/>
                </a:lnTo>
                <a:lnTo>
                  <a:pt x="570732" y="20931"/>
                </a:lnTo>
                <a:lnTo>
                  <a:pt x="570065" y="21011"/>
                </a:lnTo>
                <a:lnTo>
                  <a:pt x="569409" y="21107"/>
                </a:lnTo>
                <a:lnTo>
                  <a:pt x="568763" y="21217"/>
                </a:lnTo>
                <a:lnTo>
                  <a:pt x="568129" y="21341"/>
                </a:lnTo>
                <a:lnTo>
                  <a:pt x="567505" y="21481"/>
                </a:lnTo>
                <a:lnTo>
                  <a:pt x="566892" y="21635"/>
                </a:lnTo>
                <a:lnTo>
                  <a:pt x="566290" y="21803"/>
                </a:lnTo>
                <a:lnTo>
                  <a:pt x="565698" y="21987"/>
                </a:lnTo>
                <a:lnTo>
                  <a:pt x="565118" y="22185"/>
                </a:lnTo>
                <a:lnTo>
                  <a:pt x="564548" y="22397"/>
                </a:lnTo>
                <a:lnTo>
                  <a:pt x="563989" y="22624"/>
                </a:lnTo>
                <a:lnTo>
                  <a:pt x="563441" y="22866"/>
                </a:lnTo>
                <a:lnTo>
                  <a:pt x="562904" y="23123"/>
                </a:lnTo>
                <a:lnTo>
                  <a:pt x="562378" y="23394"/>
                </a:lnTo>
                <a:lnTo>
                  <a:pt x="561863" y="23680"/>
                </a:lnTo>
                <a:lnTo>
                  <a:pt x="561358" y="23981"/>
                </a:lnTo>
                <a:lnTo>
                  <a:pt x="560864" y="24296"/>
                </a:lnTo>
                <a:lnTo>
                  <a:pt x="560381" y="24626"/>
                </a:lnTo>
                <a:lnTo>
                  <a:pt x="559909" y="24971"/>
                </a:lnTo>
                <a:lnTo>
                  <a:pt x="559451" y="25328"/>
                </a:lnTo>
                <a:lnTo>
                  <a:pt x="559009" y="25695"/>
                </a:lnTo>
                <a:lnTo>
                  <a:pt x="558583" y="26072"/>
                </a:lnTo>
                <a:lnTo>
                  <a:pt x="558175" y="26460"/>
                </a:lnTo>
                <a:lnTo>
                  <a:pt x="557783" y="26858"/>
                </a:lnTo>
                <a:lnTo>
                  <a:pt x="557407" y="27266"/>
                </a:lnTo>
                <a:lnTo>
                  <a:pt x="557048" y="27684"/>
                </a:lnTo>
                <a:lnTo>
                  <a:pt x="556706" y="28112"/>
                </a:lnTo>
                <a:lnTo>
                  <a:pt x="556380" y="28551"/>
                </a:lnTo>
                <a:lnTo>
                  <a:pt x="556071" y="28999"/>
                </a:lnTo>
                <a:lnTo>
                  <a:pt x="555778" y="29458"/>
                </a:lnTo>
                <a:lnTo>
                  <a:pt x="555502" y="29928"/>
                </a:lnTo>
                <a:lnTo>
                  <a:pt x="555243" y="30407"/>
                </a:lnTo>
                <a:lnTo>
                  <a:pt x="555000" y="30897"/>
                </a:lnTo>
                <a:lnTo>
                  <a:pt x="554773" y="31396"/>
                </a:lnTo>
                <a:lnTo>
                  <a:pt x="554564" y="31906"/>
                </a:lnTo>
                <a:lnTo>
                  <a:pt x="554370" y="32427"/>
                </a:lnTo>
                <a:lnTo>
                  <a:pt x="554194" y="32957"/>
                </a:lnTo>
                <a:lnTo>
                  <a:pt x="554034" y="33498"/>
                </a:lnTo>
                <a:lnTo>
                  <a:pt x="553890" y="34048"/>
                </a:lnTo>
                <a:lnTo>
                  <a:pt x="553763" y="34610"/>
                </a:lnTo>
                <a:lnTo>
                  <a:pt x="553653" y="35181"/>
                </a:lnTo>
                <a:lnTo>
                  <a:pt x="553559" y="35762"/>
                </a:lnTo>
                <a:lnTo>
                  <a:pt x="553482" y="36354"/>
                </a:lnTo>
                <a:lnTo>
                  <a:pt x="564683" y="36354"/>
                </a:lnTo>
                <a:lnTo>
                  <a:pt x="564725" y="36119"/>
                </a:lnTo>
                <a:lnTo>
                  <a:pt x="564773" y="35888"/>
                </a:lnTo>
                <a:lnTo>
                  <a:pt x="564829" y="35661"/>
                </a:lnTo>
                <a:lnTo>
                  <a:pt x="564892" y="35438"/>
                </a:lnTo>
                <a:lnTo>
                  <a:pt x="564962" y="35220"/>
                </a:lnTo>
                <a:lnTo>
                  <a:pt x="565038" y="35005"/>
                </a:lnTo>
                <a:lnTo>
                  <a:pt x="565122" y="34795"/>
                </a:lnTo>
                <a:lnTo>
                  <a:pt x="565213" y="34589"/>
                </a:lnTo>
                <a:lnTo>
                  <a:pt x="565311" y="34387"/>
                </a:lnTo>
                <a:lnTo>
                  <a:pt x="565415" y="34189"/>
                </a:lnTo>
                <a:lnTo>
                  <a:pt x="565527" y="33996"/>
                </a:lnTo>
                <a:lnTo>
                  <a:pt x="565646" y="33806"/>
                </a:lnTo>
                <a:lnTo>
                  <a:pt x="565772" y="33621"/>
                </a:lnTo>
                <a:lnTo>
                  <a:pt x="565905" y="33440"/>
                </a:lnTo>
                <a:lnTo>
                  <a:pt x="566045" y="33263"/>
                </a:lnTo>
                <a:lnTo>
                  <a:pt x="566191" y="33090"/>
                </a:lnTo>
                <a:lnTo>
                  <a:pt x="566345" y="32921"/>
                </a:lnTo>
                <a:lnTo>
                  <a:pt x="566506" y="32756"/>
                </a:lnTo>
                <a:lnTo>
                  <a:pt x="566674" y="32596"/>
                </a:lnTo>
                <a:lnTo>
                  <a:pt x="566849" y="32440"/>
                </a:lnTo>
                <a:lnTo>
                  <a:pt x="567031" y="32287"/>
                </a:lnTo>
                <a:lnTo>
                  <a:pt x="567220" y="32139"/>
                </a:lnTo>
                <a:lnTo>
                  <a:pt x="567416" y="31996"/>
                </a:lnTo>
                <a:lnTo>
                  <a:pt x="567619" y="31856"/>
                </a:lnTo>
                <a:lnTo>
                  <a:pt x="567828" y="31721"/>
                </a:lnTo>
                <a:lnTo>
                  <a:pt x="568041" y="31592"/>
                </a:lnTo>
                <a:lnTo>
                  <a:pt x="568259" y="31468"/>
                </a:lnTo>
                <a:lnTo>
                  <a:pt x="568481" y="31351"/>
                </a:lnTo>
                <a:lnTo>
                  <a:pt x="568708" y="31239"/>
                </a:lnTo>
                <a:lnTo>
                  <a:pt x="568939" y="31133"/>
                </a:lnTo>
                <a:lnTo>
                  <a:pt x="569175" y="31032"/>
                </a:lnTo>
                <a:lnTo>
                  <a:pt x="569415" y="30938"/>
                </a:lnTo>
                <a:lnTo>
                  <a:pt x="569659" y="30849"/>
                </a:lnTo>
                <a:lnTo>
                  <a:pt x="569908" y="30765"/>
                </a:lnTo>
                <a:lnTo>
                  <a:pt x="570162" y="30688"/>
                </a:lnTo>
                <a:lnTo>
                  <a:pt x="570420" y="30616"/>
                </a:lnTo>
                <a:lnTo>
                  <a:pt x="570682" y="30550"/>
                </a:lnTo>
                <a:lnTo>
                  <a:pt x="570949" y="30490"/>
                </a:lnTo>
                <a:lnTo>
                  <a:pt x="571220" y="30435"/>
                </a:lnTo>
                <a:lnTo>
                  <a:pt x="571496" y="30387"/>
                </a:lnTo>
                <a:lnTo>
                  <a:pt x="571776" y="30343"/>
                </a:lnTo>
                <a:lnTo>
                  <a:pt x="572061" y="30306"/>
                </a:lnTo>
                <a:lnTo>
                  <a:pt x="572350" y="30275"/>
                </a:lnTo>
                <a:lnTo>
                  <a:pt x="572644" y="30249"/>
                </a:lnTo>
                <a:lnTo>
                  <a:pt x="572942" y="30229"/>
                </a:lnTo>
                <a:lnTo>
                  <a:pt x="573244" y="30214"/>
                </a:lnTo>
                <a:lnTo>
                  <a:pt x="573551" y="30206"/>
                </a:lnTo>
                <a:lnTo>
                  <a:pt x="573862" y="30203"/>
                </a:lnTo>
                <a:lnTo>
                  <a:pt x="574204" y="30206"/>
                </a:lnTo>
                <a:lnTo>
                  <a:pt x="574539" y="30217"/>
                </a:lnTo>
                <a:lnTo>
                  <a:pt x="574868" y="30235"/>
                </a:lnTo>
                <a:lnTo>
                  <a:pt x="575191" y="30260"/>
                </a:lnTo>
                <a:lnTo>
                  <a:pt x="575508" y="30293"/>
                </a:lnTo>
                <a:lnTo>
                  <a:pt x="575819" y="30332"/>
                </a:lnTo>
                <a:lnTo>
                  <a:pt x="576124" y="30379"/>
                </a:lnTo>
                <a:lnTo>
                  <a:pt x="576423" y="30432"/>
                </a:lnTo>
                <a:lnTo>
                  <a:pt x="576716" y="30493"/>
                </a:lnTo>
                <a:lnTo>
                  <a:pt x="577003" y="30562"/>
                </a:lnTo>
                <a:lnTo>
                  <a:pt x="577284" y="30637"/>
                </a:lnTo>
                <a:lnTo>
                  <a:pt x="577558" y="30719"/>
                </a:lnTo>
                <a:lnTo>
                  <a:pt x="577827" y="30809"/>
                </a:lnTo>
                <a:lnTo>
                  <a:pt x="578089" y="30906"/>
                </a:lnTo>
                <a:lnTo>
                  <a:pt x="578346" y="31010"/>
                </a:lnTo>
                <a:lnTo>
                  <a:pt x="578596" y="31121"/>
                </a:lnTo>
                <a:lnTo>
                  <a:pt x="578840" y="31240"/>
                </a:lnTo>
                <a:lnTo>
                  <a:pt x="579078" y="31365"/>
                </a:lnTo>
                <a:lnTo>
                  <a:pt x="579311" y="31498"/>
                </a:lnTo>
                <a:lnTo>
                  <a:pt x="579537" y="31638"/>
                </a:lnTo>
                <a:lnTo>
                  <a:pt x="579757" y="31785"/>
                </a:lnTo>
                <a:lnTo>
                  <a:pt x="579971" y="31939"/>
                </a:lnTo>
                <a:lnTo>
                  <a:pt x="580179" y="32100"/>
                </a:lnTo>
                <a:lnTo>
                  <a:pt x="580380" y="32269"/>
                </a:lnTo>
                <a:lnTo>
                  <a:pt x="580575" y="32444"/>
                </a:lnTo>
                <a:lnTo>
                  <a:pt x="580762" y="32624"/>
                </a:lnTo>
                <a:lnTo>
                  <a:pt x="580940" y="32810"/>
                </a:lnTo>
                <a:lnTo>
                  <a:pt x="581110" y="33002"/>
                </a:lnTo>
                <a:lnTo>
                  <a:pt x="581271" y="33199"/>
                </a:lnTo>
                <a:lnTo>
                  <a:pt x="581425" y="33402"/>
                </a:lnTo>
                <a:lnTo>
                  <a:pt x="581570" y="33610"/>
                </a:lnTo>
                <a:lnTo>
                  <a:pt x="581707" y="33824"/>
                </a:lnTo>
                <a:lnTo>
                  <a:pt x="581835" y="34044"/>
                </a:lnTo>
                <a:lnTo>
                  <a:pt x="581955" y="34269"/>
                </a:lnTo>
                <a:lnTo>
                  <a:pt x="582067" y="34500"/>
                </a:lnTo>
                <a:lnTo>
                  <a:pt x="582171" y="34736"/>
                </a:lnTo>
                <a:lnTo>
                  <a:pt x="582266" y="34978"/>
                </a:lnTo>
                <a:lnTo>
                  <a:pt x="582353" y="35225"/>
                </a:lnTo>
                <a:lnTo>
                  <a:pt x="582432" y="35478"/>
                </a:lnTo>
                <a:lnTo>
                  <a:pt x="582502" y="35737"/>
                </a:lnTo>
                <a:lnTo>
                  <a:pt x="582564" y="36001"/>
                </a:lnTo>
                <a:lnTo>
                  <a:pt x="582618" y="36271"/>
                </a:lnTo>
                <a:lnTo>
                  <a:pt x="582664" y="36546"/>
                </a:lnTo>
                <a:lnTo>
                  <a:pt x="582701" y="36827"/>
                </a:lnTo>
                <a:lnTo>
                  <a:pt x="582730" y="37114"/>
                </a:lnTo>
                <a:lnTo>
                  <a:pt x="582751" y="37406"/>
                </a:lnTo>
                <a:lnTo>
                  <a:pt x="582763" y="37703"/>
                </a:lnTo>
                <a:lnTo>
                  <a:pt x="582767" y="38007"/>
                </a:lnTo>
                <a:lnTo>
                  <a:pt x="582767" y="42321"/>
                </a:lnTo>
                <a:lnTo>
                  <a:pt x="570191" y="42321"/>
                </a:lnTo>
                <a:lnTo>
                  <a:pt x="569441" y="42328"/>
                </a:lnTo>
                <a:lnTo>
                  <a:pt x="568705" y="42349"/>
                </a:lnTo>
                <a:lnTo>
                  <a:pt x="567983" y="42384"/>
                </a:lnTo>
                <a:lnTo>
                  <a:pt x="567276" y="42433"/>
                </a:lnTo>
                <a:lnTo>
                  <a:pt x="566583" y="42497"/>
                </a:lnTo>
                <a:lnTo>
                  <a:pt x="565905" y="42574"/>
                </a:lnTo>
                <a:lnTo>
                  <a:pt x="565241" y="42665"/>
                </a:lnTo>
                <a:lnTo>
                  <a:pt x="564591" y="42770"/>
                </a:lnTo>
                <a:lnTo>
                  <a:pt x="563956" y="42889"/>
                </a:lnTo>
                <a:lnTo>
                  <a:pt x="563334" y="43023"/>
                </a:lnTo>
                <a:lnTo>
                  <a:pt x="562728" y="43170"/>
                </a:lnTo>
                <a:lnTo>
                  <a:pt x="562135" y="43331"/>
                </a:lnTo>
                <a:lnTo>
                  <a:pt x="561557" y="43507"/>
                </a:lnTo>
                <a:lnTo>
                  <a:pt x="560993" y="43696"/>
                </a:lnTo>
                <a:lnTo>
                  <a:pt x="560444" y="43899"/>
                </a:lnTo>
                <a:lnTo>
                  <a:pt x="559909" y="44117"/>
                </a:lnTo>
                <a:lnTo>
                  <a:pt x="559388" y="44348"/>
                </a:lnTo>
                <a:lnTo>
                  <a:pt x="558882" y="44594"/>
                </a:lnTo>
                <a:lnTo>
                  <a:pt x="558390" y="44853"/>
                </a:lnTo>
                <a:lnTo>
                  <a:pt x="557912" y="45127"/>
                </a:lnTo>
                <a:lnTo>
                  <a:pt x="557449" y="45414"/>
                </a:lnTo>
                <a:lnTo>
                  <a:pt x="557000" y="45716"/>
                </a:lnTo>
                <a:lnTo>
                  <a:pt x="556565" y="46032"/>
                </a:lnTo>
                <a:lnTo>
                  <a:pt x="556145" y="46361"/>
                </a:lnTo>
                <a:lnTo>
                  <a:pt x="555741" y="46704"/>
                </a:lnTo>
                <a:lnTo>
                  <a:pt x="555353" y="47058"/>
                </a:lnTo>
                <a:lnTo>
                  <a:pt x="554983" y="47424"/>
                </a:lnTo>
                <a:lnTo>
                  <a:pt x="554630" y="47802"/>
                </a:lnTo>
                <a:lnTo>
                  <a:pt x="554295" y="48191"/>
                </a:lnTo>
                <a:lnTo>
                  <a:pt x="553976" y="48593"/>
                </a:lnTo>
                <a:lnTo>
                  <a:pt x="553675" y="49006"/>
                </a:lnTo>
                <a:lnTo>
                  <a:pt x="553391" y="49431"/>
                </a:lnTo>
                <a:lnTo>
                  <a:pt x="553124" y="49868"/>
                </a:lnTo>
                <a:lnTo>
                  <a:pt x="552874" y="50316"/>
                </a:lnTo>
                <a:lnTo>
                  <a:pt x="552642" y="50777"/>
                </a:lnTo>
                <a:lnTo>
                  <a:pt x="552427" y="51249"/>
                </a:lnTo>
                <a:lnTo>
                  <a:pt x="552229" y="51733"/>
                </a:lnTo>
                <a:lnTo>
                  <a:pt x="552048" y="52229"/>
                </a:lnTo>
                <a:lnTo>
                  <a:pt x="551885" y="52736"/>
                </a:lnTo>
                <a:lnTo>
                  <a:pt x="551738" y="53256"/>
                </a:lnTo>
                <a:lnTo>
                  <a:pt x="551609" y="53787"/>
                </a:lnTo>
                <a:lnTo>
                  <a:pt x="551497" y="54330"/>
                </a:lnTo>
                <a:lnTo>
                  <a:pt x="551403" y="54885"/>
                </a:lnTo>
                <a:lnTo>
                  <a:pt x="551325" y="55451"/>
                </a:lnTo>
                <a:lnTo>
                  <a:pt x="551265" y="56029"/>
                </a:lnTo>
                <a:lnTo>
                  <a:pt x="551222" y="56620"/>
                </a:lnTo>
                <a:lnTo>
                  <a:pt x="551196" y="57222"/>
                </a:lnTo>
                <a:lnTo>
                  <a:pt x="551188" y="57835"/>
                </a:lnTo>
                <a:lnTo>
                  <a:pt x="551195" y="58412"/>
                </a:lnTo>
                <a:lnTo>
                  <a:pt x="551219" y="58978"/>
                </a:lnTo>
                <a:lnTo>
                  <a:pt x="551258" y="59535"/>
                </a:lnTo>
                <a:lnTo>
                  <a:pt x="551313" y="60082"/>
                </a:lnTo>
                <a:lnTo>
                  <a:pt x="551383" y="60619"/>
                </a:lnTo>
                <a:lnTo>
                  <a:pt x="551469" y="61146"/>
                </a:lnTo>
                <a:lnTo>
                  <a:pt x="551570" y="61663"/>
                </a:lnTo>
                <a:lnTo>
                  <a:pt x="551687" y="62171"/>
                </a:lnTo>
                <a:lnTo>
                  <a:pt x="551820" y="62668"/>
                </a:lnTo>
                <a:lnTo>
                  <a:pt x="551968" y="63156"/>
                </a:lnTo>
                <a:lnTo>
                  <a:pt x="552132" y="63633"/>
                </a:lnTo>
                <a:lnTo>
                  <a:pt x="552312" y="64101"/>
                </a:lnTo>
                <a:lnTo>
                  <a:pt x="552507" y="64559"/>
                </a:lnTo>
                <a:lnTo>
                  <a:pt x="552718" y="65007"/>
                </a:lnTo>
                <a:lnTo>
                  <a:pt x="552945" y="65445"/>
                </a:lnTo>
                <a:lnTo>
                  <a:pt x="553187" y="65873"/>
                </a:lnTo>
                <a:lnTo>
                  <a:pt x="553444" y="66292"/>
                </a:lnTo>
                <a:lnTo>
                  <a:pt x="553718" y="66700"/>
                </a:lnTo>
                <a:lnTo>
                  <a:pt x="554007" y="67099"/>
                </a:lnTo>
                <a:lnTo>
                  <a:pt x="554311" y="67488"/>
                </a:lnTo>
                <a:lnTo>
                  <a:pt x="554631" y="67866"/>
                </a:lnTo>
                <a:lnTo>
                  <a:pt x="554967" y="68235"/>
                </a:lnTo>
                <a:lnTo>
                  <a:pt x="555319" y="68594"/>
                </a:lnTo>
                <a:lnTo>
                  <a:pt x="555686" y="68944"/>
                </a:lnTo>
                <a:lnTo>
                  <a:pt x="556066" y="69281"/>
                </a:lnTo>
                <a:lnTo>
                  <a:pt x="556458" y="69603"/>
                </a:lnTo>
                <a:lnTo>
                  <a:pt x="556862" y="69912"/>
                </a:lnTo>
                <a:lnTo>
                  <a:pt x="557277" y="70206"/>
                </a:lnTo>
                <a:lnTo>
                  <a:pt x="557704" y="70486"/>
                </a:lnTo>
                <a:lnTo>
                  <a:pt x="558142" y="70751"/>
                </a:lnTo>
                <a:lnTo>
                  <a:pt x="558591" y="71002"/>
                </a:lnTo>
                <a:lnTo>
                  <a:pt x="559052" y="71239"/>
                </a:lnTo>
                <a:lnTo>
                  <a:pt x="559525" y="71461"/>
                </a:lnTo>
                <a:lnTo>
                  <a:pt x="560009" y="71669"/>
                </a:lnTo>
                <a:lnTo>
                  <a:pt x="560504" y="71863"/>
                </a:lnTo>
                <a:lnTo>
                  <a:pt x="561011" y="72042"/>
                </a:lnTo>
                <a:lnTo>
                  <a:pt x="561529" y="72207"/>
                </a:lnTo>
                <a:lnTo>
                  <a:pt x="562059" y="72357"/>
                </a:lnTo>
                <a:lnTo>
                  <a:pt x="562600" y="72494"/>
                </a:lnTo>
                <a:lnTo>
                  <a:pt x="563153" y="72616"/>
                </a:lnTo>
                <a:lnTo>
                  <a:pt x="563717" y="72723"/>
                </a:lnTo>
                <a:lnTo>
                  <a:pt x="564293" y="72816"/>
                </a:lnTo>
                <a:lnTo>
                  <a:pt x="564880" y="72895"/>
                </a:lnTo>
                <a:lnTo>
                  <a:pt x="565478" y="72960"/>
                </a:lnTo>
                <a:lnTo>
                  <a:pt x="566088" y="73010"/>
                </a:lnTo>
                <a:lnTo>
                  <a:pt x="566710" y="73046"/>
                </a:lnTo>
                <a:lnTo>
                  <a:pt x="567343" y="73067"/>
                </a:lnTo>
                <a:lnTo>
                  <a:pt x="567987" y="73075"/>
                </a:lnTo>
                <a:lnTo>
                  <a:pt x="568556" y="73069"/>
                </a:lnTo>
                <a:lnTo>
                  <a:pt x="569116" y="73052"/>
                </a:lnTo>
                <a:lnTo>
                  <a:pt x="569666" y="73023"/>
                </a:lnTo>
                <a:lnTo>
                  <a:pt x="570206" y="72983"/>
                </a:lnTo>
                <a:lnTo>
                  <a:pt x="570737" y="72931"/>
                </a:lnTo>
                <a:lnTo>
                  <a:pt x="571258" y="72868"/>
                </a:lnTo>
                <a:lnTo>
                  <a:pt x="571769" y="72794"/>
                </a:lnTo>
                <a:lnTo>
                  <a:pt x="572271" y="72707"/>
                </a:lnTo>
                <a:lnTo>
                  <a:pt x="572764" y="72610"/>
                </a:lnTo>
                <a:lnTo>
                  <a:pt x="573247" y="72501"/>
                </a:lnTo>
                <a:lnTo>
                  <a:pt x="573720" y="72380"/>
                </a:lnTo>
                <a:lnTo>
                  <a:pt x="574184" y="72249"/>
                </a:lnTo>
                <a:lnTo>
                  <a:pt x="574638" y="72105"/>
                </a:lnTo>
                <a:lnTo>
                  <a:pt x="575083" y="71950"/>
                </a:lnTo>
                <a:lnTo>
                  <a:pt x="575518" y="71784"/>
                </a:lnTo>
                <a:lnTo>
                  <a:pt x="575943" y="71606"/>
                </a:lnTo>
                <a:lnTo>
                  <a:pt x="576359" y="71417"/>
                </a:lnTo>
                <a:lnTo>
                  <a:pt x="576766" y="71216"/>
                </a:lnTo>
                <a:lnTo>
                  <a:pt x="577163" y="71004"/>
                </a:lnTo>
                <a:lnTo>
                  <a:pt x="577550" y="70780"/>
                </a:lnTo>
                <a:lnTo>
                  <a:pt x="577928" y="70545"/>
                </a:lnTo>
                <a:lnTo>
                  <a:pt x="578296" y="70298"/>
                </a:lnTo>
                <a:lnTo>
                  <a:pt x="578654" y="70040"/>
                </a:lnTo>
                <a:lnTo>
                  <a:pt x="579003" y="69770"/>
                </a:lnTo>
                <a:lnTo>
                  <a:pt x="579341" y="69491"/>
                </a:lnTo>
                <a:lnTo>
                  <a:pt x="579663" y="69203"/>
                </a:lnTo>
                <a:lnTo>
                  <a:pt x="579972" y="68908"/>
                </a:lnTo>
                <a:lnTo>
                  <a:pt x="580266" y="68605"/>
                </a:lnTo>
                <a:lnTo>
                  <a:pt x="580546" y="68294"/>
                </a:lnTo>
                <a:lnTo>
                  <a:pt x="580811" y="67974"/>
                </a:lnTo>
                <a:lnTo>
                  <a:pt x="581062" y="67647"/>
                </a:lnTo>
                <a:lnTo>
                  <a:pt x="581299" y="67312"/>
                </a:lnTo>
                <a:lnTo>
                  <a:pt x="581522" y="66969"/>
                </a:lnTo>
                <a:lnTo>
                  <a:pt x="581730" y="66618"/>
                </a:lnTo>
                <a:lnTo>
                  <a:pt x="581923" y="66259"/>
                </a:lnTo>
                <a:lnTo>
                  <a:pt x="582103" y="65892"/>
                </a:lnTo>
                <a:lnTo>
                  <a:pt x="582268" y="65517"/>
                </a:lnTo>
                <a:lnTo>
                  <a:pt x="582418" y="65134"/>
                </a:lnTo>
                <a:lnTo>
                  <a:pt x="582555" y="64743"/>
                </a:lnTo>
                <a:lnTo>
                  <a:pt x="582677" y="64344"/>
                </a:lnTo>
                <a:lnTo>
                  <a:pt x="582784" y="63937"/>
                </a:lnTo>
                <a:lnTo>
                  <a:pt x="582878" y="63522"/>
                </a:lnTo>
                <a:lnTo>
                  <a:pt x="582911" y="63345"/>
                </a:lnTo>
                <a:lnTo>
                  <a:pt x="583136" y="63345"/>
                </a:lnTo>
                <a:lnTo>
                  <a:pt x="583136" y="72157"/>
                </a:lnTo>
                <a:lnTo>
                  <a:pt x="594243" y="72157"/>
                </a:lnTo>
                <a:lnTo>
                  <a:pt x="594243" y="37914"/>
                </a:lnTo>
                <a:lnTo>
                  <a:pt x="594234" y="37262"/>
                </a:lnTo>
                <a:close/>
                <a:moveTo>
                  <a:pt x="570069" y="64356"/>
                </a:moveTo>
                <a:lnTo>
                  <a:pt x="569752" y="64317"/>
                </a:lnTo>
                <a:lnTo>
                  <a:pt x="569440" y="64270"/>
                </a:lnTo>
                <a:lnTo>
                  <a:pt x="569135" y="64216"/>
                </a:lnTo>
                <a:lnTo>
                  <a:pt x="568836" y="64155"/>
                </a:lnTo>
                <a:lnTo>
                  <a:pt x="568543" y="64087"/>
                </a:lnTo>
                <a:lnTo>
                  <a:pt x="568256" y="64012"/>
                </a:lnTo>
                <a:lnTo>
                  <a:pt x="567976" y="63929"/>
                </a:lnTo>
                <a:lnTo>
                  <a:pt x="567701" y="63840"/>
                </a:lnTo>
                <a:lnTo>
                  <a:pt x="567433" y="63743"/>
                </a:lnTo>
                <a:lnTo>
                  <a:pt x="567171" y="63639"/>
                </a:lnTo>
                <a:lnTo>
                  <a:pt x="566916" y="63528"/>
                </a:lnTo>
                <a:lnTo>
                  <a:pt x="566666" y="63410"/>
                </a:lnTo>
                <a:lnTo>
                  <a:pt x="566423" y="63284"/>
                </a:lnTo>
                <a:lnTo>
                  <a:pt x="566186" y="63152"/>
                </a:lnTo>
                <a:lnTo>
                  <a:pt x="565956" y="63012"/>
                </a:lnTo>
                <a:lnTo>
                  <a:pt x="565731" y="62865"/>
                </a:lnTo>
                <a:lnTo>
                  <a:pt x="565513" y="62711"/>
                </a:lnTo>
                <a:lnTo>
                  <a:pt x="565301" y="62549"/>
                </a:lnTo>
                <a:lnTo>
                  <a:pt x="565095" y="62381"/>
                </a:lnTo>
                <a:lnTo>
                  <a:pt x="564896" y="62206"/>
                </a:lnTo>
                <a:lnTo>
                  <a:pt x="564706" y="62026"/>
                </a:lnTo>
                <a:lnTo>
                  <a:pt x="564525" y="61841"/>
                </a:lnTo>
                <a:lnTo>
                  <a:pt x="564352" y="61650"/>
                </a:lnTo>
                <a:lnTo>
                  <a:pt x="564187" y="61454"/>
                </a:lnTo>
                <a:lnTo>
                  <a:pt x="564031" y="61253"/>
                </a:lnTo>
                <a:lnTo>
                  <a:pt x="563883" y="61047"/>
                </a:lnTo>
                <a:lnTo>
                  <a:pt x="563744" y="60835"/>
                </a:lnTo>
                <a:lnTo>
                  <a:pt x="563613" y="60618"/>
                </a:lnTo>
                <a:lnTo>
                  <a:pt x="563490" y="60396"/>
                </a:lnTo>
                <a:lnTo>
                  <a:pt x="563377" y="60169"/>
                </a:lnTo>
                <a:lnTo>
                  <a:pt x="563271" y="59936"/>
                </a:lnTo>
                <a:lnTo>
                  <a:pt x="563174" y="59698"/>
                </a:lnTo>
                <a:lnTo>
                  <a:pt x="563085" y="59455"/>
                </a:lnTo>
                <a:lnTo>
                  <a:pt x="563005" y="59207"/>
                </a:lnTo>
                <a:lnTo>
                  <a:pt x="562933" y="58953"/>
                </a:lnTo>
                <a:lnTo>
                  <a:pt x="562870" y="58694"/>
                </a:lnTo>
                <a:lnTo>
                  <a:pt x="562815" y="58430"/>
                </a:lnTo>
                <a:lnTo>
                  <a:pt x="562769" y="58160"/>
                </a:lnTo>
                <a:lnTo>
                  <a:pt x="562731" y="57886"/>
                </a:lnTo>
                <a:lnTo>
                  <a:pt x="562701" y="57606"/>
                </a:lnTo>
                <a:lnTo>
                  <a:pt x="562680" y="57320"/>
                </a:lnTo>
                <a:lnTo>
                  <a:pt x="562667" y="57030"/>
                </a:lnTo>
                <a:lnTo>
                  <a:pt x="562663" y="56734"/>
                </a:lnTo>
                <a:lnTo>
                  <a:pt x="562667" y="56461"/>
                </a:lnTo>
                <a:lnTo>
                  <a:pt x="562678" y="56192"/>
                </a:lnTo>
                <a:lnTo>
                  <a:pt x="562696" y="55928"/>
                </a:lnTo>
                <a:lnTo>
                  <a:pt x="562722" y="55668"/>
                </a:lnTo>
                <a:lnTo>
                  <a:pt x="562755" y="55413"/>
                </a:lnTo>
                <a:lnTo>
                  <a:pt x="562795" y="55162"/>
                </a:lnTo>
                <a:lnTo>
                  <a:pt x="562843" y="54916"/>
                </a:lnTo>
                <a:lnTo>
                  <a:pt x="562898" y="54674"/>
                </a:lnTo>
                <a:lnTo>
                  <a:pt x="562960" y="54436"/>
                </a:lnTo>
                <a:lnTo>
                  <a:pt x="563030" y="54203"/>
                </a:lnTo>
                <a:lnTo>
                  <a:pt x="563106" y="53975"/>
                </a:lnTo>
                <a:lnTo>
                  <a:pt x="563191" y="53751"/>
                </a:lnTo>
                <a:lnTo>
                  <a:pt x="563282" y="53531"/>
                </a:lnTo>
                <a:lnTo>
                  <a:pt x="563381" y="53316"/>
                </a:lnTo>
                <a:lnTo>
                  <a:pt x="563488" y="53105"/>
                </a:lnTo>
                <a:lnTo>
                  <a:pt x="563601" y="52899"/>
                </a:lnTo>
                <a:lnTo>
                  <a:pt x="563722" y="52697"/>
                </a:lnTo>
                <a:lnTo>
                  <a:pt x="563850" y="52500"/>
                </a:lnTo>
                <a:lnTo>
                  <a:pt x="563986" y="52307"/>
                </a:lnTo>
                <a:lnTo>
                  <a:pt x="564129" y="52119"/>
                </a:lnTo>
                <a:lnTo>
                  <a:pt x="564279" y="51935"/>
                </a:lnTo>
                <a:lnTo>
                  <a:pt x="564437" y="51755"/>
                </a:lnTo>
                <a:lnTo>
                  <a:pt x="564602" y="51580"/>
                </a:lnTo>
                <a:lnTo>
                  <a:pt x="564774" y="51410"/>
                </a:lnTo>
                <a:lnTo>
                  <a:pt x="564952" y="51245"/>
                </a:lnTo>
                <a:lnTo>
                  <a:pt x="565136" y="51087"/>
                </a:lnTo>
                <a:lnTo>
                  <a:pt x="565324" y="50936"/>
                </a:lnTo>
                <a:lnTo>
                  <a:pt x="565516" y="50793"/>
                </a:lnTo>
                <a:lnTo>
                  <a:pt x="565714" y="50656"/>
                </a:lnTo>
                <a:lnTo>
                  <a:pt x="565916" y="50526"/>
                </a:lnTo>
                <a:lnTo>
                  <a:pt x="566123" y="50403"/>
                </a:lnTo>
                <a:lnTo>
                  <a:pt x="566335" y="50288"/>
                </a:lnTo>
                <a:lnTo>
                  <a:pt x="566552" y="50179"/>
                </a:lnTo>
                <a:lnTo>
                  <a:pt x="566773" y="50077"/>
                </a:lnTo>
                <a:lnTo>
                  <a:pt x="566999" y="49982"/>
                </a:lnTo>
                <a:lnTo>
                  <a:pt x="567230" y="49895"/>
                </a:lnTo>
                <a:lnTo>
                  <a:pt x="567466" y="49814"/>
                </a:lnTo>
                <a:lnTo>
                  <a:pt x="567707" y="49740"/>
                </a:lnTo>
                <a:lnTo>
                  <a:pt x="567952" y="49674"/>
                </a:lnTo>
                <a:lnTo>
                  <a:pt x="568202" y="49614"/>
                </a:lnTo>
                <a:lnTo>
                  <a:pt x="568457" y="49562"/>
                </a:lnTo>
                <a:lnTo>
                  <a:pt x="568716" y="49516"/>
                </a:lnTo>
                <a:lnTo>
                  <a:pt x="568981" y="49477"/>
                </a:lnTo>
                <a:lnTo>
                  <a:pt x="569250" y="49446"/>
                </a:lnTo>
                <a:lnTo>
                  <a:pt x="569524" y="49421"/>
                </a:lnTo>
                <a:lnTo>
                  <a:pt x="569803" y="49404"/>
                </a:lnTo>
                <a:lnTo>
                  <a:pt x="570086" y="49393"/>
                </a:lnTo>
                <a:lnTo>
                  <a:pt x="570374" y="49390"/>
                </a:lnTo>
                <a:lnTo>
                  <a:pt x="582767" y="49390"/>
                </a:lnTo>
                <a:lnTo>
                  <a:pt x="582767" y="55541"/>
                </a:lnTo>
                <a:lnTo>
                  <a:pt x="582762" y="55867"/>
                </a:lnTo>
                <a:lnTo>
                  <a:pt x="582746" y="56188"/>
                </a:lnTo>
                <a:lnTo>
                  <a:pt x="582719" y="56505"/>
                </a:lnTo>
                <a:lnTo>
                  <a:pt x="582682" y="56816"/>
                </a:lnTo>
                <a:lnTo>
                  <a:pt x="582634" y="57122"/>
                </a:lnTo>
                <a:lnTo>
                  <a:pt x="582575" y="57423"/>
                </a:lnTo>
                <a:lnTo>
                  <a:pt x="582506" y="57719"/>
                </a:lnTo>
                <a:lnTo>
                  <a:pt x="582426" y="58009"/>
                </a:lnTo>
                <a:lnTo>
                  <a:pt x="582335" y="58295"/>
                </a:lnTo>
                <a:lnTo>
                  <a:pt x="582233" y="58575"/>
                </a:lnTo>
                <a:lnTo>
                  <a:pt x="582121" y="58851"/>
                </a:lnTo>
                <a:lnTo>
                  <a:pt x="581998" y="59121"/>
                </a:lnTo>
                <a:lnTo>
                  <a:pt x="581865" y="59386"/>
                </a:lnTo>
                <a:lnTo>
                  <a:pt x="581721" y="59647"/>
                </a:lnTo>
                <a:lnTo>
                  <a:pt x="581566" y="59902"/>
                </a:lnTo>
                <a:lnTo>
                  <a:pt x="581400" y="60152"/>
                </a:lnTo>
                <a:lnTo>
                  <a:pt x="581224" y="60396"/>
                </a:lnTo>
                <a:lnTo>
                  <a:pt x="581037" y="60636"/>
                </a:lnTo>
                <a:lnTo>
                  <a:pt x="580839" y="60871"/>
                </a:lnTo>
                <a:lnTo>
                  <a:pt x="580631" y="61100"/>
                </a:lnTo>
                <a:lnTo>
                  <a:pt x="580412" y="61325"/>
                </a:lnTo>
                <a:lnTo>
                  <a:pt x="580183" y="61544"/>
                </a:lnTo>
                <a:lnTo>
                  <a:pt x="579942" y="61758"/>
                </a:lnTo>
                <a:lnTo>
                  <a:pt x="579691" y="61968"/>
                </a:lnTo>
                <a:lnTo>
                  <a:pt x="579432" y="62170"/>
                </a:lnTo>
                <a:lnTo>
                  <a:pt x="579166" y="62363"/>
                </a:lnTo>
                <a:lnTo>
                  <a:pt x="578895" y="62548"/>
                </a:lnTo>
                <a:lnTo>
                  <a:pt x="578617" y="62725"/>
                </a:lnTo>
                <a:lnTo>
                  <a:pt x="578332" y="62893"/>
                </a:lnTo>
                <a:lnTo>
                  <a:pt x="578042" y="63052"/>
                </a:lnTo>
                <a:lnTo>
                  <a:pt x="577745" y="63202"/>
                </a:lnTo>
                <a:lnTo>
                  <a:pt x="577442" y="63344"/>
                </a:lnTo>
                <a:lnTo>
                  <a:pt x="577133" y="63478"/>
                </a:lnTo>
                <a:lnTo>
                  <a:pt x="576818" y="63602"/>
                </a:lnTo>
                <a:lnTo>
                  <a:pt x="576497" y="63719"/>
                </a:lnTo>
                <a:lnTo>
                  <a:pt x="576169" y="63826"/>
                </a:lnTo>
                <a:lnTo>
                  <a:pt x="575835" y="63925"/>
                </a:lnTo>
                <a:lnTo>
                  <a:pt x="575495" y="64015"/>
                </a:lnTo>
                <a:lnTo>
                  <a:pt x="575148" y="64097"/>
                </a:lnTo>
                <a:lnTo>
                  <a:pt x="574796" y="64170"/>
                </a:lnTo>
                <a:lnTo>
                  <a:pt x="574437" y="64235"/>
                </a:lnTo>
                <a:lnTo>
                  <a:pt x="574072" y="64291"/>
                </a:lnTo>
                <a:lnTo>
                  <a:pt x="573701" y="64338"/>
                </a:lnTo>
                <a:lnTo>
                  <a:pt x="573323" y="64377"/>
                </a:lnTo>
                <a:lnTo>
                  <a:pt x="572940" y="64407"/>
                </a:lnTo>
                <a:lnTo>
                  <a:pt x="572550" y="64428"/>
                </a:lnTo>
                <a:lnTo>
                  <a:pt x="572154" y="64441"/>
                </a:lnTo>
                <a:lnTo>
                  <a:pt x="571751" y="64446"/>
                </a:lnTo>
                <a:lnTo>
                  <a:pt x="571403" y="64442"/>
                </a:lnTo>
                <a:lnTo>
                  <a:pt x="571060" y="64431"/>
                </a:lnTo>
                <a:lnTo>
                  <a:pt x="570724" y="64413"/>
                </a:lnTo>
                <a:lnTo>
                  <a:pt x="570393" y="64388"/>
                </a:lnTo>
                <a:lnTo>
                  <a:pt x="570069" y="64356"/>
                </a:lnTo>
                <a:close/>
                <a:moveTo>
                  <a:pt x="798002" y="72861"/>
                </a:moveTo>
                <a:lnTo>
                  <a:pt x="798724" y="72768"/>
                </a:lnTo>
                <a:lnTo>
                  <a:pt x="799433" y="72657"/>
                </a:lnTo>
                <a:lnTo>
                  <a:pt x="800128" y="72529"/>
                </a:lnTo>
                <a:lnTo>
                  <a:pt x="800810" y="72384"/>
                </a:lnTo>
                <a:lnTo>
                  <a:pt x="801478" y="72222"/>
                </a:lnTo>
                <a:lnTo>
                  <a:pt x="802133" y="72043"/>
                </a:lnTo>
                <a:lnTo>
                  <a:pt x="802775" y="71847"/>
                </a:lnTo>
                <a:lnTo>
                  <a:pt x="803403" y="71634"/>
                </a:lnTo>
                <a:lnTo>
                  <a:pt x="804018" y="71403"/>
                </a:lnTo>
                <a:lnTo>
                  <a:pt x="804620" y="71156"/>
                </a:lnTo>
                <a:lnTo>
                  <a:pt x="805208" y="70892"/>
                </a:lnTo>
                <a:lnTo>
                  <a:pt x="805782" y="70611"/>
                </a:lnTo>
                <a:lnTo>
                  <a:pt x="806344" y="70312"/>
                </a:lnTo>
                <a:lnTo>
                  <a:pt x="806892" y="69997"/>
                </a:lnTo>
                <a:lnTo>
                  <a:pt x="807426" y="69664"/>
                </a:lnTo>
                <a:lnTo>
                  <a:pt x="807947" y="69314"/>
                </a:lnTo>
                <a:lnTo>
                  <a:pt x="808455" y="68948"/>
                </a:lnTo>
                <a:lnTo>
                  <a:pt x="808950" y="68564"/>
                </a:lnTo>
                <a:lnTo>
                  <a:pt x="809431" y="68163"/>
                </a:lnTo>
                <a:lnTo>
                  <a:pt x="809896" y="67748"/>
                </a:lnTo>
                <a:lnTo>
                  <a:pt x="810342" y="67320"/>
                </a:lnTo>
                <a:lnTo>
                  <a:pt x="810769" y="66880"/>
                </a:lnTo>
                <a:lnTo>
                  <a:pt x="811178" y="66428"/>
                </a:lnTo>
                <a:lnTo>
                  <a:pt x="811567" y="65964"/>
                </a:lnTo>
                <a:lnTo>
                  <a:pt x="811938" y="65487"/>
                </a:lnTo>
                <a:lnTo>
                  <a:pt x="812290" y="64998"/>
                </a:lnTo>
                <a:lnTo>
                  <a:pt x="812624" y="64497"/>
                </a:lnTo>
                <a:lnTo>
                  <a:pt x="812938" y="63983"/>
                </a:lnTo>
                <a:lnTo>
                  <a:pt x="813234" y="63457"/>
                </a:lnTo>
                <a:lnTo>
                  <a:pt x="813511" y="62919"/>
                </a:lnTo>
                <a:lnTo>
                  <a:pt x="813769" y="62369"/>
                </a:lnTo>
                <a:lnTo>
                  <a:pt x="814008" y="61806"/>
                </a:lnTo>
                <a:lnTo>
                  <a:pt x="814229" y="61231"/>
                </a:lnTo>
                <a:lnTo>
                  <a:pt x="814430" y="60644"/>
                </a:lnTo>
                <a:lnTo>
                  <a:pt x="814613" y="60044"/>
                </a:lnTo>
                <a:lnTo>
                  <a:pt x="814777" y="59433"/>
                </a:lnTo>
                <a:lnTo>
                  <a:pt x="814922" y="58809"/>
                </a:lnTo>
                <a:lnTo>
                  <a:pt x="815048" y="58172"/>
                </a:lnTo>
                <a:lnTo>
                  <a:pt x="815156" y="57524"/>
                </a:lnTo>
                <a:lnTo>
                  <a:pt x="815245" y="56863"/>
                </a:lnTo>
                <a:lnTo>
                  <a:pt x="815315" y="56190"/>
                </a:lnTo>
                <a:lnTo>
                  <a:pt x="815366" y="55504"/>
                </a:lnTo>
                <a:lnTo>
                  <a:pt x="815398" y="54807"/>
                </a:lnTo>
                <a:lnTo>
                  <a:pt x="803923" y="54807"/>
                </a:lnTo>
                <a:lnTo>
                  <a:pt x="803896" y="55133"/>
                </a:lnTo>
                <a:lnTo>
                  <a:pt x="803861" y="55452"/>
                </a:lnTo>
                <a:lnTo>
                  <a:pt x="803819" y="55766"/>
                </a:lnTo>
                <a:lnTo>
                  <a:pt x="803769" y="56073"/>
                </a:lnTo>
                <a:lnTo>
                  <a:pt x="803710" y="56374"/>
                </a:lnTo>
                <a:lnTo>
                  <a:pt x="803645" y="56669"/>
                </a:lnTo>
                <a:lnTo>
                  <a:pt x="803571" y="56957"/>
                </a:lnTo>
                <a:lnTo>
                  <a:pt x="803489" y="57239"/>
                </a:lnTo>
                <a:lnTo>
                  <a:pt x="803400" y="57516"/>
                </a:lnTo>
                <a:lnTo>
                  <a:pt x="803303" y="57785"/>
                </a:lnTo>
                <a:lnTo>
                  <a:pt x="803198" y="58049"/>
                </a:lnTo>
                <a:lnTo>
                  <a:pt x="803085" y="58307"/>
                </a:lnTo>
                <a:lnTo>
                  <a:pt x="802965" y="58558"/>
                </a:lnTo>
                <a:lnTo>
                  <a:pt x="802836" y="58803"/>
                </a:lnTo>
                <a:lnTo>
                  <a:pt x="802700" y="59042"/>
                </a:lnTo>
                <a:lnTo>
                  <a:pt x="802556" y="59274"/>
                </a:lnTo>
                <a:lnTo>
                  <a:pt x="802404" y="59501"/>
                </a:lnTo>
                <a:lnTo>
                  <a:pt x="802245" y="59721"/>
                </a:lnTo>
                <a:lnTo>
                  <a:pt x="802077" y="59935"/>
                </a:lnTo>
                <a:lnTo>
                  <a:pt x="801902" y="60143"/>
                </a:lnTo>
                <a:lnTo>
                  <a:pt x="801719" y="60344"/>
                </a:lnTo>
                <a:lnTo>
                  <a:pt x="801528" y="60539"/>
                </a:lnTo>
                <a:lnTo>
                  <a:pt x="801329" y="60729"/>
                </a:lnTo>
                <a:lnTo>
                  <a:pt x="801122" y="60911"/>
                </a:lnTo>
                <a:lnTo>
                  <a:pt x="800909" y="61087"/>
                </a:lnTo>
                <a:lnTo>
                  <a:pt x="800689" y="61256"/>
                </a:lnTo>
                <a:lnTo>
                  <a:pt x="800462" y="61417"/>
                </a:lnTo>
                <a:lnTo>
                  <a:pt x="800229" y="61571"/>
                </a:lnTo>
                <a:lnTo>
                  <a:pt x="799989" y="61717"/>
                </a:lnTo>
                <a:lnTo>
                  <a:pt x="799743" y="61855"/>
                </a:lnTo>
                <a:lnTo>
                  <a:pt x="799490" y="61986"/>
                </a:lnTo>
                <a:lnTo>
                  <a:pt x="799230" y="62110"/>
                </a:lnTo>
                <a:lnTo>
                  <a:pt x="798964" y="62226"/>
                </a:lnTo>
                <a:lnTo>
                  <a:pt x="798692" y="62335"/>
                </a:lnTo>
                <a:lnTo>
                  <a:pt x="798413" y="62436"/>
                </a:lnTo>
                <a:lnTo>
                  <a:pt x="798127" y="62529"/>
                </a:lnTo>
                <a:lnTo>
                  <a:pt x="797835" y="62615"/>
                </a:lnTo>
                <a:lnTo>
                  <a:pt x="797537" y="62694"/>
                </a:lnTo>
                <a:lnTo>
                  <a:pt x="797232" y="62765"/>
                </a:lnTo>
                <a:lnTo>
                  <a:pt x="796920" y="62829"/>
                </a:lnTo>
                <a:lnTo>
                  <a:pt x="796602" y="62885"/>
                </a:lnTo>
                <a:lnTo>
                  <a:pt x="796277" y="62934"/>
                </a:lnTo>
                <a:lnTo>
                  <a:pt x="795946" y="62975"/>
                </a:lnTo>
                <a:lnTo>
                  <a:pt x="795608" y="63009"/>
                </a:lnTo>
                <a:lnTo>
                  <a:pt x="795263" y="63035"/>
                </a:lnTo>
                <a:lnTo>
                  <a:pt x="794913" y="63054"/>
                </a:lnTo>
                <a:lnTo>
                  <a:pt x="794555" y="63065"/>
                </a:lnTo>
                <a:lnTo>
                  <a:pt x="794191" y="63069"/>
                </a:lnTo>
                <a:lnTo>
                  <a:pt x="793812" y="63064"/>
                </a:lnTo>
                <a:lnTo>
                  <a:pt x="793440" y="63051"/>
                </a:lnTo>
                <a:lnTo>
                  <a:pt x="793074" y="63028"/>
                </a:lnTo>
                <a:lnTo>
                  <a:pt x="792715" y="62997"/>
                </a:lnTo>
                <a:lnTo>
                  <a:pt x="792363" y="62957"/>
                </a:lnTo>
                <a:lnTo>
                  <a:pt x="792017" y="62908"/>
                </a:lnTo>
                <a:lnTo>
                  <a:pt x="791678" y="62850"/>
                </a:lnTo>
                <a:lnTo>
                  <a:pt x="791346" y="62783"/>
                </a:lnTo>
                <a:lnTo>
                  <a:pt x="791020" y="62707"/>
                </a:lnTo>
                <a:lnTo>
                  <a:pt x="790701" y="62622"/>
                </a:lnTo>
                <a:lnTo>
                  <a:pt x="790389" y="62529"/>
                </a:lnTo>
                <a:lnTo>
                  <a:pt x="790084" y="62426"/>
                </a:lnTo>
                <a:lnTo>
                  <a:pt x="789785" y="62314"/>
                </a:lnTo>
                <a:lnTo>
                  <a:pt x="789493" y="62194"/>
                </a:lnTo>
                <a:lnTo>
                  <a:pt x="789207" y="62065"/>
                </a:lnTo>
                <a:lnTo>
                  <a:pt x="788928" y="61926"/>
                </a:lnTo>
                <a:lnTo>
                  <a:pt x="788656" y="61779"/>
                </a:lnTo>
                <a:lnTo>
                  <a:pt x="788391" y="61623"/>
                </a:lnTo>
                <a:lnTo>
                  <a:pt x="788132" y="61458"/>
                </a:lnTo>
                <a:lnTo>
                  <a:pt x="787880" y="61284"/>
                </a:lnTo>
                <a:lnTo>
                  <a:pt x="787635" y="61101"/>
                </a:lnTo>
                <a:lnTo>
                  <a:pt x="787396" y="60909"/>
                </a:lnTo>
                <a:lnTo>
                  <a:pt x="787164" y="60708"/>
                </a:lnTo>
                <a:lnTo>
                  <a:pt x="786939" y="60498"/>
                </a:lnTo>
                <a:lnTo>
                  <a:pt x="786722" y="60280"/>
                </a:lnTo>
                <a:lnTo>
                  <a:pt x="786514" y="60055"/>
                </a:lnTo>
                <a:lnTo>
                  <a:pt x="786315" y="59823"/>
                </a:lnTo>
                <a:lnTo>
                  <a:pt x="786126" y="59583"/>
                </a:lnTo>
                <a:lnTo>
                  <a:pt x="785946" y="59336"/>
                </a:lnTo>
                <a:lnTo>
                  <a:pt x="785775" y="59081"/>
                </a:lnTo>
                <a:lnTo>
                  <a:pt x="785613" y="58819"/>
                </a:lnTo>
                <a:lnTo>
                  <a:pt x="785461" y="58550"/>
                </a:lnTo>
                <a:lnTo>
                  <a:pt x="785317" y="58273"/>
                </a:lnTo>
                <a:lnTo>
                  <a:pt x="785183" y="57990"/>
                </a:lnTo>
                <a:lnTo>
                  <a:pt x="785059" y="57698"/>
                </a:lnTo>
                <a:lnTo>
                  <a:pt x="784943" y="57400"/>
                </a:lnTo>
                <a:lnTo>
                  <a:pt x="784837" y="57094"/>
                </a:lnTo>
                <a:lnTo>
                  <a:pt x="784740" y="56781"/>
                </a:lnTo>
                <a:lnTo>
                  <a:pt x="784652" y="56460"/>
                </a:lnTo>
                <a:lnTo>
                  <a:pt x="784573" y="56133"/>
                </a:lnTo>
                <a:lnTo>
                  <a:pt x="784504" y="55797"/>
                </a:lnTo>
                <a:lnTo>
                  <a:pt x="784444" y="55455"/>
                </a:lnTo>
                <a:lnTo>
                  <a:pt x="784393" y="55105"/>
                </a:lnTo>
                <a:lnTo>
                  <a:pt x="784352" y="54748"/>
                </a:lnTo>
                <a:lnTo>
                  <a:pt x="784319" y="54384"/>
                </a:lnTo>
                <a:lnTo>
                  <a:pt x="784296" y="54012"/>
                </a:lnTo>
                <a:lnTo>
                  <a:pt x="784282" y="53633"/>
                </a:lnTo>
                <a:lnTo>
                  <a:pt x="784278" y="53246"/>
                </a:lnTo>
                <a:lnTo>
                  <a:pt x="784278" y="40485"/>
                </a:lnTo>
                <a:lnTo>
                  <a:pt x="784282" y="40098"/>
                </a:lnTo>
                <a:lnTo>
                  <a:pt x="784296" y="39720"/>
                </a:lnTo>
                <a:lnTo>
                  <a:pt x="784319" y="39348"/>
                </a:lnTo>
                <a:lnTo>
                  <a:pt x="784352" y="38984"/>
                </a:lnTo>
                <a:lnTo>
                  <a:pt x="784393" y="38628"/>
                </a:lnTo>
                <a:lnTo>
                  <a:pt x="784444" y="38279"/>
                </a:lnTo>
                <a:lnTo>
                  <a:pt x="784504" y="37937"/>
                </a:lnTo>
                <a:lnTo>
                  <a:pt x="784573" y="37603"/>
                </a:lnTo>
                <a:lnTo>
                  <a:pt x="784652" y="37277"/>
                </a:lnTo>
                <a:lnTo>
                  <a:pt x="784740" y="36958"/>
                </a:lnTo>
                <a:lnTo>
                  <a:pt x="784837" y="36647"/>
                </a:lnTo>
                <a:lnTo>
                  <a:pt x="784943" y="36343"/>
                </a:lnTo>
                <a:lnTo>
                  <a:pt x="785059" y="36046"/>
                </a:lnTo>
                <a:lnTo>
                  <a:pt x="785183" y="35757"/>
                </a:lnTo>
                <a:lnTo>
                  <a:pt x="785317" y="35476"/>
                </a:lnTo>
                <a:lnTo>
                  <a:pt x="785461" y="35202"/>
                </a:lnTo>
                <a:lnTo>
                  <a:pt x="785613" y="34935"/>
                </a:lnTo>
                <a:lnTo>
                  <a:pt x="785775" y="34676"/>
                </a:lnTo>
                <a:lnTo>
                  <a:pt x="785946" y="34424"/>
                </a:lnTo>
                <a:lnTo>
                  <a:pt x="786126" y="34180"/>
                </a:lnTo>
                <a:lnTo>
                  <a:pt x="786315" y="33944"/>
                </a:lnTo>
                <a:lnTo>
                  <a:pt x="786514" y="33715"/>
                </a:lnTo>
                <a:lnTo>
                  <a:pt x="786722" y="33493"/>
                </a:lnTo>
                <a:lnTo>
                  <a:pt x="786939" y="33279"/>
                </a:lnTo>
                <a:lnTo>
                  <a:pt x="787164" y="33073"/>
                </a:lnTo>
                <a:lnTo>
                  <a:pt x="787396" y="32876"/>
                </a:lnTo>
                <a:lnTo>
                  <a:pt x="787635" y="32687"/>
                </a:lnTo>
                <a:lnTo>
                  <a:pt x="787880" y="32507"/>
                </a:lnTo>
                <a:lnTo>
                  <a:pt x="788132" y="32336"/>
                </a:lnTo>
                <a:lnTo>
                  <a:pt x="788391" y="32174"/>
                </a:lnTo>
                <a:lnTo>
                  <a:pt x="788656" y="32021"/>
                </a:lnTo>
                <a:lnTo>
                  <a:pt x="788928" y="31876"/>
                </a:lnTo>
                <a:lnTo>
                  <a:pt x="789207" y="31740"/>
                </a:lnTo>
                <a:lnTo>
                  <a:pt x="789493" y="31613"/>
                </a:lnTo>
                <a:lnTo>
                  <a:pt x="789785" y="31494"/>
                </a:lnTo>
                <a:lnTo>
                  <a:pt x="790084" y="31385"/>
                </a:lnTo>
                <a:lnTo>
                  <a:pt x="790389" y="31284"/>
                </a:lnTo>
                <a:lnTo>
                  <a:pt x="790701" y="31192"/>
                </a:lnTo>
                <a:lnTo>
                  <a:pt x="791020" y="31109"/>
                </a:lnTo>
                <a:lnTo>
                  <a:pt x="791346" y="31034"/>
                </a:lnTo>
                <a:lnTo>
                  <a:pt x="791678" y="30968"/>
                </a:lnTo>
                <a:lnTo>
                  <a:pt x="792017" y="30911"/>
                </a:lnTo>
                <a:lnTo>
                  <a:pt x="792363" y="30863"/>
                </a:lnTo>
                <a:lnTo>
                  <a:pt x="792715" y="30824"/>
                </a:lnTo>
                <a:lnTo>
                  <a:pt x="793074" y="30793"/>
                </a:lnTo>
                <a:lnTo>
                  <a:pt x="793440" y="30771"/>
                </a:lnTo>
                <a:lnTo>
                  <a:pt x="793812" y="30758"/>
                </a:lnTo>
                <a:lnTo>
                  <a:pt x="794191" y="30753"/>
                </a:lnTo>
                <a:lnTo>
                  <a:pt x="794555" y="30757"/>
                </a:lnTo>
                <a:lnTo>
                  <a:pt x="794913" y="30768"/>
                </a:lnTo>
                <a:lnTo>
                  <a:pt x="795263" y="30787"/>
                </a:lnTo>
                <a:lnTo>
                  <a:pt x="795608" y="30813"/>
                </a:lnTo>
                <a:lnTo>
                  <a:pt x="795946" y="30847"/>
                </a:lnTo>
                <a:lnTo>
                  <a:pt x="796277" y="30888"/>
                </a:lnTo>
                <a:lnTo>
                  <a:pt x="796602" y="30937"/>
                </a:lnTo>
                <a:lnTo>
                  <a:pt x="796920" y="30993"/>
                </a:lnTo>
                <a:lnTo>
                  <a:pt x="797232" y="31057"/>
                </a:lnTo>
                <a:lnTo>
                  <a:pt x="797537" y="31128"/>
                </a:lnTo>
                <a:lnTo>
                  <a:pt x="797835" y="31207"/>
                </a:lnTo>
                <a:lnTo>
                  <a:pt x="798127" y="31293"/>
                </a:lnTo>
                <a:lnTo>
                  <a:pt x="798413" y="31386"/>
                </a:lnTo>
                <a:lnTo>
                  <a:pt x="798692" y="31487"/>
                </a:lnTo>
                <a:lnTo>
                  <a:pt x="798964" y="31596"/>
                </a:lnTo>
                <a:lnTo>
                  <a:pt x="799230" y="31712"/>
                </a:lnTo>
                <a:lnTo>
                  <a:pt x="799490" y="31836"/>
                </a:lnTo>
                <a:lnTo>
                  <a:pt x="799743" y="31967"/>
                </a:lnTo>
                <a:lnTo>
                  <a:pt x="799989" y="32105"/>
                </a:lnTo>
                <a:lnTo>
                  <a:pt x="800229" y="32251"/>
                </a:lnTo>
                <a:lnTo>
                  <a:pt x="800462" y="32405"/>
                </a:lnTo>
                <a:lnTo>
                  <a:pt x="800689" y="32566"/>
                </a:lnTo>
                <a:lnTo>
                  <a:pt x="800909" y="32735"/>
                </a:lnTo>
                <a:lnTo>
                  <a:pt x="801122" y="32911"/>
                </a:lnTo>
                <a:lnTo>
                  <a:pt x="801329" y="33094"/>
                </a:lnTo>
                <a:lnTo>
                  <a:pt x="801528" y="33283"/>
                </a:lnTo>
                <a:lnTo>
                  <a:pt x="801719" y="33478"/>
                </a:lnTo>
                <a:lnTo>
                  <a:pt x="801902" y="33679"/>
                </a:lnTo>
                <a:lnTo>
                  <a:pt x="802077" y="33887"/>
                </a:lnTo>
                <a:lnTo>
                  <a:pt x="802245" y="34101"/>
                </a:lnTo>
                <a:lnTo>
                  <a:pt x="802404" y="34321"/>
                </a:lnTo>
                <a:lnTo>
                  <a:pt x="802556" y="34548"/>
                </a:lnTo>
                <a:lnTo>
                  <a:pt x="802700" y="34781"/>
                </a:lnTo>
                <a:lnTo>
                  <a:pt x="802836" y="35019"/>
                </a:lnTo>
                <a:lnTo>
                  <a:pt x="802965" y="35264"/>
                </a:lnTo>
                <a:lnTo>
                  <a:pt x="803085" y="35516"/>
                </a:lnTo>
                <a:lnTo>
                  <a:pt x="803198" y="35773"/>
                </a:lnTo>
                <a:lnTo>
                  <a:pt x="803303" y="36037"/>
                </a:lnTo>
                <a:lnTo>
                  <a:pt x="803400" y="36307"/>
                </a:lnTo>
                <a:lnTo>
                  <a:pt x="803489" y="36583"/>
                </a:lnTo>
                <a:lnTo>
                  <a:pt x="803571" y="36866"/>
                </a:lnTo>
                <a:lnTo>
                  <a:pt x="803645" y="37154"/>
                </a:lnTo>
                <a:lnTo>
                  <a:pt x="803710" y="37449"/>
                </a:lnTo>
                <a:lnTo>
                  <a:pt x="803769" y="37750"/>
                </a:lnTo>
                <a:lnTo>
                  <a:pt x="803819" y="38058"/>
                </a:lnTo>
                <a:lnTo>
                  <a:pt x="803861" y="38371"/>
                </a:lnTo>
                <a:lnTo>
                  <a:pt x="803896" y="38691"/>
                </a:lnTo>
                <a:lnTo>
                  <a:pt x="803923" y="39017"/>
                </a:lnTo>
                <a:lnTo>
                  <a:pt x="815398" y="39017"/>
                </a:lnTo>
                <a:lnTo>
                  <a:pt x="815366" y="38319"/>
                </a:lnTo>
                <a:lnTo>
                  <a:pt x="815315" y="37633"/>
                </a:lnTo>
                <a:lnTo>
                  <a:pt x="815245" y="36960"/>
                </a:lnTo>
                <a:lnTo>
                  <a:pt x="815156" y="36299"/>
                </a:lnTo>
                <a:lnTo>
                  <a:pt x="815048" y="35651"/>
                </a:lnTo>
                <a:lnTo>
                  <a:pt x="814922" y="35014"/>
                </a:lnTo>
                <a:lnTo>
                  <a:pt x="814777" y="34390"/>
                </a:lnTo>
                <a:lnTo>
                  <a:pt x="814613" y="33778"/>
                </a:lnTo>
                <a:lnTo>
                  <a:pt x="814430" y="33179"/>
                </a:lnTo>
                <a:lnTo>
                  <a:pt x="814229" y="32592"/>
                </a:lnTo>
                <a:lnTo>
                  <a:pt x="814008" y="32017"/>
                </a:lnTo>
                <a:lnTo>
                  <a:pt x="813769" y="31454"/>
                </a:lnTo>
                <a:lnTo>
                  <a:pt x="813511" y="30903"/>
                </a:lnTo>
                <a:lnTo>
                  <a:pt x="813234" y="30365"/>
                </a:lnTo>
                <a:lnTo>
                  <a:pt x="812938" y="29839"/>
                </a:lnTo>
                <a:lnTo>
                  <a:pt x="812624" y="29326"/>
                </a:lnTo>
                <a:lnTo>
                  <a:pt x="812290" y="28824"/>
                </a:lnTo>
                <a:lnTo>
                  <a:pt x="811938" y="28335"/>
                </a:lnTo>
                <a:lnTo>
                  <a:pt x="811567" y="27858"/>
                </a:lnTo>
                <a:lnTo>
                  <a:pt x="811178" y="27394"/>
                </a:lnTo>
                <a:lnTo>
                  <a:pt x="810769" y="26942"/>
                </a:lnTo>
                <a:lnTo>
                  <a:pt x="810342" y="26502"/>
                </a:lnTo>
                <a:lnTo>
                  <a:pt x="809896" y="26074"/>
                </a:lnTo>
                <a:lnTo>
                  <a:pt x="809431" y="25659"/>
                </a:lnTo>
                <a:lnTo>
                  <a:pt x="808950" y="25258"/>
                </a:lnTo>
                <a:lnTo>
                  <a:pt x="808455" y="24874"/>
                </a:lnTo>
                <a:lnTo>
                  <a:pt x="807947" y="24508"/>
                </a:lnTo>
                <a:lnTo>
                  <a:pt x="807426" y="24158"/>
                </a:lnTo>
                <a:lnTo>
                  <a:pt x="806892" y="23825"/>
                </a:lnTo>
                <a:lnTo>
                  <a:pt x="806344" y="23510"/>
                </a:lnTo>
                <a:lnTo>
                  <a:pt x="805782" y="23212"/>
                </a:lnTo>
                <a:lnTo>
                  <a:pt x="805208" y="22930"/>
                </a:lnTo>
                <a:lnTo>
                  <a:pt x="804620" y="22666"/>
                </a:lnTo>
                <a:lnTo>
                  <a:pt x="804018" y="22419"/>
                </a:lnTo>
                <a:lnTo>
                  <a:pt x="803403" y="22188"/>
                </a:lnTo>
                <a:lnTo>
                  <a:pt x="802775" y="21975"/>
                </a:lnTo>
                <a:lnTo>
                  <a:pt x="802133" y="21779"/>
                </a:lnTo>
                <a:lnTo>
                  <a:pt x="801478" y="21600"/>
                </a:lnTo>
                <a:lnTo>
                  <a:pt x="800810" y="21438"/>
                </a:lnTo>
                <a:lnTo>
                  <a:pt x="800128" y="21293"/>
                </a:lnTo>
                <a:lnTo>
                  <a:pt x="799433" y="21165"/>
                </a:lnTo>
                <a:lnTo>
                  <a:pt x="798724" y="21054"/>
                </a:lnTo>
                <a:lnTo>
                  <a:pt x="798002" y="20961"/>
                </a:lnTo>
                <a:lnTo>
                  <a:pt x="797267" y="20884"/>
                </a:lnTo>
                <a:lnTo>
                  <a:pt x="796518" y="20824"/>
                </a:lnTo>
                <a:lnTo>
                  <a:pt x="795756" y="20782"/>
                </a:lnTo>
                <a:lnTo>
                  <a:pt x="794980" y="20756"/>
                </a:lnTo>
                <a:lnTo>
                  <a:pt x="794191" y="20747"/>
                </a:lnTo>
                <a:lnTo>
                  <a:pt x="793658" y="20752"/>
                </a:lnTo>
                <a:lnTo>
                  <a:pt x="793131" y="20764"/>
                </a:lnTo>
                <a:lnTo>
                  <a:pt x="792610" y="20785"/>
                </a:lnTo>
                <a:lnTo>
                  <a:pt x="792094" y="20815"/>
                </a:lnTo>
                <a:lnTo>
                  <a:pt x="791584" y="20853"/>
                </a:lnTo>
                <a:lnTo>
                  <a:pt x="791079" y="20899"/>
                </a:lnTo>
                <a:lnTo>
                  <a:pt x="790580" y="20954"/>
                </a:lnTo>
                <a:lnTo>
                  <a:pt x="790086" y="21018"/>
                </a:lnTo>
                <a:lnTo>
                  <a:pt x="789598" y="21090"/>
                </a:lnTo>
                <a:lnTo>
                  <a:pt x="789115" y="21170"/>
                </a:lnTo>
                <a:lnTo>
                  <a:pt x="788638" y="21259"/>
                </a:lnTo>
                <a:lnTo>
                  <a:pt x="788167" y="21356"/>
                </a:lnTo>
                <a:lnTo>
                  <a:pt x="787701" y="21461"/>
                </a:lnTo>
                <a:lnTo>
                  <a:pt x="787241" y="21575"/>
                </a:lnTo>
                <a:lnTo>
                  <a:pt x="786786" y="21698"/>
                </a:lnTo>
                <a:lnTo>
                  <a:pt x="786337" y="21829"/>
                </a:lnTo>
                <a:lnTo>
                  <a:pt x="785894" y="21968"/>
                </a:lnTo>
                <a:lnTo>
                  <a:pt x="785456" y="22116"/>
                </a:lnTo>
                <a:lnTo>
                  <a:pt x="785024" y="22272"/>
                </a:lnTo>
                <a:lnTo>
                  <a:pt x="784597" y="22437"/>
                </a:lnTo>
                <a:lnTo>
                  <a:pt x="784176" y="22610"/>
                </a:lnTo>
                <a:lnTo>
                  <a:pt x="783760" y="22792"/>
                </a:lnTo>
                <a:lnTo>
                  <a:pt x="783350" y="22982"/>
                </a:lnTo>
                <a:lnTo>
                  <a:pt x="782945" y="23181"/>
                </a:lnTo>
                <a:lnTo>
                  <a:pt x="782548" y="23387"/>
                </a:lnTo>
                <a:lnTo>
                  <a:pt x="782157" y="23600"/>
                </a:lnTo>
                <a:lnTo>
                  <a:pt x="781774" y="23819"/>
                </a:lnTo>
                <a:lnTo>
                  <a:pt x="781399" y="24046"/>
                </a:lnTo>
                <a:lnTo>
                  <a:pt x="781031" y="24280"/>
                </a:lnTo>
                <a:lnTo>
                  <a:pt x="780671" y="24520"/>
                </a:lnTo>
                <a:lnTo>
                  <a:pt x="780318" y="24767"/>
                </a:lnTo>
                <a:lnTo>
                  <a:pt x="779972" y="25021"/>
                </a:lnTo>
                <a:lnTo>
                  <a:pt x="779635" y="25282"/>
                </a:lnTo>
                <a:lnTo>
                  <a:pt x="779304" y="25550"/>
                </a:lnTo>
                <a:lnTo>
                  <a:pt x="778981" y="25825"/>
                </a:lnTo>
                <a:lnTo>
                  <a:pt x="778666" y="26106"/>
                </a:lnTo>
                <a:lnTo>
                  <a:pt x="778358" y="26395"/>
                </a:lnTo>
                <a:lnTo>
                  <a:pt x="778057" y="26690"/>
                </a:lnTo>
                <a:lnTo>
                  <a:pt x="777764" y="26992"/>
                </a:lnTo>
                <a:lnTo>
                  <a:pt x="777479" y="27301"/>
                </a:lnTo>
                <a:lnTo>
                  <a:pt x="777201" y="27617"/>
                </a:lnTo>
                <a:lnTo>
                  <a:pt x="776930" y="27939"/>
                </a:lnTo>
                <a:lnTo>
                  <a:pt x="776667" y="28269"/>
                </a:lnTo>
                <a:lnTo>
                  <a:pt x="776411" y="28605"/>
                </a:lnTo>
                <a:lnTo>
                  <a:pt x="776163" y="28948"/>
                </a:lnTo>
                <a:lnTo>
                  <a:pt x="775923" y="29299"/>
                </a:lnTo>
                <a:lnTo>
                  <a:pt x="775689" y="29656"/>
                </a:lnTo>
                <a:lnTo>
                  <a:pt x="775464" y="30019"/>
                </a:lnTo>
                <a:lnTo>
                  <a:pt x="775247" y="30390"/>
                </a:lnTo>
                <a:lnTo>
                  <a:pt x="775039" y="30766"/>
                </a:lnTo>
                <a:lnTo>
                  <a:pt x="774840" y="31148"/>
                </a:lnTo>
                <a:lnTo>
                  <a:pt x="774650" y="31537"/>
                </a:lnTo>
                <a:lnTo>
                  <a:pt x="774470" y="31931"/>
                </a:lnTo>
                <a:lnTo>
                  <a:pt x="774299" y="32332"/>
                </a:lnTo>
                <a:lnTo>
                  <a:pt x="774138" y="32738"/>
                </a:lnTo>
                <a:lnTo>
                  <a:pt x="773985" y="33151"/>
                </a:lnTo>
                <a:lnTo>
                  <a:pt x="773842" y="33570"/>
                </a:lnTo>
                <a:lnTo>
                  <a:pt x="773708" y="33995"/>
                </a:lnTo>
                <a:lnTo>
                  <a:pt x="773583" y="34425"/>
                </a:lnTo>
                <a:lnTo>
                  <a:pt x="773468" y="34862"/>
                </a:lnTo>
                <a:lnTo>
                  <a:pt x="773361" y="35305"/>
                </a:lnTo>
                <a:lnTo>
                  <a:pt x="773264" y="35754"/>
                </a:lnTo>
                <a:lnTo>
                  <a:pt x="773176" y="36209"/>
                </a:lnTo>
                <a:lnTo>
                  <a:pt x="773098" y="36670"/>
                </a:lnTo>
                <a:lnTo>
                  <a:pt x="773029" y="37138"/>
                </a:lnTo>
                <a:lnTo>
                  <a:pt x="772969" y="37611"/>
                </a:lnTo>
                <a:lnTo>
                  <a:pt x="772918" y="38090"/>
                </a:lnTo>
                <a:lnTo>
                  <a:pt x="772876" y="38575"/>
                </a:lnTo>
                <a:lnTo>
                  <a:pt x="772844" y="39067"/>
                </a:lnTo>
                <a:lnTo>
                  <a:pt x="772821" y="39564"/>
                </a:lnTo>
                <a:lnTo>
                  <a:pt x="772807" y="40068"/>
                </a:lnTo>
                <a:lnTo>
                  <a:pt x="772802" y="40577"/>
                </a:lnTo>
                <a:lnTo>
                  <a:pt x="772802" y="53246"/>
                </a:lnTo>
                <a:lnTo>
                  <a:pt x="772807" y="53748"/>
                </a:lnTo>
                <a:lnTo>
                  <a:pt x="772821" y="54245"/>
                </a:lnTo>
                <a:lnTo>
                  <a:pt x="772844" y="54736"/>
                </a:lnTo>
                <a:lnTo>
                  <a:pt x="772876" y="55221"/>
                </a:lnTo>
                <a:lnTo>
                  <a:pt x="772918" y="55701"/>
                </a:lnTo>
                <a:lnTo>
                  <a:pt x="772969" y="56175"/>
                </a:lnTo>
                <a:lnTo>
                  <a:pt x="773029" y="56644"/>
                </a:lnTo>
                <a:lnTo>
                  <a:pt x="773098" y="57107"/>
                </a:lnTo>
                <a:lnTo>
                  <a:pt x="773176" y="57564"/>
                </a:lnTo>
                <a:lnTo>
                  <a:pt x="773264" y="58016"/>
                </a:lnTo>
                <a:lnTo>
                  <a:pt x="773361" y="58463"/>
                </a:lnTo>
                <a:lnTo>
                  <a:pt x="773468" y="58903"/>
                </a:lnTo>
                <a:lnTo>
                  <a:pt x="773583" y="59339"/>
                </a:lnTo>
                <a:lnTo>
                  <a:pt x="773708" y="59768"/>
                </a:lnTo>
                <a:lnTo>
                  <a:pt x="773842" y="60192"/>
                </a:lnTo>
                <a:lnTo>
                  <a:pt x="773985" y="60611"/>
                </a:lnTo>
                <a:lnTo>
                  <a:pt x="774138" y="61024"/>
                </a:lnTo>
                <a:lnTo>
                  <a:pt x="774299" y="61431"/>
                </a:lnTo>
                <a:lnTo>
                  <a:pt x="774470" y="61833"/>
                </a:lnTo>
                <a:lnTo>
                  <a:pt x="774650" y="62229"/>
                </a:lnTo>
                <a:lnTo>
                  <a:pt x="774840" y="62619"/>
                </a:lnTo>
                <a:lnTo>
                  <a:pt x="775039" y="63005"/>
                </a:lnTo>
                <a:lnTo>
                  <a:pt x="775247" y="63384"/>
                </a:lnTo>
                <a:lnTo>
                  <a:pt x="775464" y="63758"/>
                </a:lnTo>
                <a:lnTo>
                  <a:pt x="775689" y="64125"/>
                </a:lnTo>
                <a:lnTo>
                  <a:pt x="775923" y="64486"/>
                </a:lnTo>
                <a:lnTo>
                  <a:pt x="776163" y="64839"/>
                </a:lnTo>
                <a:lnTo>
                  <a:pt x="776411" y="65186"/>
                </a:lnTo>
                <a:lnTo>
                  <a:pt x="776667" y="65525"/>
                </a:lnTo>
                <a:lnTo>
                  <a:pt x="776930" y="65858"/>
                </a:lnTo>
                <a:lnTo>
                  <a:pt x="777201" y="66183"/>
                </a:lnTo>
                <a:lnTo>
                  <a:pt x="777479" y="66501"/>
                </a:lnTo>
                <a:lnTo>
                  <a:pt x="777764" y="66813"/>
                </a:lnTo>
                <a:lnTo>
                  <a:pt x="778057" y="67117"/>
                </a:lnTo>
                <a:lnTo>
                  <a:pt x="778358" y="67415"/>
                </a:lnTo>
                <a:lnTo>
                  <a:pt x="778666" y="67705"/>
                </a:lnTo>
                <a:lnTo>
                  <a:pt x="778981" y="67988"/>
                </a:lnTo>
                <a:lnTo>
                  <a:pt x="779304" y="68265"/>
                </a:lnTo>
                <a:lnTo>
                  <a:pt x="779635" y="68534"/>
                </a:lnTo>
                <a:lnTo>
                  <a:pt x="779972" y="68796"/>
                </a:lnTo>
                <a:lnTo>
                  <a:pt x="780318" y="69052"/>
                </a:lnTo>
                <a:lnTo>
                  <a:pt x="780671" y="69300"/>
                </a:lnTo>
                <a:lnTo>
                  <a:pt x="781031" y="69541"/>
                </a:lnTo>
                <a:lnTo>
                  <a:pt x="781399" y="69776"/>
                </a:lnTo>
                <a:lnTo>
                  <a:pt x="781774" y="70003"/>
                </a:lnTo>
                <a:lnTo>
                  <a:pt x="782157" y="70223"/>
                </a:lnTo>
                <a:lnTo>
                  <a:pt x="782548" y="70437"/>
                </a:lnTo>
                <a:lnTo>
                  <a:pt x="782945" y="70643"/>
                </a:lnTo>
                <a:lnTo>
                  <a:pt x="783350" y="70841"/>
                </a:lnTo>
                <a:lnTo>
                  <a:pt x="783760" y="71031"/>
                </a:lnTo>
                <a:lnTo>
                  <a:pt x="784176" y="71213"/>
                </a:lnTo>
                <a:lnTo>
                  <a:pt x="784597" y="71386"/>
                </a:lnTo>
                <a:lnTo>
                  <a:pt x="785024" y="71551"/>
                </a:lnTo>
                <a:lnTo>
                  <a:pt x="785456" y="71707"/>
                </a:lnTo>
                <a:lnTo>
                  <a:pt x="785894" y="71855"/>
                </a:lnTo>
                <a:lnTo>
                  <a:pt x="786337" y="71994"/>
                </a:lnTo>
                <a:lnTo>
                  <a:pt x="786786" y="72125"/>
                </a:lnTo>
                <a:lnTo>
                  <a:pt x="787241" y="72247"/>
                </a:lnTo>
                <a:lnTo>
                  <a:pt x="787701" y="72361"/>
                </a:lnTo>
                <a:lnTo>
                  <a:pt x="788167" y="72467"/>
                </a:lnTo>
                <a:lnTo>
                  <a:pt x="788638" y="72564"/>
                </a:lnTo>
                <a:lnTo>
                  <a:pt x="789115" y="72652"/>
                </a:lnTo>
                <a:lnTo>
                  <a:pt x="789598" y="72733"/>
                </a:lnTo>
                <a:lnTo>
                  <a:pt x="790086" y="72804"/>
                </a:lnTo>
                <a:lnTo>
                  <a:pt x="790580" y="72868"/>
                </a:lnTo>
                <a:lnTo>
                  <a:pt x="791079" y="72923"/>
                </a:lnTo>
                <a:lnTo>
                  <a:pt x="791584" y="72969"/>
                </a:lnTo>
                <a:lnTo>
                  <a:pt x="792094" y="73007"/>
                </a:lnTo>
                <a:lnTo>
                  <a:pt x="792610" y="73037"/>
                </a:lnTo>
                <a:lnTo>
                  <a:pt x="793131" y="73058"/>
                </a:lnTo>
                <a:lnTo>
                  <a:pt x="793658" y="73070"/>
                </a:lnTo>
                <a:lnTo>
                  <a:pt x="794191" y="73075"/>
                </a:lnTo>
                <a:lnTo>
                  <a:pt x="794980" y="73066"/>
                </a:lnTo>
                <a:lnTo>
                  <a:pt x="795756" y="73041"/>
                </a:lnTo>
                <a:lnTo>
                  <a:pt x="796518" y="72998"/>
                </a:lnTo>
                <a:lnTo>
                  <a:pt x="797267" y="72938"/>
                </a:lnTo>
                <a:lnTo>
                  <a:pt x="798002" y="72861"/>
                </a:lnTo>
                <a:close/>
                <a:moveTo>
                  <a:pt x="686812" y="47640"/>
                </a:moveTo>
                <a:lnTo>
                  <a:pt x="686751" y="47820"/>
                </a:lnTo>
                <a:lnTo>
                  <a:pt x="686690" y="48004"/>
                </a:lnTo>
                <a:lnTo>
                  <a:pt x="686629" y="48190"/>
                </a:lnTo>
                <a:lnTo>
                  <a:pt x="686568" y="48380"/>
                </a:lnTo>
                <a:lnTo>
                  <a:pt x="686506" y="48572"/>
                </a:lnTo>
                <a:lnTo>
                  <a:pt x="686445" y="48768"/>
                </a:lnTo>
                <a:lnTo>
                  <a:pt x="686384" y="48967"/>
                </a:lnTo>
                <a:lnTo>
                  <a:pt x="686323" y="49168"/>
                </a:lnTo>
                <a:lnTo>
                  <a:pt x="686262" y="49373"/>
                </a:lnTo>
                <a:lnTo>
                  <a:pt x="686200" y="49581"/>
                </a:lnTo>
                <a:lnTo>
                  <a:pt x="686139" y="49791"/>
                </a:lnTo>
                <a:lnTo>
                  <a:pt x="686078" y="50005"/>
                </a:lnTo>
                <a:lnTo>
                  <a:pt x="686017" y="50222"/>
                </a:lnTo>
                <a:lnTo>
                  <a:pt x="685955" y="50442"/>
                </a:lnTo>
                <a:lnTo>
                  <a:pt x="685894" y="50665"/>
                </a:lnTo>
                <a:lnTo>
                  <a:pt x="685833" y="50891"/>
                </a:lnTo>
                <a:lnTo>
                  <a:pt x="685772" y="51120"/>
                </a:lnTo>
                <a:lnTo>
                  <a:pt x="685710" y="51352"/>
                </a:lnTo>
                <a:lnTo>
                  <a:pt x="685649" y="51587"/>
                </a:lnTo>
                <a:lnTo>
                  <a:pt x="685588" y="51825"/>
                </a:lnTo>
                <a:lnTo>
                  <a:pt x="685527" y="52066"/>
                </a:lnTo>
                <a:lnTo>
                  <a:pt x="685465" y="52310"/>
                </a:lnTo>
                <a:lnTo>
                  <a:pt x="685404" y="52557"/>
                </a:lnTo>
                <a:lnTo>
                  <a:pt x="685343" y="52804"/>
                </a:lnTo>
                <a:lnTo>
                  <a:pt x="685284" y="53047"/>
                </a:lnTo>
                <a:lnTo>
                  <a:pt x="685225" y="53286"/>
                </a:lnTo>
                <a:lnTo>
                  <a:pt x="685167" y="53522"/>
                </a:lnTo>
                <a:lnTo>
                  <a:pt x="685110" y="53754"/>
                </a:lnTo>
                <a:lnTo>
                  <a:pt x="685054" y="53983"/>
                </a:lnTo>
                <a:lnTo>
                  <a:pt x="684999" y="54208"/>
                </a:lnTo>
                <a:lnTo>
                  <a:pt x="684945" y="54429"/>
                </a:lnTo>
                <a:lnTo>
                  <a:pt x="684892" y="54646"/>
                </a:lnTo>
                <a:lnTo>
                  <a:pt x="684840" y="54860"/>
                </a:lnTo>
                <a:lnTo>
                  <a:pt x="684789" y="55070"/>
                </a:lnTo>
                <a:lnTo>
                  <a:pt x="684739" y="55277"/>
                </a:lnTo>
                <a:lnTo>
                  <a:pt x="684689" y="55479"/>
                </a:lnTo>
                <a:lnTo>
                  <a:pt x="684641" y="55679"/>
                </a:lnTo>
                <a:lnTo>
                  <a:pt x="684594" y="55874"/>
                </a:lnTo>
                <a:lnTo>
                  <a:pt x="684547" y="56066"/>
                </a:lnTo>
                <a:lnTo>
                  <a:pt x="684502" y="56254"/>
                </a:lnTo>
                <a:lnTo>
                  <a:pt x="684458" y="56438"/>
                </a:lnTo>
                <a:lnTo>
                  <a:pt x="684414" y="56619"/>
                </a:lnTo>
                <a:lnTo>
                  <a:pt x="684371" y="56796"/>
                </a:lnTo>
                <a:lnTo>
                  <a:pt x="684330" y="56970"/>
                </a:lnTo>
                <a:lnTo>
                  <a:pt x="684289" y="57140"/>
                </a:lnTo>
                <a:lnTo>
                  <a:pt x="684249" y="57306"/>
                </a:lnTo>
                <a:lnTo>
                  <a:pt x="684211" y="57468"/>
                </a:lnTo>
                <a:lnTo>
                  <a:pt x="684179" y="57306"/>
                </a:lnTo>
                <a:lnTo>
                  <a:pt x="684147" y="57140"/>
                </a:lnTo>
                <a:lnTo>
                  <a:pt x="684113" y="56970"/>
                </a:lnTo>
                <a:lnTo>
                  <a:pt x="684078" y="56796"/>
                </a:lnTo>
                <a:lnTo>
                  <a:pt x="684042" y="56619"/>
                </a:lnTo>
                <a:lnTo>
                  <a:pt x="684004" y="56438"/>
                </a:lnTo>
                <a:lnTo>
                  <a:pt x="683965" y="56254"/>
                </a:lnTo>
                <a:lnTo>
                  <a:pt x="683925" y="56066"/>
                </a:lnTo>
                <a:lnTo>
                  <a:pt x="683884" y="55874"/>
                </a:lnTo>
                <a:lnTo>
                  <a:pt x="683841" y="55679"/>
                </a:lnTo>
                <a:lnTo>
                  <a:pt x="683797" y="55479"/>
                </a:lnTo>
                <a:lnTo>
                  <a:pt x="683752" y="55277"/>
                </a:lnTo>
                <a:lnTo>
                  <a:pt x="683705" y="55070"/>
                </a:lnTo>
                <a:lnTo>
                  <a:pt x="683658" y="54860"/>
                </a:lnTo>
                <a:lnTo>
                  <a:pt x="683608" y="54646"/>
                </a:lnTo>
                <a:lnTo>
                  <a:pt x="683558" y="54429"/>
                </a:lnTo>
                <a:lnTo>
                  <a:pt x="683507" y="54208"/>
                </a:lnTo>
                <a:lnTo>
                  <a:pt x="683454" y="53983"/>
                </a:lnTo>
                <a:lnTo>
                  <a:pt x="683399" y="53754"/>
                </a:lnTo>
                <a:lnTo>
                  <a:pt x="683344" y="53522"/>
                </a:lnTo>
                <a:lnTo>
                  <a:pt x="683287" y="53286"/>
                </a:lnTo>
                <a:lnTo>
                  <a:pt x="683229" y="53047"/>
                </a:lnTo>
                <a:lnTo>
                  <a:pt x="683170" y="52804"/>
                </a:lnTo>
                <a:lnTo>
                  <a:pt x="683110" y="52557"/>
                </a:lnTo>
                <a:lnTo>
                  <a:pt x="683048" y="52310"/>
                </a:lnTo>
                <a:lnTo>
                  <a:pt x="682987" y="52066"/>
                </a:lnTo>
                <a:lnTo>
                  <a:pt x="682926" y="51825"/>
                </a:lnTo>
                <a:lnTo>
                  <a:pt x="682865" y="51587"/>
                </a:lnTo>
                <a:lnTo>
                  <a:pt x="682804" y="51352"/>
                </a:lnTo>
                <a:lnTo>
                  <a:pt x="682742" y="51120"/>
                </a:lnTo>
                <a:lnTo>
                  <a:pt x="682681" y="50891"/>
                </a:lnTo>
                <a:lnTo>
                  <a:pt x="682620" y="50665"/>
                </a:lnTo>
                <a:lnTo>
                  <a:pt x="682559" y="50442"/>
                </a:lnTo>
                <a:lnTo>
                  <a:pt x="682498" y="50222"/>
                </a:lnTo>
                <a:lnTo>
                  <a:pt x="682436" y="50005"/>
                </a:lnTo>
                <a:lnTo>
                  <a:pt x="682375" y="49791"/>
                </a:lnTo>
                <a:lnTo>
                  <a:pt x="682314" y="49581"/>
                </a:lnTo>
                <a:lnTo>
                  <a:pt x="682253" y="49373"/>
                </a:lnTo>
                <a:lnTo>
                  <a:pt x="682191" y="49168"/>
                </a:lnTo>
                <a:lnTo>
                  <a:pt x="682130" y="48967"/>
                </a:lnTo>
                <a:lnTo>
                  <a:pt x="682069" y="48768"/>
                </a:lnTo>
                <a:lnTo>
                  <a:pt x="682008" y="48572"/>
                </a:lnTo>
                <a:lnTo>
                  <a:pt x="681946" y="48380"/>
                </a:lnTo>
                <a:lnTo>
                  <a:pt x="681885" y="48190"/>
                </a:lnTo>
                <a:lnTo>
                  <a:pt x="681824" y="48004"/>
                </a:lnTo>
                <a:lnTo>
                  <a:pt x="681763" y="47820"/>
                </a:lnTo>
                <a:lnTo>
                  <a:pt x="681701" y="47640"/>
                </a:lnTo>
                <a:lnTo>
                  <a:pt x="681640" y="47462"/>
                </a:lnTo>
                <a:lnTo>
                  <a:pt x="672277" y="21665"/>
                </a:lnTo>
                <a:lnTo>
                  <a:pt x="659699" y="21665"/>
                </a:lnTo>
                <a:lnTo>
                  <a:pt x="678519" y="69403"/>
                </a:lnTo>
                <a:lnTo>
                  <a:pt x="671451" y="88681"/>
                </a:lnTo>
                <a:lnTo>
                  <a:pt x="683477" y="88681"/>
                </a:lnTo>
                <a:lnTo>
                  <a:pt x="707804" y="21665"/>
                </a:lnTo>
                <a:lnTo>
                  <a:pt x="695686" y="21665"/>
                </a:lnTo>
                <a:lnTo>
                  <a:pt x="686874" y="47462"/>
                </a:lnTo>
                <a:lnTo>
                  <a:pt x="686812" y="47640"/>
                </a:lnTo>
                <a:close/>
                <a:moveTo>
                  <a:pt x="375292" y="84826"/>
                </a:moveTo>
                <a:lnTo>
                  <a:pt x="375292" y="74452"/>
                </a:lnTo>
                <a:lnTo>
                  <a:pt x="331227" y="74452"/>
                </a:lnTo>
                <a:lnTo>
                  <a:pt x="331227" y="84826"/>
                </a:lnTo>
                <a:lnTo>
                  <a:pt x="375292" y="84826"/>
                </a:lnTo>
                <a:close/>
                <a:moveTo>
                  <a:pt x="540538" y="84826"/>
                </a:moveTo>
                <a:lnTo>
                  <a:pt x="540538" y="74452"/>
                </a:lnTo>
                <a:lnTo>
                  <a:pt x="496473" y="74452"/>
                </a:lnTo>
                <a:lnTo>
                  <a:pt x="496473" y="84826"/>
                </a:lnTo>
                <a:lnTo>
                  <a:pt x="540538" y="848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Text =">
            <a:extLst xmlns:a="http://schemas.openxmlformats.org/drawingml/2006/main">
              <a:ext uri="{FF2B5EF4-FFF2-40B4-BE49-F238E27FC236}">
                <a16:creationId xmlns:a16="http://schemas.microsoft.com/office/drawing/2014/main" id="{6E6BAC6C-DD71-4420-A613-27ADDAD5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8915" y="4510634"/>
            <a:ext cx="40027" cy="33049"/>
          </a:xfrm>
          <a:custGeom xmlns:a="http://schemas.openxmlformats.org/drawingml/2006/main">
            <a:pathLst>
              <a:path w="40027" h="33049">
                <a:moveTo>
                  <a:pt x="0" y="10557"/>
                </a:moveTo>
                <a:lnTo>
                  <a:pt x="0" y="0"/>
                </a:lnTo>
                <a:lnTo>
                  <a:pt x="40027" y="0"/>
                </a:lnTo>
                <a:lnTo>
                  <a:pt x="40027" y="10557"/>
                </a:lnTo>
                <a:lnTo>
                  <a:pt x="0" y="10557"/>
                </a:lnTo>
                <a:moveTo>
                  <a:pt x="0" y="33049"/>
                </a:moveTo>
                <a:lnTo>
                  <a:pt x="0" y="22491"/>
                </a:lnTo>
                <a:lnTo>
                  <a:pt x="40027" y="22491"/>
                </a:lnTo>
                <a:lnTo>
                  <a:pt x="40027" y="33049"/>
                </a:lnTo>
                <a:lnTo>
                  <a:pt x="0" y="33049"/>
                </a:lnTo>
                <a:close/>
              </a:path>
            </a:pathLst>
          </a:custGeom>
          <a:solidFill xmlns:a="http://schemas.openxmlformats.org/drawingml/2006/main">
            <a:srgbClr val="0550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Text .">
            <a:extLst xmlns:a="http://schemas.openxmlformats.org/drawingml/2006/main">
              <a:ext uri="{FF2B5EF4-FFF2-40B4-BE49-F238E27FC236}">
                <a16:creationId xmlns:a16="http://schemas.microsoft.com/office/drawing/2014/main" id="{43449340-2940-4D4D-BF13-3B246664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2918" y="4644483"/>
            <a:ext cx="111174" cy="17167"/>
          </a:xfrm>
          <a:custGeom xmlns:a="http://schemas.openxmlformats.org/drawingml/2006/main">
            <a:pathLst>
              <a:path w="111174" h="17167">
                <a:moveTo>
                  <a:pt x="8630" y="17167"/>
                </a:moveTo>
                <a:cubicBezTo>
                  <a:pt x="5999" y="17167"/>
                  <a:pt x="3903" y="16402"/>
                  <a:pt x="2342" y="14872"/>
                </a:cubicBezTo>
                <a:cubicBezTo>
                  <a:pt x="781" y="13343"/>
                  <a:pt x="0" y="11262"/>
                  <a:pt x="0" y="8630"/>
                </a:cubicBezTo>
                <a:cubicBezTo>
                  <a:pt x="0" y="5998"/>
                  <a:pt x="781" y="3901"/>
                  <a:pt x="2342" y="2341"/>
                </a:cubicBezTo>
                <a:cubicBezTo>
                  <a:pt x="3903" y="780"/>
                  <a:pt x="5999" y="0"/>
                  <a:pt x="8630" y="0"/>
                </a:cubicBezTo>
                <a:cubicBezTo>
                  <a:pt x="11262" y="0"/>
                  <a:pt x="13358" y="780"/>
                  <a:pt x="14919" y="2341"/>
                </a:cubicBezTo>
                <a:cubicBezTo>
                  <a:pt x="16479" y="3901"/>
                  <a:pt x="17259" y="5998"/>
                  <a:pt x="17259" y="8630"/>
                </a:cubicBezTo>
                <a:cubicBezTo>
                  <a:pt x="17259" y="11262"/>
                  <a:pt x="16479" y="13343"/>
                  <a:pt x="14919" y="14872"/>
                </a:cubicBezTo>
                <a:cubicBezTo>
                  <a:pt x="13358" y="16402"/>
                  <a:pt x="11262" y="17167"/>
                  <a:pt x="8630" y="17167"/>
                </a:cubicBezTo>
                <a:moveTo>
                  <a:pt x="55541" y="17167"/>
                </a:moveTo>
                <a:cubicBezTo>
                  <a:pt x="52909" y="17167"/>
                  <a:pt x="50813" y="16402"/>
                  <a:pt x="49252" y="14872"/>
                </a:cubicBezTo>
                <a:cubicBezTo>
                  <a:pt x="47691" y="13343"/>
                  <a:pt x="46910" y="11262"/>
                  <a:pt x="46910" y="8630"/>
                </a:cubicBezTo>
                <a:cubicBezTo>
                  <a:pt x="46910" y="5998"/>
                  <a:pt x="47691" y="3901"/>
                  <a:pt x="49252" y="2341"/>
                </a:cubicBezTo>
                <a:cubicBezTo>
                  <a:pt x="50813" y="780"/>
                  <a:pt x="52909" y="0"/>
                  <a:pt x="55541" y="0"/>
                </a:cubicBezTo>
                <a:cubicBezTo>
                  <a:pt x="58172" y="0"/>
                  <a:pt x="60268" y="780"/>
                  <a:pt x="61829" y="2341"/>
                </a:cubicBezTo>
                <a:cubicBezTo>
                  <a:pt x="63389" y="3901"/>
                  <a:pt x="64170" y="5998"/>
                  <a:pt x="64170" y="8630"/>
                </a:cubicBezTo>
                <a:cubicBezTo>
                  <a:pt x="64170" y="11262"/>
                  <a:pt x="63389" y="13343"/>
                  <a:pt x="61829" y="14872"/>
                </a:cubicBezTo>
                <a:cubicBezTo>
                  <a:pt x="60268" y="16402"/>
                  <a:pt x="58172" y="17167"/>
                  <a:pt x="55541" y="17167"/>
                </a:cubicBezTo>
                <a:moveTo>
                  <a:pt x="102545" y="17167"/>
                </a:moveTo>
                <a:cubicBezTo>
                  <a:pt x="99913" y="17167"/>
                  <a:pt x="97817" y="16402"/>
                  <a:pt x="96255" y="14872"/>
                </a:cubicBezTo>
                <a:cubicBezTo>
                  <a:pt x="94695" y="13343"/>
                  <a:pt x="93914" y="11262"/>
                  <a:pt x="93914" y="8630"/>
                </a:cubicBezTo>
                <a:cubicBezTo>
                  <a:pt x="93914" y="5998"/>
                  <a:pt x="94695" y="3901"/>
                  <a:pt x="96255" y="2341"/>
                </a:cubicBezTo>
                <a:cubicBezTo>
                  <a:pt x="97817" y="780"/>
                  <a:pt x="99913" y="0"/>
                  <a:pt x="102545" y="0"/>
                </a:cubicBezTo>
                <a:cubicBezTo>
                  <a:pt x="105177" y="0"/>
                  <a:pt x="107273" y="780"/>
                  <a:pt x="108833" y="2341"/>
                </a:cubicBezTo>
                <a:cubicBezTo>
                  <a:pt x="110394" y="3901"/>
                  <a:pt x="111174" y="5998"/>
                  <a:pt x="111174" y="8630"/>
                </a:cubicBezTo>
                <a:cubicBezTo>
                  <a:pt x="111174" y="11262"/>
                  <a:pt x="110394" y="13343"/>
                  <a:pt x="108833" y="14872"/>
                </a:cubicBezTo>
                <a:cubicBezTo>
                  <a:pt x="107273" y="16402"/>
                  <a:pt x="105177" y="17167"/>
                  <a:pt x="102545" y="171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DD3F23-609B-4FA6-9C00-A0A47DF1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320" y="4538786"/>
            <a:ext cx="1504999" cy="500401"/>
          </a:xfrm>
          <a:custGeom xmlns:a="http://schemas.openxmlformats.org/drawingml/2006/main">
            <a:pathLst>
              <a:path w="1504999" h="500401">
                <a:moveTo>
                  <a:pt x="0" y="0"/>
                </a:moveTo>
                <a:lnTo>
                  <a:pt x="1504999" y="0"/>
                </a:lnTo>
                <a:lnTo>
                  <a:pt x="1504999" y="500401"/>
                </a:lnTo>
                <a:lnTo>
                  <a:pt x="0" y="5004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" name="Text lines:120-230">
            <a:extLst xmlns:a="http://schemas.openxmlformats.org/drawingml/2006/main">
              <a:ext uri="{FF2B5EF4-FFF2-40B4-BE49-F238E27FC236}">
                <a16:creationId xmlns:a16="http://schemas.microsoft.com/office/drawing/2014/main" id="{64D08AEF-9AAE-46AD-889F-2DE9EF38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9955" y="4717665"/>
            <a:ext cx="1143643" cy="109612"/>
          </a:xfrm>
          <a:custGeom xmlns:a="http://schemas.openxmlformats.org/drawingml/2006/main">
            <a:pathLst>
              <a:path w="1143643" h="109612">
                <a:moveTo>
                  <a:pt x="124381" y="19755"/>
                </a:moveTo>
                <a:lnTo>
                  <a:pt x="124783" y="19713"/>
                </a:lnTo>
                <a:lnTo>
                  <a:pt x="125177" y="19661"/>
                </a:lnTo>
                <a:lnTo>
                  <a:pt x="125563" y="19601"/>
                </a:lnTo>
                <a:lnTo>
                  <a:pt x="125941" y="19531"/>
                </a:lnTo>
                <a:lnTo>
                  <a:pt x="126312" y="19452"/>
                </a:lnTo>
                <a:lnTo>
                  <a:pt x="126676" y="19363"/>
                </a:lnTo>
                <a:lnTo>
                  <a:pt x="127032" y="19265"/>
                </a:lnTo>
                <a:lnTo>
                  <a:pt x="127380" y="19158"/>
                </a:lnTo>
                <a:lnTo>
                  <a:pt x="127720" y="19041"/>
                </a:lnTo>
                <a:lnTo>
                  <a:pt x="128053" y="18915"/>
                </a:lnTo>
                <a:lnTo>
                  <a:pt x="128378" y="18780"/>
                </a:lnTo>
                <a:lnTo>
                  <a:pt x="128695" y="18636"/>
                </a:lnTo>
                <a:lnTo>
                  <a:pt x="129005" y="18482"/>
                </a:lnTo>
                <a:lnTo>
                  <a:pt x="129307" y="18319"/>
                </a:lnTo>
                <a:lnTo>
                  <a:pt x="129602" y="18146"/>
                </a:lnTo>
                <a:lnTo>
                  <a:pt x="129889" y="17964"/>
                </a:lnTo>
                <a:lnTo>
                  <a:pt x="130168" y="17773"/>
                </a:lnTo>
                <a:lnTo>
                  <a:pt x="130440" y="17573"/>
                </a:lnTo>
                <a:lnTo>
                  <a:pt x="130704" y="17363"/>
                </a:lnTo>
                <a:lnTo>
                  <a:pt x="130960" y="17144"/>
                </a:lnTo>
                <a:lnTo>
                  <a:pt x="131207" y="16917"/>
                </a:lnTo>
                <a:lnTo>
                  <a:pt x="131444" y="16683"/>
                </a:lnTo>
                <a:lnTo>
                  <a:pt x="131670" y="16443"/>
                </a:lnTo>
                <a:lnTo>
                  <a:pt x="131886" y="16197"/>
                </a:lnTo>
                <a:lnTo>
                  <a:pt x="132091" y="15944"/>
                </a:lnTo>
                <a:lnTo>
                  <a:pt x="132286" y="15685"/>
                </a:lnTo>
                <a:lnTo>
                  <a:pt x="132470" y="15419"/>
                </a:lnTo>
                <a:lnTo>
                  <a:pt x="132643" y="15147"/>
                </a:lnTo>
                <a:lnTo>
                  <a:pt x="132806" y="14868"/>
                </a:lnTo>
                <a:lnTo>
                  <a:pt x="132959" y="14583"/>
                </a:lnTo>
                <a:lnTo>
                  <a:pt x="133101" y="14292"/>
                </a:lnTo>
                <a:lnTo>
                  <a:pt x="133233" y="13994"/>
                </a:lnTo>
                <a:lnTo>
                  <a:pt x="133354" y="13689"/>
                </a:lnTo>
                <a:lnTo>
                  <a:pt x="133464" y="13378"/>
                </a:lnTo>
                <a:lnTo>
                  <a:pt x="133564" y="13061"/>
                </a:lnTo>
                <a:lnTo>
                  <a:pt x="133653" y="12737"/>
                </a:lnTo>
                <a:lnTo>
                  <a:pt x="133732" y="12407"/>
                </a:lnTo>
                <a:lnTo>
                  <a:pt x="133801" y="12070"/>
                </a:lnTo>
                <a:lnTo>
                  <a:pt x="133859" y="11727"/>
                </a:lnTo>
                <a:lnTo>
                  <a:pt x="133906" y="11377"/>
                </a:lnTo>
                <a:lnTo>
                  <a:pt x="133943" y="11021"/>
                </a:lnTo>
                <a:lnTo>
                  <a:pt x="133969" y="10658"/>
                </a:lnTo>
                <a:lnTo>
                  <a:pt x="133985" y="10289"/>
                </a:lnTo>
                <a:lnTo>
                  <a:pt x="133990" y="9914"/>
                </a:lnTo>
                <a:lnTo>
                  <a:pt x="133985" y="9538"/>
                </a:lnTo>
                <a:lnTo>
                  <a:pt x="133969" y="9169"/>
                </a:lnTo>
                <a:lnTo>
                  <a:pt x="133943" y="8807"/>
                </a:lnTo>
                <a:lnTo>
                  <a:pt x="133906" y="8451"/>
                </a:lnTo>
                <a:lnTo>
                  <a:pt x="133859" y="8101"/>
                </a:lnTo>
                <a:lnTo>
                  <a:pt x="133801" y="7758"/>
                </a:lnTo>
                <a:lnTo>
                  <a:pt x="133732" y="7422"/>
                </a:lnTo>
                <a:lnTo>
                  <a:pt x="133653" y="7091"/>
                </a:lnTo>
                <a:lnTo>
                  <a:pt x="133564" y="6768"/>
                </a:lnTo>
                <a:lnTo>
                  <a:pt x="133464" y="6450"/>
                </a:lnTo>
                <a:lnTo>
                  <a:pt x="133354" y="6139"/>
                </a:lnTo>
                <a:lnTo>
                  <a:pt x="133233" y="5835"/>
                </a:lnTo>
                <a:lnTo>
                  <a:pt x="133101" y="5537"/>
                </a:lnTo>
                <a:lnTo>
                  <a:pt x="132959" y="5246"/>
                </a:lnTo>
                <a:lnTo>
                  <a:pt x="132806" y="4961"/>
                </a:lnTo>
                <a:lnTo>
                  <a:pt x="132643" y="4682"/>
                </a:lnTo>
                <a:lnTo>
                  <a:pt x="132470" y="4410"/>
                </a:lnTo>
                <a:lnTo>
                  <a:pt x="132286" y="4144"/>
                </a:lnTo>
                <a:lnTo>
                  <a:pt x="132091" y="3885"/>
                </a:lnTo>
                <a:lnTo>
                  <a:pt x="131886" y="3632"/>
                </a:lnTo>
                <a:lnTo>
                  <a:pt x="131670" y="3386"/>
                </a:lnTo>
                <a:lnTo>
                  <a:pt x="131444" y="3146"/>
                </a:lnTo>
                <a:lnTo>
                  <a:pt x="131207" y="2912"/>
                </a:lnTo>
                <a:lnTo>
                  <a:pt x="130960" y="2685"/>
                </a:lnTo>
                <a:lnTo>
                  <a:pt x="130704" y="2466"/>
                </a:lnTo>
                <a:lnTo>
                  <a:pt x="130440" y="2256"/>
                </a:lnTo>
                <a:lnTo>
                  <a:pt x="130168" y="2056"/>
                </a:lnTo>
                <a:lnTo>
                  <a:pt x="129889" y="1865"/>
                </a:lnTo>
                <a:lnTo>
                  <a:pt x="129602" y="1683"/>
                </a:lnTo>
                <a:lnTo>
                  <a:pt x="129307" y="1511"/>
                </a:lnTo>
                <a:lnTo>
                  <a:pt x="129005" y="1347"/>
                </a:lnTo>
                <a:lnTo>
                  <a:pt x="128695" y="1193"/>
                </a:lnTo>
                <a:lnTo>
                  <a:pt x="128378" y="1049"/>
                </a:lnTo>
                <a:lnTo>
                  <a:pt x="128053" y="914"/>
                </a:lnTo>
                <a:lnTo>
                  <a:pt x="127720" y="788"/>
                </a:lnTo>
                <a:lnTo>
                  <a:pt x="127380" y="671"/>
                </a:lnTo>
                <a:lnTo>
                  <a:pt x="127032" y="564"/>
                </a:lnTo>
                <a:lnTo>
                  <a:pt x="126676" y="466"/>
                </a:lnTo>
                <a:lnTo>
                  <a:pt x="126312" y="378"/>
                </a:lnTo>
                <a:lnTo>
                  <a:pt x="125941" y="298"/>
                </a:lnTo>
                <a:lnTo>
                  <a:pt x="125563" y="228"/>
                </a:lnTo>
                <a:lnTo>
                  <a:pt x="125177" y="168"/>
                </a:lnTo>
                <a:lnTo>
                  <a:pt x="124783" y="117"/>
                </a:lnTo>
                <a:lnTo>
                  <a:pt x="124381" y="75"/>
                </a:lnTo>
                <a:lnTo>
                  <a:pt x="123972" y="42"/>
                </a:lnTo>
                <a:lnTo>
                  <a:pt x="123555" y="19"/>
                </a:lnTo>
                <a:lnTo>
                  <a:pt x="123130" y="5"/>
                </a:lnTo>
                <a:lnTo>
                  <a:pt x="122698" y="0"/>
                </a:lnTo>
                <a:lnTo>
                  <a:pt x="122266" y="5"/>
                </a:lnTo>
                <a:lnTo>
                  <a:pt x="121841" y="19"/>
                </a:lnTo>
                <a:lnTo>
                  <a:pt x="121424" y="42"/>
                </a:lnTo>
                <a:lnTo>
                  <a:pt x="121015" y="75"/>
                </a:lnTo>
                <a:lnTo>
                  <a:pt x="120613" y="117"/>
                </a:lnTo>
                <a:lnTo>
                  <a:pt x="120219" y="168"/>
                </a:lnTo>
                <a:lnTo>
                  <a:pt x="119832" y="228"/>
                </a:lnTo>
                <a:lnTo>
                  <a:pt x="119454" y="298"/>
                </a:lnTo>
                <a:lnTo>
                  <a:pt x="119082" y="378"/>
                </a:lnTo>
                <a:lnTo>
                  <a:pt x="118719" y="466"/>
                </a:lnTo>
                <a:lnTo>
                  <a:pt x="118363" y="564"/>
                </a:lnTo>
                <a:lnTo>
                  <a:pt x="118015" y="671"/>
                </a:lnTo>
                <a:lnTo>
                  <a:pt x="117675" y="788"/>
                </a:lnTo>
                <a:lnTo>
                  <a:pt x="117342" y="914"/>
                </a:lnTo>
                <a:lnTo>
                  <a:pt x="117016" y="1049"/>
                </a:lnTo>
                <a:lnTo>
                  <a:pt x="116699" y="1193"/>
                </a:lnTo>
                <a:lnTo>
                  <a:pt x="116389" y="1347"/>
                </a:lnTo>
                <a:lnTo>
                  <a:pt x="116087" y="1511"/>
                </a:lnTo>
                <a:lnTo>
                  <a:pt x="115792" y="1683"/>
                </a:lnTo>
                <a:lnTo>
                  <a:pt x="115505" y="1865"/>
                </a:lnTo>
                <a:lnTo>
                  <a:pt x="115226" y="2056"/>
                </a:lnTo>
                <a:lnTo>
                  <a:pt x="114954" y="2256"/>
                </a:lnTo>
                <a:lnTo>
                  <a:pt x="114690" y="2466"/>
                </a:lnTo>
                <a:lnTo>
                  <a:pt x="114434" y="2685"/>
                </a:lnTo>
                <a:lnTo>
                  <a:pt x="114187" y="2912"/>
                </a:lnTo>
                <a:lnTo>
                  <a:pt x="113950" y="3146"/>
                </a:lnTo>
                <a:lnTo>
                  <a:pt x="113724" y="3386"/>
                </a:lnTo>
                <a:lnTo>
                  <a:pt x="113509" y="3632"/>
                </a:lnTo>
                <a:lnTo>
                  <a:pt x="113304" y="3885"/>
                </a:lnTo>
                <a:lnTo>
                  <a:pt x="113109" y="4144"/>
                </a:lnTo>
                <a:lnTo>
                  <a:pt x="112925" y="4410"/>
                </a:lnTo>
                <a:lnTo>
                  <a:pt x="112752" y="4682"/>
                </a:lnTo>
                <a:lnTo>
                  <a:pt x="112589" y="4961"/>
                </a:lnTo>
                <a:lnTo>
                  <a:pt x="112437" y="5246"/>
                </a:lnTo>
                <a:lnTo>
                  <a:pt x="112295" y="5537"/>
                </a:lnTo>
                <a:lnTo>
                  <a:pt x="112163" y="5835"/>
                </a:lnTo>
                <a:lnTo>
                  <a:pt x="112042" y="6139"/>
                </a:lnTo>
                <a:lnTo>
                  <a:pt x="111932" y="6450"/>
                </a:lnTo>
                <a:lnTo>
                  <a:pt x="111832" y="6768"/>
                </a:lnTo>
                <a:lnTo>
                  <a:pt x="111743" y="7091"/>
                </a:lnTo>
                <a:lnTo>
                  <a:pt x="111664" y="7422"/>
                </a:lnTo>
                <a:lnTo>
                  <a:pt x="111595" y="7758"/>
                </a:lnTo>
                <a:lnTo>
                  <a:pt x="111538" y="8101"/>
                </a:lnTo>
                <a:lnTo>
                  <a:pt x="111490" y="8451"/>
                </a:lnTo>
                <a:lnTo>
                  <a:pt x="111454" y="8807"/>
                </a:lnTo>
                <a:lnTo>
                  <a:pt x="111427" y="9169"/>
                </a:lnTo>
                <a:lnTo>
                  <a:pt x="111411" y="9538"/>
                </a:lnTo>
                <a:lnTo>
                  <a:pt x="111406" y="9914"/>
                </a:lnTo>
                <a:lnTo>
                  <a:pt x="111411" y="10289"/>
                </a:lnTo>
                <a:lnTo>
                  <a:pt x="111427" y="10658"/>
                </a:lnTo>
                <a:lnTo>
                  <a:pt x="111454" y="11021"/>
                </a:lnTo>
                <a:lnTo>
                  <a:pt x="111490" y="11377"/>
                </a:lnTo>
                <a:lnTo>
                  <a:pt x="111538" y="11727"/>
                </a:lnTo>
                <a:lnTo>
                  <a:pt x="111595" y="12070"/>
                </a:lnTo>
                <a:lnTo>
                  <a:pt x="111664" y="12407"/>
                </a:lnTo>
                <a:lnTo>
                  <a:pt x="111743" y="12737"/>
                </a:lnTo>
                <a:lnTo>
                  <a:pt x="111832" y="13061"/>
                </a:lnTo>
                <a:lnTo>
                  <a:pt x="111932" y="13378"/>
                </a:lnTo>
                <a:lnTo>
                  <a:pt x="112042" y="13689"/>
                </a:lnTo>
                <a:lnTo>
                  <a:pt x="112163" y="13994"/>
                </a:lnTo>
                <a:lnTo>
                  <a:pt x="112295" y="14292"/>
                </a:lnTo>
                <a:lnTo>
                  <a:pt x="112437" y="14583"/>
                </a:lnTo>
                <a:lnTo>
                  <a:pt x="112589" y="14868"/>
                </a:lnTo>
                <a:lnTo>
                  <a:pt x="112752" y="15147"/>
                </a:lnTo>
                <a:lnTo>
                  <a:pt x="112925" y="15419"/>
                </a:lnTo>
                <a:lnTo>
                  <a:pt x="113109" y="15685"/>
                </a:lnTo>
                <a:lnTo>
                  <a:pt x="113304" y="15944"/>
                </a:lnTo>
                <a:lnTo>
                  <a:pt x="113509" y="16197"/>
                </a:lnTo>
                <a:lnTo>
                  <a:pt x="113724" y="16443"/>
                </a:lnTo>
                <a:lnTo>
                  <a:pt x="113950" y="16683"/>
                </a:lnTo>
                <a:lnTo>
                  <a:pt x="114187" y="16917"/>
                </a:lnTo>
                <a:lnTo>
                  <a:pt x="114434" y="17144"/>
                </a:lnTo>
                <a:lnTo>
                  <a:pt x="114690" y="17363"/>
                </a:lnTo>
                <a:lnTo>
                  <a:pt x="114954" y="17573"/>
                </a:lnTo>
                <a:lnTo>
                  <a:pt x="115226" y="17773"/>
                </a:lnTo>
                <a:lnTo>
                  <a:pt x="115505" y="17964"/>
                </a:lnTo>
                <a:lnTo>
                  <a:pt x="115792" y="18146"/>
                </a:lnTo>
                <a:lnTo>
                  <a:pt x="116087" y="18319"/>
                </a:lnTo>
                <a:lnTo>
                  <a:pt x="116389" y="18482"/>
                </a:lnTo>
                <a:lnTo>
                  <a:pt x="116699" y="18636"/>
                </a:lnTo>
                <a:lnTo>
                  <a:pt x="117016" y="18780"/>
                </a:lnTo>
                <a:lnTo>
                  <a:pt x="117342" y="18915"/>
                </a:lnTo>
                <a:lnTo>
                  <a:pt x="117675" y="19041"/>
                </a:lnTo>
                <a:lnTo>
                  <a:pt x="118015" y="19158"/>
                </a:lnTo>
                <a:lnTo>
                  <a:pt x="118363" y="19265"/>
                </a:lnTo>
                <a:lnTo>
                  <a:pt x="118719" y="19363"/>
                </a:lnTo>
                <a:lnTo>
                  <a:pt x="119082" y="19452"/>
                </a:lnTo>
                <a:lnTo>
                  <a:pt x="119454" y="19531"/>
                </a:lnTo>
                <a:lnTo>
                  <a:pt x="119832" y="19601"/>
                </a:lnTo>
                <a:lnTo>
                  <a:pt x="120219" y="19661"/>
                </a:lnTo>
                <a:lnTo>
                  <a:pt x="120613" y="19713"/>
                </a:lnTo>
                <a:lnTo>
                  <a:pt x="121015" y="19755"/>
                </a:lnTo>
                <a:lnTo>
                  <a:pt x="121424" y="19787"/>
                </a:lnTo>
                <a:lnTo>
                  <a:pt x="121841" y="19811"/>
                </a:lnTo>
                <a:lnTo>
                  <a:pt x="122266" y="19825"/>
                </a:lnTo>
                <a:lnTo>
                  <a:pt x="122698" y="19829"/>
                </a:lnTo>
                <a:lnTo>
                  <a:pt x="123130" y="19825"/>
                </a:lnTo>
                <a:lnTo>
                  <a:pt x="123555" y="19811"/>
                </a:lnTo>
                <a:lnTo>
                  <a:pt x="123972" y="19787"/>
                </a:lnTo>
                <a:lnTo>
                  <a:pt x="124381" y="19755"/>
                </a:lnTo>
                <a:close/>
                <a:moveTo>
                  <a:pt x="452575" y="54166"/>
                </a:moveTo>
                <a:lnTo>
                  <a:pt x="453021" y="54115"/>
                </a:lnTo>
                <a:lnTo>
                  <a:pt x="453460" y="54053"/>
                </a:lnTo>
                <a:lnTo>
                  <a:pt x="453890" y="53980"/>
                </a:lnTo>
                <a:lnTo>
                  <a:pt x="454313" y="53896"/>
                </a:lnTo>
                <a:lnTo>
                  <a:pt x="454728" y="53800"/>
                </a:lnTo>
                <a:lnTo>
                  <a:pt x="455135" y="53694"/>
                </a:lnTo>
                <a:lnTo>
                  <a:pt x="455534" y="53576"/>
                </a:lnTo>
                <a:lnTo>
                  <a:pt x="455925" y="53446"/>
                </a:lnTo>
                <a:lnTo>
                  <a:pt x="456309" y="53306"/>
                </a:lnTo>
                <a:lnTo>
                  <a:pt x="456684" y="53154"/>
                </a:lnTo>
                <a:lnTo>
                  <a:pt x="457051" y="52991"/>
                </a:lnTo>
                <a:lnTo>
                  <a:pt x="457411" y="52817"/>
                </a:lnTo>
                <a:lnTo>
                  <a:pt x="457763" y="52632"/>
                </a:lnTo>
                <a:lnTo>
                  <a:pt x="458107" y="52435"/>
                </a:lnTo>
                <a:lnTo>
                  <a:pt x="458443" y="52227"/>
                </a:lnTo>
                <a:lnTo>
                  <a:pt x="458771" y="52008"/>
                </a:lnTo>
                <a:lnTo>
                  <a:pt x="459091" y="51778"/>
                </a:lnTo>
                <a:lnTo>
                  <a:pt x="459403" y="51536"/>
                </a:lnTo>
                <a:lnTo>
                  <a:pt x="459708" y="51284"/>
                </a:lnTo>
                <a:lnTo>
                  <a:pt x="460004" y="51020"/>
                </a:lnTo>
                <a:lnTo>
                  <a:pt x="460291" y="50747"/>
                </a:lnTo>
                <a:lnTo>
                  <a:pt x="460565" y="50467"/>
                </a:lnTo>
                <a:lnTo>
                  <a:pt x="460828" y="50182"/>
                </a:lnTo>
                <a:lnTo>
                  <a:pt x="461078" y="49889"/>
                </a:lnTo>
                <a:lnTo>
                  <a:pt x="461316" y="49591"/>
                </a:lnTo>
                <a:lnTo>
                  <a:pt x="461541" y="49285"/>
                </a:lnTo>
                <a:lnTo>
                  <a:pt x="461755" y="48974"/>
                </a:lnTo>
                <a:lnTo>
                  <a:pt x="461956" y="48656"/>
                </a:lnTo>
                <a:lnTo>
                  <a:pt x="462145" y="48331"/>
                </a:lnTo>
                <a:lnTo>
                  <a:pt x="462322" y="48000"/>
                </a:lnTo>
                <a:lnTo>
                  <a:pt x="462487" y="47663"/>
                </a:lnTo>
                <a:lnTo>
                  <a:pt x="462639" y="47319"/>
                </a:lnTo>
                <a:lnTo>
                  <a:pt x="462779" y="46968"/>
                </a:lnTo>
                <a:lnTo>
                  <a:pt x="462908" y="46612"/>
                </a:lnTo>
                <a:lnTo>
                  <a:pt x="463023" y="46248"/>
                </a:lnTo>
                <a:lnTo>
                  <a:pt x="463127" y="45879"/>
                </a:lnTo>
                <a:lnTo>
                  <a:pt x="463219" y="45502"/>
                </a:lnTo>
                <a:lnTo>
                  <a:pt x="463298" y="45120"/>
                </a:lnTo>
                <a:lnTo>
                  <a:pt x="463365" y="44731"/>
                </a:lnTo>
                <a:lnTo>
                  <a:pt x="463420" y="44335"/>
                </a:lnTo>
                <a:lnTo>
                  <a:pt x="463463" y="43933"/>
                </a:lnTo>
                <a:lnTo>
                  <a:pt x="463493" y="43525"/>
                </a:lnTo>
                <a:lnTo>
                  <a:pt x="463511" y="43110"/>
                </a:lnTo>
                <a:lnTo>
                  <a:pt x="463517" y="42688"/>
                </a:lnTo>
                <a:lnTo>
                  <a:pt x="463511" y="42256"/>
                </a:lnTo>
                <a:lnTo>
                  <a:pt x="463493" y="41830"/>
                </a:lnTo>
                <a:lnTo>
                  <a:pt x="463463" y="41412"/>
                </a:lnTo>
                <a:lnTo>
                  <a:pt x="463420" y="41001"/>
                </a:lnTo>
                <a:lnTo>
                  <a:pt x="463365" y="40597"/>
                </a:lnTo>
                <a:lnTo>
                  <a:pt x="463298" y="40200"/>
                </a:lnTo>
                <a:lnTo>
                  <a:pt x="463219" y="39811"/>
                </a:lnTo>
                <a:lnTo>
                  <a:pt x="463127" y="39429"/>
                </a:lnTo>
                <a:lnTo>
                  <a:pt x="463023" y="39053"/>
                </a:lnTo>
                <a:lnTo>
                  <a:pt x="462908" y="38685"/>
                </a:lnTo>
                <a:lnTo>
                  <a:pt x="462779" y="38325"/>
                </a:lnTo>
                <a:lnTo>
                  <a:pt x="462639" y="37971"/>
                </a:lnTo>
                <a:lnTo>
                  <a:pt x="462487" y="37625"/>
                </a:lnTo>
                <a:lnTo>
                  <a:pt x="462322" y="37285"/>
                </a:lnTo>
                <a:lnTo>
                  <a:pt x="462145" y="36953"/>
                </a:lnTo>
                <a:lnTo>
                  <a:pt x="461956" y="36628"/>
                </a:lnTo>
                <a:lnTo>
                  <a:pt x="461755" y="36311"/>
                </a:lnTo>
                <a:lnTo>
                  <a:pt x="461541" y="36000"/>
                </a:lnTo>
                <a:lnTo>
                  <a:pt x="461316" y="35697"/>
                </a:lnTo>
                <a:lnTo>
                  <a:pt x="461078" y="35401"/>
                </a:lnTo>
                <a:lnTo>
                  <a:pt x="460828" y="35112"/>
                </a:lnTo>
                <a:lnTo>
                  <a:pt x="460565" y="34830"/>
                </a:lnTo>
                <a:lnTo>
                  <a:pt x="460291" y="34555"/>
                </a:lnTo>
                <a:lnTo>
                  <a:pt x="460004" y="34288"/>
                </a:lnTo>
                <a:lnTo>
                  <a:pt x="459708" y="34029"/>
                </a:lnTo>
                <a:lnTo>
                  <a:pt x="459403" y="33782"/>
                </a:lnTo>
                <a:lnTo>
                  <a:pt x="459091" y="33545"/>
                </a:lnTo>
                <a:lnTo>
                  <a:pt x="458771" y="33320"/>
                </a:lnTo>
                <a:lnTo>
                  <a:pt x="458443" y="33106"/>
                </a:lnTo>
                <a:lnTo>
                  <a:pt x="458107" y="32902"/>
                </a:lnTo>
                <a:lnTo>
                  <a:pt x="457763" y="32710"/>
                </a:lnTo>
                <a:lnTo>
                  <a:pt x="457411" y="32528"/>
                </a:lnTo>
                <a:lnTo>
                  <a:pt x="457051" y="32358"/>
                </a:lnTo>
                <a:lnTo>
                  <a:pt x="456684" y="32199"/>
                </a:lnTo>
                <a:lnTo>
                  <a:pt x="456309" y="32050"/>
                </a:lnTo>
                <a:lnTo>
                  <a:pt x="455925" y="31913"/>
                </a:lnTo>
                <a:lnTo>
                  <a:pt x="455534" y="31786"/>
                </a:lnTo>
                <a:lnTo>
                  <a:pt x="455135" y="31671"/>
                </a:lnTo>
                <a:lnTo>
                  <a:pt x="454728" y="31566"/>
                </a:lnTo>
                <a:lnTo>
                  <a:pt x="454313" y="31473"/>
                </a:lnTo>
                <a:lnTo>
                  <a:pt x="453890" y="31390"/>
                </a:lnTo>
                <a:lnTo>
                  <a:pt x="453460" y="31319"/>
                </a:lnTo>
                <a:lnTo>
                  <a:pt x="453021" y="31259"/>
                </a:lnTo>
                <a:lnTo>
                  <a:pt x="452575" y="31209"/>
                </a:lnTo>
                <a:lnTo>
                  <a:pt x="452121" y="31171"/>
                </a:lnTo>
                <a:lnTo>
                  <a:pt x="451659" y="31143"/>
                </a:lnTo>
                <a:lnTo>
                  <a:pt x="451189" y="31127"/>
                </a:lnTo>
                <a:lnTo>
                  <a:pt x="450711" y="31121"/>
                </a:lnTo>
                <a:lnTo>
                  <a:pt x="450232" y="31127"/>
                </a:lnTo>
                <a:lnTo>
                  <a:pt x="449762" y="31143"/>
                </a:lnTo>
                <a:lnTo>
                  <a:pt x="449300" y="31171"/>
                </a:lnTo>
                <a:lnTo>
                  <a:pt x="448846" y="31209"/>
                </a:lnTo>
                <a:lnTo>
                  <a:pt x="448399" y="31259"/>
                </a:lnTo>
                <a:lnTo>
                  <a:pt x="447960" y="31319"/>
                </a:lnTo>
                <a:lnTo>
                  <a:pt x="447530" y="31390"/>
                </a:lnTo>
                <a:lnTo>
                  <a:pt x="447107" y="31473"/>
                </a:lnTo>
                <a:lnTo>
                  <a:pt x="446692" y="31566"/>
                </a:lnTo>
                <a:lnTo>
                  <a:pt x="446285" y="31671"/>
                </a:lnTo>
                <a:lnTo>
                  <a:pt x="445886" y="31786"/>
                </a:lnTo>
                <a:lnTo>
                  <a:pt x="445494" y="31913"/>
                </a:lnTo>
                <a:lnTo>
                  <a:pt x="445111" y="32050"/>
                </a:lnTo>
                <a:lnTo>
                  <a:pt x="444735" y="32199"/>
                </a:lnTo>
                <a:lnTo>
                  <a:pt x="444368" y="32358"/>
                </a:lnTo>
                <a:lnTo>
                  <a:pt x="444008" y="32528"/>
                </a:lnTo>
                <a:lnTo>
                  <a:pt x="443656" y="32710"/>
                </a:lnTo>
                <a:lnTo>
                  <a:pt x="443312" y="32902"/>
                </a:lnTo>
                <a:lnTo>
                  <a:pt x="442976" y="33106"/>
                </a:lnTo>
                <a:lnTo>
                  <a:pt x="442648" y="33320"/>
                </a:lnTo>
                <a:lnTo>
                  <a:pt x="442328" y="33545"/>
                </a:lnTo>
                <a:lnTo>
                  <a:pt x="442016" y="33782"/>
                </a:lnTo>
                <a:lnTo>
                  <a:pt x="441711" y="34029"/>
                </a:lnTo>
                <a:lnTo>
                  <a:pt x="441415" y="34288"/>
                </a:lnTo>
                <a:lnTo>
                  <a:pt x="441128" y="34555"/>
                </a:lnTo>
                <a:lnTo>
                  <a:pt x="440854" y="34830"/>
                </a:lnTo>
                <a:lnTo>
                  <a:pt x="440592" y="35112"/>
                </a:lnTo>
                <a:lnTo>
                  <a:pt x="440342" y="35401"/>
                </a:lnTo>
                <a:lnTo>
                  <a:pt x="440104" y="35697"/>
                </a:lnTo>
                <a:lnTo>
                  <a:pt x="439879" y="36000"/>
                </a:lnTo>
                <a:lnTo>
                  <a:pt x="439665" y="36311"/>
                </a:lnTo>
                <a:lnTo>
                  <a:pt x="439464" y="36628"/>
                </a:lnTo>
                <a:lnTo>
                  <a:pt x="439275" y="36953"/>
                </a:lnTo>
                <a:lnTo>
                  <a:pt x="439098" y="37285"/>
                </a:lnTo>
                <a:lnTo>
                  <a:pt x="438934" y="37625"/>
                </a:lnTo>
                <a:lnTo>
                  <a:pt x="438781" y="37971"/>
                </a:lnTo>
                <a:lnTo>
                  <a:pt x="438641" y="38325"/>
                </a:lnTo>
                <a:lnTo>
                  <a:pt x="438513" y="38685"/>
                </a:lnTo>
                <a:lnTo>
                  <a:pt x="438397" y="39053"/>
                </a:lnTo>
                <a:lnTo>
                  <a:pt x="438294" y="39429"/>
                </a:lnTo>
                <a:lnTo>
                  <a:pt x="438202" y="39811"/>
                </a:lnTo>
                <a:lnTo>
                  <a:pt x="438123" y="40200"/>
                </a:lnTo>
                <a:lnTo>
                  <a:pt x="438056" y="40597"/>
                </a:lnTo>
                <a:lnTo>
                  <a:pt x="438001" y="41001"/>
                </a:lnTo>
                <a:lnTo>
                  <a:pt x="437959" y="41412"/>
                </a:lnTo>
                <a:lnTo>
                  <a:pt x="437928" y="41830"/>
                </a:lnTo>
                <a:lnTo>
                  <a:pt x="437910" y="42256"/>
                </a:lnTo>
                <a:lnTo>
                  <a:pt x="437904" y="42688"/>
                </a:lnTo>
                <a:lnTo>
                  <a:pt x="437910" y="43110"/>
                </a:lnTo>
                <a:lnTo>
                  <a:pt x="437928" y="43525"/>
                </a:lnTo>
                <a:lnTo>
                  <a:pt x="437959" y="43933"/>
                </a:lnTo>
                <a:lnTo>
                  <a:pt x="438001" y="44335"/>
                </a:lnTo>
                <a:lnTo>
                  <a:pt x="438056" y="44731"/>
                </a:lnTo>
                <a:lnTo>
                  <a:pt x="438123" y="45120"/>
                </a:lnTo>
                <a:lnTo>
                  <a:pt x="438202" y="45502"/>
                </a:lnTo>
                <a:lnTo>
                  <a:pt x="438294" y="45879"/>
                </a:lnTo>
                <a:lnTo>
                  <a:pt x="438397" y="46248"/>
                </a:lnTo>
                <a:lnTo>
                  <a:pt x="438513" y="46612"/>
                </a:lnTo>
                <a:lnTo>
                  <a:pt x="438641" y="46968"/>
                </a:lnTo>
                <a:lnTo>
                  <a:pt x="438781" y="47319"/>
                </a:lnTo>
                <a:lnTo>
                  <a:pt x="438934" y="47663"/>
                </a:lnTo>
                <a:lnTo>
                  <a:pt x="439098" y="48000"/>
                </a:lnTo>
                <a:lnTo>
                  <a:pt x="439275" y="48331"/>
                </a:lnTo>
                <a:lnTo>
                  <a:pt x="439464" y="48656"/>
                </a:lnTo>
                <a:lnTo>
                  <a:pt x="439665" y="48974"/>
                </a:lnTo>
                <a:lnTo>
                  <a:pt x="439879" y="49285"/>
                </a:lnTo>
                <a:lnTo>
                  <a:pt x="440104" y="49591"/>
                </a:lnTo>
                <a:lnTo>
                  <a:pt x="440342" y="49889"/>
                </a:lnTo>
                <a:lnTo>
                  <a:pt x="440592" y="50182"/>
                </a:lnTo>
                <a:lnTo>
                  <a:pt x="440854" y="50467"/>
                </a:lnTo>
                <a:lnTo>
                  <a:pt x="441128" y="50747"/>
                </a:lnTo>
                <a:lnTo>
                  <a:pt x="441415" y="51020"/>
                </a:lnTo>
                <a:lnTo>
                  <a:pt x="441711" y="51284"/>
                </a:lnTo>
                <a:lnTo>
                  <a:pt x="442016" y="51536"/>
                </a:lnTo>
                <a:lnTo>
                  <a:pt x="442328" y="51778"/>
                </a:lnTo>
                <a:lnTo>
                  <a:pt x="442648" y="52008"/>
                </a:lnTo>
                <a:lnTo>
                  <a:pt x="442976" y="52227"/>
                </a:lnTo>
                <a:lnTo>
                  <a:pt x="443312" y="52435"/>
                </a:lnTo>
                <a:lnTo>
                  <a:pt x="443656" y="52632"/>
                </a:lnTo>
                <a:lnTo>
                  <a:pt x="444008" y="52817"/>
                </a:lnTo>
                <a:lnTo>
                  <a:pt x="444368" y="52991"/>
                </a:lnTo>
                <a:lnTo>
                  <a:pt x="444735" y="53154"/>
                </a:lnTo>
                <a:lnTo>
                  <a:pt x="445111" y="53306"/>
                </a:lnTo>
                <a:lnTo>
                  <a:pt x="445494" y="53446"/>
                </a:lnTo>
                <a:lnTo>
                  <a:pt x="445886" y="53576"/>
                </a:lnTo>
                <a:lnTo>
                  <a:pt x="446285" y="53694"/>
                </a:lnTo>
                <a:lnTo>
                  <a:pt x="446692" y="53800"/>
                </a:lnTo>
                <a:lnTo>
                  <a:pt x="447107" y="53896"/>
                </a:lnTo>
                <a:lnTo>
                  <a:pt x="447530" y="53980"/>
                </a:lnTo>
                <a:lnTo>
                  <a:pt x="447960" y="54053"/>
                </a:lnTo>
                <a:lnTo>
                  <a:pt x="448399" y="54115"/>
                </a:lnTo>
                <a:lnTo>
                  <a:pt x="448846" y="54166"/>
                </a:lnTo>
                <a:lnTo>
                  <a:pt x="449300" y="54205"/>
                </a:lnTo>
                <a:lnTo>
                  <a:pt x="449762" y="54233"/>
                </a:lnTo>
                <a:lnTo>
                  <a:pt x="450232" y="54250"/>
                </a:lnTo>
                <a:lnTo>
                  <a:pt x="450711" y="54255"/>
                </a:lnTo>
                <a:lnTo>
                  <a:pt x="451189" y="54250"/>
                </a:lnTo>
                <a:lnTo>
                  <a:pt x="451659" y="54233"/>
                </a:lnTo>
                <a:lnTo>
                  <a:pt x="452121" y="54205"/>
                </a:lnTo>
                <a:lnTo>
                  <a:pt x="452575" y="54166"/>
                </a:lnTo>
                <a:close/>
                <a:moveTo>
                  <a:pt x="49725" y="92657"/>
                </a:moveTo>
                <a:lnTo>
                  <a:pt x="49396" y="92636"/>
                </a:lnTo>
                <a:lnTo>
                  <a:pt x="49073" y="92607"/>
                </a:lnTo>
                <a:lnTo>
                  <a:pt x="48755" y="92570"/>
                </a:lnTo>
                <a:lnTo>
                  <a:pt x="48444" y="92524"/>
                </a:lnTo>
                <a:lnTo>
                  <a:pt x="48138" y="92469"/>
                </a:lnTo>
                <a:lnTo>
                  <a:pt x="47839" y="92407"/>
                </a:lnTo>
                <a:lnTo>
                  <a:pt x="47546" y="92335"/>
                </a:lnTo>
                <a:lnTo>
                  <a:pt x="47258" y="92256"/>
                </a:lnTo>
                <a:lnTo>
                  <a:pt x="46977" y="92168"/>
                </a:lnTo>
                <a:lnTo>
                  <a:pt x="46701" y="92072"/>
                </a:lnTo>
                <a:lnTo>
                  <a:pt x="46432" y="91968"/>
                </a:lnTo>
                <a:lnTo>
                  <a:pt x="46168" y="91855"/>
                </a:lnTo>
                <a:lnTo>
                  <a:pt x="45910" y="91733"/>
                </a:lnTo>
                <a:lnTo>
                  <a:pt x="45659" y="91604"/>
                </a:lnTo>
                <a:lnTo>
                  <a:pt x="45413" y="91466"/>
                </a:lnTo>
                <a:lnTo>
                  <a:pt x="45173" y="91320"/>
                </a:lnTo>
                <a:lnTo>
                  <a:pt x="44940" y="91165"/>
                </a:lnTo>
                <a:lnTo>
                  <a:pt x="44712" y="91002"/>
                </a:lnTo>
                <a:lnTo>
                  <a:pt x="44490" y="90830"/>
                </a:lnTo>
                <a:lnTo>
                  <a:pt x="44274" y="90651"/>
                </a:lnTo>
                <a:lnTo>
                  <a:pt x="44065" y="90463"/>
                </a:lnTo>
                <a:lnTo>
                  <a:pt x="43861" y="90266"/>
                </a:lnTo>
                <a:lnTo>
                  <a:pt x="43664" y="90062"/>
                </a:lnTo>
                <a:lnTo>
                  <a:pt x="43476" y="89852"/>
                </a:lnTo>
                <a:lnTo>
                  <a:pt x="43296" y="89637"/>
                </a:lnTo>
                <a:lnTo>
                  <a:pt x="43124" y="89415"/>
                </a:lnTo>
                <a:lnTo>
                  <a:pt x="42961" y="89187"/>
                </a:lnTo>
                <a:lnTo>
                  <a:pt x="42806" y="88953"/>
                </a:lnTo>
                <a:lnTo>
                  <a:pt x="42660" y="88714"/>
                </a:lnTo>
                <a:lnTo>
                  <a:pt x="42522" y="88468"/>
                </a:lnTo>
                <a:lnTo>
                  <a:pt x="42392" y="88217"/>
                </a:lnTo>
                <a:lnTo>
                  <a:pt x="42271" y="87959"/>
                </a:lnTo>
                <a:lnTo>
                  <a:pt x="42158" y="87695"/>
                </a:lnTo>
                <a:lnTo>
                  <a:pt x="42053" y="87426"/>
                </a:lnTo>
                <a:lnTo>
                  <a:pt x="41957" y="87150"/>
                </a:lnTo>
                <a:lnTo>
                  <a:pt x="41869" y="86869"/>
                </a:lnTo>
                <a:lnTo>
                  <a:pt x="41790" y="86581"/>
                </a:lnTo>
                <a:lnTo>
                  <a:pt x="41718" y="86288"/>
                </a:lnTo>
                <a:lnTo>
                  <a:pt x="41656" y="85988"/>
                </a:lnTo>
                <a:lnTo>
                  <a:pt x="41601" y="85683"/>
                </a:lnTo>
                <a:lnTo>
                  <a:pt x="41555" y="85372"/>
                </a:lnTo>
                <a:lnTo>
                  <a:pt x="41518" y="85054"/>
                </a:lnTo>
                <a:lnTo>
                  <a:pt x="41488" y="84731"/>
                </a:lnTo>
                <a:lnTo>
                  <a:pt x="41467" y="84402"/>
                </a:lnTo>
                <a:lnTo>
                  <a:pt x="41455" y="84066"/>
                </a:lnTo>
                <a:lnTo>
                  <a:pt x="41451" y="83725"/>
                </a:lnTo>
                <a:lnTo>
                  <a:pt x="41451" y="7711"/>
                </a:lnTo>
                <a:lnTo>
                  <a:pt x="0" y="7711"/>
                </a:lnTo>
                <a:lnTo>
                  <a:pt x="0" y="23271"/>
                </a:lnTo>
                <a:lnTo>
                  <a:pt x="24238" y="23271"/>
                </a:lnTo>
                <a:lnTo>
                  <a:pt x="24238" y="83725"/>
                </a:lnTo>
                <a:lnTo>
                  <a:pt x="24243" y="84330"/>
                </a:lnTo>
                <a:lnTo>
                  <a:pt x="24260" y="84929"/>
                </a:lnTo>
                <a:lnTo>
                  <a:pt x="24287" y="85522"/>
                </a:lnTo>
                <a:lnTo>
                  <a:pt x="24325" y="86110"/>
                </a:lnTo>
                <a:lnTo>
                  <a:pt x="24375" y="86691"/>
                </a:lnTo>
                <a:lnTo>
                  <a:pt x="24435" y="87266"/>
                </a:lnTo>
                <a:lnTo>
                  <a:pt x="24507" y="87835"/>
                </a:lnTo>
                <a:lnTo>
                  <a:pt x="24589" y="88399"/>
                </a:lnTo>
                <a:lnTo>
                  <a:pt x="24683" y="88956"/>
                </a:lnTo>
                <a:lnTo>
                  <a:pt x="24787" y="89508"/>
                </a:lnTo>
                <a:lnTo>
                  <a:pt x="24903" y="90053"/>
                </a:lnTo>
                <a:lnTo>
                  <a:pt x="25029" y="90592"/>
                </a:lnTo>
                <a:lnTo>
                  <a:pt x="25167" y="91126"/>
                </a:lnTo>
                <a:lnTo>
                  <a:pt x="25315" y="91653"/>
                </a:lnTo>
                <a:lnTo>
                  <a:pt x="25474" y="92175"/>
                </a:lnTo>
                <a:lnTo>
                  <a:pt x="25645" y="92690"/>
                </a:lnTo>
                <a:lnTo>
                  <a:pt x="25826" y="93200"/>
                </a:lnTo>
                <a:lnTo>
                  <a:pt x="26019" y="93703"/>
                </a:lnTo>
                <a:lnTo>
                  <a:pt x="26222" y="94201"/>
                </a:lnTo>
                <a:lnTo>
                  <a:pt x="26436" y="94692"/>
                </a:lnTo>
                <a:lnTo>
                  <a:pt x="26662" y="95178"/>
                </a:lnTo>
                <a:lnTo>
                  <a:pt x="26898" y="95658"/>
                </a:lnTo>
                <a:lnTo>
                  <a:pt x="27146" y="96131"/>
                </a:lnTo>
                <a:lnTo>
                  <a:pt x="27404" y="96599"/>
                </a:lnTo>
                <a:lnTo>
                  <a:pt x="27672" y="97059"/>
                </a:lnTo>
                <a:lnTo>
                  <a:pt x="27949" y="97511"/>
                </a:lnTo>
                <a:lnTo>
                  <a:pt x="28233" y="97954"/>
                </a:lnTo>
                <a:lnTo>
                  <a:pt x="28527" y="98387"/>
                </a:lnTo>
                <a:lnTo>
                  <a:pt x="28828" y="98812"/>
                </a:lnTo>
                <a:lnTo>
                  <a:pt x="29138" y="99228"/>
                </a:lnTo>
                <a:lnTo>
                  <a:pt x="29456" y="99636"/>
                </a:lnTo>
                <a:lnTo>
                  <a:pt x="29783" y="100034"/>
                </a:lnTo>
                <a:lnTo>
                  <a:pt x="30118" y="100423"/>
                </a:lnTo>
                <a:lnTo>
                  <a:pt x="30461" y="100804"/>
                </a:lnTo>
                <a:lnTo>
                  <a:pt x="30813" y="101176"/>
                </a:lnTo>
                <a:lnTo>
                  <a:pt x="31173" y="101539"/>
                </a:lnTo>
                <a:lnTo>
                  <a:pt x="31542" y="101893"/>
                </a:lnTo>
                <a:lnTo>
                  <a:pt x="31918" y="102239"/>
                </a:lnTo>
                <a:lnTo>
                  <a:pt x="32304" y="102575"/>
                </a:lnTo>
                <a:lnTo>
                  <a:pt x="32697" y="102903"/>
                </a:lnTo>
                <a:lnTo>
                  <a:pt x="33099" y="103222"/>
                </a:lnTo>
                <a:lnTo>
                  <a:pt x="33510" y="103532"/>
                </a:lnTo>
                <a:lnTo>
                  <a:pt x="33928" y="103833"/>
                </a:lnTo>
                <a:lnTo>
                  <a:pt x="34355" y="104125"/>
                </a:lnTo>
                <a:lnTo>
                  <a:pt x="34791" y="104408"/>
                </a:lnTo>
                <a:lnTo>
                  <a:pt x="35234" y="104683"/>
                </a:lnTo>
                <a:lnTo>
                  <a:pt x="35687" y="104949"/>
                </a:lnTo>
                <a:lnTo>
                  <a:pt x="36147" y="105206"/>
                </a:lnTo>
                <a:lnTo>
                  <a:pt x="36615" y="105453"/>
                </a:lnTo>
                <a:lnTo>
                  <a:pt x="37090" y="105690"/>
                </a:lnTo>
                <a:lnTo>
                  <a:pt x="37571" y="105916"/>
                </a:lnTo>
                <a:lnTo>
                  <a:pt x="38058" y="106132"/>
                </a:lnTo>
                <a:lnTo>
                  <a:pt x="38552" y="106337"/>
                </a:lnTo>
                <a:lnTo>
                  <a:pt x="39053" y="106531"/>
                </a:lnTo>
                <a:lnTo>
                  <a:pt x="39559" y="106715"/>
                </a:lnTo>
                <a:lnTo>
                  <a:pt x="40073" y="106889"/>
                </a:lnTo>
                <a:lnTo>
                  <a:pt x="40592" y="107052"/>
                </a:lnTo>
                <a:lnTo>
                  <a:pt x="41119" y="107205"/>
                </a:lnTo>
                <a:lnTo>
                  <a:pt x="41651" y="107347"/>
                </a:lnTo>
                <a:lnTo>
                  <a:pt x="42190" y="107478"/>
                </a:lnTo>
                <a:lnTo>
                  <a:pt x="42736" y="107599"/>
                </a:lnTo>
                <a:lnTo>
                  <a:pt x="43288" y="107710"/>
                </a:lnTo>
                <a:lnTo>
                  <a:pt x="43846" y="107810"/>
                </a:lnTo>
                <a:lnTo>
                  <a:pt x="44411" y="107899"/>
                </a:lnTo>
                <a:lnTo>
                  <a:pt x="44982" y="107978"/>
                </a:lnTo>
                <a:lnTo>
                  <a:pt x="45560" y="108046"/>
                </a:lnTo>
                <a:lnTo>
                  <a:pt x="46144" y="108104"/>
                </a:lnTo>
                <a:lnTo>
                  <a:pt x="46735" y="108152"/>
                </a:lnTo>
                <a:lnTo>
                  <a:pt x="47332" y="108188"/>
                </a:lnTo>
                <a:lnTo>
                  <a:pt x="47936" y="108215"/>
                </a:lnTo>
                <a:lnTo>
                  <a:pt x="48546" y="108230"/>
                </a:lnTo>
                <a:lnTo>
                  <a:pt x="49162" y="108236"/>
                </a:lnTo>
                <a:lnTo>
                  <a:pt x="73261" y="108236"/>
                </a:lnTo>
                <a:lnTo>
                  <a:pt x="73261" y="92674"/>
                </a:lnTo>
                <a:lnTo>
                  <a:pt x="50402" y="92674"/>
                </a:lnTo>
                <a:lnTo>
                  <a:pt x="50061" y="92670"/>
                </a:lnTo>
                <a:lnTo>
                  <a:pt x="49725" y="92657"/>
                </a:lnTo>
                <a:close/>
                <a:moveTo>
                  <a:pt x="172132" y="108236"/>
                </a:moveTo>
                <a:lnTo>
                  <a:pt x="189345" y="108236"/>
                </a:lnTo>
                <a:lnTo>
                  <a:pt x="189345" y="60866"/>
                </a:lnTo>
                <a:lnTo>
                  <a:pt x="189352" y="60275"/>
                </a:lnTo>
                <a:lnTo>
                  <a:pt x="189371" y="59695"/>
                </a:lnTo>
                <a:lnTo>
                  <a:pt x="189402" y="59127"/>
                </a:lnTo>
                <a:lnTo>
                  <a:pt x="189447" y="58571"/>
                </a:lnTo>
                <a:lnTo>
                  <a:pt x="189504" y="58026"/>
                </a:lnTo>
                <a:lnTo>
                  <a:pt x="189573" y="57492"/>
                </a:lnTo>
                <a:lnTo>
                  <a:pt x="189656" y="56970"/>
                </a:lnTo>
                <a:lnTo>
                  <a:pt x="189751" y="56459"/>
                </a:lnTo>
                <a:lnTo>
                  <a:pt x="189858" y="55960"/>
                </a:lnTo>
                <a:lnTo>
                  <a:pt x="189979" y="55472"/>
                </a:lnTo>
                <a:lnTo>
                  <a:pt x="190112" y="54996"/>
                </a:lnTo>
                <a:lnTo>
                  <a:pt x="190258" y="54531"/>
                </a:lnTo>
                <a:lnTo>
                  <a:pt x="190416" y="54078"/>
                </a:lnTo>
                <a:lnTo>
                  <a:pt x="190587" y="53636"/>
                </a:lnTo>
                <a:lnTo>
                  <a:pt x="190771" y="53206"/>
                </a:lnTo>
                <a:lnTo>
                  <a:pt x="190967" y="52787"/>
                </a:lnTo>
                <a:lnTo>
                  <a:pt x="191176" y="52380"/>
                </a:lnTo>
                <a:lnTo>
                  <a:pt x="191398" y="51984"/>
                </a:lnTo>
                <a:lnTo>
                  <a:pt x="191633" y="51599"/>
                </a:lnTo>
                <a:lnTo>
                  <a:pt x="191880" y="51226"/>
                </a:lnTo>
                <a:lnTo>
                  <a:pt x="192140" y="50865"/>
                </a:lnTo>
                <a:lnTo>
                  <a:pt x="192412" y="50515"/>
                </a:lnTo>
                <a:lnTo>
                  <a:pt x="192697" y="50176"/>
                </a:lnTo>
                <a:lnTo>
                  <a:pt x="192995" y="49849"/>
                </a:lnTo>
                <a:lnTo>
                  <a:pt x="193304" y="49535"/>
                </a:lnTo>
                <a:lnTo>
                  <a:pt x="193622" y="49233"/>
                </a:lnTo>
                <a:lnTo>
                  <a:pt x="193949" y="48946"/>
                </a:lnTo>
                <a:lnTo>
                  <a:pt x="194286" y="48671"/>
                </a:lnTo>
                <a:lnTo>
                  <a:pt x="194632" y="48410"/>
                </a:lnTo>
                <a:lnTo>
                  <a:pt x="194988" y="48162"/>
                </a:lnTo>
                <a:lnTo>
                  <a:pt x="195352" y="47928"/>
                </a:lnTo>
                <a:lnTo>
                  <a:pt x="195726" y="47707"/>
                </a:lnTo>
                <a:lnTo>
                  <a:pt x="196110" y="47500"/>
                </a:lnTo>
                <a:lnTo>
                  <a:pt x="196502" y="47306"/>
                </a:lnTo>
                <a:lnTo>
                  <a:pt x="196904" y="47125"/>
                </a:lnTo>
                <a:lnTo>
                  <a:pt x="197316" y="46957"/>
                </a:lnTo>
                <a:lnTo>
                  <a:pt x="197736" y="46803"/>
                </a:lnTo>
                <a:lnTo>
                  <a:pt x="198166" y="46663"/>
                </a:lnTo>
                <a:lnTo>
                  <a:pt x="198605" y="46536"/>
                </a:lnTo>
                <a:lnTo>
                  <a:pt x="199054" y="46422"/>
                </a:lnTo>
                <a:lnTo>
                  <a:pt x="199512" y="46321"/>
                </a:lnTo>
                <a:lnTo>
                  <a:pt x="199979" y="46234"/>
                </a:lnTo>
                <a:lnTo>
                  <a:pt x="200456" y="46161"/>
                </a:lnTo>
                <a:lnTo>
                  <a:pt x="200941" y="46101"/>
                </a:lnTo>
                <a:lnTo>
                  <a:pt x="201437" y="46054"/>
                </a:lnTo>
                <a:lnTo>
                  <a:pt x="201941" y="46020"/>
                </a:lnTo>
                <a:lnTo>
                  <a:pt x="202455" y="46000"/>
                </a:lnTo>
                <a:lnTo>
                  <a:pt x="202978" y="45993"/>
                </a:lnTo>
                <a:lnTo>
                  <a:pt x="203512" y="46000"/>
                </a:lnTo>
                <a:lnTo>
                  <a:pt x="204037" y="46019"/>
                </a:lnTo>
                <a:lnTo>
                  <a:pt x="204551" y="46052"/>
                </a:lnTo>
                <a:lnTo>
                  <a:pt x="205055" y="46097"/>
                </a:lnTo>
                <a:lnTo>
                  <a:pt x="205550" y="46155"/>
                </a:lnTo>
                <a:lnTo>
                  <a:pt x="206034" y="46226"/>
                </a:lnTo>
                <a:lnTo>
                  <a:pt x="206508" y="46310"/>
                </a:lnTo>
                <a:lnTo>
                  <a:pt x="206972" y="46407"/>
                </a:lnTo>
                <a:lnTo>
                  <a:pt x="207426" y="46516"/>
                </a:lnTo>
                <a:lnTo>
                  <a:pt x="207870" y="46639"/>
                </a:lnTo>
                <a:lnTo>
                  <a:pt x="208304" y="46775"/>
                </a:lnTo>
                <a:lnTo>
                  <a:pt x="208728" y="46923"/>
                </a:lnTo>
                <a:lnTo>
                  <a:pt x="209142" y="47085"/>
                </a:lnTo>
                <a:lnTo>
                  <a:pt x="209545" y="47259"/>
                </a:lnTo>
                <a:lnTo>
                  <a:pt x="209939" y="47446"/>
                </a:lnTo>
                <a:lnTo>
                  <a:pt x="210323" y="47646"/>
                </a:lnTo>
                <a:lnTo>
                  <a:pt x="210696" y="47860"/>
                </a:lnTo>
                <a:lnTo>
                  <a:pt x="211060" y="48086"/>
                </a:lnTo>
                <a:lnTo>
                  <a:pt x="211413" y="48324"/>
                </a:lnTo>
                <a:lnTo>
                  <a:pt x="211757" y="48576"/>
                </a:lnTo>
                <a:lnTo>
                  <a:pt x="212090" y="48841"/>
                </a:lnTo>
                <a:lnTo>
                  <a:pt x="212414" y="49119"/>
                </a:lnTo>
                <a:lnTo>
                  <a:pt x="212727" y="49409"/>
                </a:lnTo>
                <a:lnTo>
                  <a:pt x="213030" y="49713"/>
                </a:lnTo>
                <a:lnTo>
                  <a:pt x="213322" y="50028"/>
                </a:lnTo>
                <a:lnTo>
                  <a:pt x="213602" y="50354"/>
                </a:lnTo>
                <a:lnTo>
                  <a:pt x="213869" y="50691"/>
                </a:lnTo>
                <a:lnTo>
                  <a:pt x="214124" y="51040"/>
                </a:lnTo>
                <a:lnTo>
                  <a:pt x="214367" y="51399"/>
                </a:lnTo>
                <a:lnTo>
                  <a:pt x="214597" y="51769"/>
                </a:lnTo>
                <a:lnTo>
                  <a:pt x="214814" y="52150"/>
                </a:lnTo>
                <a:lnTo>
                  <a:pt x="215019" y="52543"/>
                </a:lnTo>
                <a:lnTo>
                  <a:pt x="215212" y="52946"/>
                </a:lnTo>
                <a:lnTo>
                  <a:pt x="215392" y="53360"/>
                </a:lnTo>
                <a:lnTo>
                  <a:pt x="215560" y="53785"/>
                </a:lnTo>
                <a:lnTo>
                  <a:pt x="215715" y="54221"/>
                </a:lnTo>
                <a:lnTo>
                  <a:pt x="215858" y="54669"/>
                </a:lnTo>
                <a:lnTo>
                  <a:pt x="215989" y="55127"/>
                </a:lnTo>
                <a:lnTo>
                  <a:pt x="216107" y="55596"/>
                </a:lnTo>
                <a:lnTo>
                  <a:pt x="216213" y="56076"/>
                </a:lnTo>
                <a:lnTo>
                  <a:pt x="216306" y="56567"/>
                </a:lnTo>
                <a:lnTo>
                  <a:pt x="216387" y="57069"/>
                </a:lnTo>
                <a:lnTo>
                  <a:pt x="216455" y="57583"/>
                </a:lnTo>
                <a:lnTo>
                  <a:pt x="216511" y="58107"/>
                </a:lnTo>
                <a:lnTo>
                  <a:pt x="216555" y="58642"/>
                </a:lnTo>
                <a:lnTo>
                  <a:pt x="216586" y="59188"/>
                </a:lnTo>
                <a:lnTo>
                  <a:pt x="216604" y="59745"/>
                </a:lnTo>
                <a:lnTo>
                  <a:pt x="216611" y="60313"/>
                </a:lnTo>
                <a:lnTo>
                  <a:pt x="216611" y="108236"/>
                </a:lnTo>
                <a:lnTo>
                  <a:pt x="233824" y="108236"/>
                </a:lnTo>
                <a:lnTo>
                  <a:pt x="233824" y="58525"/>
                </a:lnTo>
                <a:lnTo>
                  <a:pt x="233812" y="57490"/>
                </a:lnTo>
                <a:lnTo>
                  <a:pt x="233777" y="56472"/>
                </a:lnTo>
                <a:lnTo>
                  <a:pt x="233719" y="55472"/>
                </a:lnTo>
                <a:lnTo>
                  <a:pt x="233638" y="54489"/>
                </a:lnTo>
                <a:lnTo>
                  <a:pt x="233534" y="53525"/>
                </a:lnTo>
                <a:lnTo>
                  <a:pt x="233406" y="52578"/>
                </a:lnTo>
                <a:lnTo>
                  <a:pt x="233255" y="51648"/>
                </a:lnTo>
                <a:lnTo>
                  <a:pt x="233082" y="50737"/>
                </a:lnTo>
                <a:lnTo>
                  <a:pt x="232884" y="49843"/>
                </a:lnTo>
                <a:lnTo>
                  <a:pt x="232664" y="48967"/>
                </a:lnTo>
                <a:lnTo>
                  <a:pt x="232421" y="48108"/>
                </a:lnTo>
                <a:lnTo>
                  <a:pt x="232154" y="47267"/>
                </a:lnTo>
                <a:lnTo>
                  <a:pt x="231864" y="46444"/>
                </a:lnTo>
                <a:lnTo>
                  <a:pt x="231551" y="45639"/>
                </a:lnTo>
                <a:lnTo>
                  <a:pt x="231214" y="44851"/>
                </a:lnTo>
                <a:lnTo>
                  <a:pt x="230855" y="44081"/>
                </a:lnTo>
                <a:lnTo>
                  <a:pt x="230472" y="43329"/>
                </a:lnTo>
                <a:lnTo>
                  <a:pt x="230066" y="42594"/>
                </a:lnTo>
                <a:lnTo>
                  <a:pt x="229637" y="41877"/>
                </a:lnTo>
                <a:lnTo>
                  <a:pt x="229185" y="41178"/>
                </a:lnTo>
                <a:lnTo>
                  <a:pt x="228710" y="40496"/>
                </a:lnTo>
                <a:lnTo>
                  <a:pt x="228211" y="39832"/>
                </a:lnTo>
                <a:lnTo>
                  <a:pt x="227689" y="39186"/>
                </a:lnTo>
                <a:lnTo>
                  <a:pt x="227144" y="38557"/>
                </a:lnTo>
                <a:lnTo>
                  <a:pt x="226580" y="37951"/>
                </a:lnTo>
                <a:lnTo>
                  <a:pt x="226000" y="37370"/>
                </a:lnTo>
                <a:lnTo>
                  <a:pt x="225405" y="36814"/>
                </a:lnTo>
                <a:lnTo>
                  <a:pt x="224794" y="36285"/>
                </a:lnTo>
                <a:lnTo>
                  <a:pt x="224167" y="35782"/>
                </a:lnTo>
                <a:lnTo>
                  <a:pt x="223525" y="35304"/>
                </a:lnTo>
                <a:lnTo>
                  <a:pt x="222868" y="34852"/>
                </a:lnTo>
                <a:lnTo>
                  <a:pt x="222195" y="34426"/>
                </a:lnTo>
                <a:lnTo>
                  <a:pt x="221506" y="34026"/>
                </a:lnTo>
                <a:lnTo>
                  <a:pt x="220802" y="33651"/>
                </a:lnTo>
                <a:lnTo>
                  <a:pt x="220083" y="33303"/>
                </a:lnTo>
                <a:lnTo>
                  <a:pt x="219347" y="32980"/>
                </a:lnTo>
                <a:lnTo>
                  <a:pt x="218597" y="32683"/>
                </a:lnTo>
                <a:lnTo>
                  <a:pt x="217830" y="32412"/>
                </a:lnTo>
                <a:lnTo>
                  <a:pt x="217049" y="32167"/>
                </a:lnTo>
                <a:lnTo>
                  <a:pt x="216251" y="31947"/>
                </a:lnTo>
                <a:lnTo>
                  <a:pt x="215438" y="31754"/>
                </a:lnTo>
                <a:lnTo>
                  <a:pt x="214610" y="31586"/>
                </a:lnTo>
                <a:lnTo>
                  <a:pt x="213766" y="31444"/>
                </a:lnTo>
                <a:lnTo>
                  <a:pt x="212906" y="31328"/>
                </a:lnTo>
                <a:lnTo>
                  <a:pt x="212031" y="31237"/>
                </a:lnTo>
                <a:lnTo>
                  <a:pt x="211141" y="31173"/>
                </a:lnTo>
                <a:lnTo>
                  <a:pt x="210235" y="31134"/>
                </a:lnTo>
                <a:lnTo>
                  <a:pt x="209313" y="31121"/>
                </a:lnTo>
                <a:lnTo>
                  <a:pt x="208528" y="31130"/>
                </a:lnTo>
                <a:lnTo>
                  <a:pt x="207758" y="31157"/>
                </a:lnTo>
                <a:lnTo>
                  <a:pt x="207001" y="31203"/>
                </a:lnTo>
                <a:lnTo>
                  <a:pt x="206259" y="31266"/>
                </a:lnTo>
                <a:lnTo>
                  <a:pt x="205530" y="31348"/>
                </a:lnTo>
                <a:lnTo>
                  <a:pt x="204816" y="31448"/>
                </a:lnTo>
                <a:lnTo>
                  <a:pt x="204116" y="31566"/>
                </a:lnTo>
                <a:lnTo>
                  <a:pt x="203430" y="31703"/>
                </a:lnTo>
                <a:lnTo>
                  <a:pt x="202758" y="31857"/>
                </a:lnTo>
                <a:lnTo>
                  <a:pt x="202100" y="32030"/>
                </a:lnTo>
                <a:lnTo>
                  <a:pt x="201456" y="32221"/>
                </a:lnTo>
                <a:lnTo>
                  <a:pt x="200827" y="32430"/>
                </a:lnTo>
                <a:lnTo>
                  <a:pt x="200211" y="32657"/>
                </a:lnTo>
                <a:lnTo>
                  <a:pt x="199610" y="32902"/>
                </a:lnTo>
                <a:lnTo>
                  <a:pt x="199023" y="33166"/>
                </a:lnTo>
                <a:lnTo>
                  <a:pt x="198449" y="33447"/>
                </a:lnTo>
                <a:lnTo>
                  <a:pt x="197890" y="33747"/>
                </a:lnTo>
                <a:lnTo>
                  <a:pt x="197345" y="34065"/>
                </a:lnTo>
                <a:lnTo>
                  <a:pt x="196814" y="34402"/>
                </a:lnTo>
                <a:lnTo>
                  <a:pt x="196297" y="34756"/>
                </a:lnTo>
                <a:lnTo>
                  <a:pt x="195795" y="35128"/>
                </a:lnTo>
                <a:lnTo>
                  <a:pt x="195306" y="35519"/>
                </a:lnTo>
                <a:lnTo>
                  <a:pt x="194832" y="35928"/>
                </a:lnTo>
                <a:lnTo>
                  <a:pt x="194371" y="36355"/>
                </a:lnTo>
                <a:lnTo>
                  <a:pt x="193928" y="36798"/>
                </a:lnTo>
                <a:lnTo>
                  <a:pt x="193503" y="37256"/>
                </a:lnTo>
                <a:lnTo>
                  <a:pt x="193097" y="37728"/>
                </a:lnTo>
                <a:lnTo>
                  <a:pt x="192710" y="38214"/>
                </a:lnTo>
                <a:lnTo>
                  <a:pt x="192342" y="38715"/>
                </a:lnTo>
                <a:lnTo>
                  <a:pt x="191992" y="39229"/>
                </a:lnTo>
                <a:lnTo>
                  <a:pt x="191662" y="39759"/>
                </a:lnTo>
                <a:lnTo>
                  <a:pt x="191350" y="40302"/>
                </a:lnTo>
                <a:lnTo>
                  <a:pt x="191058" y="40860"/>
                </a:lnTo>
                <a:lnTo>
                  <a:pt x="190784" y="41432"/>
                </a:lnTo>
                <a:lnTo>
                  <a:pt x="190529" y="42019"/>
                </a:lnTo>
                <a:lnTo>
                  <a:pt x="190293" y="42620"/>
                </a:lnTo>
                <a:lnTo>
                  <a:pt x="190076" y="43235"/>
                </a:lnTo>
                <a:lnTo>
                  <a:pt x="189877" y="43865"/>
                </a:lnTo>
                <a:lnTo>
                  <a:pt x="189698" y="44509"/>
                </a:lnTo>
                <a:lnTo>
                  <a:pt x="189538" y="45167"/>
                </a:lnTo>
                <a:lnTo>
                  <a:pt x="189396" y="45840"/>
                </a:lnTo>
                <a:lnTo>
                  <a:pt x="189273" y="46527"/>
                </a:lnTo>
                <a:lnTo>
                  <a:pt x="189210" y="46956"/>
                </a:lnTo>
                <a:lnTo>
                  <a:pt x="188933" y="46956"/>
                </a:lnTo>
                <a:lnTo>
                  <a:pt x="188933" y="32497"/>
                </a:lnTo>
                <a:lnTo>
                  <a:pt x="172132" y="32497"/>
                </a:lnTo>
                <a:lnTo>
                  <a:pt x="172132" y="108236"/>
                </a:lnTo>
                <a:close/>
                <a:moveTo>
                  <a:pt x="132336" y="32497"/>
                </a:moveTo>
                <a:lnTo>
                  <a:pt x="92815" y="32497"/>
                </a:lnTo>
                <a:lnTo>
                  <a:pt x="92815" y="48059"/>
                </a:lnTo>
                <a:lnTo>
                  <a:pt x="115812" y="48059"/>
                </a:lnTo>
                <a:lnTo>
                  <a:pt x="115812" y="92538"/>
                </a:lnTo>
                <a:lnTo>
                  <a:pt x="89373" y="92538"/>
                </a:lnTo>
                <a:lnTo>
                  <a:pt x="89373" y="108236"/>
                </a:lnTo>
                <a:lnTo>
                  <a:pt x="155746" y="108236"/>
                </a:lnTo>
                <a:lnTo>
                  <a:pt x="155746" y="92538"/>
                </a:lnTo>
                <a:lnTo>
                  <a:pt x="132336" y="92538"/>
                </a:lnTo>
                <a:lnTo>
                  <a:pt x="132336" y="32497"/>
                </a:lnTo>
                <a:close/>
                <a:moveTo>
                  <a:pt x="374792" y="109380"/>
                </a:moveTo>
                <a:lnTo>
                  <a:pt x="375923" y="109305"/>
                </a:lnTo>
                <a:lnTo>
                  <a:pt x="377028" y="109209"/>
                </a:lnTo>
                <a:lnTo>
                  <a:pt x="378109" y="109092"/>
                </a:lnTo>
                <a:lnTo>
                  <a:pt x="379165" y="108954"/>
                </a:lnTo>
                <a:lnTo>
                  <a:pt x="380197" y="108795"/>
                </a:lnTo>
                <a:lnTo>
                  <a:pt x="381204" y="108614"/>
                </a:lnTo>
                <a:lnTo>
                  <a:pt x="382187" y="108412"/>
                </a:lnTo>
                <a:lnTo>
                  <a:pt x="383144" y="108188"/>
                </a:lnTo>
                <a:lnTo>
                  <a:pt x="384078" y="107944"/>
                </a:lnTo>
                <a:lnTo>
                  <a:pt x="384986" y="107678"/>
                </a:lnTo>
                <a:lnTo>
                  <a:pt x="385870" y="107390"/>
                </a:lnTo>
                <a:lnTo>
                  <a:pt x="386729" y="107082"/>
                </a:lnTo>
                <a:lnTo>
                  <a:pt x="387564" y="106752"/>
                </a:lnTo>
                <a:lnTo>
                  <a:pt x="388374" y="106401"/>
                </a:lnTo>
                <a:lnTo>
                  <a:pt x="389159" y="106029"/>
                </a:lnTo>
                <a:lnTo>
                  <a:pt x="389920" y="105635"/>
                </a:lnTo>
                <a:lnTo>
                  <a:pt x="390656" y="105220"/>
                </a:lnTo>
                <a:lnTo>
                  <a:pt x="391368" y="104784"/>
                </a:lnTo>
                <a:lnTo>
                  <a:pt x="392055" y="104327"/>
                </a:lnTo>
                <a:lnTo>
                  <a:pt x="392717" y="103848"/>
                </a:lnTo>
                <a:lnTo>
                  <a:pt x="393354" y="103348"/>
                </a:lnTo>
                <a:lnTo>
                  <a:pt x="393967" y="102829"/>
                </a:lnTo>
                <a:lnTo>
                  <a:pt x="394553" y="102293"/>
                </a:lnTo>
                <a:lnTo>
                  <a:pt x="395114" y="101740"/>
                </a:lnTo>
                <a:lnTo>
                  <a:pt x="395648" y="101169"/>
                </a:lnTo>
                <a:lnTo>
                  <a:pt x="396156" y="100582"/>
                </a:lnTo>
                <a:lnTo>
                  <a:pt x="396638" y="99978"/>
                </a:lnTo>
                <a:lnTo>
                  <a:pt x="397094" y="99357"/>
                </a:lnTo>
                <a:lnTo>
                  <a:pt x="397524" y="98719"/>
                </a:lnTo>
                <a:lnTo>
                  <a:pt x="397928" y="98064"/>
                </a:lnTo>
                <a:lnTo>
                  <a:pt x="398306" y="97392"/>
                </a:lnTo>
                <a:lnTo>
                  <a:pt x="398658" y="96703"/>
                </a:lnTo>
                <a:lnTo>
                  <a:pt x="398984" y="95997"/>
                </a:lnTo>
                <a:lnTo>
                  <a:pt x="399283" y="95274"/>
                </a:lnTo>
                <a:lnTo>
                  <a:pt x="399557" y="94534"/>
                </a:lnTo>
                <a:lnTo>
                  <a:pt x="399805" y="93778"/>
                </a:lnTo>
                <a:lnTo>
                  <a:pt x="400026" y="93004"/>
                </a:lnTo>
                <a:lnTo>
                  <a:pt x="400222" y="92213"/>
                </a:lnTo>
                <a:lnTo>
                  <a:pt x="400391" y="91405"/>
                </a:lnTo>
                <a:lnTo>
                  <a:pt x="400534" y="90580"/>
                </a:lnTo>
                <a:lnTo>
                  <a:pt x="400652" y="89739"/>
                </a:lnTo>
                <a:lnTo>
                  <a:pt x="400743" y="88880"/>
                </a:lnTo>
                <a:lnTo>
                  <a:pt x="400808" y="88005"/>
                </a:lnTo>
                <a:lnTo>
                  <a:pt x="400847" y="87112"/>
                </a:lnTo>
                <a:lnTo>
                  <a:pt x="400860" y="86202"/>
                </a:lnTo>
                <a:lnTo>
                  <a:pt x="400849" y="85350"/>
                </a:lnTo>
                <a:lnTo>
                  <a:pt x="400816" y="84516"/>
                </a:lnTo>
                <a:lnTo>
                  <a:pt x="400760" y="83699"/>
                </a:lnTo>
                <a:lnTo>
                  <a:pt x="400682" y="82899"/>
                </a:lnTo>
                <a:lnTo>
                  <a:pt x="400582" y="82117"/>
                </a:lnTo>
                <a:lnTo>
                  <a:pt x="400460" y="81353"/>
                </a:lnTo>
                <a:lnTo>
                  <a:pt x="400315" y="80606"/>
                </a:lnTo>
                <a:lnTo>
                  <a:pt x="400149" y="79876"/>
                </a:lnTo>
                <a:lnTo>
                  <a:pt x="399960" y="79164"/>
                </a:lnTo>
                <a:lnTo>
                  <a:pt x="399749" y="78469"/>
                </a:lnTo>
                <a:lnTo>
                  <a:pt x="399515" y="77791"/>
                </a:lnTo>
                <a:lnTo>
                  <a:pt x="399259" y="77131"/>
                </a:lnTo>
                <a:lnTo>
                  <a:pt x="398982" y="76489"/>
                </a:lnTo>
                <a:lnTo>
                  <a:pt x="398681" y="75864"/>
                </a:lnTo>
                <a:lnTo>
                  <a:pt x="398359" y="75256"/>
                </a:lnTo>
                <a:lnTo>
                  <a:pt x="398015" y="74666"/>
                </a:lnTo>
                <a:lnTo>
                  <a:pt x="397648" y="74094"/>
                </a:lnTo>
                <a:lnTo>
                  <a:pt x="397259" y="73538"/>
                </a:lnTo>
                <a:lnTo>
                  <a:pt x="396847" y="73001"/>
                </a:lnTo>
                <a:lnTo>
                  <a:pt x="396414" y="72480"/>
                </a:lnTo>
                <a:lnTo>
                  <a:pt x="395958" y="71977"/>
                </a:lnTo>
                <a:lnTo>
                  <a:pt x="395480" y="71492"/>
                </a:lnTo>
                <a:lnTo>
                  <a:pt x="394980" y="71024"/>
                </a:lnTo>
                <a:lnTo>
                  <a:pt x="394458" y="70574"/>
                </a:lnTo>
                <a:lnTo>
                  <a:pt x="393912" y="70138"/>
                </a:lnTo>
                <a:lnTo>
                  <a:pt x="393341" y="69713"/>
                </a:lnTo>
                <a:lnTo>
                  <a:pt x="392746" y="69301"/>
                </a:lnTo>
                <a:lnTo>
                  <a:pt x="392126" y="68900"/>
                </a:lnTo>
                <a:lnTo>
                  <a:pt x="391482" y="68511"/>
                </a:lnTo>
                <a:lnTo>
                  <a:pt x="390813" y="68134"/>
                </a:lnTo>
                <a:lnTo>
                  <a:pt x="390119" y="67768"/>
                </a:lnTo>
                <a:lnTo>
                  <a:pt x="389401" y="67414"/>
                </a:lnTo>
                <a:lnTo>
                  <a:pt x="388658" y="67072"/>
                </a:lnTo>
                <a:lnTo>
                  <a:pt x="387891" y="66741"/>
                </a:lnTo>
                <a:lnTo>
                  <a:pt x="387099" y="66422"/>
                </a:lnTo>
                <a:lnTo>
                  <a:pt x="386282" y="66115"/>
                </a:lnTo>
                <a:lnTo>
                  <a:pt x="385440" y="65820"/>
                </a:lnTo>
                <a:lnTo>
                  <a:pt x="384574" y="65536"/>
                </a:lnTo>
                <a:lnTo>
                  <a:pt x="383684" y="65264"/>
                </a:lnTo>
                <a:lnTo>
                  <a:pt x="382768" y="65004"/>
                </a:lnTo>
                <a:lnTo>
                  <a:pt x="381828" y="64755"/>
                </a:lnTo>
                <a:lnTo>
                  <a:pt x="380864" y="64518"/>
                </a:lnTo>
                <a:lnTo>
                  <a:pt x="379875" y="64293"/>
                </a:lnTo>
                <a:lnTo>
                  <a:pt x="378861" y="64080"/>
                </a:lnTo>
                <a:lnTo>
                  <a:pt x="377822" y="63878"/>
                </a:lnTo>
                <a:lnTo>
                  <a:pt x="376759" y="63688"/>
                </a:lnTo>
                <a:lnTo>
                  <a:pt x="375671" y="63510"/>
                </a:lnTo>
                <a:lnTo>
                  <a:pt x="374559" y="63343"/>
                </a:lnTo>
                <a:lnTo>
                  <a:pt x="364782" y="61967"/>
                </a:lnTo>
                <a:lnTo>
                  <a:pt x="364351" y="61896"/>
                </a:lnTo>
                <a:lnTo>
                  <a:pt x="363930" y="61822"/>
                </a:lnTo>
                <a:lnTo>
                  <a:pt x="363519" y="61744"/>
                </a:lnTo>
                <a:lnTo>
                  <a:pt x="363118" y="61663"/>
                </a:lnTo>
                <a:lnTo>
                  <a:pt x="362728" y="61578"/>
                </a:lnTo>
                <a:lnTo>
                  <a:pt x="362347" y="61489"/>
                </a:lnTo>
                <a:lnTo>
                  <a:pt x="361976" y="61397"/>
                </a:lnTo>
                <a:lnTo>
                  <a:pt x="361615" y="61302"/>
                </a:lnTo>
                <a:lnTo>
                  <a:pt x="361264" y="61202"/>
                </a:lnTo>
                <a:lnTo>
                  <a:pt x="360924" y="61099"/>
                </a:lnTo>
                <a:lnTo>
                  <a:pt x="360593" y="60993"/>
                </a:lnTo>
                <a:lnTo>
                  <a:pt x="360272" y="60883"/>
                </a:lnTo>
                <a:lnTo>
                  <a:pt x="359962" y="60769"/>
                </a:lnTo>
                <a:lnTo>
                  <a:pt x="359661" y="60652"/>
                </a:lnTo>
                <a:lnTo>
                  <a:pt x="359371" y="60531"/>
                </a:lnTo>
                <a:lnTo>
                  <a:pt x="359090" y="60406"/>
                </a:lnTo>
                <a:lnTo>
                  <a:pt x="358820" y="60278"/>
                </a:lnTo>
                <a:lnTo>
                  <a:pt x="358559" y="60147"/>
                </a:lnTo>
                <a:lnTo>
                  <a:pt x="358309" y="60012"/>
                </a:lnTo>
                <a:lnTo>
                  <a:pt x="358068" y="59873"/>
                </a:lnTo>
                <a:lnTo>
                  <a:pt x="357838" y="59730"/>
                </a:lnTo>
                <a:lnTo>
                  <a:pt x="357618" y="59584"/>
                </a:lnTo>
                <a:lnTo>
                  <a:pt x="357408" y="59435"/>
                </a:lnTo>
                <a:lnTo>
                  <a:pt x="357207" y="59282"/>
                </a:lnTo>
                <a:lnTo>
                  <a:pt x="357016" y="59123"/>
                </a:lnTo>
                <a:lnTo>
                  <a:pt x="356833" y="58958"/>
                </a:lnTo>
                <a:lnTo>
                  <a:pt x="356659" y="58785"/>
                </a:lnTo>
                <a:lnTo>
                  <a:pt x="356492" y="58606"/>
                </a:lnTo>
                <a:lnTo>
                  <a:pt x="356334" y="58420"/>
                </a:lnTo>
                <a:lnTo>
                  <a:pt x="356183" y="58227"/>
                </a:lnTo>
                <a:lnTo>
                  <a:pt x="356041" y="58027"/>
                </a:lnTo>
                <a:lnTo>
                  <a:pt x="355907" y="57820"/>
                </a:lnTo>
                <a:lnTo>
                  <a:pt x="355781" y="57606"/>
                </a:lnTo>
                <a:lnTo>
                  <a:pt x="355663" y="57385"/>
                </a:lnTo>
                <a:lnTo>
                  <a:pt x="355553" y="57158"/>
                </a:lnTo>
                <a:lnTo>
                  <a:pt x="355452" y="56923"/>
                </a:lnTo>
                <a:lnTo>
                  <a:pt x="355358" y="56681"/>
                </a:lnTo>
                <a:lnTo>
                  <a:pt x="355273" y="56433"/>
                </a:lnTo>
                <a:lnTo>
                  <a:pt x="355196" y="56177"/>
                </a:lnTo>
                <a:lnTo>
                  <a:pt x="355127" y="55915"/>
                </a:lnTo>
                <a:lnTo>
                  <a:pt x="355066" y="55646"/>
                </a:lnTo>
                <a:lnTo>
                  <a:pt x="355013" y="55369"/>
                </a:lnTo>
                <a:lnTo>
                  <a:pt x="354968" y="55086"/>
                </a:lnTo>
                <a:lnTo>
                  <a:pt x="354932" y="54796"/>
                </a:lnTo>
                <a:lnTo>
                  <a:pt x="354903" y="54499"/>
                </a:lnTo>
                <a:lnTo>
                  <a:pt x="354883" y="54195"/>
                </a:lnTo>
                <a:lnTo>
                  <a:pt x="354871" y="53884"/>
                </a:lnTo>
                <a:lnTo>
                  <a:pt x="354867" y="53566"/>
                </a:lnTo>
                <a:lnTo>
                  <a:pt x="354871" y="53225"/>
                </a:lnTo>
                <a:lnTo>
                  <a:pt x="354885" y="52892"/>
                </a:lnTo>
                <a:lnTo>
                  <a:pt x="354908" y="52565"/>
                </a:lnTo>
                <a:lnTo>
                  <a:pt x="354941" y="52245"/>
                </a:lnTo>
                <a:lnTo>
                  <a:pt x="354983" y="51932"/>
                </a:lnTo>
                <a:lnTo>
                  <a:pt x="355034" y="51626"/>
                </a:lnTo>
                <a:lnTo>
                  <a:pt x="355095" y="51327"/>
                </a:lnTo>
                <a:lnTo>
                  <a:pt x="355165" y="51034"/>
                </a:lnTo>
                <a:lnTo>
                  <a:pt x="355244" y="50749"/>
                </a:lnTo>
                <a:lnTo>
                  <a:pt x="355333" y="50471"/>
                </a:lnTo>
                <a:lnTo>
                  <a:pt x="355431" y="50199"/>
                </a:lnTo>
                <a:lnTo>
                  <a:pt x="355538" y="49935"/>
                </a:lnTo>
                <a:lnTo>
                  <a:pt x="355654" y="49677"/>
                </a:lnTo>
                <a:lnTo>
                  <a:pt x="355780" y="49427"/>
                </a:lnTo>
                <a:lnTo>
                  <a:pt x="355916" y="49183"/>
                </a:lnTo>
                <a:lnTo>
                  <a:pt x="356060" y="48946"/>
                </a:lnTo>
                <a:lnTo>
                  <a:pt x="356214" y="48717"/>
                </a:lnTo>
                <a:lnTo>
                  <a:pt x="356377" y="48494"/>
                </a:lnTo>
                <a:lnTo>
                  <a:pt x="356550" y="48278"/>
                </a:lnTo>
                <a:lnTo>
                  <a:pt x="356731" y="48069"/>
                </a:lnTo>
                <a:lnTo>
                  <a:pt x="356923" y="47867"/>
                </a:lnTo>
                <a:lnTo>
                  <a:pt x="357123" y="47672"/>
                </a:lnTo>
                <a:lnTo>
                  <a:pt x="357333" y="47484"/>
                </a:lnTo>
                <a:lnTo>
                  <a:pt x="357552" y="47303"/>
                </a:lnTo>
                <a:lnTo>
                  <a:pt x="357781" y="47128"/>
                </a:lnTo>
                <a:lnTo>
                  <a:pt x="358022" y="46962"/>
                </a:lnTo>
                <a:lnTo>
                  <a:pt x="358274" y="46802"/>
                </a:lnTo>
                <a:lnTo>
                  <a:pt x="358537" y="46650"/>
                </a:lnTo>
                <a:lnTo>
                  <a:pt x="358811" y="46506"/>
                </a:lnTo>
                <a:lnTo>
                  <a:pt x="359097" y="46369"/>
                </a:lnTo>
                <a:lnTo>
                  <a:pt x="359394" y="46239"/>
                </a:lnTo>
                <a:lnTo>
                  <a:pt x="359702" y="46117"/>
                </a:lnTo>
                <a:lnTo>
                  <a:pt x="360021" y="46002"/>
                </a:lnTo>
                <a:lnTo>
                  <a:pt x="360351" y="45894"/>
                </a:lnTo>
                <a:lnTo>
                  <a:pt x="360693" y="45794"/>
                </a:lnTo>
                <a:lnTo>
                  <a:pt x="361046" y="45701"/>
                </a:lnTo>
                <a:lnTo>
                  <a:pt x="361410" y="45616"/>
                </a:lnTo>
                <a:lnTo>
                  <a:pt x="361786" y="45538"/>
                </a:lnTo>
                <a:lnTo>
                  <a:pt x="362173" y="45468"/>
                </a:lnTo>
                <a:lnTo>
                  <a:pt x="362571" y="45405"/>
                </a:lnTo>
                <a:lnTo>
                  <a:pt x="362980" y="45349"/>
                </a:lnTo>
                <a:lnTo>
                  <a:pt x="363400" y="45301"/>
                </a:lnTo>
                <a:lnTo>
                  <a:pt x="363832" y="45260"/>
                </a:lnTo>
                <a:lnTo>
                  <a:pt x="364275" y="45227"/>
                </a:lnTo>
                <a:lnTo>
                  <a:pt x="364729" y="45201"/>
                </a:lnTo>
                <a:lnTo>
                  <a:pt x="365194" y="45183"/>
                </a:lnTo>
                <a:lnTo>
                  <a:pt x="365671" y="45171"/>
                </a:lnTo>
                <a:lnTo>
                  <a:pt x="366158" y="45168"/>
                </a:lnTo>
                <a:lnTo>
                  <a:pt x="371393" y="45168"/>
                </a:lnTo>
                <a:lnTo>
                  <a:pt x="371791" y="45171"/>
                </a:lnTo>
                <a:lnTo>
                  <a:pt x="372183" y="45181"/>
                </a:lnTo>
                <a:lnTo>
                  <a:pt x="372568" y="45198"/>
                </a:lnTo>
                <a:lnTo>
                  <a:pt x="372947" y="45221"/>
                </a:lnTo>
                <a:lnTo>
                  <a:pt x="373320" y="45251"/>
                </a:lnTo>
                <a:lnTo>
                  <a:pt x="373686" y="45288"/>
                </a:lnTo>
                <a:lnTo>
                  <a:pt x="374045" y="45332"/>
                </a:lnTo>
                <a:lnTo>
                  <a:pt x="374398" y="45382"/>
                </a:lnTo>
                <a:lnTo>
                  <a:pt x="374745" y="45439"/>
                </a:lnTo>
                <a:lnTo>
                  <a:pt x="375085" y="45503"/>
                </a:lnTo>
                <a:lnTo>
                  <a:pt x="375419" y="45573"/>
                </a:lnTo>
                <a:lnTo>
                  <a:pt x="375746" y="45650"/>
                </a:lnTo>
                <a:lnTo>
                  <a:pt x="376067" y="45734"/>
                </a:lnTo>
                <a:lnTo>
                  <a:pt x="376382" y="45824"/>
                </a:lnTo>
                <a:lnTo>
                  <a:pt x="376690" y="45921"/>
                </a:lnTo>
                <a:lnTo>
                  <a:pt x="376991" y="46025"/>
                </a:lnTo>
                <a:lnTo>
                  <a:pt x="377286" y="46136"/>
                </a:lnTo>
                <a:lnTo>
                  <a:pt x="377575" y="46253"/>
                </a:lnTo>
                <a:lnTo>
                  <a:pt x="377857" y="46377"/>
                </a:lnTo>
                <a:lnTo>
                  <a:pt x="378133" y="46507"/>
                </a:lnTo>
                <a:lnTo>
                  <a:pt x="378402" y="46645"/>
                </a:lnTo>
                <a:lnTo>
                  <a:pt x="378665" y="46789"/>
                </a:lnTo>
                <a:lnTo>
                  <a:pt x="378921" y="46939"/>
                </a:lnTo>
                <a:lnTo>
                  <a:pt x="379171" y="47097"/>
                </a:lnTo>
                <a:lnTo>
                  <a:pt x="379414" y="47259"/>
                </a:lnTo>
                <a:lnTo>
                  <a:pt x="379647" y="47425"/>
                </a:lnTo>
                <a:lnTo>
                  <a:pt x="379872" y="47596"/>
                </a:lnTo>
                <a:lnTo>
                  <a:pt x="380087" y="47769"/>
                </a:lnTo>
                <a:lnTo>
                  <a:pt x="380294" y="47947"/>
                </a:lnTo>
                <a:lnTo>
                  <a:pt x="380492" y="48129"/>
                </a:lnTo>
                <a:lnTo>
                  <a:pt x="380682" y="48314"/>
                </a:lnTo>
                <a:lnTo>
                  <a:pt x="380862" y="48504"/>
                </a:lnTo>
                <a:lnTo>
                  <a:pt x="381034" y="48697"/>
                </a:lnTo>
                <a:lnTo>
                  <a:pt x="381196" y="48893"/>
                </a:lnTo>
                <a:lnTo>
                  <a:pt x="381350" y="49094"/>
                </a:lnTo>
                <a:lnTo>
                  <a:pt x="381495" y="49299"/>
                </a:lnTo>
                <a:lnTo>
                  <a:pt x="381631" y="49507"/>
                </a:lnTo>
                <a:lnTo>
                  <a:pt x="381759" y="49719"/>
                </a:lnTo>
                <a:lnTo>
                  <a:pt x="381877" y="49935"/>
                </a:lnTo>
                <a:lnTo>
                  <a:pt x="381987" y="50155"/>
                </a:lnTo>
                <a:lnTo>
                  <a:pt x="382088" y="50379"/>
                </a:lnTo>
                <a:lnTo>
                  <a:pt x="382180" y="50606"/>
                </a:lnTo>
                <a:lnTo>
                  <a:pt x="382263" y="50837"/>
                </a:lnTo>
                <a:lnTo>
                  <a:pt x="382337" y="51073"/>
                </a:lnTo>
                <a:lnTo>
                  <a:pt x="382403" y="51312"/>
                </a:lnTo>
                <a:lnTo>
                  <a:pt x="382459" y="51554"/>
                </a:lnTo>
                <a:lnTo>
                  <a:pt x="382507" y="51801"/>
                </a:lnTo>
                <a:lnTo>
                  <a:pt x="382546" y="52051"/>
                </a:lnTo>
                <a:lnTo>
                  <a:pt x="399759" y="52051"/>
                </a:lnTo>
                <a:lnTo>
                  <a:pt x="399701" y="51266"/>
                </a:lnTo>
                <a:lnTo>
                  <a:pt x="399618" y="50494"/>
                </a:lnTo>
                <a:lnTo>
                  <a:pt x="399512" y="49736"/>
                </a:lnTo>
                <a:lnTo>
                  <a:pt x="399380" y="48991"/>
                </a:lnTo>
                <a:lnTo>
                  <a:pt x="399225" y="48260"/>
                </a:lnTo>
                <a:lnTo>
                  <a:pt x="399045" y="47541"/>
                </a:lnTo>
                <a:lnTo>
                  <a:pt x="398840" y="46837"/>
                </a:lnTo>
                <a:lnTo>
                  <a:pt x="398611" y="46145"/>
                </a:lnTo>
                <a:lnTo>
                  <a:pt x="398358" y="45467"/>
                </a:lnTo>
                <a:lnTo>
                  <a:pt x="398081" y="44803"/>
                </a:lnTo>
                <a:lnTo>
                  <a:pt x="397779" y="44151"/>
                </a:lnTo>
                <a:lnTo>
                  <a:pt x="397452" y="43514"/>
                </a:lnTo>
                <a:lnTo>
                  <a:pt x="397102" y="42889"/>
                </a:lnTo>
                <a:lnTo>
                  <a:pt x="396726" y="42278"/>
                </a:lnTo>
                <a:lnTo>
                  <a:pt x="396327" y="41680"/>
                </a:lnTo>
                <a:lnTo>
                  <a:pt x="395903" y="41096"/>
                </a:lnTo>
                <a:lnTo>
                  <a:pt x="395455" y="40525"/>
                </a:lnTo>
                <a:lnTo>
                  <a:pt x="394982" y="39968"/>
                </a:lnTo>
                <a:lnTo>
                  <a:pt x="394485" y="39423"/>
                </a:lnTo>
                <a:lnTo>
                  <a:pt x="393963" y="38893"/>
                </a:lnTo>
                <a:lnTo>
                  <a:pt x="393418" y="38375"/>
                </a:lnTo>
                <a:lnTo>
                  <a:pt x="392847" y="37871"/>
                </a:lnTo>
                <a:lnTo>
                  <a:pt x="392253" y="37381"/>
                </a:lnTo>
                <a:lnTo>
                  <a:pt x="391634" y="36904"/>
                </a:lnTo>
                <a:lnTo>
                  <a:pt x="390994" y="36443"/>
                </a:lnTo>
                <a:lnTo>
                  <a:pt x="390336" y="36002"/>
                </a:lnTo>
                <a:lnTo>
                  <a:pt x="389661" y="35580"/>
                </a:lnTo>
                <a:lnTo>
                  <a:pt x="388968" y="35178"/>
                </a:lnTo>
                <a:lnTo>
                  <a:pt x="388257" y="34796"/>
                </a:lnTo>
                <a:lnTo>
                  <a:pt x="387529" y="34434"/>
                </a:lnTo>
                <a:lnTo>
                  <a:pt x="386783" y="34090"/>
                </a:lnTo>
                <a:lnTo>
                  <a:pt x="386019" y="33767"/>
                </a:lnTo>
                <a:lnTo>
                  <a:pt x="385237" y="33463"/>
                </a:lnTo>
                <a:lnTo>
                  <a:pt x="384438" y="33179"/>
                </a:lnTo>
                <a:lnTo>
                  <a:pt x="383621" y="32914"/>
                </a:lnTo>
                <a:lnTo>
                  <a:pt x="382787" y="32669"/>
                </a:lnTo>
                <a:lnTo>
                  <a:pt x="381935" y="32444"/>
                </a:lnTo>
                <a:lnTo>
                  <a:pt x="381065" y="32238"/>
                </a:lnTo>
                <a:lnTo>
                  <a:pt x="380177" y="32052"/>
                </a:lnTo>
                <a:lnTo>
                  <a:pt x="379272" y="31885"/>
                </a:lnTo>
                <a:lnTo>
                  <a:pt x="378349" y="31738"/>
                </a:lnTo>
                <a:lnTo>
                  <a:pt x="377408" y="31611"/>
                </a:lnTo>
                <a:lnTo>
                  <a:pt x="376450" y="31503"/>
                </a:lnTo>
                <a:lnTo>
                  <a:pt x="375474" y="31415"/>
                </a:lnTo>
                <a:lnTo>
                  <a:pt x="374480" y="31346"/>
                </a:lnTo>
                <a:lnTo>
                  <a:pt x="373469" y="31297"/>
                </a:lnTo>
                <a:lnTo>
                  <a:pt x="372439" y="31267"/>
                </a:lnTo>
                <a:lnTo>
                  <a:pt x="371393" y="31258"/>
                </a:lnTo>
                <a:lnTo>
                  <a:pt x="366158" y="31258"/>
                </a:lnTo>
                <a:lnTo>
                  <a:pt x="365011" y="31268"/>
                </a:lnTo>
                <a:lnTo>
                  <a:pt x="363887" y="31298"/>
                </a:lnTo>
                <a:lnTo>
                  <a:pt x="362787" y="31349"/>
                </a:lnTo>
                <a:lnTo>
                  <a:pt x="361710" y="31420"/>
                </a:lnTo>
                <a:lnTo>
                  <a:pt x="360656" y="31512"/>
                </a:lnTo>
                <a:lnTo>
                  <a:pt x="359626" y="31624"/>
                </a:lnTo>
                <a:lnTo>
                  <a:pt x="358619" y="31756"/>
                </a:lnTo>
                <a:lnTo>
                  <a:pt x="357636" y="31908"/>
                </a:lnTo>
                <a:lnTo>
                  <a:pt x="356676" y="32081"/>
                </a:lnTo>
                <a:lnTo>
                  <a:pt x="355740" y="32274"/>
                </a:lnTo>
                <a:lnTo>
                  <a:pt x="354827" y="32487"/>
                </a:lnTo>
                <a:lnTo>
                  <a:pt x="353937" y="32721"/>
                </a:lnTo>
                <a:lnTo>
                  <a:pt x="353071" y="32975"/>
                </a:lnTo>
                <a:lnTo>
                  <a:pt x="352228" y="33250"/>
                </a:lnTo>
                <a:lnTo>
                  <a:pt x="351409" y="33544"/>
                </a:lnTo>
                <a:lnTo>
                  <a:pt x="350613" y="33859"/>
                </a:lnTo>
                <a:lnTo>
                  <a:pt x="349841" y="34195"/>
                </a:lnTo>
                <a:lnTo>
                  <a:pt x="349092" y="34551"/>
                </a:lnTo>
                <a:lnTo>
                  <a:pt x="348366" y="34927"/>
                </a:lnTo>
                <a:lnTo>
                  <a:pt x="347664" y="35323"/>
                </a:lnTo>
                <a:lnTo>
                  <a:pt x="346985" y="35740"/>
                </a:lnTo>
                <a:lnTo>
                  <a:pt x="346330" y="36177"/>
                </a:lnTo>
                <a:lnTo>
                  <a:pt x="345698" y="36634"/>
                </a:lnTo>
                <a:lnTo>
                  <a:pt x="345090" y="37112"/>
                </a:lnTo>
                <a:lnTo>
                  <a:pt x="344505" y="37608"/>
                </a:lnTo>
                <a:lnTo>
                  <a:pt x="343946" y="38120"/>
                </a:lnTo>
                <a:lnTo>
                  <a:pt x="343411" y="38649"/>
                </a:lnTo>
                <a:lnTo>
                  <a:pt x="342902" y="39194"/>
                </a:lnTo>
                <a:lnTo>
                  <a:pt x="342417" y="39756"/>
                </a:lnTo>
                <a:lnTo>
                  <a:pt x="341957" y="40335"/>
                </a:lnTo>
                <a:lnTo>
                  <a:pt x="341522" y="40929"/>
                </a:lnTo>
                <a:lnTo>
                  <a:pt x="341111" y="41541"/>
                </a:lnTo>
                <a:lnTo>
                  <a:pt x="340726" y="42169"/>
                </a:lnTo>
                <a:lnTo>
                  <a:pt x="340365" y="42813"/>
                </a:lnTo>
                <a:lnTo>
                  <a:pt x="340030" y="43474"/>
                </a:lnTo>
                <a:lnTo>
                  <a:pt x="339719" y="44151"/>
                </a:lnTo>
                <a:lnTo>
                  <a:pt x="339433" y="44845"/>
                </a:lnTo>
                <a:lnTo>
                  <a:pt x="339172" y="45555"/>
                </a:lnTo>
                <a:lnTo>
                  <a:pt x="338936" y="46282"/>
                </a:lnTo>
                <a:lnTo>
                  <a:pt x="338724" y="47026"/>
                </a:lnTo>
                <a:lnTo>
                  <a:pt x="338538" y="47785"/>
                </a:lnTo>
                <a:lnTo>
                  <a:pt x="338376" y="48562"/>
                </a:lnTo>
                <a:lnTo>
                  <a:pt x="338239" y="49355"/>
                </a:lnTo>
                <a:lnTo>
                  <a:pt x="338128" y="50164"/>
                </a:lnTo>
                <a:lnTo>
                  <a:pt x="338041" y="50990"/>
                </a:lnTo>
                <a:lnTo>
                  <a:pt x="337978" y="51832"/>
                </a:lnTo>
                <a:lnTo>
                  <a:pt x="337941" y="52691"/>
                </a:lnTo>
                <a:lnTo>
                  <a:pt x="337929" y="53566"/>
                </a:lnTo>
                <a:lnTo>
                  <a:pt x="337939" y="54407"/>
                </a:lnTo>
                <a:lnTo>
                  <a:pt x="337971" y="55229"/>
                </a:lnTo>
                <a:lnTo>
                  <a:pt x="338023" y="56034"/>
                </a:lnTo>
                <a:lnTo>
                  <a:pt x="338097" y="56822"/>
                </a:lnTo>
                <a:lnTo>
                  <a:pt x="338192" y="57591"/>
                </a:lnTo>
                <a:lnTo>
                  <a:pt x="338307" y="58343"/>
                </a:lnTo>
                <a:lnTo>
                  <a:pt x="338444" y="59077"/>
                </a:lnTo>
                <a:lnTo>
                  <a:pt x="338602" y="59794"/>
                </a:lnTo>
                <a:lnTo>
                  <a:pt x="338781" y="60493"/>
                </a:lnTo>
                <a:lnTo>
                  <a:pt x="338981" y="61174"/>
                </a:lnTo>
                <a:lnTo>
                  <a:pt x="339202" y="61838"/>
                </a:lnTo>
                <a:lnTo>
                  <a:pt x="339444" y="62483"/>
                </a:lnTo>
                <a:lnTo>
                  <a:pt x="339707" y="63111"/>
                </a:lnTo>
                <a:lnTo>
                  <a:pt x="339991" y="63722"/>
                </a:lnTo>
                <a:lnTo>
                  <a:pt x="340296" y="64314"/>
                </a:lnTo>
                <a:lnTo>
                  <a:pt x="340622" y="64889"/>
                </a:lnTo>
                <a:lnTo>
                  <a:pt x="340969" y="65447"/>
                </a:lnTo>
                <a:lnTo>
                  <a:pt x="341337" y="65986"/>
                </a:lnTo>
                <a:lnTo>
                  <a:pt x="341727" y="66508"/>
                </a:lnTo>
                <a:lnTo>
                  <a:pt x="342137" y="67013"/>
                </a:lnTo>
                <a:lnTo>
                  <a:pt x="342568" y="67499"/>
                </a:lnTo>
                <a:lnTo>
                  <a:pt x="343021" y="67968"/>
                </a:lnTo>
                <a:lnTo>
                  <a:pt x="343494" y="68419"/>
                </a:lnTo>
                <a:lnTo>
                  <a:pt x="343989" y="68853"/>
                </a:lnTo>
                <a:lnTo>
                  <a:pt x="344505" y="69271"/>
                </a:lnTo>
                <a:lnTo>
                  <a:pt x="345046" y="69679"/>
                </a:lnTo>
                <a:lnTo>
                  <a:pt x="345611" y="70075"/>
                </a:lnTo>
                <a:lnTo>
                  <a:pt x="346200" y="70459"/>
                </a:lnTo>
                <a:lnTo>
                  <a:pt x="346812" y="70832"/>
                </a:lnTo>
                <a:lnTo>
                  <a:pt x="347449" y="71194"/>
                </a:lnTo>
                <a:lnTo>
                  <a:pt x="348109" y="71544"/>
                </a:lnTo>
                <a:lnTo>
                  <a:pt x="348793" y="71882"/>
                </a:lnTo>
                <a:lnTo>
                  <a:pt x="349501" y="72209"/>
                </a:lnTo>
                <a:lnTo>
                  <a:pt x="350234" y="72525"/>
                </a:lnTo>
                <a:lnTo>
                  <a:pt x="350989" y="72829"/>
                </a:lnTo>
                <a:lnTo>
                  <a:pt x="351769" y="73122"/>
                </a:lnTo>
                <a:lnTo>
                  <a:pt x="352573" y="73403"/>
                </a:lnTo>
                <a:lnTo>
                  <a:pt x="353401" y="73673"/>
                </a:lnTo>
                <a:lnTo>
                  <a:pt x="354252" y="73931"/>
                </a:lnTo>
                <a:lnTo>
                  <a:pt x="355128" y="74178"/>
                </a:lnTo>
                <a:lnTo>
                  <a:pt x="356027" y="74413"/>
                </a:lnTo>
                <a:lnTo>
                  <a:pt x="356950" y="74637"/>
                </a:lnTo>
                <a:lnTo>
                  <a:pt x="357898" y="74849"/>
                </a:lnTo>
                <a:lnTo>
                  <a:pt x="358869" y="75050"/>
                </a:lnTo>
                <a:lnTo>
                  <a:pt x="359864" y="75239"/>
                </a:lnTo>
                <a:lnTo>
                  <a:pt x="360882" y="75417"/>
                </a:lnTo>
                <a:lnTo>
                  <a:pt x="361925" y="75583"/>
                </a:lnTo>
                <a:lnTo>
                  <a:pt x="362992" y="75738"/>
                </a:lnTo>
                <a:lnTo>
                  <a:pt x="372355" y="77115"/>
                </a:lnTo>
                <a:lnTo>
                  <a:pt x="372843" y="77175"/>
                </a:lnTo>
                <a:lnTo>
                  <a:pt x="373320" y="77240"/>
                </a:lnTo>
                <a:lnTo>
                  <a:pt x="373787" y="77312"/>
                </a:lnTo>
                <a:lnTo>
                  <a:pt x="374243" y="77388"/>
                </a:lnTo>
                <a:lnTo>
                  <a:pt x="374688" y="77470"/>
                </a:lnTo>
                <a:lnTo>
                  <a:pt x="375122" y="77558"/>
                </a:lnTo>
                <a:lnTo>
                  <a:pt x="375545" y="77651"/>
                </a:lnTo>
                <a:lnTo>
                  <a:pt x="375958" y="77750"/>
                </a:lnTo>
                <a:lnTo>
                  <a:pt x="376360" y="77854"/>
                </a:lnTo>
                <a:lnTo>
                  <a:pt x="376751" y="77964"/>
                </a:lnTo>
                <a:lnTo>
                  <a:pt x="377132" y="78079"/>
                </a:lnTo>
                <a:lnTo>
                  <a:pt x="377501" y="78199"/>
                </a:lnTo>
                <a:lnTo>
                  <a:pt x="377860" y="78325"/>
                </a:lnTo>
                <a:lnTo>
                  <a:pt x="378208" y="78457"/>
                </a:lnTo>
                <a:lnTo>
                  <a:pt x="378546" y="78594"/>
                </a:lnTo>
                <a:lnTo>
                  <a:pt x="378872" y="78737"/>
                </a:lnTo>
                <a:lnTo>
                  <a:pt x="379188" y="78885"/>
                </a:lnTo>
                <a:lnTo>
                  <a:pt x="379493" y="79038"/>
                </a:lnTo>
                <a:lnTo>
                  <a:pt x="379788" y="79197"/>
                </a:lnTo>
                <a:lnTo>
                  <a:pt x="380071" y="79362"/>
                </a:lnTo>
                <a:lnTo>
                  <a:pt x="380344" y="79532"/>
                </a:lnTo>
                <a:lnTo>
                  <a:pt x="380606" y="79708"/>
                </a:lnTo>
                <a:lnTo>
                  <a:pt x="380858" y="79889"/>
                </a:lnTo>
                <a:lnTo>
                  <a:pt x="381098" y="80075"/>
                </a:lnTo>
                <a:lnTo>
                  <a:pt x="381329" y="80267"/>
                </a:lnTo>
                <a:lnTo>
                  <a:pt x="381549" y="80466"/>
                </a:lnTo>
                <a:lnTo>
                  <a:pt x="381760" y="80670"/>
                </a:lnTo>
                <a:lnTo>
                  <a:pt x="381961" y="80880"/>
                </a:lnTo>
                <a:lnTo>
                  <a:pt x="382152" y="81096"/>
                </a:lnTo>
                <a:lnTo>
                  <a:pt x="382334" y="81319"/>
                </a:lnTo>
                <a:lnTo>
                  <a:pt x="382505" y="81547"/>
                </a:lnTo>
                <a:lnTo>
                  <a:pt x="382667" y="81781"/>
                </a:lnTo>
                <a:lnTo>
                  <a:pt x="382819" y="82021"/>
                </a:lnTo>
                <a:lnTo>
                  <a:pt x="382961" y="82267"/>
                </a:lnTo>
                <a:lnTo>
                  <a:pt x="383094" y="82519"/>
                </a:lnTo>
                <a:lnTo>
                  <a:pt x="383216" y="82777"/>
                </a:lnTo>
                <a:lnTo>
                  <a:pt x="383329" y="83041"/>
                </a:lnTo>
                <a:lnTo>
                  <a:pt x="383432" y="83311"/>
                </a:lnTo>
                <a:lnTo>
                  <a:pt x="383525" y="83588"/>
                </a:lnTo>
                <a:lnTo>
                  <a:pt x="383608" y="83870"/>
                </a:lnTo>
                <a:lnTo>
                  <a:pt x="383682" y="84158"/>
                </a:lnTo>
                <a:lnTo>
                  <a:pt x="383746" y="84452"/>
                </a:lnTo>
                <a:lnTo>
                  <a:pt x="383800" y="84751"/>
                </a:lnTo>
                <a:lnTo>
                  <a:pt x="383844" y="85057"/>
                </a:lnTo>
                <a:lnTo>
                  <a:pt x="383878" y="85369"/>
                </a:lnTo>
                <a:lnTo>
                  <a:pt x="383903" y="85687"/>
                </a:lnTo>
                <a:lnTo>
                  <a:pt x="383917" y="86011"/>
                </a:lnTo>
                <a:lnTo>
                  <a:pt x="383922" y="86341"/>
                </a:lnTo>
                <a:lnTo>
                  <a:pt x="383917" y="86694"/>
                </a:lnTo>
                <a:lnTo>
                  <a:pt x="383900" y="87040"/>
                </a:lnTo>
                <a:lnTo>
                  <a:pt x="383873" y="87380"/>
                </a:lnTo>
                <a:lnTo>
                  <a:pt x="383834" y="87714"/>
                </a:lnTo>
                <a:lnTo>
                  <a:pt x="383785" y="88042"/>
                </a:lnTo>
                <a:lnTo>
                  <a:pt x="383724" y="88363"/>
                </a:lnTo>
                <a:lnTo>
                  <a:pt x="383653" y="88678"/>
                </a:lnTo>
                <a:lnTo>
                  <a:pt x="383570" y="88987"/>
                </a:lnTo>
                <a:lnTo>
                  <a:pt x="383477" y="89290"/>
                </a:lnTo>
                <a:lnTo>
                  <a:pt x="383372" y="89587"/>
                </a:lnTo>
                <a:lnTo>
                  <a:pt x="383257" y="89877"/>
                </a:lnTo>
                <a:lnTo>
                  <a:pt x="383131" y="90162"/>
                </a:lnTo>
                <a:lnTo>
                  <a:pt x="382993" y="90440"/>
                </a:lnTo>
                <a:lnTo>
                  <a:pt x="382845" y="90711"/>
                </a:lnTo>
                <a:lnTo>
                  <a:pt x="382685" y="90977"/>
                </a:lnTo>
                <a:lnTo>
                  <a:pt x="382515" y="91236"/>
                </a:lnTo>
                <a:lnTo>
                  <a:pt x="382333" y="91490"/>
                </a:lnTo>
                <a:lnTo>
                  <a:pt x="382141" y="91737"/>
                </a:lnTo>
                <a:lnTo>
                  <a:pt x="381938" y="91977"/>
                </a:lnTo>
                <a:lnTo>
                  <a:pt x="381723" y="92212"/>
                </a:lnTo>
                <a:lnTo>
                  <a:pt x="381498" y="92440"/>
                </a:lnTo>
                <a:lnTo>
                  <a:pt x="381261" y="92662"/>
                </a:lnTo>
                <a:lnTo>
                  <a:pt x="381014" y="92878"/>
                </a:lnTo>
                <a:lnTo>
                  <a:pt x="380756" y="93088"/>
                </a:lnTo>
                <a:lnTo>
                  <a:pt x="380486" y="93290"/>
                </a:lnTo>
                <a:lnTo>
                  <a:pt x="380206" y="93484"/>
                </a:lnTo>
                <a:lnTo>
                  <a:pt x="379914" y="93669"/>
                </a:lnTo>
                <a:lnTo>
                  <a:pt x="379612" y="93846"/>
                </a:lnTo>
                <a:lnTo>
                  <a:pt x="379299" y="94014"/>
                </a:lnTo>
                <a:lnTo>
                  <a:pt x="378974" y="94173"/>
                </a:lnTo>
                <a:lnTo>
                  <a:pt x="378639" y="94323"/>
                </a:lnTo>
                <a:lnTo>
                  <a:pt x="378293" y="94465"/>
                </a:lnTo>
                <a:lnTo>
                  <a:pt x="377935" y="94599"/>
                </a:lnTo>
                <a:lnTo>
                  <a:pt x="377567" y="94724"/>
                </a:lnTo>
                <a:lnTo>
                  <a:pt x="377187" y="94840"/>
                </a:lnTo>
                <a:lnTo>
                  <a:pt x="376797" y="94948"/>
                </a:lnTo>
                <a:lnTo>
                  <a:pt x="376396" y="95047"/>
                </a:lnTo>
                <a:lnTo>
                  <a:pt x="375983" y="95137"/>
                </a:lnTo>
                <a:lnTo>
                  <a:pt x="375560" y="95219"/>
                </a:lnTo>
                <a:lnTo>
                  <a:pt x="375125" y="95292"/>
                </a:lnTo>
                <a:lnTo>
                  <a:pt x="374680" y="95357"/>
                </a:lnTo>
                <a:lnTo>
                  <a:pt x="374223" y="95412"/>
                </a:lnTo>
                <a:lnTo>
                  <a:pt x="373756" y="95460"/>
                </a:lnTo>
                <a:lnTo>
                  <a:pt x="373278" y="95499"/>
                </a:lnTo>
                <a:lnTo>
                  <a:pt x="372788" y="95529"/>
                </a:lnTo>
                <a:lnTo>
                  <a:pt x="372288" y="95550"/>
                </a:lnTo>
                <a:lnTo>
                  <a:pt x="371776" y="95563"/>
                </a:lnTo>
                <a:lnTo>
                  <a:pt x="371254" y="95567"/>
                </a:lnTo>
                <a:lnTo>
                  <a:pt x="365196" y="95567"/>
                </a:lnTo>
                <a:lnTo>
                  <a:pt x="364763" y="95564"/>
                </a:lnTo>
                <a:lnTo>
                  <a:pt x="364338" y="95552"/>
                </a:lnTo>
                <a:lnTo>
                  <a:pt x="363919" y="95533"/>
                </a:lnTo>
                <a:lnTo>
                  <a:pt x="363507" y="95506"/>
                </a:lnTo>
                <a:lnTo>
                  <a:pt x="363102" y="95472"/>
                </a:lnTo>
                <a:lnTo>
                  <a:pt x="362704" y="95430"/>
                </a:lnTo>
                <a:lnTo>
                  <a:pt x="362313" y="95380"/>
                </a:lnTo>
                <a:lnTo>
                  <a:pt x="361929" y="95323"/>
                </a:lnTo>
                <a:lnTo>
                  <a:pt x="361552" y="95258"/>
                </a:lnTo>
                <a:lnTo>
                  <a:pt x="361181" y="95185"/>
                </a:lnTo>
                <a:lnTo>
                  <a:pt x="360818" y="95105"/>
                </a:lnTo>
                <a:lnTo>
                  <a:pt x="360462" y="95017"/>
                </a:lnTo>
                <a:lnTo>
                  <a:pt x="360112" y="94921"/>
                </a:lnTo>
                <a:lnTo>
                  <a:pt x="359770" y="94818"/>
                </a:lnTo>
                <a:lnTo>
                  <a:pt x="359434" y="94707"/>
                </a:lnTo>
                <a:lnTo>
                  <a:pt x="359105" y="94589"/>
                </a:lnTo>
                <a:lnTo>
                  <a:pt x="358784" y="94463"/>
                </a:lnTo>
                <a:lnTo>
                  <a:pt x="358469" y="94329"/>
                </a:lnTo>
                <a:lnTo>
                  <a:pt x="358161" y="94187"/>
                </a:lnTo>
                <a:lnTo>
                  <a:pt x="357860" y="94038"/>
                </a:lnTo>
                <a:lnTo>
                  <a:pt x="357566" y="93881"/>
                </a:lnTo>
                <a:lnTo>
                  <a:pt x="357279" y="93717"/>
                </a:lnTo>
                <a:lnTo>
                  <a:pt x="356999" y="93545"/>
                </a:lnTo>
                <a:lnTo>
                  <a:pt x="356726" y="93365"/>
                </a:lnTo>
                <a:lnTo>
                  <a:pt x="356462" y="93179"/>
                </a:lnTo>
                <a:lnTo>
                  <a:pt x="356207" y="92988"/>
                </a:lnTo>
                <a:lnTo>
                  <a:pt x="355963" y="92793"/>
                </a:lnTo>
                <a:lnTo>
                  <a:pt x="355730" y="92592"/>
                </a:lnTo>
                <a:lnTo>
                  <a:pt x="355506" y="92387"/>
                </a:lnTo>
                <a:lnTo>
                  <a:pt x="355293" y="92177"/>
                </a:lnTo>
                <a:lnTo>
                  <a:pt x="355090" y="91963"/>
                </a:lnTo>
                <a:lnTo>
                  <a:pt x="354898" y="91743"/>
                </a:lnTo>
                <a:lnTo>
                  <a:pt x="354716" y="91519"/>
                </a:lnTo>
                <a:lnTo>
                  <a:pt x="354544" y="91290"/>
                </a:lnTo>
                <a:lnTo>
                  <a:pt x="354382" y="91056"/>
                </a:lnTo>
                <a:lnTo>
                  <a:pt x="354230" y="90817"/>
                </a:lnTo>
                <a:lnTo>
                  <a:pt x="354089" y="90574"/>
                </a:lnTo>
                <a:lnTo>
                  <a:pt x="353958" y="90326"/>
                </a:lnTo>
                <a:lnTo>
                  <a:pt x="353838" y="90073"/>
                </a:lnTo>
                <a:lnTo>
                  <a:pt x="353727" y="89815"/>
                </a:lnTo>
                <a:lnTo>
                  <a:pt x="353627" y="89552"/>
                </a:lnTo>
                <a:lnTo>
                  <a:pt x="353538" y="89285"/>
                </a:lnTo>
                <a:lnTo>
                  <a:pt x="353458" y="89013"/>
                </a:lnTo>
                <a:lnTo>
                  <a:pt x="353389" y="88736"/>
                </a:lnTo>
                <a:lnTo>
                  <a:pt x="353330" y="88454"/>
                </a:lnTo>
                <a:lnTo>
                  <a:pt x="353281" y="88168"/>
                </a:lnTo>
                <a:lnTo>
                  <a:pt x="353243" y="87877"/>
                </a:lnTo>
                <a:lnTo>
                  <a:pt x="353215" y="87581"/>
                </a:lnTo>
                <a:lnTo>
                  <a:pt x="336002" y="87581"/>
                </a:lnTo>
                <a:lnTo>
                  <a:pt x="336031" y="88128"/>
                </a:lnTo>
                <a:lnTo>
                  <a:pt x="336071" y="88670"/>
                </a:lnTo>
                <a:lnTo>
                  <a:pt x="336123" y="89206"/>
                </a:lnTo>
                <a:lnTo>
                  <a:pt x="336187" y="89736"/>
                </a:lnTo>
                <a:lnTo>
                  <a:pt x="336263" y="90260"/>
                </a:lnTo>
                <a:lnTo>
                  <a:pt x="336350" y="90777"/>
                </a:lnTo>
                <a:lnTo>
                  <a:pt x="336449" y="91289"/>
                </a:lnTo>
                <a:lnTo>
                  <a:pt x="336560" y="91795"/>
                </a:lnTo>
                <a:lnTo>
                  <a:pt x="336683" y="92295"/>
                </a:lnTo>
                <a:lnTo>
                  <a:pt x="336817" y="92789"/>
                </a:lnTo>
                <a:lnTo>
                  <a:pt x="336963" y="93277"/>
                </a:lnTo>
                <a:lnTo>
                  <a:pt x="337120" y="93759"/>
                </a:lnTo>
                <a:lnTo>
                  <a:pt x="337290" y="94235"/>
                </a:lnTo>
                <a:lnTo>
                  <a:pt x="337471" y="94706"/>
                </a:lnTo>
                <a:lnTo>
                  <a:pt x="337663" y="95170"/>
                </a:lnTo>
                <a:lnTo>
                  <a:pt x="337868" y="95628"/>
                </a:lnTo>
                <a:lnTo>
                  <a:pt x="338084" y="96080"/>
                </a:lnTo>
                <a:lnTo>
                  <a:pt x="338312" y="96526"/>
                </a:lnTo>
                <a:lnTo>
                  <a:pt x="338551" y="96967"/>
                </a:lnTo>
                <a:lnTo>
                  <a:pt x="338803" y="97401"/>
                </a:lnTo>
                <a:lnTo>
                  <a:pt x="339066" y="97829"/>
                </a:lnTo>
                <a:lnTo>
                  <a:pt x="339340" y="98252"/>
                </a:lnTo>
                <a:lnTo>
                  <a:pt x="339627" y="98668"/>
                </a:lnTo>
                <a:lnTo>
                  <a:pt x="339925" y="99079"/>
                </a:lnTo>
                <a:lnTo>
                  <a:pt x="340234" y="99482"/>
                </a:lnTo>
                <a:lnTo>
                  <a:pt x="340553" y="99878"/>
                </a:lnTo>
                <a:lnTo>
                  <a:pt x="340881" y="100267"/>
                </a:lnTo>
                <a:lnTo>
                  <a:pt x="341220" y="100648"/>
                </a:lnTo>
                <a:lnTo>
                  <a:pt x="341568" y="101022"/>
                </a:lnTo>
                <a:lnTo>
                  <a:pt x="341926" y="101389"/>
                </a:lnTo>
                <a:lnTo>
                  <a:pt x="342294" y="101748"/>
                </a:lnTo>
                <a:lnTo>
                  <a:pt x="342672" y="102100"/>
                </a:lnTo>
                <a:lnTo>
                  <a:pt x="343059" y="102444"/>
                </a:lnTo>
                <a:lnTo>
                  <a:pt x="343456" y="102781"/>
                </a:lnTo>
                <a:lnTo>
                  <a:pt x="343863" y="103111"/>
                </a:lnTo>
                <a:lnTo>
                  <a:pt x="344280" y="103433"/>
                </a:lnTo>
                <a:lnTo>
                  <a:pt x="344707" y="103748"/>
                </a:lnTo>
                <a:lnTo>
                  <a:pt x="345143" y="104055"/>
                </a:lnTo>
                <a:lnTo>
                  <a:pt x="345589" y="104355"/>
                </a:lnTo>
                <a:lnTo>
                  <a:pt x="346045" y="104647"/>
                </a:lnTo>
                <a:lnTo>
                  <a:pt x="346511" y="104932"/>
                </a:lnTo>
                <a:lnTo>
                  <a:pt x="346987" y="105210"/>
                </a:lnTo>
                <a:lnTo>
                  <a:pt x="347472" y="105480"/>
                </a:lnTo>
                <a:lnTo>
                  <a:pt x="347967" y="105743"/>
                </a:lnTo>
                <a:lnTo>
                  <a:pt x="348473" y="105999"/>
                </a:lnTo>
                <a:lnTo>
                  <a:pt x="348987" y="106247"/>
                </a:lnTo>
                <a:lnTo>
                  <a:pt x="349512" y="106487"/>
                </a:lnTo>
                <a:lnTo>
                  <a:pt x="350046" y="106721"/>
                </a:lnTo>
                <a:lnTo>
                  <a:pt x="350590" y="106945"/>
                </a:lnTo>
                <a:lnTo>
                  <a:pt x="351141" y="107161"/>
                </a:lnTo>
                <a:lnTo>
                  <a:pt x="351699" y="107366"/>
                </a:lnTo>
                <a:lnTo>
                  <a:pt x="352265" y="107562"/>
                </a:lnTo>
                <a:lnTo>
                  <a:pt x="352839" y="107749"/>
                </a:lnTo>
                <a:lnTo>
                  <a:pt x="353421" y="107926"/>
                </a:lnTo>
                <a:lnTo>
                  <a:pt x="354010" y="108093"/>
                </a:lnTo>
                <a:lnTo>
                  <a:pt x="354607" y="108251"/>
                </a:lnTo>
                <a:lnTo>
                  <a:pt x="355211" y="108399"/>
                </a:lnTo>
                <a:lnTo>
                  <a:pt x="355824" y="108538"/>
                </a:lnTo>
                <a:lnTo>
                  <a:pt x="356443" y="108667"/>
                </a:lnTo>
                <a:lnTo>
                  <a:pt x="357071" y="108787"/>
                </a:lnTo>
                <a:lnTo>
                  <a:pt x="357706" y="108897"/>
                </a:lnTo>
                <a:lnTo>
                  <a:pt x="358348" y="108997"/>
                </a:lnTo>
                <a:lnTo>
                  <a:pt x="358999" y="109088"/>
                </a:lnTo>
                <a:lnTo>
                  <a:pt x="359657" y="109169"/>
                </a:lnTo>
                <a:lnTo>
                  <a:pt x="360322" y="109241"/>
                </a:lnTo>
                <a:lnTo>
                  <a:pt x="360996" y="109303"/>
                </a:lnTo>
                <a:lnTo>
                  <a:pt x="361677" y="109356"/>
                </a:lnTo>
                <a:lnTo>
                  <a:pt x="362365" y="109399"/>
                </a:lnTo>
                <a:lnTo>
                  <a:pt x="363062" y="109432"/>
                </a:lnTo>
                <a:lnTo>
                  <a:pt x="363765" y="109456"/>
                </a:lnTo>
                <a:lnTo>
                  <a:pt x="364477" y="109471"/>
                </a:lnTo>
                <a:lnTo>
                  <a:pt x="365196" y="109475"/>
                </a:lnTo>
                <a:lnTo>
                  <a:pt x="371254" y="109475"/>
                </a:lnTo>
                <a:lnTo>
                  <a:pt x="372458" y="109465"/>
                </a:lnTo>
                <a:lnTo>
                  <a:pt x="373638" y="109433"/>
                </a:lnTo>
                <a:lnTo>
                  <a:pt x="374792" y="109380"/>
                </a:lnTo>
                <a:close/>
                <a:moveTo>
                  <a:pt x="290492" y="109358"/>
                </a:moveTo>
                <a:lnTo>
                  <a:pt x="291432" y="109246"/>
                </a:lnTo>
                <a:lnTo>
                  <a:pt x="292360" y="109114"/>
                </a:lnTo>
                <a:lnTo>
                  <a:pt x="293275" y="108962"/>
                </a:lnTo>
                <a:lnTo>
                  <a:pt x="294177" y="108789"/>
                </a:lnTo>
                <a:lnTo>
                  <a:pt x="295067" y="108596"/>
                </a:lnTo>
                <a:lnTo>
                  <a:pt x="295943" y="108383"/>
                </a:lnTo>
                <a:lnTo>
                  <a:pt x="296808" y="108149"/>
                </a:lnTo>
                <a:lnTo>
                  <a:pt x="297659" y="107895"/>
                </a:lnTo>
                <a:lnTo>
                  <a:pt x="298498" y="107621"/>
                </a:lnTo>
                <a:lnTo>
                  <a:pt x="299324" y="107326"/>
                </a:lnTo>
                <a:lnTo>
                  <a:pt x="300137" y="107011"/>
                </a:lnTo>
                <a:lnTo>
                  <a:pt x="300938" y="106676"/>
                </a:lnTo>
                <a:lnTo>
                  <a:pt x="301726" y="106320"/>
                </a:lnTo>
                <a:lnTo>
                  <a:pt x="302502" y="105944"/>
                </a:lnTo>
                <a:lnTo>
                  <a:pt x="303264" y="105548"/>
                </a:lnTo>
                <a:lnTo>
                  <a:pt x="304014" y="105132"/>
                </a:lnTo>
                <a:lnTo>
                  <a:pt x="304752" y="104695"/>
                </a:lnTo>
                <a:lnTo>
                  <a:pt x="305476" y="104238"/>
                </a:lnTo>
                <a:lnTo>
                  <a:pt x="306188" y="103760"/>
                </a:lnTo>
                <a:lnTo>
                  <a:pt x="306883" y="103266"/>
                </a:lnTo>
                <a:lnTo>
                  <a:pt x="307554" y="102758"/>
                </a:lnTo>
                <a:lnTo>
                  <a:pt x="308203" y="102236"/>
                </a:lnTo>
                <a:lnTo>
                  <a:pt x="308829" y="101700"/>
                </a:lnTo>
                <a:lnTo>
                  <a:pt x="309433" y="101151"/>
                </a:lnTo>
                <a:lnTo>
                  <a:pt x="310014" y="100589"/>
                </a:lnTo>
                <a:lnTo>
                  <a:pt x="310572" y="100013"/>
                </a:lnTo>
                <a:lnTo>
                  <a:pt x="311107" y="99423"/>
                </a:lnTo>
                <a:lnTo>
                  <a:pt x="311620" y="98819"/>
                </a:lnTo>
                <a:lnTo>
                  <a:pt x="312110" y="98202"/>
                </a:lnTo>
                <a:lnTo>
                  <a:pt x="312577" y="97571"/>
                </a:lnTo>
                <a:lnTo>
                  <a:pt x="313022" y="96927"/>
                </a:lnTo>
                <a:lnTo>
                  <a:pt x="313443" y="96269"/>
                </a:lnTo>
                <a:lnTo>
                  <a:pt x="313843" y="95597"/>
                </a:lnTo>
                <a:lnTo>
                  <a:pt x="314219" y="94912"/>
                </a:lnTo>
                <a:lnTo>
                  <a:pt x="314573" y="94213"/>
                </a:lnTo>
                <a:lnTo>
                  <a:pt x="314904" y="93501"/>
                </a:lnTo>
                <a:lnTo>
                  <a:pt x="315212" y="92774"/>
                </a:lnTo>
                <a:lnTo>
                  <a:pt x="315498" y="92035"/>
                </a:lnTo>
                <a:lnTo>
                  <a:pt x="315761" y="91281"/>
                </a:lnTo>
                <a:lnTo>
                  <a:pt x="316001" y="90514"/>
                </a:lnTo>
                <a:lnTo>
                  <a:pt x="316218" y="89733"/>
                </a:lnTo>
                <a:lnTo>
                  <a:pt x="316413" y="88939"/>
                </a:lnTo>
                <a:lnTo>
                  <a:pt x="316585" y="88131"/>
                </a:lnTo>
                <a:lnTo>
                  <a:pt x="299647" y="88131"/>
                </a:lnTo>
                <a:lnTo>
                  <a:pt x="299562" y="88449"/>
                </a:lnTo>
                <a:lnTo>
                  <a:pt x="299468" y="88761"/>
                </a:lnTo>
                <a:lnTo>
                  <a:pt x="299365" y="89066"/>
                </a:lnTo>
                <a:lnTo>
                  <a:pt x="299253" y="89365"/>
                </a:lnTo>
                <a:lnTo>
                  <a:pt x="299132" y="89657"/>
                </a:lnTo>
                <a:lnTo>
                  <a:pt x="299002" y="89943"/>
                </a:lnTo>
                <a:lnTo>
                  <a:pt x="298862" y="90222"/>
                </a:lnTo>
                <a:lnTo>
                  <a:pt x="298714" y="90495"/>
                </a:lnTo>
                <a:lnTo>
                  <a:pt x="298556" y="90762"/>
                </a:lnTo>
                <a:lnTo>
                  <a:pt x="298390" y="91022"/>
                </a:lnTo>
                <a:lnTo>
                  <a:pt x="298214" y="91275"/>
                </a:lnTo>
                <a:lnTo>
                  <a:pt x="298029" y="91522"/>
                </a:lnTo>
                <a:lnTo>
                  <a:pt x="297835" y="91763"/>
                </a:lnTo>
                <a:lnTo>
                  <a:pt x="297632" y="91997"/>
                </a:lnTo>
                <a:lnTo>
                  <a:pt x="297420" y="92225"/>
                </a:lnTo>
                <a:lnTo>
                  <a:pt x="297199" y="92446"/>
                </a:lnTo>
                <a:lnTo>
                  <a:pt x="296969" y="92661"/>
                </a:lnTo>
                <a:lnTo>
                  <a:pt x="296729" y="92869"/>
                </a:lnTo>
                <a:lnTo>
                  <a:pt x="296481" y="93071"/>
                </a:lnTo>
                <a:lnTo>
                  <a:pt x="296223" y="93266"/>
                </a:lnTo>
                <a:lnTo>
                  <a:pt x="295957" y="93455"/>
                </a:lnTo>
                <a:lnTo>
                  <a:pt x="295681" y="93638"/>
                </a:lnTo>
                <a:lnTo>
                  <a:pt x="295396" y="93814"/>
                </a:lnTo>
                <a:lnTo>
                  <a:pt x="295102" y="93983"/>
                </a:lnTo>
                <a:lnTo>
                  <a:pt x="294800" y="94146"/>
                </a:lnTo>
                <a:lnTo>
                  <a:pt x="294490" y="94302"/>
                </a:lnTo>
                <a:lnTo>
                  <a:pt x="294173" y="94451"/>
                </a:lnTo>
                <a:lnTo>
                  <a:pt x="293848" y="94593"/>
                </a:lnTo>
                <a:lnTo>
                  <a:pt x="293515" y="94728"/>
                </a:lnTo>
                <a:lnTo>
                  <a:pt x="293175" y="94856"/>
                </a:lnTo>
                <a:lnTo>
                  <a:pt x="292827" y="94978"/>
                </a:lnTo>
                <a:lnTo>
                  <a:pt x="292471" y="95092"/>
                </a:lnTo>
                <a:lnTo>
                  <a:pt x="292107" y="95200"/>
                </a:lnTo>
                <a:lnTo>
                  <a:pt x="291736" y="95300"/>
                </a:lnTo>
                <a:lnTo>
                  <a:pt x="291358" y="95394"/>
                </a:lnTo>
                <a:lnTo>
                  <a:pt x="290971" y="95480"/>
                </a:lnTo>
                <a:lnTo>
                  <a:pt x="290578" y="95560"/>
                </a:lnTo>
                <a:lnTo>
                  <a:pt x="290176" y="95633"/>
                </a:lnTo>
                <a:lnTo>
                  <a:pt x="289767" y="95699"/>
                </a:lnTo>
                <a:lnTo>
                  <a:pt x="289350" y="95757"/>
                </a:lnTo>
                <a:lnTo>
                  <a:pt x="288925" y="95809"/>
                </a:lnTo>
                <a:lnTo>
                  <a:pt x="288493" y="95855"/>
                </a:lnTo>
                <a:lnTo>
                  <a:pt x="288053" y="95893"/>
                </a:lnTo>
                <a:lnTo>
                  <a:pt x="287606" y="95924"/>
                </a:lnTo>
                <a:lnTo>
                  <a:pt x="287151" y="95948"/>
                </a:lnTo>
                <a:lnTo>
                  <a:pt x="286688" y="95965"/>
                </a:lnTo>
                <a:lnTo>
                  <a:pt x="286218" y="95976"/>
                </a:lnTo>
                <a:lnTo>
                  <a:pt x="285739" y="95979"/>
                </a:lnTo>
                <a:lnTo>
                  <a:pt x="285115" y="95972"/>
                </a:lnTo>
                <a:lnTo>
                  <a:pt x="284503" y="95951"/>
                </a:lnTo>
                <a:lnTo>
                  <a:pt x="283904" y="95916"/>
                </a:lnTo>
                <a:lnTo>
                  <a:pt x="283318" y="95866"/>
                </a:lnTo>
                <a:lnTo>
                  <a:pt x="282745" y="95803"/>
                </a:lnTo>
                <a:lnTo>
                  <a:pt x="282184" y="95725"/>
                </a:lnTo>
                <a:lnTo>
                  <a:pt x="281637" y="95634"/>
                </a:lnTo>
                <a:lnTo>
                  <a:pt x="281103" y="95528"/>
                </a:lnTo>
                <a:lnTo>
                  <a:pt x="280581" y="95408"/>
                </a:lnTo>
                <a:lnTo>
                  <a:pt x="280073" y="95274"/>
                </a:lnTo>
                <a:lnTo>
                  <a:pt x="279577" y="95126"/>
                </a:lnTo>
                <a:lnTo>
                  <a:pt x="279094" y="94964"/>
                </a:lnTo>
                <a:lnTo>
                  <a:pt x="278625" y="94788"/>
                </a:lnTo>
                <a:lnTo>
                  <a:pt x="278168" y="94597"/>
                </a:lnTo>
                <a:lnTo>
                  <a:pt x="277724" y="94393"/>
                </a:lnTo>
                <a:lnTo>
                  <a:pt x="277293" y="94174"/>
                </a:lnTo>
                <a:lnTo>
                  <a:pt x="276874" y="93941"/>
                </a:lnTo>
                <a:lnTo>
                  <a:pt x="276469" y="93695"/>
                </a:lnTo>
                <a:lnTo>
                  <a:pt x="276077" y="93434"/>
                </a:lnTo>
                <a:lnTo>
                  <a:pt x="275697" y="93159"/>
                </a:lnTo>
                <a:lnTo>
                  <a:pt x="275331" y="92870"/>
                </a:lnTo>
                <a:lnTo>
                  <a:pt x="274977" y="92566"/>
                </a:lnTo>
                <a:lnTo>
                  <a:pt x="274637" y="92249"/>
                </a:lnTo>
                <a:lnTo>
                  <a:pt x="274309" y="91918"/>
                </a:lnTo>
                <a:lnTo>
                  <a:pt x="273994" y="91572"/>
                </a:lnTo>
                <a:lnTo>
                  <a:pt x="273693" y="91213"/>
                </a:lnTo>
                <a:lnTo>
                  <a:pt x="273405" y="90841"/>
                </a:lnTo>
                <a:lnTo>
                  <a:pt x="273131" y="90455"/>
                </a:lnTo>
                <a:lnTo>
                  <a:pt x="272870" y="90055"/>
                </a:lnTo>
                <a:lnTo>
                  <a:pt x="272622" y="89642"/>
                </a:lnTo>
                <a:lnTo>
                  <a:pt x="272388" y="89214"/>
                </a:lnTo>
                <a:lnTo>
                  <a:pt x="272167" y="88774"/>
                </a:lnTo>
                <a:lnTo>
                  <a:pt x="271959" y="88319"/>
                </a:lnTo>
                <a:lnTo>
                  <a:pt x="271765" y="87851"/>
                </a:lnTo>
                <a:lnTo>
                  <a:pt x="271584" y="87370"/>
                </a:lnTo>
                <a:lnTo>
                  <a:pt x="271417" y="86875"/>
                </a:lnTo>
                <a:lnTo>
                  <a:pt x="271263" y="86366"/>
                </a:lnTo>
                <a:lnTo>
                  <a:pt x="271123" y="85843"/>
                </a:lnTo>
                <a:lnTo>
                  <a:pt x="270995" y="85307"/>
                </a:lnTo>
                <a:lnTo>
                  <a:pt x="270882" y="84758"/>
                </a:lnTo>
                <a:lnTo>
                  <a:pt x="270781" y="84194"/>
                </a:lnTo>
                <a:lnTo>
                  <a:pt x="270694" y="83617"/>
                </a:lnTo>
                <a:lnTo>
                  <a:pt x="270620" y="83027"/>
                </a:lnTo>
                <a:lnTo>
                  <a:pt x="270560" y="82422"/>
                </a:lnTo>
                <a:lnTo>
                  <a:pt x="270513" y="81805"/>
                </a:lnTo>
                <a:lnTo>
                  <a:pt x="270480" y="81173"/>
                </a:lnTo>
                <a:lnTo>
                  <a:pt x="270460" y="80528"/>
                </a:lnTo>
                <a:lnTo>
                  <a:pt x="270453" y="79869"/>
                </a:lnTo>
                <a:lnTo>
                  <a:pt x="270453" y="74499"/>
                </a:lnTo>
                <a:lnTo>
                  <a:pt x="317136" y="74499"/>
                </a:lnTo>
                <a:lnTo>
                  <a:pt x="317136" y="60866"/>
                </a:lnTo>
                <a:lnTo>
                  <a:pt x="317129" y="60124"/>
                </a:lnTo>
                <a:lnTo>
                  <a:pt x="317109" y="59390"/>
                </a:lnTo>
                <a:lnTo>
                  <a:pt x="317074" y="58664"/>
                </a:lnTo>
                <a:lnTo>
                  <a:pt x="317027" y="57945"/>
                </a:lnTo>
                <a:lnTo>
                  <a:pt x="316965" y="57235"/>
                </a:lnTo>
                <a:lnTo>
                  <a:pt x="316890" y="56532"/>
                </a:lnTo>
                <a:lnTo>
                  <a:pt x="316802" y="55838"/>
                </a:lnTo>
                <a:lnTo>
                  <a:pt x="316700" y="55151"/>
                </a:lnTo>
                <a:lnTo>
                  <a:pt x="316584" y="54472"/>
                </a:lnTo>
                <a:lnTo>
                  <a:pt x="316454" y="53801"/>
                </a:lnTo>
                <a:lnTo>
                  <a:pt x="316311" y="53138"/>
                </a:lnTo>
                <a:lnTo>
                  <a:pt x="316155" y="52483"/>
                </a:lnTo>
                <a:lnTo>
                  <a:pt x="315984" y="51836"/>
                </a:lnTo>
                <a:lnTo>
                  <a:pt x="315800" y="51196"/>
                </a:lnTo>
                <a:lnTo>
                  <a:pt x="315603" y="50565"/>
                </a:lnTo>
                <a:lnTo>
                  <a:pt x="315391" y="49941"/>
                </a:lnTo>
                <a:lnTo>
                  <a:pt x="315166" y="49326"/>
                </a:lnTo>
                <a:lnTo>
                  <a:pt x="314928" y="48718"/>
                </a:lnTo>
                <a:lnTo>
                  <a:pt x="314676" y="48118"/>
                </a:lnTo>
                <a:lnTo>
                  <a:pt x="314410" y="47526"/>
                </a:lnTo>
                <a:lnTo>
                  <a:pt x="314131" y="46942"/>
                </a:lnTo>
                <a:lnTo>
                  <a:pt x="313838" y="46366"/>
                </a:lnTo>
                <a:lnTo>
                  <a:pt x="313531" y="45797"/>
                </a:lnTo>
                <a:lnTo>
                  <a:pt x="313211" y="45237"/>
                </a:lnTo>
                <a:lnTo>
                  <a:pt x="312878" y="44686"/>
                </a:lnTo>
                <a:lnTo>
                  <a:pt x="312535" y="44144"/>
                </a:lnTo>
                <a:lnTo>
                  <a:pt x="312180" y="43613"/>
                </a:lnTo>
                <a:lnTo>
                  <a:pt x="311815" y="43093"/>
                </a:lnTo>
                <a:lnTo>
                  <a:pt x="311439" y="42582"/>
                </a:lnTo>
                <a:lnTo>
                  <a:pt x="311051" y="42082"/>
                </a:lnTo>
                <a:lnTo>
                  <a:pt x="310653" y="41593"/>
                </a:lnTo>
                <a:lnTo>
                  <a:pt x="310243" y="41113"/>
                </a:lnTo>
                <a:lnTo>
                  <a:pt x="309823" y="40644"/>
                </a:lnTo>
                <a:lnTo>
                  <a:pt x="309391" y="40185"/>
                </a:lnTo>
                <a:lnTo>
                  <a:pt x="308949" y="39736"/>
                </a:lnTo>
                <a:lnTo>
                  <a:pt x="308495" y="39298"/>
                </a:lnTo>
                <a:lnTo>
                  <a:pt x="308031" y="38870"/>
                </a:lnTo>
                <a:lnTo>
                  <a:pt x="307555" y="38452"/>
                </a:lnTo>
                <a:lnTo>
                  <a:pt x="307068" y="38045"/>
                </a:lnTo>
                <a:lnTo>
                  <a:pt x="306571" y="37647"/>
                </a:lnTo>
                <a:lnTo>
                  <a:pt x="306062" y="37261"/>
                </a:lnTo>
                <a:lnTo>
                  <a:pt x="305543" y="36884"/>
                </a:lnTo>
                <a:lnTo>
                  <a:pt x="305012" y="36518"/>
                </a:lnTo>
                <a:lnTo>
                  <a:pt x="304471" y="36162"/>
                </a:lnTo>
                <a:lnTo>
                  <a:pt x="303918" y="35816"/>
                </a:lnTo>
                <a:lnTo>
                  <a:pt x="303354" y="35480"/>
                </a:lnTo>
                <a:lnTo>
                  <a:pt x="302780" y="35155"/>
                </a:lnTo>
                <a:lnTo>
                  <a:pt x="302194" y="34840"/>
                </a:lnTo>
                <a:lnTo>
                  <a:pt x="301599" y="34537"/>
                </a:lnTo>
                <a:lnTo>
                  <a:pt x="300995" y="34246"/>
                </a:lnTo>
                <a:lnTo>
                  <a:pt x="300384" y="33969"/>
                </a:lnTo>
                <a:lnTo>
                  <a:pt x="299763" y="33704"/>
                </a:lnTo>
                <a:lnTo>
                  <a:pt x="299135" y="33452"/>
                </a:lnTo>
                <a:lnTo>
                  <a:pt x="298498" y="33213"/>
                </a:lnTo>
                <a:lnTo>
                  <a:pt x="297852" y="32987"/>
                </a:lnTo>
                <a:lnTo>
                  <a:pt x="297199" y="32774"/>
                </a:lnTo>
                <a:lnTo>
                  <a:pt x="296536" y="32574"/>
                </a:lnTo>
                <a:lnTo>
                  <a:pt x="295866" y="32387"/>
                </a:lnTo>
                <a:lnTo>
                  <a:pt x="295187" y="32212"/>
                </a:lnTo>
                <a:lnTo>
                  <a:pt x="294500" y="32051"/>
                </a:lnTo>
                <a:lnTo>
                  <a:pt x="293804" y="31902"/>
                </a:lnTo>
                <a:lnTo>
                  <a:pt x="293100" y="31767"/>
                </a:lnTo>
                <a:lnTo>
                  <a:pt x="292388" y="31644"/>
                </a:lnTo>
                <a:lnTo>
                  <a:pt x="291667" y="31534"/>
                </a:lnTo>
                <a:lnTo>
                  <a:pt x="290938" y="31437"/>
                </a:lnTo>
                <a:lnTo>
                  <a:pt x="290201" y="31354"/>
                </a:lnTo>
                <a:lnTo>
                  <a:pt x="289455" y="31283"/>
                </a:lnTo>
                <a:lnTo>
                  <a:pt x="288701" y="31224"/>
                </a:lnTo>
                <a:lnTo>
                  <a:pt x="287939" y="31179"/>
                </a:lnTo>
                <a:lnTo>
                  <a:pt x="287168" y="31147"/>
                </a:lnTo>
                <a:lnTo>
                  <a:pt x="286388" y="31128"/>
                </a:lnTo>
                <a:lnTo>
                  <a:pt x="285601" y="31121"/>
                </a:lnTo>
                <a:lnTo>
                  <a:pt x="284802" y="31128"/>
                </a:lnTo>
                <a:lnTo>
                  <a:pt x="284012" y="31147"/>
                </a:lnTo>
                <a:lnTo>
                  <a:pt x="283230" y="31179"/>
                </a:lnTo>
                <a:lnTo>
                  <a:pt x="282457" y="31224"/>
                </a:lnTo>
                <a:lnTo>
                  <a:pt x="281692" y="31283"/>
                </a:lnTo>
                <a:lnTo>
                  <a:pt x="280936" y="31354"/>
                </a:lnTo>
                <a:lnTo>
                  <a:pt x="280189" y="31437"/>
                </a:lnTo>
                <a:lnTo>
                  <a:pt x="279451" y="31534"/>
                </a:lnTo>
                <a:lnTo>
                  <a:pt x="278720" y="31644"/>
                </a:lnTo>
                <a:lnTo>
                  <a:pt x="277999" y="31767"/>
                </a:lnTo>
                <a:lnTo>
                  <a:pt x="277286" y="31902"/>
                </a:lnTo>
                <a:lnTo>
                  <a:pt x="276582" y="32051"/>
                </a:lnTo>
                <a:lnTo>
                  <a:pt x="275886" y="32212"/>
                </a:lnTo>
                <a:lnTo>
                  <a:pt x="275199" y="32387"/>
                </a:lnTo>
                <a:lnTo>
                  <a:pt x="274521" y="32574"/>
                </a:lnTo>
                <a:lnTo>
                  <a:pt x="273851" y="32774"/>
                </a:lnTo>
                <a:lnTo>
                  <a:pt x="273190" y="32987"/>
                </a:lnTo>
                <a:lnTo>
                  <a:pt x="272537" y="33213"/>
                </a:lnTo>
                <a:lnTo>
                  <a:pt x="271893" y="33452"/>
                </a:lnTo>
                <a:lnTo>
                  <a:pt x="271257" y="33704"/>
                </a:lnTo>
                <a:lnTo>
                  <a:pt x="270631" y="33969"/>
                </a:lnTo>
                <a:lnTo>
                  <a:pt x="270012" y="34246"/>
                </a:lnTo>
                <a:lnTo>
                  <a:pt x="269403" y="34537"/>
                </a:lnTo>
                <a:lnTo>
                  <a:pt x="268802" y="34840"/>
                </a:lnTo>
                <a:lnTo>
                  <a:pt x="268210" y="35155"/>
                </a:lnTo>
                <a:lnTo>
                  <a:pt x="267631" y="35480"/>
                </a:lnTo>
                <a:lnTo>
                  <a:pt x="267062" y="35816"/>
                </a:lnTo>
                <a:lnTo>
                  <a:pt x="266504" y="36162"/>
                </a:lnTo>
                <a:lnTo>
                  <a:pt x="265958" y="36518"/>
                </a:lnTo>
                <a:lnTo>
                  <a:pt x="265423" y="36884"/>
                </a:lnTo>
                <a:lnTo>
                  <a:pt x="264900" y="37261"/>
                </a:lnTo>
                <a:lnTo>
                  <a:pt x="264387" y="37647"/>
                </a:lnTo>
                <a:lnTo>
                  <a:pt x="263886" y="38045"/>
                </a:lnTo>
                <a:lnTo>
                  <a:pt x="263396" y="38452"/>
                </a:lnTo>
                <a:lnTo>
                  <a:pt x="262917" y="38870"/>
                </a:lnTo>
                <a:lnTo>
                  <a:pt x="262450" y="39298"/>
                </a:lnTo>
                <a:lnTo>
                  <a:pt x="261993" y="39736"/>
                </a:lnTo>
                <a:lnTo>
                  <a:pt x="261548" y="40185"/>
                </a:lnTo>
                <a:lnTo>
                  <a:pt x="261114" y="40644"/>
                </a:lnTo>
                <a:lnTo>
                  <a:pt x="260692" y="41113"/>
                </a:lnTo>
                <a:lnTo>
                  <a:pt x="260280" y="41593"/>
                </a:lnTo>
                <a:lnTo>
                  <a:pt x="259880" y="42082"/>
                </a:lnTo>
                <a:lnTo>
                  <a:pt x="259491" y="42582"/>
                </a:lnTo>
                <a:lnTo>
                  <a:pt x="259114" y="43093"/>
                </a:lnTo>
                <a:lnTo>
                  <a:pt x="258747" y="43613"/>
                </a:lnTo>
                <a:lnTo>
                  <a:pt x="258392" y="44144"/>
                </a:lnTo>
                <a:lnTo>
                  <a:pt x="258048" y="44686"/>
                </a:lnTo>
                <a:lnTo>
                  <a:pt x="257716" y="45237"/>
                </a:lnTo>
                <a:lnTo>
                  <a:pt x="257395" y="45797"/>
                </a:lnTo>
                <a:lnTo>
                  <a:pt x="257089" y="46366"/>
                </a:lnTo>
                <a:lnTo>
                  <a:pt x="256796" y="46942"/>
                </a:lnTo>
                <a:lnTo>
                  <a:pt x="256517" y="47526"/>
                </a:lnTo>
                <a:lnTo>
                  <a:pt x="256251" y="48118"/>
                </a:lnTo>
                <a:lnTo>
                  <a:pt x="255999" y="48718"/>
                </a:lnTo>
                <a:lnTo>
                  <a:pt x="255761" y="49326"/>
                </a:lnTo>
                <a:lnTo>
                  <a:pt x="255536" y="49941"/>
                </a:lnTo>
                <a:lnTo>
                  <a:pt x="255325" y="50565"/>
                </a:lnTo>
                <a:lnTo>
                  <a:pt x="255127" y="51196"/>
                </a:lnTo>
                <a:lnTo>
                  <a:pt x="254944" y="51836"/>
                </a:lnTo>
                <a:lnTo>
                  <a:pt x="254773" y="52483"/>
                </a:lnTo>
                <a:lnTo>
                  <a:pt x="254617" y="53138"/>
                </a:lnTo>
                <a:lnTo>
                  <a:pt x="254474" y="53801"/>
                </a:lnTo>
                <a:lnTo>
                  <a:pt x="254344" y="54472"/>
                </a:lnTo>
                <a:lnTo>
                  <a:pt x="254228" y="55151"/>
                </a:lnTo>
                <a:lnTo>
                  <a:pt x="254126" y="55838"/>
                </a:lnTo>
                <a:lnTo>
                  <a:pt x="254038" y="56532"/>
                </a:lnTo>
                <a:lnTo>
                  <a:pt x="253963" y="57235"/>
                </a:lnTo>
                <a:lnTo>
                  <a:pt x="253902" y="57945"/>
                </a:lnTo>
                <a:lnTo>
                  <a:pt x="253854" y="58664"/>
                </a:lnTo>
                <a:lnTo>
                  <a:pt x="253820" y="59390"/>
                </a:lnTo>
                <a:lnTo>
                  <a:pt x="253799" y="60124"/>
                </a:lnTo>
                <a:lnTo>
                  <a:pt x="253793" y="60866"/>
                </a:lnTo>
                <a:lnTo>
                  <a:pt x="253793" y="79869"/>
                </a:lnTo>
                <a:lnTo>
                  <a:pt x="253799" y="80611"/>
                </a:lnTo>
                <a:lnTo>
                  <a:pt x="253820" y="81345"/>
                </a:lnTo>
                <a:lnTo>
                  <a:pt x="253854" y="82071"/>
                </a:lnTo>
                <a:lnTo>
                  <a:pt x="253902" y="82789"/>
                </a:lnTo>
                <a:lnTo>
                  <a:pt x="253963" y="83500"/>
                </a:lnTo>
                <a:lnTo>
                  <a:pt x="254038" y="84202"/>
                </a:lnTo>
                <a:lnTo>
                  <a:pt x="254126" y="84897"/>
                </a:lnTo>
                <a:lnTo>
                  <a:pt x="254228" y="85583"/>
                </a:lnTo>
                <a:lnTo>
                  <a:pt x="254344" y="86262"/>
                </a:lnTo>
                <a:lnTo>
                  <a:pt x="254474" y="86933"/>
                </a:lnTo>
                <a:lnTo>
                  <a:pt x="254617" y="87596"/>
                </a:lnTo>
                <a:lnTo>
                  <a:pt x="254773" y="88251"/>
                </a:lnTo>
                <a:lnTo>
                  <a:pt x="254944" y="88898"/>
                </a:lnTo>
                <a:lnTo>
                  <a:pt x="255127" y="89538"/>
                </a:lnTo>
                <a:lnTo>
                  <a:pt x="255325" y="90169"/>
                </a:lnTo>
                <a:lnTo>
                  <a:pt x="255536" y="90793"/>
                </a:lnTo>
                <a:lnTo>
                  <a:pt x="255761" y="91409"/>
                </a:lnTo>
                <a:lnTo>
                  <a:pt x="255999" y="92016"/>
                </a:lnTo>
                <a:lnTo>
                  <a:pt x="256251" y="92616"/>
                </a:lnTo>
                <a:lnTo>
                  <a:pt x="256517" y="93208"/>
                </a:lnTo>
                <a:lnTo>
                  <a:pt x="256796" y="93793"/>
                </a:lnTo>
                <a:lnTo>
                  <a:pt x="257089" y="94369"/>
                </a:lnTo>
                <a:lnTo>
                  <a:pt x="257395" y="94938"/>
                </a:lnTo>
                <a:lnTo>
                  <a:pt x="257716" y="95498"/>
                </a:lnTo>
                <a:lnTo>
                  <a:pt x="258048" y="96049"/>
                </a:lnTo>
                <a:lnTo>
                  <a:pt x="258392" y="96591"/>
                </a:lnTo>
                <a:lnTo>
                  <a:pt x="258747" y="97121"/>
                </a:lnTo>
                <a:lnTo>
                  <a:pt x="259114" y="97642"/>
                </a:lnTo>
                <a:lnTo>
                  <a:pt x="259491" y="98152"/>
                </a:lnTo>
                <a:lnTo>
                  <a:pt x="259880" y="98652"/>
                </a:lnTo>
                <a:lnTo>
                  <a:pt x="260280" y="99142"/>
                </a:lnTo>
                <a:lnTo>
                  <a:pt x="260692" y="99621"/>
                </a:lnTo>
                <a:lnTo>
                  <a:pt x="261114" y="100090"/>
                </a:lnTo>
                <a:lnTo>
                  <a:pt x="261548" y="100549"/>
                </a:lnTo>
                <a:lnTo>
                  <a:pt x="261993" y="100998"/>
                </a:lnTo>
                <a:lnTo>
                  <a:pt x="262450" y="101436"/>
                </a:lnTo>
                <a:lnTo>
                  <a:pt x="262917" y="101864"/>
                </a:lnTo>
                <a:lnTo>
                  <a:pt x="263396" y="102282"/>
                </a:lnTo>
                <a:lnTo>
                  <a:pt x="263886" y="102690"/>
                </a:lnTo>
                <a:lnTo>
                  <a:pt x="264387" y="103087"/>
                </a:lnTo>
                <a:lnTo>
                  <a:pt x="264900" y="103474"/>
                </a:lnTo>
                <a:lnTo>
                  <a:pt x="265423" y="103850"/>
                </a:lnTo>
                <a:lnTo>
                  <a:pt x="265958" y="104217"/>
                </a:lnTo>
                <a:lnTo>
                  <a:pt x="266504" y="104573"/>
                </a:lnTo>
                <a:lnTo>
                  <a:pt x="267062" y="104919"/>
                </a:lnTo>
                <a:lnTo>
                  <a:pt x="267631" y="105255"/>
                </a:lnTo>
                <a:lnTo>
                  <a:pt x="268210" y="105580"/>
                </a:lnTo>
                <a:lnTo>
                  <a:pt x="268802" y="105895"/>
                </a:lnTo>
                <a:lnTo>
                  <a:pt x="269403" y="106198"/>
                </a:lnTo>
                <a:lnTo>
                  <a:pt x="270012" y="106489"/>
                </a:lnTo>
                <a:lnTo>
                  <a:pt x="270631" y="106766"/>
                </a:lnTo>
                <a:lnTo>
                  <a:pt x="271257" y="107031"/>
                </a:lnTo>
                <a:lnTo>
                  <a:pt x="271893" y="107282"/>
                </a:lnTo>
                <a:lnTo>
                  <a:pt x="272537" y="107521"/>
                </a:lnTo>
                <a:lnTo>
                  <a:pt x="273190" y="107747"/>
                </a:lnTo>
                <a:lnTo>
                  <a:pt x="273851" y="107960"/>
                </a:lnTo>
                <a:lnTo>
                  <a:pt x="274521" y="108160"/>
                </a:lnTo>
                <a:lnTo>
                  <a:pt x="275199" y="108347"/>
                </a:lnTo>
                <a:lnTo>
                  <a:pt x="275886" y="108521"/>
                </a:lnTo>
                <a:lnTo>
                  <a:pt x="276582" y="108683"/>
                </a:lnTo>
                <a:lnTo>
                  <a:pt x="277286" y="108831"/>
                </a:lnTo>
                <a:lnTo>
                  <a:pt x="277999" y="108967"/>
                </a:lnTo>
                <a:lnTo>
                  <a:pt x="278720" y="109089"/>
                </a:lnTo>
                <a:lnTo>
                  <a:pt x="279451" y="109199"/>
                </a:lnTo>
                <a:lnTo>
                  <a:pt x="280189" y="109296"/>
                </a:lnTo>
                <a:lnTo>
                  <a:pt x="280936" y="109380"/>
                </a:lnTo>
                <a:lnTo>
                  <a:pt x="281692" y="109451"/>
                </a:lnTo>
                <a:lnTo>
                  <a:pt x="282457" y="109509"/>
                </a:lnTo>
                <a:lnTo>
                  <a:pt x="283230" y="109554"/>
                </a:lnTo>
                <a:lnTo>
                  <a:pt x="284012" y="109586"/>
                </a:lnTo>
                <a:lnTo>
                  <a:pt x="284802" y="109606"/>
                </a:lnTo>
                <a:lnTo>
                  <a:pt x="285601" y="109612"/>
                </a:lnTo>
                <a:lnTo>
                  <a:pt x="286604" y="109602"/>
                </a:lnTo>
                <a:lnTo>
                  <a:pt x="287595" y="109571"/>
                </a:lnTo>
                <a:lnTo>
                  <a:pt x="288574" y="109521"/>
                </a:lnTo>
                <a:lnTo>
                  <a:pt x="289539" y="109449"/>
                </a:lnTo>
                <a:lnTo>
                  <a:pt x="290492" y="109358"/>
                </a:lnTo>
                <a:close/>
                <a:moveTo>
                  <a:pt x="270460" y="60218"/>
                </a:moveTo>
                <a:lnTo>
                  <a:pt x="270480" y="59582"/>
                </a:lnTo>
                <a:lnTo>
                  <a:pt x="270513" y="58959"/>
                </a:lnTo>
                <a:lnTo>
                  <a:pt x="270560" y="58349"/>
                </a:lnTo>
                <a:lnTo>
                  <a:pt x="270620" y="57750"/>
                </a:lnTo>
                <a:lnTo>
                  <a:pt x="270694" y="57165"/>
                </a:lnTo>
                <a:lnTo>
                  <a:pt x="270781" y="56591"/>
                </a:lnTo>
                <a:lnTo>
                  <a:pt x="270882" y="56031"/>
                </a:lnTo>
                <a:lnTo>
                  <a:pt x="270995" y="55482"/>
                </a:lnTo>
                <a:lnTo>
                  <a:pt x="271123" y="54946"/>
                </a:lnTo>
                <a:lnTo>
                  <a:pt x="271263" y="54423"/>
                </a:lnTo>
                <a:lnTo>
                  <a:pt x="271417" y="53911"/>
                </a:lnTo>
                <a:lnTo>
                  <a:pt x="271584" y="53413"/>
                </a:lnTo>
                <a:lnTo>
                  <a:pt x="271765" y="52926"/>
                </a:lnTo>
                <a:lnTo>
                  <a:pt x="271959" y="52453"/>
                </a:lnTo>
                <a:lnTo>
                  <a:pt x="272167" y="51991"/>
                </a:lnTo>
                <a:lnTo>
                  <a:pt x="272388" y="51542"/>
                </a:lnTo>
                <a:lnTo>
                  <a:pt x="272622" y="51106"/>
                </a:lnTo>
                <a:lnTo>
                  <a:pt x="272870" y="50682"/>
                </a:lnTo>
                <a:lnTo>
                  <a:pt x="273131" y="50270"/>
                </a:lnTo>
                <a:lnTo>
                  <a:pt x="273405" y="49871"/>
                </a:lnTo>
                <a:lnTo>
                  <a:pt x="273693" y="49484"/>
                </a:lnTo>
                <a:lnTo>
                  <a:pt x="273994" y="49110"/>
                </a:lnTo>
                <a:lnTo>
                  <a:pt x="274309" y="48748"/>
                </a:lnTo>
                <a:lnTo>
                  <a:pt x="274636" y="48400"/>
                </a:lnTo>
                <a:lnTo>
                  <a:pt x="274976" y="48066"/>
                </a:lnTo>
                <a:lnTo>
                  <a:pt x="275329" y="47747"/>
                </a:lnTo>
                <a:lnTo>
                  <a:pt x="275694" y="47444"/>
                </a:lnTo>
                <a:lnTo>
                  <a:pt x="276071" y="47154"/>
                </a:lnTo>
                <a:lnTo>
                  <a:pt x="276460" y="46880"/>
                </a:lnTo>
                <a:lnTo>
                  <a:pt x="276863" y="46621"/>
                </a:lnTo>
                <a:lnTo>
                  <a:pt x="277277" y="46376"/>
                </a:lnTo>
                <a:lnTo>
                  <a:pt x="277704" y="46146"/>
                </a:lnTo>
                <a:lnTo>
                  <a:pt x="278144" y="45931"/>
                </a:lnTo>
                <a:lnTo>
                  <a:pt x="278595" y="45731"/>
                </a:lnTo>
                <a:lnTo>
                  <a:pt x="279060" y="45546"/>
                </a:lnTo>
                <a:lnTo>
                  <a:pt x="279536" y="45375"/>
                </a:lnTo>
                <a:lnTo>
                  <a:pt x="280026" y="45220"/>
                </a:lnTo>
                <a:lnTo>
                  <a:pt x="280527" y="45079"/>
                </a:lnTo>
                <a:lnTo>
                  <a:pt x="281041" y="44953"/>
                </a:lnTo>
                <a:lnTo>
                  <a:pt x="281568" y="44842"/>
                </a:lnTo>
                <a:lnTo>
                  <a:pt x="282106" y="44745"/>
                </a:lnTo>
                <a:lnTo>
                  <a:pt x="282658" y="44664"/>
                </a:lnTo>
                <a:lnTo>
                  <a:pt x="283222" y="44597"/>
                </a:lnTo>
                <a:lnTo>
                  <a:pt x="283798" y="44545"/>
                </a:lnTo>
                <a:lnTo>
                  <a:pt x="284386" y="44508"/>
                </a:lnTo>
                <a:lnTo>
                  <a:pt x="284987" y="44486"/>
                </a:lnTo>
                <a:lnTo>
                  <a:pt x="285601" y="44479"/>
                </a:lnTo>
                <a:lnTo>
                  <a:pt x="286214" y="44486"/>
                </a:lnTo>
                <a:lnTo>
                  <a:pt x="286814" y="44508"/>
                </a:lnTo>
                <a:lnTo>
                  <a:pt x="287402" y="44544"/>
                </a:lnTo>
                <a:lnTo>
                  <a:pt x="287976" y="44595"/>
                </a:lnTo>
                <a:lnTo>
                  <a:pt x="288538" y="44661"/>
                </a:lnTo>
                <a:lnTo>
                  <a:pt x="289086" y="44741"/>
                </a:lnTo>
                <a:lnTo>
                  <a:pt x="289622" y="44836"/>
                </a:lnTo>
                <a:lnTo>
                  <a:pt x="290145" y="44945"/>
                </a:lnTo>
                <a:lnTo>
                  <a:pt x="290655" y="45069"/>
                </a:lnTo>
                <a:lnTo>
                  <a:pt x="291152" y="45208"/>
                </a:lnTo>
                <a:lnTo>
                  <a:pt x="291636" y="45361"/>
                </a:lnTo>
                <a:lnTo>
                  <a:pt x="292107" y="45529"/>
                </a:lnTo>
                <a:lnTo>
                  <a:pt x="292565" y="45711"/>
                </a:lnTo>
                <a:lnTo>
                  <a:pt x="293011" y="45908"/>
                </a:lnTo>
                <a:lnTo>
                  <a:pt x="293443" y="46119"/>
                </a:lnTo>
                <a:lnTo>
                  <a:pt x="293863" y="46345"/>
                </a:lnTo>
                <a:lnTo>
                  <a:pt x="294269" y="46586"/>
                </a:lnTo>
                <a:lnTo>
                  <a:pt x="294663" y="46841"/>
                </a:lnTo>
                <a:lnTo>
                  <a:pt x="295044" y="47111"/>
                </a:lnTo>
                <a:lnTo>
                  <a:pt x="295412" y="47395"/>
                </a:lnTo>
                <a:lnTo>
                  <a:pt x="295767" y="47694"/>
                </a:lnTo>
                <a:lnTo>
                  <a:pt x="296109" y="48008"/>
                </a:lnTo>
                <a:lnTo>
                  <a:pt x="296438" y="48336"/>
                </a:lnTo>
                <a:lnTo>
                  <a:pt x="296754" y="48679"/>
                </a:lnTo>
                <a:lnTo>
                  <a:pt x="297058" y="49035"/>
                </a:lnTo>
                <a:lnTo>
                  <a:pt x="297348" y="49404"/>
                </a:lnTo>
                <a:lnTo>
                  <a:pt x="297626" y="49786"/>
                </a:lnTo>
                <a:lnTo>
                  <a:pt x="297890" y="50180"/>
                </a:lnTo>
                <a:lnTo>
                  <a:pt x="298142" y="50587"/>
                </a:lnTo>
                <a:lnTo>
                  <a:pt x="298381" y="51007"/>
                </a:lnTo>
                <a:lnTo>
                  <a:pt x="298607" y="51439"/>
                </a:lnTo>
                <a:lnTo>
                  <a:pt x="298820" y="51884"/>
                </a:lnTo>
                <a:lnTo>
                  <a:pt x="299020" y="52342"/>
                </a:lnTo>
                <a:lnTo>
                  <a:pt x="299208" y="52812"/>
                </a:lnTo>
                <a:lnTo>
                  <a:pt x="299382" y="53295"/>
                </a:lnTo>
                <a:lnTo>
                  <a:pt x="299543" y="53791"/>
                </a:lnTo>
                <a:lnTo>
                  <a:pt x="299692" y="54299"/>
                </a:lnTo>
                <a:lnTo>
                  <a:pt x="299827" y="54820"/>
                </a:lnTo>
                <a:lnTo>
                  <a:pt x="299950" y="55354"/>
                </a:lnTo>
                <a:lnTo>
                  <a:pt x="300060" y="55900"/>
                </a:lnTo>
                <a:lnTo>
                  <a:pt x="300157" y="56459"/>
                </a:lnTo>
                <a:lnTo>
                  <a:pt x="300241" y="57031"/>
                </a:lnTo>
                <a:lnTo>
                  <a:pt x="300312" y="57616"/>
                </a:lnTo>
                <a:lnTo>
                  <a:pt x="300370" y="58213"/>
                </a:lnTo>
                <a:lnTo>
                  <a:pt x="300415" y="58822"/>
                </a:lnTo>
                <a:lnTo>
                  <a:pt x="300447" y="59445"/>
                </a:lnTo>
                <a:lnTo>
                  <a:pt x="300467" y="60080"/>
                </a:lnTo>
                <a:lnTo>
                  <a:pt x="300473" y="60727"/>
                </a:lnTo>
                <a:lnTo>
                  <a:pt x="300473" y="63493"/>
                </a:lnTo>
                <a:lnTo>
                  <a:pt x="270453" y="63757"/>
                </a:lnTo>
                <a:lnTo>
                  <a:pt x="270453" y="60866"/>
                </a:lnTo>
                <a:lnTo>
                  <a:pt x="270460" y="60218"/>
                </a:lnTo>
                <a:close/>
                <a:moveTo>
                  <a:pt x="453021" y="109475"/>
                </a:moveTo>
                <a:lnTo>
                  <a:pt x="453460" y="109414"/>
                </a:lnTo>
                <a:lnTo>
                  <a:pt x="453890" y="109343"/>
                </a:lnTo>
                <a:lnTo>
                  <a:pt x="454313" y="109260"/>
                </a:lnTo>
                <a:lnTo>
                  <a:pt x="454728" y="109167"/>
                </a:lnTo>
                <a:lnTo>
                  <a:pt x="455135" y="109062"/>
                </a:lnTo>
                <a:lnTo>
                  <a:pt x="455534" y="108947"/>
                </a:lnTo>
                <a:lnTo>
                  <a:pt x="455925" y="108820"/>
                </a:lnTo>
                <a:lnTo>
                  <a:pt x="456309" y="108683"/>
                </a:lnTo>
                <a:lnTo>
                  <a:pt x="456684" y="108534"/>
                </a:lnTo>
                <a:lnTo>
                  <a:pt x="457051" y="108375"/>
                </a:lnTo>
                <a:lnTo>
                  <a:pt x="457411" y="108205"/>
                </a:lnTo>
                <a:lnTo>
                  <a:pt x="457763" y="108023"/>
                </a:lnTo>
                <a:lnTo>
                  <a:pt x="458107" y="107831"/>
                </a:lnTo>
                <a:lnTo>
                  <a:pt x="458443" y="107627"/>
                </a:lnTo>
                <a:lnTo>
                  <a:pt x="458771" y="107413"/>
                </a:lnTo>
                <a:lnTo>
                  <a:pt x="459091" y="107188"/>
                </a:lnTo>
                <a:lnTo>
                  <a:pt x="459403" y="106951"/>
                </a:lnTo>
                <a:lnTo>
                  <a:pt x="459708" y="106704"/>
                </a:lnTo>
                <a:lnTo>
                  <a:pt x="460004" y="106445"/>
                </a:lnTo>
                <a:lnTo>
                  <a:pt x="460291" y="106178"/>
                </a:lnTo>
                <a:lnTo>
                  <a:pt x="460565" y="105903"/>
                </a:lnTo>
                <a:lnTo>
                  <a:pt x="460828" y="105622"/>
                </a:lnTo>
                <a:lnTo>
                  <a:pt x="461078" y="105332"/>
                </a:lnTo>
                <a:lnTo>
                  <a:pt x="461316" y="105036"/>
                </a:lnTo>
                <a:lnTo>
                  <a:pt x="461541" y="104733"/>
                </a:lnTo>
                <a:lnTo>
                  <a:pt x="461755" y="104422"/>
                </a:lnTo>
                <a:lnTo>
                  <a:pt x="461956" y="104105"/>
                </a:lnTo>
                <a:lnTo>
                  <a:pt x="462145" y="103780"/>
                </a:lnTo>
                <a:lnTo>
                  <a:pt x="462322" y="103448"/>
                </a:lnTo>
                <a:lnTo>
                  <a:pt x="462487" y="103108"/>
                </a:lnTo>
                <a:lnTo>
                  <a:pt x="462639" y="102762"/>
                </a:lnTo>
                <a:lnTo>
                  <a:pt x="462779" y="102408"/>
                </a:lnTo>
                <a:lnTo>
                  <a:pt x="462908" y="102048"/>
                </a:lnTo>
                <a:lnTo>
                  <a:pt x="463023" y="101680"/>
                </a:lnTo>
                <a:lnTo>
                  <a:pt x="463127" y="101304"/>
                </a:lnTo>
                <a:lnTo>
                  <a:pt x="463219" y="100922"/>
                </a:lnTo>
                <a:lnTo>
                  <a:pt x="463298" y="100533"/>
                </a:lnTo>
                <a:lnTo>
                  <a:pt x="463365" y="100136"/>
                </a:lnTo>
                <a:lnTo>
                  <a:pt x="463420" y="99732"/>
                </a:lnTo>
                <a:lnTo>
                  <a:pt x="463463" y="99321"/>
                </a:lnTo>
                <a:lnTo>
                  <a:pt x="463493" y="98903"/>
                </a:lnTo>
                <a:lnTo>
                  <a:pt x="463511" y="98477"/>
                </a:lnTo>
                <a:lnTo>
                  <a:pt x="463517" y="98045"/>
                </a:lnTo>
                <a:lnTo>
                  <a:pt x="463511" y="97612"/>
                </a:lnTo>
                <a:lnTo>
                  <a:pt x="463493" y="97187"/>
                </a:lnTo>
                <a:lnTo>
                  <a:pt x="463463" y="96769"/>
                </a:lnTo>
                <a:lnTo>
                  <a:pt x="463420" y="96358"/>
                </a:lnTo>
                <a:lnTo>
                  <a:pt x="463365" y="95954"/>
                </a:lnTo>
                <a:lnTo>
                  <a:pt x="463298" y="95558"/>
                </a:lnTo>
                <a:lnTo>
                  <a:pt x="463219" y="95168"/>
                </a:lnTo>
                <a:lnTo>
                  <a:pt x="463127" y="94786"/>
                </a:lnTo>
                <a:lnTo>
                  <a:pt x="463023" y="94411"/>
                </a:lnTo>
                <a:lnTo>
                  <a:pt x="462908" y="94043"/>
                </a:lnTo>
                <a:lnTo>
                  <a:pt x="462779" y="93683"/>
                </a:lnTo>
                <a:lnTo>
                  <a:pt x="462639" y="93329"/>
                </a:lnTo>
                <a:lnTo>
                  <a:pt x="462487" y="92983"/>
                </a:lnTo>
                <a:lnTo>
                  <a:pt x="462322" y="92644"/>
                </a:lnTo>
                <a:lnTo>
                  <a:pt x="462145" y="92312"/>
                </a:lnTo>
                <a:lnTo>
                  <a:pt x="461956" y="91987"/>
                </a:lnTo>
                <a:lnTo>
                  <a:pt x="461755" y="91669"/>
                </a:lnTo>
                <a:lnTo>
                  <a:pt x="461541" y="91359"/>
                </a:lnTo>
                <a:lnTo>
                  <a:pt x="461316" y="91055"/>
                </a:lnTo>
                <a:lnTo>
                  <a:pt x="461078" y="90759"/>
                </a:lnTo>
                <a:lnTo>
                  <a:pt x="460828" y="90470"/>
                </a:lnTo>
                <a:lnTo>
                  <a:pt x="460565" y="90188"/>
                </a:lnTo>
                <a:lnTo>
                  <a:pt x="460291" y="89914"/>
                </a:lnTo>
                <a:lnTo>
                  <a:pt x="460004" y="89646"/>
                </a:lnTo>
                <a:lnTo>
                  <a:pt x="459708" y="89388"/>
                </a:lnTo>
                <a:lnTo>
                  <a:pt x="459403" y="89140"/>
                </a:lnTo>
                <a:lnTo>
                  <a:pt x="459091" y="88904"/>
                </a:lnTo>
                <a:lnTo>
                  <a:pt x="458771" y="88678"/>
                </a:lnTo>
                <a:lnTo>
                  <a:pt x="458443" y="88463"/>
                </a:lnTo>
                <a:lnTo>
                  <a:pt x="458107" y="88260"/>
                </a:lnTo>
                <a:lnTo>
                  <a:pt x="457763" y="88067"/>
                </a:lnTo>
                <a:lnTo>
                  <a:pt x="457411" y="87886"/>
                </a:lnTo>
                <a:lnTo>
                  <a:pt x="457051" y="87715"/>
                </a:lnTo>
                <a:lnTo>
                  <a:pt x="456684" y="87556"/>
                </a:lnTo>
                <a:lnTo>
                  <a:pt x="456309" y="87407"/>
                </a:lnTo>
                <a:lnTo>
                  <a:pt x="455925" y="87270"/>
                </a:lnTo>
                <a:lnTo>
                  <a:pt x="455534" y="87143"/>
                </a:lnTo>
                <a:lnTo>
                  <a:pt x="455135" y="87028"/>
                </a:lnTo>
                <a:lnTo>
                  <a:pt x="454728" y="86923"/>
                </a:lnTo>
                <a:lnTo>
                  <a:pt x="454313" y="86830"/>
                </a:lnTo>
                <a:lnTo>
                  <a:pt x="453890" y="86747"/>
                </a:lnTo>
                <a:lnTo>
                  <a:pt x="453460" y="86676"/>
                </a:lnTo>
                <a:lnTo>
                  <a:pt x="453021" y="86615"/>
                </a:lnTo>
                <a:lnTo>
                  <a:pt x="452575" y="86566"/>
                </a:lnTo>
                <a:lnTo>
                  <a:pt x="452121" y="86527"/>
                </a:lnTo>
                <a:lnTo>
                  <a:pt x="451659" y="86500"/>
                </a:lnTo>
                <a:lnTo>
                  <a:pt x="451189" y="86483"/>
                </a:lnTo>
                <a:lnTo>
                  <a:pt x="450711" y="86478"/>
                </a:lnTo>
                <a:lnTo>
                  <a:pt x="450232" y="86483"/>
                </a:lnTo>
                <a:lnTo>
                  <a:pt x="449762" y="86500"/>
                </a:lnTo>
                <a:lnTo>
                  <a:pt x="449300" y="86527"/>
                </a:lnTo>
                <a:lnTo>
                  <a:pt x="448846" y="86566"/>
                </a:lnTo>
                <a:lnTo>
                  <a:pt x="448399" y="86615"/>
                </a:lnTo>
                <a:lnTo>
                  <a:pt x="447960" y="86676"/>
                </a:lnTo>
                <a:lnTo>
                  <a:pt x="447530" y="86747"/>
                </a:lnTo>
                <a:lnTo>
                  <a:pt x="447107" y="86830"/>
                </a:lnTo>
                <a:lnTo>
                  <a:pt x="446692" y="86923"/>
                </a:lnTo>
                <a:lnTo>
                  <a:pt x="446285" y="87028"/>
                </a:lnTo>
                <a:lnTo>
                  <a:pt x="445886" y="87143"/>
                </a:lnTo>
                <a:lnTo>
                  <a:pt x="445494" y="87270"/>
                </a:lnTo>
                <a:lnTo>
                  <a:pt x="445111" y="87407"/>
                </a:lnTo>
                <a:lnTo>
                  <a:pt x="444735" y="87556"/>
                </a:lnTo>
                <a:lnTo>
                  <a:pt x="444368" y="87715"/>
                </a:lnTo>
                <a:lnTo>
                  <a:pt x="444008" y="87886"/>
                </a:lnTo>
                <a:lnTo>
                  <a:pt x="443656" y="88067"/>
                </a:lnTo>
                <a:lnTo>
                  <a:pt x="443312" y="88260"/>
                </a:lnTo>
                <a:lnTo>
                  <a:pt x="442976" y="88463"/>
                </a:lnTo>
                <a:lnTo>
                  <a:pt x="442648" y="88678"/>
                </a:lnTo>
                <a:lnTo>
                  <a:pt x="442328" y="88904"/>
                </a:lnTo>
                <a:lnTo>
                  <a:pt x="442016" y="89140"/>
                </a:lnTo>
                <a:lnTo>
                  <a:pt x="441711" y="89388"/>
                </a:lnTo>
                <a:lnTo>
                  <a:pt x="441415" y="89646"/>
                </a:lnTo>
                <a:lnTo>
                  <a:pt x="441128" y="89914"/>
                </a:lnTo>
                <a:lnTo>
                  <a:pt x="440854" y="90188"/>
                </a:lnTo>
                <a:lnTo>
                  <a:pt x="440592" y="90470"/>
                </a:lnTo>
                <a:lnTo>
                  <a:pt x="440342" y="90759"/>
                </a:lnTo>
                <a:lnTo>
                  <a:pt x="440104" y="91055"/>
                </a:lnTo>
                <a:lnTo>
                  <a:pt x="439879" y="91359"/>
                </a:lnTo>
                <a:lnTo>
                  <a:pt x="439665" y="91669"/>
                </a:lnTo>
                <a:lnTo>
                  <a:pt x="439464" y="91987"/>
                </a:lnTo>
                <a:lnTo>
                  <a:pt x="439275" y="92312"/>
                </a:lnTo>
                <a:lnTo>
                  <a:pt x="439098" y="92644"/>
                </a:lnTo>
                <a:lnTo>
                  <a:pt x="438934" y="92983"/>
                </a:lnTo>
                <a:lnTo>
                  <a:pt x="438781" y="93329"/>
                </a:lnTo>
                <a:lnTo>
                  <a:pt x="438641" y="93683"/>
                </a:lnTo>
                <a:lnTo>
                  <a:pt x="438513" y="94043"/>
                </a:lnTo>
                <a:lnTo>
                  <a:pt x="438397" y="94411"/>
                </a:lnTo>
                <a:lnTo>
                  <a:pt x="438294" y="94786"/>
                </a:lnTo>
                <a:lnTo>
                  <a:pt x="438202" y="95168"/>
                </a:lnTo>
                <a:lnTo>
                  <a:pt x="438123" y="95558"/>
                </a:lnTo>
                <a:lnTo>
                  <a:pt x="438056" y="95954"/>
                </a:lnTo>
                <a:lnTo>
                  <a:pt x="438001" y="96358"/>
                </a:lnTo>
                <a:lnTo>
                  <a:pt x="437959" y="96769"/>
                </a:lnTo>
                <a:lnTo>
                  <a:pt x="437928" y="97187"/>
                </a:lnTo>
                <a:lnTo>
                  <a:pt x="437910" y="97612"/>
                </a:lnTo>
                <a:lnTo>
                  <a:pt x="437904" y="98045"/>
                </a:lnTo>
                <a:lnTo>
                  <a:pt x="437910" y="98477"/>
                </a:lnTo>
                <a:lnTo>
                  <a:pt x="437928" y="98903"/>
                </a:lnTo>
                <a:lnTo>
                  <a:pt x="437959" y="99321"/>
                </a:lnTo>
                <a:lnTo>
                  <a:pt x="438001" y="99732"/>
                </a:lnTo>
                <a:lnTo>
                  <a:pt x="438056" y="100136"/>
                </a:lnTo>
                <a:lnTo>
                  <a:pt x="438123" y="100533"/>
                </a:lnTo>
                <a:lnTo>
                  <a:pt x="438202" y="100922"/>
                </a:lnTo>
                <a:lnTo>
                  <a:pt x="438294" y="101304"/>
                </a:lnTo>
                <a:lnTo>
                  <a:pt x="438397" y="101680"/>
                </a:lnTo>
                <a:lnTo>
                  <a:pt x="438513" y="102048"/>
                </a:lnTo>
                <a:lnTo>
                  <a:pt x="438641" y="102408"/>
                </a:lnTo>
                <a:lnTo>
                  <a:pt x="438781" y="102762"/>
                </a:lnTo>
                <a:lnTo>
                  <a:pt x="438934" y="103108"/>
                </a:lnTo>
                <a:lnTo>
                  <a:pt x="439098" y="103448"/>
                </a:lnTo>
                <a:lnTo>
                  <a:pt x="439275" y="103780"/>
                </a:lnTo>
                <a:lnTo>
                  <a:pt x="439464" y="104105"/>
                </a:lnTo>
                <a:lnTo>
                  <a:pt x="439665" y="104422"/>
                </a:lnTo>
                <a:lnTo>
                  <a:pt x="439879" y="104733"/>
                </a:lnTo>
                <a:lnTo>
                  <a:pt x="440104" y="105036"/>
                </a:lnTo>
                <a:lnTo>
                  <a:pt x="440342" y="105332"/>
                </a:lnTo>
                <a:lnTo>
                  <a:pt x="440592" y="105622"/>
                </a:lnTo>
                <a:lnTo>
                  <a:pt x="440854" y="105903"/>
                </a:lnTo>
                <a:lnTo>
                  <a:pt x="441128" y="106178"/>
                </a:lnTo>
                <a:lnTo>
                  <a:pt x="441415" y="106445"/>
                </a:lnTo>
                <a:lnTo>
                  <a:pt x="441711" y="106704"/>
                </a:lnTo>
                <a:lnTo>
                  <a:pt x="442016" y="106951"/>
                </a:lnTo>
                <a:lnTo>
                  <a:pt x="442328" y="107188"/>
                </a:lnTo>
                <a:lnTo>
                  <a:pt x="442648" y="107413"/>
                </a:lnTo>
                <a:lnTo>
                  <a:pt x="442976" y="107627"/>
                </a:lnTo>
                <a:lnTo>
                  <a:pt x="443312" y="107831"/>
                </a:lnTo>
                <a:lnTo>
                  <a:pt x="443656" y="108023"/>
                </a:lnTo>
                <a:lnTo>
                  <a:pt x="444008" y="108205"/>
                </a:lnTo>
                <a:lnTo>
                  <a:pt x="444368" y="108375"/>
                </a:lnTo>
                <a:lnTo>
                  <a:pt x="444735" y="108534"/>
                </a:lnTo>
                <a:lnTo>
                  <a:pt x="445111" y="108683"/>
                </a:lnTo>
                <a:lnTo>
                  <a:pt x="445494" y="108820"/>
                </a:lnTo>
                <a:lnTo>
                  <a:pt x="445886" y="108947"/>
                </a:lnTo>
                <a:lnTo>
                  <a:pt x="446285" y="109062"/>
                </a:lnTo>
                <a:lnTo>
                  <a:pt x="446692" y="109167"/>
                </a:lnTo>
                <a:lnTo>
                  <a:pt x="447107" y="109260"/>
                </a:lnTo>
                <a:lnTo>
                  <a:pt x="447530" y="109343"/>
                </a:lnTo>
                <a:lnTo>
                  <a:pt x="447960" y="109414"/>
                </a:lnTo>
                <a:lnTo>
                  <a:pt x="448399" y="109475"/>
                </a:lnTo>
                <a:lnTo>
                  <a:pt x="448846" y="109524"/>
                </a:lnTo>
                <a:lnTo>
                  <a:pt x="449300" y="109562"/>
                </a:lnTo>
                <a:lnTo>
                  <a:pt x="449762" y="109590"/>
                </a:lnTo>
                <a:lnTo>
                  <a:pt x="450232" y="109606"/>
                </a:lnTo>
                <a:lnTo>
                  <a:pt x="450711" y="109612"/>
                </a:lnTo>
                <a:lnTo>
                  <a:pt x="451189" y="109606"/>
                </a:lnTo>
                <a:lnTo>
                  <a:pt x="451659" y="109590"/>
                </a:lnTo>
                <a:lnTo>
                  <a:pt x="452121" y="109562"/>
                </a:lnTo>
                <a:lnTo>
                  <a:pt x="452575" y="109524"/>
                </a:lnTo>
                <a:lnTo>
                  <a:pt x="453021" y="109475"/>
                </a:lnTo>
                <a:close/>
                <a:moveTo>
                  <a:pt x="709733" y="72158"/>
                </a:moveTo>
                <a:lnTo>
                  <a:pt x="710595" y="71322"/>
                </a:lnTo>
                <a:lnTo>
                  <a:pt x="711438" y="70491"/>
                </a:lnTo>
                <a:lnTo>
                  <a:pt x="712260" y="69665"/>
                </a:lnTo>
                <a:lnTo>
                  <a:pt x="713063" y="68843"/>
                </a:lnTo>
                <a:lnTo>
                  <a:pt x="713846" y="68025"/>
                </a:lnTo>
                <a:lnTo>
                  <a:pt x="714609" y="67213"/>
                </a:lnTo>
                <a:lnTo>
                  <a:pt x="715352" y="66404"/>
                </a:lnTo>
                <a:lnTo>
                  <a:pt x="716075" y="65601"/>
                </a:lnTo>
                <a:lnTo>
                  <a:pt x="716779" y="64801"/>
                </a:lnTo>
                <a:lnTo>
                  <a:pt x="717463" y="64007"/>
                </a:lnTo>
                <a:lnTo>
                  <a:pt x="718126" y="63217"/>
                </a:lnTo>
                <a:lnTo>
                  <a:pt x="718770" y="62431"/>
                </a:lnTo>
                <a:lnTo>
                  <a:pt x="719395" y="61650"/>
                </a:lnTo>
                <a:lnTo>
                  <a:pt x="719999" y="60874"/>
                </a:lnTo>
                <a:lnTo>
                  <a:pt x="720583" y="60102"/>
                </a:lnTo>
                <a:lnTo>
                  <a:pt x="721148" y="59335"/>
                </a:lnTo>
                <a:lnTo>
                  <a:pt x="721693" y="58572"/>
                </a:lnTo>
                <a:lnTo>
                  <a:pt x="722217" y="57814"/>
                </a:lnTo>
                <a:lnTo>
                  <a:pt x="722722" y="57060"/>
                </a:lnTo>
                <a:lnTo>
                  <a:pt x="723208" y="56311"/>
                </a:lnTo>
                <a:lnTo>
                  <a:pt x="723673" y="55567"/>
                </a:lnTo>
                <a:lnTo>
                  <a:pt x="724119" y="54827"/>
                </a:lnTo>
                <a:lnTo>
                  <a:pt x="724544" y="54091"/>
                </a:lnTo>
                <a:lnTo>
                  <a:pt x="724950" y="53360"/>
                </a:lnTo>
                <a:lnTo>
                  <a:pt x="725338" y="52631"/>
                </a:lnTo>
                <a:lnTo>
                  <a:pt x="725709" y="51899"/>
                </a:lnTo>
                <a:lnTo>
                  <a:pt x="726064" y="51167"/>
                </a:lnTo>
                <a:lnTo>
                  <a:pt x="726402" y="50432"/>
                </a:lnTo>
                <a:lnTo>
                  <a:pt x="726723" y="49696"/>
                </a:lnTo>
                <a:lnTo>
                  <a:pt x="727029" y="48958"/>
                </a:lnTo>
                <a:lnTo>
                  <a:pt x="727317" y="48218"/>
                </a:lnTo>
                <a:lnTo>
                  <a:pt x="727589" y="47477"/>
                </a:lnTo>
                <a:lnTo>
                  <a:pt x="727845" y="46734"/>
                </a:lnTo>
                <a:lnTo>
                  <a:pt x="728084" y="45989"/>
                </a:lnTo>
                <a:lnTo>
                  <a:pt x="728307" y="45243"/>
                </a:lnTo>
                <a:lnTo>
                  <a:pt x="728513" y="44495"/>
                </a:lnTo>
                <a:lnTo>
                  <a:pt x="728703" y="43745"/>
                </a:lnTo>
                <a:lnTo>
                  <a:pt x="728876" y="42994"/>
                </a:lnTo>
                <a:lnTo>
                  <a:pt x="729033" y="42241"/>
                </a:lnTo>
                <a:lnTo>
                  <a:pt x="729173" y="41486"/>
                </a:lnTo>
                <a:lnTo>
                  <a:pt x="729297" y="40730"/>
                </a:lnTo>
                <a:lnTo>
                  <a:pt x="729404" y="39972"/>
                </a:lnTo>
                <a:lnTo>
                  <a:pt x="729495" y="39212"/>
                </a:lnTo>
                <a:lnTo>
                  <a:pt x="729569" y="38451"/>
                </a:lnTo>
                <a:lnTo>
                  <a:pt x="729627" y="37688"/>
                </a:lnTo>
                <a:lnTo>
                  <a:pt x="729668" y="36923"/>
                </a:lnTo>
                <a:lnTo>
                  <a:pt x="729693" y="36157"/>
                </a:lnTo>
                <a:lnTo>
                  <a:pt x="729701" y="35389"/>
                </a:lnTo>
                <a:lnTo>
                  <a:pt x="729694" y="34647"/>
                </a:lnTo>
                <a:lnTo>
                  <a:pt x="729674" y="33914"/>
                </a:lnTo>
                <a:lnTo>
                  <a:pt x="729641" y="33190"/>
                </a:lnTo>
                <a:lnTo>
                  <a:pt x="729594" y="32474"/>
                </a:lnTo>
                <a:lnTo>
                  <a:pt x="729534" y="31767"/>
                </a:lnTo>
                <a:lnTo>
                  <a:pt x="729460" y="31069"/>
                </a:lnTo>
                <a:lnTo>
                  <a:pt x="729373" y="30379"/>
                </a:lnTo>
                <a:lnTo>
                  <a:pt x="729273" y="29698"/>
                </a:lnTo>
                <a:lnTo>
                  <a:pt x="729159" y="29025"/>
                </a:lnTo>
                <a:lnTo>
                  <a:pt x="729032" y="28361"/>
                </a:lnTo>
                <a:lnTo>
                  <a:pt x="728891" y="27706"/>
                </a:lnTo>
                <a:lnTo>
                  <a:pt x="728737" y="27059"/>
                </a:lnTo>
                <a:lnTo>
                  <a:pt x="728570" y="26421"/>
                </a:lnTo>
                <a:lnTo>
                  <a:pt x="728389" y="25791"/>
                </a:lnTo>
                <a:lnTo>
                  <a:pt x="728195" y="25170"/>
                </a:lnTo>
                <a:lnTo>
                  <a:pt x="727987" y="24558"/>
                </a:lnTo>
                <a:lnTo>
                  <a:pt x="727766" y="23954"/>
                </a:lnTo>
                <a:lnTo>
                  <a:pt x="727532" y="23359"/>
                </a:lnTo>
                <a:lnTo>
                  <a:pt x="727284" y="22772"/>
                </a:lnTo>
                <a:lnTo>
                  <a:pt x="727023" y="22194"/>
                </a:lnTo>
                <a:lnTo>
                  <a:pt x="726749" y="21624"/>
                </a:lnTo>
                <a:lnTo>
                  <a:pt x="726461" y="21064"/>
                </a:lnTo>
                <a:lnTo>
                  <a:pt x="726160" y="20511"/>
                </a:lnTo>
                <a:lnTo>
                  <a:pt x="725845" y="19968"/>
                </a:lnTo>
                <a:lnTo>
                  <a:pt x="725518" y="19433"/>
                </a:lnTo>
                <a:lnTo>
                  <a:pt x="725181" y="18909"/>
                </a:lnTo>
                <a:lnTo>
                  <a:pt x="724832" y="18395"/>
                </a:lnTo>
                <a:lnTo>
                  <a:pt x="724472" y="17890"/>
                </a:lnTo>
                <a:lnTo>
                  <a:pt x="724101" y="17396"/>
                </a:lnTo>
                <a:lnTo>
                  <a:pt x="723719" y="16912"/>
                </a:lnTo>
                <a:lnTo>
                  <a:pt x="723326" y="16438"/>
                </a:lnTo>
                <a:lnTo>
                  <a:pt x="722923" y="15973"/>
                </a:lnTo>
                <a:lnTo>
                  <a:pt x="722508" y="15519"/>
                </a:lnTo>
                <a:lnTo>
                  <a:pt x="722082" y="15075"/>
                </a:lnTo>
                <a:lnTo>
                  <a:pt x="721645" y="14641"/>
                </a:lnTo>
                <a:lnTo>
                  <a:pt x="721197" y="14217"/>
                </a:lnTo>
                <a:lnTo>
                  <a:pt x="720738" y="13803"/>
                </a:lnTo>
                <a:lnTo>
                  <a:pt x="720269" y="13400"/>
                </a:lnTo>
                <a:lnTo>
                  <a:pt x="719788" y="13006"/>
                </a:lnTo>
                <a:lnTo>
                  <a:pt x="719296" y="12622"/>
                </a:lnTo>
                <a:lnTo>
                  <a:pt x="718793" y="12248"/>
                </a:lnTo>
                <a:lnTo>
                  <a:pt x="718279" y="11885"/>
                </a:lnTo>
                <a:lnTo>
                  <a:pt x="717754" y="11531"/>
                </a:lnTo>
                <a:lnTo>
                  <a:pt x="717219" y="11187"/>
                </a:lnTo>
                <a:lnTo>
                  <a:pt x="716672" y="10854"/>
                </a:lnTo>
                <a:lnTo>
                  <a:pt x="716114" y="10530"/>
                </a:lnTo>
                <a:lnTo>
                  <a:pt x="715545" y="10217"/>
                </a:lnTo>
                <a:lnTo>
                  <a:pt x="714965" y="9914"/>
                </a:lnTo>
                <a:lnTo>
                  <a:pt x="714376" y="9621"/>
                </a:lnTo>
                <a:lnTo>
                  <a:pt x="713778" y="9342"/>
                </a:lnTo>
                <a:lnTo>
                  <a:pt x="713171" y="9074"/>
                </a:lnTo>
                <a:lnTo>
                  <a:pt x="712555" y="8820"/>
                </a:lnTo>
                <a:lnTo>
                  <a:pt x="711932" y="8577"/>
                </a:lnTo>
                <a:lnTo>
                  <a:pt x="711299" y="8347"/>
                </a:lnTo>
                <a:lnTo>
                  <a:pt x="710658" y="8130"/>
                </a:lnTo>
                <a:lnTo>
                  <a:pt x="710008" y="7924"/>
                </a:lnTo>
                <a:lnTo>
                  <a:pt x="709350" y="7732"/>
                </a:lnTo>
                <a:lnTo>
                  <a:pt x="708683" y="7551"/>
                </a:lnTo>
                <a:lnTo>
                  <a:pt x="708007" y="7384"/>
                </a:lnTo>
                <a:lnTo>
                  <a:pt x="707323" y="7228"/>
                </a:lnTo>
                <a:lnTo>
                  <a:pt x="706630" y="7085"/>
                </a:lnTo>
                <a:lnTo>
                  <a:pt x="705929" y="6955"/>
                </a:lnTo>
                <a:lnTo>
                  <a:pt x="705219" y="6837"/>
                </a:lnTo>
                <a:lnTo>
                  <a:pt x="704500" y="6731"/>
                </a:lnTo>
                <a:lnTo>
                  <a:pt x="703773" y="6638"/>
                </a:lnTo>
                <a:lnTo>
                  <a:pt x="703037" y="6557"/>
                </a:lnTo>
                <a:lnTo>
                  <a:pt x="702293" y="6488"/>
                </a:lnTo>
                <a:lnTo>
                  <a:pt x="701540" y="6433"/>
                </a:lnTo>
                <a:lnTo>
                  <a:pt x="700778" y="6389"/>
                </a:lnTo>
                <a:lnTo>
                  <a:pt x="700008" y="6358"/>
                </a:lnTo>
                <a:lnTo>
                  <a:pt x="699229" y="6339"/>
                </a:lnTo>
                <a:lnTo>
                  <a:pt x="698441" y="6333"/>
                </a:lnTo>
                <a:lnTo>
                  <a:pt x="697619" y="6340"/>
                </a:lnTo>
                <a:lnTo>
                  <a:pt x="696806" y="6360"/>
                </a:lnTo>
                <a:lnTo>
                  <a:pt x="696001" y="6393"/>
                </a:lnTo>
                <a:lnTo>
                  <a:pt x="695205" y="6440"/>
                </a:lnTo>
                <a:lnTo>
                  <a:pt x="694418" y="6500"/>
                </a:lnTo>
                <a:lnTo>
                  <a:pt x="693639" y="6574"/>
                </a:lnTo>
                <a:lnTo>
                  <a:pt x="692869" y="6661"/>
                </a:lnTo>
                <a:lnTo>
                  <a:pt x="692107" y="6761"/>
                </a:lnTo>
                <a:lnTo>
                  <a:pt x="691354" y="6875"/>
                </a:lnTo>
                <a:lnTo>
                  <a:pt x="690610" y="7002"/>
                </a:lnTo>
                <a:lnTo>
                  <a:pt x="689874" y="7143"/>
                </a:lnTo>
                <a:lnTo>
                  <a:pt x="689147" y="7297"/>
                </a:lnTo>
                <a:lnTo>
                  <a:pt x="688428" y="7464"/>
                </a:lnTo>
                <a:lnTo>
                  <a:pt x="687718" y="7645"/>
                </a:lnTo>
                <a:lnTo>
                  <a:pt x="687017" y="7839"/>
                </a:lnTo>
                <a:lnTo>
                  <a:pt x="686324" y="8047"/>
                </a:lnTo>
                <a:lnTo>
                  <a:pt x="685640" y="8268"/>
                </a:lnTo>
                <a:lnTo>
                  <a:pt x="684964" y="8502"/>
                </a:lnTo>
                <a:lnTo>
                  <a:pt x="684297" y="8750"/>
                </a:lnTo>
                <a:lnTo>
                  <a:pt x="683639" y="9011"/>
                </a:lnTo>
                <a:lnTo>
                  <a:pt x="682989" y="9285"/>
                </a:lnTo>
                <a:lnTo>
                  <a:pt x="682348" y="9573"/>
                </a:lnTo>
                <a:lnTo>
                  <a:pt x="681715" y="9874"/>
                </a:lnTo>
                <a:lnTo>
                  <a:pt x="681091" y="10189"/>
                </a:lnTo>
                <a:lnTo>
                  <a:pt x="680478" y="10515"/>
                </a:lnTo>
                <a:lnTo>
                  <a:pt x="679875" y="10853"/>
                </a:lnTo>
                <a:lnTo>
                  <a:pt x="679285" y="11201"/>
                </a:lnTo>
                <a:lnTo>
                  <a:pt x="678706" y="11560"/>
                </a:lnTo>
                <a:lnTo>
                  <a:pt x="678139" y="11930"/>
                </a:lnTo>
                <a:lnTo>
                  <a:pt x="677584" y="12310"/>
                </a:lnTo>
                <a:lnTo>
                  <a:pt x="677041" y="12702"/>
                </a:lnTo>
                <a:lnTo>
                  <a:pt x="676509" y="13104"/>
                </a:lnTo>
                <a:lnTo>
                  <a:pt x="675989" y="13516"/>
                </a:lnTo>
                <a:lnTo>
                  <a:pt x="675480" y="13940"/>
                </a:lnTo>
                <a:lnTo>
                  <a:pt x="674983" y="14374"/>
                </a:lnTo>
                <a:lnTo>
                  <a:pt x="674498" y="14819"/>
                </a:lnTo>
                <a:lnTo>
                  <a:pt x="674025" y="15275"/>
                </a:lnTo>
                <a:lnTo>
                  <a:pt x="673563" y="15742"/>
                </a:lnTo>
                <a:lnTo>
                  <a:pt x="673114" y="16219"/>
                </a:lnTo>
                <a:lnTo>
                  <a:pt x="672675" y="16707"/>
                </a:lnTo>
                <a:lnTo>
                  <a:pt x="672249" y="17206"/>
                </a:lnTo>
                <a:lnTo>
                  <a:pt x="671834" y="17716"/>
                </a:lnTo>
                <a:lnTo>
                  <a:pt x="671431" y="18236"/>
                </a:lnTo>
                <a:lnTo>
                  <a:pt x="671040" y="18767"/>
                </a:lnTo>
                <a:lnTo>
                  <a:pt x="670660" y="19309"/>
                </a:lnTo>
                <a:lnTo>
                  <a:pt x="670292" y="19862"/>
                </a:lnTo>
                <a:lnTo>
                  <a:pt x="669936" y="20425"/>
                </a:lnTo>
                <a:lnTo>
                  <a:pt x="669591" y="21000"/>
                </a:lnTo>
                <a:lnTo>
                  <a:pt x="669260" y="21584"/>
                </a:lnTo>
                <a:lnTo>
                  <a:pt x="668942" y="22177"/>
                </a:lnTo>
                <a:lnTo>
                  <a:pt x="668637" y="22780"/>
                </a:lnTo>
                <a:lnTo>
                  <a:pt x="668347" y="23392"/>
                </a:lnTo>
                <a:lnTo>
                  <a:pt x="668069" y="24014"/>
                </a:lnTo>
                <a:lnTo>
                  <a:pt x="667806" y="24645"/>
                </a:lnTo>
                <a:lnTo>
                  <a:pt x="667556" y="25285"/>
                </a:lnTo>
                <a:lnTo>
                  <a:pt x="667320" y="25934"/>
                </a:lnTo>
                <a:lnTo>
                  <a:pt x="667097" y="26593"/>
                </a:lnTo>
                <a:lnTo>
                  <a:pt x="666888" y="27261"/>
                </a:lnTo>
                <a:lnTo>
                  <a:pt x="666693" y="27939"/>
                </a:lnTo>
                <a:lnTo>
                  <a:pt x="666511" y="28625"/>
                </a:lnTo>
                <a:lnTo>
                  <a:pt x="666343" y="29321"/>
                </a:lnTo>
                <a:lnTo>
                  <a:pt x="666188" y="30027"/>
                </a:lnTo>
                <a:lnTo>
                  <a:pt x="666048" y="30741"/>
                </a:lnTo>
                <a:lnTo>
                  <a:pt x="665920" y="31465"/>
                </a:lnTo>
                <a:lnTo>
                  <a:pt x="665807" y="32199"/>
                </a:lnTo>
                <a:lnTo>
                  <a:pt x="665707" y="32941"/>
                </a:lnTo>
                <a:lnTo>
                  <a:pt x="665621" y="33693"/>
                </a:lnTo>
                <a:lnTo>
                  <a:pt x="665548" y="34455"/>
                </a:lnTo>
                <a:lnTo>
                  <a:pt x="665489" y="35225"/>
                </a:lnTo>
                <a:lnTo>
                  <a:pt x="665443" y="36005"/>
                </a:lnTo>
                <a:lnTo>
                  <a:pt x="665411" y="36794"/>
                </a:lnTo>
                <a:lnTo>
                  <a:pt x="665393" y="37593"/>
                </a:lnTo>
                <a:lnTo>
                  <a:pt x="682606" y="37593"/>
                </a:lnTo>
                <a:lnTo>
                  <a:pt x="682614" y="36979"/>
                </a:lnTo>
                <a:lnTo>
                  <a:pt x="682635" y="36376"/>
                </a:lnTo>
                <a:lnTo>
                  <a:pt x="682671" y="35784"/>
                </a:lnTo>
                <a:lnTo>
                  <a:pt x="682721" y="35204"/>
                </a:lnTo>
                <a:lnTo>
                  <a:pt x="682786" y="34635"/>
                </a:lnTo>
                <a:lnTo>
                  <a:pt x="682865" y="34077"/>
                </a:lnTo>
                <a:lnTo>
                  <a:pt x="682958" y="33530"/>
                </a:lnTo>
                <a:lnTo>
                  <a:pt x="683065" y="32995"/>
                </a:lnTo>
                <a:lnTo>
                  <a:pt x="683187" y="32471"/>
                </a:lnTo>
                <a:lnTo>
                  <a:pt x="683324" y="31958"/>
                </a:lnTo>
                <a:lnTo>
                  <a:pt x="683474" y="31456"/>
                </a:lnTo>
                <a:lnTo>
                  <a:pt x="683639" y="30966"/>
                </a:lnTo>
                <a:lnTo>
                  <a:pt x="683818" y="30486"/>
                </a:lnTo>
                <a:lnTo>
                  <a:pt x="684012" y="30018"/>
                </a:lnTo>
                <a:lnTo>
                  <a:pt x="684220" y="29562"/>
                </a:lnTo>
                <a:lnTo>
                  <a:pt x="684442" y="29116"/>
                </a:lnTo>
                <a:lnTo>
                  <a:pt x="684679" y="28682"/>
                </a:lnTo>
                <a:lnTo>
                  <a:pt x="684930" y="28259"/>
                </a:lnTo>
                <a:lnTo>
                  <a:pt x="685195" y="27847"/>
                </a:lnTo>
                <a:lnTo>
                  <a:pt x="685475" y="27446"/>
                </a:lnTo>
                <a:lnTo>
                  <a:pt x="685769" y="27057"/>
                </a:lnTo>
                <a:lnTo>
                  <a:pt x="686078" y="26679"/>
                </a:lnTo>
                <a:lnTo>
                  <a:pt x="686400" y="26312"/>
                </a:lnTo>
                <a:lnTo>
                  <a:pt x="686737" y="25956"/>
                </a:lnTo>
                <a:lnTo>
                  <a:pt x="687087" y="25614"/>
                </a:lnTo>
                <a:lnTo>
                  <a:pt x="687448" y="25285"/>
                </a:lnTo>
                <a:lnTo>
                  <a:pt x="687820" y="24972"/>
                </a:lnTo>
                <a:lnTo>
                  <a:pt x="688202" y="24673"/>
                </a:lnTo>
                <a:lnTo>
                  <a:pt x="688596" y="24388"/>
                </a:lnTo>
                <a:lnTo>
                  <a:pt x="689001" y="24119"/>
                </a:lnTo>
                <a:lnTo>
                  <a:pt x="689417" y="23863"/>
                </a:lnTo>
                <a:lnTo>
                  <a:pt x="689843" y="23623"/>
                </a:lnTo>
                <a:lnTo>
                  <a:pt x="690281" y="23397"/>
                </a:lnTo>
                <a:lnTo>
                  <a:pt x="690730" y="23185"/>
                </a:lnTo>
                <a:lnTo>
                  <a:pt x="691189" y="22988"/>
                </a:lnTo>
                <a:lnTo>
                  <a:pt x="691660" y="22806"/>
                </a:lnTo>
                <a:lnTo>
                  <a:pt x="692142" y="22638"/>
                </a:lnTo>
                <a:lnTo>
                  <a:pt x="692634" y="22485"/>
                </a:lnTo>
                <a:lnTo>
                  <a:pt x="693138" y="22347"/>
                </a:lnTo>
                <a:lnTo>
                  <a:pt x="693653" y="22223"/>
                </a:lnTo>
                <a:lnTo>
                  <a:pt x="694178" y="22113"/>
                </a:lnTo>
                <a:lnTo>
                  <a:pt x="694715" y="22018"/>
                </a:lnTo>
                <a:lnTo>
                  <a:pt x="695263" y="21938"/>
                </a:lnTo>
                <a:lnTo>
                  <a:pt x="695821" y="21873"/>
                </a:lnTo>
                <a:lnTo>
                  <a:pt x="696391" y="21822"/>
                </a:lnTo>
                <a:lnTo>
                  <a:pt x="696972" y="21785"/>
                </a:lnTo>
                <a:lnTo>
                  <a:pt x="697563" y="21763"/>
                </a:lnTo>
                <a:lnTo>
                  <a:pt x="698166" y="21756"/>
                </a:lnTo>
                <a:lnTo>
                  <a:pt x="698712" y="21763"/>
                </a:lnTo>
                <a:lnTo>
                  <a:pt x="699249" y="21783"/>
                </a:lnTo>
                <a:lnTo>
                  <a:pt x="699775" y="21817"/>
                </a:lnTo>
                <a:lnTo>
                  <a:pt x="700293" y="21865"/>
                </a:lnTo>
                <a:lnTo>
                  <a:pt x="700801" y="21926"/>
                </a:lnTo>
                <a:lnTo>
                  <a:pt x="701299" y="22001"/>
                </a:lnTo>
                <a:lnTo>
                  <a:pt x="701788" y="22090"/>
                </a:lnTo>
                <a:lnTo>
                  <a:pt x="702267" y="22192"/>
                </a:lnTo>
                <a:lnTo>
                  <a:pt x="702736" y="22308"/>
                </a:lnTo>
                <a:lnTo>
                  <a:pt x="703196" y="22437"/>
                </a:lnTo>
                <a:lnTo>
                  <a:pt x="703647" y="22581"/>
                </a:lnTo>
                <a:lnTo>
                  <a:pt x="704088" y="22737"/>
                </a:lnTo>
                <a:lnTo>
                  <a:pt x="704519" y="22908"/>
                </a:lnTo>
                <a:lnTo>
                  <a:pt x="704941" y="23092"/>
                </a:lnTo>
                <a:lnTo>
                  <a:pt x="705353" y="23289"/>
                </a:lnTo>
                <a:lnTo>
                  <a:pt x="705755" y="23500"/>
                </a:lnTo>
                <a:lnTo>
                  <a:pt x="706149" y="23725"/>
                </a:lnTo>
                <a:lnTo>
                  <a:pt x="706532" y="23964"/>
                </a:lnTo>
                <a:lnTo>
                  <a:pt x="706906" y="24216"/>
                </a:lnTo>
                <a:lnTo>
                  <a:pt x="707270" y="24482"/>
                </a:lnTo>
                <a:lnTo>
                  <a:pt x="707625" y="24761"/>
                </a:lnTo>
                <a:lnTo>
                  <a:pt x="707970" y="25054"/>
                </a:lnTo>
                <a:lnTo>
                  <a:pt x="708306" y="25361"/>
                </a:lnTo>
                <a:lnTo>
                  <a:pt x="708632" y="25681"/>
                </a:lnTo>
                <a:lnTo>
                  <a:pt x="708947" y="26014"/>
                </a:lnTo>
                <a:lnTo>
                  <a:pt x="709248" y="26357"/>
                </a:lnTo>
                <a:lnTo>
                  <a:pt x="709536" y="26711"/>
                </a:lnTo>
                <a:lnTo>
                  <a:pt x="709810" y="27075"/>
                </a:lnTo>
                <a:lnTo>
                  <a:pt x="710071" y="27451"/>
                </a:lnTo>
                <a:lnTo>
                  <a:pt x="710319" y="27837"/>
                </a:lnTo>
                <a:lnTo>
                  <a:pt x="710553" y="28234"/>
                </a:lnTo>
                <a:lnTo>
                  <a:pt x="710774" y="28642"/>
                </a:lnTo>
                <a:lnTo>
                  <a:pt x="710982" y="29060"/>
                </a:lnTo>
                <a:lnTo>
                  <a:pt x="711176" y="29490"/>
                </a:lnTo>
                <a:lnTo>
                  <a:pt x="711356" y="29930"/>
                </a:lnTo>
                <a:lnTo>
                  <a:pt x="711524" y="30380"/>
                </a:lnTo>
                <a:lnTo>
                  <a:pt x="711678" y="30842"/>
                </a:lnTo>
                <a:lnTo>
                  <a:pt x="711818" y="31314"/>
                </a:lnTo>
                <a:lnTo>
                  <a:pt x="711946" y="31797"/>
                </a:lnTo>
                <a:lnTo>
                  <a:pt x="712059" y="32291"/>
                </a:lnTo>
                <a:lnTo>
                  <a:pt x="712160" y="32796"/>
                </a:lnTo>
                <a:lnTo>
                  <a:pt x="712247" y="33311"/>
                </a:lnTo>
                <a:lnTo>
                  <a:pt x="712320" y="33837"/>
                </a:lnTo>
                <a:lnTo>
                  <a:pt x="712381" y="34374"/>
                </a:lnTo>
                <a:lnTo>
                  <a:pt x="712428" y="34921"/>
                </a:lnTo>
                <a:lnTo>
                  <a:pt x="712461" y="35480"/>
                </a:lnTo>
                <a:lnTo>
                  <a:pt x="712481" y="36049"/>
                </a:lnTo>
                <a:lnTo>
                  <a:pt x="712488" y="36628"/>
                </a:lnTo>
                <a:lnTo>
                  <a:pt x="712482" y="37110"/>
                </a:lnTo>
                <a:lnTo>
                  <a:pt x="712466" y="37590"/>
                </a:lnTo>
                <a:lnTo>
                  <a:pt x="712438" y="38069"/>
                </a:lnTo>
                <a:lnTo>
                  <a:pt x="712400" y="38547"/>
                </a:lnTo>
                <a:lnTo>
                  <a:pt x="712350" y="39024"/>
                </a:lnTo>
                <a:lnTo>
                  <a:pt x="712290" y="39499"/>
                </a:lnTo>
                <a:lnTo>
                  <a:pt x="712218" y="39973"/>
                </a:lnTo>
                <a:lnTo>
                  <a:pt x="712136" y="40447"/>
                </a:lnTo>
                <a:lnTo>
                  <a:pt x="712042" y="40918"/>
                </a:lnTo>
                <a:lnTo>
                  <a:pt x="711938" y="41389"/>
                </a:lnTo>
                <a:lnTo>
                  <a:pt x="711822" y="41859"/>
                </a:lnTo>
                <a:lnTo>
                  <a:pt x="711696" y="42327"/>
                </a:lnTo>
                <a:lnTo>
                  <a:pt x="711558" y="42794"/>
                </a:lnTo>
                <a:lnTo>
                  <a:pt x="711410" y="43260"/>
                </a:lnTo>
                <a:lnTo>
                  <a:pt x="711250" y="43725"/>
                </a:lnTo>
                <a:lnTo>
                  <a:pt x="711079" y="44188"/>
                </a:lnTo>
                <a:lnTo>
                  <a:pt x="710898" y="44650"/>
                </a:lnTo>
                <a:lnTo>
                  <a:pt x="710705" y="45112"/>
                </a:lnTo>
                <a:lnTo>
                  <a:pt x="710502" y="45571"/>
                </a:lnTo>
                <a:lnTo>
                  <a:pt x="710287" y="46030"/>
                </a:lnTo>
                <a:lnTo>
                  <a:pt x="710062" y="46488"/>
                </a:lnTo>
                <a:lnTo>
                  <a:pt x="709825" y="46944"/>
                </a:lnTo>
                <a:lnTo>
                  <a:pt x="709578" y="47399"/>
                </a:lnTo>
                <a:lnTo>
                  <a:pt x="709319" y="47853"/>
                </a:lnTo>
                <a:lnTo>
                  <a:pt x="709049" y="48309"/>
                </a:lnTo>
                <a:lnTo>
                  <a:pt x="708767" y="48768"/>
                </a:lnTo>
                <a:lnTo>
                  <a:pt x="708474" y="49233"/>
                </a:lnTo>
                <a:lnTo>
                  <a:pt x="708168" y="49702"/>
                </a:lnTo>
                <a:lnTo>
                  <a:pt x="707850" y="50176"/>
                </a:lnTo>
                <a:lnTo>
                  <a:pt x="707521" y="50654"/>
                </a:lnTo>
                <a:lnTo>
                  <a:pt x="707179" y="51137"/>
                </a:lnTo>
                <a:lnTo>
                  <a:pt x="706826" y="51624"/>
                </a:lnTo>
                <a:lnTo>
                  <a:pt x="706460" y="52116"/>
                </a:lnTo>
                <a:lnTo>
                  <a:pt x="706083" y="52612"/>
                </a:lnTo>
                <a:lnTo>
                  <a:pt x="705693" y="53113"/>
                </a:lnTo>
                <a:lnTo>
                  <a:pt x="705292" y="53618"/>
                </a:lnTo>
                <a:lnTo>
                  <a:pt x="704879" y="54128"/>
                </a:lnTo>
                <a:lnTo>
                  <a:pt x="704454" y="54643"/>
                </a:lnTo>
                <a:lnTo>
                  <a:pt x="704017" y="55162"/>
                </a:lnTo>
                <a:lnTo>
                  <a:pt x="703567" y="55685"/>
                </a:lnTo>
                <a:lnTo>
                  <a:pt x="703106" y="56214"/>
                </a:lnTo>
                <a:lnTo>
                  <a:pt x="702633" y="56746"/>
                </a:lnTo>
                <a:lnTo>
                  <a:pt x="702148" y="57284"/>
                </a:lnTo>
                <a:lnTo>
                  <a:pt x="701651" y="57825"/>
                </a:lnTo>
                <a:lnTo>
                  <a:pt x="701143" y="58372"/>
                </a:lnTo>
                <a:lnTo>
                  <a:pt x="700622" y="58923"/>
                </a:lnTo>
                <a:lnTo>
                  <a:pt x="700089" y="59478"/>
                </a:lnTo>
                <a:lnTo>
                  <a:pt x="699544" y="60038"/>
                </a:lnTo>
                <a:lnTo>
                  <a:pt x="668146" y="91573"/>
                </a:lnTo>
                <a:lnTo>
                  <a:pt x="668146" y="108236"/>
                </a:lnTo>
                <a:lnTo>
                  <a:pt x="730941" y="108236"/>
                </a:lnTo>
                <a:lnTo>
                  <a:pt x="730941" y="92674"/>
                </a:lnTo>
                <a:lnTo>
                  <a:pt x="688803" y="92674"/>
                </a:lnTo>
                <a:lnTo>
                  <a:pt x="709733" y="72158"/>
                </a:lnTo>
                <a:close/>
                <a:moveTo>
                  <a:pt x="957603" y="72158"/>
                </a:moveTo>
                <a:lnTo>
                  <a:pt x="958465" y="71322"/>
                </a:lnTo>
                <a:lnTo>
                  <a:pt x="959307" y="70491"/>
                </a:lnTo>
                <a:lnTo>
                  <a:pt x="960130" y="69665"/>
                </a:lnTo>
                <a:lnTo>
                  <a:pt x="960933" y="68843"/>
                </a:lnTo>
                <a:lnTo>
                  <a:pt x="961715" y="68025"/>
                </a:lnTo>
                <a:lnTo>
                  <a:pt x="962479" y="67213"/>
                </a:lnTo>
                <a:lnTo>
                  <a:pt x="963222" y="66404"/>
                </a:lnTo>
                <a:lnTo>
                  <a:pt x="963945" y="65601"/>
                </a:lnTo>
                <a:lnTo>
                  <a:pt x="964649" y="64801"/>
                </a:lnTo>
                <a:lnTo>
                  <a:pt x="965332" y="64007"/>
                </a:lnTo>
                <a:lnTo>
                  <a:pt x="965996" y="63217"/>
                </a:lnTo>
                <a:lnTo>
                  <a:pt x="966640" y="62431"/>
                </a:lnTo>
                <a:lnTo>
                  <a:pt x="967264" y="61650"/>
                </a:lnTo>
                <a:lnTo>
                  <a:pt x="967868" y="60874"/>
                </a:lnTo>
                <a:lnTo>
                  <a:pt x="968453" y="60102"/>
                </a:lnTo>
                <a:lnTo>
                  <a:pt x="969017" y="59335"/>
                </a:lnTo>
                <a:lnTo>
                  <a:pt x="969562" y="58572"/>
                </a:lnTo>
                <a:lnTo>
                  <a:pt x="970087" y="57814"/>
                </a:lnTo>
                <a:lnTo>
                  <a:pt x="970592" y="57060"/>
                </a:lnTo>
                <a:lnTo>
                  <a:pt x="971077" y="56311"/>
                </a:lnTo>
                <a:lnTo>
                  <a:pt x="971543" y="55567"/>
                </a:lnTo>
                <a:lnTo>
                  <a:pt x="971988" y="54827"/>
                </a:lnTo>
                <a:lnTo>
                  <a:pt x="972414" y="54091"/>
                </a:lnTo>
                <a:lnTo>
                  <a:pt x="972820" y="53360"/>
                </a:lnTo>
                <a:lnTo>
                  <a:pt x="973207" y="52631"/>
                </a:lnTo>
                <a:lnTo>
                  <a:pt x="973578" y="51899"/>
                </a:lnTo>
                <a:lnTo>
                  <a:pt x="973933" y="51167"/>
                </a:lnTo>
                <a:lnTo>
                  <a:pt x="974271" y="50432"/>
                </a:lnTo>
                <a:lnTo>
                  <a:pt x="974593" y="49696"/>
                </a:lnTo>
                <a:lnTo>
                  <a:pt x="974898" y="48958"/>
                </a:lnTo>
                <a:lnTo>
                  <a:pt x="975187" y="48218"/>
                </a:lnTo>
                <a:lnTo>
                  <a:pt x="975459" y="47477"/>
                </a:lnTo>
                <a:lnTo>
                  <a:pt x="975715" y="46734"/>
                </a:lnTo>
                <a:lnTo>
                  <a:pt x="975954" y="45989"/>
                </a:lnTo>
                <a:lnTo>
                  <a:pt x="976177" y="45243"/>
                </a:lnTo>
                <a:lnTo>
                  <a:pt x="976383" y="44495"/>
                </a:lnTo>
                <a:lnTo>
                  <a:pt x="976572" y="43745"/>
                </a:lnTo>
                <a:lnTo>
                  <a:pt x="976746" y="42994"/>
                </a:lnTo>
                <a:lnTo>
                  <a:pt x="976902" y="42241"/>
                </a:lnTo>
                <a:lnTo>
                  <a:pt x="977043" y="41486"/>
                </a:lnTo>
                <a:lnTo>
                  <a:pt x="977166" y="40730"/>
                </a:lnTo>
                <a:lnTo>
                  <a:pt x="977274" y="39972"/>
                </a:lnTo>
                <a:lnTo>
                  <a:pt x="977364" y="39212"/>
                </a:lnTo>
                <a:lnTo>
                  <a:pt x="977439" y="38451"/>
                </a:lnTo>
                <a:lnTo>
                  <a:pt x="977496" y="37688"/>
                </a:lnTo>
                <a:lnTo>
                  <a:pt x="977537" y="36923"/>
                </a:lnTo>
                <a:lnTo>
                  <a:pt x="977562" y="36157"/>
                </a:lnTo>
                <a:lnTo>
                  <a:pt x="977570" y="35389"/>
                </a:lnTo>
                <a:lnTo>
                  <a:pt x="977564" y="34647"/>
                </a:lnTo>
                <a:lnTo>
                  <a:pt x="977544" y="33914"/>
                </a:lnTo>
                <a:lnTo>
                  <a:pt x="977510" y="33190"/>
                </a:lnTo>
                <a:lnTo>
                  <a:pt x="977463" y="32474"/>
                </a:lnTo>
                <a:lnTo>
                  <a:pt x="977403" y="31767"/>
                </a:lnTo>
                <a:lnTo>
                  <a:pt x="977329" y="31069"/>
                </a:lnTo>
                <a:lnTo>
                  <a:pt x="977242" y="30379"/>
                </a:lnTo>
                <a:lnTo>
                  <a:pt x="977142" y="29698"/>
                </a:lnTo>
                <a:lnTo>
                  <a:pt x="977028" y="29025"/>
                </a:lnTo>
                <a:lnTo>
                  <a:pt x="976901" y="28361"/>
                </a:lnTo>
                <a:lnTo>
                  <a:pt x="976761" y="27706"/>
                </a:lnTo>
                <a:lnTo>
                  <a:pt x="976607" y="27059"/>
                </a:lnTo>
                <a:lnTo>
                  <a:pt x="976439" y="26421"/>
                </a:lnTo>
                <a:lnTo>
                  <a:pt x="976258" y="25791"/>
                </a:lnTo>
                <a:lnTo>
                  <a:pt x="976064" y="25170"/>
                </a:lnTo>
                <a:lnTo>
                  <a:pt x="975857" y="24558"/>
                </a:lnTo>
                <a:lnTo>
                  <a:pt x="975636" y="23954"/>
                </a:lnTo>
                <a:lnTo>
                  <a:pt x="975402" y="23359"/>
                </a:lnTo>
                <a:lnTo>
                  <a:pt x="975154" y="22772"/>
                </a:lnTo>
                <a:lnTo>
                  <a:pt x="974893" y="22194"/>
                </a:lnTo>
                <a:lnTo>
                  <a:pt x="974618" y="21624"/>
                </a:lnTo>
                <a:lnTo>
                  <a:pt x="974331" y="21064"/>
                </a:lnTo>
                <a:lnTo>
                  <a:pt x="974029" y="20511"/>
                </a:lnTo>
                <a:lnTo>
                  <a:pt x="973715" y="19968"/>
                </a:lnTo>
                <a:lnTo>
                  <a:pt x="973388" y="19433"/>
                </a:lnTo>
                <a:lnTo>
                  <a:pt x="973050" y="18909"/>
                </a:lnTo>
                <a:lnTo>
                  <a:pt x="972701" y="18395"/>
                </a:lnTo>
                <a:lnTo>
                  <a:pt x="972341" y="17890"/>
                </a:lnTo>
                <a:lnTo>
                  <a:pt x="971971" y="17396"/>
                </a:lnTo>
                <a:lnTo>
                  <a:pt x="971589" y="16912"/>
                </a:lnTo>
                <a:lnTo>
                  <a:pt x="971196" y="16438"/>
                </a:lnTo>
                <a:lnTo>
                  <a:pt x="970792" y="15973"/>
                </a:lnTo>
                <a:lnTo>
                  <a:pt x="970377" y="15519"/>
                </a:lnTo>
                <a:lnTo>
                  <a:pt x="969952" y="15075"/>
                </a:lnTo>
                <a:lnTo>
                  <a:pt x="969515" y="14641"/>
                </a:lnTo>
                <a:lnTo>
                  <a:pt x="969067" y="14217"/>
                </a:lnTo>
                <a:lnTo>
                  <a:pt x="968608" y="13803"/>
                </a:lnTo>
                <a:lnTo>
                  <a:pt x="968138" y="13400"/>
                </a:lnTo>
                <a:lnTo>
                  <a:pt x="967657" y="13006"/>
                </a:lnTo>
                <a:lnTo>
                  <a:pt x="967165" y="12622"/>
                </a:lnTo>
                <a:lnTo>
                  <a:pt x="966663" y="12248"/>
                </a:lnTo>
                <a:lnTo>
                  <a:pt x="966149" y="11885"/>
                </a:lnTo>
                <a:lnTo>
                  <a:pt x="965624" y="11531"/>
                </a:lnTo>
                <a:lnTo>
                  <a:pt x="965088" y="11187"/>
                </a:lnTo>
                <a:lnTo>
                  <a:pt x="964541" y="10854"/>
                </a:lnTo>
                <a:lnTo>
                  <a:pt x="963983" y="10530"/>
                </a:lnTo>
                <a:lnTo>
                  <a:pt x="963415" y="10217"/>
                </a:lnTo>
                <a:lnTo>
                  <a:pt x="962835" y="9914"/>
                </a:lnTo>
                <a:lnTo>
                  <a:pt x="962245" y="9621"/>
                </a:lnTo>
                <a:lnTo>
                  <a:pt x="961647" y="9342"/>
                </a:lnTo>
                <a:lnTo>
                  <a:pt x="961040" y="9074"/>
                </a:lnTo>
                <a:lnTo>
                  <a:pt x="960425" y="8820"/>
                </a:lnTo>
                <a:lnTo>
                  <a:pt x="959801" y="8577"/>
                </a:lnTo>
                <a:lnTo>
                  <a:pt x="959169" y="8347"/>
                </a:lnTo>
                <a:lnTo>
                  <a:pt x="958527" y="8130"/>
                </a:lnTo>
                <a:lnTo>
                  <a:pt x="957878" y="7924"/>
                </a:lnTo>
                <a:lnTo>
                  <a:pt x="957219" y="7732"/>
                </a:lnTo>
                <a:lnTo>
                  <a:pt x="956552" y="7551"/>
                </a:lnTo>
                <a:lnTo>
                  <a:pt x="955877" y="7384"/>
                </a:lnTo>
                <a:lnTo>
                  <a:pt x="955193" y="7228"/>
                </a:lnTo>
                <a:lnTo>
                  <a:pt x="954500" y="7085"/>
                </a:lnTo>
                <a:lnTo>
                  <a:pt x="953798" y="6955"/>
                </a:lnTo>
                <a:lnTo>
                  <a:pt x="953088" y="6837"/>
                </a:lnTo>
                <a:lnTo>
                  <a:pt x="952370" y="6731"/>
                </a:lnTo>
                <a:lnTo>
                  <a:pt x="951642" y="6638"/>
                </a:lnTo>
                <a:lnTo>
                  <a:pt x="950907" y="6557"/>
                </a:lnTo>
                <a:lnTo>
                  <a:pt x="950162" y="6488"/>
                </a:lnTo>
                <a:lnTo>
                  <a:pt x="949409" y="6433"/>
                </a:lnTo>
                <a:lnTo>
                  <a:pt x="948647" y="6389"/>
                </a:lnTo>
                <a:lnTo>
                  <a:pt x="947877" y="6358"/>
                </a:lnTo>
                <a:lnTo>
                  <a:pt x="947098" y="6339"/>
                </a:lnTo>
                <a:lnTo>
                  <a:pt x="946311" y="6333"/>
                </a:lnTo>
                <a:lnTo>
                  <a:pt x="945489" y="6340"/>
                </a:lnTo>
                <a:lnTo>
                  <a:pt x="944676" y="6360"/>
                </a:lnTo>
                <a:lnTo>
                  <a:pt x="943871" y="6393"/>
                </a:lnTo>
                <a:lnTo>
                  <a:pt x="943075" y="6440"/>
                </a:lnTo>
                <a:lnTo>
                  <a:pt x="942288" y="6500"/>
                </a:lnTo>
                <a:lnTo>
                  <a:pt x="941509" y="6574"/>
                </a:lnTo>
                <a:lnTo>
                  <a:pt x="940739" y="6661"/>
                </a:lnTo>
                <a:lnTo>
                  <a:pt x="939977" y="6761"/>
                </a:lnTo>
                <a:lnTo>
                  <a:pt x="939224" y="6875"/>
                </a:lnTo>
                <a:lnTo>
                  <a:pt x="938480" y="7002"/>
                </a:lnTo>
                <a:lnTo>
                  <a:pt x="937744" y="7143"/>
                </a:lnTo>
                <a:lnTo>
                  <a:pt x="937017" y="7297"/>
                </a:lnTo>
                <a:lnTo>
                  <a:pt x="936298" y="7464"/>
                </a:lnTo>
                <a:lnTo>
                  <a:pt x="935588" y="7645"/>
                </a:lnTo>
                <a:lnTo>
                  <a:pt x="934886" y="7839"/>
                </a:lnTo>
                <a:lnTo>
                  <a:pt x="934194" y="8047"/>
                </a:lnTo>
                <a:lnTo>
                  <a:pt x="933510" y="8268"/>
                </a:lnTo>
                <a:lnTo>
                  <a:pt x="932834" y="8502"/>
                </a:lnTo>
                <a:lnTo>
                  <a:pt x="932167" y="8750"/>
                </a:lnTo>
                <a:lnTo>
                  <a:pt x="931509" y="9011"/>
                </a:lnTo>
                <a:lnTo>
                  <a:pt x="930859" y="9285"/>
                </a:lnTo>
                <a:lnTo>
                  <a:pt x="930218" y="9573"/>
                </a:lnTo>
                <a:lnTo>
                  <a:pt x="929585" y="9874"/>
                </a:lnTo>
                <a:lnTo>
                  <a:pt x="928961" y="10189"/>
                </a:lnTo>
                <a:lnTo>
                  <a:pt x="928347" y="10515"/>
                </a:lnTo>
                <a:lnTo>
                  <a:pt x="927745" y="10853"/>
                </a:lnTo>
                <a:lnTo>
                  <a:pt x="927155" y="11201"/>
                </a:lnTo>
                <a:lnTo>
                  <a:pt x="926576" y="11560"/>
                </a:lnTo>
                <a:lnTo>
                  <a:pt x="926009" y="11930"/>
                </a:lnTo>
                <a:lnTo>
                  <a:pt x="925454" y="12310"/>
                </a:lnTo>
                <a:lnTo>
                  <a:pt x="924910" y="12702"/>
                </a:lnTo>
                <a:lnTo>
                  <a:pt x="924378" y="13104"/>
                </a:lnTo>
                <a:lnTo>
                  <a:pt x="923858" y="13516"/>
                </a:lnTo>
                <a:lnTo>
                  <a:pt x="923350" y="13940"/>
                </a:lnTo>
                <a:lnTo>
                  <a:pt x="922853" y="14374"/>
                </a:lnTo>
                <a:lnTo>
                  <a:pt x="922368" y="14819"/>
                </a:lnTo>
                <a:lnTo>
                  <a:pt x="921895" y="15275"/>
                </a:lnTo>
                <a:lnTo>
                  <a:pt x="921433" y="15742"/>
                </a:lnTo>
                <a:lnTo>
                  <a:pt x="920983" y="16219"/>
                </a:lnTo>
                <a:lnTo>
                  <a:pt x="920545" y="16707"/>
                </a:lnTo>
                <a:lnTo>
                  <a:pt x="920118" y="17206"/>
                </a:lnTo>
                <a:lnTo>
                  <a:pt x="919704" y="17716"/>
                </a:lnTo>
                <a:lnTo>
                  <a:pt x="919301" y="18236"/>
                </a:lnTo>
                <a:lnTo>
                  <a:pt x="918909" y="18767"/>
                </a:lnTo>
                <a:lnTo>
                  <a:pt x="918530" y="19309"/>
                </a:lnTo>
                <a:lnTo>
                  <a:pt x="918162" y="19862"/>
                </a:lnTo>
                <a:lnTo>
                  <a:pt x="917806" y="20425"/>
                </a:lnTo>
                <a:lnTo>
                  <a:pt x="917461" y="21000"/>
                </a:lnTo>
                <a:lnTo>
                  <a:pt x="917129" y="21584"/>
                </a:lnTo>
                <a:lnTo>
                  <a:pt x="916811" y="22177"/>
                </a:lnTo>
                <a:lnTo>
                  <a:pt x="916507" y="22780"/>
                </a:lnTo>
                <a:lnTo>
                  <a:pt x="916216" y="23392"/>
                </a:lnTo>
                <a:lnTo>
                  <a:pt x="915939" y="24014"/>
                </a:lnTo>
                <a:lnTo>
                  <a:pt x="915676" y="24645"/>
                </a:lnTo>
                <a:lnTo>
                  <a:pt x="915426" y="25285"/>
                </a:lnTo>
                <a:lnTo>
                  <a:pt x="915189" y="25934"/>
                </a:lnTo>
                <a:lnTo>
                  <a:pt x="914967" y="26593"/>
                </a:lnTo>
                <a:lnTo>
                  <a:pt x="914758" y="27261"/>
                </a:lnTo>
                <a:lnTo>
                  <a:pt x="914562" y="27939"/>
                </a:lnTo>
                <a:lnTo>
                  <a:pt x="914381" y="28625"/>
                </a:lnTo>
                <a:lnTo>
                  <a:pt x="914213" y="29321"/>
                </a:lnTo>
                <a:lnTo>
                  <a:pt x="914058" y="30027"/>
                </a:lnTo>
                <a:lnTo>
                  <a:pt x="913917" y="30741"/>
                </a:lnTo>
                <a:lnTo>
                  <a:pt x="913790" y="31465"/>
                </a:lnTo>
                <a:lnTo>
                  <a:pt x="913676" y="32199"/>
                </a:lnTo>
                <a:lnTo>
                  <a:pt x="913576" y="32941"/>
                </a:lnTo>
                <a:lnTo>
                  <a:pt x="913490" y="33693"/>
                </a:lnTo>
                <a:lnTo>
                  <a:pt x="913417" y="34455"/>
                </a:lnTo>
                <a:lnTo>
                  <a:pt x="913358" y="35225"/>
                </a:lnTo>
                <a:lnTo>
                  <a:pt x="913313" y="36005"/>
                </a:lnTo>
                <a:lnTo>
                  <a:pt x="913281" y="36794"/>
                </a:lnTo>
                <a:lnTo>
                  <a:pt x="913263" y="37593"/>
                </a:lnTo>
                <a:lnTo>
                  <a:pt x="930476" y="37593"/>
                </a:lnTo>
                <a:lnTo>
                  <a:pt x="930483" y="36979"/>
                </a:lnTo>
                <a:lnTo>
                  <a:pt x="930505" y="36376"/>
                </a:lnTo>
                <a:lnTo>
                  <a:pt x="930540" y="35784"/>
                </a:lnTo>
                <a:lnTo>
                  <a:pt x="930591" y="35204"/>
                </a:lnTo>
                <a:lnTo>
                  <a:pt x="930655" y="34635"/>
                </a:lnTo>
                <a:lnTo>
                  <a:pt x="930734" y="34077"/>
                </a:lnTo>
                <a:lnTo>
                  <a:pt x="930827" y="33530"/>
                </a:lnTo>
                <a:lnTo>
                  <a:pt x="930935" y="32995"/>
                </a:lnTo>
                <a:lnTo>
                  <a:pt x="931057" y="32471"/>
                </a:lnTo>
                <a:lnTo>
                  <a:pt x="931193" y="31958"/>
                </a:lnTo>
                <a:lnTo>
                  <a:pt x="931344" y="31456"/>
                </a:lnTo>
                <a:lnTo>
                  <a:pt x="931509" y="30966"/>
                </a:lnTo>
                <a:lnTo>
                  <a:pt x="931688" y="30486"/>
                </a:lnTo>
                <a:lnTo>
                  <a:pt x="931882" y="30018"/>
                </a:lnTo>
                <a:lnTo>
                  <a:pt x="932090" y="29562"/>
                </a:lnTo>
                <a:lnTo>
                  <a:pt x="932312" y="29116"/>
                </a:lnTo>
                <a:lnTo>
                  <a:pt x="932549" y="28682"/>
                </a:lnTo>
                <a:lnTo>
                  <a:pt x="932800" y="28259"/>
                </a:lnTo>
                <a:lnTo>
                  <a:pt x="933065" y="27847"/>
                </a:lnTo>
                <a:lnTo>
                  <a:pt x="933345" y="27446"/>
                </a:lnTo>
                <a:lnTo>
                  <a:pt x="933639" y="27057"/>
                </a:lnTo>
                <a:lnTo>
                  <a:pt x="933947" y="26679"/>
                </a:lnTo>
                <a:lnTo>
                  <a:pt x="934270" y="26312"/>
                </a:lnTo>
                <a:lnTo>
                  <a:pt x="934607" y="25956"/>
                </a:lnTo>
                <a:lnTo>
                  <a:pt x="934957" y="25614"/>
                </a:lnTo>
                <a:lnTo>
                  <a:pt x="935317" y="25285"/>
                </a:lnTo>
                <a:lnTo>
                  <a:pt x="935689" y="24972"/>
                </a:lnTo>
                <a:lnTo>
                  <a:pt x="936072" y="24673"/>
                </a:lnTo>
                <a:lnTo>
                  <a:pt x="936466" y="24388"/>
                </a:lnTo>
                <a:lnTo>
                  <a:pt x="936870" y="24119"/>
                </a:lnTo>
                <a:lnTo>
                  <a:pt x="937286" y="23863"/>
                </a:lnTo>
                <a:lnTo>
                  <a:pt x="937713" y="23623"/>
                </a:lnTo>
                <a:lnTo>
                  <a:pt x="938150" y="23397"/>
                </a:lnTo>
                <a:lnTo>
                  <a:pt x="938599" y="23185"/>
                </a:lnTo>
                <a:lnTo>
                  <a:pt x="939059" y="22988"/>
                </a:lnTo>
                <a:lnTo>
                  <a:pt x="939530" y="22806"/>
                </a:lnTo>
                <a:lnTo>
                  <a:pt x="940011" y="22638"/>
                </a:lnTo>
                <a:lnTo>
                  <a:pt x="940504" y="22485"/>
                </a:lnTo>
                <a:lnTo>
                  <a:pt x="941008" y="22347"/>
                </a:lnTo>
                <a:lnTo>
                  <a:pt x="941522" y="22223"/>
                </a:lnTo>
                <a:lnTo>
                  <a:pt x="942048" y="22113"/>
                </a:lnTo>
                <a:lnTo>
                  <a:pt x="942585" y="22018"/>
                </a:lnTo>
                <a:lnTo>
                  <a:pt x="943132" y="21938"/>
                </a:lnTo>
                <a:lnTo>
                  <a:pt x="943691" y="21873"/>
                </a:lnTo>
                <a:lnTo>
                  <a:pt x="944261" y="21822"/>
                </a:lnTo>
                <a:lnTo>
                  <a:pt x="944841" y="21785"/>
                </a:lnTo>
                <a:lnTo>
                  <a:pt x="945433" y="21763"/>
                </a:lnTo>
                <a:lnTo>
                  <a:pt x="946035" y="21756"/>
                </a:lnTo>
                <a:lnTo>
                  <a:pt x="946582" y="21763"/>
                </a:lnTo>
                <a:lnTo>
                  <a:pt x="947118" y="21783"/>
                </a:lnTo>
                <a:lnTo>
                  <a:pt x="947645" y="21817"/>
                </a:lnTo>
                <a:lnTo>
                  <a:pt x="948162" y="21865"/>
                </a:lnTo>
                <a:lnTo>
                  <a:pt x="948670" y="21926"/>
                </a:lnTo>
                <a:lnTo>
                  <a:pt x="949168" y="22001"/>
                </a:lnTo>
                <a:lnTo>
                  <a:pt x="949657" y="22090"/>
                </a:lnTo>
                <a:lnTo>
                  <a:pt x="950136" y="22192"/>
                </a:lnTo>
                <a:lnTo>
                  <a:pt x="950606" y="22308"/>
                </a:lnTo>
                <a:lnTo>
                  <a:pt x="951066" y="22437"/>
                </a:lnTo>
                <a:lnTo>
                  <a:pt x="951516" y="22581"/>
                </a:lnTo>
                <a:lnTo>
                  <a:pt x="951957" y="22737"/>
                </a:lnTo>
                <a:lnTo>
                  <a:pt x="952389" y="22908"/>
                </a:lnTo>
                <a:lnTo>
                  <a:pt x="952810" y="23092"/>
                </a:lnTo>
                <a:lnTo>
                  <a:pt x="953222" y="23289"/>
                </a:lnTo>
                <a:lnTo>
                  <a:pt x="953625" y="23500"/>
                </a:lnTo>
                <a:lnTo>
                  <a:pt x="954018" y="23725"/>
                </a:lnTo>
                <a:lnTo>
                  <a:pt x="954402" y="23964"/>
                </a:lnTo>
                <a:lnTo>
                  <a:pt x="954775" y="24216"/>
                </a:lnTo>
                <a:lnTo>
                  <a:pt x="955140" y="24482"/>
                </a:lnTo>
                <a:lnTo>
                  <a:pt x="955495" y="24761"/>
                </a:lnTo>
                <a:lnTo>
                  <a:pt x="955840" y="25054"/>
                </a:lnTo>
                <a:lnTo>
                  <a:pt x="956176" y="25361"/>
                </a:lnTo>
                <a:lnTo>
                  <a:pt x="956502" y="25681"/>
                </a:lnTo>
                <a:lnTo>
                  <a:pt x="956816" y="26014"/>
                </a:lnTo>
                <a:lnTo>
                  <a:pt x="957117" y="26357"/>
                </a:lnTo>
                <a:lnTo>
                  <a:pt x="957405" y="26711"/>
                </a:lnTo>
                <a:lnTo>
                  <a:pt x="957680" y="27075"/>
                </a:lnTo>
                <a:lnTo>
                  <a:pt x="957941" y="27451"/>
                </a:lnTo>
                <a:lnTo>
                  <a:pt x="958188" y="27837"/>
                </a:lnTo>
                <a:lnTo>
                  <a:pt x="958423" y="28234"/>
                </a:lnTo>
                <a:lnTo>
                  <a:pt x="958644" y="28642"/>
                </a:lnTo>
                <a:lnTo>
                  <a:pt x="958851" y="29060"/>
                </a:lnTo>
                <a:lnTo>
                  <a:pt x="959045" y="29490"/>
                </a:lnTo>
                <a:lnTo>
                  <a:pt x="959226" y="29930"/>
                </a:lnTo>
                <a:lnTo>
                  <a:pt x="959393" y="30380"/>
                </a:lnTo>
                <a:lnTo>
                  <a:pt x="959547" y="30842"/>
                </a:lnTo>
                <a:lnTo>
                  <a:pt x="959688" y="31314"/>
                </a:lnTo>
                <a:lnTo>
                  <a:pt x="959815" y="31797"/>
                </a:lnTo>
                <a:lnTo>
                  <a:pt x="959929" y="32291"/>
                </a:lnTo>
                <a:lnTo>
                  <a:pt x="960029" y="32796"/>
                </a:lnTo>
                <a:lnTo>
                  <a:pt x="960116" y="33311"/>
                </a:lnTo>
                <a:lnTo>
                  <a:pt x="960190" y="33837"/>
                </a:lnTo>
                <a:lnTo>
                  <a:pt x="960250" y="34374"/>
                </a:lnTo>
                <a:lnTo>
                  <a:pt x="960297" y="34921"/>
                </a:lnTo>
                <a:lnTo>
                  <a:pt x="960331" y="35480"/>
                </a:lnTo>
                <a:lnTo>
                  <a:pt x="960351" y="36049"/>
                </a:lnTo>
                <a:lnTo>
                  <a:pt x="960357" y="36628"/>
                </a:lnTo>
                <a:lnTo>
                  <a:pt x="960352" y="37110"/>
                </a:lnTo>
                <a:lnTo>
                  <a:pt x="960335" y="37590"/>
                </a:lnTo>
                <a:lnTo>
                  <a:pt x="960308" y="38069"/>
                </a:lnTo>
                <a:lnTo>
                  <a:pt x="960269" y="38547"/>
                </a:lnTo>
                <a:lnTo>
                  <a:pt x="960220" y="39024"/>
                </a:lnTo>
                <a:lnTo>
                  <a:pt x="960159" y="39499"/>
                </a:lnTo>
                <a:lnTo>
                  <a:pt x="960088" y="39973"/>
                </a:lnTo>
                <a:lnTo>
                  <a:pt x="960005" y="40447"/>
                </a:lnTo>
                <a:lnTo>
                  <a:pt x="959912" y="40918"/>
                </a:lnTo>
                <a:lnTo>
                  <a:pt x="959807" y="41389"/>
                </a:lnTo>
                <a:lnTo>
                  <a:pt x="959692" y="41859"/>
                </a:lnTo>
                <a:lnTo>
                  <a:pt x="959565" y="42327"/>
                </a:lnTo>
                <a:lnTo>
                  <a:pt x="959428" y="42794"/>
                </a:lnTo>
                <a:lnTo>
                  <a:pt x="959279" y="43260"/>
                </a:lnTo>
                <a:lnTo>
                  <a:pt x="959120" y="43725"/>
                </a:lnTo>
                <a:lnTo>
                  <a:pt x="958949" y="44188"/>
                </a:lnTo>
                <a:lnTo>
                  <a:pt x="958768" y="44650"/>
                </a:lnTo>
                <a:lnTo>
                  <a:pt x="958575" y="45112"/>
                </a:lnTo>
                <a:lnTo>
                  <a:pt x="958371" y="45571"/>
                </a:lnTo>
                <a:lnTo>
                  <a:pt x="958157" y="46030"/>
                </a:lnTo>
                <a:lnTo>
                  <a:pt x="957931" y="46488"/>
                </a:lnTo>
                <a:lnTo>
                  <a:pt x="957695" y="46944"/>
                </a:lnTo>
                <a:lnTo>
                  <a:pt x="957447" y="47399"/>
                </a:lnTo>
                <a:lnTo>
                  <a:pt x="957189" y="47853"/>
                </a:lnTo>
                <a:lnTo>
                  <a:pt x="956919" y="48309"/>
                </a:lnTo>
                <a:lnTo>
                  <a:pt x="956637" y="48768"/>
                </a:lnTo>
                <a:lnTo>
                  <a:pt x="956343" y="49233"/>
                </a:lnTo>
                <a:lnTo>
                  <a:pt x="956038" y="49702"/>
                </a:lnTo>
                <a:lnTo>
                  <a:pt x="955720" y="50176"/>
                </a:lnTo>
                <a:lnTo>
                  <a:pt x="955390" y="50654"/>
                </a:lnTo>
                <a:lnTo>
                  <a:pt x="955049" y="51137"/>
                </a:lnTo>
                <a:lnTo>
                  <a:pt x="954695" y="51624"/>
                </a:lnTo>
                <a:lnTo>
                  <a:pt x="954330" y="52116"/>
                </a:lnTo>
                <a:lnTo>
                  <a:pt x="953952" y="52612"/>
                </a:lnTo>
                <a:lnTo>
                  <a:pt x="953563" y="53113"/>
                </a:lnTo>
                <a:lnTo>
                  <a:pt x="953162" y="53618"/>
                </a:lnTo>
                <a:lnTo>
                  <a:pt x="952748" y="54128"/>
                </a:lnTo>
                <a:lnTo>
                  <a:pt x="952323" y="54643"/>
                </a:lnTo>
                <a:lnTo>
                  <a:pt x="951886" y="55162"/>
                </a:lnTo>
                <a:lnTo>
                  <a:pt x="951437" y="55685"/>
                </a:lnTo>
                <a:lnTo>
                  <a:pt x="950976" y="56214"/>
                </a:lnTo>
                <a:lnTo>
                  <a:pt x="950503" y="56746"/>
                </a:lnTo>
                <a:lnTo>
                  <a:pt x="950018" y="57284"/>
                </a:lnTo>
                <a:lnTo>
                  <a:pt x="949521" y="57825"/>
                </a:lnTo>
                <a:lnTo>
                  <a:pt x="949012" y="58372"/>
                </a:lnTo>
                <a:lnTo>
                  <a:pt x="948491" y="58923"/>
                </a:lnTo>
                <a:lnTo>
                  <a:pt x="947959" y="59478"/>
                </a:lnTo>
                <a:lnTo>
                  <a:pt x="947414" y="60038"/>
                </a:lnTo>
                <a:lnTo>
                  <a:pt x="916015" y="91573"/>
                </a:lnTo>
                <a:lnTo>
                  <a:pt x="916015" y="108236"/>
                </a:lnTo>
                <a:lnTo>
                  <a:pt x="978810" y="108236"/>
                </a:lnTo>
                <a:lnTo>
                  <a:pt x="978810" y="92674"/>
                </a:lnTo>
                <a:lnTo>
                  <a:pt x="936672" y="92674"/>
                </a:lnTo>
                <a:lnTo>
                  <a:pt x="957603" y="72158"/>
                </a:lnTo>
                <a:close/>
                <a:moveTo>
                  <a:pt x="782852" y="66810"/>
                </a:moveTo>
                <a:lnTo>
                  <a:pt x="783165" y="66760"/>
                </a:lnTo>
                <a:lnTo>
                  <a:pt x="783472" y="66701"/>
                </a:lnTo>
                <a:lnTo>
                  <a:pt x="783773" y="66633"/>
                </a:lnTo>
                <a:lnTo>
                  <a:pt x="784069" y="66556"/>
                </a:lnTo>
                <a:lnTo>
                  <a:pt x="784358" y="66470"/>
                </a:lnTo>
                <a:lnTo>
                  <a:pt x="784642" y="66374"/>
                </a:lnTo>
                <a:lnTo>
                  <a:pt x="784921" y="66270"/>
                </a:lnTo>
                <a:lnTo>
                  <a:pt x="785193" y="66156"/>
                </a:lnTo>
                <a:lnTo>
                  <a:pt x="785460" y="66034"/>
                </a:lnTo>
                <a:lnTo>
                  <a:pt x="785721" y="65902"/>
                </a:lnTo>
                <a:lnTo>
                  <a:pt x="785976" y="65761"/>
                </a:lnTo>
                <a:lnTo>
                  <a:pt x="786226" y="65611"/>
                </a:lnTo>
                <a:lnTo>
                  <a:pt x="786469" y="65452"/>
                </a:lnTo>
                <a:lnTo>
                  <a:pt x="786707" y="65284"/>
                </a:lnTo>
                <a:lnTo>
                  <a:pt x="786940" y="65107"/>
                </a:lnTo>
                <a:lnTo>
                  <a:pt x="787166" y="64921"/>
                </a:lnTo>
                <a:lnTo>
                  <a:pt x="787387" y="64726"/>
                </a:lnTo>
                <a:lnTo>
                  <a:pt x="787602" y="64521"/>
                </a:lnTo>
                <a:lnTo>
                  <a:pt x="787811" y="64308"/>
                </a:lnTo>
                <a:lnTo>
                  <a:pt x="788014" y="64087"/>
                </a:lnTo>
                <a:lnTo>
                  <a:pt x="788207" y="63861"/>
                </a:lnTo>
                <a:lnTo>
                  <a:pt x="788392" y="63630"/>
                </a:lnTo>
                <a:lnTo>
                  <a:pt x="788569" y="63394"/>
                </a:lnTo>
                <a:lnTo>
                  <a:pt x="788737" y="63152"/>
                </a:lnTo>
                <a:lnTo>
                  <a:pt x="788896" y="62905"/>
                </a:lnTo>
                <a:lnTo>
                  <a:pt x="789047" y="62653"/>
                </a:lnTo>
                <a:lnTo>
                  <a:pt x="789189" y="62395"/>
                </a:lnTo>
                <a:lnTo>
                  <a:pt x="789322" y="62133"/>
                </a:lnTo>
                <a:lnTo>
                  <a:pt x="789447" y="61865"/>
                </a:lnTo>
                <a:lnTo>
                  <a:pt x="789563" y="61591"/>
                </a:lnTo>
                <a:lnTo>
                  <a:pt x="789671" y="61313"/>
                </a:lnTo>
                <a:lnTo>
                  <a:pt x="789770" y="61029"/>
                </a:lnTo>
                <a:lnTo>
                  <a:pt x="789860" y="60740"/>
                </a:lnTo>
                <a:lnTo>
                  <a:pt x="789942" y="60446"/>
                </a:lnTo>
                <a:lnTo>
                  <a:pt x="790015" y="60146"/>
                </a:lnTo>
                <a:lnTo>
                  <a:pt x="790080" y="59842"/>
                </a:lnTo>
                <a:lnTo>
                  <a:pt x="790136" y="59531"/>
                </a:lnTo>
                <a:lnTo>
                  <a:pt x="790183" y="59216"/>
                </a:lnTo>
                <a:lnTo>
                  <a:pt x="790222" y="58896"/>
                </a:lnTo>
                <a:lnTo>
                  <a:pt x="790252" y="58570"/>
                </a:lnTo>
                <a:lnTo>
                  <a:pt x="790274" y="58239"/>
                </a:lnTo>
                <a:lnTo>
                  <a:pt x="790286" y="57902"/>
                </a:lnTo>
                <a:lnTo>
                  <a:pt x="790291" y="57561"/>
                </a:lnTo>
                <a:lnTo>
                  <a:pt x="790286" y="57219"/>
                </a:lnTo>
                <a:lnTo>
                  <a:pt x="790274" y="56884"/>
                </a:lnTo>
                <a:lnTo>
                  <a:pt x="790252" y="56554"/>
                </a:lnTo>
                <a:lnTo>
                  <a:pt x="790222" y="56230"/>
                </a:lnTo>
                <a:lnTo>
                  <a:pt x="790183" y="55911"/>
                </a:lnTo>
                <a:lnTo>
                  <a:pt x="790136" y="55598"/>
                </a:lnTo>
                <a:lnTo>
                  <a:pt x="790080" y="55291"/>
                </a:lnTo>
                <a:lnTo>
                  <a:pt x="790015" y="54990"/>
                </a:lnTo>
                <a:lnTo>
                  <a:pt x="789942" y="54695"/>
                </a:lnTo>
                <a:lnTo>
                  <a:pt x="789860" y="54405"/>
                </a:lnTo>
                <a:lnTo>
                  <a:pt x="789770" y="54121"/>
                </a:lnTo>
                <a:lnTo>
                  <a:pt x="789671" y="53843"/>
                </a:lnTo>
                <a:lnTo>
                  <a:pt x="789563" y="53570"/>
                </a:lnTo>
                <a:lnTo>
                  <a:pt x="789447" y="53303"/>
                </a:lnTo>
                <a:lnTo>
                  <a:pt x="789322" y="53042"/>
                </a:lnTo>
                <a:lnTo>
                  <a:pt x="789189" y="52787"/>
                </a:lnTo>
                <a:lnTo>
                  <a:pt x="789047" y="52537"/>
                </a:lnTo>
                <a:lnTo>
                  <a:pt x="788896" y="52293"/>
                </a:lnTo>
                <a:lnTo>
                  <a:pt x="788737" y="52055"/>
                </a:lnTo>
                <a:lnTo>
                  <a:pt x="788569" y="51823"/>
                </a:lnTo>
                <a:lnTo>
                  <a:pt x="788392" y="51596"/>
                </a:lnTo>
                <a:lnTo>
                  <a:pt x="788207" y="51375"/>
                </a:lnTo>
                <a:lnTo>
                  <a:pt x="788014" y="51160"/>
                </a:lnTo>
                <a:lnTo>
                  <a:pt x="787811" y="50950"/>
                </a:lnTo>
                <a:lnTo>
                  <a:pt x="787602" y="50748"/>
                </a:lnTo>
                <a:lnTo>
                  <a:pt x="787387" y="50554"/>
                </a:lnTo>
                <a:lnTo>
                  <a:pt x="787166" y="50369"/>
                </a:lnTo>
                <a:lnTo>
                  <a:pt x="786940" y="50193"/>
                </a:lnTo>
                <a:lnTo>
                  <a:pt x="786707" y="50025"/>
                </a:lnTo>
                <a:lnTo>
                  <a:pt x="786469" y="49866"/>
                </a:lnTo>
                <a:lnTo>
                  <a:pt x="786226" y="49715"/>
                </a:lnTo>
                <a:lnTo>
                  <a:pt x="785976" y="49573"/>
                </a:lnTo>
                <a:lnTo>
                  <a:pt x="785721" y="49439"/>
                </a:lnTo>
                <a:lnTo>
                  <a:pt x="785460" y="49315"/>
                </a:lnTo>
                <a:lnTo>
                  <a:pt x="785193" y="49198"/>
                </a:lnTo>
                <a:lnTo>
                  <a:pt x="784921" y="49091"/>
                </a:lnTo>
                <a:lnTo>
                  <a:pt x="784642" y="48992"/>
                </a:lnTo>
                <a:lnTo>
                  <a:pt x="784358" y="48901"/>
                </a:lnTo>
                <a:lnTo>
                  <a:pt x="784069" y="48819"/>
                </a:lnTo>
                <a:lnTo>
                  <a:pt x="783773" y="48746"/>
                </a:lnTo>
                <a:lnTo>
                  <a:pt x="783472" y="48682"/>
                </a:lnTo>
                <a:lnTo>
                  <a:pt x="783165" y="48626"/>
                </a:lnTo>
                <a:lnTo>
                  <a:pt x="782852" y="48578"/>
                </a:lnTo>
                <a:lnTo>
                  <a:pt x="782534" y="48540"/>
                </a:lnTo>
                <a:lnTo>
                  <a:pt x="782210" y="48510"/>
                </a:lnTo>
                <a:lnTo>
                  <a:pt x="781880" y="48488"/>
                </a:lnTo>
                <a:lnTo>
                  <a:pt x="781544" y="48475"/>
                </a:lnTo>
                <a:lnTo>
                  <a:pt x="781203" y="48471"/>
                </a:lnTo>
                <a:lnTo>
                  <a:pt x="780862" y="48475"/>
                </a:lnTo>
                <a:lnTo>
                  <a:pt x="780526" y="48488"/>
                </a:lnTo>
                <a:lnTo>
                  <a:pt x="780196" y="48510"/>
                </a:lnTo>
                <a:lnTo>
                  <a:pt x="779872" y="48540"/>
                </a:lnTo>
                <a:lnTo>
                  <a:pt x="779553" y="48578"/>
                </a:lnTo>
                <a:lnTo>
                  <a:pt x="779241" y="48626"/>
                </a:lnTo>
                <a:lnTo>
                  <a:pt x="778934" y="48682"/>
                </a:lnTo>
                <a:lnTo>
                  <a:pt x="778633" y="48746"/>
                </a:lnTo>
                <a:lnTo>
                  <a:pt x="778337" y="48819"/>
                </a:lnTo>
                <a:lnTo>
                  <a:pt x="778047" y="48901"/>
                </a:lnTo>
                <a:lnTo>
                  <a:pt x="777763" y="48992"/>
                </a:lnTo>
                <a:lnTo>
                  <a:pt x="777485" y="49091"/>
                </a:lnTo>
                <a:lnTo>
                  <a:pt x="777212" y="49198"/>
                </a:lnTo>
                <a:lnTo>
                  <a:pt x="776946" y="49315"/>
                </a:lnTo>
                <a:lnTo>
                  <a:pt x="776684" y="49439"/>
                </a:lnTo>
                <a:lnTo>
                  <a:pt x="776429" y="49573"/>
                </a:lnTo>
                <a:lnTo>
                  <a:pt x="776179" y="49715"/>
                </a:lnTo>
                <a:lnTo>
                  <a:pt x="775936" y="49866"/>
                </a:lnTo>
                <a:lnTo>
                  <a:pt x="775697" y="50025"/>
                </a:lnTo>
                <a:lnTo>
                  <a:pt x="775465" y="50193"/>
                </a:lnTo>
                <a:lnTo>
                  <a:pt x="775238" y="50369"/>
                </a:lnTo>
                <a:lnTo>
                  <a:pt x="775017" y="50554"/>
                </a:lnTo>
                <a:lnTo>
                  <a:pt x="774802" y="50748"/>
                </a:lnTo>
                <a:lnTo>
                  <a:pt x="774593" y="50950"/>
                </a:lnTo>
                <a:lnTo>
                  <a:pt x="774390" y="51160"/>
                </a:lnTo>
                <a:lnTo>
                  <a:pt x="774197" y="51375"/>
                </a:lnTo>
                <a:lnTo>
                  <a:pt x="774011" y="51596"/>
                </a:lnTo>
                <a:lnTo>
                  <a:pt x="773835" y="51823"/>
                </a:lnTo>
                <a:lnTo>
                  <a:pt x="773667" y="52055"/>
                </a:lnTo>
                <a:lnTo>
                  <a:pt x="773508" y="52293"/>
                </a:lnTo>
                <a:lnTo>
                  <a:pt x="773357" y="52537"/>
                </a:lnTo>
                <a:lnTo>
                  <a:pt x="773215" y="52787"/>
                </a:lnTo>
                <a:lnTo>
                  <a:pt x="773082" y="53042"/>
                </a:lnTo>
                <a:lnTo>
                  <a:pt x="772957" y="53303"/>
                </a:lnTo>
                <a:lnTo>
                  <a:pt x="772841" y="53570"/>
                </a:lnTo>
                <a:lnTo>
                  <a:pt x="772733" y="53843"/>
                </a:lnTo>
                <a:lnTo>
                  <a:pt x="772634" y="54121"/>
                </a:lnTo>
                <a:lnTo>
                  <a:pt x="772544" y="54405"/>
                </a:lnTo>
                <a:lnTo>
                  <a:pt x="772462" y="54695"/>
                </a:lnTo>
                <a:lnTo>
                  <a:pt x="772389" y="54990"/>
                </a:lnTo>
                <a:lnTo>
                  <a:pt x="772324" y="55291"/>
                </a:lnTo>
                <a:lnTo>
                  <a:pt x="772268" y="55598"/>
                </a:lnTo>
                <a:lnTo>
                  <a:pt x="772221" y="55911"/>
                </a:lnTo>
                <a:lnTo>
                  <a:pt x="772182" y="56230"/>
                </a:lnTo>
                <a:lnTo>
                  <a:pt x="772152" y="56554"/>
                </a:lnTo>
                <a:lnTo>
                  <a:pt x="772130" y="56884"/>
                </a:lnTo>
                <a:lnTo>
                  <a:pt x="772117" y="57219"/>
                </a:lnTo>
                <a:lnTo>
                  <a:pt x="772113" y="57561"/>
                </a:lnTo>
                <a:lnTo>
                  <a:pt x="772118" y="57902"/>
                </a:lnTo>
                <a:lnTo>
                  <a:pt x="772131" y="58239"/>
                </a:lnTo>
                <a:lnTo>
                  <a:pt x="772153" y="58570"/>
                </a:lnTo>
                <a:lnTo>
                  <a:pt x="772184" y="58896"/>
                </a:lnTo>
                <a:lnTo>
                  <a:pt x="772224" y="59216"/>
                </a:lnTo>
                <a:lnTo>
                  <a:pt x="772272" y="59531"/>
                </a:lnTo>
                <a:lnTo>
                  <a:pt x="772330" y="59842"/>
                </a:lnTo>
                <a:lnTo>
                  <a:pt x="772396" y="60146"/>
                </a:lnTo>
                <a:lnTo>
                  <a:pt x="772471" y="60446"/>
                </a:lnTo>
                <a:lnTo>
                  <a:pt x="772555" y="60740"/>
                </a:lnTo>
                <a:lnTo>
                  <a:pt x="772648" y="61029"/>
                </a:lnTo>
                <a:lnTo>
                  <a:pt x="772750" y="61313"/>
                </a:lnTo>
                <a:lnTo>
                  <a:pt x="772860" y="61591"/>
                </a:lnTo>
                <a:lnTo>
                  <a:pt x="772980" y="61865"/>
                </a:lnTo>
                <a:lnTo>
                  <a:pt x="773108" y="62133"/>
                </a:lnTo>
                <a:lnTo>
                  <a:pt x="773245" y="62395"/>
                </a:lnTo>
                <a:lnTo>
                  <a:pt x="773391" y="62653"/>
                </a:lnTo>
                <a:lnTo>
                  <a:pt x="773546" y="62905"/>
                </a:lnTo>
                <a:lnTo>
                  <a:pt x="773709" y="63152"/>
                </a:lnTo>
                <a:lnTo>
                  <a:pt x="773882" y="63394"/>
                </a:lnTo>
                <a:lnTo>
                  <a:pt x="774063" y="63630"/>
                </a:lnTo>
                <a:lnTo>
                  <a:pt x="774253" y="63861"/>
                </a:lnTo>
                <a:lnTo>
                  <a:pt x="774452" y="64087"/>
                </a:lnTo>
                <a:lnTo>
                  <a:pt x="774660" y="64308"/>
                </a:lnTo>
                <a:lnTo>
                  <a:pt x="774875" y="64521"/>
                </a:lnTo>
                <a:lnTo>
                  <a:pt x="775095" y="64726"/>
                </a:lnTo>
                <a:lnTo>
                  <a:pt x="775320" y="64921"/>
                </a:lnTo>
                <a:lnTo>
                  <a:pt x="775550" y="65107"/>
                </a:lnTo>
                <a:lnTo>
                  <a:pt x="775785" y="65284"/>
                </a:lnTo>
                <a:lnTo>
                  <a:pt x="776025" y="65452"/>
                </a:lnTo>
                <a:lnTo>
                  <a:pt x="776270" y="65611"/>
                </a:lnTo>
                <a:lnTo>
                  <a:pt x="776520" y="65761"/>
                </a:lnTo>
                <a:lnTo>
                  <a:pt x="776775" y="65902"/>
                </a:lnTo>
                <a:lnTo>
                  <a:pt x="777035" y="66034"/>
                </a:lnTo>
                <a:lnTo>
                  <a:pt x="777300" y="66156"/>
                </a:lnTo>
                <a:lnTo>
                  <a:pt x="777570" y="66270"/>
                </a:lnTo>
                <a:lnTo>
                  <a:pt x="777845" y="66374"/>
                </a:lnTo>
                <a:lnTo>
                  <a:pt x="778125" y="66470"/>
                </a:lnTo>
                <a:lnTo>
                  <a:pt x="778411" y="66556"/>
                </a:lnTo>
                <a:lnTo>
                  <a:pt x="778701" y="66633"/>
                </a:lnTo>
                <a:lnTo>
                  <a:pt x="778996" y="66701"/>
                </a:lnTo>
                <a:lnTo>
                  <a:pt x="779296" y="66760"/>
                </a:lnTo>
                <a:lnTo>
                  <a:pt x="779601" y="66810"/>
                </a:lnTo>
                <a:lnTo>
                  <a:pt x="779912" y="66851"/>
                </a:lnTo>
                <a:lnTo>
                  <a:pt x="780227" y="66883"/>
                </a:lnTo>
                <a:lnTo>
                  <a:pt x="780547" y="66906"/>
                </a:lnTo>
                <a:lnTo>
                  <a:pt x="780873" y="66919"/>
                </a:lnTo>
                <a:lnTo>
                  <a:pt x="781203" y="66924"/>
                </a:lnTo>
                <a:lnTo>
                  <a:pt x="781544" y="66919"/>
                </a:lnTo>
                <a:lnTo>
                  <a:pt x="781880" y="66906"/>
                </a:lnTo>
                <a:lnTo>
                  <a:pt x="782210" y="66883"/>
                </a:lnTo>
                <a:lnTo>
                  <a:pt x="782534" y="66851"/>
                </a:lnTo>
                <a:lnTo>
                  <a:pt x="782852" y="66810"/>
                </a:lnTo>
                <a:close/>
                <a:moveTo>
                  <a:pt x="1113345" y="66810"/>
                </a:moveTo>
                <a:lnTo>
                  <a:pt x="1113658" y="66760"/>
                </a:lnTo>
                <a:lnTo>
                  <a:pt x="1113965" y="66701"/>
                </a:lnTo>
                <a:lnTo>
                  <a:pt x="1114266" y="66633"/>
                </a:lnTo>
                <a:lnTo>
                  <a:pt x="1114561" y="66556"/>
                </a:lnTo>
                <a:lnTo>
                  <a:pt x="1114851" y="66470"/>
                </a:lnTo>
                <a:lnTo>
                  <a:pt x="1115135" y="66374"/>
                </a:lnTo>
                <a:lnTo>
                  <a:pt x="1115413" y="66270"/>
                </a:lnTo>
                <a:lnTo>
                  <a:pt x="1115686" y="66156"/>
                </a:lnTo>
                <a:lnTo>
                  <a:pt x="1115953" y="66034"/>
                </a:lnTo>
                <a:lnTo>
                  <a:pt x="1116214" y="65902"/>
                </a:lnTo>
                <a:lnTo>
                  <a:pt x="1116469" y="65761"/>
                </a:lnTo>
                <a:lnTo>
                  <a:pt x="1116718" y="65611"/>
                </a:lnTo>
                <a:lnTo>
                  <a:pt x="1116962" y="65452"/>
                </a:lnTo>
                <a:lnTo>
                  <a:pt x="1117200" y="65284"/>
                </a:lnTo>
                <a:lnTo>
                  <a:pt x="1117432" y="65107"/>
                </a:lnTo>
                <a:lnTo>
                  <a:pt x="1117659" y="64921"/>
                </a:lnTo>
                <a:lnTo>
                  <a:pt x="1117880" y="64726"/>
                </a:lnTo>
                <a:lnTo>
                  <a:pt x="1118095" y="64521"/>
                </a:lnTo>
                <a:lnTo>
                  <a:pt x="1118304" y="64308"/>
                </a:lnTo>
                <a:lnTo>
                  <a:pt x="1118506" y="64087"/>
                </a:lnTo>
                <a:lnTo>
                  <a:pt x="1118700" y="63861"/>
                </a:lnTo>
                <a:lnTo>
                  <a:pt x="1118885" y="63630"/>
                </a:lnTo>
                <a:lnTo>
                  <a:pt x="1119062" y="63394"/>
                </a:lnTo>
                <a:lnTo>
                  <a:pt x="1119230" y="63152"/>
                </a:lnTo>
                <a:lnTo>
                  <a:pt x="1119389" y="62905"/>
                </a:lnTo>
                <a:lnTo>
                  <a:pt x="1119539" y="62653"/>
                </a:lnTo>
                <a:lnTo>
                  <a:pt x="1119682" y="62395"/>
                </a:lnTo>
                <a:lnTo>
                  <a:pt x="1119815" y="62133"/>
                </a:lnTo>
                <a:lnTo>
                  <a:pt x="1119940" y="61865"/>
                </a:lnTo>
                <a:lnTo>
                  <a:pt x="1120056" y="61591"/>
                </a:lnTo>
                <a:lnTo>
                  <a:pt x="1120164" y="61313"/>
                </a:lnTo>
                <a:lnTo>
                  <a:pt x="1120263" y="61029"/>
                </a:lnTo>
                <a:lnTo>
                  <a:pt x="1120353" y="60740"/>
                </a:lnTo>
                <a:lnTo>
                  <a:pt x="1120435" y="60446"/>
                </a:lnTo>
                <a:lnTo>
                  <a:pt x="1120508" y="60146"/>
                </a:lnTo>
                <a:lnTo>
                  <a:pt x="1120573" y="59842"/>
                </a:lnTo>
                <a:lnTo>
                  <a:pt x="1120629" y="59531"/>
                </a:lnTo>
                <a:lnTo>
                  <a:pt x="1120676" y="59216"/>
                </a:lnTo>
                <a:lnTo>
                  <a:pt x="1120715" y="58896"/>
                </a:lnTo>
                <a:lnTo>
                  <a:pt x="1120745" y="58570"/>
                </a:lnTo>
                <a:lnTo>
                  <a:pt x="1120766" y="58239"/>
                </a:lnTo>
                <a:lnTo>
                  <a:pt x="1120779" y="57902"/>
                </a:lnTo>
                <a:lnTo>
                  <a:pt x="1120784" y="57561"/>
                </a:lnTo>
                <a:lnTo>
                  <a:pt x="1120779" y="57219"/>
                </a:lnTo>
                <a:lnTo>
                  <a:pt x="1120766" y="56884"/>
                </a:lnTo>
                <a:lnTo>
                  <a:pt x="1120745" y="56554"/>
                </a:lnTo>
                <a:lnTo>
                  <a:pt x="1120715" y="56230"/>
                </a:lnTo>
                <a:lnTo>
                  <a:pt x="1120676" y="55911"/>
                </a:lnTo>
                <a:lnTo>
                  <a:pt x="1120629" y="55598"/>
                </a:lnTo>
                <a:lnTo>
                  <a:pt x="1120573" y="55291"/>
                </a:lnTo>
                <a:lnTo>
                  <a:pt x="1120508" y="54990"/>
                </a:lnTo>
                <a:lnTo>
                  <a:pt x="1120435" y="54695"/>
                </a:lnTo>
                <a:lnTo>
                  <a:pt x="1120353" y="54405"/>
                </a:lnTo>
                <a:lnTo>
                  <a:pt x="1120263" y="54121"/>
                </a:lnTo>
                <a:lnTo>
                  <a:pt x="1120164" y="53843"/>
                </a:lnTo>
                <a:lnTo>
                  <a:pt x="1120056" y="53570"/>
                </a:lnTo>
                <a:lnTo>
                  <a:pt x="1119940" y="53303"/>
                </a:lnTo>
                <a:lnTo>
                  <a:pt x="1119815" y="53042"/>
                </a:lnTo>
                <a:lnTo>
                  <a:pt x="1119682" y="52787"/>
                </a:lnTo>
                <a:lnTo>
                  <a:pt x="1119539" y="52537"/>
                </a:lnTo>
                <a:lnTo>
                  <a:pt x="1119389" y="52293"/>
                </a:lnTo>
                <a:lnTo>
                  <a:pt x="1119230" y="52055"/>
                </a:lnTo>
                <a:lnTo>
                  <a:pt x="1119062" y="51823"/>
                </a:lnTo>
                <a:lnTo>
                  <a:pt x="1118885" y="51596"/>
                </a:lnTo>
                <a:lnTo>
                  <a:pt x="1118700" y="51375"/>
                </a:lnTo>
                <a:lnTo>
                  <a:pt x="1118506" y="51160"/>
                </a:lnTo>
                <a:lnTo>
                  <a:pt x="1118304" y="50950"/>
                </a:lnTo>
                <a:lnTo>
                  <a:pt x="1118095" y="50748"/>
                </a:lnTo>
                <a:lnTo>
                  <a:pt x="1117880" y="50554"/>
                </a:lnTo>
                <a:lnTo>
                  <a:pt x="1117659" y="50369"/>
                </a:lnTo>
                <a:lnTo>
                  <a:pt x="1117432" y="50193"/>
                </a:lnTo>
                <a:lnTo>
                  <a:pt x="1117200" y="50025"/>
                </a:lnTo>
                <a:lnTo>
                  <a:pt x="1116962" y="49866"/>
                </a:lnTo>
                <a:lnTo>
                  <a:pt x="1116718" y="49715"/>
                </a:lnTo>
                <a:lnTo>
                  <a:pt x="1116469" y="49573"/>
                </a:lnTo>
                <a:lnTo>
                  <a:pt x="1116214" y="49439"/>
                </a:lnTo>
                <a:lnTo>
                  <a:pt x="1115953" y="49315"/>
                </a:lnTo>
                <a:lnTo>
                  <a:pt x="1115686" y="49198"/>
                </a:lnTo>
                <a:lnTo>
                  <a:pt x="1115413" y="49091"/>
                </a:lnTo>
                <a:lnTo>
                  <a:pt x="1115135" y="48992"/>
                </a:lnTo>
                <a:lnTo>
                  <a:pt x="1114851" y="48901"/>
                </a:lnTo>
                <a:lnTo>
                  <a:pt x="1114561" y="48819"/>
                </a:lnTo>
                <a:lnTo>
                  <a:pt x="1114266" y="48746"/>
                </a:lnTo>
                <a:lnTo>
                  <a:pt x="1113965" y="48682"/>
                </a:lnTo>
                <a:lnTo>
                  <a:pt x="1113658" y="48626"/>
                </a:lnTo>
                <a:lnTo>
                  <a:pt x="1113345" y="48578"/>
                </a:lnTo>
                <a:lnTo>
                  <a:pt x="1113027" y="48540"/>
                </a:lnTo>
                <a:lnTo>
                  <a:pt x="1112703" y="48510"/>
                </a:lnTo>
                <a:lnTo>
                  <a:pt x="1112373" y="48488"/>
                </a:lnTo>
                <a:lnTo>
                  <a:pt x="1112037" y="48475"/>
                </a:lnTo>
                <a:lnTo>
                  <a:pt x="1111696" y="48471"/>
                </a:lnTo>
                <a:lnTo>
                  <a:pt x="1111354" y="48475"/>
                </a:lnTo>
                <a:lnTo>
                  <a:pt x="1111019" y="48488"/>
                </a:lnTo>
                <a:lnTo>
                  <a:pt x="1110689" y="48510"/>
                </a:lnTo>
                <a:lnTo>
                  <a:pt x="1110365" y="48540"/>
                </a:lnTo>
                <a:lnTo>
                  <a:pt x="1110046" y="48578"/>
                </a:lnTo>
                <a:lnTo>
                  <a:pt x="1109733" y="48626"/>
                </a:lnTo>
                <a:lnTo>
                  <a:pt x="1109427" y="48682"/>
                </a:lnTo>
                <a:lnTo>
                  <a:pt x="1109125" y="48746"/>
                </a:lnTo>
                <a:lnTo>
                  <a:pt x="1108830" y="48819"/>
                </a:lnTo>
                <a:lnTo>
                  <a:pt x="1108540" y="48901"/>
                </a:lnTo>
                <a:lnTo>
                  <a:pt x="1108256" y="48992"/>
                </a:lnTo>
                <a:lnTo>
                  <a:pt x="1107978" y="49091"/>
                </a:lnTo>
                <a:lnTo>
                  <a:pt x="1107705" y="49198"/>
                </a:lnTo>
                <a:lnTo>
                  <a:pt x="1107438" y="49315"/>
                </a:lnTo>
                <a:lnTo>
                  <a:pt x="1107177" y="49439"/>
                </a:lnTo>
                <a:lnTo>
                  <a:pt x="1106922" y="49573"/>
                </a:lnTo>
                <a:lnTo>
                  <a:pt x="1106672" y="49715"/>
                </a:lnTo>
                <a:lnTo>
                  <a:pt x="1106428" y="49866"/>
                </a:lnTo>
                <a:lnTo>
                  <a:pt x="1106190" y="50025"/>
                </a:lnTo>
                <a:lnTo>
                  <a:pt x="1105958" y="50193"/>
                </a:lnTo>
                <a:lnTo>
                  <a:pt x="1105731" y="50369"/>
                </a:lnTo>
                <a:lnTo>
                  <a:pt x="1105510" y="50554"/>
                </a:lnTo>
                <a:lnTo>
                  <a:pt x="1105295" y="50748"/>
                </a:lnTo>
                <a:lnTo>
                  <a:pt x="1105085" y="50950"/>
                </a:lnTo>
                <a:lnTo>
                  <a:pt x="1104883" y="51160"/>
                </a:lnTo>
                <a:lnTo>
                  <a:pt x="1104689" y="51375"/>
                </a:lnTo>
                <a:lnTo>
                  <a:pt x="1104504" y="51596"/>
                </a:lnTo>
                <a:lnTo>
                  <a:pt x="1104328" y="51823"/>
                </a:lnTo>
                <a:lnTo>
                  <a:pt x="1104160" y="52055"/>
                </a:lnTo>
                <a:lnTo>
                  <a:pt x="1104001" y="52293"/>
                </a:lnTo>
                <a:lnTo>
                  <a:pt x="1103850" y="52537"/>
                </a:lnTo>
                <a:lnTo>
                  <a:pt x="1103708" y="52787"/>
                </a:lnTo>
                <a:lnTo>
                  <a:pt x="1103574" y="53042"/>
                </a:lnTo>
                <a:lnTo>
                  <a:pt x="1103450" y="53303"/>
                </a:lnTo>
                <a:lnTo>
                  <a:pt x="1103333" y="53570"/>
                </a:lnTo>
                <a:lnTo>
                  <a:pt x="1103226" y="53843"/>
                </a:lnTo>
                <a:lnTo>
                  <a:pt x="1103127" y="54121"/>
                </a:lnTo>
                <a:lnTo>
                  <a:pt x="1103036" y="54405"/>
                </a:lnTo>
                <a:lnTo>
                  <a:pt x="1102955" y="54695"/>
                </a:lnTo>
                <a:lnTo>
                  <a:pt x="1102881" y="54990"/>
                </a:lnTo>
                <a:lnTo>
                  <a:pt x="1102817" y="55291"/>
                </a:lnTo>
                <a:lnTo>
                  <a:pt x="1102761" y="55598"/>
                </a:lnTo>
                <a:lnTo>
                  <a:pt x="1102714" y="55911"/>
                </a:lnTo>
                <a:lnTo>
                  <a:pt x="1102675" y="56230"/>
                </a:lnTo>
                <a:lnTo>
                  <a:pt x="1102645" y="56554"/>
                </a:lnTo>
                <a:lnTo>
                  <a:pt x="1102623" y="56884"/>
                </a:lnTo>
                <a:lnTo>
                  <a:pt x="1102610" y="57219"/>
                </a:lnTo>
                <a:lnTo>
                  <a:pt x="1102606" y="57561"/>
                </a:lnTo>
                <a:lnTo>
                  <a:pt x="1102610" y="57902"/>
                </a:lnTo>
                <a:lnTo>
                  <a:pt x="1102624" y="58239"/>
                </a:lnTo>
                <a:lnTo>
                  <a:pt x="1102646" y="58570"/>
                </a:lnTo>
                <a:lnTo>
                  <a:pt x="1102677" y="58896"/>
                </a:lnTo>
                <a:lnTo>
                  <a:pt x="1102716" y="59216"/>
                </a:lnTo>
                <a:lnTo>
                  <a:pt x="1102765" y="59531"/>
                </a:lnTo>
                <a:lnTo>
                  <a:pt x="1102823" y="59842"/>
                </a:lnTo>
                <a:lnTo>
                  <a:pt x="1102889" y="60146"/>
                </a:lnTo>
                <a:lnTo>
                  <a:pt x="1102964" y="60446"/>
                </a:lnTo>
                <a:lnTo>
                  <a:pt x="1103048" y="60740"/>
                </a:lnTo>
                <a:lnTo>
                  <a:pt x="1103141" y="61029"/>
                </a:lnTo>
                <a:lnTo>
                  <a:pt x="1103243" y="61313"/>
                </a:lnTo>
                <a:lnTo>
                  <a:pt x="1103353" y="61591"/>
                </a:lnTo>
                <a:lnTo>
                  <a:pt x="1103472" y="61865"/>
                </a:lnTo>
                <a:lnTo>
                  <a:pt x="1103601" y="62133"/>
                </a:lnTo>
                <a:lnTo>
                  <a:pt x="1103738" y="62395"/>
                </a:lnTo>
                <a:lnTo>
                  <a:pt x="1103884" y="62653"/>
                </a:lnTo>
                <a:lnTo>
                  <a:pt x="1104038" y="62905"/>
                </a:lnTo>
                <a:lnTo>
                  <a:pt x="1104202" y="63152"/>
                </a:lnTo>
                <a:lnTo>
                  <a:pt x="1104374" y="63394"/>
                </a:lnTo>
                <a:lnTo>
                  <a:pt x="1104556" y="63630"/>
                </a:lnTo>
                <a:lnTo>
                  <a:pt x="1104746" y="63861"/>
                </a:lnTo>
                <a:lnTo>
                  <a:pt x="1104945" y="64087"/>
                </a:lnTo>
                <a:lnTo>
                  <a:pt x="1105153" y="64308"/>
                </a:lnTo>
                <a:lnTo>
                  <a:pt x="1105367" y="64521"/>
                </a:lnTo>
                <a:lnTo>
                  <a:pt x="1105587" y="64726"/>
                </a:lnTo>
                <a:lnTo>
                  <a:pt x="1105812" y="64921"/>
                </a:lnTo>
                <a:lnTo>
                  <a:pt x="1106042" y="65107"/>
                </a:lnTo>
                <a:lnTo>
                  <a:pt x="1106277" y="65284"/>
                </a:lnTo>
                <a:lnTo>
                  <a:pt x="1106517" y="65452"/>
                </a:lnTo>
                <a:lnTo>
                  <a:pt x="1106762" y="65611"/>
                </a:lnTo>
                <a:lnTo>
                  <a:pt x="1107012" y="65761"/>
                </a:lnTo>
                <a:lnTo>
                  <a:pt x="1107267" y="65902"/>
                </a:lnTo>
                <a:lnTo>
                  <a:pt x="1107528" y="66034"/>
                </a:lnTo>
                <a:lnTo>
                  <a:pt x="1107793" y="66156"/>
                </a:lnTo>
                <a:lnTo>
                  <a:pt x="1108063" y="66270"/>
                </a:lnTo>
                <a:lnTo>
                  <a:pt x="1108338" y="66374"/>
                </a:lnTo>
                <a:lnTo>
                  <a:pt x="1108618" y="66470"/>
                </a:lnTo>
                <a:lnTo>
                  <a:pt x="1108903" y="66556"/>
                </a:lnTo>
                <a:lnTo>
                  <a:pt x="1109193" y="66633"/>
                </a:lnTo>
                <a:lnTo>
                  <a:pt x="1109489" y="66701"/>
                </a:lnTo>
                <a:lnTo>
                  <a:pt x="1109789" y="66760"/>
                </a:lnTo>
                <a:lnTo>
                  <a:pt x="1110094" y="66810"/>
                </a:lnTo>
                <a:lnTo>
                  <a:pt x="1110404" y="66851"/>
                </a:lnTo>
                <a:lnTo>
                  <a:pt x="1110720" y="66883"/>
                </a:lnTo>
                <a:lnTo>
                  <a:pt x="1111040" y="66906"/>
                </a:lnTo>
                <a:lnTo>
                  <a:pt x="1111365" y="66919"/>
                </a:lnTo>
                <a:lnTo>
                  <a:pt x="1111696" y="66924"/>
                </a:lnTo>
                <a:lnTo>
                  <a:pt x="1112037" y="66919"/>
                </a:lnTo>
                <a:lnTo>
                  <a:pt x="1112373" y="66906"/>
                </a:lnTo>
                <a:lnTo>
                  <a:pt x="1112703" y="66883"/>
                </a:lnTo>
                <a:lnTo>
                  <a:pt x="1113027" y="66851"/>
                </a:lnTo>
                <a:lnTo>
                  <a:pt x="1113345" y="66810"/>
                </a:lnTo>
                <a:close/>
                <a:moveTo>
                  <a:pt x="784389" y="109509"/>
                </a:moveTo>
                <a:lnTo>
                  <a:pt x="785163" y="109451"/>
                </a:lnTo>
                <a:lnTo>
                  <a:pt x="785928" y="109380"/>
                </a:lnTo>
                <a:lnTo>
                  <a:pt x="786684" y="109296"/>
                </a:lnTo>
                <a:lnTo>
                  <a:pt x="787430" y="109199"/>
                </a:lnTo>
                <a:lnTo>
                  <a:pt x="788168" y="109089"/>
                </a:lnTo>
                <a:lnTo>
                  <a:pt x="788896" y="108967"/>
                </a:lnTo>
                <a:lnTo>
                  <a:pt x="789616" y="108831"/>
                </a:lnTo>
                <a:lnTo>
                  <a:pt x="790326" y="108683"/>
                </a:lnTo>
                <a:lnTo>
                  <a:pt x="791027" y="108521"/>
                </a:lnTo>
                <a:lnTo>
                  <a:pt x="791719" y="108347"/>
                </a:lnTo>
                <a:lnTo>
                  <a:pt x="792402" y="108160"/>
                </a:lnTo>
                <a:lnTo>
                  <a:pt x="793076" y="107960"/>
                </a:lnTo>
                <a:lnTo>
                  <a:pt x="793741" y="107747"/>
                </a:lnTo>
                <a:lnTo>
                  <a:pt x="794397" y="107521"/>
                </a:lnTo>
                <a:lnTo>
                  <a:pt x="795044" y="107282"/>
                </a:lnTo>
                <a:lnTo>
                  <a:pt x="795681" y="107031"/>
                </a:lnTo>
                <a:lnTo>
                  <a:pt x="796310" y="106766"/>
                </a:lnTo>
                <a:lnTo>
                  <a:pt x="796929" y="106489"/>
                </a:lnTo>
                <a:lnTo>
                  <a:pt x="797540" y="106198"/>
                </a:lnTo>
                <a:lnTo>
                  <a:pt x="798141" y="105895"/>
                </a:lnTo>
                <a:lnTo>
                  <a:pt x="798732" y="105580"/>
                </a:lnTo>
                <a:lnTo>
                  <a:pt x="799312" y="105254"/>
                </a:lnTo>
                <a:lnTo>
                  <a:pt x="799881" y="104918"/>
                </a:lnTo>
                <a:lnTo>
                  <a:pt x="800438" y="104571"/>
                </a:lnTo>
                <a:lnTo>
                  <a:pt x="800984" y="104214"/>
                </a:lnTo>
                <a:lnTo>
                  <a:pt x="801519" y="103846"/>
                </a:lnTo>
                <a:lnTo>
                  <a:pt x="802043" y="103468"/>
                </a:lnTo>
                <a:lnTo>
                  <a:pt x="802555" y="103079"/>
                </a:lnTo>
                <a:lnTo>
                  <a:pt x="803056" y="102680"/>
                </a:lnTo>
                <a:lnTo>
                  <a:pt x="803546" y="102270"/>
                </a:lnTo>
                <a:lnTo>
                  <a:pt x="804025" y="101850"/>
                </a:lnTo>
                <a:lnTo>
                  <a:pt x="804492" y="101419"/>
                </a:lnTo>
                <a:lnTo>
                  <a:pt x="804949" y="100977"/>
                </a:lnTo>
                <a:lnTo>
                  <a:pt x="805394" y="100526"/>
                </a:lnTo>
                <a:lnTo>
                  <a:pt x="805827" y="100063"/>
                </a:lnTo>
                <a:lnTo>
                  <a:pt x="806250" y="99590"/>
                </a:lnTo>
                <a:lnTo>
                  <a:pt x="806661" y="99107"/>
                </a:lnTo>
                <a:lnTo>
                  <a:pt x="807061" y="98613"/>
                </a:lnTo>
                <a:lnTo>
                  <a:pt x="807450" y="98109"/>
                </a:lnTo>
                <a:lnTo>
                  <a:pt x="807827" y="97594"/>
                </a:lnTo>
                <a:lnTo>
                  <a:pt x="808193" y="97068"/>
                </a:lnTo>
                <a:lnTo>
                  <a:pt x="808549" y="96532"/>
                </a:lnTo>
                <a:lnTo>
                  <a:pt x="808892" y="95986"/>
                </a:lnTo>
                <a:lnTo>
                  <a:pt x="809225" y="95429"/>
                </a:lnTo>
                <a:lnTo>
                  <a:pt x="809545" y="94862"/>
                </a:lnTo>
                <a:lnTo>
                  <a:pt x="809852" y="94288"/>
                </a:lnTo>
                <a:lnTo>
                  <a:pt x="810145" y="93705"/>
                </a:lnTo>
                <a:lnTo>
                  <a:pt x="810424" y="93115"/>
                </a:lnTo>
                <a:lnTo>
                  <a:pt x="810690" y="92516"/>
                </a:lnTo>
                <a:lnTo>
                  <a:pt x="810942" y="91909"/>
                </a:lnTo>
                <a:lnTo>
                  <a:pt x="811181" y="91294"/>
                </a:lnTo>
                <a:lnTo>
                  <a:pt x="811405" y="90671"/>
                </a:lnTo>
                <a:lnTo>
                  <a:pt x="811617" y="90039"/>
                </a:lnTo>
                <a:lnTo>
                  <a:pt x="811814" y="89400"/>
                </a:lnTo>
                <a:lnTo>
                  <a:pt x="811998" y="88752"/>
                </a:lnTo>
                <a:lnTo>
                  <a:pt x="812169" y="88097"/>
                </a:lnTo>
                <a:lnTo>
                  <a:pt x="812325" y="87433"/>
                </a:lnTo>
                <a:lnTo>
                  <a:pt x="812468" y="86761"/>
                </a:lnTo>
                <a:lnTo>
                  <a:pt x="812598" y="86081"/>
                </a:lnTo>
                <a:lnTo>
                  <a:pt x="812714" y="85392"/>
                </a:lnTo>
                <a:lnTo>
                  <a:pt x="812816" y="84696"/>
                </a:lnTo>
                <a:lnTo>
                  <a:pt x="812905" y="83992"/>
                </a:lnTo>
                <a:lnTo>
                  <a:pt x="812980" y="83279"/>
                </a:lnTo>
                <a:lnTo>
                  <a:pt x="813041" y="82558"/>
                </a:lnTo>
                <a:lnTo>
                  <a:pt x="813089" y="81829"/>
                </a:lnTo>
                <a:lnTo>
                  <a:pt x="813123" y="81092"/>
                </a:lnTo>
                <a:lnTo>
                  <a:pt x="813143" y="80347"/>
                </a:lnTo>
                <a:lnTo>
                  <a:pt x="813150" y="79594"/>
                </a:lnTo>
                <a:lnTo>
                  <a:pt x="813150" y="36353"/>
                </a:lnTo>
                <a:lnTo>
                  <a:pt x="813143" y="35600"/>
                </a:lnTo>
                <a:lnTo>
                  <a:pt x="813123" y="34855"/>
                </a:lnTo>
                <a:lnTo>
                  <a:pt x="813089" y="34118"/>
                </a:lnTo>
                <a:lnTo>
                  <a:pt x="813041" y="33389"/>
                </a:lnTo>
                <a:lnTo>
                  <a:pt x="812980" y="32668"/>
                </a:lnTo>
                <a:lnTo>
                  <a:pt x="812905" y="31956"/>
                </a:lnTo>
                <a:lnTo>
                  <a:pt x="812816" y="31251"/>
                </a:lnTo>
                <a:lnTo>
                  <a:pt x="812714" y="30555"/>
                </a:lnTo>
                <a:lnTo>
                  <a:pt x="812598" y="29866"/>
                </a:lnTo>
                <a:lnTo>
                  <a:pt x="812468" y="29186"/>
                </a:lnTo>
                <a:lnTo>
                  <a:pt x="812325" y="28514"/>
                </a:lnTo>
                <a:lnTo>
                  <a:pt x="812169" y="27851"/>
                </a:lnTo>
                <a:lnTo>
                  <a:pt x="811998" y="27195"/>
                </a:lnTo>
                <a:lnTo>
                  <a:pt x="811814" y="26547"/>
                </a:lnTo>
                <a:lnTo>
                  <a:pt x="811617" y="25908"/>
                </a:lnTo>
                <a:lnTo>
                  <a:pt x="811405" y="25276"/>
                </a:lnTo>
                <a:lnTo>
                  <a:pt x="811181" y="24653"/>
                </a:lnTo>
                <a:lnTo>
                  <a:pt x="810942" y="24038"/>
                </a:lnTo>
                <a:lnTo>
                  <a:pt x="810690" y="23431"/>
                </a:lnTo>
                <a:lnTo>
                  <a:pt x="810424" y="22832"/>
                </a:lnTo>
                <a:lnTo>
                  <a:pt x="810145" y="22242"/>
                </a:lnTo>
                <a:lnTo>
                  <a:pt x="809852" y="21659"/>
                </a:lnTo>
                <a:lnTo>
                  <a:pt x="809545" y="21085"/>
                </a:lnTo>
                <a:lnTo>
                  <a:pt x="809225" y="20518"/>
                </a:lnTo>
                <a:lnTo>
                  <a:pt x="808892" y="19961"/>
                </a:lnTo>
                <a:lnTo>
                  <a:pt x="808549" y="19415"/>
                </a:lnTo>
                <a:lnTo>
                  <a:pt x="808195" y="18878"/>
                </a:lnTo>
                <a:lnTo>
                  <a:pt x="807829" y="18353"/>
                </a:lnTo>
                <a:lnTo>
                  <a:pt x="807453" y="17838"/>
                </a:lnTo>
                <a:lnTo>
                  <a:pt x="807065" y="17333"/>
                </a:lnTo>
                <a:lnTo>
                  <a:pt x="806667" y="16839"/>
                </a:lnTo>
                <a:lnTo>
                  <a:pt x="806257" y="16356"/>
                </a:lnTo>
                <a:lnTo>
                  <a:pt x="805837" y="15883"/>
                </a:lnTo>
                <a:lnTo>
                  <a:pt x="805405" y="15421"/>
                </a:lnTo>
                <a:lnTo>
                  <a:pt x="804963" y="14969"/>
                </a:lnTo>
                <a:lnTo>
                  <a:pt x="804509" y="14527"/>
                </a:lnTo>
                <a:lnTo>
                  <a:pt x="804045" y="14096"/>
                </a:lnTo>
                <a:lnTo>
                  <a:pt x="803569" y="13676"/>
                </a:lnTo>
                <a:lnTo>
                  <a:pt x="803083" y="13266"/>
                </a:lnTo>
                <a:lnTo>
                  <a:pt x="802585" y="12867"/>
                </a:lnTo>
                <a:lnTo>
                  <a:pt x="802076" y="12478"/>
                </a:lnTo>
                <a:lnTo>
                  <a:pt x="801557" y="12100"/>
                </a:lnTo>
                <a:lnTo>
                  <a:pt x="801026" y="11733"/>
                </a:lnTo>
                <a:lnTo>
                  <a:pt x="800485" y="11375"/>
                </a:lnTo>
                <a:lnTo>
                  <a:pt x="799932" y="11029"/>
                </a:lnTo>
                <a:lnTo>
                  <a:pt x="799368" y="10693"/>
                </a:lnTo>
                <a:lnTo>
                  <a:pt x="798794" y="10367"/>
                </a:lnTo>
                <a:lnTo>
                  <a:pt x="798208" y="10052"/>
                </a:lnTo>
                <a:lnTo>
                  <a:pt x="797612" y="9749"/>
                </a:lnTo>
                <a:lnTo>
                  <a:pt x="797007" y="9458"/>
                </a:lnTo>
                <a:lnTo>
                  <a:pt x="796391" y="9181"/>
                </a:lnTo>
                <a:lnTo>
                  <a:pt x="795766" y="8916"/>
                </a:lnTo>
                <a:lnTo>
                  <a:pt x="795131" y="8664"/>
                </a:lnTo>
                <a:lnTo>
                  <a:pt x="794486" y="8425"/>
                </a:lnTo>
                <a:lnTo>
                  <a:pt x="793831" y="8199"/>
                </a:lnTo>
                <a:lnTo>
                  <a:pt x="793167" y="7986"/>
                </a:lnTo>
                <a:lnTo>
                  <a:pt x="792493" y="7786"/>
                </a:lnTo>
                <a:lnTo>
                  <a:pt x="791809" y="7599"/>
                </a:lnTo>
                <a:lnTo>
                  <a:pt x="791115" y="7424"/>
                </a:lnTo>
                <a:lnTo>
                  <a:pt x="790411" y="7263"/>
                </a:lnTo>
                <a:lnTo>
                  <a:pt x="789698" y="7114"/>
                </a:lnTo>
                <a:lnTo>
                  <a:pt x="788974" y="6979"/>
                </a:lnTo>
                <a:lnTo>
                  <a:pt x="788241" y="6856"/>
                </a:lnTo>
                <a:lnTo>
                  <a:pt x="787498" y="6746"/>
                </a:lnTo>
                <a:lnTo>
                  <a:pt x="786746" y="6649"/>
                </a:lnTo>
                <a:lnTo>
                  <a:pt x="785983" y="6566"/>
                </a:lnTo>
                <a:lnTo>
                  <a:pt x="785211" y="6494"/>
                </a:lnTo>
                <a:lnTo>
                  <a:pt x="784429" y="6436"/>
                </a:lnTo>
                <a:lnTo>
                  <a:pt x="783637" y="6391"/>
                </a:lnTo>
                <a:lnTo>
                  <a:pt x="782836" y="6359"/>
                </a:lnTo>
                <a:lnTo>
                  <a:pt x="782024" y="6340"/>
                </a:lnTo>
                <a:lnTo>
                  <a:pt x="781203" y="6333"/>
                </a:lnTo>
                <a:lnTo>
                  <a:pt x="780393" y="6340"/>
                </a:lnTo>
                <a:lnTo>
                  <a:pt x="779592" y="6359"/>
                </a:lnTo>
                <a:lnTo>
                  <a:pt x="778800" y="6391"/>
                </a:lnTo>
                <a:lnTo>
                  <a:pt x="778017" y="6436"/>
                </a:lnTo>
                <a:lnTo>
                  <a:pt x="777243" y="6494"/>
                </a:lnTo>
                <a:lnTo>
                  <a:pt x="776478" y="6566"/>
                </a:lnTo>
                <a:lnTo>
                  <a:pt x="775722" y="6649"/>
                </a:lnTo>
                <a:lnTo>
                  <a:pt x="774976" y="6746"/>
                </a:lnTo>
                <a:lnTo>
                  <a:pt x="774238" y="6856"/>
                </a:lnTo>
                <a:lnTo>
                  <a:pt x="773510" y="6979"/>
                </a:lnTo>
                <a:lnTo>
                  <a:pt x="772790" y="7114"/>
                </a:lnTo>
                <a:lnTo>
                  <a:pt x="772080" y="7263"/>
                </a:lnTo>
                <a:lnTo>
                  <a:pt x="771379" y="7424"/>
                </a:lnTo>
                <a:lnTo>
                  <a:pt x="770687" y="7599"/>
                </a:lnTo>
                <a:lnTo>
                  <a:pt x="770004" y="7786"/>
                </a:lnTo>
                <a:lnTo>
                  <a:pt x="769330" y="7986"/>
                </a:lnTo>
                <a:lnTo>
                  <a:pt x="768665" y="8199"/>
                </a:lnTo>
                <a:lnTo>
                  <a:pt x="768009" y="8425"/>
                </a:lnTo>
                <a:lnTo>
                  <a:pt x="767362" y="8664"/>
                </a:lnTo>
                <a:lnTo>
                  <a:pt x="766725" y="8916"/>
                </a:lnTo>
                <a:lnTo>
                  <a:pt x="766096" y="9181"/>
                </a:lnTo>
                <a:lnTo>
                  <a:pt x="765477" y="9458"/>
                </a:lnTo>
                <a:lnTo>
                  <a:pt x="764866" y="9749"/>
                </a:lnTo>
                <a:lnTo>
                  <a:pt x="764265" y="10052"/>
                </a:lnTo>
                <a:lnTo>
                  <a:pt x="763674" y="10367"/>
                </a:lnTo>
                <a:lnTo>
                  <a:pt x="763094" y="10693"/>
                </a:lnTo>
                <a:lnTo>
                  <a:pt x="762525" y="11029"/>
                </a:lnTo>
                <a:lnTo>
                  <a:pt x="761968" y="11375"/>
                </a:lnTo>
                <a:lnTo>
                  <a:pt x="761422" y="11733"/>
                </a:lnTo>
                <a:lnTo>
                  <a:pt x="760887" y="12100"/>
                </a:lnTo>
                <a:lnTo>
                  <a:pt x="760363" y="12478"/>
                </a:lnTo>
                <a:lnTo>
                  <a:pt x="759851" y="12867"/>
                </a:lnTo>
                <a:lnTo>
                  <a:pt x="759349" y="13266"/>
                </a:lnTo>
                <a:lnTo>
                  <a:pt x="758859" y="13676"/>
                </a:lnTo>
                <a:lnTo>
                  <a:pt x="758381" y="14096"/>
                </a:lnTo>
                <a:lnTo>
                  <a:pt x="757913" y="14527"/>
                </a:lnTo>
                <a:lnTo>
                  <a:pt x="757457" y="14969"/>
                </a:lnTo>
                <a:lnTo>
                  <a:pt x="757012" y="15421"/>
                </a:lnTo>
                <a:lnTo>
                  <a:pt x="756578" y="15883"/>
                </a:lnTo>
                <a:lnTo>
                  <a:pt x="756155" y="16356"/>
                </a:lnTo>
                <a:lnTo>
                  <a:pt x="755744" y="16839"/>
                </a:lnTo>
                <a:lnTo>
                  <a:pt x="755344" y="17333"/>
                </a:lnTo>
                <a:lnTo>
                  <a:pt x="754955" y="17838"/>
                </a:lnTo>
                <a:lnTo>
                  <a:pt x="754577" y="18353"/>
                </a:lnTo>
                <a:lnTo>
                  <a:pt x="754211" y="18878"/>
                </a:lnTo>
                <a:lnTo>
                  <a:pt x="753856" y="19415"/>
                </a:lnTo>
                <a:lnTo>
                  <a:pt x="753512" y="19961"/>
                </a:lnTo>
                <a:lnTo>
                  <a:pt x="753179" y="20518"/>
                </a:lnTo>
                <a:lnTo>
                  <a:pt x="752859" y="21085"/>
                </a:lnTo>
                <a:lnTo>
                  <a:pt x="752552" y="21659"/>
                </a:lnTo>
                <a:lnTo>
                  <a:pt x="752259" y="22242"/>
                </a:lnTo>
                <a:lnTo>
                  <a:pt x="751980" y="22832"/>
                </a:lnTo>
                <a:lnTo>
                  <a:pt x="751714" y="23431"/>
                </a:lnTo>
                <a:lnTo>
                  <a:pt x="751462" y="24038"/>
                </a:lnTo>
                <a:lnTo>
                  <a:pt x="751223" y="24653"/>
                </a:lnTo>
                <a:lnTo>
                  <a:pt x="750999" y="25276"/>
                </a:lnTo>
                <a:lnTo>
                  <a:pt x="750787" y="25908"/>
                </a:lnTo>
                <a:lnTo>
                  <a:pt x="750590" y="26547"/>
                </a:lnTo>
                <a:lnTo>
                  <a:pt x="750406" y="27195"/>
                </a:lnTo>
                <a:lnTo>
                  <a:pt x="750235" y="27851"/>
                </a:lnTo>
                <a:lnTo>
                  <a:pt x="750079" y="28514"/>
                </a:lnTo>
                <a:lnTo>
                  <a:pt x="749935" y="29186"/>
                </a:lnTo>
                <a:lnTo>
                  <a:pt x="749806" y="29866"/>
                </a:lnTo>
                <a:lnTo>
                  <a:pt x="749690" y="30555"/>
                </a:lnTo>
                <a:lnTo>
                  <a:pt x="749588" y="31251"/>
                </a:lnTo>
                <a:lnTo>
                  <a:pt x="749499" y="31956"/>
                </a:lnTo>
                <a:lnTo>
                  <a:pt x="749424" y="32668"/>
                </a:lnTo>
                <a:lnTo>
                  <a:pt x="749363" y="33389"/>
                </a:lnTo>
                <a:lnTo>
                  <a:pt x="749315" y="34118"/>
                </a:lnTo>
                <a:lnTo>
                  <a:pt x="749281" y="34855"/>
                </a:lnTo>
                <a:lnTo>
                  <a:pt x="749261" y="35600"/>
                </a:lnTo>
                <a:lnTo>
                  <a:pt x="749254" y="36353"/>
                </a:lnTo>
                <a:lnTo>
                  <a:pt x="749254" y="79594"/>
                </a:lnTo>
                <a:lnTo>
                  <a:pt x="749261" y="80347"/>
                </a:lnTo>
                <a:lnTo>
                  <a:pt x="749281" y="81092"/>
                </a:lnTo>
                <a:lnTo>
                  <a:pt x="749315" y="81829"/>
                </a:lnTo>
                <a:lnTo>
                  <a:pt x="749363" y="82558"/>
                </a:lnTo>
                <a:lnTo>
                  <a:pt x="749424" y="83279"/>
                </a:lnTo>
                <a:lnTo>
                  <a:pt x="749499" y="83992"/>
                </a:lnTo>
                <a:lnTo>
                  <a:pt x="749588" y="84696"/>
                </a:lnTo>
                <a:lnTo>
                  <a:pt x="749690" y="85392"/>
                </a:lnTo>
                <a:lnTo>
                  <a:pt x="749806" y="86081"/>
                </a:lnTo>
                <a:lnTo>
                  <a:pt x="749935" y="86761"/>
                </a:lnTo>
                <a:lnTo>
                  <a:pt x="750079" y="87433"/>
                </a:lnTo>
                <a:lnTo>
                  <a:pt x="750235" y="88097"/>
                </a:lnTo>
                <a:lnTo>
                  <a:pt x="750406" y="88752"/>
                </a:lnTo>
                <a:lnTo>
                  <a:pt x="750590" y="89400"/>
                </a:lnTo>
                <a:lnTo>
                  <a:pt x="750787" y="90039"/>
                </a:lnTo>
                <a:lnTo>
                  <a:pt x="750999" y="90671"/>
                </a:lnTo>
                <a:lnTo>
                  <a:pt x="751223" y="91294"/>
                </a:lnTo>
                <a:lnTo>
                  <a:pt x="751462" y="91909"/>
                </a:lnTo>
                <a:lnTo>
                  <a:pt x="751714" y="92516"/>
                </a:lnTo>
                <a:lnTo>
                  <a:pt x="751980" y="93115"/>
                </a:lnTo>
                <a:lnTo>
                  <a:pt x="752259" y="93705"/>
                </a:lnTo>
                <a:lnTo>
                  <a:pt x="752552" y="94288"/>
                </a:lnTo>
                <a:lnTo>
                  <a:pt x="752859" y="94862"/>
                </a:lnTo>
                <a:lnTo>
                  <a:pt x="753179" y="95429"/>
                </a:lnTo>
                <a:lnTo>
                  <a:pt x="753512" y="95986"/>
                </a:lnTo>
                <a:lnTo>
                  <a:pt x="753856" y="96532"/>
                </a:lnTo>
                <a:lnTo>
                  <a:pt x="754211" y="97068"/>
                </a:lnTo>
                <a:lnTo>
                  <a:pt x="754577" y="97594"/>
                </a:lnTo>
                <a:lnTo>
                  <a:pt x="754955" y="98109"/>
                </a:lnTo>
                <a:lnTo>
                  <a:pt x="755344" y="98613"/>
                </a:lnTo>
                <a:lnTo>
                  <a:pt x="755744" y="99107"/>
                </a:lnTo>
                <a:lnTo>
                  <a:pt x="756155" y="99590"/>
                </a:lnTo>
                <a:lnTo>
                  <a:pt x="756578" y="100063"/>
                </a:lnTo>
                <a:lnTo>
                  <a:pt x="757012" y="100526"/>
                </a:lnTo>
                <a:lnTo>
                  <a:pt x="757457" y="100977"/>
                </a:lnTo>
                <a:lnTo>
                  <a:pt x="757913" y="101419"/>
                </a:lnTo>
                <a:lnTo>
                  <a:pt x="758381" y="101850"/>
                </a:lnTo>
                <a:lnTo>
                  <a:pt x="758859" y="102270"/>
                </a:lnTo>
                <a:lnTo>
                  <a:pt x="759349" y="102680"/>
                </a:lnTo>
                <a:lnTo>
                  <a:pt x="759851" y="103079"/>
                </a:lnTo>
                <a:lnTo>
                  <a:pt x="760363" y="103468"/>
                </a:lnTo>
                <a:lnTo>
                  <a:pt x="760887" y="103846"/>
                </a:lnTo>
                <a:lnTo>
                  <a:pt x="761422" y="104214"/>
                </a:lnTo>
                <a:lnTo>
                  <a:pt x="761968" y="104571"/>
                </a:lnTo>
                <a:lnTo>
                  <a:pt x="762525" y="104918"/>
                </a:lnTo>
                <a:lnTo>
                  <a:pt x="763094" y="105254"/>
                </a:lnTo>
                <a:lnTo>
                  <a:pt x="763674" y="105580"/>
                </a:lnTo>
                <a:lnTo>
                  <a:pt x="764265" y="105895"/>
                </a:lnTo>
                <a:lnTo>
                  <a:pt x="764866" y="106198"/>
                </a:lnTo>
                <a:lnTo>
                  <a:pt x="765477" y="106489"/>
                </a:lnTo>
                <a:lnTo>
                  <a:pt x="766096" y="106766"/>
                </a:lnTo>
                <a:lnTo>
                  <a:pt x="766725" y="107031"/>
                </a:lnTo>
                <a:lnTo>
                  <a:pt x="767362" y="107282"/>
                </a:lnTo>
                <a:lnTo>
                  <a:pt x="768009" y="107521"/>
                </a:lnTo>
                <a:lnTo>
                  <a:pt x="768665" y="107747"/>
                </a:lnTo>
                <a:lnTo>
                  <a:pt x="769330" y="107960"/>
                </a:lnTo>
                <a:lnTo>
                  <a:pt x="770004" y="108160"/>
                </a:lnTo>
                <a:lnTo>
                  <a:pt x="770687" y="108347"/>
                </a:lnTo>
                <a:lnTo>
                  <a:pt x="771379" y="108521"/>
                </a:lnTo>
                <a:lnTo>
                  <a:pt x="772080" y="108683"/>
                </a:lnTo>
                <a:lnTo>
                  <a:pt x="772790" y="108831"/>
                </a:lnTo>
                <a:lnTo>
                  <a:pt x="773510" y="108967"/>
                </a:lnTo>
                <a:lnTo>
                  <a:pt x="774238" y="109089"/>
                </a:lnTo>
                <a:lnTo>
                  <a:pt x="774976" y="109199"/>
                </a:lnTo>
                <a:lnTo>
                  <a:pt x="775722" y="109296"/>
                </a:lnTo>
                <a:lnTo>
                  <a:pt x="776478" y="109380"/>
                </a:lnTo>
                <a:lnTo>
                  <a:pt x="777243" y="109451"/>
                </a:lnTo>
                <a:lnTo>
                  <a:pt x="778017" y="109509"/>
                </a:lnTo>
                <a:lnTo>
                  <a:pt x="778800" y="109554"/>
                </a:lnTo>
                <a:lnTo>
                  <a:pt x="779592" y="109586"/>
                </a:lnTo>
                <a:lnTo>
                  <a:pt x="780393" y="109606"/>
                </a:lnTo>
                <a:lnTo>
                  <a:pt x="781203" y="109612"/>
                </a:lnTo>
                <a:lnTo>
                  <a:pt x="782013" y="109606"/>
                </a:lnTo>
                <a:lnTo>
                  <a:pt x="782814" y="109586"/>
                </a:lnTo>
                <a:lnTo>
                  <a:pt x="783606" y="109554"/>
                </a:lnTo>
                <a:lnTo>
                  <a:pt x="784389" y="109509"/>
                </a:lnTo>
                <a:close/>
                <a:moveTo>
                  <a:pt x="778896" y="94625"/>
                </a:moveTo>
                <a:lnTo>
                  <a:pt x="778345" y="94560"/>
                </a:lnTo>
                <a:lnTo>
                  <a:pt x="777803" y="94481"/>
                </a:lnTo>
                <a:lnTo>
                  <a:pt x="777272" y="94388"/>
                </a:lnTo>
                <a:lnTo>
                  <a:pt x="776750" y="94281"/>
                </a:lnTo>
                <a:lnTo>
                  <a:pt x="776239" y="94159"/>
                </a:lnTo>
                <a:lnTo>
                  <a:pt x="775738" y="94022"/>
                </a:lnTo>
                <a:lnTo>
                  <a:pt x="775246" y="93872"/>
                </a:lnTo>
                <a:lnTo>
                  <a:pt x="774765" y="93707"/>
                </a:lnTo>
                <a:lnTo>
                  <a:pt x="774294" y="93528"/>
                </a:lnTo>
                <a:lnTo>
                  <a:pt x="773832" y="93334"/>
                </a:lnTo>
                <a:lnTo>
                  <a:pt x="773381" y="93126"/>
                </a:lnTo>
                <a:lnTo>
                  <a:pt x="772940" y="92904"/>
                </a:lnTo>
                <a:lnTo>
                  <a:pt x="772509" y="92667"/>
                </a:lnTo>
                <a:lnTo>
                  <a:pt x="772088" y="92416"/>
                </a:lnTo>
                <a:lnTo>
                  <a:pt x="771677" y="92151"/>
                </a:lnTo>
                <a:lnTo>
                  <a:pt x="771276" y="91871"/>
                </a:lnTo>
                <a:lnTo>
                  <a:pt x="770885" y="91577"/>
                </a:lnTo>
                <a:lnTo>
                  <a:pt x="770504" y="91268"/>
                </a:lnTo>
                <a:lnTo>
                  <a:pt x="770133" y="90946"/>
                </a:lnTo>
                <a:lnTo>
                  <a:pt x="769772" y="90609"/>
                </a:lnTo>
                <a:lnTo>
                  <a:pt x="769424" y="90260"/>
                </a:lnTo>
                <a:lnTo>
                  <a:pt x="769091" y="89901"/>
                </a:lnTo>
                <a:lnTo>
                  <a:pt x="768772" y="89533"/>
                </a:lnTo>
                <a:lnTo>
                  <a:pt x="768468" y="89155"/>
                </a:lnTo>
                <a:lnTo>
                  <a:pt x="768179" y="88768"/>
                </a:lnTo>
                <a:lnTo>
                  <a:pt x="767905" y="88371"/>
                </a:lnTo>
                <a:lnTo>
                  <a:pt x="767646" y="87965"/>
                </a:lnTo>
                <a:lnTo>
                  <a:pt x="767402" y="87549"/>
                </a:lnTo>
                <a:lnTo>
                  <a:pt x="767172" y="87123"/>
                </a:lnTo>
                <a:lnTo>
                  <a:pt x="766957" y="86688"/>
                </a:lnTo>
                <a:lnTo>
                  <a:pt x="766757" y="86244"/>
                </a:lnTo>
                <a:lnTo>
                  <a:pt x="766572" y="85789"/>
                </a:lnTo>
                <a:lnTo>
                  <a:pt x="766401" y="85326"/>
                </a:lnTo>
                <a:lnTo>
                  <a:pt x="766246" y="84852"/>
                </a:lnTo>
                <a:lnTo>
                  <a:pt x="766105" y="84370"/>
                </a:lnTo>
                <a:lnTo>
                  <a:pt x="765979" y="83877"/>
                </a:lnTo>
                <a:lnTo>
                  <a:pt x="765868" y="83375"/>
                </a:lnTo>
                <a:lnTo>
                  <a:pt x="765772" y="82864"/>
                </a:lnTo>
                <a:lnTo>
                  <a:pt x="765690" y="82343"/>
                </a:lnTo>
                <a:lnTo>
                  <a:pt x="765623" y="81812"/>
                </a:lnTo>
                <a:lnTo>
                  <a:pt x="765572" y="81272"/>
                </a:lnTo>
                <a:lnTo>
                  <a:pt x="765534" y="80722"/>
                </a:lnTo>
                <a:lnTo>
                  <a:pt x="765512" y="80163"/>
                </a:lnTo>
                <a:lnTo>
                  <a:pt x="765505" y="79594"/>
                </a:lnTo>
                <a:lnTo>
                  <a:pt x="765505" y="36353"/>
                </a:lnTo>
                <a:lnTo>
                  <a:pt x="765512" y="35784"/>
                </a:lnTo>
                <a:lnTo>
                  <a:pt x="765534" y="35225"/>
                </a:lnTo>
                <a:lnTo>
                  <a:pt x="765572" y="34675"/>
                </a:lnTo>
                <a:lnTo>
                  <a:pt x="765623" y="34134"/>
                </a:lnTo>
                <a:lnTo>
                  <a:pt x="765690" y="33604"/>
                </a:lnTo>
                <a:lnTo>
                  <a:pt x="765772" y="33082"/>
                </a:lnTo>
                <a:lnTo>
                  <a:pt x="765868" y="32571"/>
                </a:lnTo>
                <a:lnTo>
                  <a:pt x="765979" y="32069"/>
                </a:lnTo>
                <a:lnTo>
                  <a:pt x="766105" y="31576"/>
                </a:lnTo>
                <a:lnTo>
                  <a:pt x="766246" y="31093"/>
                </a:lnTo>
                <a:lnTo>
                  <a:pt x="766401" y="30620"/>
                </a:lnTo>
                <a:lnTo>
                  <a:pt x="766572" y="30156"/>
                </a:lnTo>
                <a:lnTo>
                  <a:pt x="766757" y="29702"/>
                </a:lnTo>
                <a:lnTo>
                  <a:pt x="766957" y="29257"/>
                </a:lnTo>
                <a:lnTo>
                  <a:pt x="767172" y="28822"/>
                </a:lnTo>
                <a:lnTo>
                  <a:pt x="767402" y="28397"/>
                </a:lnTo>
                <a:lnTo>
                  <a:pt x="767646" y="27981"/>
                </a:lnTo>
                <a:lnTo>
                  <a:pt x="767905" y="27574"/>
                </a:lnTo>
                <a:lnTo>
                  <a:pt x="768179" y="27177"/>
                </a:lnTo>
                <a:lnTo>
                  <a:pt x="768468" y="26790"/>
                </a:lnTo>
                <a:lnTo>
                  <a:pt x="768772" y="26412"/>
                </a:lnTo>
                <a:lnTo>
                  <a:pt x="769091" y="26044"/>
                </a:lnTo>
                <a:lnTo>
                  <a:pt x="769424" y="25685"/>
                </a:lnTo>
                <a:lnTo>
                  <a:pt x="769772" y="25336"/>
                </a:lnTo>
                <a:lnTo>
                  <a:pt x="770133" y="24999"/>
                </a:lnTo>
                <a:lnTo>
                  <a:pt x="770504" y="24677"/>
                </a:lnTo>
                <a:lnTo>
                  <a:pt x="770885" y="24368"/>
                </a:lnTo>
                <a:lnTo>
                  <a:pt x="771276" y="24074"/>
                </a:lnTo>
                <a:lnTo>
                  <a:pt x="771677" y="23795"/>
                </a:lnTo>
                <a:lnTo>
                  <a:pt x="772088" y="23529"/>
                </a:lnTo>
                <a:lnTo>
                  <a:pt x="772509" y="23278"/>
                </a:lnTo>
                <a:lnTo>
                  <a:pt x="772940" y="23041"/>
                </a:lnTo>
                <a:lnTo>
                  <a:pt x="773381" y="22819"/>
                </a:lnTo>
                <a:lnTo>
                  <a:pt x="773832" y="22611"/>
                </a:lnTo>
                <a:lnTo>
                  <a:pt x="774294" y="22418"/>
                </a:lnTo>
                <a:lnTo>
                  <a:pt x="774765" y="22238"/>
                </a:lnTo>
                <a:lnTo>
                  <a:pt x="775246" y="22073"/>
                </a:lnTo>
                <a:lnTo>
                  <a:pt x="775738" y="21923"/>
                </a:lnTo>
                <a:lnTo>
                  <a:pt x="776239" y="21786"/>
                </a:lnTo>
                <a:lnTo>
                  <a:pt x="776750" y="21664"/>
                </a:lnTo>
                <a:lnTo>
                  <a:pt x="777272" y="21557"/>
                </a:lnTo>
                <a:lnTo>
                  <a:pt x="777803" y="21464"/>
                </a:lnTo>
                <a:lnTo>
                  <a:pt x="778345" y="21385"/>
                </a:lnTo>
                <a:lnTo>
                  <a:pt x="778896" y="21320"/>
                </a:lnTo>
                <a:lnTo>
                  <a:pt x="779458" y="21270"/>
                </a:lnTo>
                <a:lnTo>
                  <a:pt x="780030" y="21234"/>
                </a:lnTo>
                <a:lnTo>
                  <a:pt x="780611" y="21213"/>
                </a:lnTo>
                <a:lnTo>
                  <a:pt x="781203" y="21205"/>
                </a:lnTo>
                <a:lnTo>
                  <a:pt x="781795" y="21213"/>
                </a:lnTo>
                <a:lnTo>
                  <a:pt x="782376" y="21234"/>
                </a:lnTo>
                <a:lnTo>
                  <a:pt x="782948" y="21270"/>
                </a:lnTo>
                <a:lnTo>
                  <a:pt x="783510" y="21320"/>
                </a:lnTo>
                <a:lnTo>
                  <a:pt x="784061" y="21385"/>
                </a:lnTo>
                <a:lnTo>
                  <a:pt x="784603" y="21464"/>
                </a:lnTo>
                <a:lnTo>
                  <a:pt x="785134" y="21557"/>
                </a:lnTo>
                <a:lnTo>
                  <a:pt x="785655" y="21664"/>
                </a:lnTo>
                <a:lnTo>
                  <a:pt x="786167" y="21786"/>
                </a:lnTo>
                <a:lnTo>
                  <a:pt x="786668" y="21923"/>
                </a:lnTo>
                <a:lnTo>
                  <a:pt x="787159" y="22073"/>
                </a:lnTo>
                <a:lnTo>
                  <a:pt x="787641" y="22238"/>
                </a:lnTo>
                <a:lnTo>
                  <a:pt x="788112" y="22418"/>
                </a:lnTo>
                <a:lnTo>
                  <a:pt x="788573" y="22611"/>
                </a:lnTo>
                <a:lnTo>
                  <a:pt x="789024" y="22819"/>
                </a:lnTo>
                <a:lnTo>
                  <a:pt x="789465" y="23041"/>
                </a:lnTo>
                <a:lnTo>
                  <a:pt x="789896" y="23278"/>
                </a:lnTo>
                <a:lnTo>
                  <a:pt x="790317" y="23529"/>
                </a:lnTo>
                <a:lnTo>
                  <a:pt x="790728" y="23795"/>
                </a:lnTo>
                <a:lnTo>
                  <a:pt x="791129" y="24074"/>
                </a:lnTo>
                <a:lnTo>
                  <a:pt x="791519" y="24368"/>
                </a:lnTo>
                <a:lnTo>
                  <a:pt x="791900" y="24677"/>
                </a:lnTo>
                <a:lnTo>
                  <a:pt x="792271" y="24999"/>
                </a:lnTo>
                <a:lnTo>
                  <a:pt x="792632" y="25336"/>
                </a:lnTo>
                <a:lnTo>
                  <a:pt x="792980" y="25685"/>
                </a:lnTo>
                <a:lnTo>
                  <a:pt x="793313" y="26044"/>
                </a:lnTo>
                <a:lnTo>
                  <a:pt x="793632" y="26412"/>
                </a:lnTo>
                <a:lnTo>
                  <a:pt x="793936" y="26790"/>
                </a:lnTo>
                <a:lnTo>
                  <a:pt x="794225" y="27177"/>
                </a:lnTo>
                <a:lnTo>
                  <a:pt x="794500" y="27574"/>
                </a:lnTo>
                <a:lnTo>
                  <a:pt x="794759" y="27981"/>
                </a:lnTo>
                <a:lnTo>
                  <a:pt x="795004" y="28397"/>
                </a:lnTo>
                <a:lnTo>
                  <a:pt x="795233" y="28822"/>
                </a:lnTo>
                <a:lnTo>
                  <a:pt x="795448" y="29257"/>
                </a:lnTo>
                <a:lnTo>
                  <a:pt x="795648" y="29702"/>
                </a:lnTo>
                <a:lnTo>
                  <a:pt x="795834" y="30156"/>
                </a:lnTo>
                <a:lnTo>
                  <a:pt x="796004" y="30620"/>
                </a:lnTo>
                <a:lnTo>
                  <a:pt x="796160" y="31093"/>
                </a:lnTo>
                <a:lnTo>
                  <a:pt x="796301" y="31576"/>
                </a:lnTo>
                <a:lnTo>
                  <a:pt x="796427" y="32069"/>
                </a:lnTo>
                <a:lnTo>
                  <a:pt x="796538" y="32571"/>
                </a:lnTo>
                <a:lnTo>
                  <a:pt x="796634" y="33082"/>
                </a:lnTo>
                <a:lnTo>
                  <a:pt x="796716" y="33604"/>
                </a:lnTo>
                <a:lnTo>
                  <a:pt x="796783" y="34134"/>
                </a:lnTo>
                <a:lnTo>
                  <a:pt x="796834" y="34675"/>
                </a:lnTo>
                <a:lnTo>
                  <a:pt x="796872" y="35225"/>
                </a:lnTo>
                <a:lnTo>
                  <a:pt x="796894" y="35784"/>
                </a:lnTo>
                <a:lnTo>
                  <a:pt x="796901" y="36353"/>
                </a:lnTo>
                <a:lnTo>
                  <a:pt x="796901" y="79594"/>
                </a:lnTo>
                <a:lnTo>
                  <a:pt x="796894" y="80163"/>
                </a:lnTo>
                <a:lnTo>
                  <a:pt x="796872" y="80722"/>
                </a:lnTo>
                <a:lnTo>
                  <a:pt x="796834" y="81272"/>
                </a:lnTo>
                <a:lnTo>
                  <a:pt x="796783" y="81812"/>
                </a:lnTo>
                <a:lnTo>
                  <a:pt x="796716" y="82343"/>
                </a:lnTo>
                <a:lnTo>
                  <a:pt x="796634" y="82864"/>
                </a:lnTo>
                <a:lnTo>
                  <a:pt x="796538" y="83375"/>
                </a:lnTo>
                <a:lnTo>
                  <a:pt x="796427" y="83877"/>
                </a:lnTo>
                <a:lnTo>
                  <a:pt x="796301" y="84370"/>
                </a:lnTo>
                <a:lnTo>
                  <a:pt x="796160" y="84852"/>
                </a:lnTo>
                <a:lnTo>
                  <a:pt x="796004" y="85326"/>
                </a:lnTo>
                <a:lnTo>
                  <a:pt x="795834" y="85789"/>
                </a:lnTo>
                <a:lnTo>
                  <a:pt x="795648" y="86244"/>
                </a:lnTo>
                <a:lnTo>
                  <a:pt x="795448" y="86688"/>
                </a:lnTo>
                <a:lnTo>
                  <a:pt x="795233" y="87123"/>
                </a:lnTo>
                <a:lnTo>
                  <a:pt x="795004" y="87549"/>
                </a:lnTo>
                <a:lnTo>
                  <a:pt x="794759" y="87965"/>
                </a:lnTo>
                <a:lnTo>
                  <a:pt x="794500" y="88371"/>
                </a:lnTo>
                <a:lnTo>
                  <a:pt x="794225" y="88768"/>
                </a:lnTo>
                <a:lnTo>
                  <a:pt x="793936" y="89155"/>
                </a:lnTo>
                <a:lnTo>
                  <a:pt x="793632" y="89533"/>
                </a:lnTo>
                <a:lnTo>
                  <a:pt x="793313" y="89901"/>
                </a:lnTo>
                <a:lnTo>
                  <a:pt x="792980" y="90260"/>
                </a:lnTo>
                <a:lnTo>
                  <a:pt x="792632" y="90609"/>
                </a:lnTo>
                <a:lnTo>
                  <a:pt x="792271" y="90946"/>
                </a:lnTo>
                <a:lnTo>
                  <a:pt x="791900" y="91268"/>
                </a:lnTo>
                <a:lnTo>
                  <a:pt x="791519" y="91577"/>
                </a:lnTo>
                <a:lnTo>
                  <a:pt x="791129" y="91871"/>
                </a:lnTo>
                <a:lnTo>
                  <a:pt x="790728" y="92151"/>
                </a:lnTo>
                <a:lnTo>
                  <a:pt x="790317" y="92416"/>
                </a:lnTo>
                <a:lnTo>
                  <a:pt x="789896" y="92667"/>
                </a:lnTo>
                <a:lnTo>
                  <a:pt x="789465" y="92904"/>
                </a:lnTo>
                <a:lnTo>
                  <a:pt x="789024" y="93126"/>
                </a:lnTo>
                <a:lnTo>
                  <a:pt x="788573" y="93334"/>
                </a:lnTo>
                <a:lnTo>
                  <a:pt x="788112" y="93528"/>
                </a:lnTo>
                <a:lnTo>
                  <a:pt x="787641" y="93707"/>
                </a:lnTo>
                <a:lnTo>
                  <a:pt x="787159" y="93872"/>
                </a:lnTo>
                <a:lnTo>
                  <a:pt x="786668" y="94022"/>
                </a:lnTo>
                <a:lnTo>
                  <a:pt x="786167" y="94159"/>
                </a:lnTo>
                <a:lnTo>
                  <a:pt x="785655" y="94281"/>
                </a:lnTo>
                <a:lnTo>
                  <a:pt x="785134" y="94388"/>
                </a:lnTo>
                <a:lnTo>
                  <a:pt x="784603" y="94481"/>
                </a:lnTo>
                <a:lnTo>
                  <a:pt x="784061" y="94560"/>
                </a:lnTo>
                <a:lnTo>
                  <a:pt x="783510" y="94625"/>
                </a:lnTo>
                <a:lnTo>
                  <a:pt x="782948" y="94675"/>
                </a:lnTo>
                <a:lnTo>
                  <a:pt x="782376" y="94711"/>
                </a:lnTo>
                <a:lnTo>
                  <a:pt x="781795" y="94732"/>
                </a:lnTo>
                <a:lnTo>
                  <a:pt x="781203" y="94740"/>
                </a:lnTo>
                <a:lnTo>
                  <a:pt x="780611" y="94732"/>
                </a:lnTo>
                <a:lnTo>
                  <a:pt x="780030" y="94711"/>
                </a:lnTo>
                <a:lnTo>
                  <a:pt x="779458" y="94675"/>
                </a:lnTo>
                <a:lnTo>
                  <a:pt x="778896" y="94625"/>
                </a:lnTo>
                <a:close/>
                <a:moveTo>
                  <a:pt x="1114882" y="109509"/>
                </a:moveTo>
                <a:lnTo>
                  <a:pt x="1115656" y="109451"/>
                </a:lnTo>
                <a:lnTo>
                  <a:pt x="1116421" y="109380"/>
                </a:lnTo>
                <a:lnTo>
                  <a:pt x="1117176" y="109296"/>
                </a:lnTo>
                <a:lnTo>
                  <a:pt x="1117923" y="109199"/>
                </a:lnTo>
                <a:lnTo>
                  <a:pt x="1118661" y="109089"/>
                </a:lnTo>
                <a:lnTo>
                  <a:pt x="1119389" y="108967"/>
                </a:lnTo>
                <a:lnTo>
                  <a:pt x="1120108" y="108831"/>
                </a:lnTo>
                <a:lnTo>
                  <a:pt x="1120819" y="108683"/>
                </a:lnTo>
                <a:lnTo>
                  <a:pt x="1121520" y="108521"/>
                </a:lnTo>
                <a:lnTo>
                  <a:pt x="1122212" y="108347"/>
                </a:lnTo>
                <a:lnTo>
                  <a:pt x="1122895" y="108160"/>
                </a:lnTo>
                <a:lnTo>
                  <a:pt x="1123569" y="107960"/>
                </a:lnTo>
                <a:lnTo>
                  <a:pt x="1124234" y="107747"/>
                </a:lnTo>
                <a:lnTo>
                  <a:pt x="1124890" y="107521"/>
                </a:lnTo>
                <a:lnTo>
                  <a:pt x="1125536" y="107282"/>
                </a:lnTo>
                <a:lnTo>
                  <a:pt x="1126174" y="107031"/>
                </a:lnTo>
                <a:lnTo>
                  <a:pt x="1126803" y="106766"/>
                </a:lnTo>
                <a:lnTo>
                  <a:pt x="1127422" y="106489"/>
                </a:lnTo>
                <a:lnTo>
                  <a:pt x="1128032" y="106198"/>
                </a:lnTo>
                <a:lnTo>
                  <a:pt x="1128634" y="105895"/>
                </a:lnTo>
                <a:lnTo>
                  <a:pt x="1129225" y="105580"/>
                </a:lnTo>
                <a:lnTo>
                  <a:pt x="1129805" y="105254"/>
                </a:lnTo>
                <a:lnTo>
                  <a:pt x="1130373" y="104918"/>
                </a:lnTo>
                <a:lnTo>
                  <a:pt x="1130931" y="104571"/>
                </a:lnTo>
                <a:lnTo>
                  <a:pt x="1131477" y="104214"/>
                </a:lnTo>
                <a:lnTo>
                  <a:pt x="1132012" y="103846"/>
                </a:lnTo>
                <a:lnTo>
                  <a:pt x="1132535" y="103468"/>
                </a:lnTo>
                <a:lnTo>
                  <a:pt x="1133048" y="103079"/>
                </a:lnTo>
                <a:lnTo>
                  <a:pt x="1133549" y="102680"/>
                </a:lnTo>
                <a:lnTo>
                  <a:pt x="1134039" y="102270"/>
                </a:lnTo>
                <a:lnTo>
                  <a:pt x="1134518" y="101850"/>
                </a:lnTo>
                <a:lnTo>
                  <a:pt x="1134985" y="101419"/>
                </a:lnTo>
                <a:lnTo>
                  <a:pt x="1135441" y="100977"/>
                </a:lnTo>
                <a:lnTo>
                  <a:pt x="1135886" y="100526"/>
                </a:lnTo>
                <a:lnTo>
                  <a:pt x="1136320" y="100063"/>
                </a:lnTo>
                <a:lnTo>
                  <a:pt x="1136742" y="99590"/>
                </a:lnTo>
                <a:lnTo>
                  <a:pt x="1137154" y="99107"/>
                </a:lnTo>
                <a:lnTo>
                  <a:pt x="1137554" y="98613"/>
                </a:lnTo>
                <a:lnTo>
                  <a:pt x="1137942" y="98109"/>
                </a:lnTo>
                <a:lnTo>
                  <a:pt x="1138320" y="97594"/>
                </a:lnTo>
                <a:lnTo>
                  <a:pt x="1138686" y="97068"/>
                </a:lnTo>
                <a:lnTo>
                  <a:pt x="1139041" y="96532"/>
                </a:lnTo>
                <a:lnTo>
                  <a:pt x="1139385" y="95986"/>
                </a:lnTo>
                <a:lnTo>
                  <a:pt x="1139718" y="95429"/>
                </a:lnTo>
                <a:lnTo>
                  <a:pt x="1140038" y="94862"/>
                </a:lnTo>
                <a:lnTo>
                  <a:pt x="1140344" y="94288"/>
                </a:lnTo>
                <a:lnTo>
                  <a:pt x="1140637" y="93705"/>
                </a:lnTo>
                <a:lnTo>
                  <a:pt x="1140917" y="93115"/>
                </a:lnTo>
                <a:lnTo>
                  <a:pt x="1141183" y="92516"/>
                </a:lnTo>
                <a:lnTo>
                  <a:pt x="1141435" y="91909"/>
                </a:lnTo>
                <a:lnTo>
                  <a:pt x="1141673" y="91294"/>
                </a:lnTo>
                <a:lnTo>
                  <a:pt x="1141898" y="90671"/>
                </a:lnTo>
                <a:lnTo>
                  <a:pt x="1142109" y="90039"/>
                </a:lnTo>
                <a:lnTo>
                  <a:pt x="1142307" y="89400"/>
                </a:lnTo>
                <a:lnTo>
                  <a:pt x="1142491" y="88752"/>
                </a:lnTo>
                <a:lnTo>
                  <a:pt x="1142661" y="88097"/>
                </a:lnTo>
                <a:lnTo>
                  <a:pt x="1142818" y="87433"/>
                </a:lnTo>
                <a:lnTo>
                  <a:pt x="1142961" y="86761"/>
                </a:lnTo>
                <a:lnTo>
                  <a:pt x="1143091" y="86081"/>
                </a:lnTo>
                <a:lnTo>
                  <a:pt x="1143207" y="85392"/>
                </a:lnTo>
                <a:lnTo>
                  <a:pt x="1143309" y="84696"/>
                </a:lnTo>
                <a:lnTo>
                  <a:pt x="1143397" y="83992"/>
                </a:lnTo>
                <a:lnTo>
                  <a:pt x="1143472" y="83279"/>
                </a:lnTo>
                <a:lnTo>
                  <a:pt x="1143534" y="82558"/>
                </a:lnTo>
                <a:lnTo>
                  <a:pt x="1143581" y="81829"/>
                </a:lnTo>
                <a:lnTo>
                  <a:pt x="1143615" y="81092"/>
                </a:lnTo>
                <a:lnTo>
                  <a:pt x="1143636" y="80347"/>
                </a:lnTo>
                <a:lnTo>
                  <a:pt x="1143643" y="79594"/>
                </a:lnTo>
                <a:lnTo>
                  <a:pt x="1143643" y="36353"/>
                </a:lnTo>
                <a:lnTo>
                  <a:pt x="1143636" y="35600"/>
                </a:lnTo>
                <a:lnTo>
                  <a:pt x="1143615" y="34855"/>
                </a:lnTo>
                <a:lnTo>
                  <a:pt x="1143581" y="34118"/>
                </a:lnTo>
                <a:lnTo>
                  <a:pt x="1143534" y="33389"/>
                </a:lnTo>
                <a:lnTo>
                  <a:pt x="1143472" y="32668"/>
                </a:lnTo>
                <a:lnTo>
                  <a:pt x="1143397" y="31956"/>
                </a:lnTo>
                <a:lnTo>
                  <a:pt x="1143309" y="31251"/>
                </a:lnTo>
                <a:lnTo>
                  <a:pt x="1143207" y="30555"/>
                </a:lnTo>
                <a:lnTo>
                  <a:pt x="1143091" y="29866"/>
                </a:lnTo>
                <a:lnTo>
                  <a:pt x="1142961" y="29186"/>
                </a:lnTo>
                <a:lnTo>
                  <a:pt x="1142818" y="28514"/>
                </a:lnTo>
                <a:lnTo>
                  <a:pt x="1142661" y="27851"/>
                </a:lnTo>
                <a:lnTo>
                  <a:pt x="1142491" y="27195"/>
                </a:lnTo>
                <a:lnTo>
                  <a:pt x="1142307" y="26547"/>
                </a:lnTo>
                <a:lnTo>
                  <a:pt x="1142109" y="25908"/>
                </a:lnTo>
                <a:lnTo>
                  <a:pt x="1141898" y="25276"/>
                </a:lnTo>
                <a:lnTo>
                  <a:pt x="1141673" y="24653"/>
                </a:lnTo>
                <a:lnTo>
                  <a:pt x="1141435" y="24038"/>
                </a:lnTo>
                <a:lnTo>
                  <a:pt x="1141183" y="23431"/>
                </a:lnTo>
                <a:lnTo>
                  <a:pt x="1140917" y="22832"/>
                </a:lnTo>
                <a:lnTo>
                  <a:pt x="1140637" y="22242"/>
                </a:lnTo>
                <a:lnTo>
                  <a:pt x="1140344" y="21659"/>
                </a:lnTo>
                <a:lnTo>
                  <a:pt x="1140038" y="21085"/>
                </a:lnTo>
                <a:lnTo>
                  <a:pt x="1139718" y="20518"/>
                </a:lnTo>
                <a:lnTo>
                  <a:pt x="1139385" y="19961"/>
                </a:lnTo>
                <a:lnTo>
                  <a:pt x="1139042" y="19415"/>
                </a:lnTo>
                <a:lnTo>
                  <a:pt x="1138687" y="18878"/>
                </a:lnTo>
                <a:lnTo>
                  <a:pt x="1138322" y="18353"/>
                </a:lnTo>
                <a:lnTo>
                  <a:pt x="1137945" y="17838"/>
                </a:lnTo>
                <a:lnTo>
                  <a:pt x="1137558" y="17333"/>
                </a:lnTo>
                <a:lnTo>
                  <a:pt x="1137159" y="16839"/>
                </a:lnTo>
                <a:lnTo>
                  <a:pt x="1136750" y="16356"/>
                </a:lnTo>
                <a:lnTo>
                  <a:pt x="1136329" y="15883"/>
                </a:lnTo>
                <a:lnTo>
                  <a:pt x="1135898" y="15421"/>
                </a:lnTo>
                <a:lnTo>
                  <a:pt x="1135455" y="14969"/>
                </a:lnTo>
                <a:lnTo>
                  <a:pt x="1135002" y="14527"/>
                </a:lnTo>
                <a:lnTo>
                  <a:pt x="1134537" y="14096"/>
                </a:lnTo>
                <a:lnTo>
                  <a:pt x="1134062" y="13676"/>
                </a:lnTo>
                <a:lnTo>
                  <a:pt x="1133575" y="13266"/>
                </a:lnTo>
                <a:lnTo>
                  <a:pt x="1133078" y="12867"/>
                </a:lnTo>
                <a:lnTo>
                  <a:pt x="1132569" y="12478"/>
                </a:lnTo>
                <a:lnTo>
                  <a:pt x="1132050" y="12100"/>
                </a:lnTo>
                <a:lnTo>
                  <a:pt x="1131519" y="11733"/>
                </a:lnTo>
                <a:lnTo>
                  <a:pt x="1130977" y="11375"/>
                </a:lnTo>
                <a:lnTo>
                  <a:pt x="1130425" y="11029"/>
                </a:lnTo>
                <a:lnTo>
                  <a:pt x="1129861" y="10693"/>
                </a:lnTo>
                <a:lnTo>
                  <a:pt x="1129287" y="10367"/>
                </a:lnTo>
                <a:lnTo>
                  <a:pt x="1128701" y="10052"/>
                </a:lnTo>
                <a:lnTo>
                  <a:pt x="1128105" y="9749"/>
                </a:lnTo>
                <a:lnTo>
                  <a:pt x="1127499" y="9458"/>
                </a:lnTo>
                <a:lnTo>
                  <a:pt x="1126884" y="9181"/>
                </a:lnTo>
                <a:lnTo>
                  <a:pt x="1126259" y="8916"/>
                </a:lnTo>
                <a:lnTo>
                  <a:pt x="1125624" y="8664"/>
                </a:lnTo>
                <a:lnTo>
                  <a:pt x="1124979" y="8425"/>
                </a:lnTo>
                <a:lnTo>
                  <a:pt x="1124324" y="8199"/>
                </a:lnTo>
                <a:lnTo>
                  <a:pt x="1123660" y="7986"/>
                </a:lnTo>
                <a:lnTo>
                  <a:pt x="1122985" y="7786"/>
                </a:lnTo>
                <a:lnTo>
                  <a:pt x="1122301" y="7599"/>
                </a:lnTo>
                <a:lnTo>
                  <a:pt x="1121607" y="7424"/>
                </a:lnTo>
                <a:lnTo>
                  <a:pt x="1120904" y="7263"/>
                </a:lnTo>
                <a:lnTo>
                  <a:pt x="1120190" y="7114"/>
                </a:lnTo>
                <a:lnTo>
                  <a:pt x="1119467" y="6979"/>
                </a:lnTo>
                <a:lnTo>
                  <a:pt x="1118734" y="6856"/>
                </a:lnTo>
                <a:lnTo>
                  <a:pt x="1117991" y="6746"/>
                </a:lnTo>
                <a:lnTo>
                  <a:pt x="1117239" y="6649"/>
                </a:lnTo>
                <a:lnTo>
                  <a:pt x="1116476" y="6566"/>
                </a:lnTo>
                <a:lnTo>
                  <a:pt x="1115704" y="6494"/>
                </a:lnTo>
                <a:lnTo>
                  <a:pt x="1114922" y="6436"/>
                </a:lnTo>
                <a:lnTo>
                  <a:pt x="1114130" y="6391"/>
                </a:lnTo>
                <a:lnTo>
                  <a:pt x="1113328" y="6359"/>
                </a:lnTo>
                <a:lnTo>
                  <a:pt x="1112517" y="6340"/>
                </a:lnTo>
                <a:lnTo>
                  <a:pt x="1111696" y="6333"/>
                </a:lnTo>
                <a:lnTo>
                  <a:pt x="1110886" y="6340"/>
                </a:lnTo>
                <a:lnTo>
                  <a:pt x="1110084" y="6359"/>
                </a:lnTo>
                <a:lnTo>
                  <a:pt x="1109292" y="6391"/>
                </a:lnTo>
                <a:lnTo>
                  <a:pt x="1108509" y="6436"/>
                </a:lnTo>
                <a:lnTo>
                  <a:pt x="1107736" y="6494"/>
                </a:lnTo>
                <a:lnTo>
                  <a:pt x="1106971" y="6566"/>
                </a:lnTo>
                <a:lnTo>
                  <a:pt x="1106215" y="6649"/>
                </a:lnTo>
                <a:lnTo>
                  <a:pt x="1105468" y="6746"/>
                </a:lnTo>
                <a:lnTo>
                  <a:pt x="1104731" y="6856"/>
                </a:lnTo>
                <a:lnTo>
                  <a:pt x="1104002" y="6979"/>
                </a:lnTo>
                <a:lnTo>
                  <a:pt x="1103283" y="7114"/>
                </a:lnTo>
                <a:lnTo>
                  <a:pt x="1102573" y="7263"/>
                </a:lnTo>
                <a:lnTo>
                  <a:pt x="1101872" y="7424"/>
                </a:lnTo>
                <a:lnTo>
                  <a:pt x="1101179" y="7599"/>
                </a:lnTo>
                <a:lnTo>
                  <a:pt x="1100496" y="7786"/>
                </a:lnTo>
                <a:lnTo>
                  <a:pt x="1099822" y="7986"/>
                </a:lnTo>
                <a:lnTo>
                  <a:pt x="1099158" y="8199"/>
                </a:lnTo>
                <a:lnTo>
                  <a:pt x="1098502" y="8425"/>
                </a:lnTo>
                <a:lnTo>
                  <a:pt x="1097855" y="8664"/>
                </a:lnTo>
                <a:lnTo>
                  <a:pt x="1097218" y="8916"/>
                </a:lnTo>
                <a:lnTo>
                  <a:pt x="1096589" y="9181"/>
                </a:lnTo>
                <a:lnTo>
                  <a:pt x="1095970" y="9458"/>
                </a:lnTo>
                <a:lnTo>
                  <a:pt x="1095359" y="9749"/>
                </a:lnTo>
                <a:lnTo>
                  <a:pt x="1094758" y="10052"/>
                </a:lnTo>
                <a:lnTo>
                  <a:pt x="1094167" y="10367"/>
                </a:lnTo>
                <a:lnTo>
                  <a:pt x="1093587" y="10693"/>
                </a:lnTo>
                <a:lnTo>
                  <a:pt x="1093018" y="11029"/>
                </a:lnTo>
                <a:lnTo>
                  <a:pt x="1092461" y="11375"/>
                </a:lnTo>
                <a:lnTo>
                  <a:pt x="1091915" y="11733"/>
                </a:lnTo>
                <a:lnTo>
                  <a:pt x="1091380" y="12100"/>
                </a:lnTo>
                <a:lnTo>
                  <a:pt x="1090856" y="12478"/>
                </a:lnTo>
                <a:lnTo>
                  <a:pt x="1090343" y="12867"/>
                </a:lnTo>
                <a:lnTo>
                  <a:pt x="1089842" y="13266"/>
                </a:lnTo>
                <a:lnTo>
                  <a:pt x="1089352" y="13676"/>
                </a:lnTo>
                <a:lnTo>
                  <a:pt x="1088873" y="14096"/>
                </a:lnTo>
                <a:lnTo>
                  <a:pt x="1088406" y="14527"/>
                </a:lnTo>
                <a:lnTo>
                  <a:pt x="1087950" y="14969"/>
                </a:lnTo>
                <a:lnTo>
                  <a:pt x="1087505" y="15421"/>
                </a:lnTo>
                <a:lnTo>
                  <a:pt x="1087071" y="15883"/>
                </a:lnTo>
                <a:lnTo>
                  <a:pt x="1086648" y="16356"/>
                </a:lnTo>
                <a:lnTo>
                  <a:pt x="1086237" y="16839"/>
                </a:lnTo>
                <a:lnTo>
                  <a:pt x="1085837" y="17333"/>
                </a:lnTo>
                <a:lnTo>
                  <a:pt x="1085448" y="17838"/>
                </a:lnTo>
                <a:lnTo>
                  <a:pt x="1085070" y="18353"/>
                </a:lnTo>
                <a:lnTo>
                  <a:pt x="1084704" y="18878"/>
                </a:lnTo>
                <a:lnTo>
                  <a:pt x="1084348" y="19415"/>
                </a:lnTo>
                <a:lnTo>
                  <a:pt x="1084005" y="19961"/>
                </a:lnTo>
                <a:lnTo>
                  <a:pt x="1083672" y="20518"/>
                </a:lnTo>
                <a:lnTo>
                  <a:pt x="1083352" y="21085"/>
                </a:lnTo>
                <a:lnTo>
                  <a:pt x="1083045" y="21659"/>
                </a:lnTo>
                <a:lnTo>
                  <a:pt x="1082752" y="22242"/>
                </a:lnTo>
                <a:lnTo>
                  <a:pt x="1082473" y="22832"/>
                </a:lnTo>
                <a:lnTo>
                  <a:pt x="1082207" y="23431"/>
                </a:lnTo>
                <a:lnTo>
                  <a:pt x="1081955" y="24038"/>
                </a:lnTo>
                <a:lnTo>
                  <a:pt x="1081716" y="24653"/>
                </a:lnTo>
                <a:lnTo>
                  <a:pt x="1081491" y="25276"/>
                </a:lnTo>
                <a:lnTo>
                  <a:pt x="1081280" y="25908"/>
                </a:lnTo>
                <a:lnTo>
                  <a:pt x="1081082" y="26547"/>
                </a:lnTo>
                <a:lnTo>
                  <a:pt x="1080898" y="27195"/>
                </a:lnTo>
                <a:lnTo>
                  <a:pt x="1080728" y="27851"/>
                </a:lnTo>
                <a:lnTo>
                  <a:pt x="1080571" y="28514"/>
                </a:lnTo>
                <a:lnTo>
                  <a:pt x="1080428" y="29186"/>
                </a:lnTo>
                <a:lnTo>
                  <a:pt x="1080299" y="29866"/>
                </a:lnTo>
                <a:lnTo>
                  <a:pt x="1080183" y="30555"/>
                </a:lnTo>
                <a:lnTo>
                  <a:pt x="1080081" y="31251"/>
                </a:lnTo>
                <a:lnTo>
                  <a:pt x="1079992" y="31956"/>
                </a:lnTo>
                <a:lnTo>
                  <a:pt x="1079917" y="32668"/>
                </a:lnTo>
                <a:lnTo>
                  <a:pt x="1079856" y="33389"/>
                </a:lnTo>
                <a:lnTo>
                  <a:pt x="1079808" y="34118"/>
                </a:lnTo>
                <a:lnTo>
                  <a:pt x="1079774" y="34855"/>
                </a:lnTo>
                <a:lnTo>
                  <a:pt x="1079754" y="35600"/>
                </a:lnTo>
                <a:lnTo>
                  <a:pt x="1079747" y="36353"/>
                </a:lnTo>
                <a:lnTo>
                  <a:pt x="1079747" y="79594"/>
                </a:lnTo>
                <a:lnTo>
                  <a:pt x="1079754" y="80347"/>
                </a:lnTo>
                <a:lnTo>
                  <a:pt x="1079774" y="81092"/>
                </a:lnTo>
                <a:lnTo>
                  <a:pt x="1079808" y="81829"/>
                </a:lnTo>
                <a:lnTo>
                  <a:pt x="1079856" y="82558"/>
                </a:lnTo>
                <a:lnTo>
                  <a:pt x="1079917" y="83279"/>
                </a:lnTo>
                <a:lnTo>
                  <a:pt x="1079992" y="83992"/>
                </a:lnTo>
                <a:lnTo>
                  <a:pt x="1080081" y="84696"/>
                </a:lnTo>
                <a:lnTo>
                  <a:pt x="1080183" y="85392"/>
                </a:lnTo>
                <a:lnTo>
                  <a:pt x="1080299" y="86081"/>
                </a:lnTo>
                <a:lnTo>
                  <a:pt x="1080428" y="86761"/>
                </a:lnTo>
                <a:lnTo>
                  <a:pt x="1080571" y="87433"/>
                </a:lnTo>
                <a:lnTo>
                  <a:pt x="1080728" y="88097"/>
                </a:lnTo>
                <a:lnTo>
                  <a:pt x="1080898" y="88752"/>
                </a:lnTo>
                <a:lnTo>
                  <a:pt x="1081082" y="89400"/>
                </a:lnTo>
                <a:lnTo>
                  <a:pt x="1081280" y="90039"/>
                </a:lnTo>
                <a:lnTo>
                  <a:pt x="1081491" y="90671"/>
                </a:lnTo>
                <a:lnTo>
                  <a:pt x="1081716" y="91294"/>
                </a:lnTo>
                <a:lnTo>
                  <a:pt x="1081955" y="91909"/>
                </a:lnTo>
                <a:lnTo>
                  <a:pt x="1082207" y="92516"/>
                </a:lnTo>
                <a:lnTo>
                  <a:pt x="1082473" y="93115"/>
                </a:lnTo>
                <a:lnTo>
                  <a:pt x="1082752" y="93705"/>
                </a:lnTo>
                <a:lnTo>
                  <a:pt x="1083045" y="94288"/>
                </a:lnTo>
                <a:lnTo>
                  <a:pt x="1083352" y="94862"/>
                </a:lnTo>
                <a:lnTo>
                  <a:pt x="1083672" y="95429"/>
                </a:lnTo>
                <a:lnTo>
                  <a:pt x="1084005" y="95986"/>
                </a:lnTo>
                <a:lnTo>
                  <a:pt x="1084348" y="96532"/>
                </a:lnTo>
                <a:lnTo>
                  <a:pt x="1084704" y="97068"/>
                </a:lnTo>
                <a:lnTo>
                  <a:pt x="1085070" y="97594"/>
                </a:lnTo>
                <a:lnTo>
                  <a:pt x="1085448" y="98109"/>
                </a:lnTo>
                <a:lnTo>
                  <a:pt x="1085837" y="98613"/>
                </a:lnTo>
                <a:lnTo>
                  <a:pt x="1086237" y="99107"/>
                </a:lnTo>
                <a:lnTo>
                  <a:pt x="1086648" y="99590"/>
                </a:lnTo>
                <a:lnTo>
                  <a:pt x="1087071" y="100063"/>
                </a:lnTo>
                <a:lnTo>
                  <a:pt x="1087505" y="100526"/>
                </a:lnTo>
                <a:lnTo>
                  <a:pt x="1087950" y="100977"/>
                </a:lnTo>
                <a:lnTo>
                  <a:pt x="1088406" y="101419"/>
                </a:lnTo>
                <a:lnTo>
                  <a:pt x="1088873" y="101850"/>
                </a:lnTo>
                <a:lnTo>
                  <a:pt x="1089352" y="102270"/>
                </a:lnTo>
                <a:lnTo>
                  <a:pt x="1089842" y="102680"/>
                </a:lnTo>
                <a:lnTo>
                  <a:pt x="1090343" y="103079"/>
                </a:lnTo>
                <a:lnTo>
                  <a:pt x="1090856" y="103468"/>
                </a:lnTo>
                <a:lnTo>
                  <a:pt x="1091380" y="103846"/>
                </a:lnTo>
                <a:lnTo>
                  <a:pt x="1091915" y="104214"/>
                </a:lnTo>
                <a:lnTo>
                  <a:pt x="1092461" y="104571"/>
                </a:lnTo>
                <a:lnTo>
                  <a:pt x="1093018" y="104918"/>
                </a:lnTo>
                <a:lnTo>
                  <a:pt x="1093587" y="105254"/>
                </a:lnTo>
                <a:lnTo>
                  <a:pt x="1094167" y="105580"/>
                </a:lnTo>
                <a:lnTo>
                  <a:pt x="1094758" y="105895"/>
                </a:lnTo>
                <a:lnTo>
                  <a:pt x="1095359" y="106198"/>
                </a:lnTo>
                <a:lnTo>
                  <a:pt x="1095970" y="106489"/>
                </a:lnTo>
                <a:lnTo>
                  <a:pt x="1096589" y="106766"/>
                </a:lnTo>
                <a:lnTo>
                  <a:pt x="1097218" y="107031"/>
                </a:lnTo>
                <a:lnTo>
                  <a:pt x="1097855" y="107282"/>
                </a:lnTo>
                <a:lnTo>
                  <a:pt x="1098502" y="107521"/>
                </a:lnTo>
                <a:lnTo>
                  <a:pt x="1099158" y="107747"/>
                </a:lnTo>
                <a:lnTo>
                  <a:pt x="1099822" y="107960"/>
                </a:lnTo>
                <a:lnTo>
                  <a:pt x="1100496" y="108160"/>
                </a:lnTo>
                <a:lnTo>
                  <a:pt x="1101179" y="108347"/>
                </a:lnTo>
                <a:lnTo>
                  <a:pt x="1101872" y="108521"/>
                </a:lnTo>
                <a:lnTo>
                  <a:pt x="1102573" y="108683"/>
                </a:lnTo>
                <a:lnTo>
                  <a:pt x="1103283" y="108831"/>
                </a:lnTo>
                <a:lnTo>
                  <a:pt x="1104002" y="108967"/>
                </a:lnTo>
                <a:lnTo>
                  <a:pt x="1104731" y="109089"/>
                </a:lnTo>
                <a:lnTo>
                  <a:pt x="1105468" y="109199"/>
                </a:lnTo>
                <a:lnTo>
                  <a:pt x="1106215" y="109296"/>
                </a:lnTo>
                <a:lnTo>
                  <a:pt x="1106971" y="109380"/>
                </a:lnTo>
                <a:lnTo>
                  <a:pt x="1107736" y="109451"/>
                </a:lnTo>
                <a:lnTo>
                  <a:pt x="1108509" y="109509"/>
                </a:lnTo>
                <a:lnTo>
                  <a:pt x="1109292" y="109554"/>
                </a:lnTo>
                <a:lnTo>
                  <a:pt x="1110084" y="109586"/>
                </a:lnTo>
                <a:lnTo>
                  <a:pt x="1110886" y="109606"/>
                </a:lnTo>
                <a:lnTo>
                  <a:pt x="1111696" y="109612"/>
                </a:lnTo>
                <a:lnTo>
                  <a:pt x="1112506" y="109606"/>
                </a:lnTo>
                <a:lnTo>
                  <a:pt x="1113307" y="109586"/>
                </a:lnTo>
                <a:lnTo>
                  <a:pt x="1114099" y="109554"/>
                </a:lnTo>
                <a:lnTo>
                  <a:pt x="1114882" y="109509"/>
                </a:lnTo>
                <a:close/>
                <a:moveTo>
                  <a:pt x="1109389" y="94625"/>
                </a:moveTo>
                <a:lnTo>
                  <a:pt x="1108838" y="94560"/>
                </a:lnTo>
                <a:lnTo>
                  <a:pt x="1108296" y="94481"/>
                </a:lnTo>
                <a:lnTo>
                  <a:pt x="1107764" y="94388"/>
                </a:lnTo>
                <a:lnTo>
                  <a:pt x="1107243" y="94281"/>
                </a:lnTo>
                <a:lnTo>
                  <a:pt x="1106732" y="94159"/>
                </a:lnTo>
                <a:lnTo>
                  <a:pt x="1106230" y="94022"/>
                </a:lnTo>
                <a:lnTo>
                  <a:pt x="1105739" y="93872"/>
                </a:lnTo>
                <a:lnTo>
                  <a:pt x="1105258" y="93707"/>
                </a:lnTo>
                <a:lnTo>
                  <a:pt x="1104786" y="93528"/>
                </a:lnTo>
                <a:lnTo>
                  <a:pt x="1104325" y="93334"/>
                </a:lnTo>
                <a:lnTo>
                  <a:pt x="1103874" y="93126"/>
                </a:lnTo>
                <a:lnTo>
                  <a:pt x="1103433" y="92904"/>
                </a:lnTo>
                <a:lnTo>
                  <a:pt x="1103002" y="92667"/>
                </a:lnTo>
                <a:lnTo>
                  <a:pt x="1102581" y="92416"/>
                </a:lnTo>
                <a:lnTo>
                  <a:pt x="1102170" y="92151"/>
                </a:lnTo>
                <a:lnTo>
                  <a:pt x="1101769" y="91871"/>
                </a:lnTo>
                <a:lnTo>
                  <a:pt x="1101378" y="91577"/>
                </a:lnTo>
                <a:lnTo>
                  <a:pt x="1100997" y="91268"/>
                </a:lnTo>
                <a:lnTo>
                  <a:pt x="1100626" y="90946"/>
                </a:lnTo>
                <a:lnTo>
                  <a:pt x="1100265" y="90609"/>
                </a:lnTo>
                <a:lnTo>
                  <a:pt x="1099917" y="90260"/>
                </a:lnTo>
                <a:lnTo>
                  <a:pt x="1099584" y="89901"/>
                </a:lnTo>
                <a:lnTo>
                  <a:pt x="1099265" y="89533"/>
                </a:lnTo>
                <a:lnTo>
                  <a:pt x="1098961" y="89155"/>
                </a:lnTo>
                <a:lnTo>
                  <a:pt x="1098672" y="88768"/>
                </a:lnTo>
                <a:lnTo>
                  <a:pt x="1098398" y="88371"/>
                </a:lnTo>
                <a:lnTo>
                  <a:pt x="1098139" y="87965"/>
                </a:lnTo>
                <a:lnTo>
                  <a:pt x="1097894" y="87549"/>
                </a:lnTo>
                <a:lnTo>
                  <a:pt x="1097665" y="87123"/>
                </a:lnTo>
                <a:lnTo>
                  <a:pt x="1097450" y="86688"/>
                </a:lnTo>
                <a:lnTo>
                  <a:pt x="1097250" y="86244"/>
                </a:lnTo>
                <a:lnTo>
                  <a:pt x="1097064" y="85789"/>
                </a:lnTo>
                <a:lnTo>
                  <a:pt x="1096894" y="85326"/>
                </a:lnTo>
                <a:lnTo>
                  <a:pt x="1096738" y="84852"/>
                </a:lnTo>
                <a:lnTo>
                  <a:pt x="1096598" y="84370"/>
                </a:lnTo>
                <a:lnTo>
                  <a:pt x="1096472" y="83877"/>
                </a:lnTo>
                <a:lnTo>
                  <a:pt x="1096361" y="83375"/>
                </a:lnTo>
                <a:lnTo>
                  <a:pt x="1096264" y="82864"/>
                </a:lnTo>
                <a:lnTo>
                  <a:pt x="1096183" y="82343"/>
                </a:lnTo>
                <a:lnTo>
                  <a:pt x="1096116" y="81812"/>
                </a:lnTo>
                <a:lnTo>
                  <a:pt x="1096064" y="81272"/>
                </a:lnTo>
                <a:lnTo>
                  <a:pt x="1096027" y="80722"/>
                </a:lnTo>
                <a:lnTo>
                  <a:pt x="1096005" y="80163"/>
                </a:lnTo>
                <a:lnTo>
                  <a:pt x="1095998" y="79594"/>
                </a:lnTo>
                <a:lnTo>
                  <a:pt x="1095998" y="36353"/>
                </a:lnTo>
                <a:lnTo>
                  <a:pt x="1096005" y="35784"/>
                </a:lnTo>
                <a:lnTo>
                  <a:pt x="1096027" y="35225"/>
                </a:lnTo>
                <a:lnTo>
                  <a:pt x="1096064" y="34675"/>
                </a:lnTo>
                <a:lnTo>
                  <a:pt x="1096116" y="34134"/>
                </a:lnTo>
                <a:lnTo>
                  <a:pt x="1096183" y="33604"/>
                </a:lnTo>
                <a:lnTo>
                  <a:pt x="1096264" y="33082"/>
                </a:lnTo>
                <a:lnTo>
                  <a:pt x="1096361" y="32571"/>
                </a:lnTo>
                <a:lnTo>
                  <a:pt x="1096472" y="32069"/>
                </a:lnTo>
                <a:lnTo>
                  <a:pt x="1096598" y="31576"/>
                </a:lnTo>
                <a:lnTo>
                  <a:pt x="1096738" y="31093"/>
                </a:lnTo>
                <a:lnTo>
                  <a:pt x="1096894" y="30620"/>
                </a:lnTo>
                <a:lnTo>
                  <a:pt x="1097064" y="30156"/>
                </a:lnTo>
                <a:lnTo>
                  <a:pt x="1097250" y="29702"/>
                </a:lnTo>
                <a:lnTo>
                  <a:pt x="1097450" y="29257"/>
                </a:lnTo>
                <a:lnTo>
                  <a:pt x="1097665" y="28822"/>
                </a:lnTo>
                <a:lnTo>
                  <a:pt x="1097894" y="28397"/>
                </a:lnTo>
                <a:lnTo>
                  <a:pt x="1098139" y="27981"/>
                </a:lnTo>
                <a:lnTo>
                  <a:pt x="1098398" y="27574"/>
                </a:lnTo>
                <a:lnTo>
                  <a:pt x="1098672" y="27177"/>
                </a:lnTo>
                <a:lnTo>
                  <a:pt x="1098961" y="26790"/>
                </a:lnTo>
                <a:lnTo>
                  <a:pt x="1099265" y="26412"/>
                </a:lnTo>
                <a:lnTo>
                  <a:pt x="1099584" y="26044"/>
                </a:lnTo>
                <a:lnTo>
                  <a:pt x="1099917" y="25685"/>
                </a:lnTo>
                <a:lnTo>
                  <a:pt x="1100265" y="25336"/>
                </a:lnTo>
                <a:lnTo>
                  <a:pt x="1100626" y="24999"/>
                </a:lnTo>
                <a:lnTo>
                  <a:pt x="1100997" y="24677"/>
                </a:lnTo>
                <a:lnTo>
                  <a:pt x="1101378" y="24368"/>
                </a:lnTo>
                <a:lnTo>
                  <a:pt x="1101769" y="24074"/>
                </a:lnTo>
                <a:lnTo>
                  <a:pt x="1102170" y="23795"/>
                </a:lnTo>
                <a:lnTo>
                  <a:pt x="1102581" y="23529"/>
                </a:lnTo>
                <a:lnTo>
                  <a:pt x="1103002" y="23278"/>
                </a:lnTo>
                <a:lnTo>
                  <a:pt x="1103433" y="23041"/>
                </a:lnTo>
                <a:lnTo>
                  <a:pt x="1103874" y="22819"/>
                </a:lnTo>
                <a:lnTo>
                  <a:pt x="1104325" y="22611"/>
                </a:lnTo>
                <a:lnTo>
                  <a:pt x="1104786" y="22418"/>
                </a:lnTo>
                <a:lnTo>
                  <a:pt x="1105258" y="22238"/>
                </a:lnTo>
                <a:lnTo>
                  <a:pt x="1105739" y="22073"/>
                </a:lnTo>
                <a:lnTo>
                  <a:pt x="1106230" y="21923"/>
                </a:lnTo>
                <a:lnTo>
                  <a:pt x="1106732" y="21786"/>
                </a:lnTo>
                <a:lnTo>
                  <a:pt x="1107243" y="21664"/>
                </a:lnTo>
                <a:lnTo>
                  <a:pt x="1107764" y="21557"/>
                </a:lnTo>
                <a:lnTo>
                  <a:pt x="1108296" y="21464"/>
                </a:lnTo>
                <a:lnTo>
                  <a:pt x="1108838" y="21385"/>
                </a:lnTo>
                <a:lnTo>
                  <a:pt x="1109389" y="21320"/>
                </a:lnTo>
                <a:lnTo>
                  <a:pt x="1109951" y="21270"/>
                </a:lnTo>
                <a:lnTo>
                  <a:pt x="1110522" y="21234"/>
                </a:lnTo>
                <a:lnTo>
                  <a:pt x="1111104" y="21213"/>
                </a:lnTo>
                <a:lnTo>
                  <a:pt x="1111696" y="21205"/>
                </a:lnTo>
                <a:lnTo>
                  <a:pt x="1112287" y="21213"/>
                </a:lnTo>
                <a:lnTo>
                  <a:pt x="1112869" y="21234"/>
                </a:lnTo>
                <a:lnTo>
                  <a:pt x="1113441" y="21270"/>
                </a:lnTo>
                <a:lnTo>
                  <a:pt x="1114002" y="21320"/>
                </a:lnTo>
                <a:lnTo>
                  <a:pt x="1114554" y="21385"/>
                </a:lnTo>
                <a:lnTo>
                  <a:pt x="1115095" y="21464"/>
                </a:lnTo>
                <a:lnTo>
                  <a:pt x="1115627" y="21557"/>
                </a:lnTo>
                <a:lnTo>
                  <a:pt x="1116148" y="21664"/>
                </a:lnTo>
                <a:lnTo>
                  <a:pt x="1116660" y="21786"/>
                </a:lnTo>
                <a:lnTo>
                  <a:pt x="1117161" y="21923"/>
                </a:lnTo>
                <a:lnTo>
                  <a:pt x="1117652" y="22073"/>
                </a:lnTo>
                <a:lnTo>
                  <a:pt x="1118133" y="22238"/>
                </a:lnTo>
                <a:lnTo>
                  <a:pt x="1118605" y="22418"/>
                </a:lnTo>
                <a:lnTo>
                  <a:pt x="1119066" y="22611"/>
                </a:lnTo>
                <a:lnTo>
                  <a:pt x="1119517" y="22819"/>
                </a:lnTo>
                <a:lnTo>
                  <a:pt x="1119958" y="23041"/>
                </a:lnTo>
                <a:lnTo>
                  <a:pt x="1120389" y="23278"/>
                </a:lnTo>
                <a:lnTo>
                  <a:pt x="1120810" y="23529"/>
                </a:lnTo>
                <a:lnTo>
                  <a:pt x="1121221" y="23795"/>
                </a:lnTo>
                <a:lnTo>
                  <a:pt x="1121621" y="24074"/>
                </a:lnTo>
                <a:lnTo>
                  <a:pt x="1122012" y="24368"/>
                </a:lnTo>
                <a:lnTo>
                  <a:pt x="1122393" y="24677"/>
                </a:lnTo>
                <a:lnTo>
                  <a:pt x="1122764" y="24999"/>
                </a:lnTo>
                <a:lnTo>
                  <a:pt x="1123124" y="25336"/>
                </a:lnTo>
                <a:lnTo>
                  <a:pt x="1123473" y="25685"/>
                </a:lnTo>
                <a:lnTo>
                  <a:pt x="1123806" y="26044"/>
                </a:lnTo>
                <a:lnTo>
                  <a:pt x="1124125" y="26412"/>
                </a:lnTo>
                <a:lnTo>
                  <a:pt x="1124429" y="26790"/>
                </a:lnTo>
                <a:lnTo>
                  <a:pt x="1124718" y="27177"/>
                </a:lnTo>
                <a:lnTo>
                  <a:pt x="1124992" y="27574"/>
                </a:lnTo>
                <a:lnTo>
                  <a:pt x="1125252" y="27981"/>
                </a:lnTo>
                <a:lnTo>
                  <a:pt x="1125496" y="28397"/>
                </a:lnTo>
                <a:lnTo>
                  <a:pt x="1125726" y="28822"/>
                </a:lnTo>
                <a:lnTo>
                  <a:pt x="1125941" y="29257"/>
                </a:lnTo>
                <a:lnTo>
                  <a:pt x="1126141" y="29702"/>
                </a:lnTo>
                <a:lnTo>
                  <a:pt x="1126327" y="30156"/>
                </a:lnTo>
                <a:lnTo>
                  <a:pt x="1126497" y="30620"/>
                </a:lnTo>
                <a:lnTo>
                  <a:pt x="1126653" y="31093"/>
                </a:lnTo>
                <a:lnTo>
                  <a:pt x="1126794" y="31576"/>
                </a:lnTo>
                <a:lnTo>
                  <a:pt x="1126920" y="32069"/>
                </a:lnTo>
                <a:lnTo>
                  <a:pt x="1127031" y="32571"/>
                </a:lnTo>
                <a:lnTo>
                  <a:pt x="1127127" y="33082"/>
                </a:lnTo>
                <a:lnTo>
                  <a:pt x="1127209" y="33604"/>
                </a:lnTo>
                <a:lnTo>
                  <a:pt x="1127275" y="34134"/>
                </a:lnTo>
                <a:lnTo>
                  <a:pt x="1127327" y="34675"/>
                </a:lnTo>
                <a:lnTo>
                  <a:pt x="1127364" y="35225"/>
                </a:lnTo>
                <a:lnTo>
                  <a:pt x="1127387" y="35784"/>
                </a:lnTo>
                <a:lnTo>
                  <a:pt x="1127394" y="36353"/>
                </a:lnTo>
                <a:lnTo>
                  <a:pt x="1127394" y="79594"/>
                </a:lnTo>
                <a:lnTo>
                  <a:pt x="1127387" y="80163"/>
                </a:lnTo>
                <a:lnTo>
                  <a:pt x="1127364" y="80722"/>
                </a:lnTo>
                <a:lnTo>
                  <a:pt x="1127327" y="81272"/>
                </a:lnTo>
                <a:lnTo>
                  <a:pt x="1127275" y="81812"/>
                </a:lnTo>
                <a:lnTo>
                  <a:pt x="1127209" y="82343"/>
                </a:lnTo>
                <a:lnTo>
                  <a:pt x="1127127" y="82864"/>
                </a:lnTo>
                <a:lnTo>
                  <a:pt x="1127031" y="83375"/>
                </a:lnTo>
                <a:lnTo>
                  <a:pt x="1126920" y="83877"/>
                </a:lnTo>
                <a:lnTo>
                  <a:pt x="1126794" y="84370"/>
                </a:lnTo>
                <a:lnTo>
                  <a:pt x="1126653" y="84852"/>
                </a:lnTo>
                <a:lnTo>
                  <a:pt x="1126497" y="85326"/>
                </a:lnTo>
                <a:lnTo>
                  <a:pt x="1126327" y="85789"/>
                </a:lnTo>
                <a:lnTo>
                  <a:pt x="1126141" y="86244"/>
                </a:lnTo>
                <a:lnTo>
                  <a:pt x="1125941" y="86688"/>
                </a:lnTo>
                <a:lnTo>
                  <a:pt x="1125726" y="87123"/>
                </a:lnTo>
                <a:lnTo>
                  <a:pt x="1125496" y="87549"/>
                </a:lnTo>
                <a:lnTo>
                  <a:pt x="1125252" y="87965"/>
                </a:lnTo>
                <a:lnTo>
                  <a:pt x="1124992" y="88371"/>
                </a:lnTo>
                <a:lnTo>
                  <a:pt x="1124718" y="88768"/>
                </a:lnTo>
                <a:lnTo>
                  <a:pt x="1124429" y="89155"/>
                </a:lnTo>
                <a:lnTo>
                  <a:pt x="1124125" y="89533"/>
                </a:lnTo>
                <a:lnTo>
                  <a:pt x="1123806" y="89901"/>
                </a:lnTo>
                <a:lnTo>
                  <a:pt x="1123473" y="90260"/>
                </a:lnTo>
                <a:lnTo>
                  <a:pt x="1123124" y="90609"/>
                </a:lnTo>
                <a:lnTo>
                  <a:pt x="1122764" y="90946"/>
                </a:lnTo>
                <a:lnTo>
                  <a:pt x="1122393" y="91268"/>
                </a:lnTo>
                <a:lnTo>
                  <a:pt x="1122012" y="91577"/>
                </a:lnTo>
                <a:lnTo>
                  <a:pt x="1121621" y="91871"/>
                </a:lnTo>
                <a:lnTo>
                  <a:pt x="1121221" y="92151"/>
                </a:lnTo>
                <a:lnTo>
                  <a:pt x="1120810" y="92416"/>
                </a:lnTo>
                <a:lnTo>
                  <a:pt x="1120389" y="92667"/>
                </a:lnTo>
                <a:lnTo>
                  <a:pt x="1119958" y="92904"/>
                </a:lnTo>
                <a:lnTo>
                  <a:pt x="1119517" y="93126"/>
                </a:lnTo>
                <a:lnTo>
                  <a:pt x="1119066" y="93334"/>
                </a:lnTo>
                <a:lnTo>
                  <a:pt x="1118605" y="93528"/>
                </a:lnTo>
                <a:lnTo>
                  <a:pt x="1118133" y="93707"/>
                </a:lnTo>
                <a:lnTo>
                  <a:pt x="1117652" y="93872"/>
                </a:lnTo>
                <a:lnTo>
                  <a:pt x="1117161" y="94022"/>
                </a:lnTo>
                <a:lnTo>
                  <a:pt x="1116660" y="94159"/>
                </a:lnTo>
                <a:lnTo>
                  <a:pt x="1116148" y="94281"/>
                </a:lnTo>
                <a:lnTo>
                  <a:pt x="1115627" y="94388"/>
                </a:lnTo>
                <a:lnTo>
                  <a:pt x="1115095" y="94481"/>
                </a:lnTo>
                <a:lnTo>
                  <a:pt x="1114554" y="94560"/>
                </a:lnTo>
                <a:lnTo>
                  <a:pt x="1114002" y="94625"/>
                </a:lnTo>
                <a:lnTo>
                  <a:pt x="1113441" y="94675"/>
                </a:lnTo>
                <a:lnTo>
                  <a:pt x="1112869" y="94711"/>
                </a:lnTo>
                <a:lnTo>
                  <a:pt x="1112287" y="94732"/>
                </a:lnTo>
                <a:lnTo>
                  <a:pt x="1111696" y="94740"/>
                </a:lnTo>
                <a:lnTo>
                  <a:pt x="1111104" y="94732"/>
                </a:lnTo>
                <a:lnTo>
                  <a:pt x="1110522" y="94711"/>
                </a:lnTo>
                <a:lnTo>
                  <a:pt x="1109951" y="94675"/>
                </a:lnTo>
                <a:lnTo>
                  <a:pt x="1109389" y="94625"/>
                </a:lnTo>
                <a:close/>
                <a:moveTo>
                  <a:pt x="629589" y="7711"/>
                </a:moveTo>
                <a:lnTo>
                  <a:pt x="609210" y="7711"/>
                </a:lnTo>
                <a:lnTo>
                  <a:pt x="586073" y="24374"/>
                </a:lnTo>
                <a:lnTo>
                  <a:pt x="586073" y="42550"/>
                </a:lnTo>
                <a:lnTo>
                  <a:pt x="612376" y="22996"/>
                </a:lnTo>
                <a:lnTo>
                  <a:pt x="612376" y="93088"/>
                </a:lnTo>
                <a:lnTo>
                  <a:pt x="586212" y="93088"/>
                </a:lnTo>
                <a:lnTo>
                  <a:pt x="586212" y="108236"/>
                </a:lnTo>
                <a:lnTo>
                  <a:pt x="650658" y="108236"/>
                </a:lnTo>
                <a:lnTo>
                  <a:pt x="650658" y="93088"/>
                </a:lnTo>
                <a:lnTo>
                  <a:pt x="629589" y="93088"/>
                </a:lnTo>
                <a:lnTo>
                  <a:pt x="629589" y="7711"/>
                </a:lnTo>
                <a:close/>
                <a:moveTo>
                  <a:pt x="1039125" y="22445"/>
                </a:moveTo>
                <a:lnTo>
                  <a:pt x="1016955" y="42964"/>
                </a:lnTo>
                <a:lnTo>
                  <a:pt x="1016955" y="58525"/>
                </a:lnTo>
                <a:lnTo>
                  <a:pt x="1028247" y="58525"/>
                </a:lnTo>
                <a:lnTo>
                  <a:pt x="1028838" y="58532"/>
                </a:lnTo>
                <a:lnTo>
                  <a:pt x="1029417" y="58551"/>
                </a:lnTo>
                <a:lnTo>
                  <a:pt x="1029985" y="58584"/>
                </a:lnTo>
                <a:lnTo>
                  <a:pt x="1030541" y="58630"/>
                </a:lnTo>
                <a:lnTo>
                  <a:pt x="1031086" y="58689"/>
                </a:lnTo>
                <a:lnTo>
                  <a:pt x="1031620" y="58762"/>
                </a:lnTo>
                <a:lnTo>
                  <a:pt x="1032142" y="58847"/>
                </a:lnTo>
                <a:lnTo>
                  <a:pt x="1032652" y="58946"/>
                </a:lnTo>
                <a:lnTo>
                  <a:pt x="1033151" y="59058"/>
                </a:lnTo>
                <a:lnTo>
                  <a:pt x="1033639" y="59182"/>
                </a:lnTo>
                <a:lnTo>
                  <a:pt x="1034115" y="59321"/>
                </a:lnTo>
                <a:lnTo>
                  <a:pt x="1034580" y="59472"/>
                </a:lnTo>
                <a:lnTo>
                  <a:pt x="1035033" y="59636"/>
                </a:lnTo>
                <a:lnTo>
                  <a:pt x="1035475" y="59814"/>
                </a:lnTo>
                <a:lnTo>
                  <a:pt x="1035905" y="60004"/>
                </a:lnTo>
                <a:lnTo>
                  <a:pt x="1036324" y="60208"/>
                </a:lnTo>
                <a:lnTo>
                  <a:pt x="1036731" y="60425"/>
                </a:lnTo>
                <a:lnTo>
                  <a:pt x="1037127" y="60655"/>
                </a:lnTo>
                <a:lnTo>
                  <a:pt x="1037511" y="60898"/>
                </a:lnTo>
                <a:lnTo>
                  <a:pt x="1037884" y="61155"/>
                </a:lnTo>
                <a:lnTo>
                  <a:pt x="1038246" y="61424"/>
                </a:lnTo>
                <a:lnTo>
                  <a:pt x="1038596" y="61707"/>
                </a:lnTo>
                <a:lnTo>
                  <a:pt x="1038934" y="62003"/>
                </a:lnTo>
                <a:lnTo>
                  <a:pt x="1039261" y="62312"/>
                </a:lnTo>
                <a:lnTo>
                  <a:pt x="1039576" y="62632"/>
                </a:lnTo>
                <a:lnTo>
                  <a:pt x="1039877" y="62963"/>
                </a:lnTo>
                <a:lnTo>
                  <a:pt x="1040165" y="63304"/>
                </a:lnTo>
                <a:lnTo>
                  <a:pt x="1040439" y="63656"/>
                </a:lnTo>
                <a:lnTo>
                  <a:pt x="1040701" y="64018"/>
                </a:lnTo>
                <a:lnTo>
                  <a:pt x="1040948" y="64390"/>
                </a:lnTo>
                <a:lnTo>
                  <a:pt x="1041183" y="64772"/>
                </a:lnTo>
                <a:lnTo>
                  <a:pt x="1041403" y="65165"/>
                </a:lnTo>
                <a:lnTo>
                  <a:pt x="1041611" y="65568"/>
                </a:lnTo>
                <a:lnTo>
                  <a:pt x="1041805" y="65981"/>
                </a:lnTo>
                <a:lnTo>
                  <a:pt x="1041986" y="66404"/>
                </a:lnTo>
                <a:lnTo>
                  <a:pt x="1042153" y="66838"/>
                </a:lnTo>
                <a:lnTo>
                  <a:pt x="1042307" y="67282"/>
                </a:lnTo>
                <a:lnTo>
                  <a:pt x="1042448" y="67736"/>
                </a:lnTo>
                <a:lnTo>
                  <a:pt x="1042575" y="68201"/>
                </a:lnTo>
                <a:lnTo>
                  <a:pt x="1042689" y="68676"/>
                </a:lnTo>
                <a:lnTo>
                  <a:pt x="1042789" y="69161"/>
                </a:lnTo>
                <a:lnTo>
                  <a:pt x="1042876" y="69656"/>
                </a:lnTo>
                <a:lnTo>
                  <a:pt x="1042950" y="70162"/>
                </a:lnTo>
                <a:lnTo>
                  <a:pt x="1043010" y="70678"/>
                </a:lnTo>
                <a:lnTo>
                  <a:pt x="1043057" y="71204"/>
                </a:lnTo>
                <a:lnTo>
                  <a:pt x="1043090" y="71741"/>
                </a:lnTo>
                <a:lnTo>
                  <a:pt x="1043110" y="72288"/>
                </a:lnTo>
                <a:lnTo>
                  <a:pt x="1043117" y="72845"/>
                </a:lnTo>
                <a:lnTo>
                  <a:pt x="1043117" y="80695"/>
                </a:lnTo>
                <a:lnTo>
                  <a:pt x="1043110" y="81241"/>
                </a:lnTo>
                <a:lnTo>
                  <a:pt x="1043090" y="81778"/>
                </a:lnTo>
                <a:lnTo>
                  <a:pt x="1043057" y="82305"/>
                </a:lnTo>
                <a:lnTo>
                  <a:pt x="1043010" y="82822"/>
                </a:lnTo>
                <a:lnTo>
                  <a:pt x="1042950" y="83330"/>
                </a:lnTo>
                <a:lnTo>
                  <a:pt x="1042876" y="83828"/>
                </a:lnTo>
                <a:lnTo>
                  <a:pt x="1042789" y="84317"/>
                </a:lnTo>
                <a:lnTo>
                  <a:pt x="1042689" y="84796"/>
                </a:lnTo>
                <a:lnTo>
                  <a:pt x="1042575" y="85265"/>
                </a:lnTo>
                <a:lnTo>
                  <a:pt x="1042448" y="85725"/>
                </a:lnTo>
                <a:lnTo>
                  <a:pt x="1042307" y="86176"/>
                </a:lnTo>
                <a:lnTo>
                  <a:pt x="1042153" y="86617"/>
                </a:lnTo>
                <a:lnTo>
                  <a:pt x="1041986" y="87048"/>
                </a:lnTo>
                <a:lnTo>
                  <a:pt x="1041805" y="87470"/>
                </a:lnTo>
                <a:lnTo>
                  <a:pt x="1041611" y="87882"/>
                </a:lnTo>
                <a:lnTo>
                  <a:pt x="1041403" y="88285"/>
                </a:lnTo>
                <a:lnTo>
                  <a:pt x="1041183" y="88678"/>
                </a:lnTo>
                <a:lnTo>
                  <a:pt x="1040948" y="89061"/>
                </a:lnTo>
                <a:lnTo>
                  <a:pt x="1040701" y="89435"/>
                </a:lnTo>
                <a:lnTo>
                  <a:pt x="1040439" y="89799"/>
                </a:lnTo>
                <a:lnTo>
                  <a:pt x="1040165" y="90154"/>
                </a:lnTo>
                <a:lnTo>
                  <a:pt x="1039877" y="90499"/>
                </a:lnTo>
                <a:lnTo>
                  <a:pt x="1039576" y="90835"/>
                </a:lnTo>
                <a:lnTo>
                  <a:pt x="1039261" y="91161"/>
                </a:lnTo>
                <a:lnTo>
                  <a:pt x="1038934" y="91476"/>
                </a:lnTo>
                <a:lnTo>
                  <a:pt x="1038596" y="91777"/>
                </a:lnTo>
                <a:lnTo>
                  <a:pt x="1038246" y="92065"/>
                </a:lnTo>
                <a:lnTo>
                  <a:pt x="1037884" y="92339"/>
                </a:lnTo>
                <a:lnTo>
                  <a:pt x="1037511" y="92600"/>
                </a:lnTo>
                <a:lnTo>
                  <a:pt x="1037127" y="92848"/>
                </a:lnTo>
                <a:lnTo>
                  <a:pt x="1036731" y="93082"/>
                </a:lnTo>
                <a:lnTo>
                  <a:pt x="1036324" y="93303"/>
                </a:lnTo>
                <a:lnTo>
                  <a:pt x="1035905" y="93511"/>
                </a:lnTo>
                <a:lnTo>
                  <a:pt x="1035475" y="93705"/>
                </a:lnTo>
                <a:lnTo>
                  <a:pt x="1035033" y="93886"/>
                </a:lnTo>
                <a:lnTo>
                  <a:pt x="1034580" y="94053"/>
                </a:lnTo>
                <a:lnTo>
                  <a:pt x="1034115" y="94207"/>
                </a:lnTo>
                <a:lnTo>
                  <a:pt x="1033639" y="94348"/>
                </a:lnTo>
                <a:lnTo>
                  <a:pt x="1033151" y="94475"/>
                </a:lnTo>
                <a:lnTo>
                  <a:pt x="1032652" y="94589"/>
                </a:lnTo>
                <a:lnTo>
                  <a:pt x="1032142" y="94689"/>
                </a:lnTo>
                <a:lnTo>
                  <a:pt x="1031620" y="94776"/>
                </a:lnTo>
                <a:lnTo>
                  <a:pt x="1031086" y="94850"/>
                </a:lnTo>
                <a:lnTo>
                  <a:pt x="1030541" y="94910"/>
                </a:lnTo>
                <a:lnTo>
                  <a:pt x="1029985" y="94957"/>
                </a:lnTo>
                <a:lnTo>
                  <a:pt x="1029417" y="94990"/>
                </a:lnTo>
                <a:lnTo>
                  <a:pt x="1028838" y="95010"/>
                </a:lnTo>
                <a:lnTo>
                  <a:pt x="1028247" y="95017"/>
                </a:lnTo>
                <a:lnTo>
                  <a:pt x="1027656" y="95010"/>
                </a:lnTo>
                <a:lnTo>
                  <a:pt x="1027076" y="94991"/>
                </a:lnTo>
                <a:lnTo>
                  <a:pt x="1026507" y="94958"/>
                </a:lnTo>
                <a:lnTo>
                  <a:pt x="1025950" y="94912"/>
                </a:lnTo>
                <a:lnTo>
                  <a:pt x="1025404" y="94853"/>
                </a:lnTo>
                <a:lnTo>
                  <a:pt x="1024869" y="94780"/>
                </a:lnTo>
                <a:lnTo>
                  <a:pt x="1024345" y="94695"/>
                </a:lnTo>
                <a:lnTo>
                  <a:pt x="1023832" y="94596"/>
                </a:lnTo>
                <a:lnTo>
                  <a:pt x="1023331" y="94484"/>
                </a:lnTo>
                <a:lnTo>
                  <a:pt x="1022841" y="94360"/>
                </a:lnTo>
                <a:lnTo>
                  <a:pt x="1022362" y="94222"/>
                </a:lnTo>
                <a:lnTo>
                  <a:pt x="1021895" y="94070"/>
                </a:lnTo>
                <a:lnTo>
                  <a:pt x="1021439" y="93906"/>
                </a:lnTo>
                <a:lnTo>
                  <a:pt x="1020993" y="93729"/>
                </a:lnTo>
                <a:lnTo>
                  <a:pt x="1020560" y="93538"/>
                </a:lnTo>
                <a:lnTo>
                  <a:pt x="1020137" y="93334"/>
                </a:lnTo>
                <a:lnTo>
                  <a:pt x="1019726" y="93117"/>
                </a:lnTo>
                <a:lnTo>
                  <a:pt x="1019326" y="92887"/>
                </a:lnTo>
                <a:lnTo>
                  <a:pt x="1018937" y="92644"/>
                </a:lnTo>
                <a:lnTo>
                  <a:pt x="1018559" y="92387"/>
                </a:lnTo>
                <a:lnTo>
                  <a:pt x="1018193" y="92118"/>
                </a:lnTo>
                <a:lnTo>
                  <a:pt x="1017837" y="91835"/>
                </a:lnTo>
                <a:lnTo>
                  <a:pt x="1017493" y="91540"/>
                </a:lnTo>
                <a:lnTo>
                  <a:pt x="1017161" y="91231"/>
                </a:lnTo>
                <a:lnTo>
                  <a:pt x="1016841" y="90910"/>
                </a:lnTo>
                <a:lnTo>
                  <a:pt x="1016534" y="90579"/>
                </a:lnTo>
                <a:lnTo>
                  <a:pt x="1016241" y="90237"/>
                </a:lnTo>
                <a:lnTo>
                  <a:pt x="1015961" y="89886"/>
                </a:lnTo>
                <a:lnTo>
                  <a:pt x="1015696" y="89524"/>
                </a:lnTo>
                <a:lnTo>
                  <a:pt x="1015444" y="89151"/>
                </a:lnTo>
                <a:lnTo>
                  <a:pt x="1015205" y="88769"/>
                </a:lnTo>
                <a:lnTo>
                  <a:pt x="1014980" y="88376"/>
                </a:lnTo>
                <a:lnTo>
                  <a:pt x="1014769" y="87973"/>
                </a:lnTo>
                <a:lnTo>
                  <a:pt x="1014571" y="87560"/>
                </a:lnTo>
                <a:lnTo>
                  <a:pt x="1014387" y="87136"/>
                </a:lnTo>
                <a:lnTo>
                  <a:pt x="1014217" y="86702"/>
                </a:lnTo>
                <a:lnTo>
                  <a:pt x="1014060" y="86258"/>
                </a:lnTo>
                <a:lnTo>
                  <a:pt x="1013917" y="85804"/>
                </a:lnTo>
                <a:lnTo>
                  <a:pt x="1013788" y="85339"/>
                </a:lnTo>
                <a:lnTo>
                  <a:pt x="1013672" y="84864"/>
                </a:lnTo>
                <a:lnTo>
                  <a:pt x="1013570" y="84379"/>
                </a:lnTo>
                <a:lnTo>
                  <a:pt x="1013481" y="83884"/>
                </a:lnTo>
                <a:lnTo>
                  <a:pt x="1013406" y="83378"/>
                </a:lnTo>
                <a:lnTo>
                  <a:pt x="1013345" y="82862"/>
                </a:lnTo>
                <a:lnTo>
                  <a:pt x="1013297" y="82336"/>
                </a:lnTo>
                <a:lnTo>
                  <a:pt x="1013263" y="81799"/>
                </a:lnTo>
                <a:lnTo>
                  <a:pt x="1013243" y="81252"/>
                </a:lnTo>
                <a:lnTo>
                  <a:pt x="1013236" y="80695"/>
                </a:lnTo>
                <a:lnTo>
                  <a:pt x="995886" y="80695"/>
                </a:lnTo>
                <a:lnTo>
                  <a:pt x="995893" y="81425"/>
                </a:lnTo>
                <a:lnTo>
                  <a:pt x="995914" y="82148"/>
                </a:lnTo>
                <a:lnTo>
                  <a:pt x="995948" y="82862"/>
                </a:lnTo>
                <a:lnTo>
                  <a:pt x="995997" y="83568"/>
                </a:lnTo>
                <a:lnTo>
                  <a:pt x="996059" y="84265"/>
                </a:lnTo>
                <a:lnTo>
                  <a:pt x="996136" y="84955"/>
                </a:lnTo>
                <a:lnTo>
                  <a:pt x="996226" y="85637"/>
                </a:lnTo>
                <a:lnTo>
                  <a:pt x="996330" y="86310"/>
                </a:lnTo>
                <a:lnTo>
                  <a:pt x="996447" y="86975"/>
                </a:lnTo>
                <a:lnTo>
                  <a:pt x="996579" y="87632"/>
                </a:lnTo>
                <a:lnTo>
                  <a:pt x="996725" y="88281"/>
                </a:lnTo>
                <a:lnTo>
                  <a:pt x="996884" y="88922"/>
                </a:lnTo>
                <a:lnTo>
                  <a:pt x="997057" y="89555"/>
                </a:lnTo>
                <a:lnTo>
                  <a:pt x="997244" y="90180"/>
                </a:lnTo>
                <a:lnTo>
                  <a:pt x="997445" y="90796"/>
                </a:lnTo>
                <a:lnTo>
                  <a:pt x="997660" y="91405"/>
                </a:lnTo>
                <a:lnTo>
                  <a:pt x="997889" y="92005"/>
                </a:lnTo>
                <a:lnTo>
                  <a:pt x="998132" y="92597"/>
                </a:lnTo>
                <a:lnTo>
                  <a:pt x="998388" y="93181"/>
                </a:lnTo>
                <a:lnTo>
                  <a:pt x="998658" y="93757"/>
                </a:lnTo>
                <a:lnTo>
                  <a:pt x="998943" y="94325"/>
                </a:lnTo>
                <a:lnTo>
                  <a:pt x="999241" y="94884"/>
                </a:lnTo>
                <a:lnTo>
                  <a:pt x="999553" y="95436"/>
                </a:lnTo>
                <a:lnTo>
                  <a:pt x="999878" y="95979"/>
                </a:lnTo>
                <a:lnTo>
                  <a:pt x="1000217" y="96514"/>
                </a:lnTo>
                <a:lnTo>
                  <a:pt x="1000566" y="97038"/>
                </a:lnTo>
                <a:lnTo>
                  <a:pt x="1000927" y="97552"/>
                </a:lnTo>
                <a:lnTo>
                  <a:pt x="1001300" y="98056"/>
                </a:lnTo>
                <a:lnTo>
                  <a:pt x="1001683" y="98550"/>
                </a:lnTo>
                <a:lnTo>
                  <a:pt x="1002078" y="99034"/>
                </a:lnTo>
                <a:lnTo>
                  <a:pt x="1002483" y="99509"/>
                </a:lnTo>
                <a:lnTo>
                  <a:pt x="1002901" y="99973"/>
                </a:lnTo>
                <a:lnTo>
                  <a:pt x="1003329" y="100427"/>
                </a:lnTo>
                <a:lnTo>
                  <a:pt x="1003768" y="100870"/>
                </a:lnTo>
                <a:lnTo>
                  <a:pt x="1004219" y="101304"/>
                </a:lnTo>
                <a:lnTo>
                  <a:pt x="1004681" y="101728"/>
                </a:lnTo>
                <a:lnTo>
                  <a:pt x="1005154" y="102142"/>
                </a:lnTo>
                <a:lnTo>
                  <a:pt x="1005639" y="102546"/>
                </a:lnTo>
                <a:lnTo>
                  <a:pt x="1006134" y="102940"/>
                </a:lnTo>
                <a:lnTo>
                  <a:pt x="1006641" y="103323"/>
                </a:lnTo>
                <a:lnTo>
                  <a:pt x="1007160" y="103697"/>
                </a:lnTo>
                <a:lnTo>
                  <a:pt x="1007689" y="104061"/>
                </a:lnTo>
                <a:lnTo>
                  <a:pt x="1008229" y="104414"/>
                </a:lnTo>
                <a:lnTo>
                  <a:pt x="1008781" y="104758"/>
                </a:lnTo>
                <a:lnTo>
                  <a:pt x="1009344" y="105091"/>
                </a:lnTo>
                <a:lnTo>
                  <a:pt x="1009919" y="105415"/>
                </a:lnTo>
                <a:lnTo>
                  <a:pt x="1010504" y="105728"/>
                </a:lnTo>
                <a:lnTo>
                  <a:pt x="1011101" y="106032"/>
                </a:lnTo>
                <a:lnTo>
                  <a:pt x="1011708" y="106324"/>
                </a:lnTo>
                <a:lnTo>
                  <a:pt x="1012324" y="106603"/>
                </a:lnTo>
                <a:lnTo>
                  <a:pt x="1012948" y="106871"/>
                </a:lnTo>
                <a:lnTo>
                  <a:pt x="1013582" y="107126"/>
                </a:lnTo>
                <a:lnTo>
                  <a:pt x="1014224" y="107368"/>
                </a:lnTo>
                <a:lnTo>
                  <a:pt x="1014875" y="107598"/>
                </a:lnTo>
                <a:lnTo>
                  <a:pt x="1015535" y="107816"/>
                </a:lnTo>
                <a:lnTo>
                  <a:pt x="1016204" y="108021"/>
                </a:lnTo>
                <a:lnTo>
                  <a:pt x="1016882" y="108213"/>
                </a:lnTo>
                <a:lnTo>
                  <a:pt x="1017568" y="108394"/>
                </a:lnTo>
                <a:lnTo>
                  <a:pt x="1018264" y="108561"/>
                </a:lnTo>
                <a:lnTo>
                  <a:pt x="1018968" y="108717"/>
                </a:lnTo>
                <a:lnTo>
                  <a:pt x="1019681" y="108860"/>
                </a:lnTo>
                <a:lnTo>
                  <a:pt x="1020403" y="108990"/>
                </a:lnTo>
                <a:lnTo>
                  <a:pt x="1021134" y="109108"/>
                </a:lnTo>
                <a:lnTo>
                  <a:pt x="1021873" y="109214"/>
                </a:lnTo>
                <a:lnTo>
                  <a:pt x="1022622" y="109307"/>
                </a:lnTo>
                <a:lnTo>
                  <a:pt x="1023379" y="109388"/>
                </a:lnTo>
                <a:lnTo>
                  <a:pt x="1024145" y="109457"/>
                </a:lnTo>
                <a:lnTo>
                  <a:pt x="1024920" y="109513"/>
                </a:lnTo>
                <a:lnTo>
                  <a:pt x="1025704" y="109556"/>
                </a:lnTo>
                <a:lnTo>
                  <a:pt x="1026496" y="109587"/>
                </a:lnTo>
                <a:lnTo>
                  <a:pt x="1027298" y="109606"/>
                </a:lnTo>
                <a:lnTo>
                  <a:pt x="1028108" y="109612"/>
                </a:lnTo>
                <a:lnTo>
                  <a:pt x="1028919" y="109606"/>
                </a:lnTo>
                <a:lnTo>
                  <a:pt x="1029720" y="109587"/>
                </a:lnTo>
                <a:lnTo>
                  <a:pt x="1030514" y="109556"/>
                </a:lnTo>
                <a:lnTo>
                  <a:pt x="1031298" y="109513"/>
                </a:lnTo>
                <a:lnTo>
                  <a:pt x="1032074" y="109457"/>
                </a:lnTo>
                <a:lnTo>
                  <a:pt x="1032842" y="109388"/>
                </a:lnTo>
                <a:lnTo>
                  <a:pt x="1033600" y="109307"/>
                </a:lnTo>
                <a:lnTo>
                  <a:pt x="1034351" y="109214"/>
                </a:lnTo>
                <a:lnTo>
                  <a:pt x="1035092" y="109108"/>
                </a:lnTo>
                <a:lnTo>
                  <a:pt x="1035825" y="108990"/>
                </a:lnTo>
                <a:lnTo>
                  <a:pt x="1036549" y="108860"/>
                </a:lnTo>
                <a:lnTo>
                  <a:pt x="1037265" y="108717"/>
                </a:lnTo>
                <a:lnTo>
                  <a:pt x="1037972" y="108561"/>
                </a:lnTo>
                <a:lnTo>
                  <a:pt x="1038671" y="108394"/>
                </a:lnTo>
                <a:lnTo>
                  <a:pt x="1039361" y="108213"/>
                </a:lnTo>
                <a:lnTo>
                  <a:pt x="1040042" y="108021"/>
                </a:lnTo>
                <a:lnTo>
                  <a:pt x="1040715" y="107816"/>
                </a:lnTo>
                <a:lnTo>
                  <a:pt x="1041379" y="107598"/>
                </a:lnTo>
                <a:lnTo>
                  <a:pt x="1042034" y="107368"/>
                </a:lnTo>
                <a:lnTo>
                  <a:pt x="1042681" y="107126"/>
                </a:lnTo>
                <a:lnTo>
                  <a:pt x="1043319" y="106871"/>
                </a:lnTo>
                <a:lnTo>
                  <a:pt x="1043949" y="106603"/>
                </a:lnTo>
                <a:lnTo>
                  <a:pt x="1044570" y="106324"/>
                </a:lnTo>
                <a:lnTo>
                  <a:pt x="1045183" y="106032"/>
                </a:lnTo>
                <a:lnTo>
                  <a:pt x="1045785" y="105728"/>
                </a:lnTo>
                <a:lnTo>
                  <a:pt x="1046376" y="105415"/>
                </a:lnTo>
                <a:lnTo>
                  <a:pt x="1046956" y="105091"/>
                </a:lnTo>
                <a:lnTo>
                  <a:pt x="1047524" y="104758"/>
                </a:lnTo>
                <a:lnTo>
                  <a:pt x="1048081" y="104414"/>
                </a:lnTo>
                <a:lnTo>
                  <a:pt x="1048626" y="104061"/>
                </a:lnTo>
                <a:lnTo>
                  <a:pt x="1049159" y="103697"/>
                </a:lnTo>
                <a:lnTo>
                  <a:pt x="1049682" y="103323"/>
                </a:lnTo>
                <a:lnTo>
                  <a:pt x="1050192" y="102940"/>
                </a:lnTo>
                <a:lnTo>
                  <a:pt x="1050691" y="102546"/>
                </a:lnTo>
                <a:lnTo>
                  <a:pt x="1051179" y="102142"/>
                </a:lnTo>
                <a:lnTo>
                  <a:pt x="1051655" y="101728"/>
                </a:lnTo>
                <a:lnTo>
                  <a:pt x="1052120" y="101304"/>
                </a:lnTo>
                <a:lnTo>
                  <a:pt x="1052573" y="100870"/>
                </a:lnTo>
                <a:lnTo>
                  <a:pt x="1053015" y="100427"/>
                </a:lnTo>
                <a:lnTo>
                  <a:pt x="1053445" y="99973"/>
                </a:lnTo>
                <a:lnTo>
                  <a:pt x="1053864" y="99509"/>
                </a:lnTo>
                <a:lnTo>
                  <a:pt x="1054272" y="99034"/>
                </a:lnTo>
                <a:lnTo>
                  <a:pt x="1054668" y="98550"/>
                </a:lnTo>
                <a:lnTo>
                  <a:pt x="1055052" y="98056"/>
                </a:lnTo>
                <a:lnTo>
                  <a:pt x="1055425" y="97552"/>
                </a:lnTo>
                <a:lnTo>
                  <a:pt x="1055786" y="97038"/>
                </a:lnTo>
                <a:lnTo>
                  <a:pt x="1056136" y="96514"/>
                </a:lnTo>
                <a:lnTo>
                  <a:pt x="1056475" y="95979"/>
                </a:lnTo>
                <a:lnTo>
                  <a:pt x="1056800" y="95436"/>
                </a:lnTo>
                <a:lnTo>
                  <a:pt x="1057113" y="94884"/>
                </a:lnTo>
                <a:lnTo>
                  <a:pt x="1057411" y="94325"/>
                </a:lnTo>
                <a:lnTo>
                  <a:pt x="1057695" y="93757"/>
                </a:lnTo>
                <a:lnTo>
                  <a:pt x="1057965" y="93181"/>
                </a:lnTo>
                <a:lnTo>
                  <a:pt x="1058222" y="92597"/>
                </a:lnTo>
                <a:lnTo>
                  <a:pt x="1058465" y="92005"/>
                </a:lnTo>
                <a:lnTo>
                  <a:pt x="1058694" y="91405"/>
                </a:lnTo>
                <a:lnTo>
                  <a:pt x="1058909" y="90796"/>
                </a:lnTo>
                <a:lnTo>
                  <a:pt x="1059110" y="90180"/>
                </a:lnTo>
                <a:lnTo>
                  <a:pt x="1059297" y="89555"/>
                </a:lnTo>
                <a:lnTo>
                  <a:pt x="1059470" y="88922"/>
                </a:lnTo>
                <a:lnTo>
                  <a:pt x="1059630" y="88281"/>
                </a:lnTo>
                <a:lnTo>
                  <a:pt x="1059775" y="87632"/>
                </a:lnTo>
                <a:lnTo>
                  <a:pt x="1059907" y="86975"/>
                </a:lnTo>
                <a:lnTo>
                  <a:pt x="1060025" y="86310"/>
                </a:lnTo>
                <a:lnTo>
                  <a:pt x="1060129" y="85637"/>
                </a:lnTo>
                <a:lnTo>
                  <a:pt x="1060219" y="84955"/>
                </a:lnTo>
                <a:lnTo>
                  <a:pt x="1060296" y="84265"/>
                </a:lnTo>
                <a:lnTo>
                  <a:pt x="1060358" y="83568"/>
                </a:lnTo>
                <a:lnTo>
                  <a:pt x="1060407" y="82862"/>
                </a:lnTo>
                <a:lnTo>
                  <a:pt x="1060441" y="82148"/>
                </a:lnTo>
                <a:lnTo>
                  <a:pt x="1060462" y="81425"/>
                </a:lnTo>
                <a:lnTo>
                  <a:pt x="1060469" y="80695"/>
                </a:lnTo>
                <a:lnTo>
                  <a:pt x="1060469" y="72845"/>
                </a:lnTo>
                <a:lnTo>
                  <a:pt x="1060454" y="71741"/>
                </a:lnTo>
                <a:lnTo>
                  <a:pt x="1060409" y="70657"/>
                </a:lnTo>
                <a:lnTo>
                  <a:pt x="1060333" y="69592"/>
                </a:lnTo>
                <a:lnTo>
                  <a:pt x="1060228" y="68545"/>
                </a:lnTo>
                <a:lnTo>
                  <a:pt x="1060092" y="67518"/>
                </a:lnTo>
                <a:lnTo>
                  <a:pt x="1059927" y="66511"/>
                </a:lnTo>
                <a:lnTo>
                  <a:pt x="1059731" y="65522"/>
                </a:lnTo>
                <a:lnTo>
                  <a:pt x="1059505" y="64552"/>
                </a:lnTo>
                <a:lnTo>
                  <a:pt x="1059249" y="63602"/>
                </a:lnTo>
                <a:lnTo>
                  <a:pt x="1058963" y="62670"/>
                </a:lnTo>
                <a:lnTo>
                  <a:pt x="1058646" y="61758"/>
                </a:lnTo>
                <a:lnTo>
                  <a:pt x="1058300" y="60865"/>
                </a:lnTo>
                <a:lnTo>
                  <a:pt x="1057923" y="59991"/>
                </a:lnTo>
                <a:lnTo>
                  <a:pt x="1057517" y="59136"/>
                </a:lnTo>
                <a:lnTo>
                  <a:pt x="1057080" y="58300"/>
                </a:lnTo>
                <a:lnTo>
                  <a:pt x="1056613" y="57484"/>
                </a:lnTo>
                <a:lnTo>
                  <a:pt x="1056116" y="56686"/>
                </a:lnTo>
                <a:lnTo>
                  <a:pt x="1055589" y="55908"/>
                </a:lnTo>
                <a:lnTo>
                  <a:pt x="1055031" y="55149"/>
                </a:lnTo>
                <a:lnTo>
                  <a:pt x="1054444" y="54409"/>
                </a:lnTo>
                <a:lnTo>
                  <a:pt x="1053826" y="53688"/>
                </a:lnTo>
                <a:lnTo>
                  <a:pt x="1053179" y="52986"/>
                </a:lnTo>
                <a:lnTo>
                  <a:pt x="1052501" y="52303"/>
                </a:lnTo>
                <a:lnTo>
                  <a:pt x="1051793" y="51639"/>
                </a:lnTo>
                <a:lnTo>
                  <a:pt x="1051059" y="50999"/>
                </a:lnTo>
                <a:lnTo>
                  <a:pt x="1050304" y="50386"/>
                </a:lnTo>
                <a:lnTo>
                  <a:pt x="1049527" y="49800"/>
                </a:lnTo>
                <a:lnTo>
                  <a:pt x="1048729" y="49241"/>
                </a:lnTo>
                <a:lnTo>
                  <a:pt x="1047909" y="48709"/>
                </a:lnTo>
                <a:lnTo>
                  <a:pt x="1047068" y="48205"/>
                </a:lnTo>
                <a:lnTo>
                  <a:pt x="1046205" y="47728"/>
                </a:lnTo>
                <a:lnTo>
                  <a:pt x="1045321" y="47278"/>
                </a:lnTo>
                <a:lnTo>
                  <a:pt x="1044415" y="46856"/>
                </a:lnTo>
                <a:lnTo>
                  <a:pt x="1043488" y="46461"/>
                </a:lnTo>
                <a:lnTo>
                  <a:pt x="1042539" y="46093"/>
                </a:lnTo>
                <a:lnTo>
                  <a:pt x="1041568" y="45752"/>
                </a:lnTo>
                <a:lnTo>
                  <a:pt x="1040577" y="45438"/>
                </a:lnTo>
                <a:lnTo>
                  <a:pt x="1039563" y="45152"/>
                </a:lnTo>
                <a:lnTo>
                  <a:pt x="1038528" y="44893"/>
                </a:lnTo>
                <a:lnTo>
                  <a:pt x="1037472" y="44662"/>
                </a:lnTo>
                <a:lnTo>
                  <a:pt x="1036394" y="44457"/>
                </a:lnTo>
                <a:lnTo>
                  <a:pt x="1035295" y="44280"/>
                </a:lnTo>
                <a:lnTo>
                  <a:pt x="1034174" y="44130"/>
                </a:lnTo>
                <a:lnTo>
                  <a:pt x="1033911" y="44102"/>
                </a:lnTo>
                <a:lnTo>
                  <a:pt x="1056613" y="23271"/>
                </a:lnTo>
                <a:lnTo>
                  <a:pt x="1056613" y="7711"/>
                </a:lnTo>
                <a:lnTo>
                  <a:pt x="1000429" y="7711"/>
                </a:lnTo>
                <a:lnTo>
                  <a:pt x="1000429" y="22445"/>
                </a:lnTo>
                <a:lnTo>
                  <a:pt x="1039125" y="22445"/>
                </a:lnTo>
                <a:close/>
                <a:moveTo>
                  <a:pt x="885860" y="70779"/>
                </a:moveTo>
                <a:lnTo>
                  <a:pt x="885860" y="54806"/>
                </a:lnTo>
                <a:lnTo>
                  <a:pt x="841793" y="54806"/>
                </a:lnTo>
                <a:lnTo>
                  <a:pt x="841793" y="70779"/>
                </a:lnTo>
                <a:lnTo>
                  <a:pt x="885860" y="707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504153-D3EA-4FF6-83C5-8A86FD35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8518" y="4993511"/>
            <a:ext cx="1304404" cy="360527"/>
          </a:xfrm>
          <a:custGeom xmlns:a="http://schemas.openxmlformats.org/drawingml/2006/main">
            <a:pathLst>
              <a:path w="1304404" h="360527">
                <a:moveTo>
                  <a:pt x="0" y="15265"/>
                </a:moveTo>
                <a:lnTo>
                  <a:pt x="0" y="15265"/>
                </a:lnTo>
                <a:cubicBezTo>
                  <a:pt x="0" y="6834"/>
                  <a:pt x="6834" y="0"/>
                  <a:pt x="15265" y="0"/>
                </a:cubicBezTo>
                <a:lnTo>
                  <a:pt x="1289140" y="0"/>
                </a:lnTo>
                <a:cubicBezTo>
                  <a:pt x="1293188" y="0"/>
                  <a:pt x="1297071" y="1608"/>
                  <a:pt x="1299934" y="4471"/>
                </a:cubicBezTo>
                <a:cubicBezTo>
                  <a:pt x="1302796" y="7334"/>
                  <a:pt x="1304404" y="11217"/>
                  <a:pt x="1304404" y="15265"/>
                </a:cubicBezTo>
                <a:lnTo>
                  <a:pt x="1304404" y="345263"/>
                </a:lnTo>
                <a:cubicBezTo>
                  <a:pt x="1304404" y="353693"/>
                  <a:pt x="1297571" y="360527"/>
                  <a:pt x="1289140" y="360527"/>
                </a:cubicBezTo>
                <a:lnTo>
                  <a:pt x="15265" y="360527"/>
                </a:lnTo>
                <a:cubicBezTo>
                  <a:pt x="6834" y="360527"/>
                  <a:pt x="0" y="353693"/>
                  <a:pt x="0" y="345263"/>
                </a:cubicBezTo>
                <a:lnTo>
                  <a:pt x="0" y="1526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" name="Text class">
            <a:extLst xmlns:a="http://schemas.openxmlformats.org/drawingml/2006/main">
              <a:ext uri="{FF2B5EF4-FFF2-40B4-BE49-F238E27FC236}">
                <a16:creationId xmlns:a16="http://schemas.microsoft.com/office/drawing/2014/main" id="{381B0863-76BF-4701-A1F1-8B3E40C1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9417" y="5019098"/>
            <a:ext cx="263291" cy="67934"/>
          </a:xfrm>
          <a:custGeom xmlns:a="http://schemas.openxmlformats.org/drawingml/2006/main">
            <a:pathLst>
              <a:path w="263291" h="67934">
                <a:moveTo>
                  <a:pt x="99974" y="56642"/>
                </a:moveTo>
                <a:lnTo>
                  <a:pt x="84735" y="56642"/>
                </a:lnTo>
                <a:lnTo>
                  <a:pt x="84507" y="56639"/>
                </a:lnTo>
                <a:lnTo>
                  <a:pt x="84284" y="56631"/>
                </a:lnTo>
                <a:lnTo>
                  <a:pt x="84064" y="56617"/>
                </a:lnTo>
                <a:lnTo>
                  <a:pt x="83849" y="56597"/>
                </a:lnTo>
                <a:lnTo>
                  <a:pt x="83637" y="56572"/>
                </a:lnTo>
                <a:lnTo>
                  <a:pt x="83430" y="56541"/>
                </a:lnTo>
                <a:lnTo>
                  <a:pt x="83226" y="56505"/>
                </a:lnTo>
                <a:lnTo>
                  <a:pt x="83026" y="56463"/>
                </a:lnTo>
                <a:lnTo>
                  <a:pt x="82831" y="56416"/>
                </a:lnTo>
                <a:lnTo>
                  <a:pt x="82639" y="56363"/>
                </a:lnTo>
                <a:lnTo>
                  <a:pt x="82451" y="56305"/>
                </a:lnTo>
                <a:lnTo>
                  <a:pt x="82268" y="56240"/>
                </a:lnTo>
                <a:lnTo>
                  <a:pt x="82088" y="56171"/>
                </a:lnTo>
                <a:lnTo>
                  <a:pt x="81912" y="56095"/>
                </a:lnTo>
                <a:lnTo>
                  <a:pt x="81741" y="56015"/>
                </a:lnTo>
                <a:lnTo>
                  <a:pt x="81573" y="55928"/>
                </a:lnTo>
                <a:lnTo>
                  <a:pt x="81409" y="55836"/>
                </a:lnTo>
                <a:lnTo>
                  <a:pt x="81249" y="55739"/>
                </a:lnTo>
                <a:lnTo>
                  <a:pt x="81093" y="55636"/>
                </a:lnTo>
                <a:lnTo>
                  <a:pt x="80942" y="55527"/>
                </a:lnTo>
                <a:lnTo>
                  <a:pt x="80794" y="55413"/>
                </a:lnTo>
                <a:lnTo>
                  <a:pt x="80650" y="55293"/>
                </a:lnTo>
                <a:lnTo>
                  <a:pt x="80510" y="55167"/>
                </a:lnTo>
                <a:lnTo>
                  <a:pt x="80374" y="55036"/>
                </a:lnTo>
                <a:lnTo>
                  <a:pt x="80243" y="54901"/>
                </a:lnTo>
                <a:lnTo>
                  <a:pt x="80118" y="54761"/>
                </a:lnTo>
                <a:lnTo>
                  <a:pt x="79998" y="54617"/>
                </a:lnTo>
                <a:lnTo>
                  <a:pt x="79883" y="54469"/>
                </a:lnTo>
                <a:lnTo>
                  <a:pt x="79774" y="54317"/>
                </a:lnTo>
                <a:lnTo>
                  <a:pt x="79671" y="54161"/>
                </a:lnTo>
                <a:lnTo>
                  <a:pt x="79574" y="54002"/>
                </a:lnTo>
                <a:lnTo>
                  <a:pt x="79482" y="53838"/>
                </a:lnTo>
                <a:lnTo>
                  <a:pt x="79395" y="53670"/>
                </a:lnTo>
                <a:lnTo>
                  <a:pt x="79314" y="53498"/>
                </a:lnTo>
                <a:lnTo>
                  <a:pt x="79239" y="53323"/>
                </a:lnTo>
                <a:lnTo>
                  <a:pt x="79169" y="53143"/>
                </a:lnTo>
                <a:lnTo>
                  <a:pt x="79105" y="52959"/>
                </a:lnTo>
                <a:lnTo>
                  <a:pt x="79046" y="52772"/>
                </a:lnTo>
                <a:lnTo>
                  <a:pt x="78993" y="52580"/>
                </a:lnTo>
                <a:lnTo>
                  <a:pt x="78946" y="52384"/>
                </a:lnTo>
                <a:lnTo>
                  <a:pt x="78904" y="52185"/>
                </a:lnTo>
                <a:lnTo>
                  <a:pt x="78868" y="51981"/>
                </a:lnTo>
                <a:lnTo>
                  <a:pt x="78837" y="51773"/>
                </a:lnTo>
                <a:lnTo>
                  <a:pt x="78812" y="51562"/>
                </a:lnTo>
                <a:lnTo>
                  <a:pt x="78793" y="51346"/>
                </a:lnTo>
                <a:lnTo>
                  <a:pt x="78779" y="51127"/>
                </a:lnTo>
                <a:lnTo>
                  <a:pt x="78770" y="50903"/>
                </a:lnTo>
                <a:lnTo>
                  <a:pt x="78767" y="50676"/>
                </a:lnTo>
                <a:lnTo>
                  <a:pt x="78767" y="0"/>
                </a:lnTo>
                <a:lnTo>
                  <a:pt x="51134" y="0"/>
                </a:lnTo>
                <a:lnTo>
                  <a:pt x="51134" y="10373"/>
                </a:lnTo>
                <a:lnTo>
                  <a:pt x="67292" y="10373"/>
                </a:lnTo>
                <a:lnTo>
                  <a:pt x="67292" y="50676"/>
                </a:lnTo>
                <a:lnTo>
                  <a:pt x="67296" y="51079"/>
                </a:lnTo>
                <a:lnTo>
                  <a:pt x="67307" y="51479"/>
                </a:lnTo>
                <a:lnTo>
                  <a:pt x="67325" y="51874"/>
                </a:lnTo>
                <a:lnTo>
                  <a:pt x="67351" y="52265"/>
                </a:lnTo>
                <a:lnTo>
                  <a:pt x="67384" y="52653"/>
                </a:lnTo>
                <a:lnTo>
                  <a:pt x="67424" y="53036"/>
                </a:lnTo>
                <a:lnTo>
                  <a:pt x="67472" y="53416"/>
                </a:lnTo>
                <a:lnTo>
                  <a:pt x="67527" y="53792"/>
                </a:lnTo>
                <a:lnTo>
                  <a:pt x="67589" y="54163"/>
                </a:lnTo>
                <a:lnTo>
                  <a:pt x="67659" y="54531"/>
                </a:lnTo>
                <a:lnTo>
                  <a:pt x="67736" y="54894"/>
                </a:lnTo>
                <a:lnTo>
                  <a:pt x="67820" y="55254"/>
                </a:lnTo>
                <a:lnTo>
                  <a:pt x="67911" y="55610"/>
                </a:lnTo>
                <a:lnTo>
                  <a:pt x="68010" y="55961"/>
                </a:lnTo>
                <a:lnTo>
                  <a:pt x="68117" y="56309"/>
                </a:lnTo>
                <a:lnTo>
                  <a:pt x="68230" y="56652"/>
                </a:lnTo>
                <a:lnTo>
                  <a:pt x="68351" y="56992"/>
                </a:lnTo>
                <a:lnTo>
                  <a:pt x="68480" y="57328"/>
                </a:lnTo>
                <a:lnTo>
                  <a:pt x="68615" y="57660"/>
                </a:lnTo>
                <a:lnTo>
                  <a:pt x="68758" y="57987"/>
                </a:lnTo>
                <a:lnTo>
                  <a:pt x="68908" y="58311"/>
                </a:lnTo>
                <a:lnTo>
                  <a:pt x="69066" y="58631"/>
                </a:lnTo>
                <a:lnTo>
                  <a:pt x="69231" y="58947"/>
                </a:lnTo>
                <a:lnTo>
                  <a:pt x="69403" y="59258"/>
                </a:lnTo>
                <a:lnTo>
                  <a:pt x="69582" y="59565"/>
                </a:lnTo>
                <a:lnTo>
                  <a:pt x="69766" y="59866"/>
                </a:lnTo>
                <a:lnTo>
                  <a:pt x="69956" y="60161"/>
                </a:lnTo>
                <a:lnTo>
                  <a:pt x="70151" y="60451"/>
                </a:lnTo>
                <a:lnTo>
                  <a:pt x="70352" y="60734"/>
                </a:lnTo>
                <a:lnTo>
                  <a:pt x="70559" y="61011"/>
                </a:lnTo>
                <a:lnTo>
                  <a:pt x="70771" y="61283"/>
                </a:lnTo>
                <a:lnTo>
                  <a:pt x="70989" y="61548"/>
                </a:lnTo>
                <a:lnTo>
                  <a:pt x="71212" y="61808"/>
                </a:lnTo>
                <a:lnTo>
                  <a:pt x="71441" y="62062"/>
                </a:lnTo>
                <a:lnTo>
                  <a:pt x="71676" y="62310"/>
                </a:lnTo>
                <a:lnTo>
                  <a:pt x="71916" y="62552"/>
                </a:lnTo>
                <a:lnTo>
                  <a:pt x="72161" y="62788"/>
                </a:lnTo>
                <a:lnTo>
                  <a:pt x="72413" y="63018"/>
                </a:lnTo>
                <a:lnTo>
                  <a:pt x="72669" y="63242"/>
                </a:lnTo>
                <a:lnTo>
                  <a:pt x="72932" y="63461"/>
                </a:lnTo>
                <a:lnTo>
                  <a:pt x="73200" y="63673"/>
                </a:lnTo>
                <a:lnTo>
                  <a:pt x="73473" y="63880"/>
                </a:lnTo>
                <a:lnTo>
                  <a:pt x="73753" y="64081"/>
                </a:lnTo>
                <a:lnTo>
                  <a:pt x="74037" y="64276"/>
                </a:lnTo>
                <a:lnTo>
                  <a:pt x="74328" y="64465"/>
                </a:lnTo>
                <a:lnTo>
                  <a:pt x="74623" y="64648"/>
                </a:lnTo>
                <a:lnTo>
                  <a:pt x="74925" y="64825"/>
                </a:lnTo>
                <a:lnTo>
                  <a:pt x="75232" y="64996"/>
                </a:lnTo>
                <a:lnTo>
                  <a:pt x="75544" y="65161"/>
                </a:lnTo>
                <a:lnTo>
                  <a:pt x="75860" y="65319"/>
                </a:lnTo>
                <a:lnTo>
                  <a:pt x="76181" y="65470"/>
                </a:lnTo>
                <a:lnTo>
                  <a:pt x="76506" y="65613"/>
                </a:lnTo>
                <a:lnTo>
                  <a:pt x="76835" y="65750"/>
                </a:lnTo>
                <a:lnTo>
                  <a:pt x="77169" y="65880"/>
                </a:lnTo>
                <a:lnTo>
                  <a:pt x="77507" y="66003"/>
                </a:lnTo>
                <a:lnTo>
                  <a:pt x="77849" y="66118"/>
                </a:lnTo>
                <a:lnTo>
                  <a:pt x="78195" y="66227"/>
                </a:lnTo>
                <a:lnTo>
                  <a:pt x="78546" y="66329"/>
                </a:lnTo>
                <a:lnTo>
                  <a:pt x="78901" y="66423"/>
                </a:lnTo>
                <a:lnTo>
                  <a:pt x="79261" y="66511"/>
                </a:lnTo>
                <a:lnTo>
                  <a:pt x="79624" y="66592"/>
                </a:lnTo>
                <a:lnTo>
                  <a:pt x="79992" y="66665"/>
                </a:lnTo>
                <a:lnTo>
                  <a:pt x="80365" y="66732"/>
                </a:lnTo>
                <a:lnTo>
                  <a:pt x="80741" y="66792"/>
                </a:lnTo>
                <a:lnTo>
                  <a:pt x="81122" y="66844"/>
                </a:lnTo>
                <a:lnTo>
                  <a:pt x="81507" y="66890"/>
                </a:lnTo>
                <a:lnTo>
                  <a:pt x="81897" y="66928"/>
                </a:lnTo>
                <a:lnTo>
                  <a:pt x="82290" y="66960"/>
                </a:lnTo>
                <a:lnTo>
                  <a:pt x="82688" y="66985"/>
                </a:lnTo>
                <a:lnTo>
                  <a:pt x="83091" y="67002"/>
                </a:lnTo>
                <a:lnTo>
                  <a:pt x="83497" y="67013"/>
                </a:lnTo>
                <a:lnTo>
                  <a:pt x="83908" y="67016"/>
                </a:lnTo>
                <a:lnTo>
                  <a:pt x="99974" y="67016"/>
                </a:lnTo>
                <a:lnTo>
                  <a:pt x="99974" y="56642"/>
                </a:lnTo>
                <a:close/>
                <a:moveTo>
                  <a:pt x="190061" y="67814"/>
                </a:moveTo>
                <a:lnTo>
                  <a:pt x="190831" y="67779"/>
                </a:lnTo>
                <a:lnTo>
                  <a:pt x="191584" y="67729"/>
                </a:lnTo>
                <a:lnTo>
                  <a:pt x="192321" y="67665"/>
                </a:lnTo>
                <a:lnTo>
                  <a:pt x="193042" y="67587"/>
                </a:lnTo>
                <a:lnTo>
                  <a:pt x="193746" y="67495"/>
                </a:lnTo>
                <a:lnTo>
                  <a:pt x="194434" y="67389"/>
                </a:lnTo>
                <a:lnTo>
                  <a:pt x="195105" y="67268"/>
                </a:lnTo>
                <a:lnTo>
                  <a:pt x="195760" y="67133"/>
                </a:lnTo>
                <a:lnTo>
                  <a:pt x="196399" y="66985"/>
                </a:lnTo>
                <a:lnTo>
                  <a:pt x="197021" y="66821"/>
                </a:lnTo>
                <a:lnTo>
                  <a:pt x="197627" y="66644"/>
                </a:lnTo>
                <a:lnTo>
                  <a:pt x="198216" y="66453"/>
                </a:lnTo>
                <a:lnTo>
                  <a:pt x="198789" y="66247"/>
                </a:lnTo>
                <a:lnTo>
                  <a:pt x="199345" y="66027"/>
                </a:lnTo>
                <a:lnTo>
                  <a:pt x="199885" y="65793"/>
                </a:lnTo>
                <a:lnTo>
                  <a:pt x="200409" y="65545"/>
                </a:lnTo>
                <a:lnTo>
                  <a:pt x="200916" y="65283"/>
                </a:lnTo>
                <a:lnTo>
                  <a:pt x="201407" y="65006"/>
                </a:lnTo>
                <a:lnTo>
                  <a:pt x="201881" y="64715"/>
                </a:lnTo>
                <a:lnTo>
                  <a:pt x="202339" y="64410"/>
                </a:lnTo>
                <a:lnTo>
                  <a:pt x="202780" y="64091"/>
                </a:lnTo>
                <a:lnTo>
                  <a:pt x="203206" y="63758"/>
                </a:lnTo>
                <a:lnTo>
                  <a:pt x="203614" y="63412"/>
                </a:lnTo>
                <a:lnTo>
                  <a:pt x="204005" y="63054"/>
                </a:lnTo>
                <a:lnTo>
                  <a:pt x="204378" y="62685"/>
                </a:lnTo>
                <a:lnTo>
                  <a:pt x="204734" y="62305"/>
                </a:lnTo>
                <a:lnTo>
                  <a:pt x="205073" y="61914"/>
                </a:lnTo>
                <a:lnTo>
                  <a:pt x="205395" y="61511"/>
                </a:lnTo>
                <a:lnTo>
                  <a:pt x="205699" y="61097"/>
                </a:lnTo>
                <a:lnTo>
                  <a:pt x="205985" y="60672"/>
                </a:lnTo>
                <a:lnTo>
                  <a:pt x="206255" y="60235"/>
                </a:lnTo>
                <a:lnTo>
                  <a:pt x="206507" y="59787"/>
                </a:lnTo>
                <a:lnTo>
                  <a:pt x="206741" y="59328"/>
                </a:lnTo>
                <a:lnTo>
                  <a:pt x="206958" y="58857"/>
                </a:lnTo>
                <a:lnTo>
                  <a:pt x="207158" y="58375"/>
                </a:lnTo>
                <a:lnTo>
                  <a:pt x="207341" y="57882"/>
                </a:lnTo>
                <a:lnTo>
                  <a:pt x="207506" y="57377"/>
                </a:lnTo>
                <a:lnTo>
                  <a:pt x="207653" y="56862"/>
                </a:lnTo>
                <a:lnTo>
                  <a:pt x="207784" y="56334"/>
                </a:lnTo>
                <a:lnTo>
                  <a:pt x="207896" y="55796"/>
                </a:lnTo>
                <a:lnTo>
                  <a:pt x="207992" y="55246"/>
                </a:lnTo>
                <a:lnTo>
                  <a:pt x="208070" y="54685"/>
                </a:lnTo>
                <a:lnTo>
                  <a:pt x="208131" y="54112"/>
                </a:lnTo>
                <a:lnTo>
                  <a:pt x="208174" y="53529"/>
                </a:lnTo>
                <a:lnTo>
                  <a:pt x="208201" y="52934"/>
                </a:lnTo>
                <a:lnTo>
                  <a:pt x="208209" y="52327"/>
                </a:lnTo>
                <a:lnTo>
                  <a:pt x="208202" y="51759"/>
                </a:lnTo>
                <a:lnTo>
                  <a:pt x="208180" y="51203"/>
                </a:lnTo>
                <a:lnTo>
                  <a:pt x="208143" y="50658"/>
                </a:lnTo>
                <a:lnTo>
                  <a:pt x="208091" y="50125"/>
                </a:lnTo>
                <a:lnTo>
                  <a:pt x="208024" y="49604"/>
                </a:lnTo>
                <a:lnTo>
                  <a:pt x="207942" y="49094"/>
                </a:lnTo>
                <a:lnTo>
                  <a:pt x="207846" y="48596"/>
                </a:lnTo>
                <a:lnTo>
                  <a:pt x="207735" y="48110"/>
                </a:lnTo>
                <a:lnTo>
                  <a:pt x="207609" y="47635"/>
                </a:lnTo>
                <a:lnTo>
                  <a:pt x="207468" y="47171"/>
                </a:lnTo>
                <a:lnTo>
                  <a:pt x="207313" y="46720"/>
                </a:lnTo>
                <a:lnTo>
                  <a:pt x="207142" y="46280"/>
                </a:lnTo>
                <a:lnTo>
                  <a:pt x="206957" y="45852"/>
                </a:lnTo>
                <a:lnTo>
                  <a:pt x="206757" y="45435"/>
                </a:lnTo>
                <a:lnTo>
                  <a:pt x="206542" y="45030"/>
                </a:lnTo>
                <a:lnTo>
                  <a:pt x="206312" y="44636"/>
                </a:lnTo>
                <a:lnTo>
                  <a:pt x="206068" y="44255"/>
                </a:lnTo>
                <a:lnTo>
                  <a:pt x="205808" y="43885"/>
                </a:lnTo>
                <a:lnTo>
                  <a:pt x="205534" y="43526"/>
                </a:lnTo>
                <a:lnTo>
                  <a:pt x="205245" y="43179"/>
                </a:lnTo>
                <a:lnTo>
                  <a:pt x="204941" y="42844"/>
                </a:lnTo>
                <a:lnTo>
                  <a:pt x="204623" y="42520"/>
                </a:lnTo>
                <a:lnTo>
                  <a:pt x="204289" y="42208"/>
                </a:lnTo>
                <a:lnTo>
                  <a:pt x="203941" y="41908"/>
                </a:lnTo>
                <a:lnTo>
                  <a:pt x="203577" y="41617"/>
                </a:lnTo>
                <a:lnTo>
                  <a:pt x="203197" y="41335"/>
                </a:lnTo>
                <a:lnTo>
                  <a:pt x="202800" y="41060"/>
                </a:lnTo>
                <a:lnTo>
                  <a:pt x="202387" y="40792"/>
                </a:lnTo>
                <a:lnTo>
                  <a:pt x="201957" y="40533"/>
                </a:lnTo>
                <a:lnTo>
                  <a:pt x="201511" y="40281"/>
                </a:lnTo>
                <a:lnTo>
                  <a:pt x="201049" y="40038"/>
                </a:lnTo>
                <a:lnTo>
                  <a:pt x="200570" y="39802"/>
                </a:lnTo>
                <a:lnTo>
                  <a:pt x="200075" y="39574"/>
                </a:lnTo>
                <a:lnTo>
                  <a:pt x="199563" y="39353"/>
                </a:lnTo>
                <a:lnTo>
                  <a:pt x="199035" y="39141"/>
                </a:lnTo>
                <a:lnTo>
                  <a:pt x="198490" y="38936"/>
                </a:lnTo>
                <a:lnTo>
                  <a:pt x="197929" y="38739"/>
                </a:lnTo>
                <a:lnTo>
                  <a:pt x="197352" y="38550"/>
                </a:lnTo>
                <a:lnTo>
                  <a:pt x="196758" y="38368"/>
                </a:lnTo>
                <a:lnTo>
                  <a:pt x="196148" y="38195"/>
                </a:lnTo>
                <a:lnTo>
                  <a:pt x="195521" y="38029"/>
                </a:lnTo>
                <a:lnTo>
                  <a:pt x="194878" y="37871"/>
                </a:lnTo>
                <a:lnTo>
                  <a:pt x="194219" y="37721"/>
                </a:lnTo>
                <a:lnTo>
                  <a:pt x="193543" y="37579"/>
                </a:lnTo>
                <a:lnTo>
                  <a:pt x="192851" y="37444"/>
                </a:lnTo>
                <a:lnTo>
                  <a:pt x="192142" y="37318"/>
                </a:lnTo>
                <a:lnTo>
                  <a:pt x="191417" y="37199"/>
                </a:lnTo>
                <a:lnTo>
                  <a:pt x="190675" y="37088"/>
                </a:lnTo>
                <a:lnTo>
                  <a:pt x="184157" y="36170"/>
                </a:lnTo>
                <a:lnTo>
                  <a:pt x="183870" y="36123"/>
                </a:lnTo>
                <a:lnTo>
                  <a:pt x="183589" y="36074"/>
                </a:lnTo>
                <a:lnTo>
                  <a:pt x="183315" y="36022"/>
                </a:lnTo>
                <a:lnTo>
                  <a:pt x="183048" y="35968"/>
                </a:lnTo>
                <a:lnTo>
                  <a:pt x="182788" y="35911"/>
                </a:lnTo>
                <a:lnTo>
                  <a:pt x="182534" y="35852"/>
                </a:lnTo>
                <a:lnTo>
                  <a:pt x="182286" y="35791"/>
                </a:lnTo>
                <a:lnTo>
                  <a:pt x="182046" y="35727"/>
                </a:lnTo>
                <a:lnTo>
                  <a:pt x="181812" y="35661"/>
                </a:lnTo>
                <a:lnTo>
                  <a:pt x="181585" y="35592"/>
                </a:lnTo>
                <a:lnTo>
                  <a:pt x="181365" y="35521"/>
                </a:lnTo>
                <a:lnTo>
                  <a:pt x="181151" y="35447"/>
                </a:lnTo>
                <a:lnTo>
                  <a:pt x="180944" y="35372"/>
                </a:lnTo>
                <a:lnTo>
                  <a:pt x="180743" y="35294"/>
                </a:lnTo>
                <a:lnTo>
                  <a:pt x="180550" y="35213"/>
                </a:lnTo>
                <a:lnTo>
                  <a:pt x="180363" y="35130"/>
                </a:lnTo>
                <a:lnTo>
                  <a:pt x="180182" y="35045"/>
                </a:lnTo>
                <a:lnTo>
                  <a:pt x="180009" y="34957"/>
                </a:lnTo>
                <a:lnTo>
                  <a:pt x="179842" y="34867"/>
                </a:lnTo>
                <a:lnTo>
                  <a:pt x="179682" y="34774"/>
                </a:lnTo>
                <a:lnTo>
                  <a:pt x="179528" y="34679"/>
                </a:lnTo>
                <a:lnTo>
                  <a:pt x="179381" y="34582"/>
                </a:lnTo>
                <a:lnTo>
                  <a:pt x="179241" y="34482"/>
                </a:lnTo>
                <a:lnTo>
                  <a:pt x="179107" y="34380"/>
                </a:lnTo>
                <a:lnTo>
                  <a:pt x="178980" y="34274"/>
                </a:lnTo>
                <a:lnTo>
                  <a:pt x="178858" y="34164"/>
                </a:lnTo>
                <a:lnTo>
                  <a:pt x="178742" y="34049"/>
                </a:lnTo>
                <a:lnTo>
                  <a:pt x="178631" y="33930"/>
                </a:lnTo>
                <a:lnTo>
                  <a:pt x="178525" y="33806"/>
                </a:lnTo>
                <a:lnTo>
                  <a:pt x="178425" y="33677"/>
                </a:lnTo>
                <a:lnTo>
                  <a:pt x="178330" y="33544"/>
                </a:lnTo>
                <a:lnTo>
                  <a:pt x="178240" y="33406"/>
                </a:lnTo>
                <a:lnTo>
                  <a:pt x="178156" y="33263"/>
                </a:lnTo>
                <a:lnTo>
                  <a:pt x="178078" y="33116"/>
                </a:lnTo>
                <a:lnTo>
                  <a:pt x="178005" y="32964"/>
                </a:lnTo>
                <a:lnTo>
                  <a:pt x="177937" y="32808"/>
                </a:lnTo>
                <a:lnTo>
                  <a:pt x="177875" y="32647"/>
                </a:lnTo>
                <a:lnTo>
                  <a:pt x="177818" y="32481"/>
                </a:lnTo>
                <a:lnTo>
                  <a:pt x="177766" y="32311"/>
                </a:lnTo>
                <a:lnTo>
                  <a:pt x="177720" y="32136"/>
                </a:lnTo>
                <a:lnTo>
                  <a:pt x="177680" y="31956"/>
                </a:lnTo>
                <a:lnTo>
                  <a:pt x="177644" y="31772"/>
                </a:lnTo>
                <a:lnTo>
                  <a:pt x="177615" y="31583"/>
                </a:lnTo>
                <a:lnTo>
                  <a:pt x="177590" y="31390"/>
                </a:lnTo>
                <a:lnTo>
                  <a:pt x="177571" y="31192"/>
                </a:lnTo>
                <a:lnTo>
                  <a:pt x="177558" y="30989"/>
                </a:lnTo>
                <a:lnTo>
                  <a:pt x="177550" y="30782"/>
                </a:lnTo>
                <a:lnTo>
                  <a:pt x="177547" y="30570"/>
                </a:lnTo>
                <a:lnTo>
                  <a:pt x="177550" y="30343"/>
                </a:lnTo>
                <a:lnTo>
                  <a:pt x="177559" y="30120"/>
                </a:lnTo>
                <a:lnTo>
                  <a:pt x="177575" y="29902"/>
                </a:lnTo>
                <a:lnTo>
                  <a:pt x="177597" y="29689"/>
                </a:lnTo>
                <a:lnTo>
                  <a:pt x="177625" y="29480"/>
                </a:lnTo>
                <a:lnTo>
                  <a:pt x="177659" y="29276"/>
                </a:lnTo>
                <a:lnTo>
                  <a:pt x="177699" y="29077"/>
                </a:lnTo>
                <a:lnTo>
                  <a:pt x="177746" y="28882"/>
                </a:lnTo>
                <a:lnTo>
                  <a:pt x="177799" y="28692"/>
                </a:lnTo>
                <a:lnTo>
                  <a:pt x="177858" y="28506"/>
                </a:lnTo>
                <a:lnTo>
                  <a:pt x="177923" y="28325"/>
                </a:lnTo>
                <a:lnTo>
                  <a:pt x="177994" y="28149"/>
                </a:lnTo>
                <a:lnTo>
                  <a:pt x="178072" y="27977"/>
                </a:lnTo>
                <a:lnTo>
                  <a:pt x="178156" y="27810"/>
                </a:lnTo>
                <a:lnTo>
                  <a:pt x="178246" y="27648"/>
                </a:lnTo>
                <a:lnTo>
                  <a:pt x="178343" y="27490"/>
                </a:lnTo>
                <a:lnTo>
                  <a:pt x="178445" y="27337"/>
                </a:lnTo>
                <a:lnTo>
                  <a:pt x="178554" y="27188"/>
                </a:lnTo>
                <a:lnTo>
                  <a:pt x="178669" y="27044"/>
                </a:lnTo>
                <a:lnTo>
                  <a:pt x="178790" y="26905"/>
                </a:lnTo>
                <a:lnTo>
                  <a:pt x="178918" y="26770"/>
                </a:lnTo>
                <a:lnTo>
                  <a:pt x="179051" y="26640"/>
                </a:lnTo>
                <a:lnTo>
                  <a:pt x="179191" y="26515"/>
                </a:lnTo>
                <a:lnTo>
                  <a:pt x="179337" y="26394"/>
                </a:lnTo>
                <a:lnTo>
                  <a:pt x="179490" y="26278"/>
                </a:lnTo>
                <a:lnTo>
                  <a:pt x="179650" y="26167"/>
                </a:lnTo>
                <a:lnTo>
                  <a:pt x="179818" y="26060"/>
                </a:lnTo>
                <a:lnTo>
                  <a:pt x="179994" y="25959"/>
                </a:lnTo>
                <a:lnTo>
                  <a:pt x="180177" y="25863"/>
                </a:lnTo>
                <a:lnTo>
                  <a:pt x="180367" y="25771"/>
                </a:lnTo>
                <a:lnTo>
                  <a:pt x="180565" y="25685"/>
                </a:lnTo>
                <a:lnTo>
                  <a:pt x="180770" y="25603"/>
                </a:lnTo>
                <a:lnTo>
                  <a:pt x="180983" y="25527"/>
                </a:lnTo>
                <a:lnTo>
                  <a:pt x="181203" y="25455"/>
                </a:lnTo>
                <a:lnTo>
                  <a:pt x="181431" y="25388"/>
                </a:lnTo>
                <a:lnTo>
                  <a:pt x="181667" y="25327"/>
                </a:lnTo>
                <a:lnTo>
                  <a:pt x="181909" y="25270"/>
                </a:lnTo>
                <a:lnTo>
                  <a:pt x="182160" y="25218"/>
                </a:lnTo>
                <a:lnTo>
                  <a:pt x="182418" y="25171"/>
                </a:lnTo>
                <a:lnTo>
                  <a:pt x="182683" y="25129"/>
                </a:lnTo>
                <a:lnTo>
                  <a:pt x="182956" y="25092"/>
                </a:lnTo>
                <a:lnTo>
                  <a:pt x="183236" y="25060"/>
                </a:lnTo>
                <a:lnTo>
                  <a:pt x="183524" y="25033"/>
                </a:lnTo>
                <a:lnTo>
                  <a:pt x="183819" y="25010"/>
                </a:lnTo>
                <a:lnTo>
                  <a:pt x="184122" y="24993"/>
                </a:lnTo>
                <a:lnTo>
                  <a:pt x="184432" y="24981"/>
                </a:lnTo>
                <a:lnTo>
                  <a:pt x="184750" y="24973"/>
                </a:lnTo>
                <a:lnTo>
                  <a:pt x="185075" y="24971"/>
                </a:lnTo>
                <a:lnTo>
                  <a:pt x="188564" y="24971"/>
                </a:lnTo>
                <a:lnTo>
                  <a:pt x="188830" y="24973"/>
                </a:lnTo>
                <a:lnTo>
                  <a:pt x="189091" y="24980"/>
                </a:lnTo>
                <a:lnTo>
                  <a:pt x="189348" y="24991"/>
                </a:lnTo>
                <a:lnTo>
                  <a:pt x="189601" y="25007"/>
                </a:lnTo>
                <a:lnTo>
                  <a:pt x="189849" y="25027"/>
                </a:lnTo>
                <a:lnTo>
                  <a:pt x="190093" y="25051"/>
                </a:lnTo>
                <a:lnTo>
                  <a:pt x="190333" y="25080"/>
                </a:lnTo>
                <a:lnTo>
                  <a:pt x="190568" y="25114"/>
                </a:lnTo>
                <a:lnTo>
                  <a:pt x="190799" y="25152"/>
                </a:lnTo>
                <a:lnTo>
                  <a:pt x="191026" y="25194"/>
                </a:lnTo>
                <a:lnTo>
                  <a:pt x="191249" y="25241"/>
                </a:lnTo>
                <a:lnTo>
                  <a:pt x="191467" y="25292"/>
                </a:lnTo>
                <a:lnTo>
                  <a:pt x="191681" y="25348"/>
                </a:lnTo>
                <a:lnTo>
                  <a:pt x="191890" y="25408"/>
                </a:lnTo>
                <a:lnTo>
                  <a:pt x="192096" y="25473"/>
                </a:lnTo>
                <a:lnTo>
                  <a:pt x="192297" y="25542"/>
                </a:lnTo>
                <a:lnTo>
                  <a:pt x="192493" y="25616"/>
                </a:lnTo>
                <a:lnTo>
                  <a:pt x="192686" y="25694"/>
                </a:lnTo>
                <a:lnTo>
                  <a:pt x="192874" y="25777"/>
                </a:lnTo>
                <a:lnTo>
                  <a:pt x="193058" y="25864"/>
                </a:lnTo>
                <a:lnTo>
                  <a:pt x="193237" y="25955"/>
                </a:lnTo>
                <a:lnTo>
                  <a:pt x="193412" y="26051"/>
                </a:lnTo>
                <a:lnTo>
                  <a:pt x="193583" y="26152"/>
                </a:lnTo>
                <a:lnTo>
                  <a:pt x="193750" y="26257"/>
                </a:lnTo>
                <a:lnTo>
                  <a:pt x="193912" y="26365"/>
                </a:lnTo>
                <a:lnTo>
                  <a:pt x="194067" y="26476"/>
                </a:lnTo>
                <a:lnTo>
                  <a:pt x="194217" y="26589"/>
                </a:lnTo>
                <a:lnTo>
                  <a:pt x="194361" y="26705"/>
                </a:lnTo>
                <a:lnTo>
                  <a:pt x="194499" y="26824"/>
                </a:lnTo>
                <a:lnTo>
                  <a:pt x="194631" y="26945"/>
                </a:lnTo>
                <a:lnTo>
                  <a:pt x="194757" y="27069"/>
                </a:lnTo>
                <a:lnTo>
                  <a:pt x="194877" y="27195"/>
                </a:lnTo>
                <a:lnTo>
                  <a:pt x="194992" y="27323"/>
                </a:lnTo>
                <a:lnTo>
                  <a:pt x="195100" y="27455"/>
                </a:lnTo>
                <a:lnTo>
                  <a:pt x="195203" y="27588"/>
                </a:lnTo>
                <a:lnTo>
                  <a:pt x="195299" y="27725"/>
                </a:lnTo>
                <a:lnTo>
                  <a:pt x="195390" y="27864"/>
                </a:lnTo>
                <a:lnTo>
                  <a:pt x="195475" y="28005"/>
                </a:lnTo>
                <a:lnTo>
                  <a:pt x="195554" y="28149"/>
                </a:lnTo>
                <a:lnTo>
                  <a:pt x="195627" y="28296"/>
                </a:lnTo>
                <a:lnTo>
                  <a:pt x="195694" y="28445"/>
                </a:lnTo>
                <a:lnTo>
                  <a:pt x="195756" y="28596"/>
                </a:lnTo>
                <a:lnTo>
                  <a:pt x="195811" y="28751"/>
                </a:lnTo>
                <a:lnTo>
                  <a:pt x="195861" y="28907"/>
                </a:lnTo>
                <a:lnTo>
                  <a:pt x="195904" y="29067"/>
                </a:lnTo>
                <a:lnTo>
                  <a:pt x="195942" y="29229"/>
                </a:lnTo>
                <a:lnTo>
                  <a:pt x="195974" y="29393"/>
                </a:lnTo>
                <a:lnTo>
                  <a:pt x="196000" y="29560"/>
                </a:lnTo>
                <a:lnTo>
                  <a:pt x="207475" y="29560"/>
                </a:lnTo>
                <a:lnTo>
                  <a:pt x="207436" y="29036"/>
                </a:lnTo>
                <a:lnTo>
                  <a:pt x="207381" y="28522"/>
                </a:lnTo>
                <a:lnTo>
                  <a:pt x="207310" y="28016"/>
                </a:lnTo>
                <a:lnTo>
                  <a:pt x="207223" y="27520"/>
                </a:lnTo>
                <a:lnTo>
                  <a:pt x="207119" y="27032"/>
                </a:lnTo>
                <a:lnTo>
                  <a:pt x="206999" y="26553"/>
                </a:lnTo>
                <a:lnTo>
                  <a:pt x="206863" y="26083"/>
                </a:lnTo>
                <a:lnTo>
                  <a:pt x="206710" y="25623"/>
                </a:lnTo>
                <a:lnTo>
                  <a:pt x="206541" y="25171"/>
                </a:lnTo>
                <a:lnTo>
                  <a:pt x="206356" y="24727"/>
                </a:lnTo>
                <a:lnTo>
                  <a:pt x="206155" y="24293"/>
                </a:lnTo>
                <a:lnTo>
                  <a:pt x="205937" y="23868"/>
                </a:lnTo>
                <a:lnTo>
                  <a:pt x="205704" y="23452"/>
                </a:lnTo>
                <a:lnTo>
                  <a:pt x="205454" y="23044"/>
                </a:lnTo>
                <a:lnTo>
                  <a:pt x="205187" y="22646"/>
                </a:lnTo>
                <a:lnTo>
                  <a:pt x="204905" y="22256"/>
                </a:lnTo>
                <a:lnTo>
                  <a:pt x="204606" y="21876"/>
                </a:lnTo>
                <a:lnTo>
                  <a:pt x="204291" y="21504"/>
                </a:lnTo>
                <a:lnTo>
                  <a:pt x="203959" y="21141"/>
                </a:lnTo>
                <a:lnTo>
                  <a:pt x="203611" y="20788"/>
                </a:lnTo>
                <a:lnTo>
                  <a:pt x="203248" y="20443"/>
                </a:lnTo>
                <a:lnTo>
                  <a:pt x="202867" y="20107"/>
                </a:lnTo>
                <a:lnTo>
                  <a:pt x="202471" y="19780"/>
                </a:lnTo>
                <a:lnTo>
                  <a:pt x="202058" y="19461"/>
                </a:lnTo>
                <a:lnTo>
                  <a:pt x="201632" y="19154"/>
                </a:lnTo>
                <a:lnTo>
                  <a:pt x="201193" y="18860"/>
                </a:lnTo>
                <a:lnTo>
                  <a:pt x="200743" y="18579"/>
                </a:lnTo>
                <a:lnTo>
                  <a:pt x="200281" y="18311"/>
                </a:lnTo>
                <a:lnTo>
                  <a:pt x="199807" y="18056"/>
                </a:lnTo>
                <a:lnTo>
                  <a:pt x="199322" y="17815"/>
                </a:lnTo>
                <a:lnTo>
                  <a:pt x="198824" y="17586"/>
                </a:lnTo>
                <a:lnTo>
                  <a:pt x="198315" y="17370"/>
                </a:lnTo>
                <a:lnTo>
                  <a:pt x="197794" y="17168"/>
                </a:lnTo>
                <a:lnTo>
                  <a:pt x="197261" y="16978"/>
                </a:lnTo>
                <a:lnTo>
                  <a:pt x="196717" y="16802"/>
                </a:lnTo>
                <a:lnTo>
                  <a:pt x="196160" y="16638"/>
                </a:lnTo>
                <a:lnTo>
                  <a:pt x="195592" y="16488"/>
                </a:lnTo>
                <a:lnTo>
                  <a:pt x="195012" y="16351"/>
                </a:lnTo>
                <a:lnTo>
                  <a:pt x="194421" y="16227"/>
                </a:lnTo>
                <a:lnTo>
                  <a:pt x="193817" y="16116"/>
                </a:lnTo>
                <a:lnTo>
                  <a:pt x="193202" y="16018"/>
                </a:lnTo>
                <a:lnTo>
                  <a:pt x="192575" y="15933"/>
                </a:lnTo>
                <a:lnTo>
                  <a:pt x="191936" y="15861"/>
                </a:lnTo>
                <a:lnTo>
                  <a:pt x="191285" y="15802"/>
                </a:lnTo>
                <a:lnTo>
                  <a:pt x="190623" y="15756"/>
                </a:lnTo>
                <a:lnTo>
                  <a:pt x="189948" y="15724"/>
                </a:lnTo>
                <a:lnTo>
                  <a:pt x="189262" y="15704"/>
                </a:lnTo>
                <a:lnTo>
                  <a:pt x="188564" y="15697"/>
                </a:lnTo>
                <a:lnTo>
                  <a:pt x="185075" y="15697"/>
                </a:lnTo>
                <a:lnTo>
                  <a:pt x="184310" y="15704"/>
                </a:lnTo>
                <a:lnTo>
                  <a:pt x="183561" y="15725"/>
                </a:lnTo>
                <a:lnTo>
                  <a:pt x="182827" y="15758"/>
                </a:lnTo>
                <a:lnTo>
                  <a:pt x="182109" y="15806"/>
                </a:lnTo>
                <a:lnTo>
                  <a:pt x="181407" y="15867"/>
                </a:lnTo>
                <a:lnTo>
                  <a:pt x="180720" y="15941"/>
                </a:lnTo>
                <a:lnTo>
                  <a:pt x="180049" y="16029"/>
                </a:lnTo>
                <a:lnTo>
                  <a:pt x="179393" y="16131"/>
                </a:lnTo>
                <a:lnTo>
                  <a:pt x="178753" y="16246"/>
                </a:lnTo>
                <a:lnTo>
                  <a:pt x="178129" y="16375"/>
                </a:lnTo>
                <a:lnTo>
                  <a:pt x="177520" y="16517"/>
                </a:lnTo>
                <a:lnTo>
                  <a:pt x="176927" y="16673"/>
                </a:lnTo>
                <a:lnTo>
                  <a:pt x="176350" y="16843"/>
                </a:lnTo>
                <a:lnTo>
                  <a:pt x="175788" y="17025"/>
                </a:lnTo>
                <a:lnTo>
                  <a:pt x="175242" y="17222"/>
                </a:lnTo>
                <a:lnTo>
                  <a:pt x="174711" y="17432"/>
                </a:lnTo>
                <a:lnTo>
                  <a:pt x="174196" y="17656"/>
                </a:lnTo>
                <a:lnTo>
                  <a:pt x="173697" y="17893"/>
                </a:lnTo>
                <a:lnTo>
                  <a:pt x="173213" y="18143"/>
                </a:lnTo>
                <a:lnTo>
                  <a:pt x="172745" y="18408"/>
                </a:lnTo>
                <a:lnTo>
                  <a:pt x="172293" y="18685"/>
                </a:lnTo>
                <a:lnTo>
                  <a:pt x="171856" y="18977"/>
                </a:lnTo>
                <a:lnTo>
                  <a:pt x="171435" y="19282"/>
                </a:lnTo>
                <a:lnTo>
                  <a:pt x="171029" y="19600"/>
                </a:lnTo>
                <a:lnTo>
                  <a:pt x="170639" y="19931"/>
                </a:lnTo>
                <a:lnTo>
                  <a:pt x="170266" y="20272"/>
                </a:lnTo>
                <a:lnTo>
                  <a:pt x="169910" y="20625"/>
                </a:lnTo>
                <a:lnTo>
                  <a:pt x="169570" y="20989"/>
                </a:lnTo>
                <a:lnTo>
                  <a:pt x="169247" y="21363"/>
                </a:lnTo>
                <a:lnTo>
                  <a:pt x="168940" y="21749"/>
                </a:lnTo>
                <a:lnTo>
                  <a:pt x="168650" y="22145"/>
                </a:lnTo>
                <a:lnTo>
                  <a:pt x="168377" y="22553"/>
                </a:lnTo>
                <a:lnTo>
                  <a:pt x="168120" y="22971"/>
                </a:lnTo>
                <a:lnTo>
                  <a:pt x="167879" y="23401"/>
                </a:lnTo>
                <a:lnTo>
                  <a:pt x="167656" y="23842"/>
                </a:lnTo>
                <a:lnTo>
                  <a:pt x="167448" y="24293"/>
                </a:lnTo>
                <a:lnTo>
                  <a:pt x="167258" y="24756"/>
                </a:lnTo>
                <a:lnTo>
                  <a:pt x="167084" y="25229"/>
                </a:lnTo>
                <a:lnTo>
                  <a:pt x="166926" y="25714"/>
                </a:lnTo>
                <a:lnTo>
                  <a:pt x="166785" y="26209"/>
                </a:lnTo>
                <a:lnTo>
                  <a:pt x="166661" y="26716"/>
                </a:lnTo>
                <a:lnTo>
                  <a:pt x="166553" y="27234"/>
                </a:lnTo>
                <a:lnTo>
                  <a:pt x="166462" y="27762"/>
                </a:lnTo>
                <a:lnTo>
                  <a:pt x="166388" y="28302"/>
                </a:lnTo>
                <a:lnTo>
                  <a:pt x="166330" y="28852"/>
                </a:lnTo>
                <a:lnTo>
                  <a:pt x="166288" y="29414"/>
                </a:lnTo>
                <a:lnTo>
                  <a:pt x="166263" y="29986"/>
                </a:lnTo>
                <a:lnTo>
                  <a:pt x="166255" y="30570"/>
                </a:lnTo>
                <a:lnTo>
                  <a:pt x="166262" y="31130"/>
                </a:lnTo>
                <a:lnTo>
                  <a:pt x="166283" y="31679"/>
                </a:lnTo>
                <a:lnTo>
                  <a:pt x="166318" y="32215"/>
                </a:lnTo>
                <a:lnTo>
                  <a:pt x="166367" y="32740"/>
                </a:lnTo>
                <a:lnTo>
                  <a:pt x="166430" y="33253"/>
                </a:lnTo>
                <a:lnTo>
                  <a:pt x="166507" y="33755"/>
                </a:lnTo>
                <a:lnTo>
                  <a:pt x="166599" y="34244"/>
                </a:lnTo>
                <a:lnTo>
                  <a:pt x="166704" y="34722"/>
                </a:lnTo>
                <a:lnTo>
                  <a:pt x="166823" y="35188"/>
                </a:lnTo>
                <a:lnTo>
                  <a:pt x="166956" y="35642"/>
                </a:lnTo>
                <a:lnTo>
                  <a:pt x="167104" y="36084"/>
                </a:lnTo>
                <a:lnTo>
                  <a:pt x="167265" y="36515"/>
                </a:lnTo>
                <a:lnTo>
                  <a:pt x="167440" y="36933"/>
                </a:lnTo>
                <a:lnTo>
                  <a:pt x="167630" y="37340"/>
                </a:lnTo>
                <a:lnTo>
                  <a:pt x="167833" y="37735"/>
                </a:lnTo>
                <a:lnTo>
                  <a:pt x="168050" y="38119"/>
                </a:lnTo>
                <a:lnTo>
                  <a:pt x="168282" y="38490"/>
                </a:lnTo>
                <a:lnTo>
                  <a:pt x="168527" y="38850"/>
                </a:lnTo>
                <a:lnTo>
                  <a:pt x="168787" y="39198"/>
                </a:lnTo>
                <a:lnTo>
                  <a:pt x="169060" y="39534"/>
                </a:lnTo>
                <a:lnTo>
                  <a:pt x="169348" y="39858"/>
                </a:lnTo>
                <a:lnTo>
                  <a:pt x="169650" y="40171"/>
                </a:lnTo>
                <a:lnTo>
                  <a:pt x="169965" y="40472"/>
                </a:lnTo>
                <a:lnTo>
                  <a:pt x="170295" y="40761"/>
                </a:lnTo>
                <a:lnTo>
                  <a:pt x="170640" y="41040"/>
                </a:lnTo>
                <a:lnTo>
                  <a:pt x="171000" y="41312"/>
                </a:lnTo>
                <a:lnTo>
                  <a:pt x="171377" y="41576"/>
                </a:lnTo>
                <a:lnTo>
                  <a:pt x="171769" y="41832"/>
                </a:lnTo>
                <a:lnTo>
                  <a:pt x="172177" y="42081"/>
                </a:lnTo>
                <a:lnTo>
                  <a:pt x="172602" y="42322"/>
                </a:lnTo>
                <a:lnTo>
                  <a:pt x="173042" y="42555"/>
                </a:lnTo>
                <a:lnTo>
                  <a:pt x="173498" y="42781"/>
                </a:lnTo>
                <a:lnTo>
                  <a:pt x="173970" y="42999"/>
                </a:lnTo>
                <a:lnTo>
                  <a:pt x="174458" y="43209"/>
                </a:lnTo>
                <a:lnTo>
                  <a:pt x="174962" y="43412"/>
                </a:lnTo>
                <a:lnTo>
                  <a:pt x="175482" y="43607"/>
                </a:lnTo>
                <a:lnTo>
                  <a:pt x="176018" y="43794"/>
                </a:lnTo>
                <a:lnTo>
                  <a:pt x="176570" y="43974"/>
                </a:lnTo>
                <a:lnTo>
                  <a:pt x="177137" y="44146"/>
                </a:lnTo>
                <a:lnTo>
                  <a:pt x="177721" y="44311"/>
                </a:lnTo>
                <a:lnTo>
                  <a:pt x="178321" y="44468"/>
                </a:lnTo>
                <a:lnTo>
                  <a:pt x="178936" y="44617"/>
                </a:lnTo>
                <a:lnTo>
                  <a:pt x="179568" y="44758"/>
                </a:lnTo>
                <a:lnTo>
                  <a:pt x="180215" y="44892"/>
                </a:lnTo>
                <a:lnTo>
                  <a:pt x="180878" y="45018"/>
                </a:lnTo>
                <a:lnTo>
                  <a:pt x="181558" y="45137"/>
                </a:lnTo>
                <a:lnTo>
                  <a:pt x="182253" y="45248"/>
                </a:lnTo>
                <a:lnTo>
                  <a:pt x="182964" y="45351"/>
                </a:lnTo>
                <a:lnTo>
                  <a:pt x="189206" y="46269"/>
                </a:lnTo>
                <a:lnTo>
                  <a:pt x="189531" y="46309"/>
                </a:lnTo>
                <a:lnTo>
                  <a:pt x="189849" y="46353"/>
                </a:lnTo>
                <a:lnTo>
                  <a:pt x="190160" y="46400"/>
                </a:lnTo>
                <a:lnTo>
                  <a:pt x="190464" y="46451"/>
                </a:lnTo>
                <a:lnTo>
                  <a:pt x="190761" y="46506"/>
                </a:lnTo>
                <a:lnTo>
                  <a:pt x="191050" y="46564"/>
                </a:lnTo>
                <a:lnTo>
                  <a:pt x="191333" y="46627"/>
                </a:lnTo>
                <a:lnTo>
                  <a:pt x="191608" y="46692"/>
                </a:lnTo>
                <a:lnTo>
                  <a:pt x="191876" y="46762"/>
                </a:lnTo>
                <a:lnTo>
                  <a:pt x="192137" y="46835"/>
                </a:lnTo>
                <a:lnTo>
                  <a:pt x="192390" y="46912"/>
                </a:lnTo>
                <a:lnTo>
                  <a:pt x="192637" y="46992"/>
                </a:lnTo>
                <a:lnTo>
                  <a:pt x="192876" y="47076"/>
                </a:lnTo>
                <a:lnTo>
                  <a:pt x="193108" y="47164"/>
                </a:lnTo>
                <a:lnTo>
                  <a:pt x="193333" y="47255"/>
                </a:lnTo>
                <a:lnTo>
                  <a:pt x="193551" y="47350"/>
                </a:lnTo>
                <a:lnTo>
                  <a:pt x="193761" y="47449"/>
                </a:lnTo>
                <a:lnTo>
                  <a:pt x="193965" y="47551"/>
                </a:lnTo>
                <a:lnTo>
                  <a:pt x="194161" y="47657"/>
                </a:lnTo>
                <a:lnTo>
                  <a:pt x="194350" y="47767"/>
                </a:lnTo>
                <a:lnTo>
                  <a:pt x="194532" y="47880"/>
                </a:lnTo>
                <a:lnTo>
                  <a:pt x="194707" y="47997"/>
                </a:lnTo>
                <a:lnTo>
                  <a:pt x="194874" y="48118"/>
                </a:lnTo>
                <a:lnTo>
                  <a:pt x="195035" y="48242"/>
                </a:lnTo>
                <a:lnTo>
                  <a:pt x="195188" y="48371"/>
                </a:lnTo>
                <a:lnTo>
                  <a:pt x="195335" y="48503"/>
                </a:lnTo>
                <a:lnTo>
                  <a:pt x="195476" y="48639"/>
                </a:lnTo>
                <a:lnTo>
                  <a:pt x="195610" y="48779"/>
                </a:lnTo>
                <a:lnTo>
                  <a:pt x="195737" y="48923"/>
                </a:lnTo>
                <a:lnTo>
                  <a:pt x="195858" y="49071"/>
                </a:lnTo>
                <a:lnTo>
                  <a:pt x="195973" y="49224"/>
                </a:lnTo>
                <a:lnTo>
                  <a:pt x="196081" y="49380"/>
                </a:lnTo>
                <a:lnTo>
                  <a:pt x="196182" y="49540"/>
                </a:lnTo>
                <a:lnTo>
                  <a:pt x="196277" y="49704"/>
                </a:lnTo>
                <a:lnTo>
                  <a:pt x="196365" y="49872"/>
                </a:lnTo>
                <a:lnTo>
                  <a:pt x="196447" y="50044"/>
                </a:lnTo>
                <a:lnTo>
                  <a:pt x="196522" y="50220"/>
                </a:lnTo>
                <a:lnTo>
                  <a:pt x="196590" y="50400"/>
                </a:lnTo>
                <a:lnTo>
                  <a:pt x="196653" y="50584"/>
                </a:lnTo>
                <a:lnTo>
                  <a:pt x="196708" y="50772"/>
                </a:lnTo>
                <a:lnTo>
                  <a:pt x="196757" y="50964"/>
                </a:lnTo>
                <a:lnTo>
                  <a:pt x="196800" y="51160"/>
                </a:lnTo>
                <a:lnTo>
                  <a:pt x="196836" y="51360"/>
                </a:lnTo>
                <a:lnTo>
                  <a:pt x="196865" y="51564"/>
                </a:lnTo>
                <a:lnTo>
                  <a:pt x="196888" y="51772"/>
                </a:lnTo>
                <a:lnTo>
                  <a:pt x="196904" y="51984"/>
                </a:lnTo>
                <a:lnTo>
                  <a:pt x="196914" y="52200"/>
                </a:lnTo>
                <a:lnTo>
                  <a:pt x="196917" y="52420"/>
                </a:lnTo>
                <a:lnTo>
                  <a:pt x="196914" y="52655"/>
                </a:lnTo>
                <a:lnTo>
                  <a:pt x="196903" y="52886"/>
                </a:lnTo>
                <a:lnTo>
                  <a:pt x="196884" y="53112"/>
                </a:lnTo>
                <a:lnTo>
                  <a:pt x="196859" y="53335"/>
                </a:lnTo>
                <a:lnTo>
                  <a:pt x="196826" y="53553"/>
                </a:lnTo>
                <a:lnTo>
                  <a:pt x="196785" y="53768"/>
                </a:lnTo>
                <a:lnTo>
                  <a:pt x="196738" y="53978"/>
                </a:lnTo>
                <a:lnTo>
                  <a:pt x="196683" y="54184"/>
                </a:lnTo>
                <a:lnTo>
                  <a:pt x="196620" y="54386"/>
                </a:lnTo>
                <a:lnTo>
                  <a:pt x="196551" y="54584"/>
                </a:lnTo>
                <a:lnTo>
                  <a:pt x="196474" y="54777"/>
                </a:lnTo>
                <a:lnTo>
                  <a:pt x="196390" y="54967"/>
                </a:lnTo>
                <a:lnTo>
                  <a:pt x="196298" y="55152"/>
                </a:lnTo>
                <a:lnTo>
                  <a:pt x="196199" y="55333"/>
                </a:lnTo>
                <a:lnTo>
                  <a:pt x="196093" y="55510"/>
                </a:lnTo>
                <a:lnTo>
                  <a:pt x="195979" y="55683"/>
                </a:lnTo>
                <a:lnTo>
                  <a:pt x="195858" y="55852"/>
                </a:lnTo>
                <a:lnTo>
                  <a:pt x="195730" y="56017"/>
                </a:lnTo>
                <a:lnTo>
                  <a:pt x="195594" y="56177"/>
                </a:lnTo>
                <a:lnTo>
                  <a:pt x="195451" y="56334"/>
                </a:lnTo>
                <a:lnTo>
                  <a:pt x="195301" y="56486"/>
                </a:lnTo>
                <a:lnTo>
                  <a:pt x="195143" y="56634"/>
                </a:lnTo>
                <a:lnTo>
                  <a:pt x="194979" y="56778"/>
                </a:lnTo>
                <a:lnTo>
                  <a:pt x="194806" y="56918"/>
                </a:lnTo>
                <a:lnTo>
                  <a:pt x="194627" y="57053"/>
                </a:lnTo>
                <a:lnTo>
                  <a:pt x="194440" y="57182"/>
                </a:lnTo>
                <a:lnTo>
                  <a:pt x="194245" y="57305"/>
                </a:lnTo>
                <a:lnTo>
                  <a:pt x="194044" y="57423"/>
                </a:lnTo>
                <a:lnTo>
                  <a:pt x="193835" y="57535"/>
                </a:lnTo>
                <a:lnTo>
                  <a:pt x="193619" y="57641"/>
                </a:lnTo>
                <a:lnTo>
                  <a:pt x="193395" y="57741"/>
                </a:lnTo>
                <a:lnTo>
                  <a:pt x="193164" y="57836"/>
                </a:lnTo>
                <a:lnTo>
                  <a:pt x="192926" y="57925"/>
                </a:lnTo>
                <a:lnTo>
                  <a:pt x="192680" y="58008"/>
                </a:lnTo>
                <a:lnTo>
                  <a:pt x="192427" y="58086"/>
                </a:lnTo>
                <a:lnTo>
                  <a:pt x="192167" y="58157"/>
                </a:lnTo>
                <a:lnTo>
                  <a:pt x="191900" y="58223"/>
                </a:lnTo>
                <a:lnTo>
                  <a:pt x="191625" y="58284"/>
                </a:lnTo>
                <a:lnTo>
                  <a:pt x="191342" y="58338"/>
                </a:lnTo>
                <a:lnTo>
                  <a:pt x="191053" y="58387"/>
                </a:lnTo>
                <a:lnTo>
                  <a:pt x="190756" y="58430"/>
                </a:lnTo>
                <a:lnTo>
                  <a:pt x="190451" y="58467"/>
                </a:lnTo>
                <a:lnTo>
                  <a:pt x="190140" y="58499"/>
                </a:lnTo>
                <a:lnTo>
                  <a:pt x="189821" y="58525"/>
                </a:lnTo>
                <a:lnTo>
                  <a:pt x="189495" y="58545"/>
                </a:lnTo>
                <a:lnTo>
                  <a:pt x="189161" y="58559"/>
                </a:lnTo>
                <a:lnTo>
                  <a:pt x="188820" y="58568"/>
                </a:lnTo>
                <a:lnTo>
                  <a:pt x="188472" y="58571"/>
                </a:lnTo>
                <a:lnTo>
                  <a:pt x="184433" y="58571"/>
                </a:lnTo>
                <a:lnTo>
                  <a:pt x="184145" y="58568"/>
                </a:lnTo>
                <a:lnTo>
                  <a:pt x="183861" y="58560"/>
                </a:lnTo>
                <a:lnTo>
                  <a:pt x="183582" y="58548"/>
                </a:lnTo>
                <a:lnTo>
                  <a:pt x="183307" y="58530"/>
                </a:lnTo>
                <a:lnTo>
                  <a:pt x="183037" y="58507"/>
                </a:lnTo>
                <a:lnTo>
                  <a:pt x="182772" y="58479"/>
                </a:lnTo>
                <a:lnTo>
                  <a:pt x="182511" y="58446"/>
                </a:lnTo>
                <a:lnTo>
                  <a:pt x="182255" y="58408"/>
                </a:lnTo>
                <a:lnTo>
                  <a:pt x="182004" y="58364"/>
                </a:lnTo>
                <a:lnTo>
                  <a:pt x="181757" y="58316"/>
                </a:lnTo>
                <a:lnTo>
                  <a:pt x="181514" y="58262"/>
                </a:lnTo>
                <a:lnTo>
                  <a:pt x="181277" y="58204"/>
                </a:lnTo>
                <a:lnTo>
                  <a:pt x="181044" y="58140"/>
                </a:lnTo>
                <a:lnTo>
                  <a:pt x="180816" y="58071"/>
                </a:lnTo>
                <a:lnTo>
                  <a:pt x="180592" y="57997"/>
                </a:lnTo>
                <a:lnTo>
                  <a:pt x="180373" y="57918"/>
                </a:lnTo>
                <a:lnTo>
                  <a:pt x="180158" y="57834"/>
                </a:lnTo>
                <a:lnTo>
                  <a:pt x="179948" y="57745"/>
                </a:lnTo>
                <a:lnTo>
                  <a:pt x="179743" y="57651"/>
                </a:lnTo>
                <a:lnTo>
                  <a:pt x="179543" y="57551"/>
                </a:lnTo>
                <a:lnTo>
                  <a:pt x="179347" y="57447"/>
                </a:lnTo>
                <a:lnTo>
                  <a:pt x="179155" y="57337"/>
                </a:lnTo>
                <a:lnTo>
                  <a:pt x="178969" y="57222"/>
                </a:lnTo>
                <a:lnTo>
                  <a:pt x="178787" y="57103"/>
                </a:lnTo>
                <a:lnTo>
                  <a:pt x="178610" y="56979"/>
                </a:lnTo>
                <a:lnTo>
                  <a:pt x="178441" y="56851"/>
                </a:lnTo>
                <a:lnTo>
                  <a:pt x="178278" y="56721"/>
                </a:lnTo>
                <a:lnTo>
                  <a:pt x="178122" y="56587"/>
                </a:lnTo>
                <a:lnTo>
                  <a:pt x="177973" y="56451"/>
                </a:lnTo>
                <a:lnTo>
                  <a:pt x="177831" y="56311"/>
                </a:lnTo>
                <a:lnTo>
                  <a:pt x="177696" y="56167"/>
                </a:lnTo>
                <a:lnTo>
                  <a:pt x="177568" y="56021"/>
                </a:lnTo>
                <a:lnTo>
                  <a:pt x="177446" y="55871"/>
                </a:lnTo>
                <a:lnTo>
                  <a:pt x="177332" y="55719"/>
                </a:lnTo>
                <a:lnTo>
                  <a:pt x="177224" y="55563"/>
                </a:lnTo>
                <a:lnTo>
                  <a:pt x="177123" y="55404"/>
                </a:lnTo>
                <a:lnTo>
                  <a:pt x="177029" y="55242"/>
                </a:lnTo>
                <a:lnTo>
                  <a:pt x="176941" y="55076"/>
                </a:lnTo>
                <a:lnTo>
                  <a:pt x="176861" y="54907"/>
                </a:lnTo>
                <a:lnTo>
                  <a:pt x="176787" y="54736"/>
                </a:lnTo>
                <a:lnTo>
                  <a:pt x="176721" y="54561"/>
                </a:lnTo>
                <a:lnTo>
                  <a:pt x="176661" y="54382"/>
                </a:lnTo>
                <a:lnTo>
                  <a:pt x="176608" y="54201"/>
                </a:lnTo>
                <a:lnTo>
                  <a:pt x="176562" y="54016"/>
                </a:lnTo>
                <a:lnTo>
                  <a:pt x="176523" y="53829"/>
                </a:lnTo>
                <a:lnTo>
                  <a:pt x="176490" y="53638"/>
                </a:lnTo>
                <a:lnTo>
                  <a:pt x="176465" y="53444"/>
                </a:lnTo>
                <a:lnTo>
                  <a:pt x="176446" y="53246"/>
                </a:lnTo>
                <a:lnTo>
                  <a:pt x="164970" y="53246"/>
                </a:lnTo>
                <a:lnTo>
                  <a:pt x="164990" y="53611"/>
                </a:lnTo>
                <a:lnTo>
                  <a:pt x="165017" y="53972"/>
                </a:lnTo>
                <a:lnTo>
                  <a:pt x="165051" y="54330"/>
                </a:lnTo>
                <a:lnTo>
                  <a:pt x="165094" y="54683"/>
                </a:lnTo>
                <a:lnTo>
                  <a:pt x="165144" y="55032"/>
                </a:lnTo>
                <a:lnTo>
                  <a:pt x="165203" y="55377"/>
                </a:lnTo>
                <a:lnTo>
                  <a:pt x="165269" y="55719"/>
                </a:lnTo>
                <a:lnTo>
                  <a:pt x="165343" y="56056"/>
                </a:lnTo>
                <a:lnTo>
                  <a:pt x="165424" y="56389"/>
                </a:lnTo>
                <a:lnTo>
                  <a:pt x="165514" y="56719"/>
                </a:lnTo>
                <a:lnTo>
                  <a:pt x="165611" y="57044"/>
                </a:lnTo>
                <a:lnTo>
                  <a:pt x="165716" y="57365"/>
                </a:lnTo>
                <a:lnTo>
                  <a:pt x="165829" y="57683"/>
                </a:lnTo>
                <a:lnTo>
                  <a:pt x="165950" y="57996"/>
                </a:lnTo>
                <a:lnTo>
                  <a:pt x="166078" y="58306"/>
                </a:lnTo>
                <a:lnTo>
                  <a:pt x="166214" y="58611"/>
                </a:lnTo>
                <a:lnTo>
                  <a:pt x="166358" y="58912"/>
                </a:lnTo>
                <a:lnTo>
                  <a:pt x="166510" y="59210"/>
                </a:lnTo>
                <a:lnTo>
                  <a:pt x="166670" y="59503"/>
                </a:lnTo>
                <a:lnTo>
                  <a:pt x="166838" y="59793"/>
                </a:lnTo>
                <a:lnTo>
                  <a:pt x="167013" y="60079"/>
                </a:lnTo>
                <a:lnTo>
                  <a:pt x="167196" y="60360"/>
                </a:lnTo>
                <a:lnTo>
                  <a:pt x="167387" y="60638"/>
                </a:lnTo>
                <a:lnTo>
                  <a:pt x="167586" y="60911"/>
                </a:lnTo>
                <a:lnTo>
                  <a:pt x="167792" y="61180"/>
                </a:lnTo>
                <a:lnTo>
                  <a:pt x="168004" y="61445"/>
                </a:lnTo>
                <a:lnTo>
                  <a:pt x="168223" y="61704"/>
                </a:lnTo>
                <a:lnTo>
                  <a:pt x="168449" y="61958"/>
                </a:lnTo>
                <a:lnTo>
                  <a:pt x="168681" y="62207"/>
                </a:lnTo>
                <a:lnTo>
                  <a:pt x="168920" y="62452"/>
                </a:lnTo>
                <a:lnTo>
                  <a:pt x="169165" y="62691"/>
                </a:lnTo>
                <a:lnTo>
                  <a:pt x="169417" y="62926"/>
                </a:lnTo>
                <a:lnTo>
                  <a:pt x="169675" y="63155"/>
                </a:lnTo>
                <a:lnTo>
                  <a:pt x="169940" y="63380"/>
                </a:lnTo>
                <a:lnTo>
                  <a:pt x="170211" y="63599"/>
                </a:lnTo>
                <a:lnTo>
                  <a:pt x="170489" y="63814"/>
                </a:lnTo>
                <a:lnTo>
                  <a:pt x="170774" y="64024"/>
                </a:lnTo>
                <a:lnTo>
                  <a:pt x="171065" y="64229"/>
                </a:lnTo>
                <a:lnTo>
                  <a:pt x="171362" y="64429"/>
                </a:lnTo>
                <a:lnTo>
                  <a:pt x="171666" y="64624"/>
                </a:lnTo>
                <a:lnTo>
                  <a:pt x="171977" y="64814"/>
                </a:lnTo>
                <a:lnTo>
                  <a:pt x="172294" y="64999"/>
                </a:lnTo>
                <a:lnTo>
                  <a:pt x="172617" y="65179"/>
                </a:lnTo>
                <a:lnTo>
                  <a:pt x="172948" y="65355"/>
                </a:lnTo>
                <a:lnTo>
                  <a:pt x="173284" y="65525"/>
                </a:lnTo>
                <a:lnTo>
                  <a:pt x="173627" y="65690"/>
                </a:lnTo>
                <a:lnTo>
                  <a:pt x="173977" y="65851"/>
                </a:lnTo>
                <a:lnTo>
                  <a:pt x="174333" y="66006"/>
                </a:lnTo>
                <a:lnTo>
                  <a:pt x="174696" y="66156"/>
                </a:lnTo>
                <a:lnTo>
                  <a:pt x="175063" y="66299"/>
                </a:lnTo>
                <a:lnTo>
                  <a:pt x="175435" y="66437"/>
                </a:lnTo>
                <a:lnTo>
                  <a:pt x="175813" y="66567"/>
                </a:lnTo>
                <a:lnTo>
                  <a:pt x="176195" y="66692"/>
                </a:lnTo>
                <a:lnTo>
                  <a:pt x="176583" y="66810"/>
                </a:lnTo>
                <a:lnTo>
                  <a:pt x="176976" y="66921"/>
                </a:lnTo>
                <a:lnTo>
                  <a:pt x="177374" y="67026"/>
                </a:lnTo>
                <a:lnTo>
                  <a:pt x="177777" y="67125"/>
                </a:lnTo>
                <a:lnTo>
                  <a:pt x="178185" y="67218"/>
                </a:lnTo>
                <a:lnTo>
                  <a:pt x="178598" y="67304"/>
                </a:lnTo>
                <a:lnTo>
                  <a:pt x="179016" y="67384"/>
                </a:lnTo>
                <a:lnTo>
                  <a:pt x="179440" y="67457"/>
                </a:lnTo>
                <a:lnTo>
                  <a:pt x="179868" y="67524"/>
                </a:lnTo>
                <a:lnTo>
                  <a:pt x="180302" y="67584"/>
                </a:lnTo>
                <a:lnTo>
                  <a:pt x="180740" y="67639"/>
                </a:lnTo>
                <a:lnTo>
                  <a:pt x="181184" y="67686"/>
                </a:lnTo>
                <a:lnTo>
                  <a:pt x="181633" y="67728"/>
                </a:lnTo>
                <a:lnTo>
                  <a:pt x="182087" y="67763"/>
                </a:lnTo>
                <a:lnTo>
                  <a:pt x="182546" y="67792"/>
                </a:lnTo>
                <a:lnTo>
                  <a:pt x="183010" y="67814"/>
                </a:lnTo>
                <a:lnTo>
                  <a:pt x="183479" y="67830"/>
                </a:lnTo>
                <a:lnTo>
                  <a:pt x="183954" y="67839"/>
                </a:lnTo>
                <a:lnTo>
                  <a:pt x="184433" y="67843"/>
                </a:lnTo>
                <a:lnTo>
                  <a:pt x="188472" y="67843"/>
                </a:lnTo>
                <a:lnTo>
                  <a:pt x="189275" y="67836"/>
                </a:lnTo>
                <a:lnTo>
                  <a:pt x="190061" y="67814"/>
                </a:lnTo>
                <a:close/>
                <a:moveTo>
                  <a:pt x="245143" y="67814"/>
                </a:moveTo>
                <a:lnTo>
                  <a:pt x="245913" y="67779"/>
                </a:lnTo>
                <a:lnTo>
                  <a:pt x="246666" y="67729"/>
                </a:lnTo>
                <a:lnTo>
                  <a:pt x="247403" y="67665"/>
                </a:lnTo>
                <a:lnTo>
                  <a:pt x="248124" y="67587"/>
                </a:lnTo>
                <a:lnTo>
                  <a:pt x="248828" y="67495"/>
                </a:lnTo>
                <a:lnTo>
                  <a:pt x="249516" y="67389"/>
                </a:lnTo>
                <a:lnTo>
                  <a:pt x="250187" y="67268"/>
                </a:lnTo>
                <a:lnTo>
                  <a:pt x="250842" y="67133"/>
                </a:lnTo>
                <a:lnTo>
                  <a:pt x="251481" y="66985"/>
                </a:lnTo>
                <a:lnTo>
                  <a:pt x="252103" y="66821"/>
                </a:lnTo>
                <a:lnTo>
                  <a:pt x="252708" y="66644"/>
                </a:lnTo>
                <a:lnTo>
                  <a:pt x="253298" y="66453"/>
                </a:lnTo>
                <a:lnTo>
                  <a:pt x="253871" y="66247"/>
                </a:lnTo>
                <a:lnTo>
                  <a:pt x="254427" y="66027"/>
                </a:lnTo>
                <a:lnTo>
                  <a:pt x="254967" y="65793"/>
                </a:lnTo>
                <a:lnTo>
                  <a:pt x="255491" y="65545"/>
                </a:lnTo>
                <a:lnTo>
                  <a:pt x="255998" y="65283"/>
                </a:lnTo>
                <a:lnTo>
                  <a:pt x="256488" y="65006"/>
                </a:lnTo>
                <a:lnTo>
                  <a:pt x="256963" y="64715"/>
                </a:lnTo>
                <a:lnTo>
                  <a:pt x="257421" y="64410"/>
                </a:lnTo>
                <a:lnTo>
                  <a:pt x="257862" y="64091"/>
                </a:lnTo>
                <a:lnTo>
                  <a:pt x="258287" y="63758"/>
                </a:lnTo>
                <a:lnTo>
                  <a:pt x="258696" y="63412"/>
                </a:lnTo>
                <a:lnTo>
                  <a:pt x="259086" y="63054"/>
                </a:lnTo>
                <a:lnTo>
                  <a:pt x="259460" y="62685"/>
                </a:lnTo>
                <a:lnTo>
                  <a:pt x="259816" y="62305"/>
                </a:lnTo>
                <a:lnTo>
                  <a:pt x="260155" y="61914"/>
                </a:lnTo>
                <a:lnTo>
                  <a:pt x="260476" y="61511"/>
                </a:lnTo>
                <a:lnTo>
                  <a:pt x="260780" y="61097"/>
                </a:lnTo>
                <a:lnTo>
                  <a:pt x="261067" y="60672"/>
                </a:lnTo>
                <a:lnTo>
                  <a:pt x="261336" y="60235"/>
                </a:lnTo>
                <a:lnTo>
                  <a:pt x="261588" y="59787"/>
                </a:lnTo>
                <a:lnTo>
                  <a:pt x="261823" y="59328"/>
                </a:lnTo>
                <a:lnTo>
                  <a:pt x="262040" y="58857"/>
                </a:lnTo>
                <a:lnTo>
                  <a:pt x="262240" y="58375"/>
                </a:lnTo>
                <a:lnTo>
                  <a:pt x="262422" y="57882"/>
                </a:lnTo>
                <a:lnTo>
                  <a:pt x="262587" y="57377"/>
                </a:lnTo>
                <a:lnTo>
                  <a:pt x="262735" y="56862"/>
                </a:lnTo>
                <a:lnTo>
                  <a:pt x="262865" y="56334"/>
                </a:lnTo>
                <a:lnTo>
                  <a:pt x="262978" y="55796"/>
                </a:lnTo>
                <a:lnTo>
                  <a:pt x="263074" y="55246"/>
                </a:lnTo>
                <a:lnTo>
                  <a:pt x="263152" y="54685"/>
                </a:lnTo>
                <a:lnTo>
                  <a:pt x="263213" y="54112"/>
                </a:lnTo>
                <a:lnTo>
                  <a:pt x="263256" y="53529"/>
                </a:lnTo>
                <a:lnTo>
                  <a:pt x="263282" y="52934"/>
                </a:lnTo>
                <a:lnTo>
                  <a:pt x="263291" y="52327"/>
                </a:lnTo>
                <a:lnTo>
                  <a:pt x="263284" y="51759"/>
                </a:lnTo>
                <a:lnTo>
                  <a:pt x="263261" y="51203"/>
                </a:lnTo>
                <a:lnTo>
                  <a:pt x="263224" y="50658"/>
                </a:lnTo>
                <a:lnTo>
                  <a:pt x="263172" y="50125"/>
                </a:lnTo>
                <a:lnTo>
                  <a:pt x="263106" y="49604"/>
                </a:lnTo>
                <a:lnTo>
                  <a:pt x="263024" y="49094"/>
                </a:lnTo>
                <a:lnTo>
                  <a:pt x="262928" y="48596"/>
                </a:lnTo>
                <a:lnTo>
                  <a:pt x="262817" y="48110"/>
                </a:lnTo>
                <a:lnTo>
                  <a:pt x="262691" y="47635"/>
                </a:lnTo>
                <a:lnTo>
                  <a:pt x="262550" y="47171"/>
                </a:lnTo>
                <a:lnTo>
                  <a:pt x="262394" y="46720"/>
                </a:lnTo>
                <a:lnTo>
                  <a:pt x="262224" y="46280"/>
                </a:lnTo>
                <a:lnTo>
                  <a:pt x="262039" y="45852"/>
                </a:lnTo>
                <a:lnTo>
                  <a:pt x="261839" y="45435"/>
                </a:lnTo>
                <a:lnTo>
                  <a:pt x="261624" y="45030"/>
                </a:lnTo>
                <a:lnTo>
                  <a:pt x="261394" y="44636"/>
                </a:lnTo>
                <a:lnTo>
                  <a:pt x="261149" y="44255"/>
                </a:lnTo>
                <a:lnTo>
                  <a:pt x="260890" y="43885"/>
                </a:lnTo>
                <a:lnTo>
                  <a:pt x="260616" y="43526"/>
                </a:lnTo>
                <a:lnTo>
                  <a:pt x="260327" y="43179"/>
                </a:lnTo>
                <a:lnTo>
                  <a:pt x="260023" y="42844"/>
                </a:lnTo>
                <a:lnTo>
                  <a:pt x="259704" y="42520"/>
                </a:lnTo>
                <a:lnTo>
                  <a:pt x="259371" y="42208"/>
                </a:lnTo>
                <a:lnTo>
                  <a:pt x="259023" y="41908"/>
                </a:lnTo>
                <a:lnTo>
                  <a:pt x="258659" y="41617"/>
                </a:lnTo>
                <a:lnTo>
                  <a:pt x="258278" y="41335"/>
                </a:lnTo>
                <a:lnTo>
                  <a:pt x="257882" y="41060"/>
                </a:lnTo>
                <a:lnTo>
                  <a:pt x="257469" y="40792"/>
                </a:lnTo>
                <a:lnTo>
                  <a:pt x="257039" y="40533"/>
                </a:lnTo>
                <a:lnTo>
                  <a:pt x="256593" y="40281"/>
                </a:lnTo>
                <a:lnTo>
                  <a:pt x="256131" y="40038"/>
                </a:lnTo>
                <a:lnTo>
                  <a:pt x="255652" y="39802"/>
                </a:lnTo>
                <a:lnTo>
                  <a:pt x="255156" y="39574"/>
                </a:lnTo>
                <a:lnTo>
                  <a:pt x="254645" y="39353"/>
                </a:lnTo>
                <a:lnTo>
                  <a:pt x="254117" y="39141"/>
                </a:lnTo>
                <a:lnTo>
                  <a:pt x="253572" y="38936"/>
                </a:lnTo>
                <a:lnTo>
                  <a:pt x="253011" y="38739"/>
                </a:lnTo>
                <a:lnTo>
                  <a:pt x="252434" y="38550"/>
                </a:lnTo>
                <a:lnTo>
                  <a:pt x="251840" y="38368"/>
                </a:lnTo>
                <a:lnTo>
                  <a:pt x="251230" y="38195"/>
                </a:lnTo>
                <a:lnTo>
                  <a:pt x="250603" y="38029"/>
                </a:lnTo>
                <a:lnTo>
                  <a:pt x="249960" y="37871"/>
                </a:lnTo>
                <a:lnTo>
                  <a:pt x="249301" y="37721"/>
                </a:lnTo>
                <a:lnTo>
                  <a:pt x="248625" y="37579"/>
                </a:lnTo>
                <a:lnTo>
                  <a:pt x="247932" y="37444"/>
                </a:lnTo>
                <a:lnTo>
                  <a:pt x="247224" y="37318"/>
                </a:lnTo>
                <a:lnTo>
                  <a:pt x="246499" y="37199"/>
                </a:lnTo>
                <a:lnTo>
                  <a:pt x="245757" y="37088"/>
                </a:lnTo>
                <a:lnTo>
                  <a:pt x="239239" y="36170"/>
                </a:lnTo>
                <a:lnTo>
                  <a:pt x="238952" y="36123"/>
                </a:lnTo>
                <a:lnTo>
                  <a:pt x="238671" y="36074"/>
                </a:lnTo>
                <a:lnTo>
                  <a:pt x="238397" y="36022"/>
                </a:lnTo>
                <a:lnTo>
                  <a:pt x="238130" y="35968"/>
                </a:lnTo>
                <a:lnTo>
                  <a:pt x="237869" y="35911"/>
                </a:lnTo>
                <a:lnTo>
                  <a:pt x="237615" y="35852"/>
                </a:lnTo>
                <a:lnTo>
                  <a:pt x="237368" y="35791"/>
                </a:lnTo>
                <a:lnTo>
                  <a:pt x="237128" y="35727"/>
                </a:lnTo>
                <a:lnTo>
                  <a:pt x="236894" y="35661"/>
                </a:lnTo>
                <a:lnTo>
                  <a:pt x="236667" y="35592"/>
                </a:lnTo>
                <a:lnTo>
                  <a:pt x="236446" y="35521"/>
                </a:lnTo>
                <a:lnTo>
                  <a:pt x="236233" y="35447"/>
                </a:lnTo>
                <a:lnTo>
                  <a:pt x="236025" y="35372"/>
                </a:lnTo>
                <a:lnTo>
                  <a:pt x="235825" y="35294"/>
                </a:lnTo>
                <a:lnTo>
                  <a:pt x="235631" y="35213"/>
                </a:lnTo>
                <a:lnTo>
                  <a:pt x="235444" y="35130"/>
                </a:lnTo>
                <a:lnTo>
                  <a:pt x="235264" y="35045"/>
                </a:lnTo>
                <a:lnTo>
                  <a:pt x="235090" y="34957"/>
                </a:lnTo>
                <a:lnTo>
                  <a:pt x="234924" y="34867"/>
                </a:lnTo>
                <a:lnTo>
                  <a:pt x="234763" y="34774"/>
                </a:lnTo>
                <a:lnTo>
                  <a:pt x="234610" y="34679"/>
                </a:lnTo>
                <a:lnTo>
                  <a:pt x="234463" y="34582"/>
                </a:lnTo>
                <a:lnTo>
                  <a:pt x="234323" y="34482"/>
                </a:lnTo>
                <a:lnTo>
                  <a:pt x="234189" y="34380"/>
                </a:lnTo>
                <a:lnTo>
                  <a:pt x="234062" y="34274"/>
                </a:lnTo>
                <a:lnTo>
                  <a:pt x="233940" y="34164"/>
                </a:lnTo>
                <a:lnTo>
                  <a:pt x="233823" y="34049"/>
                </a:lnTo>
                <a:lnTo>
                  <a:pt x="233712" y="33930"/>
                </a:lnTo>
                <a:lnTo>
                  <a:pt x="233607" y="33806"/>
                </a:lnTo>
                <a:lnTo>
                  <a:pt x="233506" y="33677"/>
                </a:lnTo>
                <a:lnTo>
                  <a:pt x="233412" y="33544"/>
                </a:lnTo>
                <a:lnTo>
                  <a:pt x="233322" y="33406"/>
                </a:lnTo>
                <a:lnTo>
                  <a:pt x="233238" y="33263"/>
                </a:lnTo>
                <a:lnTo>
                  <a:pt x="233160" y="33116"/>
                </a:lnTo>
                <a:lnTo>
                  <a:pt x="233086" y="32964"/>
                </a:lnTo>
                <a:lnTo>
                  <a:pt x="233019" y="32808"/>
                </a:lnTo>
                <a:lnTo>
                  <a:pt x="232956" y="32647"/>
                </a:lnTo>
                <a:lnTo>
                  <a:pt x="232900" y="32481"/>
                </a:lnTo>
                <a:lnTo>
                  <a:pt x="232848" y="32311"/>
                </a:lnTo>
                <a:lnTo>
                  <a:pt x="232802" y="32136"/>
                </a:lnTo>
                <a:lnTo>
                  <a:pt x="232761" y="31956"/>
                </a:lnTo>
                <a:lnTo>
                  <a:pt x="232726" y="31772"/>
                </a:lnTo>
                <a:lnTo>
                  <a:pt x="232696" y="31583"/>
                </a:lnTo>
                <a:lnTo>
                  <a:pt x="232672" y="31390"/>
                </a:lnTo>
                <a:lnTo>
                  <a:pt x="232653" y="31192"/>
                </a:lnTo>
                <a:lnTo>
                  <a:pt x="232639" y="30989"/>
                </a:lnTo>
                <a:lnTo>
                  <a:pt x="232631" y="30782"/>
                </a:lnTo>
                <a:lnTo>
                  <a:pt x="232629" y="30570"/>
                </a:lnTo>
                <a:lnTo>
                  <a:pt x="232632" y="30343"/>
                </a:lnTo>
                <a:lnTo>
                  <a:pt x="232641" y="30120"/>
                </a:lnTo>
                <a:lnTo>
                  <a:pt x="232657" y="29902"/>
                </a:lnTo>
                <a:lnTo>
                  <a:pt x="232678" y="29689"/>
                </a:lnTo>
                <a:lnTo>
                  <a:pt x="232706" y="29480"/>
                </a:lnTo>
                <a:lnTo>
                  <a:pt x="232741" y="29276"/>
                </a:lnTo>
                <a:lnTo>
                  <a:pt x="232781" y="29077"/>
                </a:lnTo>
                <a:lnTo>
                  <a:pt x="232828" y="28882"/>
                </a:lnTo>
                <a:lnTo>
                  <a:pt x="232880" y="28692"/>
                </a:lnTo>
                <a:lnTo>
                  <a:pt x="232939" y="28506"/>
                </a:lnTo>
                <a:lnTo>
                  <a:pt x="233005" y="28325"/>
                </a:lnTo>
                <a:lnTo>
                  <a:pt x="233076" y="28149"/>
                </a:lnTo>
                <a:lnTo>
                  <a:pt x="233154" y="27977"/>
                </a:lnTo>
                <a:lnTo>
                  <a:pt x="233238" y="27810"/>
                </a:lnTo>
                <a:lnTo>
                  <a:pt x="233328" y="27648"/>
                </a:lnTo>
                <a:lnTo>
                  <a:pt x="233424" y="27490"/>
                </a:lnTo>
                <a:lnTo>
                  <a:pt x="233527" y="27337"/>
                </a:lnTo>
                <a:lnTo>
                  <a:pt x="233636" y="27188"/>
                </a:lnTo>
                <a:lnTo>
                  <a:pt x="233751" y="27044"/>
                </a:lnTo>
                <a:lnTo>
                  <a:pt x="233872" y="26905"/>
                </a:lnTo>
                <a:lnTo>
                  <a:pt x="233999" y="26770"/>
                </a:lnTo>
                <a:lnTo>
                  <a:pt x="234133" y="26640"/>
                </a:lnTo>
                <a:lnTo>
                  <a:pt x="234273" y="26515"/>
                </a:lnTo>
                <a:lnTo>
                  <a:pt x="234419" y="26394"/>
                </a:lnTo>
                <a:lnTo>
                  <a:pt x="234572" y="26278"/>
                </a:lnTo>
                <a:lnTo>
                  <a:pt x="234732" y="26167"/>
                </a:lnTo>
                <a:lnTo>
                  <a:pt x="234900" y="26060"/>
                </a:lnTo>
                <a:lnTo>
                  <a:pt x="235076" y="25959"/>
                </a:lnTo>
                <a:lnTo>
                  <a:pt x="235258" y="25863"/>
                </a:lnTo>
                <a:lnTo>
                  <a:pt x="235449" y="25771"/>
                </a:lnTo>
                <a:lnTo>
                  <a:pt x="235647" y="25685"/>
                </a:lnTo>
                <a:lnTo>
                  <a:pt x="235852" y="25603"/>
                </a:lnTo>
                <a:lnTo>
                  <a:pt x="236065" y="25527"/>
                </a:lnTo>
                <a:lnTo>
                  <a:pt x="236285" y="25455"/>
                </a:lnTo>
                <a:lnTo>
                  <a:pt x="236513" y="25388"/>
                </a:lnTo>
                <a:lnTo>
                  <a:pt x="236748" y="25327"/>
                </a:lnTo>
                <a:lnTo>
                  <a:pt x="236991" y="25270"/>
                </a:lnTo>
                <a:lnTo>
                  <a:pt x="237242" y="25218"/>
                </a:lnTo>
                <a:lnTo>
                  <a:pt x="237499" y="25171"/>
                </a:lnTo>
                <a:lnTo>
                  <a:pt x="237765" y="25129"/>
                </a:lnTo>
                <a:lnTo>
                  <a:pt x="238037" y="25092"/>
                </a:lnTo>
                <a:lnTo>
                  <a:pt x="238318" y="25060"/>
                </a:lnTo>
                <a:lnTo>
                  <a:pt x="238605" y="25033"/>
                </a:lnTo>
                <a:lnTo>
                  <a:pt x="238901" y="25010"/>
                </a:lnTo>
                <a:lnTo>
                  <a:pt x="239203" y="24993"/>
                </a:lnTo>
                <a:lnTo>
                  <a:pt x="239514" y="24981"/>
                </a:lnTo>
                <a:lnTo>
                  <a:pt x="239831" y="24973"/>
                </a:lnTo>
                <a:lnTo>
                  <a:pt x="240157" y="24971"/>
                </a:lnTo>
                <a:lnTo>
                  <a:pt x="243646" y="24971"/>
                </a:lnTo>
                <a:lnTo>
                  <a:pt x="243912" y="24973"/>
                </a:lnTo>
                <a:lnTo>
                  <a:pt x="244173" y="24980"/>
                </a:lnTo>
                <a:lnTo>
                  <a:pt x="244430" y="24991"/>
                </a:lnTo>
                <a:lnTo>
                  <a:pt x="244682" y="25007"/>
                </a:lnTo>
                <a:lnTo>
                  <a:pt x="244931" y="25027"/>
                </a:lnTo>
                <a:lnTo>
                  <a:pt x="245175" y="25051"/>
                </a:lnTo>
                <a:lnTo>
                  <a:pt x="245414" y="25080"/>
                </a:lnTo>
                <a:lnTo>
                  <a:pt x="245650" y="25114"/>
                </a:lnTo>
                <a:lnTo>
                  <a:pt x="245881" y="25152"/>
                </a:lnTo>
                <a:lnTo>
                  <a:pt x="246108" y="25194"/>
                </a:lnTo>
                <a:lnTo>
                  <a:pt x="246330" y="25241"/>
                </a:lnTo>
                <a:lnTo>
                  <a:pt x="246548" y="25292"/>
                </a:lnTo>
                <a:lnTo>
                  <a:pt x="246762" y="25348"/>
                </a:lnTo>
                <a:lnTo>
                  <a:pt x="246972" y="25408"/>
                </a:lnTo>
                <a:lnTo>
                  <a:pt x="247177" y="25473"/>
                </a:lnTo>
                <a:lnTo>
                  <a:pt x="247378" y="25542"/>
                </a:lnTo>
                <a:lnTo>
                  <a:pt x="247575" y="25616"/>
                </a:lnTo>
                <a:lnTo>
                  <a:pt x="247768" y="25694"/>
                </a:lnTo>
                <a:lnTo>
                  <a:pt x="247956" y="25777"/>
                </a:lnTo>
                <a:lnTo>
                  <a:pt x="248139" y="25864"/>
                </a:lnTo>
                <a:lnTo>
                  <a:pt x="248319" y="25955"/>
                </a:lnTo>
                <a:lnTo>
                  <a:pt x="248494" y="26051"/>
                </a:lnTo>
                <a:lnTo>
                  <a:pt x="248665" y="26152"/>
                </a:lnTo>
                <a:lnTo>
                  <a:pt x="248832" y="26257"/>
                </a:lnTo>
                <a:lnTo>
                  <a:pt x="248993" y="26365"/>
                </a:lnTo>
                <a:lnTo>
                  <a:pt x="249149" y="26476"/>
                </a:lnTo>
                <a:lnTo>
                  <a:pt x="249299" y="26589"/>
                </a:lnTo>
                <a:lnTo>
                  <a:pt x="249443" y="26705"/>
                </a:lnTo>
                <a:lnTo>
                  <a:pt x="249580" y="26824"/>
                </a:lnTo>
                <a:lnTo>
                  <a:pt x="249713" y="26945"/>
                </a:lnTo>
                <a:lnTo>
                  <a:pt x="249839" y="27069"/>
                </a:lnTo>
                <a:lnTo>
                  <a:pt x="249959" y="27195"/>
                </a:lnTo>
                <a:lnTo>
                  <a:pt x="250073" y="27323"/>
                </a:lnTo>
                <a:lnTo>
                  <a:pt x="250182" y="27455"/>
                </a:lnTo>
                <a:lnTo>
                  <a:pt x="250284" y="27588"/>
                </a:lnTo>
                <a:lnTo>
                  <a:pt x="250381" y="27725"/>
                </a:lnTo>
                <a:lnTo>
                  <a:pt x="250472" y="27864"/>
                </a:lnTo>
                <a:lnTo>
                  <a:pt x="250557" y="28005"/>
                </a:lnTo>
                <a:lnTo>
                  <a:pt x="250636" y="28149"/>
                </a:lnTo>
                <a:lnTo>
                  <a:pt x="250709" y="28296"/>
                </a:lnTo>
                <a:lnTo>
                  <a:pt x="250776" y="28445"/>
                </a:lnTo>
                <a:lnTo>
                  <a:pt x="250837" y="28596"/>
                </a:lnTo>
                <a:lnTo>
                  <a:pt x="250893" y="28751"/>
                </a:lnTo>
                <a:lnTo>
                  <a:pt x="250942" y="28907"/>
                </a:lnTo>
                <a:lnTo>
                  <a:pt x="250986" y="29067"/>
                </a:lnTo>
                <a:lnTo>
                  <a:pt x="251024" y="29229"/>
                </a:lnTo>
                <a:lnTo>
                  <a:pt x="251056" y="29393"/>
                </a:lnTo>
                <a:lnTo>
                  <a:pt x="251081" y="29560"/>
                </a:lnTo>
                <a:lnTo>
                  <a:pt x="262557" y="29560"/>
                </a:lnTo>
                <a:lnTo>
                  <a:pt x="262518" y="29036"/>
                </a:lnTo>
                <a:lnTo>
                  <a:pt x="262463" y="28522"/>
                </a:lnTo>
                <a:lnTo>
                  <a:pt x="262392" y="28016"/>
                </a:lnTo>
                <a:lnTo>
                  <a:pt x="262305" y="27520"/>
                </a:lnTo>
                <a:lnTo>
                  <a:pt x="262201" y="27032"/>
                </a:lnTo>
                <a:lnTo>
                  <a:pt x="262081" y="26553"/>
                </a:lnTo>
                <a:lnTo>
                  <a:pt x="261944" y="26083"/>
                </a:lnTo>
                <a:lnTo>
                  <a:pt x="261792" y="25623"/>
                </a:lnTo>
                <a:lnTo>
                  <a:pt x="261623" y="25171"/>
                </a:lnTo>
                <a:lnTo>
                  <a:pt x="261438" y="24727"/>
                </a:lnTo>
                <a:lnTo>
                  <a:pt x="261237" y="24293"/>
                </a:lnTo>
                <a:lnTo>
                  <a:pt x="261019" y="23868"/>
                </a:lnTo>
                <a:lnTo>
                  <a:pt x="260785" y="23452"/>
                </a:lnTo>
                <a:lnTo>
                  <a:pt x="260535" y="23044"/>
                </a:lnTo>
                <a:lnTo>
                  <a:pt x="260269" y="22646"/>
                </a:lnTo>
                <a:lnTo>
                  <a:pt x="259986" y="22256"/>
                </a:lnTo>
                <a:lnTo>
                  <a:pt x="259687" y="21876"/>
                </a:lnTo>
                <a:lnTo>
                  <a:pt x="259372" y="21504"/>
                </a:lnTo>
                <a:lnTo>
                  <a:pt x="259041" y="21141"/>
                </a:lnTo>
                <a:lnTo>
                  <a:pt x="258693" y="20788"/>
                </a:lnTo>
                <a:lnTo>
                  <a:pt x="258329" y="20443"/>
                </a:lnTo>
                <a:lnTo>
                  <a:pt x="257949" y="20107"/>
                </a:lnTo>
                <a:lnTo>
                  <a:pt x="257553" y="19780"/>
                </a:lnTo>
                <a:lnTo>
                  <a:pt x="257140" y="19461"/>
                </a:lnTo>
                <a:lnTo>
                  <a:pt x="256713" y="19154"/>
                </a:lnTo>
                <a:lnTo>
                  <a:pt x="256275" y="18860"/>
                </a:lnTo>
                <a:lnTo>
                  <a:pt x="255825" y="18579"/>
                </a:lnTo>
                <a:lnTo>
                  <a:pt x="255363" y="18311"/>
                </a:lnTo>
                <a:lnTo>
                  <a:pt x="254889" y="18056"/>
                </a:lnTo>
                <a:lnTo>
                  <a:pt x="254403" y="17815"/>
                </a:lnTo>
                <a:lnTo>
                  <a:pt x="253906" y="17586"/>
                </a:lnTo>
                <a:lnTo>
                  <a:pt x="253397" y="17370"/>
                </a:lnTo>
                <a:lnTo>
                  <a:pt x="252876" y="17168"/>
                </a:lnTo>
                <a:lnTo>
                  <a:pt x="252343" y="16978"/>
                </a:lnTo>
                <a:lnTo>
                  <a:pt x="251799" y="16802"/>
                </a:lnTo>
                <a:lnTo>
                  <a:pt x="251242" y="16638"/>
                </a:lnTo>
                <a:lnTo>
                  <a:pt x="250674" y="16488"/>
                </a:lnTo>
                <a:lnTo>
                  <a:pt x="250094" y="16351"/>
                </a:lnTo>
                <a:lnTo>
                  <a:pt x="249502" y="16227"/>
                </a:lnTo>
                <a:lnTo>
                  <a:pt x="248899" y="16116"/>
                </a:lnTo>
                <a:lnTo>
                  <a:pt x="248284" y="16018"/>
                </a:lnTo>
                <a:lnTo>
                  <a:pt x="247656" y="15933"/>
                </a:lnTo>
                <a:lnTo>
                  <a:pt x="247018" y="15861"/>
                </a:lnTo>
                <a:lnTo>
                  <a:pt x="246367" y="15802"/>
                </a:lnTo>
                <a:lnTo>
                  <a:pt x="245704" y="15756"/>
                </a:lnTo>
                <a:lnTo>
                  <a:pt x="245030" y="15724"/>
                </a:lnTo>
                <a:lnTo>
                  <a:pt x="244344" y="15704"/>
                </a:lnTo>
                <a:lnTo>
                  <a:pt x="243646" y="15697"/>
                </a:lnTo>
                <a:lnTo>
                  <a:pt x="240157" y="15697"/>
                </a:lnTo>
                <a:lnTo>
                  <a:pt x="239392" y="15704"/>
                </a:lnTo>
                <a:lnTo>
                  <a:pt x="238642" y="15725"/>
                </a:lnTo>
                <a:lnTo>
                  <a:pt x="237909" y="15758"/>
                </a:lnTo>
                <a:lnTo>
                  <a:pt x="237191" y="15806"/>
                </a:lnTo>
                <a:lnTo>
                  <a:pt x="236488" y="15867"/>
                </a:lnTo>
                <a:lnTo>
                  <a:pt x="235802" y="15941"/>
                </a:lnTo>
                <a:lnTo>
                  <a:pt x="235131" y="16029"/>
                </a:lnTo>
                <a:lnTo>
                  <a:pt x="234475" y="16131"/>
                </a:lnTo>
                <a:lnTo>
                  <a:pt x="233835" y="16246"/>
                </a:lnTo>
                <a:lnTo>
                  <a:pt x="233211" y="16375"/>
                </a:lnTo>
                <a:lnTo>
                  <a:pt x="232602" y="16517"/>
                </a:lnTo>
                <a:lnTo>
                  <a:pt x="232009" y="16673"/>
                </a:lnTo>
                <a:lnTo>
                  <a:pt x="231432" y="16843"/>
                </a:lnTo>
                <a:lnTo>
                  <a:pt x="230870" y="17025"/>
                </a:lnTo>
                <a:lnTo>
                  <a:pt x="230324" y="17222"/>
                </a:lnTo>
                <a:lnTo>
                  <a:pt x="229793" y="17432"/>
                </a:lnTo>
                <a:lnTo>
                  <a:pt x="229278" y="17656"/>
                </a:lnTo>
                <a:lnTo>
                  <a:pt x="228779" y="17893"/>
                </a:lnTo>
                <a:lnTo>
                  <a:pt x="228295" y="18143"/>
                </a:lnTo>
                <a:lnTo>
                  <a:pt x="227827" y="18408"/>
                </a:lnTo>
                <a:lnTo>
                  <a:pt x="227374" y="18685"/>
                </a:lnTo>
                <a:lnTo>
                  <a:pt x="226938" y="18977"/>
                </a:lnTo>
                <a:lnTo>
                  <a:pt x="226516" y="19282"/>
                </a:lnTo>
                <a:lnTo>
                  <a:pt x="226111" y="19600"/>
                </a:lnTo>
                <a:lnTo>
                  <a:pt x="225721" y="19931"/>
                </a:lnTo>
                <a:lnTo>
                  <a:pt x="225348" y="20272"/>
                </a:lnTo>
                <a:lnTo>
                  <a:pt x="224992" y="20625"/>
                </a:lnTo>
                <a:lnTo>
                  <a:pt x="224652" y="20989"/>
                </a:lnTo>
                <a:lnTo>
                  <a:pt x="224329" y="21363"/>
                </a:lnTo>
                <a:lnTo>
                  <a:pt x="224022" y="21749"/>
                </a:lnTo>
                <a:lnTo>
                  <a:pt x="223732" y="22145"/>
                </a:lnTo>
                <a:lnTo>
                  <a:pt x="223458" y="22553"/>
                </a:lnTo>
                <a:lnTo>
                  <a:pt x="223202" y="22971"/>
                </a:lnTo>
                <a:lnTo>
                  <a:pt x="222961" y="23401"/>
                </a:lnTo>
                <a:lnTo>
                  <a:pt x="222737" y="23842"/>
                </a:lnTo>
                <a:lnTo>
                  <a:pt x="222530" y="24293"/>
                </a:lnTo>
                <a:lnTo>
                  <a:pt x="222340" y="24756"/>
                </a:lnTo>
                <a:lnTo>
                  <a:pt x="222166" y="25229"/>
                </a:lnTo>
                <a:lnTo>
                  <a:pt x="222008" y="25714"/>
                </a:lnTo>
                <a:lnTo>
                  <a:pt x="221867" y="26209"/>
                </a:lnTo>
                <a:lnTo>
                  <a:pt x="221743" y="26716"/>
                </a:lnTo>
                <a:lnTo>
                  <a:pt x="221635" y="27234"/>
                </a:lnTo>
                <a:lnTo>
                  <a:pt x="221544" y="27762"/>
                </a:lnTo>
                <a:lnTo>
                  <a:pt x="221469" y="28302"/>
                </a:lnTo>
                <a:lnTo>
                  <a:pt x="221411" y="28852"/>
                </a:lnTo>
                <a:lnTo>
                  <a:pt x="221370" y="29414"/>
                </a:lnTo>
                <a:lnTo>
                  <a:pt x="221345" y="29986"/>
                </a:lnTo>
                <a:lnTo>
                  <a:pt x="221337" y="30570"/>
                </a:lnTo>
                <a:lnTo>
                  <a:pt x="221344" y="31130"/>
                </a:lnTo>
                <a:lnTo>
                  <a:pt x="221365" y="31679"/>
                </a:lnTo>
                <a:lnTo>
                  <a:pt x="221400" y="32215"/>
                </a:lnTo>
                <a:lnTo>
                  <a:pt x="221449" y="32740"/>
                </a:lnTo>
                <a:lnTo>
                  <a:pt x="221512" y="33253"/>
                </a:lnTo>
                <a:lnTo>
                  <a:pt x="221589" y="33755"/>
                </a:lnTo>
                <a:lnTo>
                  <a:pt x="221680" y="34244"/>
                </a:lnTo>
                <a:lnTo>
                  <a:pt x="221786" y="34722"/>
                </a:lnTo>
                <a:lnTo>
                  <a:pt x="221905" y="35188"/>
                </a:lnTo>
                <a:lnTo>
                  <a:pt x="222038" y="35642"/>
                </a:lnTo>
                <a:lnTo>
                  <a:pt x="222185" y="36084"/>
                </a:lnTo>
                <a:lnTo>
                  <a:pt x="222347" y="36515"/>
                </a:lnTo>
                <a:lnTo>
                  <a:pt x="222522" y="36933"/>
                </a:lnTo>
                <a:lnTo>
                  <a:pt x="222711" y="37340"/>
                </a:lnTo>
                <a:lnTo>
                  <a:pt x="222915" y="37735"/>
                </a:lnTo>
                <a:lnTo>
                  <a:pt x="223132" y="38119"/>
                </a:lnTo>
                <a:lnTo>
                  <a:pt x="223364" y="38490"/>
                </a:lnTo>
                <a:lnTo>
                  <a:pt x="223609" y="38850"/>
                </a:lnTo>
                <a:lnTo>
                  <a:pt x="223869" y="39198"/>
                </a:lnTo>
                <a:lnTo>
                  <a:pt x="224142" y="39534"/>
                </a:lnTo>
                <a:lnTo>
                  <a:pt x="224430" y="39858"/>
                </a:lnTo>
                <a:lnTo>
                  <a:pt x="224731" y="40171"/>
                </a:lnTo>
                <a:lnTo>
                  <a:pt x="225047" y="40472"/>
                </a:lnTo>
                <a:lnTo>
                  <a:pt x="225377" y="40761"/>
                </a:lnTo>
                <a:lnTo>
                  <a:pt x="225721" y="41040"/>
                </a:lnTo>
                <a:lnTo>
                  <a:pt x="226082" y="41312"/>
                </a:lnTo>
                <a:lnTo>
                  <a:pt x="226458" y="41576"/>
                </a:lnTo>
                <a:lnTo>
                  <a:pt x="226851" y="41832"/>
                </a:lnTo>
                <a:lnTo>
                  <a:pt x="227259" y="42081"/>
                </a:lnTo>
                <a:lnTo>
                  <a:pt x="227683" y="42322"/>
                </a:lnTo>
                <a:lnTo>
                  <a:pt x="228124" y="42555"/>
                </a:lnTo>
                <a:lnTo>
                  <a:pt x="228580" y="42781"/>
                </a:lnTo>
                <a:lnTo>
                  <a:pt x="229052" y="42999"/>
                </a:lnTo>
                <a:lnTo>
                  <a:pt x="229540" y="43209"/>
                </a:lnTo>
                <a:lnTo>
                  <a:pt x="230044" y="43412"/>
                </a:lnTo>
                <a:lnTo>
                  <a:pt x="230564" y="43607"/>
                </a:lnTo>
                <a:lnTo>
                  <a:pt x="231100" y="43794"/>
                </a:lnTo>
                <a:lnTo>
                  <a:pt x="231651" y="43974"/>
                </a:lnTo>
                <a:lnTo>
                  <a:pt x="232219" y="44146"/>
                </a:lnTo>
                <a:lnTo>
                  <a:pt x="232803" y="44311"/>
                </a:lnTo>
                <a:lnTo>
                  <a:pt x="233402" y="44468"/>
                </a:lnTo>
                <a:lnTo>
                  <a:pt x="234018" y="44617"/>
                </a:lnTo>
                <a:lnTo>
                  <a:pt x="234649" y="44758"/>
                </a:lnTo>
                <a:lnTo>
                  <a:pt x="235297" y="44892"/>
                </a:lnTo>
                <a:lnTo>
                  <a:pt x="235960" y="45018"/>
                </a:lnTo>
                <a:lnTo>
                  <a:pt x="236639" y="45137"/>
                </a:lnTo>
                <a:lnTo>
                  <a:pt x="237334" y="45248"/>
                </a:lnTo>
                <a:lnTo>
                  <a:pt x="238046" y="45351"/>
                </a:lnTo>
                <a:lnTo>
                  <a:pt x="244288" y="46269"/>
                </a:lnTo>
                <a:lnTo>
                  <a:pt x="244613" y="46309"/>
                </a:lnTo>
                <a:lnTo>
                  <a:pt x="244931" y="46353"/>
                </a:lnTo>
                <a:lnTo>
                  <a:pt x="245242" y="46400"/>
                </a:lnTo>
                <a:lnTo>
                  <a:pt x="245546" y="46451"/>
                </a:lnTo>
                <a:lnTo>
                  <a:pt x="245843" y="46506"/>
                </a:lnTo>
                <a:lnTo>
                  <a:pt x="246132" y="46564"/>
                </a:lnTo>
                <a:lnTo>
                  <a:pt x="246414" y="46627"/>
                </a:lnTo>
                <a:lnTo>
                  <a:pt x="246690" y="46692"/>
                </a:lnTo>
                <a:lnTo>
                  <a:pt x="246958" y="46762"/>
                </a:lnTo>
                <a:lnTo>
                  <a:pt x="247218" y="46835"/>
                </a:lnTo>
                <a:lnTo>
                  <a:pt x="247472" y="46912"/>
                </a:lnTo>
                <a:lnTo>
                  <a:pt x="247718" y="46992"/>
                </a:lnTo>
                <a:lnTo>
                  <a:pt x="247958" y="47076"/>
                </a:lnTo>
                <a:lnTo>
                  <a:pt x="248190" y="47164"/>
                </a:lnTo>
                <a:lnTo>
                  <a:pt x="248415" y="47255"/>
                </a:lnTo>
                <a:lnTo>
                  <a:pt x="248633" y="47350"/>
                </a:lnTo>
                <a:lnTo>
                  <a:pt x="248843" y="47449"/>
                </a:lnTo>
                <a:lnTo>
                  <a:pt x="249047" y="47551"/>
                </a:lnTo>
                <a:lnTo>
                  <a:pt x="249243" y="47657"/>
                </a:lnTo>
                <a:lnTo>
                  <a:pt x="249432" y="47767"/>
                </a:lnTo>
                <a:lnTo>
                  <a:pt x="249614" y="47880"/>
                </a:lnTo>
                <a:lnTo>
                  <a:pt x="249788" y="47997"/>
                </a:lnTo>
                <a:lnTo>
                  <a:pt x="249956" y="48118"/>
                </a:lnTo>
                <a:lnTo>
                  <a:pt x="250116" y="48242"/>
                </a:lnTo>
                <a:lnTo>
                  <a:pt x="250270" y="48371"/>
                </a:lnTo>
                <a:lnTo>
                  <a:pt x="250417" y="48503"/>
                </a:lnTo>
                <a:lnTo>
                  <a:pt x="250558" y="48639"/>
                </a:lnTo>
                <a:lnTo>
                  <a:pt x="250692" y="48779"/>
                </a:lnTo>
                <a:lnTo>
                  <a:pt x="250819" y="48923"/>
                </a:lnTo>
                <a:lnTo>
                  <a:pt x="250940" y="49071"/>
                </a:lnTo>
                <a:lnTo>
                  <a:pt x="251054" y="49224"/>
                </a:lnTo>
                <a:lnTo>
                  <a:pt x="251162" y="49380"/>
                </a:lnTo>
                <a:lnTo>
                  <a:pt x="251264" y="49540"/>
                </a:lnTo>
                <a:lnTo>
                  <a:pt x="251358" y="49704"/>
                </a:lnTo>
                <a:lnTo>
                  <a:pt x="251447" y="49872"/>
                </a:lnTo>
                <a:lnTo>
                  <a:pt x="251528" y="50044"/>
                </a:lnTo>
                <a:lnTo>
                  <a:pt x="251604" y="50220"/>
                </a:lnTo>
                <a:lnTo>
                  <a:pt x="251672" y="50400"/>
                </a:lnTo>
                <a:lnTo>
                  <a:pt x="251734" y="50584"/>
                </a:lnTo>
                <a:lnTo>
                  <a:pt x="251790" y="50772"/>
                </a:lnTo>
                <a:lnTo>
                  <a:pt x="251839" y="50964"/>
                </a:lnTo>
                <a:lnTo>
                  <a:pt x="251881" y="51160"/>
                </a:lnTo>
                <a:lnTo>
                  <a:pt x="251917" y="51360"/>
                </a:lnTo>
                <a:lnTo>
                  <a:pt x="251947" y="51564"/>
                </a:lnTo>
                <a:lnTo>
                  <a:pt x="251970" y="51772"/>
                </a:lnTo>
                <a:lnTo>
                  <a:pt x="251986" y="51984"/>
                </a:lnTo>
                <a:lnTo>
                  <a:pt x="251996" y="52200"/>
                </a:lnTo>
                <a:lnTo>
                  <a:pt x="251999" y="52420"/>
                </a:lnTo>
                <a:lnTo>
                  <a:pt x="251995" y="52655"/>
                </a:lnTo>
                <a:lnTo>
                  <a:pt x="251984" y="52886"/>
                </a:lnTo>
                <a:lnTo>
                  <a:pt x="251966" y="53112"/>
                </a:lnTo>
                <a:lnTo>
                  <a:pt x="251940" y="53335"/>
                </a:lnTo>
                <a:lnTo>
                  <a:pt x="251907" y="53553"/>
                </a:lnTo>
                <a:lnTo>
                  <a:pt x="251867" y="53768"/>
                </a:lnTo>
                <a:lnTo>
                  <a:pt x="251819" y="53978"/>
                </a:lnTo>
                <a:lnTo>
                  <a:pt x="251764" y="54184"/>
                </a:lnTo>
                <a:lnTo>
                  <a:pt x="251702" y="54386"/>
                </a:lnTo>
                <a:lnTo>
                  <a:pt x="251633" y="54584"/>
                </a:lnTo>
                <a:lnTo>
                  <a:pt x="251556" y="54777"/>
                </a:lnTo>
                <a:lnTo>
                  <a:pt x="251471" y="54967"/>
                </a:lnTo>
                <a:lnTo>
                  <a:pt x="251380" y="55152"/>
                </a:lnTo>
                <a:lnTo>
                  <a:pt x="251281" y="55333"/>
                </a:lnTo>
                <a:lnTo>
                  <a:pt x="251174" y="55510"/>
                </a:lnTo>
                <a:lnTo>
                  <a:pt x="251061" y="55683"/>
                </a:lnTo>
                <a:lnTo>
                  <a:pt x="250940" y="55852"/>
                </a:lnTo>
                <a:lnTo>
                  <a:pt x="250812" y="56017"/>
                </a:lnTo>
                <a:lnTo>
                  <a:pt x="250676" y="56177"/>
                </a:lnTo>
                <a:lnTo>
                  <a:pt x="250533" y="56334"/>
                </a:lnTo>
                <a:lnTo>
                  <a:pt x="250383" y="56486"/>
                </a:lnTo>
                <a:lnTo>
                  <a:pt x="250225" y="56634"/>
                </a:lnTo>
                <a:lnTo>
                  <a:pt x="250060" y="56778"/>
                </a:lnTo>
                <a:lnTo>
                  <a:pt x="249888" y="56918"/>
                </a:lnTo>
                <a:lnTo>
                  <a:pt x="249708" y="57053"/>
                </a:lnTo>
                <a:lnTo>
                  <a:pt x="249521" y="57182"/>
                </a:lnTo>
                <a:lnTo>
                  <a:pt x="249327" y="57305"/>
                </a:lnTo>
                <a:lnTo>
                  <a:pt x="249126" y="57423"/>
                </a:lnTo>
                <a:lnTo>
                  <a:pt x="248917" y="57535"/>
                </a:lnTo>
                <a:lnTo>
                  <a:pt x="248700" y="57641"/>
                </a:lnTo>
                <a:lnTo>
                  <a:pt x="248477" y="57741"/>
                </a:lnTo>
                <a:lnTo>
                  <a:pt x="248246" y="57836"/>
                </a:lnTo>
                <a:lnTo>
                  <a:pt x="248008" y="57925"/>
                </a:lnTo>
                <a:lnTo>
                  <a:pt x="247762" y="58008"/>
                </a:lnTo>
                <a:lnTo>
                  <a:pt x="247509" y="58086"/>
                </a:lnTo>
                <a:lnTo>
                  <a:pt x="247249" y="58157"/>
                </a:lnTo>
                <a:lnTo>
                  <a:pt x="246981" y="58223"/>
                </a:lnTo>
                <a:lnTo>
                  <a:pt x="246706" y="58284"/>
                </a:lnTo>
                <a:lnTo>
                  <a:pt x="246424" y="58338"/>
                </a:lnTo>
                <a:lnTo>
                  <a:pt x="246134" y="58387"/>
                </a:lnTo>
                <a:lnTo>
                  <a:pt x="245838" y="58430"/>
                </a:lnTo>
                <a:lnTo>
                  <a:pt x="245533" y="58467"/>
                </a:lnTo>
                <a:lnTo>
                  <a:pt x="245222" y="58499"/>
                </a:lnTo>
                <a:lnTo>
                  <a:pt x="244903" y="58525"/>
                </a:lnTo>
                <a:lnTo>
                  <a:pt x="244576" y="58545"/>
                </a:lnTo>
                <a:lnTo>
                  <a:pt x="244243" y="58559"/>
                </a:lnTo>
                <a:lnTo>
                  <a:pt x="243902" y="58568"/>
                </a:lnTo>
                <a:lnTo>
                  <a:pt x="243554" y="58571"/>
                </a:lnTo>
                <a:lnTo>
                  <a:pt x="239515" y="58571"/>
                </a:lnTo>
                <a:lnTo>
                  <a:pt x="239227" y="58568"/>
                </a:lnTo>
                <a:lnTo>
                  <a:pt x="238943" y="58560"/>
                </a:lnTo>
                <a:lnTo>
                  <a:pt x="238663" y="58548"/>
                </a:lnTo>
                <a:lnTo>
                  <a:pt x="238389" y="58530"/>
                </a:lnTo>
                <a:lnTo>
                  <a:pt x="238119" y="58507"/>
                </a:lnTo>
                <a:lnTo>
                  <a:pt x="237854" y="58479"/>
                </a:lnTo>
                <a:lnTo>
                  <a:pt x="237593" y="58446"/>
                </a:lnTo>
                <a:lnTo>
                  <a:pt x="237337" y="58408"/>
                </a:lnTo>
                <a:lnTo>
                  <a:pt x="237085" y="58364"/>
                </a:lnTo>
                <a:lnTo>
                  <a:pt x="236838" y="58316"/>
                </a:lnTo>
                <a:lnTo>
                  <a:pt x="236596" y="58262"/>
                </a:lnTo>
                <a:lnTo>
                  <a:pt x="236359" y="58204"/>
                </a:lnTo>
                <a:lnTo>
                  <a:pt x="236126" y="58140"/>
                </a:lnTo>
                <a:lnTo>
                  <a:pt x="235897" y="58071"/>
                </a:lnTo>
                <a:lnTo>
                  <a:pt x="235674" y="57997"/>
                </a:lnTo>
                <a:lnTo>
                  <a:pt x="235455" y="57918"/>
                </a:lnTo>
                <a:lnTo>
                  <a:pt x="235240" y="57834"/>
                </a:lnTo>
                <a:lnTo>
                  <a:pt x="235030" y="57745"/>
                </a:lnTo>
                <a:lnTo>
                  <a:pt x="234825" y="57651"/>
                </a:lnTo>
                <a:lnTo>
                  <a:pt x="234624" y="57551"/>
                </a:lnTo>
                <a:lnTo>
                  <a:pt x="234428" y="57447"/>
                </a:lnTo>
                <a:lnTo>
                  <a:pt x="234237" y="57337"/>
                </a:lnTo>
                <a:lnTo>
                  <a:pt x="234050" y="57222"/>
                </a:lnTo>
                <a:lnTo>
                  <a:pt x="233868" y="57103"/>
                </a:lnTo>
                <a:lnTo>
                  <a:pt x="233692" y="56979"/>
                </a:lnTo>
                <a:lnTo>
                  <a:pt x="233523" y="56851"/>
                </a:lnTo>
                <a:lnTo>
                  <a:pt x="233360" y="56721"/>
                </a:lnTo>
                <a:lnTo>
                  <a:pt x="233204" y="56587"/>
                </a:lnTo>
                <a:lnTo>
                  <a:pt x="233055" y="56451"/>
                </a:lnTo>
                <a:lnTo>
                  <a:pt x="232913" y="56311"/>
                </a:lnTo>
                <a:lnTo>
                  <a:pt x="232778" y="56167"/>
                </a:lnTo>
                <a:lnTo>
                  <a:pt x="232649" y="56021"/>
                </a:lnTo>
                <a:lnTo>
                  <a:pt x="232528" y="55871"/>
                </a:lnTo>
                <a:lnTo>
                  <a:pt x="232413" y="55719"/>
                </a:lnTo>
                <a:lnTo>
                  <a:pt x="232305" y="55563"/>
                </a:lnTo>
                <a:lnTo>
                  <a:pt x="232205" y="55404"/>
                </a:lnTo>
                <a:lnTo>
                  <a:pt x="232110" y="55242"/>
                </a:lnTo>
                <a:lnTo>
                  <a:pt x="232023" y="55076"/>
                </a:lnTo>
                <a:lnTo>
                  <a:pt x="231943" y="54907"/>
                </a:lnTo>
                <a:lnTo>
                  <a:pt x="231869" y="54736"/>
                </a:lnTo>
                <a:lnTo>
                  <a:pt x="231803" y="54561"/>
                </a:lnTo>
                <a:lnTo>
                  <a:pt x="231743" y="54382"/>
                </a:lnTo>
                <a:lnTo>
                  <a:pt x="231690" y="54201"/>
                </a:lnTo>
                <a:lnTo>
                  <a:pt x="231644" y="54016"/>
                </a:lnTo>
                <a:lnTo>
                  <a:pt x="231604" y="53829"/>
                </a:lnTo>
                <a:lnTo>
                  <a:pt x="231572" y="53638"/>
                </a:lnTo>
                <a:lnTo>
                  <a:pt x="231546" y="53444"/>
                </a:lnTo>
                <a:lnTo>
                  <a:pt x="231528" y="53246"/>
                </a:lnTo>
                <a:lnTo>
                  <a:pt x="220052" y="53246"/>
                </a:lnTo>
                <a:lnTo>
                  <a:pt x="220071" y="53611"/>
                </a:lnTo>
                <a:lnTo>
                  <a:pt x="220098" y="53972"/>
                </a:lnTo>
                <a:lnTo>
                  <a:pt x="220133" y="54330"/>
                </a:lnTo>
                <a:lnTo>
                  <a:pt x="220176" y="54683"/>
                </a:lnTo>
                <a:lnTo>
                  <a:pt x="220226" y="55032"/>
                </a:lnTo>
                <a:lnTo>
                  <a:pt x="220284" y="55377"/>
                </a:lnTo>
                <a:lnTo>
                  <a:pt x="220350" y="55719"/>
                </a:lnTo>
                <a:lnTo>
                  <a:pt x="220424" y="56056"/>
                </a:lnTo>
                <a:lnTo>
                  <a:pt x="220506" y="56389"/>
                </a:lnTo>
                <a:lnTo>
                  <a:pt x="220595" y="56719"/>
                </a:lnTo>
                <a:lnTo>
                  <a:pt x="220693" y="57044"/>
                </a:lnTo>
                <a:lnTo>
                  <a:pt x="220798" y="57365"/>
                </a:lnTo>
                <a:lnTo>
                  <a:pt x="220911" y="57683"/>
                </a:lnTo>
                <a:lnTo>
                  <a:pt x="221031" y="57996"/>
                </a:lnTo>
                <a:lnTo>
                  <a:pt x="221160" y="58306"/>
                </a:lnTo>
                <a:lnTo>
                  <a:pt x="221296" y="58611"/>
                </a:lnTo>
                <a:lnTo>
                  <a:pt x="221440" y="58912"/>
                </a:lnTo>
                <a:lnTo>
                  <a:pt x="221592" y="59210"/>
                </a:lnTo>
                <a:lnTo>
                  <a:pt x="221752" y="59503"/>
                </a:lnTo>
                <a:lnTo>
                  <a:pt x="221919" y="59793"/>
                </a:lnTo>
                <a:lnTo>
                  <a:pt x="222095" y="60079"/>
                </a:lnTo>
                <a:lnTo>
                  <a:pt x="222278" y="60360"/>
                </a:lnTo>
                <a:lnTo>
                  <a:pt x="222469" y="60638"/>
                </a:lnTo>
                <a:lnTo>
                  <a:pt x="222667" y="60911"/>
                </a:lnTo>
                <a:lnTo>
                  <a:pt x="222873" y="61180"/>
                </a:lnTo>
                <a:lnTo>
                  <a:pt x="223086" y="61445"/>
                </a:lnTo>
                <a:lnTo>
                  <a:pt x="223305" y="61704"/>
                </a:lnTo>
                <a:lnTo>
                  <a:pt x="223531" y="61958"/>
                </a:lnTo>
                <a:lnTo>
                  <a:pt x="223763" y="62207"/>
                </a:lnTo>
                <a:lnTo>
                  <a:pt x="224002" y="62452"/>
                </a:lnTo>
                <a:lnTo>
                  <a:pt x="224247" y="62691"/>
                </a:lnTo>
                <a:lnTo>
                  <a:pt x="224499" y="62926"/>
                </a:lnTo>
                <a:lnTo>
                  <a:pt x="224757" y="63155"/>
                </a:lnTo>
                <a:lnTo>
                  <a:pt x="225022" y="63380"/>
                </a:lnTo>
                <a:lnTo>
                  <a:pt x="225293" y="63599"/>
                </a:lnTo>
                <a:lnTo>
                  <a:pt x="225571" y="63814"/>
                </a:lnTo>
                <a:lnTo>
                  <a:pt x="225855" y="64024"/>
                </a:lnTo>
                <a:lnTo>
                  <a:pt x="226146" y="64229"/>
                </a:lnTo>
                <a:lnTo>
                  <a:pt x="226444" y="64429"/>
                </a:lnTo>
                <a:lnTo>
                  <a:pt x="226748" y="64624"/>
                </a:lnTo>
                <a:lnTo>
                  <a:pt x="227058" y="64814"/>
                </a:lnTo>
                <a:lnTo>
                  <a:pt x="227375" y="64999"/>
                </a:lnTo>
                <a:lnTo>
                  <a:pt x="227699" y="65179"/>
                </a:lnTo>
                <a:lnTo>
                  <a:pt x="228029" y="65355"/>
                </a:lnTo>
                <a:lnTo>
                  <a:pt x="228366" y="65525"/>
                </a:lnTo>
                <a:lnTo>
                  <a:pt x="228709" y="65690"/>
                </a:lnTo>
                <a:lnTo>
                  <a:pt x="229059" y="65851"/>
                </a:lnTo>
                <a:lnTo>
                  <a:pt x="229415" y="66006"/>
                </a:lnTo>
                <a:lnTo>
                  <a:pt x="229777" y="66156"/>
                </a:lnTo>
                <a:lnTo>
                  <a:pt x="230145" y="66299"/>
                </a:lnTo>
                <a:lnTo>
                  <a:pt x="230517" y="66437"/>
                </a:lnTo>
                <a:lnTo>
                  <a:pt x="230895" y="66567"/>
                </a:lnTo>
                <a:lnTo>
                  <a:pt x="231277" y="66692"/>
                </a:lnTo>
                <a:lnTo>
                  <a:pt x="231665" y="66810"/>
                </a:lnTo>
                <a:lnTo>
                  <a:pt x="232058" y="66921"/>
                </a:lnTo>
                <a:lnTo>
                  <a:pt x="232456" y="67026"/>
                </a:lnTo>
                <a:lnTo>
                  <a:pt x="232859" y="67125"/>
                </a:lnTo>
                <a:lnTo>
                  <a:pt x="233267" y="67218"/>
                </a:lnTo>
                <a:lnTo>
                  <a:pt x="233680" y="67304"/>
                </a:lnTo>
                <a:lnTo>
                  <a:pt x="234098" y="67384"/>
                </a:lnTo>
                <a:lnTo>
                  <a:pt x="234521" y="67457"/>
                </a:lnTo>
                <a:lnTo>
                  <a:pt x="234950" y="67524"/>
                </a:lnTo>
                <a:lnTo>
                  <a:pt x="235383" y="67584"/>
                </a:lnTo>
                <a:lnTo>
                  <a:pt x="235822" y="67639"/>
                </a:lnTo>
                <a:lnTo>
                  <a:pt x="236266" y="67686"/>
                </a:lnTo>
                <a:lnTo>
                  <a:pt x="236715" y="67728"/>
                </a:lnTo>
                <a:lnTo>
                  <a:pt x="237169" y="67763"/>
                </a:lnTo>
                <a:lnTo>
                  <a:pt x="237628" y="67792"/>
                </a:lnTo>
                <a:lnTo>
                  <a:pt x="238092" y="67814"/>
                </a:lnTo>
                <a:lnTo>
                  <a:pt x="238561" y="67830"/>
                </a:lnTo>
                <a:lnTo>
                  <a:pt x="239036" y="67839"/>
                </a:lnTo>
                <a:lnTo>
                  <a:pt x="239515" y="67843"/>
                </a:lnTo>
                <a:lnTo>
                  <a:pt x="243554" y="67843"/>
                </a:lnTo>
                <a:lnTo>
                  <a:pt x="244356" y="67836"/>
                </a:lnTo>
                <a:lnTo>
                  <a:pt x="245143" y="67814"/>
                </a:lnTo>
                <a:close/>
                <a:moveTo>
                  <a:pt x="22954" y="67900"/>
                </a:moveTo>
                <a:lnTo>
                  <a:pt x="23716" y="67857"/>
                </a:lnTo>
                <a:lnTo>
                  <a:pt x="24464" y="67797"/>
                </a:lnTo>
                <a:lnTo>
                  <a:pt x="25200" y="67721"/>
                </a:lnTo>
                <a:lnTo>
                  <a:pt x="25922" y="67627"/>
                </a:lnTo>
                <a:lnTo>
                  <a:pt x="26631" y="67516"/>
                </a:lnTo>
                <a:lnTo>
                  <a:pt x="27326" y="67388"/>
                </a:lnTo>
                <a:lnTo>
                  <a:pt x="28008" y="67243"/>
                </a:lnTo>
                <a:lnTo>
                  <a:pt x="28676" y="67081"/>
                </a:lnTo>
                <a:lnTo>
                  <a:pt x="29331" y="66902"/>
                </a:lnTo>
                <a:lnTo>
                  <a:pt x="29973" y="66706"/>
                </a:lnTo>
                <a:lnTo>
                  <a:pt x="30601" y="66493"/>
                </a:lnTo>
                <a:lnTo>
                  <a:pt x="31216" y="66262"/>
                </a:lnTo>
                <a:lnTo>
                  <a:pt x="31817" y="66015"/>
                </a:lnTo>
                <a:lnTo>
                  <a:pt x="32406" y="65751"/>
                </a:lnTo>
                <a:lnTo>
                  <a:pt x="32980" y="65470"/>
                </a:lnTo>
                <a:lnTo>
                  <a:pt x="33542" y="65171"/>
                </a:lnTo>
                <a:lnTo>
                  <a:pt x="34090" y="64856"/>
                </a:lnTo>
                <a:lnTo>
                  <a:pt x="34624" y="64523"/>
                </a:lnTo>
                <a:lnTo>
                  <a:pt x="35145" y="64174"/>
                </a:lnTo>
                <a:lnTo>
                  <a:pt x="35653" y="63807"/>
                </a:lnTo>
                <a:lnTo>
                  <a:pt x="36147" y="63423"/>
                </a:lnTo>
                <a:lnTo>
                  <a:pt x="36628" y="63022"/>
                </a:lnTo>
                <a:lnTo>
                  <a:pt x="37093" y="62607"/>
                </a:lnTo>
                <a:lnTo>
                  <a:pt x="37540" y="62179"/>
                </a:lnTo>
                <a:lnTo>
                  <a:pt x="37967" y="61739"/>
                </a:lnTo>
                <a:lnTo>
                  <a:pt x="38375" y="61287"/>
                </a:lnTo>
                <a:lnTo>
                  <a:pt x="38765" y="60823"/>
                </a:lnTo>
                <a:lnTo>
                  <a:pt x="39136" y="60346"/>
                </a:lnTo>
                <a:lnTo>
                  <a:pt x="39488" y="59857"/>
                </a:lnTo>
                <a:lnTo>
                  <a:pt x="39822" y="59356"/>
                </a:lnTo>
                <a:lnTo>
                  <a:pt x="40136" y="58842"/>
                </a:lnTo>
                <a:lnTo>
                  <a:pt x="40432" y="58316"/>
                </a:lnTo>
                <a:lnTo>
                  <a:pt x="40709" y="57778"/>
                </a:lnTo>
                <a:lnTo>
                  <a:pt x="40967" y="57228"/>
                </a:lnTo>
                <a:lnTo>
                  <a:pt x="41206" y="56665"/>
                </a:lnTo>
                <a:lnTo>
                  <a:pt x="41426" y="56090"/>
                </a:lnTo>
                <a:lnTo>
                  <a:pt x="41628" y="55503"/>
                </a:lnTo>
                <a:lnTo>
                  <a:pt x="41811" y="54903"/>
                </a:lnTo>
                <a:lnTo>
                  <a:pt x="41975" y="54292"/>
                </a:lnTo>
                <a:lnTo>
                  <a:pt x="42120" y="53668"/>
                </a:lnTo>
                <a:lnTo>
                  <a:pt x="42246" y="53031"/>
                </a:lnTo>
                <a:lnTo>
                  <a:pt x="42354" y="52383"/>
                </a:lnTo>
                <a:lnTo>
                  <a:pt x="42443" y="51722"/>
                </a:lnTo>
                <a:lnTo>
                  <a:pt x="42512" y="51049"/>
                </a:lnTo>
                <a:lnTo>
                  <a:pt x="42564" y="50363"/>
                </a:lnTo>
                <a:lnTo>
                  <a:pt x="42596" y="49666"/>
                </a:lnTo>
                <a:lnTo>
                  <a:pt x="31120" y="49666"/>
                </a:lnTo>
                <a:lnTo>
                  <a:pt x="31094" y="49992"/>
                </a:lnTo>
                <a:lnTo>
                  <a:pt x="31059" y="50311"/>
                </a:lnTo>
                <a:lnTo>
                  <a:pt x="31017" y="50625"/>
                </a:lnTo>
                <a:lnTo>
                  <a:pt x="30966" y="50932"/>
                </a:lnTo>
                <a:lnTo>
                  <a:pt x="30908" y="51233"/>
                </a:lnTo>
                <a:lnTo>
                  <a:pt x="30842" y="51528"/>
                </a:lnTo>
                <a:lnTo>
                  <a:pt x="30769" y="51816"/>
                </a:lnTo>
                <a:lnTo>
                  <a:pt x="30687" y="52098"/>
                </a:lnTo>
                <a:lnTo>
                  <a:pt x="30598" y="52375"/>
                </a:lnTo>
                <a:lnTo>
                  <a:pt x="30501" y="52644"/>
                </a:lnTo>
                <a:lnTo>
                  <a:pt x="30396" y="52908"/>
                </a:lnTo>
                <a:lnTo>
                  <a:pt x="30283" y="53166"/>
                </a:lnTo>
                <a:lnTo>
                  <a:pt x="30162" y="53417"/>
                </a:lnTo>
                <a:lnTo>
                  <a:pt x="30034" y="53662"/>
                </a:lnTo>
                <a:lnTo>
                  <a:pt x="29898" y="53901"/>
                </a:lnTo>
                <a:lnTo>
                  <a:pt x="29754" y="54133"/>
                </a:lnTo>
                <a:lnTo>
                  <a:pt x="29602" y="54360"/>
                </a:lnTo>
                <a:lnTo>
                  <a:pt x="29442" y="54580"/>
                </a:lnTo>
                <a:lnTo>
                  <a:pt x="29275" y="54794"/>
                </a:lnTo>
                <a:lnTo>
                  <a:pt x="29100" y="55002"/>
                </a:lnTo>
                <a:lnTo>
                  <a:pt x="28916" y="55203"/>
                </a:lnTo>
                <a:lnTo>
                  <a:pt x="28725" y="55398"/>
                </a:lnTo>
                <a:lnTo>
                  <a:pt x="28527" y="55588"/>
                </a:lnTo>
                <a:lnTo>
                  <a:pt x="28320" y="55770"/>
                </a:lnTo>
                <a:lnTo>
                  <a:pt x="28107" y="55946"/>
                </a:lnTo>
                <a:lnTo>
                  <a:pt x="27886" y="56115"/>
                </a:lnTo>
                <a:lnTo>
                  <a:pt x="27660" y="56276"/>
                </a:lnTo>
                <a:lnTo>
                  <a:pt x="27426" y="56430"/>
                </a:lnTo>
                <a:lnTo>
                  <a:pt x="27187" y="56576"/>
                </a:lnTo>
                <a:lnTo>
                  <a:pt x="26940" y="56714"/>
                </a:lnTo>
                <a:lnTo>
                  <a:pt x="26688" y="56845"/>
                </a:lnTo>
                <a:lnTo>
                  <a:pt x="26428" y="56969"/>
                </a:lnTo>
                <a:lnTo>
                  <a:pt x="26162" y="57085"/>
                </a:lnTo>
                <a:lnTo>
                  <a:pt x="25890" y="57194"/>
                </a:lnTo>
                <a:lnTo>
                  <a:pt x="25611" y="57295"/>
                </a:lnTo>
                <a:lnTo>
                  <a:pt x="25325" y="57388"/>
                </a:lnTo>
                <a:lnTo>
                  <a:pt x="25033" y="57475"/>
                </a:lnTo>
                <a:lnTo>
                  <a:pt x="24735" y="57553"/>
                </a:lnTo>
                <a:lnTo>
                  <a:pt x="24429" y="57624"/>
                </a:lnTo>
                <a:lnTo>
                  <a:pt x="24118" y="57688"/>
                </a:lnTo>
                <a:lnTo>
                  <a:pt x="23800" y="57744"/>
                </a:lnTo>
                <a:lnTo>
                  <a:pt x="23475" y="57793"/>
                </a:lnTo>
                <a:lnTo>
                  <a:pt x="23143" y="57834"/>
                </a:lnTo>
                <a:lnTo>
                  <a:pt x="22806" y="57868"/>
                </a:lnTo>
                <a:lnTo>
                  <a:pt x="22461" y="57894"/>
                </a:lnTo>
                <a:lnTo>
                  <a:pt x="22110" y="57913"/>
                </a:lnTo>
                <a:lnTo>
                  <a:pt x="21753" y="57924"/>
                </a:lnTo>
                <a:lnTo>
                  <a:pt x="21389" y="57928"/>
                </a:lnTo>
                <a:lnTo>
                  <a:pt x="21010" y="57923"/>
                </a:lnTo>
                <a:lnTo>
                  <a:pt x="20637" y="57910"/>
                </a:lnTo>
                <a:lnTo>
                  <a:pt x="20272" y="57888"/>
                </a:lnTo>
                <a:lnTo>
                  <a:pt x="19913" y="57856"/>
                </a:lnTo>
                <a:lnTo>
                  <a:pt x="19560" y="57816"/>
                </a:lnTo>
                <a:lnTo>
                  <a:pt x="19215" y="57767"/>
                </a:lnTo>
                <a:lnTo>
                  <a:pt x="18876" y="57709"/>
                </a:lnTo>
                <a:lnTo>
                  <a:pt x="18544" y="57642"/>
                </a:lnTo>
                <a:lnTo>
                  <a:pt x="18218" y="57566"/>
                </a:lnTo>
                <a:lnTo>
                  <a:pt x="17899" y="57481"/>
                </a:lnTo>
                <a:lnTo>
                  <a:pt x="17587" y="57388"/>
                </a:lnTo>
                <a:lnTo>
                  <a:pt x="17281" y="57285"/>
                </a:lnTo>
                <a:lnTo>
                  <a:pt x="16983" y="57173"/>
                </a:lnTo>
                <a:lnTo>
                  <a:pt x="16690" y="57053"/>
                </a:lnTo>
                <a:lnTo>
                  <a:pt x="16405" y="56924"/>
                </a:lnTo>
                <a:lnTo>
                  <a:pt x="16126" y="56785"/>
                </a:lnTo>
                <a:lnTo>
                  <a:pt x="15854" y="56638"/>
                </a:lnTo>
                <a:lnTo>
                  <a:pt x="15589" y="56482"/>
                </a:lnTo>
                <a:lnTo>
                  <a:pt x="15330" y="56317"/>
                </a:lnTo>
                <a:lnTo>
                  <a:pt x="15078" y="56143"/>
                </a:lnTo>
                <a:lnTo>
                  <a:pt x="14833" y="55960"/>
                </a:lnTo>
                <a:lnTo>
                  <a:pt x="14594" y="55768"/>
                </a:lnTo>
                <a:lnTo>
                  <a:pt x="14362" y="55567"/>
                </a:lnTo>
                <a:lnTo>
                  <a:pt x="14137" y="55357"/>
                </a:lnTo>
                <a:lnTo>
                  <a:pt x="13920" y="55139"/>
                </a:lnTo>
                <a:lnTo>
                  <a:pt x="13712" y="54914"/>
                </a:lnTo>
                <a:lnTo>
                  <a:pt x="13513" y="54682"/>
                </a:lnTo>
                <a:lnTo>
                  <a:pt x="13324" y="54442"/>
                </a:lnTo>
                <a:lnTo>
                  <a:pt x="13144" y="54195"/>
                </a:lnTo>
                <a:lnTo>
                  <a:pt x="12973" y="53940"/>
                </a:lnTo>
                <a:lnTo>
                  <a:pt x="12811" y="53678"/>
                </a:lnTo>
                <a:lnTo>
                  <a:pt x="12658" y="53409"/>
                </a:lnTo>
                <a:lnTo>
                  <a:pt x="12515" y="53132"/>
                </a:lnTo>
                <a:lnTo>
                  <a:pt x="12381" y="52849"/>
                </a:lnTo>
                <a:lnTo>
                  <a:pt x="12256" y="52557"/>
                </a:lnTo>
                <a:lnTo>
                  <a:pt x="12141" y="52259"/>
                </a:lnTo>
                <a:lnTo>
                  <a:pt x="12035" y="51953"/>
                </a:lnTo>
                <a:lnTo>
                  <a:pt x="11938" y="51640"/>
                </a:lnTo>
                <a:lnTo>
                  <a:pt x="11850" y="51319"/>
                </a:lnTo>
                <a:lnTo>
                  <a:pt x="11771" y="50992"/>
                </a:lnTo>
                <a:lnTo>
                  <a:pt x="11702" y="50657"/>
                </a:lnTo>
                <a:lnTo>
                  <a:pt x="11642" y="50314"/>
                </a:lnTo>
                <a:lnTo>
                  <a:pt x="11591" y="49964"/>
                </a:lnTo>
                <a:lnTo>
                  <a:pt x="11549" y="49607"/>
                </a:lnTo>
                <a:lnTo>
                  <a:pt x="11517" y="49243"/>
                </a:lnTo>
                <a:lnTo>
                  <a:pt x="11494" y="48871"/>
                </a:lnTo>
                <a:lnTo>
                  <a:pt x="11480" y="48492"/>
                </a:lnTo>
                <a:lnTo>
                  <a:pt x="11475" y="48105"/>
                </a:lnTo>
                <a:lnTo>
                  <a:pt x="11475" y="35344"/>
                </a:lnTo>
                <a:lnTo>
                  <a:pt x="11480" y="34957"/>
                </a:lnTo>
                <a:lnTo>
                  <a:pt x="11494" y="34579"/>
                </a:lnTo>
                <a:lnTo>
                  <a:pt x="11517" y="34207"/>
                </a:lnTo>
                <a:lnTo>
                  <a:pt x="11549" y="33843"/>
                </a:lnTo>
                <a:lnTo>
                  <a:pt x="11591" y="33487"/>
                </a:lnTo>
                <a:lnTo>
                  <a:pt x="11642" y="33138"/>
                </a:lnTo>
                <a:lnTo>
                  <a:pt x="11702" y="32796"/>
                </a:lnTo>
                <a:lnTo>
                  <a:pt x="11771" y="32463"/>
                </a:lnTo>
                <a:lnTo>
                  <a:pt x="11850" y="32136"/>
                </a:lnTo>
                <a:lnTo>
                  <a:pt x="11938" y="31817"/>
                </a:lnTo>
                <a:lnTo>
                  <a:pt x="12035" y="31506"/>
                </a:lnTo>
                <a:lnTo>
                  <a:pt x="12141" y="31202"/>
                </a:lnTo>
                <a:lnTo>
                  <a:pt x="12256" y="30905"/>
                </a:lnTo>
                <a:lnTo>
                  <a:pt x="12381" y="30616"/>
                </a:lnTo>
                <a:lnTo>
                  <a:pt x="12515" y="30335"/>
                </a:lnTo>
                <a:lnTo>
                  <a:pt x="12658" y="30061"/>
                </a:lnTo>
                <a:lnTo>
                  <a:pt x="12811" y="29794"/>
                </a:lnTo>
                <a:lnTo>
                  <a:pt x="12973" y="29535"/>
                </a:lnTo>
                <a:lnTo>
                  <a:pt x="13144" y="29283"/>
                </a:lnTo>
                <a:lnTo>
                  <a:pt x="13324" y="29039"/>
                </a:lnTo>
                <a:lnTo>
                  <a:pt x="13513" y="28803"/>
                </a:lnTo>
                <a:lnTo>
                  <a:pt x="13712" y="28574"/>
                </a:lnTo>
                <a:lnTo>
                  <a:pt x="13920" y="28352"/>
                </a:lnTo>
                <a:lnTo>
                  <a:pt x="14137" y="28138"/>
                </a:lnTo>
                <a:lnTo>
                  <a:pt x="14362" y="27932"/>
                </a:lnTo>
                <a:lnTo>
                  <a:pt x="14594" y="27735"/>
                </a:lnTo>
                <a:lnTo>
                  <a:pt x="14833" y="27546"/>
                </a:lnTo>
                <a:lnTo>
                  <a:pt x="15078" y="27366"/>
                </a:lnTo>
                <a:lnTo>
                  <a:pt x="15330" y="27195"/>
                </a:lnTo>
                <a:lnTo>
                  <a:pt x="15589" y="27033"/>
                </a:lnTo>
                <a:lnTo>
                  <a:pt x="15854" y="26880"/>
                </a:lnTo>
                <a:lnTo>
                  <a:pt x="16126" y="26735"/>
                </a:lnTo>
                <a:lnTo>
                  <a:pt x="16405" y="26599"/>
                </a:lnTo>
                <a:lnTo>
                  <a:pt x="16690" y="26472"/>
                </a:lnTo>
                <a:lnTo>
                  <a:pt x="16983" y="26353"/>
                </a:lnTo>
                <a:lnTo>
                  <a:pt x="17281" y="26244"/>
                </a:lnTo>
                <a:lnTo>
                  <a:pt x="17587" y="26143"/>
                </a:lnTo>
                <a:lnTo>
                  <a:pt x="17899" y="26051"/>
                </a:lnTo>
                <a:lnTo>
                  <a:pt x="18218" y="25968"/>
                </a:lnTo>
                <a:lnTo>
                  <a:pt x="18544" y="25893"/>
                </a:lnTo>
                <a:lnTo>
                  <a:pt x="18876" y="25827"/>
                </a:lnTo>
                <a:lnTo>
                  <a:pt x="19215" y="25770"/>
                </a:lnTo>
                <a:lnTo>
                  <a:pt x="19560" y="25722"/>
                </a:lnTo>
                <a:lnTo>
                  <a:pt x="19913" y="25683"/>
                </a:lnTo>
                <a:lnTo>
                  <a:pt x="20272" y="25652"/>
                </a:lnTo>
                <a:lnTo>
                  <a:pt x="20637" y="25630"/>
                </a:lnTo>
                <a:lnTo>
                  <a:pt x="21010" y="25617"/>
                </a:lnTo>
                <a:lnTo>
                  <a:pt x="21389" y="25612"/>
                </a:lnTo>
                <a:lnTo>
                  <a:pt x="21753" y="25616"/>
                </a:lnTo>
                <a:lnTo>
                  <a:pt x="22110" y="25627"/>
                </a:lnTo>
                <a:lnTo>
                  <a:pt x="22461" y="25646"/>
                </a:lnTo>
                <a:lnTo>
                  <a:pt x="22806" y="25672"/>
                </a:lnTo>
                <a:lnTo>
                  <a:pt x="23143" y="25706"/>
                </a:lnTo>
                <a:lnTo>
                  <a:pt x="23475" y="25747"/>
                </a:lnTo>
                <a:lnTo>
                  <a:pt x="23800" y="25796"/>
                </a:lnTo>
                <a:lnTo>
                  <a:pt x="24118" y="25852"/>
                </a:lnTo>
                <a:lnTo>
                  <a:pt x="24429" y="25916"/>
                </a:lnTo>
                <a:lnTo>
                  <a:pt x="24735" y="25987"/>
                </a:lnTo>
                <a:lnTo>
                  <a:pt x="25033" y="26066"/>
                </a:lnTo>
                <a:lnTo>
                  <a:pt x="25325" y="26152"/>
                </a:lnTo>
                <a:lnTo>
                  <a:pt x="25611" y="26245"/>
                </a:lnTo>
                <a:lnTo>
                  <a:pt x="25890" y="26346"/>
                </a:lnTo>
                <a:lnTo>
                  <a:pt x="26162" y="26455"/>
                </a:lnTo>
                <a:lnTo>
                  <a:pt x="26428" y="26571"/>
                </a:lnTo>
                <a:lnTo>
                  <a:pt x="26688" y="26695"/>
                </a:lnTo>
                <a:lnTo>
                  <a:pt x="26940" y="26826"/>
                </a:lnTo>
                <a:lnTo>
                  <a:pt x="27187" y="26964"/>
                </a:lnTo>
                <a:lnTo>
                  <a:pt x="27426" y="27110"/>
                </a:lnTo>
                <a:lnTo>
                  <a:pt x="27660" y="27264"/>
                </a:lnTo>
                <a:lnTo>
                  <a:pt x="27886" y="27425"/>
                </a:lnTo>
                <a:lnTo>
                  <a:pt x="28107" y="27594"/>
                </a:lnTo>
                <a:lnTo>
                  <a:pt x="28320" y="27770"/>
                </a:lnTo>
                <a:lnTo>
                  <a:pt x="28527" y="27953"/>
                </a:lnTo>
                <a:lnTo>
                  <a:pt x="28725" y="28142"/>
                </a:lnTo>
                <a:lnTo>
                  <a:pt x="28916" y="28337"/>
                </a:lnTo>
                <a:lnTo>
                  <a:pt x="29100" y="28539"/>
                </a:lnTo>
                <a:lnTo>
                  <a:pt x="29275" y="28746"/>
                </a:lnTo>
                <a:lnTo>
                  <a:pt x="29442" y="28960"/>
                </a:lnTo>
                <a:lnTo>
                  <a:pt x="29602" y="29180"/>
                </a:lnTo>
                <a:lnTo>
                  <a:pt x="29754" y="29407"/>
                </a:lnTo>
                <a:lnTo>
                  <a:pt x="29898" y="29640"/>
                </a:lnTo>
                <a:lnTo>
                  <a:pt x="30034" y="29878"/>
                </a:lnTo>
                <a:lnTo>
                  <a:pt x="30162" y="30123"/>
                </a:lnTo>
                <a:lnTo>
                  <a:pt x="30283" y="30375"/>
                </a:lnTo>
                <a:lnTo>
                  <a:pt x="30396" y="30632"/>
                </a:lnTo>
                <a:lnTo>
                  <a:pt x="30501" y="30896"/>
                </a:lnTo>
                <a:lnTo>
                  <a:pt x="30598" y="31166"/>
                </a:lnTo>
                <a:lnTo>
                  <a:pt x="30687" y="31442"/>
                </a:lnTo>
                <a:lnTo>
                  <a:pt x="30769" y="31725"/>
                </a:lnTo>
                <a:lnTo>
                  <a:pt x="30842" y="32013"/>
                </a:lnTo>
                <a:lnTo>
                  <a:pt x="30908" y="32308"/>
                </a:lnTo>
                <a:lnTo>
                  <a:pt x="30966" y="32609"/>
                </a:lnTo>
                <a:lnTo>
                  <a:pt x="31017" y="32917"/>
                </a:lnTo>
                <a:lnTo>
                  <a:pt x="31059" y="33230"/>
                </a:lnTo>
                <a:lnTo>
                  <a:pt x="31094" y="33550"/>
                </a:lnTo>
                <a:lnTo>
                  <a:pt x="31120" y="33876"/>
                </a:lnTo>
                <a:lnTo>
                  <a:pt x="42596" y="33876"/>
                </a:lnTo>
                <a:lnTo>
                  <a:pt x="42564" y="33178"/>
                </a:lnTo>
                <a:lnTo>
                  <a:pt x="42512" y="32493"/>
                </a:lnTo>
                <a:lnTo>
                  <a:pt x="42443" y="31819"/>
                </a:lnTo>
                <a:lnTo>
                  <a:pt x="42354" y="31158"/>
                </a:lnTo>
                <a:lnTo>
                  <a:pt x="42246" y="30510"/>
                </a:lnTo>
                <a:lnTo>
                  <a:pt x="42120" y="29873"/>
                </a:lnTo>
                <a:lnTo>
                  <a:pt x="41975" y="29249"/>
                </a:lnTo>
                <a:lnTo>
                  <a:pt x="41811" y="28637"/>
                </a:lnTo>
                <a:lnTo>
                  <a:pt x="41628" y="28038"/>
                </a:lnTo>
                <a:lnTo>
                  <a:pt x="41426" y="27451"/>
                </a:lnTo>
                <a:lnTo>
                  <a:pt x="41206" y="26876"/>
                </a:lnTo>
                <a:lnTo>
                  <a:pt x="40967" y="26313"/>
                </a:lnTo>
                <a:lnTo>
                  <a:pt x="40709" y="25762"/>
                </a:lnTo>
                <a:lnTo>
                  <a:pt x="40432" y="25224"/>
                </a:lnTo>
                <a:lnTo>
                  <a:pt x="40136" y="24698"/>
                </a:lnTo>
                <a:lnTo>
                  <a:pt x="39822" y="24185"/>
                </a:lnTo>
                <a:lnTo>
                  <a:pt x="39488" y="23683"/>
                </a:lnTo>
                <a:lnTo>
                  <a:pt x="39136" y="23194"/>
                </a:lnTo>
                <a:lnTo>
                  <a:pt x="38765" y="22717"/>
                </a:lnTo>
                <a:lnTo>
                  <a:pt x="38375" y="22253"/>
                </a:lnTo>
                <a:lnTo>
                  <a:pt x="37967" y="21801"/>
                </a:lnTo>
                <a:lnTo>
                  <a:pt x="37540" y="21361"/>
                </a:lnTo>
                <a:lnTo>
                  <a:pt x="37093" y="20933"/>
                </a:lnTo>
                <a:lnTo>
                  <a:pt x="36628" y="20518"/>
                </a:lnTo>
                <a:lnTo>
                  <a:pt x="36147" y="20117"/>
                </a:lnTo>
                <a:lnTo>
                  <a:pt x="35653" y="19733"/>
                </a:lnTo>
                <a:lnTo>
                  <a:pt x="35145" y="19367"/>
                </a:lnTo>
                <a:lnTo>
                  <a:pt x="34624" y="19017"/>
                </a:lnTo>
                <a:lnTo>
                  <a:pt x="34090" y="18684"/>
                </a:lnTo>
                <a:lnTo>
                  <a:pt x="33542" y="18369"/>
                </a:lnTo>
                <a:lnTo>
                  <a:pt x="32980" y="18071"/>
                </a:lnTo>
                <a:lnTo>
                  <a:pt x="32406" y="17789"/>
                </a:lnTo>
                <a:lnTo>
                  <a:pt x="31817" y="17525"/>
                </a:lnTo>
                <a:lnTo>
                  <a:pt x="31216" y="17278"/>
                </a:lnTo>
                <a:lnTo>
                  <a:pt x="30601" y="17047"/>
                </a:lnTo>
                <a:lnTo>
                  <a:pt x="29973" y="16834"/>
                </a:lnTo>
                <a:lnTo>
                  <a:pt x="29331" y="16638"/>
                </a:lnTo>
                <a:lnTo>
                  <a:pt x="28676" y="16459"/>
                </a:lnTo>
                <a:lnTo>
                  <a:pt x="28008" y="16297"/>
                </a:lnTo>
                <a:lnTo>
                  <a:pt x="27326" y="16152"/>
                </a:lnTo>
                <a:lnTo>
                  <a:pt x="26631" y="16024"/>
                </a:lnTo>
                <a:lnTo>
                  <a:pt x="25922" y="15913"/>
                </a:lnTo>
                <a:lnTo>
                  <a:pt x="25200" y="15820"/>
                </a:lnTo>
                <a:lnTo>
                  <a:pt x="24464" y="15743"/>
                </a:lnTo>
                <a:lnTo>
                  <a:pt x="23716" y="15683"/>
                </a:lnTo>
                <a:lnTo>
                  <a:pt x="22954" y="15641"/>
                </a:lnTo>
                <a:lnTo>
                  <a:pt x="22178" y="15615"/>
                </a:lnTo>
                <a:lnTo>
                  <a:pt x="21389" y="15606"/>
                </a:lnTo>
                <a:lnTo>
                  <a:pt x="20856" y="15611"/>
                </a:lnTo>
                <a:lnTo>
                  <a:pt x="20329" y="15623"/>
                </a:lnTo>
                <a:lnTo>
                  <a:pt x="19808" y="15644"/>
                </a:lnTo>
                <a:lnTo>
                  <a:pt x="19292" y="15674"/>
                </a:lnTo>
                <a:lnTo>
                  <a:pt x="18781" y="15712"/>
                </a:lnTo>
                <a:lnTo>
                  <a:pt x="18277" y="15758"/>
                </a:lnTo>
                <a:lnTo>
                  <a:pt x="17777" y="15813"/>
                </a:lnTo>
                <a:lnTo>
                  <a:pt x="17284" y="15877"/>
                </a:lnTo>
                <a:lnTo>
                  <a:pt x="16796" y="15949"/>
                </a:lnTo>
                <a:lnTo>
                  <a:pt x="16313" y="16029"/>
                </a:lnTo>
                <a:lnTo>
                  <a:pt x="15836" y="16118"/>
                </a:lnTo>
                <a:lnTo>
                  <a:pt x="15365" y="16215"/>
                </a:lnTo>
                <a:lnTo>
                  <a:pt x="14899" y="16320"/>
                </a:lnTo>
                <a:lnTo>
                  <a:pt x="14439" y="16434"/>
                </a:lnTo>
                <a:lnTo>
                  <a:pt x="13984" y="16557"/>
                </a:lnTo>
                <a:lnTo>
                  <a:pt x="13535" y="16688"/>
                </a:lnTo>
                <a:lnTo>
                  <a:pt x="13092" y="16827"/>
                </a:lnTo>
                <a:lnTo>
                  <a:pt x="12654" y="16975"/>
                </a:lnTo>
                <a:lnTo>
                  <a:pt x="12221" y="17131"/>
                </a:lnTo>
                <a:lnTo>
                  <a:pt x="11795" y="17296"/>
                </a:lnTo>
                <a:lnTo>
                  <a:pt x="11373" y="17469"/>
                </a:lnTo>
                <a:lnTo>
                  <a:pt x="10958" y="17651"/>
                </a:lnTo>
                <a:lnTo>
                  <a:pt x="10548" y="17841"/>
                </a:lnTo>
                <a:lnTo>
                  <a:pt x="10143" y="18040"/>
                </a:lnTo>
                <a:lnTo>
                  <a:pt x="9745" y="18246"/>
                </a:lnTo>
                <a:lnTo>
                  <a:pt x="9355" y="18459"/>
                </a:lnTo>
                <a:lnTo>
                  <a:pt x="8972" y="18678"/>
                </a:lnTo>
                <a:lnTo>
                  <a:pt x="8597" y="18905"/>
                </a:lnTo>
                <a:lnTo>
                  <a:pt x="8229" y="19139"/>
                </a:lnTo>
                <a:lnTo>
                  <a:pt x="7869" y="19379"/>
                </a:lnTo>
                <a:lnTo>
                  <a:pt x="7516" y="19626"/>
                </a:lnTo>
                <a:lnTo>
                  <a:pt x="7170" y="19880"/>
                </a:lnTo>
                <a:lnTo>
                  <a:pt x="6832" y="20141"/>
                </a:lnTo>
                <a:lnTo>
                  <a:pt x="6502" y="20409"/>
                </a:lnTo>
                <a:lnTo>
                  <a:pt x="6179" y="20684"/>
                </a:lnTo>
                <a:lnTo>
                  <a:pt x="5863" y="20965"/>
                </a:lnTo>
                <a:lnTo>
                  <a:pt x="5555" y="21254"/>
                </a:lnTo>
                <a:lnTo>
                  <a:pt x="5255" y="21549"/>
                </a:lnTo>
                <a:lnTo>
                  <a:pt x="4962" y="21851"/>
                </a:lnTo>
                <a:lnTo>
                  <a:pt x="4676" y="22160"/>
                </a:lnTo>
                <a:lnTo>
                  <a:pt x="4398" y="22476"/>
                </a:lnTo>
                <a:lnTo>
                  <a:pt x="4128" y="22798"/>
                </a:lnTo>
                <a:lnTo>
                  <a:pt x="3865" y="23128"/>
                </a:lnTo>
                <a:lnTo>
                  <a:pt x="3609" y="23464"/>
                </a:lnTo>
                <a:lnTo>
                  <a:pt x="3361" y="23808"/>
                </a:lnTo>
                <a:lnTo>
                  <a:pt x="3120" y="24158"/>
                </a:lnTo>
                <a:lnTo>
                  <a:pt x="2887" y="24515"/>
                </a:lnTo>
                <a:lnTo>
                  <a:pt x="2662" y="24878"/>
                </a:lnTo>
                <a:lnTo>
                  <a:pt x="2444" y="25249"/>
                </a:lnTo>
                <a:lnTo>
                  <a:pt x="2236" y="25625"/>
                </a:lnTo>
                <a:lnTo>
                  <a:pt x="2038" y="26007"/>
                </a:lnTo>
                <a:lnTo>
                  <a:pt x="1848" y="26396"/>
                </a:lnTo>
                <a:lnTo>
                  <a:pt x="1668" y="26790"/>
                </a:lnTo>
                <a:lnTo>
                  <a:pt x="1497" y="27191"/>
                </a:lnTo>
                <a:lnTo>
                  <a:pt x="1335" y="27597"/>
                </a:lnTo>
                <a:lnTo>
                  <a:pt x="1183" y="28010"/>
                </a:lnTo>
                <a:lnTo>
                  <a:pt x="1040" y="28429"/>
                </a:lnTo>
                <a:lnTo>
                  <a:pt x="906" y="28854"/>
                </a:lnTo>
                <a:lnTo>
                  <a:pt x="781" y="29284"/>
                </a:lnTo>
                <a:lnTo>
                  <a:pt x="665" y="29721"/>
                </a:lnTo>
                <a:lnTo>
                  <a:pt x="559" y="30164"/>
                </a:lnTo>
                <a:lnTo>
                  <a:pt x="462" y="30613"/>
                </a:lnTo>
                <a:lnTo>
                  <a:pt x="374" y="31068"/>
                </a:lnTo>
                <a:lnTo>
                  <a:pt x="296" y="31529"/>
                </a:lnTo>
                <a:lnTo>
                  <a:pt x="226" y="31997"/>
                </a:lnTo>
                <a:lnTo>
                  <a:pt x="166" y="32470"/>
                </a:lnTo>
                <a:lnTo>
                  <a:pt x="116" y="32949"/>
                </a:lnTo>
                <a:lnTo>
                  <a:pt x="74" y="33434"/>
                </a:lnTo>
                <a:lnTo>
                  <a:pt x="42" y="33926"/>
                </a:lnTo>
                <a:lnTo>
                  <a:pt x="18" y="34423"/>
                </a:lnTo>
                <a:lnTo>
                  <a:pt x="5" y="34927"/>
                </a:lnTo>
                <a:lnTo>
                  <a:pt x="0" y="35436"/>
                </a:lnTo>
                <a:lnTo>
                  <a:pt x="0" y="48105"/>
                </a:lnTo>
                <a:lnTo>
                  <a:pt x="5" y="48607"/>
                </a:lnTo>
                <a:lnTo>
                  <a:pt x="18" y="49104"/>
                </a:lnTo>
                <a:lnTo>
                  <a:pt x="42" y="49595"/>
                </a:lnTo>
                <a:lnTo>
                  <a:pt x="74" y="50080"/>
                </a:lnTo>
                <a:lnTo>
                  <a:pt x="116" y="50560"/>
                </a:lnTo>
                <a:lnTo>
                  <a:pt x="166" y="51034"/>
                </a:lnTo>
                <a:lnTo>
                  <a:pt x="226" y="51503"/>
                </a:lnTo>
                <a:lnTo>
                  <a:pt x="296" y="51966"/>
                </a:lnTo>
                <a:lnTo>
                  <a:pt x="374" y="52423"/>
                </a:lnTo>
                <a:lnTo>
                  <a:pt x="462" y="52875"/>
                </a:lnTo>
                <a:lnTo>
                  <a:pt x="559" y="53322"/>
                </a:lnTo>
                <a:lnTo>
                  <a:pt x="665" y="53762"/>
                </a:lnTo>
                <a:lnTo>
                  <a:pt x="781" y="54198"/>
                </a:lnTo>
                <a:lnTo>
                  <a:pt x="906" y="54627"/>
                </a:lnTo>
                <a:lnTo>
                  <a:pt x="1040" y="55051"/>
                </a:lnTo>
                <a:lnTo>
                  <a:pt x="1183" y="55470"/>
                </a:lnTo>
                <a:lnTo>
                  <a:pt x="1335" y="55883"/>
                </a:lnTo>
                <a:lnTo>
                  <a:pt x="1497" y="56290"/>
                </a:lnTo>
                <a:lnTo>
                  <a:pt x="1668" y="56692"/>
                </a:lnTo>
                <a:lnTo>
                  <a:pt x="1848" y="57088"/>
                </a:lnTo>
                <a:lnTo>
                  <a:pt x="2038" y="57479"/>
                </a:lnTo>
                <a:lnTo>
                  <a:pt x="2236" y="57864"/>
                </a:lnTo>
                <a:lnTo>
                  <a:pt x="2444" y="58243"/>
                </a:lnTo>
                <a:lnTo>
                  <a:pt x="2662" y="58617"/>
                </a:lnTo>
                <a:lnTo>
                  <a:pt x="2887" y="58984"/>
                </a:lnTo>
                <a:lnTo>
                  <a:pt x="3120" y="59345"/>
                </a:lnTo>
                <a:lnTo>
                  <a:pt x="3361" y="59698"/>
                </a:lnTo>
                <a:lnTo>
                  <a:pt x="3609" y="60045"/>
                </a:lnTo>
                <a:lnTo>
                  <a:pt x="3865" y="60384"/>
                </a:lnTo>
                <a:lnTo>
                  <a:pt x="4128" y="60717"/>
                </a:lnTo>
                <a:lnTo>
                  <a:pt x="4398" y="61042"/>
                </a:lnTo>
                <a:lnTo>
                  <a:pt x="4676" y="61360"/>
                </a:lnTo>
                <a:lnTo>
                  <a:pt x="4962" y="61672"/>
                </a:lnTo>
                <a:lnTo>
                  <a:pt x="5255" y="61976"/>
                </a:lnTo>
                <a:lnTo>
                  <a:pt x="5555" y="62274"/>
                </a:lnTo>
                <a:lnTo>
                  <a:pt x="5863" y="62564"/>
                </a:lnTo>
                <a:lnTo>
                  <a:pt x="6179" y="62847"/>
                </a:lnTo>
                <a:lnTo>
                  <a:pt x="6502" y="63124"/>
                </a:lnTo>
                <a:lnTo>
                  <a:pt x="6832" y="63393"/>
                </a:lnTo>
                <a:lnTo>
                  <a:pt x="7170" y="63655"/>
                </a:lnTo>
                <a:lnTo>
                  <a:pt x="7516" y="63911"/>
                </a:lnTo>
                <a:lnTo>
                  <a:pt x="7869" y="64159"/>
                </a:lnTo>
                <a:lnTo>
                  <a:pt x="8229" y="64400"/>
                </a:lnTo>
                <a:lnTo>
                  <a:pt x="8597" y="64635"/>
                </a:lnTo>
                <a:lnTo>
                  <a:pt x="8972" y="64862"/>
                </a:lnTo>
                <a:lnTo>
                  <a:pt x="9355" y="65082"/>
                </a:lnTo>
                <a:lnTo>
                  <a:pt x="9745" y="65296"/>
                </a:lnTo>
                <a:lnTo>
                  <a:pt x="10143" y="65502"/>
                </a:lnTo>
                <a:lnTo>
                  <a:pt x="10548" y="65700"/>
                </a:lnTo>
                <a:lnTo>
                  <a:pt x="10958" y="65890"/>
                </a:lnTo>
                <a:lnTo>
                  <a:pt x="11373" y="66072"/>
                </a:lnTo>
                <a:lnTo>
                  <a:pt x="11795" y="66245"/>
                </a:lnTo>
                <a:lnTo>
                  <a:pt x="12221" y="66410"/>
                </a:lnTo>
                <a:lnTo>
                  <a:pt x="12654" y="66566"/>
                </a:lnTo>
                <a:lnTo>
                  <a:pt x="13092" y="66714"/>
                </a:lnTo>
                <a:lnTo>
                  <a:pt x="13535" y="66853"/>
                </a:lnTo>
                <a:lnTo>
                  <a:pt x="13984" y="66984"/>
                </a:lnTo>
                <a:lnTo>
                  <a:pt x="14439" y="67106"/>
                </a:lnTo>
                <a:lnTo>
                  <a:pt x="14899" y="67220"/>
                </a:lnTo>
                <a:lnTo>
                  <a:pt x="15365" y="67326"/>
                </a:lnTo>
                <a:lnTo>
                  <a:pt x="15836" y="67423"/>
                </a:lnTo>
                <a:lnTo>
                  <a:pt x="16313" y="67511"/>
                </a:lnTo>
                <a:lnTo>
                  <a:pt x="16796" y="67592"/>
                </a:lnTo>
                <a:lnTo>
                  <a:pt x="17284" y="67663"/>
                </a:lnTo>
                <a:lnTo>
                  <a:pt x="17777" y="67727"/>
                </a:lnTo>
                <a:lnTo>
                  <a:pt x="18277" y="67782"/>
                </a:lnTo>
                <a:lnTo>
                  <a:pt x="18781" y="67828"/>
                </a:lnTo>
                <a:lnTo>
                  <a:pt x="19292" y="67866"/>
                </a:lnTo>
                <a:lnTo>
                  <a:pt x="19808" y="67896"/>
                </a:lnTo>
                <a:lnTo>
                  <a:pt x="20329" y="67917"/>
                </a:lnTo>
                <a:lnTo>
                  <a:pt x="20856" y="67929"/>
                </a:lnTo>
                <a:lnTo>
                  <a:pt x="21389" y="67934"/>
                </a:lnTo>
                <a:lnTo>
                  <a:pt x="22178" y="67925"/>
                </a:lnTo>
                <a:lnTo>
                  <a:pt x="22954" y="67900"/>
                </a:lnTo>
                <a:close/>
                <a:moveTo>
                  <a:pt x="151933" y="67016"/>
                </a:moveTo>
                <a:lnTo>
                  <a:pt x="151933" y="32773"/>
                </a:lnTo>
                <a:lnTo>
                  <a:pt x="151924" y="32121"/>
                </a:lnTo>
                <a:lnTo>
                  <a:pt x="151896" y="31480"/>
                </a:lnTo>
                <a:lnTo>
                  <a:pt x="151849" y="30851"/>
                </a:lnTo>
                <a:lnTo>
                  <a:pt x="151784" y="30232"/>
                </a:lnTo>
                <a:lnTo>
                  <a:pt x="151700" y="29625"/>
                </a:lnTo>
                <a:lnTo>
                  <a:pt x="151598" y="29030"/>
                </a:lnTo>
                <a:lnTo>
                  <a:pt x="151477" y="28445"/>
                </a:lnTo>
                <a:lnTo>
                  <a:pt x="151337" y="27872"/>
                </a:lnTo>
                <a:lnTo>
                  <a:pt x="151178" y="27311"/>
                </a:lnTo>
                <a:lnTo>
                  <a:pt x="151001" y="26760"/>
                </a:lnTo>
                <a:lnTo>
                  <a:pt x="150805" y="26221"/>
                </a:lnTo>
                <a:lnTo>
                  <a:pt x="150591" y="25693"/>
                </a:lnTo>
                <a:lnTo>
                  <a:pt x="150358" y="25177"/>
                </a:lnTo>
                <a:lnTo>
                  <a:pt x="150106" y="24672"/>
                </a:lnTo>
                <a:lnTo>
                  <a:pt x="149835" y="24178"/>
                </a:lnTo>
                <a:lnTo>
                  <a:pt x="149546" y="23695"/>
                </a:lnTo>
                <a:lnTo>
                  <a:pt x="149239" y="23224"/>
                </a:lnTo>
                <a:lnTo>
                  <a:pt x="148912" y="22764"/>
                </a:lnTo>
                <a:lnTo>
                  <a:pt x="148567" y="22316"/>
                </a:lnTo>
                <a:lnTo>
                  <a:pt x="148204" y="21879"/>
                </a:lnTo>
                <a:lnTo>
                  <a:pt x="147821" y="21453"/>
                </a:lnTo>
                <a:lnTo>
                  <a:pt x="147421" y="21038"/>
                </a:lnTo>
                <a:lnTo>
                  <a:pt x="147001" y="20635"/>
                </a:lnTo>
                <a:lnTo>
                  <a:pt x="146563" y="20243"/>
                </a:lnTo>
                <a:lnTo>
                  <a:pt x="146108" y="19865"/>
                </a:lnTo>
                <a:lnTo>
                  <a:pt x="145641" y="19503"/>
                </a:lnTo>
                <a:lnTo>
                  <a:pt x="145159" y="19156"/>
                </a:lnTo>
                <a:lnTo>
                  <a:pt x="144665" y="18826"/>
                </a:lnTo>
                <a:lnTo>
                  <a:pt x="144156" y="18512"/>
                </a:lnTo>
                <a:lnTo>
                  <a:pt x="143634" y="18215"/>
                </a:lnTo>
                <a:lnTo>
                  <a:pt x="143099" y="17933"/>
                </a:lnTo>
                <a:lnTo>
                  <a:pt x="142550" y="17667"/>
                </a:lnTo>
                <a:lnTo>
                  <a:pt x="141987" y="17418"/>
                </a:lnTo>
                <a:lnTo>
                  <a:pt x="141411" y="17184"/>
                </a:lnTo>
                <a:lnTo>
                  <a:pt x="140821" y="16967"/>
                </a:lnTo>
                <a:lnTo>
                  <a:pt x="140218" y="16766"/>
                </a:lnTo>
                <a:lnTo>
                  <a:pt x="139601" y="16580"/>
                </a:lnTo>
                <a:lnTo>
                  <a:pt x="138971" y="16411"/>
                </a:lnTo>
                <a:lnTo>
                  <a:pt x="138327" y="16258"/>
                </a:lnTo>
                <a:lnTo>
                  <a:pt x="137669" y="16122"/>
                </a:lnTo>
                <a:lnTo>
                  <a:pt x="136998" y="16001"/>
                </a:lnTo>
                <a:lnTo>
                  <a:pt x="136313" y="15896"/>
                </a:lnTo>
                <a:lnTo>
                  <a:pt x="135615" y="15808"/>
                </a:lnTo>
                <a:lnTo>
                  <a:pt x="134904" y="15735"/>
                </a:lnTo>
                <a:lnTo>
                  <a:pt x="134178" y="15679"/>
                </a:lnTo>
                <a:lnTo>
                  <a:pt x="133440" y="15639"/>
                </a:lnTo>
                <a:lnTo>
                  <a:pt x="132687" y="15614"/>
                </a:lnTo>
                <a:lnTo>
                  <a:pt x="131921" y="15606"/>
                </a:lnTo>
                <a:lnTo>
                  <a:pt x="131200" y="15614"/>
                </a:lnTo>
                <a:lnTo>
                  <a:pt x="130490" y="15636"/>
                </a:lnTo>
                <a:lnTo>
                  <a:pt x="129790" y="15672"/>
                </a:lnTo>
                <a:lnTo>
                  <a:pt x="129101" y="15724"/>
                </a:lnTo>
                <a:lnTo>
                  <a:pt x="128423" y="15790"/>
                </a:lnTo>
                <a:lnTo>
                  <a:pt x="127756" y="15870"/>
                </a:lnTo>
                <a:lnTo>
                  <a:pt x="127099" y="15966"/>
                </a:lnTo>
                <a:lnTo>
                  <a:pt x="126454" y="16076"/>
                </a:lnTo>
                <a:lnTo>
                  <a:pt x="125819" y="16200"/>
                </a:lnTo>
                <a:lnTo>
                  <a:pt x="125195" y="16340"/>
                </a:lnTo>
                <a:lnTo>
                  <a:pt x="124582" y="16494"/>
                </a:lnTo>
                <a:lnTo>
                  <a:pt x="123980" y="16662"/>
                </a:lnTo>
                <a:lnTo>
                  <a:pt x="123389" y="16846"/>
                </a:lnTo>
                <a:lnTo>
                  <a:pt x="122808" y="17044"/>
                </a:lnTo>
                <a:lnTo>
                  <a:pt x="122239" y="17256"/>
                </a:lnTo>
                <a:lnTo>
                  <a:pt x="121680" y="17484"/>
                </a:lnTo>
                <a:lnTo>
                  <a:pt x="121132" y="17725"/>
                </a:lnTo>
                <a:lnTo>
                  <a:pt x="120595" y="17982"/>
                </a:lnTo>
                <a:lnTo>
                  <a:pt x="120069" y="18253"/>
                </a:lnTo>
                <a:lnTo>
                  <a:pt x="119553" y="18539"/>
                </a:lnTo>
                <a:lnTo>
                  <a:pt x="119048" y="18840"/>
                </a:lnTo>
                <a:lnTo>
                  <a:pt x="118555" y="19155"/>
                </a:lnTo>
                <a:lnTo>
                  <a:pt x="118072" y="19485"/>
                </a:lnTo>
                <a:lnTo>
                  <a:pt x="117600" y="19830"/>
                </a:lnTo>
                <a:lnTo>
                  <a:pt x="117141" y="20187"/>
                </a:lnTo>
                <a:lnTo>
                  <a:pt x="116699" y="20554"/>
                </a:lnTo>
                <a:lnTo>
                  <a:pt x="116274" y="20931"/>
                </a:lnTo>
                <a:lnTo>
                  <a:pt x="115865" y="21319"/>
                </a:lnTo>
                <a:lnTo>
                  <a:pt x="115473" y="21717"/>
                </a:lnTo>
                <a:lnTo>
                  <a:pt x="115098" y="22125"/>
                </a:lnTo>
                <a:lnTo>
                  <a:pt x="114739" y="22543"/>
                </a:lnTo>
                <a:lnTo>
                  <a:pt x="114396" y="22971"/>
                </a:lnTo>
                <a:lnTo>
                  <a:pt x="114071" y="23410"/>
                </a:lnTo>
                <a:lnTo>
                  <a:pt x="113761" y="23858"/>
                </a:lnTo>
                <a:lnTo>
                  <a:pt x="113469" y="24317"/>
                </a:lnTo>
                <a:lnTo>
                  <a:pt x="113193" y="24787"/>
                </a:lnTo>
                <a:lnTo>
                  <a:pt x="112933" y="25266"/>
                </a:lnTo>
                <a:lnTo>
                  <a:pt x="112690" y="25756"/>
                </a:lnTo>
                <a:lnTo>
                  <a:pt x="112464" y="26255"/>
                </a:lnTo>
                <a:lnTo>
                  <a:pt x="112254" y="26765"/>
                </a:lnTo>
                <a:lnTo>
                  <a:pt x="112061" y="27286"/>
                </a:lnTo>
                <a:lnTo>
                  <a:pt x="111884" y="27816"/>
                </a:lnTo>
                <a:lnTo>
                  <a:pt x="111724" y="28357"/>
                </a:lnTo>
                <a:lnTo>
                  <a:pt x="111581" y="28907"/>
                </a:lnTo>
                <a:lnTo>
                  <a:pt x="111454" y="29469"/>
                </a:lnTo>
                <a:lnTo>
                  <a:pt x="111344" y="30040"/>
                </a:lnTo>
                <a:lnTo>
                  <a:pt x="111250" y="30621"/>
                </a:lnTo>
                <a:lnTo>
                  <a:pt x="111173" y="31213"/>
                </a:lnTo>
                <a:lnTo>
                  <a:pt x="122374" y="31213"/>
                </a:lnTo>
                <a:lnTo>
                  <a:pt x="122415" y="30978"/>
                </a:lnTo>
                <a:lnTo>
                  <a:pt x="122464" y="30747"/>
                </a:lnTo>
                <a:lnTo>
                  <a:pt x="122520" y="30520"/>
                </a:lnTo>
                <a:lnTo>
                  <a:pt x="122582" y="30297"/>
                </a:lnTo>
                <a:lnTo>
                  <a:pt x="122652" y="30079"/>
                </a:lnTo>
                <a:lnTo>
                  <a:pt x="122729" y="29864"/>
                </a:lnTo>
                <a:lnTo>
                  <a:pt x="122813" y="29654"/>
                </a:lnTo>
                <a:lnTo>
                  <a:pt x="122903" y="29448"/>
                </a:lnTo>
                <a:lnTo>
                  <a:pt x="123001" y="29246"/>
                </a:lnTo>
                <a:lnTo>
                  <a:pt x="123106" y="29048"/>
                </a:lnTo>
                <a:lnTo>
                  <a:pt x="123218" y="28855"/>
                </a:lnTo>
                <a:lnTo>
                  <a:pt x="123337" y="28665"/>
                </a:lnTo>
                <a:lnTo>
                  <a:pt x="123462" y="28480"/>
                </a:lnTo>
                <a:lnTo>
                  <a:pt x="123595" y="28299"/>
                </a:lnTo>
                <a:lnTo>
                  <a:pt x="123735" y="28122"/>
                </a:lnTo>
                <a:lnTo>
                  <a:pt x="123882" y="27949"/>
                </a:lnTo>
                <a:lnTo>
                  <a:pt x="124036" y="27780"/>
                </a:lnTo>
                <a:lnTo>
                  <a:pt x="124197" y="27615"/>
                </a:lnTo>
                <a:lnTo>
                  <a:pt x="124365" y="27455"/>
                </a:lnTo>
                <a:lnTo>
                  <a:pt x="124540" y="27299"/>
                </a:lnTo>
                <a:lnTo>
                  <a:pt x="124722" y="27146"/>
                </a:lnTo>
                <a:lnTo>
                  <a:pt x="124911" y="26998"/>
                </a:lnTo>
                <a:lnTo>
                  <a:pt x="125107" y="26855"/>
                </a:lnTo>
                <a:lnTo>
                  <a:pt x="125310" y="26715"/>
                </a:lnTo>
                <a:lnTo>
                  <a:pt x="125518" y="26580"/>
                </a:lnTo>
                <a:lnTo>
                  <a:pt x="125732" y="26451"/>
                </a:lnTo>
                <a:lnTo>
                  <a:pt x="125950" y="26327"/>
                </a:lnTo>
                <a:lnTo>
                  <a:pt x="126172" y="26210"/>
                </a:lnTo>
                <a:lnTo>
                  <a:pt x="126398" y="26098"/>
                </a:lnTo>
                <a:lnTo>
                  <a:pt x="126630" y="25992"/>
                </a:lnTo>
                <a:lnTo>
                  <a:pt x="126865" y="25891"/>
                </a:lnTo>
                <a:lnTo>
                  <a:pt x="127105" y="25797"/>
                </a:lnTo>
                <a:lnTo>
                  <a:pt x="127350" y="25708"/>
                </a:lnTo>
                <a:lnTo>
                  <a:pt x="127599" y="25624"/>
                </a:lnTo>
                <a:lnTo>
                  <a:pt x="127852" y="25547"/>
                </a:lnTo>
                <a:lnTo>
                  <a:pt x="128110" y="25475"/>
                </a:lnTo>
                <a:lnTo>
                  <a:pt x="128373" y="25409"/>
                </a:lnTo>
                <a:lnTo>
                  <a:pt x="128639" y="25349"/>
                </a:lnTo>
                <a:lnTo>
                  <a:pt x="128911" y="25294"/>
                </a:lnTo>
                <a:lnTo>
                  <a:pt x="129186" y="25246"/>
                </a:lnTo>
                <a:lnTo>
                  <a:pt x="129467" y="25203"/>
                </a:lnTo>
                <a:lnTo>
                  <a:pt x="129751" y="25165"/>
                </a:lnTo>
                <a:lnTo>
                  <a:pt x="130040" y="25134"/>
                </a:lnTo>
                <a:lnTo>
                  <a:pt x="130334" y="25108"/>
                </a:lnTo>
                <a:lnTo>
                  <a:pt x="130632" y="25088"/>
                </a:lnTo>
                <a:lnTo>
                  <a:pt x="130935" y="25073"/>
                </a:lnTo>
                <a:lnTo>
                  <a:pt x="131242" y="25065"/>
                </a:lnTo>
                <a:lnTo>
                  <a:pt x="131553" y="25062"/>
                </a:lnTo>
                <a:lnTo>
                  <a:pt x="131894" y="25065"/>
                </a:lnTo>
                <a:lnTo>
                  <a:pt x="132230" y="25076"/>
                </a:lnTo>
                <a:lnTo>
                  <a:pt x="132559" y="25094"/>
                </a:lnTo>
                <a:lnTo>
                  <a:pt x="132882" y="25119"/>
                </a:lnTo>
                <a:lnTo>
                  <a:pt x="133199" y="25152"/>
                </a:lnTo>
                <a:lnTo>
                  <a:pt x="133510" y="25191"/>
                </a:lnTo>
                <a:lnTo>
                  <a:pt x="133815" y="25238"/>
                </a:lnTo>
                <a:lnTo>
                  <a:pt x="134114" y="25291"/>
                </a:lnTo>
                <a:lnTo>
                  <a:pt x="134407" y="25352"/>
                </a:lnTo>
                <a:lnTo>
                  <a:pt x="134693" y="25421"/>
                </a:lnTo>
                <a:lnTo>
                  <a:pt x="134974" y="25496"/>
                </a:lnTo>
                <a:lnTo>
                  <a:pt x="135249" y="25578"/>
                </a:lnTo>
                <a:lnTo>
                  <a:pt x="135517" y="25668"/>
                </a:lnTo>
                <a:lnTo>
                  <a:pt x="135780" y="25765"/>
                </a:lnTo>
                <a:lnTo>
                  <a:pt x="136036" y="25869"/>
                </a:lnTo>
                <a:lnTo>
                  <a:pt x="136287" y="25980"/>
                </a:lnTo>
                <a:lnTo>
                  <a:pt x="136531" y="26099"/>
                </a:lnTo>
                <a:lnTo>
                  <a:pt x="136769" y="26224"/>
                </a:lnTo>
                <a:lnTo>
                  <a:pt x="137001" y="26357"/>
                </a:lnTo>
                <a:lnTo>
                  <a:pt x="137227" y="26497"/>
                </a:lnTo>
                <a:lnTo>
                  <a:pt x="137447" y="26644"/>
                </a:lnTo>
                <a:lnTo>
                  <a:pt x="137661" y="26798"/>
                </a:lnTo>
                <a:lnTo>
                  <a:pt x="137869" y="26959"/>
                </a:lnTo>
                <a:lnTo>
                  <a:pt x="138071" y="27128"/>
                </a:lnTo>
                <a:lnTo>
                  <a:pt x="138266" y="27303"/>
                </a:lnTo>
                <a:lnTo>
                  <a:pt x="138452" y="27483"/>
                </a:lnTo>
                <a:lnTo>
                  <a:pt x="138630" y="27669"/>
                </a:lnTo>
                <a:lnTo>
                  <a:pt x="138800" y="27861"/>
                </a:lnTo>
                <a:lnTo>
                  <a:pt x="138962" y="28058"/>
                </a:lnTo>
                <a:lnTo>
                  <a:pt x="139115" y="28261"/>
                </a:lnTo>
                <a:lnTo>
                  <a:pt x="139260" y="28469"/>
                </a:lnTo>
                <a:lnTo>
                  <a:pt x="139397" y="28683"/>
                </a:lnTo>
                <a:lnTo>
                  <a:pt x="139526" y="28903"/>
                </a:lnTo>
                <a:lnTo>
                  <a:pt x="139646" y="29128"/>
                </a:lnTo>
                <a:lnTo>
                  <a:pt x="139758" y="29359"/>
                </a:lnTo>
                <a:lnTo>
                  <a:pt x="139861" y="29595"/>
                </a:lnTo>
                <a:lnTo>
                  <a:pt x="139957" y="29837"/>
                </a:lnTo>
                <a:lnTo>
                  <a:pt x="140044" y="30084"/>
                </a:lnTo>
                <a:lnTo>
                  <a:pt x="140122" y="30337"/>
                </a:lnTo>
                <a:lnTo>
                  <a:pt x="140193" y="30596"/>
                </a:lnTo>
                <a:lnTo>
                  <a:pt x="140255" y="30860"/>
                </a:lnTo>
                <a:lnTo>
                  <a:pt x="140309" y="31130"/>
                </a:lnTo>
                <a:lnTo>
                  <a:pt x="140354" y="31405"/>
                </a:lnTo>
                <a:lnTo>
                  <a:pt x="140392" y="31686"/>
                </a:lnTo>
                <a:lnTo>
                  <a:pt x="140421" y="31973"/>
                </a:lnTo>
                <a:lnTo>
                  <a:pt x="140441" y="32265"/>
                </a:lnTo>
                <a:lnTo>
                  <a:pt x="140454" y="32563"/>
                </a:lnTo>
                <a:lnTo>
                  <a:pt x="140458" y="32866"/>
                </a:lnTo>
                <a:lnTo>
                  <a:pt x="140458" y="37180"/>
                </a:lnTo>
                <a:lnTo>
                  <a:pt x="127881" y="37180"/>
                </a:lnTo>
                <a:lnTo>
                  <a:pt x="127131" y="37187"/>
                </a:lnTo>
                <a:lnTo>
                  <a:pt x="126395" y="37208"/>
                </a:lnTo>
                <a:lnTo>
                  <a:pt x="125674" y="37243"/>
                </a:lnTo>
                <a:lnTo>
                  <a:pt x="124967" y="37293"/>
                </a:lnTo>
                <a:lnTo>
                  <a:pt x="124274" y="37356"/>
                </a:lnTo>
                <a:lnTo>
                  <a:pt x="123595" y="37433"/>
                </a:lnTo>
                <a:lnTo>
                  <a:pt x="122931" y="37524"/>
                </a:lnTo>
                <a:lnTo>
                  <a:pt x="122282" y="37629"/>
                </a:lnTo>
                <a:lnTo>
                  <a:pt x="121646" y="37748"/>
                </a:lnTo>
                <a:lnTo>
                  <a:pt x="121025" y="37882"/>
                </a:lnTo>
                <a:lnTo>
                  <a:pt x="120418" y="38029"/>
                </a:lnTo>
                <a:lnTo>
                  <a:pt x="119826" y="38190"/>
                </a:lnTo>
                <a:lnTo>
                  <a:pt x="119248" y="38366"/>
                </a:lnTo>
                <a:lnTo>
                  <a:pt x="118684" y="38555"/>
                </a:lnTo>
                <a:lnTo>
                  <a:pt x="118135" y="38758"/>
                </a:lnTo>
                <a:lnTo>
                  <a:pt x="117600" y="38976"/>
                </a:lnTo>
                <a:lnTo>
                  <a:pt x="117079" y="39207"/>
                </a:lnTo>
                <a:lnTo>
                  <a:pt x="116572" y="39453"/>
                </a:lnTo>
                <a:lnTo>
                  <a:pt x="116080" y="39712"/>
                </a:lnTo>
                <a:lnTo>
                  <a:pt x="115603" y="39986"/>
                </a:lnTo>
                <a:lnTo>
                  <a:pt x="115139" y="40273"/>
                </a:lnTo>
                <a:lnTo>
                  <a:pt x="114691" y="40575"/>
                </a:lnTo>
                <a:lnTo>
                  <a:pt x="114256" y="40891"/>
                </a:lnTo>
                <a:lnTo>
                  <a:pt x="113836" y="41220"/>
                </a:lnTo>
                <a:lnTo>
                  <a:pt x="113431" y="41563"/>
                </a:lnTo>
                <a:lnTo>
                  <a:pt x="113044" y="41917"/>
                </a:lnTo>
                <a:lnTo>
                  <a:pt x="112674" y="42283"/>
                </a:lnTo>
                <a:lnTo>
                  <a:pt x="112321" y="42661"/>
                </a:lnTo>
                <a:lnTo>
                  <a:pt x="111985" y="43050"/>
                </a:lnTo>
                <a:lnTo>
                  <a:pt x="111667" y="43452"/>
                </a:lnTo>
                <a:lnTo>
                  <a:pt x="111365" y="43865"/>
                </a:lnTo>
                <a:lnTo>
                  <a:pt x="111081" y="44290"/>
                </a:lnTo>
                <a:lnTo>
                  <a:pt x="110815" y="44727"/>
                </a:lnTo>
                <a:lnTo>
                  <a:pt x="110565" y="45175"/>
                </a:lnTo>
                <a:lnTo>
                  <a:pt x="110333" y="45636"/>
                </a:lnTo>
                <a:lnTo>
                  <a:pt x="110117" y="46108"/>
                </a:lnTo>
                <a:lnTo>
                  <a:pt x="109920" y="46592"/>
                </a:lnTo>
                <a:lnTo>
                  <a:pt x="109739" y="47088"/>
                </a:lnTo>
                <a:lnTo>
                  <a:pt x="109575" y="47595"/>
                </a:lnTo>
                <a:lnTo>
                  <a:pt x="109429" y="48115"/>
                </a:lnTo>
                <a:lnTo>
                  <a:pt x="109300" y="48646"/>
                </a:lnTo>
                <a:lnTo>
                  <a:pt x="109188" y="49189"/>
                </a:lnTo>
                <a:lnTo>
                  <a:pt x="109093" y="49744"/>
                </a:lnTo>
                <a:lnTo>
                  <a:pt x="109016" y="50310"/>
                </a:lnTo>
                <a:lnTo>
                  <a:pt x="108956" y="50888"/>
                </a:lnTo>
                <a:lnTo>
                  <a:pt x="108913" y="51479"/>
                </a:lnTo>
                <a:lnTo>
                  <a:pt x="108887" y="52081"/>
                </a:lnTo>
                <a:lnTo>
                  <a:pt x="108878" y="52694"/>
                </a:lnTo>
                <a:lnTo>
                  <a:pt x="108886" y="53271"/>
                </a:lnTo>
                <a:lnTo>
                  <a:pt x="108909" y="53837"/>
                </a:lnTo>
                <a:lnTo>
                  <a:pt x="108948" y="54394"/>
                </a:lnTo>
                <a:lnTo>
                  <a:pt x="109003" y="54941"/>
                </a:lnTo>
                <a:lnTo>
                  <a:pt x="109073" y="55478"/>
                </a:lnTo>
                <a:lnTo>
                  <a:pt x="109159" y="56005"/>
                </a:lnTo>
                <a:lnTo>
                  <a:pt x="109261" y="56522"/>
                </a:lnTo>
                <a:lnTo>
                  <a:pt x="109378" y="57030"/>
                </a:lnTo>
                <a:lnTo>
                  <a:pt x="109511" y="57527"/>
                </a:lnTo>
                <a:lnTo>
                  <a:pt x="109659" y="58015"/>
                </a:lnTo>
                <a:lnTo>
                  <a:pt x="109823" y="58492"/>
                </a:lnTo>
                <a:lnTo>
                  <a:pt x="110003" y="58960"/>
                </a:lnTo>
                <a:lnTo>
                  <a:pt x="110198" y="59418"/>
                </a:lnTo>
                <a:lnTo>
                  <a:pt x="110409" y="59866"/>
                </a:lnTo>
                <a:lnTo>
                  <a:pt x="110635" y="60304"/>
                </a:lnTo>
                <a:lnTo>
                  <a:pt x="110877" y="60732"/>
                </a:lnTo>
                <a:lnTo>
                  <a:pt x="111135" y="61151"/>
                </a:lnTo>
                <a:lnTo>
                  <a:pt x="111408" y="61559"/>
                </a:lnTo>
                <a:lnTo>
                  <a:pt x="111697" y="61958"/>
                </a:lnTo>
                <a:lnTo>
                  <a:pt x="112002" y="62347"/>
                </a:lnTo>
                <a:lnTo>
                  <a:pt x="112322" y="62725"/>
                </a:lnTo>
                <a:lnTo>
                  <a:pt x="112658" y="63094"/>
                </a:lnTo>
                <a:lnTo>
                  <a:pt x="113009" y="63453"/>
                </a:lnTo>
                <a:lnTo>
                  <a:pt x="113376" y="63803"/>
                </a:lnTo>
                <a:lnTo>
                  <a:pt x="113757" y="64140"/>
                </a:lnTo>
                <a:lnTo>
                  <a:pt x="114149" y="64462"/>
                </a:lnTo>
                <a:lnTo>
                  <a:pt x="114553" y="64771"/>
                </a:lnTo>
                <a:lnTo>
                  <a:pt x="114968" y="65065"/>
                </a:lnTo>
                <a:lnTo>
                  <a:pt x="115394" y="65345"/>
                </a:lnTo>
                <a:lnTo>
                  <a:pt x="115832" y="65610"/>
                </a:lnTo>
                <a:lnTo>
                  <a:pt x="116282" y="65861"/>
                </a:lnTo>
                <a:lnTo>
                  <a:pt x="116743" y="66098"/>
                </a:lnTo>
                <a:lnTo>
                  <a:pt x="117215" y="66320"/>
                </a:lnTo>
                <a:lnTo>
                  <a:pt x="117699" y="66528"/>
                </a:lnTo>
                <a:lnTo>
                  <a:pt x="118194" y="66722"/>
                </a:lnTo>
                <a:lnTo>
                  <a:pt x="118701" y="66901"/>
                </a:lnTo>
                <a:lnTo>
                  <a:pt x="119220" y="67066"/>
                </a:lnTo>
                <a:lnTo>
                  <a:pt x="119749" y="67216"/>
                </a:lnTo>
                <a:lnTo>
                  <a:pt x="120291" y="67353"/>
                </a:lnTo>
                <a:lnTo>
                  <a:pt x="120843" y="67475"/>
                </a:lnTo>
                <a:lnTo>
                  <a:pt x="121408" y="67582"/>
                </a:lnTo>
                <a:lnTo>
                  <a:pt x="121983" y="67675"/>
                </a:lnTo>
                <a:lnTo>
                  <a:pt x="122570" y="67754"/>
                </a:lnTo>
                <a:lnTo>
                  <a:pt x="123169" y="67819"/>
                </a:lnTo>
                <a:lnTo>
                  <a:pt x="123779" y="67869"/>
                </a:lnTo>
                <a:lnTo>
                  <a:pt x="124401" y="67905"/>
                </a:lnTo>
                <a:lnTo>
                  <a:pt x="125034" y="67926"/>
                </a:lnTo>
                <a:lnTo>
                  <a:pt x="125678" y="67934"/>
                </a:lnTo>
                <a:lnTo>
                  <a:pt x="126247" y="67928"/>
                </a:lnTo>
                <a:lnTo>
                  <a:pt x="126806" y="67911"/>
                </a:lnTo>
                <a:lnTo>
                  <a:pt x="127356" y="67882"/>
                </a:lnTo>
                <a:lnTo>
                  <a:pt x="127897" y="67842"/>
                </a:lnTo>
                <a:lnTo>
                  <a:pt x="128427" y="67790"/>
                </a:lnTo>
                <a:lnTo>
                  <a:pt x="128948" y="67727"/>
                </a:lnTo>
                <a:lnTo>
                  <a:pt x="129460" y="67653"/>
                </a:lnTo>
                <a:lnTo>
                  <a:pt x="129962" y="67567"/>
                </a:lnTo>
                <a:lnTo>
                  <a:pt x="130454" y="67469"/>
                </a:lnTo>
                <a:lnTo>
                  <a:pt x="130937" y="67360"/>
                </a:lnTo>
                <a:lnTo>
                  <a:pt x="131411" y="67239"/>
                </a:lnTo>
                <a:lnTo>
                  <a:pt x="131875" y="67108"/>
                </a:lnTo>
                <a:lnTo>
                  <a:pt x="132329" y="66964"/>
                </a:lnTo>
                <a:lnTo>
                  <a:pt x="132773" y="66809"/>
                </a:lnTo>
                <a:lnTo>
                  <a:pt x="133208" y="66643"/>
                </a:lnTo>
                <a:lnTo>
                  <a:pt x="133634" y="66465"/>
                </a:lnTo>
                <a:lnTo>
                  <a:pt x="134050" y="66276"/>
                </a:lnTo>
                <a:lnTo>
                  <a:pt x="134456" y="66075"/>
                </a:lnTo>
                <a:lnTo>
                  <a:pt x="134853" y="65863"/>
                </a:lnTo>
                <a:lnTo>
                  <a:pt x="135240" y="65639"/>
                </a:lnTo>
                <a:lnTo>
                  <a:pt x="135618" y="65404"/>
                </a:lnTo>
                <a:lnTo>
                  <a:pt x="135986" y="65157"/>
                </a:lnTo>
                <a:lnTo>
                  <a:pt x="136345" y="64899"/>
                </a:lnTo>
                <a:lnTo>
                  <a:pt x="136694" y="64629"/>
                </a:lnTo>
                <a:lnTo>
                  <a:pt x="137031" y="64350"/>
                </a:lnTo>
                <a:lnTo>
                  <a:pt x="137354" y="64062"/>
                </a:lnTo>
                <a:lnTo>
                  <a:pt x="137663" y="63767"/>
                </a:lnTo>
                <a:lnTo>
                  <a:pt x="137957" y="63464"/>
                </a:lnTo>
                <a:lnTo>
                  <a:pt x="138236" y="63153"/>
                </a:lnTo>
                <a:lnTo>
                  <a:pt x="138502" y="62833"/>
                </a:lnTo>
                <a:lnTo>
                  <a:pt x="138753" y="62506"/>
                </a:lnTo>
                <a:lnTo>
                  <a:pt x="138990" y="62171"/>
                </a:lnTo>
                <a:lnTo>
                  <a:pt x="139212" y="61828"/>
                </a:lnTo>
                <a:lnTo>
                  <a:pt x="139420" y="61477"/>
                </a:lnTo>
                <a:lnTo>
                  <a:pt x="139614" y="61118"/>
                </a:lnTo>
                <a:lnTo>
                  <a:pt x="139793" y="60751"/>
                </a:lnTo>
                <a:lnTo>
                  <a:pt x="139958" y="60376"/>
                </a:lnTo>
                <a:lnTo>
                  <a:pt x="140109" y="59993"/>
                </a:lnTo>
                <a:lnTo>
                  <a:pt x="140245" y="59602"/>
                </a:lnTo>
                <a:lnTo>
                  <a:pt x="140367" y="59203"/>
                </a:lnTo>
                <a:lnTo>
                  <a:pt x="140475" y="58796"/>
                </a:lnTo>
                <a:lnTo>
                  <a:pt x="140568" y="58381"/>
                </a:lnTo>
                <a:lnTo>
                  <a:pt x="140601" y="58204"/>
                </a:lnTo>
                <a:lnTo>
                  <a:pt x="140826" y="58204"/>
                </a:lnTo>
                <a:lnTo>
                  <a:pt x="140826" y="67016"/>
                </a:lnTo>
                <a:lnTo>
                  <a:pt x="151933" y="67016"/>
                </a:lnTo>
                <a:close/>
                <a:moveTo>
                  <a:pt x="128414" y="59272"/>
                </a:moveTo>
                <a:lnTo>
                  <a:pt x="128084" y="59247"/>
                </a:lnTo>
                <a:lnTo>
                  <a:pt x="127760" y="59215"/>
                </a:lnTo>
                <a:lnTo>
                  <a:pt x="127442" y="59176"/>
                </a:lnTo>
                <a:lnTo>
                  <a:pt x="127131" y="59129"/>
                </a:lnTo>
                <a:lnTo>
                  <a:pt x="126825" y="59075"/>
                </a:lnTo>
                <a:lnTo>
                  <a:pt x="126526" y="59014"/>
                </a:lnTo>
                <a:lnTo>
                  <a:pt x="126233" y="58946"/>
                </a:lnTo>
                <a:lnTo>
                  <a:pt x="125947" y="58871"/>
                </a:lnTo>
                <a:lnTo>
                  <a:pt x="125666" y="58788"/>
                </a:lnTo>
                <a:lnTo>
                  <a:pt x="125392" y="58699"/>
                </a:lnTo>
                <a:lnTo>
                  <a:pt x="125124" y="58602"/>
                </a:lnTo>
                <a:lnTo>
                  <a:pt x="124862" y="58498"/>
                </a:lnTo>
                <a:lnTo>
                  <a:pt x="124606" y="58387"/>
                </a:lnTo>
                <a:lnTo>
                  <a:pt x="124357" y="58269"/>
                </a:lnTo>
                <a:lnTo>
                  <a:pt x="124114" y="58143"/>
                </a:lnTo>
                <a:lnTo>
                  <a:pt x="123877" y="58011"/>
                </a:lnTo>
                <a:lnTo>
                  <a:pt x="123646" y="57871"/>
                </a:lnTo>
                <a:lnTo>
                  <a:pt x="123422" y="57724"/>
                </a:lnTo>
                <a:lnTo>
                  <a:pt x="123203" y="57570"/>
                </a:lnTo>
                <a:lnTo>
                  <a:pt x="122991" y="57408"/>
                </a:lnTo>
                <a:lnTo>
                  <a:pt x="122785" y="57240"/>
                </a:lnTo>
                <a:lnTo>
                  <a:pt x="122587" y="57065"/>
                </a:lnTo>
                <a:lnTo>
                  <a:pt x="122397" y="56885"/>
                </a:lnTo>
                <a:lnTo>
                  <a:pt x="122215" y="56700"/>
                </a:lnTo>
                <a:lnTo>
                  <a:pt x="122042" y="56509"/>
                </a:lnTo>
                <a:lnTo>
                  <a:pt x="121878" y="56313"/>
                </a:lnTo>
                <a:lnTo>
                  <a:pt x="121721" y="56112"/>
                </a:lnTo>
                <a:lnTo>
                  <a:pt x="121574" y="55906"/>
                </a:lnTo>
                <a:lnTo>
                  <a:pt x="121434" y="55694"/>
                </a:lnTo>
                <a:lnTo>
                  <a:pt x="121303" y="55477"/>
                </a:lnTo>
                <a:lnTo>
                  <a:pt x="121181" y="55255"/>
                </a:lnTo>
                <a:lnTo>
                  <a:pt x="121067" y="55028"/>
                </a:lnTo>
                <a:lnTo>
                  <a:pt x="120961" y="54795"/>
                </a:lnTo>
                <a:lnTo>
                  <a:pt x="120864" y="54557"/>
                </a:lnTo>
                <a:lnTo>
                  <a:pt x="120776" y="54314"/>
                </a:lnTo>
                <a:lnTo>
                  <a:pt x="120696" y="54066"/>
                </a:lnTo>
                <a:lnTo>
                  <a:pt x="120624" y="53812"/>
                </a:lnTo>
                <a:lnTo>
                  <a:pt x="120560" y="53553"/>
                </a:lnTo>
                <a:lnTo>
                  <a:pt x="120506" y="53289"/>
                </a:lnTo>
                <a:lnTo>
                  <a:pt x="120459" y="53019"/>
                </a:lnTo>
                <a:lnTo>
                  <a:pt x="120421" y="52745"/>
                </a:lnTo>
                <a:lnTo>
                  <a:pt x="120392" y="52465"/>
                </a:lnTo>
                <a:lnTo>
                  <a:pt x="120370" y="52179"/>
                </a:lnTo>
                <a:lnTo>
                  <a:pt x="120358" y="51889"/>
                </a:lnTo>
                <a:lnTo>
                  <a:pt x="120354" y="51593"/>
                </a:lnTo>
                <a:lnTo>
                  <a:pt x="120357" y="51320"/>
                </a:lnTo>
                <a:lnTo>
                  <a:pt x="120368" y="51051"/>
                </a:lnTo>
                <a:lnTo>
                  <a:pt x="120387" y="50787"/>
                </a:lnTo>
                <a:lnTo>
                  <a:pt x="120412" y="50527"/>
                </a:lnTo>
                <a:lnTo>
                  <a:pt x="120445" y="50272"/>
                </a:lnTo>
                <a:lnTo>
                  <a:pt x="120485" y="50021"/>
                </a:lnTo>
                <a:lnTo>
                  <a:pt x="120533" y="49775"/>
                </a:lnTo>
                <a:lnTo>
                  <a:pt x="120588" y="49533"/>
                </a:lnTo>
                <a:lnTo>
                  <a:pt x="120650" y="49295"/>
                </a:lnTo>
                <a:lnTo>
                  <a:pt x="120720" y="49062"/>
                </a:lnTo>
                <a:lnTo>
                  <a:pt x="120797" y="48834"/>
                </a:lnTo>
                <a:lnTo>
                  <a:pt x="120881" y="48610"/>
                </a:lnTo>
                <a:lnTo>
                  <a:pt x="120973" y="48390"/>
                </a:lnTo>
                <a:lnTo>
                  <a:pt x="121072" y="48175"/>
                </a:lnTo>
                <a:lnTo>
                  <a:pt x="121178" y="47964"/>
                </a:lnTo>
                <a:lnTo>
                  <a:pt x="121292" y="47758"/>
                </a:lnTo>
                <a:lnTo>
                  <a:pt x="121413" y="47556"/>
                </a:lnTo>
                <a:lnTo>
                  <a:pt x="121541" y="47359"/>
                </a:lnTo>
                <a:lnTo>
                  <a:pt x="121677" y="47166"/>
                </a:lnTo>
                <a:lnTo>
                  <a:pt x="121820" y="46978"/>
                </a:lnTo>
                <a:lnTo>
                  <a:pt x="121970" y="46794"/>
                </a:lnTo>
                <a:lnTo>
                  <a:pt x="122127" y="46614"/>
                </a:lnTo>
                <a:lnTo>
                  <a:pt x="122292" y="46439"/>
                </a:lnTo>
                <a:lnTo>
                  <a:pt x="122465" y="46269"/>
                </a:lnTo>
                <a:lnTo>
                  <a:pt x="122643" y="46104"/>
                </a:lnTo>
                <a:lnTo>
                  <a:pt x="122826" y="45946"/>
                </a:lnTo>
                <a:lnTo>
                  <a:pt x="123014" y="45795"/>
                </a:lnTo>
                <a:lnTo>
                  <a:pt x="123207" y="45652"/>
                </a:lnTo>
                <a:lnTo>
                  <a:pt x="123404" y="45515"/>
                </a:lnTo>
                <a:lnTo>
                  <a:pt x="123607" y="45385"/>
                </a:lnTo>
                <a:lnTo>
                  <a:pt x="123814" y="45262"/>
                </a:lnTo>
                <a:lnTo>
                  <a:pt x="124026" y="45147"/>
                </a:lnTo>
                <a:lnTo>
                  <a:pt x="124242" y="45038"/>
                </a:lnTo>
                <a:lnTo>
                  <a:pt x="124464" y="44936"/>
                </a:lnTo>
                <a:lnTo>
                  <a:pt x="124690" y="44841"/>
                </a:lnTo>
                <a:lnTo>
                  <a:pt x="124921" y="44754"/>
                </a:lnTo>
                <a:lnTo>
                  <a:pt x="125157" y="44673"/>
                </a:lnTo>
                <a:lnTo>
                  <a:pt x="125397" y="44599"/>
                </a:lnTo>
                <a:lnTo>
                  <a:pt x="125642" y="44533"/>
                </a:lnTo>
                <a:lnTo>
                  <a:pt x="125893" y="44473"/>
                </a:lnTo>
                <a:lnTo>
                  <a:pt x="126147" y="44421"/>
                </a:lnTo>
                <a:lnTo>
                  <a:pt x="126407" y="44375"/>
                </a:lnTo>
                <a:lnTo>
                  <a:pt x="126671" y="44336"/>
                </a:lnTo>
                <a:lnTo>
                  <a:pt x="126941" y="44305"/>
                </a:lnTo>
                <a:lnTo>
                  <a:pt x="127214" y="44280"/>
                </a:lnTo>
                <a:lnTo>
                  <a:pt x="127493" y="44263"/>
                </a:lnTo>
                <a:lnTo>
                  <a:pt x="127777" y="44252"/>
                </a:lnTo>
                <a:lnTo>
                  <a:pt x="128065" y="44249"/>
                </a:lnTo>
                <a:lnTo>
                  <a:pt x="140458" y="44249"/>
                </a:lnTo>
                <a:lnTo>
                  <a:pt x="140458" y="50400"/>
                </a:lnTo>
                <a:lnTo>
                  <a:pt x="140453" y="50726"/>
                </a:lnTo>
                <a:lnTo>
                  <a:pt x="140437" y="51047"/>
                </a:lnTo>
                <a:lnTo>
                  <a:pt x="140410" y="51364"/>
                </a:lnTo>
                <a:lnTo>
                  <a:pt x="140373" y="51675"/>
                </a:lnTo>
                <a:lnTo>
                  <a:pt x="140324" y="51981"/>
                </a:lnTo>
                <a:lnTo>
                  <a:pt x="140266" y="52282"/>
                </a:lnTo>
                <a:lnTo>
                  <a:pt x="140196" y="52578"/>
                </a:lnTo>
                <a:lnTo>
                  <a:pt x="140116" y="52868"/>
                </a:lnTo>
                <a:lnTo>
                  <a:pt x="140025" y="53154"/>
                </a:lnTo>
                <a:lnTo>
                  <a:pt x="139924" y="53434"/>
                </a:lnTo>
                <a:lnTo>
                  <a:pt x="139812" y="53710"/>
                </a:lnTo>
                <a:lnTo>
                  <a:pt x="139689" y="53980"/>
                </a:lnTo>
                <a:lnTo>
                  <a:pt x="139555" y="54245"/>
                </a:lnTo>
                <a:lnTo>
                  <a:pt x="139411" y="54506"/>
                </a:lnTo>
                <a:lnTo>
                  <a:pt x="139256" y="54761"/>
                </a:lnTo>
                <a:lnTo>
                  <a:pt x="139091" y="55011"/>
                </a:lnTo>
                <a:lnTo>
                  <a:pt x="138915" y="55255"/>
                </a:lnTo>
                <a:lnTo>
                  <a:pt x="138728" y="55495"/>
                </a:lnTo>
                <a:lnTo>
                  <a:pt x="138530" y="55730"/>
                </a:lnTo>
                <a:lnTo>
                  <a:pt x="138322" y="55959"/>
                </a:lnTo>
                <a:lnTo>
                  <a:pt x="138103" y="56184"/>
                </a:lnTo>
                <a:lnTo>
                  <a:pt x="137873" y="56403"/>
                </a:lnTo>
                <a:lnTo>
                  <a:pt x="137633" y="56617"/>
                </a:lnTo>
                <a:lnTo>
                  <a:pt x="137382" y="56827"/>
                </a:lnTo>
                <a:lnTo>
                  <a:pt x="137122" y="57029"/>
                </a:lnTo>
                <a:lnTo>
                  <a:pt x="136857" y="57222"/>
                </a:lnTo>
                <a:lnTo>
                  <a:pt x="136585" y="57407"/>
                </a:lnTo>
                <a:lnTo>
                  <a:pt x="136307" y="57584"/>
                </a:lnTo>
                <a:lnTo>
                  <a:pt x="136023" y="57752"/>
                </a:lnTo>
                <a:lnTo>
                  <a:pt x="135733" y="57911"/>
                </a:lnTo>
                <a:lnTo>
                  <a:pt x="135436" y="58061"/>
                </a:lnTo>
                <a:lnTo>
                  <a:pt x="135133" y="58203"/>
                </a:lnTo>
                <a:lnTo>
                  <a:pt x="134824" y="58337"/>
                </a:lnTo>
                <a:lnTo>
                  <a:pt x="134509" y="58461"/>
                </a:lnTo>
                <a:lnTo>
                  <a:pt x="134187" y="58578"/>
                </a:lnTo>
                <a:lnTo>
                  <a:pt x="133859" y="58685"/>
                </a:lnTo>
                <a:lnTo>
                  <a:pt x="133526" y="58784"/>
                </a:lnTo>
                <a:lnTo>
                  <a:pt x="133185" y="58874"/>
                </a:lnTo>
                <a:lnTo>
                  <a:pt x="132839" y="58956"/>
                </a:lnTo>
                <a:lnTo>
                  <a:pt x="132486" y="59029"/>
                </a:lnTo>
                <a:lnTo>
                  <a:pt x="132128" y="59094"/>
                </a:lnTo>
                <a:lnTo>
                  <a:pt x="131763" y="59150"/>
                </a:lnTo>
                <a:lnTo>
                  <a:pt x="131391" y="59197"/>
                </a:lnTo>
                <a:lnTo>
                  <a:pt x="131014" y="59236"/>
                </a:lnTo>
                <a:lnTo>
                  <a:pt x="130630" y="59266"/>
                </a:lnTo>
                <a:lnTo>
                  <a:pt x="130240" y="59287"/>
                </a:lnTo>
                <a:lnTo>
                  <a:pt x="129844" y="59300"/>
                </a:lnTo>
                <a:lnTo>
                  <a:pt x="129442" y="59305"/>
                </a:lnTo>
                <a:lnTo>
                  <a:pt x="129093" y="59301"/>
                </a:lnTo>
                <a:lnTo>
                  <a:pt x="128751" y="59290"/>
                </a:lnTo>
                <a:lnTo>
                  <a:pt x="128414" y="59272"/>
                </a:lnTo>
                <a:close/>
              </a:path>
            </a:pathLst>
          </a:custGeom>
          <a:solidFill xmlns:a="http://schemas.openxmlformats.org/drawingml/2006/main">
            <a:srgbClr val="D222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Text Handler">
            <a:extLst xmlns:a="http://schemas.openxmlformats.org/drawingml/2006/main">
              <a:ext uri="{FF2B5EF4-FFF2-40B4-BE49-F238E27FC236}">
                <a16:creationId xmlns:a16="http://schemas.microsoft.com/office/drawing/2014/main" id="{58748546-D2A4-4537-8E22-0C321D24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0232" y="5019098"/>
            <a:ext cx="374375" cy="67934"/>
          </a:xfrm>
          <a:custGeom xmlns:a="http://schemas.openxmlformats.org/drawingml/2006/main">
            <a:pathLst>
              <a:path w="374375" h="67934">
                <a:moveTo>
                  <a:pt x="29469" y="67016"/>
                </a:moveTo>
                <a:lnTo>
                  <a:pt x="40944" y="67016"/>
                </a:lnTo>
                <a:lnTo>
                  <a:pt x="40944" y="0"/>
                </a:lnTo>
                <a:lnTo>
                  <a:pt x="29469" y="0"/>
                </a:lnTo>
                <a:lnTo>
                  <a:pt x="29469" y="26898"/>
                </a:lnTo>
                <a:lnTo>
                  <a:pt x="11475" y="26898"/>
                </a:lnTo>
                <a:lnTo>
                  <a:pt x="11475" y="0"/>
                </a:lnTo>
                <a:lnTo>
                  <a:pt x="0" y="0"/>
                </a:lnTo>
                <a:lnTo>
                  <a:pt x="0" y="67016"/>
                </a:lnTo>
                <a:lnTo>
                  <a:pt x="11475" y="67016"/>
                </a:lnTo>
                <a:lnTo>
                  <a:pt x="11475" y="37547"/>
                </a:lnTo>
                <a:lnTo>
                  <a:pt x="29469" y="37547"/>
                </a:lnTo>
                <a:lnTo>
                  <a:pt x="29469" y="67016"/>
                </a:lnTo>
                <a:close/>
                <a:moveTo>
                  <a:pt x="194583" y="25016"/>
                </a:moveTo>
                <a:lnTo>
                  <a:pt x="194475" y="24581"/>
                </a:lnTo>
                <a:lnTo>
                  <a:pt x="194354" y="24154"/>
                </a:lnTo>
                <a:lnTo>
                  <a:pt x="194220" y="23737"/>
                </a:lnTo>
                <a:lnTo>
                  <a:pt x="194073" y="23329"/>
                </a:lnTo>
                <a:lnTo>
                  <a:pt x="193914" y="22930"/>
                </a:lnTo>
                <a:lnTo>
                  <a:pt x="193741" y="22540"/>
                </a:lnTo>
                <a:lnTo>
                  <a:pt x="193556" y="22159"/>
                </a:lnTo>
                <a:lnTo>
                  <a:pt x="193359" y="21788"/>
                </a:lnTo>
                <a:lnTo>
                  <a:pt x="193148" y="21425"/>
                </a:lnTo>
                <a:lnTo>
                  <a:pt x="192925" y="21071"/>
                </a:lnTo>
                <a:lnTo>
                  <a:pt x="192689" y="20727"/>
                </a:lnTo>
                <a:lnTo>
                  <a:pt x="192441" y="20391"/>
                </a:lnTo>
                <a:lnTo>
                  <a:pt x="192179" y="20065"/>
                </a:lnTo>
                <a:lnTo>
                  <a:pt x="191905" y="19748"/>
                </a:lnTo>
                <a:lnTo>
                  <a:pt x="191618" y="19440"/>
                </a:lnTo>
                <a:lnTo>
                  <a:pt x="191318" y="19141"/>
                </a:lnTo>
                <a:lnTo>
                  <a:pt x="191008" y="18852"/>
                </a:lnTo>
                <a:lnTo>
                  <a:pt x="190688" y="18576"/>
                </a:lnTo>
                <a:lnTo>
                  <a:pt x="190360" y="18312"/>
                </a:lnTo>
                <a:lnTo>
                  <a:pt x="190023" y="18061"/>
                </a:lnTo>
                <a:lnTo>
                  <a:pt x="189677" y="17821"/>
                </a:lnTo>
                <a:lnTo>
                  <a:pt x="189322" y="17594"/>
                </a:lnTo>
                <a:lnTo>
                  <a:pt x="188958" y="17380"/>
                </a:lnTo>
                <a:lnTo>
                  <a:pt x="188585" y="17177"/>
                </a:lnTo>
                <a:lnTo>
                  <a:pt x="188203" y="16987"/>
                </a:lnTo>
                <a:lnTo>
                  <a:pt x="187812" y="16809"/>
                </a:lnTo>
                <a:lnTo>
                  <a:pt x="187413" y="16643"/>
                </a:lnTo>
                <a:lnTo>
                  <a:pt x="187004" y="16490"/>
                </a:lnTo>
                <a:lnTo>
                  <a:pt x="186587" y="16349"/>
                </a:lnTo>
                <a:lnTo>
                  <a:pt x="186160" y="16220"/>
                </a:lnTo>
                <a:lnTo>
                  <a:pt x="185725" y="16103"/>
                </a:lnTo>
                <a:lnTo>
                  <a:pt x="185280" y="15999"/>
                </a:lnTo>
                <a:lnTo>
                  <a:pt x="184827" y="15907"/>
                </a:lnTo>
                <a:lnTo>
                  <a:pt x="184365" y="15827"/>
                </a:lnTo>
                <a:lnTo>
                  <a:pt x="183894" y="15760"/>
                </a:lnTo>
                <a:lnTo>
                  <a:pt x="183414" y="15705"/>
                </a:lnTo>
                <a:lnTo>
                  <a:pt x="182925" y="15662"/>
                </a:lnTo>
                <a:lnTo>
                  <a:pt x="182427" y="15631"/>
                </a:lnTo>
                <a:lnTo>
                  <a:pt x="181920" y="15613"/>
                </a:lnTo>
                <a:lnTo>
                  <a:pt x="181405" y="15606"/>
                </a:lnTo>
                <a:lnTo>
                  <a:pt x="180775" y="15616"/>
                </a:lnTo>
                <a:lnTo>
                  <a:pt x="180156" y="15643"/>
                </a:lnTo>
                <a:lnTo>
                  <a:pt x="179547" y="15688"/>
                </a:lnTo>
                <a:lnTo>
                  <a:pt x="178949" y="15752"/>
                </a:lnTo>
                <a:lnTo>
                  <a:pt x="178361" y="15834"/>
                </a:lnTo>
                <a:lnTo>
                  <a:pt x="177784" y="15934"/>
                </a:lnTo>
                <a:lnTo>
                  <a:pt x="177217" y="16052"/>
                </a:lnTo>
                <a:lnTo>
                  <a:pt x="176661" y="16188"/>
                </a:lnTo>
                <a:lnTo>
                  <a:pt x="176115" y="16342"/>
                </a:lnTo>
                <a:lnTo>
                  <a:pt x="175580" y="16515"/>
                </a:lnTo>
                <a:lnTo>
                  <a:pt x="175056" y="16706"/>
                </a:lnTo>
                <a:lnTo>
                  <a:pt x="174542" y="16915"/>
                </a:lnTo>
                <a:lnTo>
                  <a:pt x="174038" y="17142"/>
                </a:lnTo>
                <a:lnTo>
                  <a:pt x="173545" y="17387"/>
                </a:lnTo>
                <a:lnTo>
                  <a:pt x="173063" y="17651"/>
                </a:lnTo>
                <a:lnTo>
                  <a:pt x="172591" y="17932"/>
                </a:lnTo>
                <a:lnTo>
                  <a:pt x="172129" y="18232"/>
                </a:lnTo>
                <a:lnTo>
                  <a:pt x="171678" y="18550"/>
                </a:lnTo>
                <a:lnTo>
                  <a:pt x="171238" y="18886"/>
                </a:lnTo>
                <a:lnTo>
                  <a:pt x="170808" y="19241"/>
                </a:lnTo>
                <a:lnTo>
                  <a:pt x="170389" y="19613"/>
                </a:lnTo>
                <a:lnTo>
                  <a:pt x="169980" y="20004"/>
                </a:lnTo>
                <a:lnTo>
                  <a:pt x="169582" y="20413"/>
                </a:lnTo>
                <a:lnTo>
                  <a:pt x="169194" y="20840"/>
                </a:lnTo>
                <a:lnTo>
                  <a:pt x="168819" y="21282"/>
                </a:lnTo>
                <a:lnTo>
                  <a:pt x="168461" y="21737"/>
                </a:lnTo>
                <a:lnTo>
                  <a:pt x="168118" y="22205"/>
                </a:lnTo>
                <a:lnTo>
                  <a:pt x="167792" y="22686"/>
                </a:lnTo>
                <a:lnTo>
                  <a:pt x="167481" y="23179"/>
                </a:lnTo>
                <a:lnTo>
                  <a:pt x="167186" y="23685"/>
                </a:lnTo>
                <a:lnTo>
                  <a:pt x="166907" y="24204"/>
                </a:lnTo>
                <a:lnTo>
                  <a:pt x="166644" y="24736"/>
                </a:lnTo>
                <a:lnTo>
                  <a:pt x="166397" y="25280"/>
                </a:lnTo>
                <a:lnTo>
                  <a:pt x="166166" y="25838"/>
                </a:lnTo>
                <a:lnTo>
                  <a:pt x="165951" y="26407"/>
                </a:lnTo>
                <a:lnTo>
                  <a:pt x="165752" y="26990"/>
                </a:lnTo>
                <a:lnTo>
                  <a:pt x="165569" y="27586"/>
                </a:lnTo>
                <a:lnTo>
                  <a:pt x="165402" y="28194"/>
                </a:lnTo>
                <a:lnTo>
                  <a:pt x="165250" y="28815"/>
                </a:lnTo>
                <a:lnTo>
                  <a:pt x="165115" y="29448"/>
                </a:lnTo>
                <a:lnTo>
                  <a:pt x="164995" y="30095"/>
                </a:lnTo>
                <a:lnTo>
                  <a:pt x="164892" y="30754"/>
                </a:lnTo>
                <a:lnTo>
                  <a:pt x="164804" y="31426"/>
                </a:lnTo>
                <a:lnTo>
                  <a:pt x="164732" y="32111"/>
                </a:lnTo>
                <a:lnTo>
                  <a:pt x="164677" y="32808"/>
                </a:lnTo>
                <a:lnTo>
                  <a:pt x="164637" y="33518"/>
                </a:lnTo>
                <a:lnTo>
                  <a:pt x="164613" y="34241"/>
                </a:lnTo>
                <a:lnTo>
                  <a:pt x="164605" y="34977"/>
                </a:lnTo>
                <a:lnTo>
                  <a:pt x="164605" y="48656"/>
                </a:lnTo>
                <a:lnTo>
                  <a:pt x="164613" y="49384"/>
                </a:lnTo>
                <a:lnTo>
                  <a:pt x="164637" y="50100"/>
                </a:lnTo>
                <a:lnTo>
                  <a:pt x="164677" y="50803"/>
                </a:lnTo>
                <a:lnTo>
                  <a:pt x="164734" y="51494"/>
                </a:lnTo>
                <a:lnTo>
                  <a:pt x="164806" y="52172"/>
                </a:lnTo>
                <a:lnTo>
                  <a:pt x="164895" y="52838"/>
                </a:lnTo>
                <a:lnTo>
                  <a:pt x="164999" y="53492"/>
                </a:lnTo>
                <a:lnTo>
                  <a:pt x="165120" y="54133"/>
                </a:lnTo>
                <a:lnTo>
                  <a:pt x="165257" y="54762"/>
                </a:lnTo>
                <a:lnTo>
                  <a:pt x="165410" y="55378"/>
                </a:lnTo>
                <a:lnTo>
                  <a:pt x="165579" y="55982"/>
                </a:lnTo>
                <a:lnTo>
                  <a:pt x="165764" y="56573"/>
                </a:lnTo>
                <a:lnTo>
                  <a:pt x="165965" y="57152"/>
                </a:lnTo>
                <a:lnTo>
                  <a:pt x="166182" y="57719"/>
                </a:lnTo>
                <a:lnTo>
                  <a:pt x="166415" y="58273"/>
                </a:lnTo>
                <a:lnTo>
                  <a:pt x="166665" y="58815"/>
                </a:lnTo>
                <a:lnTo>
                  <a:pt x="166930" y="59344"/>
                </a:lnTo>
                <a:lnTo>
                  <a:pt x="167212" y="59861"/>
                </a:lnTo>
                <a:lnTo>
                  <a:pt x="167510" y="60366"/>
                </a:lnTo>
                <a:lnTo>
                  <a:pt x="167824" y="60858"/>
                </a:lnTo>
                <a:lnTo>
                  <a:pt x="168154" y="61337"/>
                </a:lnTo>
                <a:lnTo>
                  <a:pt x="168500" y="61805"/>
                </a:lnTo>
                <a:lnTo>
                  <a:pt x="168862" y="62259"/>
                </a:lnTo>
                <a:lnTo>
                  <a:pt x="169240" y="62702"/>
                </a:lnTo>
                <a:lnTo>
                  <a:pt x="169631" y="63129"/>
                </a:lnTo>
                <a:lnTo>
                  <a:pt x="170033" y="63537"/>
                </a:lnTo>
                <a:lnTo>
                  <a:pt x="170444" y="63928"/>
                </a:lnTo>
                <a:lnTo>
                  <a:pt x="170866" y="64300"/>
                </a:lnTo>
                <a:lnTo>
                  <a:pt x="171298" y="64655"/>
                </a:lnTo>
                <a:lnTo>
                  <a:pt x="171739" y="64991"/>
                </a:lnTo>
                <a:lnTo>
                  <a:pt x="172191" y="65309"/>
                </a:lnTo>
                <a:lnTo>
                  <a:pt x="172652" y="65608"/>
                </a:lnTo>
                <a:lnTo>
                  <a:pt x="173124" y="65890"/>
                </a:lnTo>
                <a:lnTo>
                  <a:pt x="173606" y="66153"/>
                </a:lnTo>
                <a:lnTo>
                  <a:pt x="174098" y="66399"/>
                </a:lnTo>
                <a:lnTo>
                  <a:pt x="174600" y="66626"/>
                </a:lnTo>
                <a:lnTo>
                  <a:pt x="175111" y="66835"/>
                </a:lnTo>
                <a:lnTo>
                  <a:pt x="175633" y="67025"/>
                </a:lnTo>
                <a:lnTo>
                  <a:pt x="176165" y="67198"/>
                </a:lnTo>
                <a:lnTo>
                  <a:pt x="176707" y="67352"/>
                </a:lnTo>
                <a:lnTo>
                  <a:pt x="177259" y="67489"/>
                </a:lnTo>
                <a:lnTo>
                  <a:pt x="177821" y="67607"/>
                </a:lnTo>
                <a:lnTo>
                  <a:pt x="178394" y="67707"/>
                </a:lnTo>
                <a:lnTo>
                  <a:pt x="178976" y="67788"/>
                </a:lnTo>
                <a:lnTo>
                  <a:pt x="179568" y="67852"/>
                </a:lnTo>
                <a:lnTo>
                  <a:pt x="180170" y="67897"/>
                </a:lnTo>
                <a:lnTo>
                  <a:pt x="180782" y="67925"/>
                </a:lnTo>
                <a:lnTo>
                  <a:pt x="181405" y="67934"/>
                </a:lnTo>
                <a:lnTo>
                  <a:pt x="181920" y="67928"/>
                </a:lnTo>
                <a:lnTo>
                  <a:pt x="182427" y="67909"/>
                </a:lnTo>
                <a:lnTo>
                  <a:pt x="182925" y="67878"/>
                </a:lnTo>
                <a:lnTo>
                  <a:pt x="183414" y="67835"/>
                </a:lnTo>
                <a:lnTo>
                  <a:pt x="183894" y="67780"/>
                </a:lnTo>
                <a:lnTo>
                  <a:pt x="184365" y="67713"/>
                </a:lnTo>
                <a:lnTo>
                  <a:pt x="184827" y="67633"/>
                </a:lnTo>
                <a:lnTo>
                  <a:pt x="185280" y="67541"/>
                </a:lnTo>
                <a:lnTo>
                  <a:pt x="185725" y="67437"/>
                </a:lnTo>
                <a:lnTo>
                  <a:pt x="186160" y="67320"/>
                </a:lnTo>
                <a:lnTo>
                  <a:pt x="186587" y="67191"/>
                </a:lnTo>
                <a:lnTo>
                  <a:pt x="187004" y="67050"/>
                </a:lnTo>
                <a:lnTo>
                  <a:pt x="187413" y="66897"/>
                </a:lnTo>
                <a:lnTo>
                  <a:pt x="187812" y="66731"/>
                </a:lnTo>
                <a:lnTo>
                  <a:pt x="188203" y="66553"/>
                </a:lnTo>
                <a:lnTo>
                  <a:pt x="188585" y="66363"/>
                </a:lnTo>
                <a:lnTo>
                  <a:pt x="188958" y="66160"/>
                </a:lnTo>
                <a:lnTo>
                  <a:pt x="189322" y="65946"/>
                </a:lnTo>
                <a:lnTo>
                  <a:pt x="189677" y="65719"/>
                </a:lnTo>
                <a:lnTo>
                  <a:pt x="190023" y="65479"/>
                </a:lnTo>
                <a:lnTo>
                  <a:pt x="190360" y="65228"/>
                </a:lnTo>
                <a:lnTo>
                  <a:pt x="190688" y="64964"/>
                </a:lnTo>
                <a:lnTo>
                  <a:pt x="191008" y="64688"/>
                </a:lnTo>
                <a:lnTo>
                  <a:pt x="191318" y="64399"/>
                </a:lnTo>
                <a:lnTo>
                  <a:pt x="191618" y="64100"/>
                </a:lnTo>
                <a:lnTo>
                  <a:pt x="191905" y="63792"/>
                </a:lnTo>
                <a:lnTo>
                  <a:pt x="192179" y="63475"/>
                </a:lnTo>
                <a:lnTo>
                  <a:pt x="192441" y="63149"/>
                </a:lnTo>
                <a:lnTo>
                  <a:pt x="192689" y="62813"/>
                </a:lnTo>
                <a:lnTo>
                  <a:pt x="192925" y="62469"/>
                </a:lnTo>
                <a:lnTo>
                  <a:pt x="193148" y="62115"/>
                </a:lnTo>
                <a:lnTo>
                  <a:pt x="193359" y="61753"/>
                </a:lnTo>
                <a:lnTo>
                  <a:pt x="193556" y="61381"/>
                </a:lnTo>
                <a:lnTo>
                  <a:pt x="193741" y="61000"/>
                </a:lnTo>
                <a:lnTo>
                  <a:pt x="193914" y="60610"/>
                </a:lnTo>
                <a:lnTo>
                  <a:pt x="194073" y="60211"/>
                </a:lnTo>
                <a:lnTo>
                  <a:pt x="194220" y="59803"/>
                </a:lnTo>
                <a:lnTo>
                  <a:pt x="194354" y="59386"/>
                </a:lnTo>
                <a:lnTo>
                  <a:pt x="194475" y="58959"/>
                </a:lnTo>
                <a:lnTo>
                  <a:pt x="194583" y="58524"/>
                </a:lnTo>
                <a:lnTo>
                  <a:pt x="194679" y="58080"/>
                </a:lnTo>
                <a:lnTo>
                  <a:pt x="194762" y="57626"/>
                </a:lnTo>
                <a:lnTo>
                  <a:pt x="194799" y="57377"/>
                </a:lnTo>
                <a:lnTo>
                  <a:pt x="194991" y="57377"/>
                </a:lnTo>
                <a:lnTo>
                  <a:pt x="194991" y="67016"/>
                </a:lnTo>
                <a:lnTo>
                  <a:pt x="206191" y="67016"/>
                </a:lnTo>
                <a:lnTo>
                  <a:pt x="206191" y="0"/>
                </a:lnTo>
                <a:lnTo>
                  <a:pt x="194715" y="0"/>
                </a:lnTo>
                <a:lnTo>
                  <a:pt x="194715" y="14137"/>
                </a:lnTo>
                <a:lnTo>
                  <a:pt x="195082" y="26163"/>
                </a:lnTo>
                <a:lnTo>
                  <a:pt x="194799" y="26163"/>
                </a:lnTo>
                <a:lnTo>
                  <a:pt x="194762" y="25914"/>
                </a:lnTo>
                <a:lnTo>
                  <a:pt x="194679" y="25460"/>
                </a:lnTo>
                <a:lnTo>
                  <a:pt x="194583" y="25016"/>
                </a:lnTo>
                <a:close/>
                <a:moveTo>
                  <a:pt x="184372" y="57979"/>
                </a:moveTo>
                <a:lnTo>
                  <a:pt x="184028" y="57947"/>
                </a:lnTo>
                <a:lnTo>
                  <a:pt x="183691" y="57907"/>
                </a:lnTo>
                <a:lnTo>
                  <a:pt x="183360" y="57858"/>
                </a:lnTo>
                <a:lnTo>
                  <a:pt x="183037" y="57800"/>
                </a:lnTo>
                <a:lnTo>
                  <a:pt x="182720" y="57733"/>
                </a:lnTo>
                <a:lnTo>
                  <a:pt x="182409" y="57657"/>
                </a:lnTo>
                <a:lnTo>
                  <a:pt x="182106" y="57572"/>
                </a:lnTo>
                <a:lnTo>
                  <a:pt x="181809" y="57479"/>
                </a:lnTo>
                <a:lnTo>
                  <a:pt x="181519" y="57376"/>
                </a:lnTo>
                <a:lnTo>
                  <a:pt x="181235" y="57265"/>
                </a:lnTo>
                <a:lnTo>
                  <a:pt x="180958" y="57144"/>
                </a:lnTo>
                <a:lnTo>
                  <a:pt x="180688" y="57015"/>
                </a:lnTo>
                <a:lnTo>
                  <a:pt x="180425" y="56876"/>
                </a:lnTo>
                <a:lnTo>
                  <a:pt x="180168" y="56729"/>
                </a:lnTo>
                <a:lnTo>
                  <a:pt x="179918" y="56573"/>
                </a:lnTo>
                <a:lnTo>
                  <a:pt x="179674" y="56408"/>
                </a:lnTo>
                <a:lnTo>
                  <a:pt x="179438" y="56234"/>
                </a:lnTo>
                <a:lnTo>
                  <a:pt x="179208" y="56051"/>
                </a:lnTo>
                <a:lnTo>
                  <a:pt x="178985" y="55859"/>
                </a:lnTo>
                <a:lnTo>
                  <a:pt x="178768" y="55658"/>
                </a:lnTo>
                <a:lnTo>
                  <a:pt x="178558" y="55448"/>
                </a:lnTo>
                <a:lnTo>
                  <a:pt x="178356" y="55230"/>
                </a:lnTo>
                <a:lnTo>
                  <a:pt x="178162" y="55005"/>
                </a:lnTo>
                <a:lnTo>
                  <a:pt x="177977" y="54771"/>
                </a:lnTo>
                <a:lnTo>
                  <a:pt x="177801" y="54530"/>
                </a:lnTo>
                <a:lnTo>
                  <a:pt x="177633" y="54282"/>
                </a:lnTo>
                <a:lnTo>
                  <a:pt x="177474" y="54025"/>
                </a:lnTo>
                <a:lnTo>
                  <a:pt x="177324" y="53761"/>
                </a:lnTo>
                <a:lnTo>
                  <a:pt x="177182" y="53490"/>
                </a:lnTo>
                <a:lnTo>
                  <a:pt x="177048" y="53211"/>
                </a:lnTo>
                <a:lnTo>
                  <a:pt x="176923" y="52924"/>
                </a:lnTo>
                <a:lnTo>
                  <a:pt x="176807" y="52629"/>
                </a:lnTo>
                <a:lnTo>
                  <a:pt x="176700" y="52327"/>
                </a:lnTo>
                <a:lnTo>
                  <a:pt x="176601" y="52017"/>
                </a:lnTo>
                <a:lnTo>
                  <a:pt x="176510" y="51700"/>
                </a:lnTo>
                <a:lnTo>
                  <a:pt x="176429" y="51375"/>
                </a:lnTo>
                <a:lnTo>
                  <a:pt x="176356" y="51042"/>
                </a:lnTo>
                <a:lnTo>
                  <a:pt x="176291" y="50702"/>
                </a:lnTo>
                <a:lnTo>
                  <a:pt x="176235" y="50354"/>
                </a:lnTo>
                <a:lnTo>
                  <a:pt x="176188" y="49998"/>
                </a:lnTo>
                <a:lnTo>
                  <a:pt x="176149" y="49635"/>
                </a:lnTo>
                <a:lnTo>
                  <a:pt x="176119" y="49264"/>
                </a:lnTo>
                <a:lnTo>
                  <a:pt x="176097" y="48885"/>
                </a:lnTo>
                <a:lnTo>
                  <a:pt x="176085" y="48499"/>
                </a:lnTo>
                <a:lnTo>
                  <a:pt x="176080" y="48105"/>
                </a:lnTo>
                <a:lnTo>
                  <a:pt x="176080" y="35436"/>
                </a:lnTo>
                <a:lnTo>
                  <a:pt x="176085" y="35042"/>
                </a:lnTo>
                <a:lnTo>
                  <a:pt x="176097" y="34656"/>
                </a:lnTo>
                <a:lnTo>
                  <a:pt x="176119" y="34277"/>
                </a:lnTo>
                <a:lnTo>
                  <a:pt x="176149" y="33906"/>
                </a:lnTo>
                <a:lnTo>
                  <a:pt x="176188" y="33543"/>
                </a:lnTo>
                <a:lnTo>
                  <a:pt x="176235" y="33187"/>
                </a:lnTo>
                <a:lnTo>
                  <a:pt x="176291" y="32839"/>
                </a:lnTo>
                <a:lnTo>
                  <a:pt x="176356" y="32498"/>
                </a:lnTo>
                <a:lnTo>
                  <a:pt x="176429" y="32166"/>
                </a:lnTo>
                <a:lnTo>
                  <a:pt x="176510" y="31841"/>
                </a:lnTo>
                <a:lnTo>
                  <a:pt x="176601" y="31523"/>
                </a:lnTo>
                <a:lnTo>
                  <a:pt x="176700" y="31213"/>
                </a:lnTo>
                <a:lnTo>
                  <a:pt x="176807" y="30911"/>
                </a:lnTo>
                <a:lnTo>
                  <a:pt x="176923" y="30616"/>
                </a:lnTo>
                <a:lnTo>
                  <a:pt x="177048" y="30330"/>
                </a:lnTo>
                <a:lnTo>
                  <a:pt x="177182" y="30050"/>
                </a:lnTo>
                <a:lnTo>
                  <a:pt x="177324" y="29779"/>
                </a:lnTo>
                <a:lnTo>
                  <a:pt x="177474" y="29515"/>
                </a:lnTo>
                <a:lnTo>
                  <a:pt x="177633" y="29259"/>
                </a:lnTo>
                <a:lnTo>
                  <a:pt x="177801" y="29010"/>
                </a:lnTo>
                <a:lnTo>
                  <a:pt x="177977" y="28769"/>
                </a:lnTo>
                <a:lnTo>
                  <a:pt x="178162" y="28536"/>
                </a:lnTo>
                <a:lnTo>
                  <a:pt x="178356" y="28310"/>
                </a:lnTo>
                <a:lnTo>
                  <a:pt x="178558" y="28092"/>
                </a:lnTo>
                <a:lnTo>
                  <a:pt x="178768" y="27882"/>
                </a:lnTo>
                <a:lnTo>
                  <a:pt x="178985" y="27681"/>
                </a:lnTo>
                <a:lnTo>
                  <a:pt x="179208" y="27489"/>
                </a:lnTo>
                <a:lnTo>
                  <a:pt x="179438" y="27306"/>
                </a:lnTo>
                <a:lnTo>
                  <a:pt x="179674" y="27132"/>
                </a:lnTo>
                <a:lnTo>
                  <a:pt x="179918" y="26967"/>
                </a:lnTo>
                <a:lnTo>
                  <a:pt x="180168" y="26811"/>
                </a:lnTo>
                <a:lnTo>
                  <a:pt x="180425" y="26664"/>
                </a:lnTo>
                <a:lnTo>
                  <a:pt x="180688" y="26525"/>
                </a:lnTo>
                <a:lnTo>
                  <a:pt x="180958" y="26396"/>
                </a:lnTo>
                <a:lnTo>
                  <a:pt x="181235" y="26276"/>
                </a:lnTo>
                <a:lnTo>
                  <a:pt x="181519" y="26164"/>
                </a:lnTo>
                <a:lnTo>
                  <a:pt x="181809" y="26061"/>
                </a:lnTo>
                <a:lnTo>
                  <a:pt x="182106" y="25968"/>
                </a:lnTo>
                <a:lnTo>
                  <a:pt x="182409" y="25883"/>
                </a:lnTo>
                <a:lnTo>
                  <a:pt x="182720" y="25807"/>
                </a:lnTo>
                <a:lnTo>
                  <a:pt x="183037" y="25740"/>
                </a:lnTo>
                <a:lnTo>
                  <a:pt x="183360" y="25682"/>
                </a:lnTo>
                <a:lnTo>
                  <a:pt x="183691" y="25633"/>
                </a:lnTo>
                <a:lnTo>
                  <a:pt x="184028" y="25593"/>
                </a:lnTo>
                <a:lnTo>
                  <a:pt x="184372" y="25562"/>
                </a:lnTo>
                <a:lnTo>
                  <a:pt x="184722" y="25539"/>
                </a:lnTo>
                <a:lnTo>
                  <a:pt x="185079" y="25526"/>
                </a:lnTo>
                <a:lnTo>
                  <a:pt x="185443" y="25521"/>
                </a:lnTo>
                <a:lnTo>
                  <a:pt x="185807" y="25526"/>
                </a:lnTo>
                <a:lnTo>
                  <a:pt x="186164" y="25540"/>
                </a:lnTo>
                <a:lnTo>
                  <a:pt x="186514" y="25562"/>
                </a:lnTo>
                <a:lnTo>
                  <a:pt x="186857" y="25594"/>
                </a:lnTo>
                <a:lnTo>
                  <a:pt x="187194" y="25635"/>
                </a:lnTo>
                <a:lnTo>
                  <a:pt x="187523" y="25685"/>
                </a:lnTo>
                <a:lnTo>
                  <a:pt x="187846" y="25744"/>
                </a:lnTo>
                <a:lnTo>
                  <a:pt x="188162" y="25812"/>
                </a:lnTo>
                <a:lnTo>
                  <a:pt x="188471" y="25889"/>
                </a:lnTo>
                <a:lnTo>
                  <a:pt x="188773" y="25976"/>
                </a:lnTo>
                <a:lnTo>
                  <a:pt x="189068" y="26071"/>
                </a:lnTo>
                <a:lnTo>
                  <a:pt x="189356" y="26176"/>
                </a:lnTo>
                <a:lnTo>
                  <a:pt x="189638" y="26289"/>
                </a:lnTo>
                <a:lnTo>
                  <a:pt x="189913" y="26412"/>
                </a:lnTo>
                <a:lnTo>
                  <a:pt x="190180" y="26544"/>
                </a:lnTo>
                <a:lnTo>
                  <a:pt x="190441" y="26684"/>
                </a:lnTo>
                <a:lnTo>
                  <a:pt x="190695" y="26834"/>
                </a:lnTo>
                <a:lnTo>
                  <a:pt x="190943" y="26993"/>
                </a:lnTo>
                <a:lnTo>
                  <a:pt x="191183" y="27161"/>
                </a:lnTo>
                <a:lnTo>
                  <a:pt x="191417" y="27339"/>
                </a:lnTo>
                <a:lnTo>
                  <a:pt x="191643" y="27525"/>
                </a:lnTo>
                <a:lnTo>
                  <a:pt x="191863" y="27720"/>
                </a:lnTo>
                <a:lnTo>
                  <a:pt x="192076" y="27925"/>
                </a:lnTo>
                <a:lnTo>
                  <a:pt x="192282" y="28138"/>
                </a:lnTo>
                <a:lnTo>
                  <a:pt x="192481" y="28360"/>
                </a:lnTo>
                <a:lnTo>
                  <a:pt x="192671" y="28588"/>
                </a:lnTo>
                <a:lnTo>
                  <a:pt x="192852" y="28824"/>
                </a:lnTo>
                <a:lnTo>
                  <a:pt x="193025" y="29067"/>
                </a:lnTo>
                <a:lnTo>
                  <a:pt x="193190" y="29318"/>
                </a:lnTo>
                <a:lnTo>
                  <a:pt x="193347" y="29575"/>
                </a:lnTo>
                <a:lnTo>
                  <a:pt x="193494" y="29840"/>
                </a:lnTo>
                <a:lnTo>
                  <a:pt x="193634" y="30111"/>
                </a:lnTo>
                <a:lnTo>
                  <a:pt x="193765" y="30390"/>
                </a:lnTo>
                <a:lnTo>
                  <a:pt x="193887" y="30676"/>
                </a:lnTo>
                <a:lnTo>
                  <a:pt x="194001" y="30970"/>
                </a:lnTo>
                <a:lnTo>
                  <a:pt x="194107" y="31270"/>
                </a:lnTo>
                <a:lnTo>
                  <a:pt x="194204" y="31578"/>
                </a:lnTo>
                <a:lnTo>
                  <a:pt x="194293" y="31893"/>
                </a:lnTo>
                <a:lnTo>
                  <a:pt x="194373" y="32215"/>
                </a:lnTo>
                <a:lnTo>
                  <a:pt x="194445" y="32544"/>
                </a:lnTo>
                <a:lnTo>
                  <a:pt x="194508" y="32880"/>
                </a:lnTo>
                <a:lnTo>
                  <a:pt x="194563" y="33224"/>
                </a:lnTo>
                <a:lnTo>
                  <a:pt x="194610" y="33575"/>
                </a:lnTo>
                <a:lnTo>
                  <a:pt x="194648" y="33933"/>
                </a:lnTo>
                <a:lnTo>
                  <a:pt x="194677" y="34298"/>
                </a:lnTo>
                <a:lnTo>
                  <a:pt x="194698" y="34670"/>
                </a:lnTo>
                <a:lnTo>
                  <a:pt x="194711" y="35050"/>
                </a:lnTo>
                <a:lnTo>
                  <a:pt x="194715" y="35436"/>
                </a:lnTo>
                <a:lnTo>
                  <a:pt x="194715" y="48105"/>
                </a:lnTo>
                <a:lnTo>
                  <a:pt x="194711" y="48492"/>
                </a:lnTo>
                <a:lnTo>
                  <a:pt x="194698" y="48871"/>
                </a:lnTo>
                <a:lnTo>
                  <a:pt x="194677" y="49243"/>
                </a:lnTo>
                <a:lnTo>
                  <a:pt x="194648" y="49608"/>
                </a:lnTo>
                <a:lnTo>
                  <a:pt x="194610" y="49966"/>
                </a:lnTo>
                <a:lnTo>
                  <a:pt x="194563" y="50317"/>
                </a:lnTo>
                <a:lnTo>
                  <a:pt x="194508" y="50660"/>
                </a:lnTo>
                <a:lnTo>
                  <a:pt x="194445" y="50997"/>
                </a:lnTo>
                <a:lnTo>
                  <a:pt x="194373" y="51326"/>
                </a:lnTo>
                <a:lnTo>
                  <a:pt x="194293" y="51648"/>
                </a:lnTo>
                <a:lnTo>
                  <a:pt x="194204" y="51963"/>
                </a:lnTo>
                <a:lnTo>
                  <a:pt x="194107" y="52271"/>
                </a:lnTo>
                <a:lnTo>
                  <a:pt x="194001" y="52571"/>
                </a:lnTo>
                <a:lnTo>
                  <a:pt x="193887" y="52864"/>
                </a:lnTo>
                <a:lnTo>
                  <a:pt x="193765" y="53151"/>
                </a:lnTo>
                <a:lnTo>
                  <a:pt x="193634" y="53430"/>
                </a:lnTo>
                <a:lnTo>
                  <a:pt x="193494" y="53701"/>
                </a:lnTo>
                <a:lnTo>
                  <a:pt x="193347" y="53966"/>
                </a:lnTo>
                <a:lnTo>
                  <a:pt x="193190" y="54224"/>
                </a:lnTo>
                <a:lnTo>
                  <a:pt x="193025" y="54474"/>
                </a:lnTo>
                <a:lnTo>
                  <a:pt x="192852" y="54717"/>
                </a:lnTo>
                <a:lnTo>
                  <a:pt x="192671" y="54953"/>
                </a:lnTo>
                <a:lnTo>
                  <a:pt x="192481" y="55182"/>
                </a:lnTo>
                <a:lnTo>
                  <a:pt x="192282" y="55403"/>
                </a:lnTo>
                <a:lnTo>
                  <a:pt x="192076" y="55617"/>
                </a:lnTo>
                <a:lnTo>
                  <a:pt x="191863" y="55821"/>
                </a:lnTo>
                <a:lnTo>
                  <a:pt x="191643" y="56016"/>
                </a:lnTo>
                <a:lnTo>
                  <a:pt x="191417" y="56203"/>
                </a:lnTo>
                <a:lnTo>
                  <a:pt x="191183" y="56380"/>
                </a:lnTo>
                <a:lnTo>
                  <a:pt x="190943" y="56548"/>
                </a:lnTo>
                <a:lnTo>
                  <a:pt x="190695" y="56707"/>
                </a:lnTo>
                <a:lnTo>
                  <a:pt x="190441" y="56856"/>
                </a:lnTo>
                <a:lnTo>
                  <a:pt x="190180" y="56997"/>
                </a:lnTo>
                <a:lnTo>
                  <a:pt x="189913" y="57129"/>
                </a:lnTo>
                <a:lnTo>
                  <a:pt x="189638" y="57251"/>
                </a:lnTo>
                <a:lnTo>
                  <a:pt x="189356" y="57365"/>
                </a:lnTo>
                <a:lnTo>
                  <a:pt x="189068" y="57469"/>
                </a:lnTo>
                <a:lnTo>
                  <a:pt x="188773" y="57565"/>
                </a:lnTo>
                <a:lnTo>
                  <a:pt x="188471" y="57651"/>
                </a:lnTo>
                <a:lnTo>
                  <a:pt x="188162" y="57728"/>
                </a:lnTo>
                <a:lnTo>
                  <a:pt x="187846" y="57796"/>
                </a:lnTo>
                <a:lnTo>
                  <a:pt x="187523" y="57855"/>
                </a:lnTo>
                <a:lnTo>
                  <a:pt x="187194" y="57905"/>
                </a:lnTo>
                <a:lnTo>
                  <a:pt x="186857" y="57946"/>
                </a:lnTo>
                <a:lnTo>
                  <a:pt x="186514" y="57978"/>
                </a:lnTo>
                <a:lnTo>
                  <a:pt x="186164" y="58001"/>
                </a:lnTo>
                <a:lnTo>
                  <a:pt x="185807" y="58014"/>
                </a:lnTo>
                <a:lnTo>
                  <a:pt x="185443" y="58019"/>
                </a:lnTo>
                <a:lnTo>
                  <a:pt x="185079" y="58014"/>
                </a:lnTo>
                <a:lnTo>
                  <a:pt x="184722" y="58001"/>
                </a:lnTo>
                <a:lnTo>
                  <a:pt x="184372" y="57979"/>
                </a:lnTo>
                <a:close/>
                <a:moveTo>
                  <a:pt x="110165" y="67016"/>
                </a:moveTo>
                <a:lnTo>
                  <a:pt x="121641" y="67016"/>
                </a:lnTo>
                <a:lnTo>
                  <a:pt x="121641" y="35436"/>
                </a:lnTo>
                <a:lnTo>
                  <a:pt x="121645" y="35042"/>
                </a:lnTo>
                <a:lnTo>
                  <a:pt x="121658" y="34656"/>
                </a:lnTo>
                <a:lnTo>
                  <a:pt x="121679" y="34277"/>
                </a:lnTo>
                <a:lnTo>
                  <a:pt x="121708" y="33906"/>
                </a:lnTo>
                <a:lnTo>
                  <a:pt x="121746" y="33543"/>
                </a:lnTo>
                <a:lnTo>
                  <a:pt x="121793" y="33187"/>
                </a:lnTo>
                <a:lnTo>
                  <a:pt x="121848" y="32839"/>
                </a:lnTo>
                <a:lnTo>
                  <a:pt x="121911" y="32498"/>
                </a:lnTo>
                <a:lnTo>
                  <a:pt x="121983" y="32166"/>
                </a:lnTo>
                <a:lnTo>
                  <a:pt x="122063" y="31841"/>
                </a:lnTo>
                <a:lnTo>
                  <a:pt x="122152" y="31523"/>
                </a:lnTo>
                <a:lnTo>
                  <a:pt x="122249" y="31213"/>
                </a:lnTo>
                <a:lnTo>
                  <a:pt x="122355" y="30911"/>
                </a:lnTo>
                <a:lnTo>
                  <a:pt x="122469" y="30616"/>
                </a:lnTo>
                <a:lnTo>
                  <a:pt x="122591" y="30330"/>
                </a:lnTo>
                <a:lnTo>
                  <a:pt x="122722" y="30050"/>
                </a:lnTo>
                <a:lnTo>
                  <a:pt x="122861" y="29779"/>
                </a:lnTo>
                <a:lnTo>
                  <a:pt x="123009" y="29515"/>
                </a:lnTo>
                <a:lnTo>
                  <a:pt x="123166" y="29259"/>
                </a:lnTo>
                <a:lnTo>
                  <a:pt x="123330" y="29010"/>
                </a:lnTo>
                <a:lnTo>
                  <a:pt x="123504" y="28769"/>
                </a:lnTo>
                <a:lnTo>
                  <a:pt x="123685" y="28536"/>
                </a:lnTo>
                <a:lnTo>
                  <a:pt x="123875" y="28310"/>
                </a:lnTo>
                <a:lnTo>
                  <a:pt x="124074" y="28092"/>
                </a:lnTo>
                <a:lnTo>
                  <a:pt x="124280" y="27882"/>
                </a:lnTo>
                <a:lnTo>
                  <a:pt x="124492" y="27681"/>
                </a:lnTo>
                <a:lnTo>
                  <a:pt x="124710" y="27489"/>
                </a:lnTo>
                <a:lnTo>
                  <a:pt x="124935" y="27306"/>
                </a:lnTo>
                <a:lnTo>
                  <a:pt x="125165" y="27132"/>
                </a:lnTo>
                <a:lnTo>
                  <a:pt x="125402" y="26967"/>
                </a:lnTo>
                <a:lnTo>
                  <a:pt x="125645" y="26811"/>
                </a:lnTo>
                <a:lnTo>
                  <a:pt x="125895" y="26664"/>
                </a:lnTo>
                <a:lnTo>
                  <a:pt x="126150" y="26525"/>
                </a:lnTo>
                <a:lnTo>
                  <a:pt x="126412" y="26396"/>
                </a:lnTo>
                <a:lnTo>
                  <a:pt x="126680" y="26276"/>
                </a:lnTo>
                <a:lnTo>
                  <a:pt x="126954" y="26164"/>
                </a:lnTo>
                <a:lnTo>
                  <a:pt x="127235" y="26061"/>
                </a:lnTo>
                <a:lnTo>
                  <a:pt x="127521" y="25968"/>
                </a:lnTo>
                <a:lnTo>
                  <a:pt x="127814" y="25883"/>
                </a:lnTo>
                <a:lnTo>
                  <a:pt x="128113" y="25807"/>
                </a:lnTo>
                <a:lnTo>
                  <a:pt x="128418" y="25740"/>
                </a:lnTo>
                <a:lnTo>
                  <a:pt x="128730" y="25682"/>
                </a:lnTo>
                <a:lnTo>
                  <a:pt x="129048" y="25633"/>
                </a:lnTo>
                <a:lnTo>
                  <a:pt x="129371" y="25593"/>
                </a:lnTo>
                <a:lnTo>
                  <a:pt x="129702" y="25562"/>
                </a:lnTo>
                <a:lnTo>
                  <a:pt x="130038" y="25539"/>
                </a:lnTo>
                <a:lnTo>
                  <a:pt x="130380" y="25526"/>
                </a:lnTo>
                <a:lnTo>
                  <a:pt x="130729" y="25521"/>
                </a:lnTo>
                <a:lnTo>
                  <a:pt x="131085" y="25526"/>
                </a:lnTo>
                <a:lnTo>
                  <a:pt x="131435" y="25539"/>
                </a:lnTo>
                <a:lnTo>
                  <a:pt x="131778" y="25560"/>
                </a:lnTo>
                <a:lnTo>
                  <a:pt x="132114" y="25590"/>
                </a:lnTo>
                <a:lnTo>
                  <a:pt x="132444" y="25629"/>
                </a:lnTo>
                <a:lnTo>
                  <a:pt x="132766" y="25676"/>
                </a:lnTo>
                <a:lnTo>
                  <a:pt x="133082" y="25732"/>
                </a:lnTo>
                <a:lnTo>
                  <a:pt x="133392" y="25797"/>
                </a:lnTo>
                <a:lnTo>
                  <a:pt x="133695" y="25870"/>
                </a:lnTo>
                <a:lnTo>
                  <a:pt x="133991" y="25952"/>
                </a:lnTo>
                <a:lnTo>
                  <a:pt x="134280" y="26042"/>
                </a:lnTo>
                <a:lnTo>
                  <a:pt x="134562" y="26141"/>
                </a:lnTo>
                <a:lnTo>
                  <a:pt x="134838" y="26249"/>
                </a:lnTo>
                <a:lnTo>
                  <a:pt x="135107" y="26365"/>
                </a:lnTo>
                <a:lnTo>
                  <a:pt x="135370" y="26490"/>
                </a:lnTo>
                <a:lnTo>
                  <a:pt x="135626" y="26623"/>
                </a:lnTo>
                <a:lnTo>
                  <a:pt x="135875" y="26765"/>
                </a:lnTo>
                <a:lnTo>
                  <a:pt x="136117" y="26916"/>
                </a:lnTo>
                <a:lnTo>
                  <a:pt x="136353" y="27075"/>
                </a:lnTo>
                <a:lnTo>
                  <a:pt x="136582" y="27243"/>
                </a:lnTo>
                <a:lnTo>
                  <a:pt x="136804" y="27420"/>
                </a:lnTo>
                <a:lnTo>
                  <a:pt x="137020" y="27605"/>
                </a:lnTo>
                <a:lnTo>
                  <a:pt x="137228" y="27798"/>
                </a:lnTo>
                <a:lnTo>
                  <a:pt x="137431" y="28001"/>
                </a:lnTo>
                <a:lnTo>
                  <a:pt x="137625" y="28211"/>
                </a:lnTo>
                <a:lnTo>
                  <a:pt x="137812" y="28428"/>
                </a:lnTo>
                <a:lnTo>
                  <a:pt x="137990" y="28653"/>
                </a:lnTo>
                <a:lnTo>
                  <a:pt x="138160" y="28885"/>
                </a:lnTo>
                <a:lnTo>
                  <a:pt x="138322" y="29125"/>
                </a:lnTo>
                <a:lnTo>
                  <a:pt x="138475" y="29372"/>
                </a:lnTo>
                <a:lnTo>
                  <a:pt x="138620" y="29626"/>
                </a:lnTo>
                <a:lnTo>
                  <a:pt x="138757" y="29887"/>
                </a:lnTo>
                <a:lnTo>
                  <a:pt x="138885" y="30156"/>
                </a:lnTo>
                <a:lnTo>
                  <a:pt x="139005" y="30432"/>
                </a:lnTo>
                <a:lnTo>
                  <a:pt x="139117" y="30716"/>
                </a:lnTo>
                <a:lnTo>
                  <a:pt x="139221" y="31007"/>
                </a:lnTo>
                <a:lnTo>
                  <a:pt x="139316" y="31305"/>
                </a:lnTo>
                <a:lnTo>
                  <a:pt x="139403" y="31610"/>
                </a:lnTo>
                <a:lnTo>
                  <a:pt x="139482" y="31923"/>
                </a:lnTo>
                <a:lnTo>
                  <a:pt x="139552" y="32243"/>
                </a:lnTo>
                <a:lnTo>
                  <a:pt x="139614" y="32571"/>
                </a:lnTo>
                <a:lnTo>
                  <a:pt x="139668" y="32905"/>
                </a:lnTo>
                <a:lnTo>
                  <a:pt x="139714" y="33247"/>
                </a:lnTo>
                <a:lnTo>
                  <a:pt x="139751" y="33597"/>
                </a:lnTo>
                <a:lnTo>
                  <a:pt x="139780" y="33954"/>
                </a:lnTo>
                <a:lnTo>
                  <a:pt x="139801" y="34318"/>
                </a:lnTo>
                <a:lnTo>
                  <a:pt x="139813" y="34689"/>
                </a:lnTo>
                <a:lnTo>
                  <a:pt x="139818" y="35068"/>
                </a:lnTo>
                <a:lnTo>
                  <a:pt x="139818" y="67016"/>
                </a:lnTo>
                <a:lnTo>
                  <a:pt x="151293" y="67016"/>
                </a:lnTo>
                <a:lnTo>
                  <a:pt x="151293" y="33876"/>
                </a:lnTo>
                <a:lnTo>
                  <a:pt x="151285" y="33185"/>
                </a:lnTo>
                <a:lnTo>
                  <a:pt x="151262" y="32507"/>
                </a:lnTo>
                <a:lnTo>
                  <a:pt x="151223" y="31840"/>
                </a:lnTo>
                <a:lnTo>
                  <a:pt x="151169" y="31185"/>
                </a:lnTo>
                <a:lnTo>
                  <a:pt x="151100" y="30542"/>
                </a:lnTo>
                <a:lnTo>
                  <a:pt x="151015" y="29911"/>
                </a:lnTo>
                <a:lnTo>
                  <a:pt x="150914" y="29291"/>
                </a:lnTo>
                <a:lnTo>
                  <a:pt x="150798" y="28684"/>
                </a:lnTo>
                <a:lnTo>
                  <a:pt x="150667" y="28088"/>
                </a:lnTo>
                <a:lnTo>
                  <a:pt x="150520" y="27504"/>
                </a:lnTo>
                <a:lnTo>
                  <a:pt x="150357" y="26931"/>
                </a:lnTo>
                <a:lnTo>
                  <a:pt x="150180" y="26371"/>
                </a:lnTo>
                <a:lnTo>
                  <a:pt x="149986" y="25822"/>
                </a:lnTo>
                <a:lnTo>
                  <a:pt x="149778" y="25285"/>
                </a:lnTo>
                <a:lnTo>
                  <a:pt x="149553" y="24760"/>
                </a:lnTo>
                <a:lnTo>
                  <a:pt x="149314" y="24246"/>
                </a:lnTo>
                <a:lnTo>
                  <a:pt x="149059" y="23745"/>
                </a:lnTo>
                <a:lnTo>
                  <a:pt x="148788" y="23255"/>
                </a:lnTo>
                <a:lnTo>
                  <a:pt x="148502" y="22777"/>
                </a:lnTo>
                <a:lnTo>
                  <a:pt x="148200" y="22311"/>
                </a:lnTo>
                <a:lnTo>
                  <a:pt x="147884" y="21856"/>
                </a:lnTo>
                <a:lnTo>
                  <a:pt x="147551" y="21414"/>
                </a:lnTo>
                <a:lnTo>
                  <a:pt x="147203" y="20983"/>
                </a:lnTo>
                <a:lnTo>
                  <a:pt x="146840" y="20564"/>
                </a:lnTo>
                <a:lnTo>
                  <a:pt x="146464" y="20159"/>
                </a:lnTo>
                <a:lnTo>
                  <a:pt x="146077" y="19772"/>
                </a:lnTo>
                <a:lnTo>
                  <a:pt x="145680" y="19402"/>
                </a:lnTo>
                <a:lnTo>
                  <a:pt x="145273" y="19049"/>
                </a:lnTo>
                <a:lnTo>
                  <a:pt x="144855" y="18713"/>
                </a:lnTo>
                <a:lnTo>
                  <a:pt x="144427" y="18395"/>
                </a:lnTo>
                <a:lnTo>
                  <a:pt x="143989" y="18094"/>
                </a:lnTo>
                <a:lnTo>
                  <a:pt x="143540" y="17810"/>
                </a:lnTo>
                <a:lnTo>
                  <a:pt x="143081" y="17543"/>
                </a:lnTo>
                <a:lnTo>
                  <a:pt x="142612" y="17293"/>
                </a:lnTo>
                <a:lnTo>
                  <a:pt x="142132" y="17061"/>
                </a:lnTo>
                <a:lnTo>
                  <a:pt x="141642" y="16846"/>
                </a:lnTo>
                <a:lnTo>
                  <a:pt x="141142" y="16648"/>
                </a:lnTo>
                <a:lnTo>
                  <a:pt x="140631" y="16467"/>
                </a:lnTo>
                <a:lnTo>
                  <a:pt x="140110" y="16304"/>
                </a:lnTo>
                <a:lnTo>
                  <a:pt x="139578" y="16157"/>
                </a:lnTo>
                <a:lnTo>
                  <a:pt x="139036" y="16028"/>
                </a:lnTo>
                <a:lnTo>
                  <a:pt x="138484" y="15916"/>
                </a:lnTo>
                <a:lnTo>
                  <a:pt x="137921" y="15822"/>
                </a:lnTo>
                <a:lnTo>
                  <a:pt x="137348" y="15744"/>
                </a:lnTo>
                <a:lnTo>
                  <a:pt x="136765" y="15684"/>
                </a:lnTo>
                <a:lnTo>
                  <a:pt x="136171" y="15641"/>
                </a:lnTo>
                <a:lnTo>
                  <a:pt x="135567" y="15615"/>
                </a:lnTo>
                <a:lnTo>
                  <a:pt x="134953" y="15606"/>
                </a:lnTo>
                <a:lnTo>
                  <a:pt x="134429" y="15612"/>
                </a:lnTo>
                <a:lnTo>
                  <a:pt x="133916" y="15631"/>
                </a:lnTo>
                <a:lnTo>
                  <a:pt x="133411" y="15661"/>
                </a:lnTo>
                <a:lnTo>
                  <a:pt x="132916" y="15703"/>
                </a:lnTo>
                <a:lnTo>
                  <a:pt x="132431" y="15758"/>
                </a:lnTo>
                <a:lnTo>
                  <a:pt x="131955" y="15825"/>
                </a:lnTo>
                <a:lnTo>
                  <a:pt x="131488" y="15903"/>
                </a:lnTo>
                <a:lnTo>
                  <a:pt x="131030" y="15994"/>
                </a:lnTo>
                <a:lnTo>
                  <a:pt x="130582" y="16097"/>
                </a:lnTo>
                <a:lnTo>
                  <a:pt x="130144" y="16212"/>
                </a:lnTo>
                <a:lnTo>
                  <a:pt x="129715" y="16339"/>
                </a:lnTo>
                <a:lnTo>
                  <a:pt x="129295" y="16479"/>
                </a:lnTo>
                <a:lnTo>
                  <a:pt x="128885" y="16630"/>
                </a:lnTo>
                <a:lnTo>
                  <a:pt x="128484" y="16794"/>
                </a:lnTo>
                <a:lnTo>
                  <a:pt x="128092" y="16969"/>
                </a:lnTo>
                <a:lnTo>
                  <a:pt x="127710" y="17157"/>
                </a:lnTo>
                <a:lnTo>
                  <a:pt x="127337" y="17357"/>
                </a:lnTo>
                <a:lnTo>
                  <a:pt x="126974" y="17569"/>
                </a:lnTo>
                <a:lnTo>
                  <a:pt x="126620" y="17793"/>
                </a:lnTo>
                <a:lnTo>
                  <a:pt x="126275" y="18030"/>
                </a:lnTo>
                <a:lnTo>
                  <a:pt x="125940" y="18278"/>
                </a:lnTo>
                <a:lnTo>
                  <a:pt x="125615" y="18539"/>
                </a:lnTo>
                <a:lnTo>
                  <a:pt x="125298" y="18811"/>
                </a:lnTo>
                <a:lnTo>
                  <a:pt x="124991" y="19096"/>
                </a:lnTo>
                <a:lnTo>
                  <a:pt x="124696" y="19391"/>
                </a:lnTo>
                <a:lnTo>
                  <a:pt x="124412" y="19696"/>
                </a:lnTo>
                <a:lnTo>
                  <a:pt x="124142" y="20011"/>
                </a:lnTo>
                <a:lnTo>
                  <a:pt x="123884" y="20335"/>
                </a:lnTo>
                <a:lnTo>
                  <a:pt x="123638" y="20669"/>
                </a:lnTo>
                <a:lnTo>
                  <a:pt x="123405" y="21012"/>
                </a:lnTo>
                <a:lnTo>
                  <a:pt x="123185" y="21365"/>
                </a:lnTo>
                <a:lnTo>
                  <a:pt x="122977" y="21727"/>
                </a:lnTo>
                <a:lnTo>
                  <a:pt x="122782" y="22099"/>
                </a:lnTo>
                <a:lnTo>
                  <a:pt x="122600" y="22481"/>
                </a:lnTo>
                <a:lnTo>
                  <a:pt x="122430" y="22872"/>
                </a:lnTo>
                <a:lnTo>
                  <a:pt x="122272" y="23272"/>
                </a:lnTo>
                <a:lnTo>
                  <a:pt x="122128" y="23683"/>
                </a:lnTo>
                <a:lnTo>
                  <a:pt x="121995" y="24102"/>
                </a:lnTo>
                <a:lnTo>
                  <a:pt x="121876" y="24532"/>
                </a:lnTo>
                <a:lnTo>
                  <a:pt x="121769" y="24971"/>
                </a:lnTo>
                <a:lnTo>
                  <a:pt x="121674" y="25419"/>
                </a:lnTo>
                <a:lnTo>
                  <a:pt x="121593" y="25877"/>
                </a:lnTo>
                <a:lnTo>
                  <a:pt x="121550" y="26163"/>
                </a:lnTo>
                <a:lnTo>
                  <a:pt x="121366" y="26163"/>
                </a:lnTo>
                <a:lnTo>
                  <a:pt x="121366" y="16524"/>
                </a:lnTo>
                <a:lnTo>
                  <a:pt x="110165" y="16524"/>
                </a:lnTo>
                <a:lnTo>
                  <a:pt x="110165" y="67016"/>
                </a:lnTo>
                <a:close/>
                <a:moveTo>
                  <a:pt x="96210" y="32773"/>
                </a:moveTo>
                <a:lnTo>
                  <a:pt x="96201" y="32121"/>
                </a:lnTo>
                <a:lnTo>
                  <a:pt x="96173" y="31480"/>
                </a:lnTo>
                <a:lnTo>
                  <a:pt x="96126" y="30851"/>
                </a:lnTo>
                <a:lnTo>
                  <a:pt x="96061" y="30232"/>
                </a:lnTo>
                <a:lnTo>
                  <a:pt x="95977" y="29625"/>
                </a:lnTo>
                <a:lnTo>
                  <a:pt x="95875" y="29030"/>
                </a:lnTo>
                <a:lnTo>
                  <a:pt x="95753" y="28445"/>
                </a:lnTo>
                <a:lnTo>
                  <a:pt x="95614" y="27872"/>
                </a:lnTo>
                <a:lnTo>
                  <a:pt x="95455" y="27311"/>
                </a:lnTo>
                <a:lnTo>
                  <a:pt x="95278" y="26760"/>
                </a:lnTo>
                <a:lnTo>
                  <a:pt x="95082" y="26221"/>
                </a:lnTo>
                <a:lnTo>
                  <a:pt x="94868" y="25693"/>
                </a:lnTo>
                <a:lnTo>
                  <a:pt x="94635" y="25177"/>
                </a:lnTo>
                <a:lnTo>
                  <a:pt x="94383" y="24672"/>
                </a:lnTo>
                <a:lnTo>
                  <a:pt x="94112" y="24178"/>
                </a:lnTo>
                <a:lnTo>
                  <a:pt x="93823" y="23695"/>
                </a:lnTo>
                <a:lnTo>
                  <a:pt x="93516" y="23224"/>
                </a:lnTo>
                <a:lnTo>
                  <a:pt x="93189" y="22764"/>
                </a:lnTo>
                <a:lnTo>
                  <a:pt x="92844" y="22316"/>
                </a:lnTo>
                <a:lnTo>
                  <a:pt x="92481" y="21879"/>
                </a:lnTo>
                <a:lnTo>
                  <a:pt x="92098" y="21453"/>
                </a:lnTo>
                <a:lnTo>
                  <a:pt x="91697" y="21038"/>
                </a:lnTo>
                <a:lnTo>
                  <a:pt x="91278" y="20635"/>
                </a:lnTo>
                <a:lnTo>
                  <a:pt x="90840" y="20243"/>
                </a:lnTo>
                <a:lnTo>
                  <a:pt x="90385" y="19865"/>
                </a:lnTo>
                <a:lnTo>
                  <a:pt x="89918" y="19503"/>
                </a:lnTo>
                <a:lnTo>
                  <a:pt x="89436" y="19156"/>
                </a:lnTo>
                <a:lnTo>
                  <a:pt x="88941" y="18826"/>
                </a:lnTo>
                <a:lnTo>
                  <a:pt x="88433" y="18512"/>
                </a:lnTo>
                <a:lnTo>
                  <a:pt x="87911" y="18215"/>
                </a:lnTo>
                <a:lnTo>
                  <a:pt x="87376" y="17933"/>
                </a:lnTo>
                <a:lnTo>
                  <a:pt x="86827" y="17667"/>
                </a:lnTo>
                <a:lnTo>
                  <a:pt x="86264" y="17418"/>
                </a:lnTo>
                <a:lnTo>
                  <a:pt x="85688" y="17184"/>
                </a:lnTo>
                <a:lnTo>
                  <a:pt x="85098" y="16967"/>
                </a:lnTo>
                <a:lnTo>
                  <a:pt x="84495" y="16766"/>
                </a:lnTo>
                <a:lnTo>
                  <a:pt x="83878" y="16580"/>
                </a:lnTo>
                <a:lnTo>
                  <a:pt x="83247" y="16411"/>
                </a:lnTo>
                <a:lnTo>
                  <a:pt x="82604" y="16258"/>
                </a:lnTo>
                <a:lnTo>
                  <a:pt x="81946" y="16122"/>
                </a:lnTo>
                <a:lnTo>
                  <a:pt x="81275" y="16001"/>
                </a:lnTo>
                <a:lnTo>
                  <a:pt x="80590" y="15896"/>
                </a:lnTo>
                <a:lnTo>
                  <a:pt x="79892" y="15808"/>
                </a:lnTo>
                <a:lnTo>
                  <a:pt x="79181" y="15735"/>
                </a:lnTo>
                <a:lnTo>
                  <a:pt x="78455" y="15679"/>
                </a:lnTo>
                <a:lnTo>
                  <a:pt x="77717" y="15639"/>
                </a:lnTo>
                <a:lnTo>
                  <a:pt x="76964" y="15614"/>
                </a:lnTo>
                <a:lnTo>
                  <a:pt x="76198" y="15606"/>
                </a:lnTo>
                <a:lnTo>
                  <a:pt x="75477" y="15614"/>
                </a:lnTo>
                <a:lnTo>
                  <a:pt x="74767" y="15636"/>
                </a:lnTo>
                <a:lnTo>
                  <a:pt x="74067" y="15672"/>
                </a:lnTo>
                <a:lnTo>
                  <a:pt x="73378" y="15724"/>
                </a:lnTo>
                <a:lnTo>
                  <a:pt x="72700" y="15790"/>
                </a:lnTo>
                <a:lnTo>
                  <a:pt x="72033" y="15870"/>
                </a:lnTo>
                <a:lnTo>
                  <a:pt x="71376" y="15966"/>
                </a:lnTo>
                <a:lnTo>
                  <a:pt x="70731" y="16076"/>
                </a:lnTo>
                <a:lnTo>
                  <a:pt x="70096" y="16200"/>
                </a:lnTo>
                <a:lnTo>
                  <a:pt x="69472" y="16340"/>
                </a:lnTo>
                <a:lnTo>
                  <a:pt x="68859" y="16494"/>
                </a:lnTo>
                <a:lnTo>
                  <a:pt x="68257" y="16662"/>
                </a:lnTo>
                <a:lnTo>
                  <a:pt x="67666" y="16846"/>
                </a:lnTo>
                <a:lnTo>
                  <a:pt x="67085" y="17044"/>
                </a:lnTo>
                <a:lnTo>
                  <a:pt x="66516" y="17256"/>
                </a:lnTo>
                <a:lnTo>
                  <a:pt x="65957" y="17484"/>
                </a:lnTo>
                <a:lnTo>
                  <a:pt x="65409" y="17725"/>
                </a:lnTo>
                <a:lnTo>
                  <a:pt x="64872" y="17982"/>
                </a:lnTo>
                <a:lnTo>
                  <a:pt x="64346" y="18253"/>
                </a:lnTo>
                <a:lnTo>
                  <a:pt x="63830" y="18539"/>
                </a:lnTo>
                <a:lnTo>
                  <a:pt x="63325" y="18840"/>
                </a:lnTo>
                <a:lnTo>
                  <a:pt x="62832" y="19155"/>
                </a:lnTo>
                <a:lnTo>
                  <a:pt x="62349" y="19485"/>
                </a:lnTo>
                <a:lnTo>
                  <a:pt x="61877" y="19830"/>
                </a:lnTo>
                <a:lnTo>
                  <a:pt x="61418" y="20187"/>
                </a:lnTo>
                <a:lnTo>
                  <a:pt x="60976" y="20554"/>
                </a:lnTo>
                <a:lnTo>
                  <a:pt x="60551" y="20931"/>
                </a:lnTo>
                <a:lnTo>
                  <a:pt x="60142" y="21319"/>
                </a:lnTo>
                <a:lnTo>
                  <a:pt x="59750" y="21717"/>
                </a:lnTo>
                <a:lnTo>
                  <a:pt x="59375" y="22125"/>
                </a:lnTo>
                <a:lnTo>
                  <a:pt x="59016" y="22543"/>
                </a:lnTo>
                <a:lnTo>
                  <a:pt x="58673" y="22971"/>
                </a:lnTo>
                <a:lnTo>
                  <a:pt x="58348" y="23410"/>
                </a:lnTo>
                <a:lnTo>
                  <a:pt x="58038" y="23858"/>
                </a:lnTo>
                <a:lnTo>
                  <a:pt x="57746" y="24317"/>
                </a:lnTo>
                <a:lnTo>
                  <a:pt x="57470" y="24787"/>
                </a:lnTo>
                <a:lnTo>
                  <a:pt x="57210" y="25266"/>
                </a:lnTo>
                <a:lnTo>
                  <a:pt x="56967" y="25756"/>
                </a:lnTo>
                <a:lnTo>
                  <a:pt x="56741" y="26255"/>
                </a:lnTo>
                <a:lnTo>
                  <a:pt x="56531" y="26765"/>
                </a:lnTo>
                <a:lnTo>
                  <a:pt x="56338" y="27286"/>
                </a:lnTo>
                <a:lnTo>
                  <a:pt x="56161" y="27816"/>
                </a:lnTo>
                <a:lnTo>
                  <a:pt x="56001" y="28357"/>
                </a:lnTo>
                <a:lnTo>
                  <a:pt x="55858" y="28907"/>
                </a:lnTo>
                <a:lnTo>
                  <a:pt x="55731" y="29469"/>
                </a:lnTo>
                <a:lnTo>
                  <a:pt x="55621" y="30040"/>
                </a:lnTo>
                <a:lnTo>
                  <a:pt x="55527" y="30621"/>
                </a:lnTo>
                <a:lnTo>
                  <a:pt x="55450" y="31213"/>
                </a:lnTo>
                <a:lnTo>
                  <a:pt x="66650" y="31213"/>
                </a:lnTo>
                <a:lnTo>
                  <a:pt x="66692" y="30978"/>
                </a:lnTo>
                <a:lnTo>
                  <a:pt x="66741" y="30747"/>
                </a:lnTo>
                <a:lnTo>
                  <a:pt x="66797" y="30520"/>
                </a:lnTo>
                <a:lnTo>
                  <a:pt x="66859" y="30297"/>
                </a:lnTo>
                <a:lnTo>
                  <a:pt x="66929" y="30079"/>
                </a:lnTo>
                <a:lnTo>
                  <a:pt x="67006" y="29864"/>
                </a:lnTo>
                <a:lnTo>
                  <a:pt x="67090" y="29654"/>
                </a:lnTo>
                <a:lnTo>
                  <a:pt x="67180" y="29448"/>
                </a:lnTo>
                <a:lnTo>
                  <a:pt x="67278" y="29246"/>
                </a:lnTo>
                <a:lnTo>
                  <a:pt x="67383" y="29048"/>
                </a:lnTo>
                <a:lnTo>
                  <a:pt x="67495" y="28855"/>
                </a:lnTo>
                <a:lnTo>
                  <a:pt x="67614" y="28665"/>
                </a:lnTo>
                <a:lnTo>
                  <a:pt x="67739" y="28480"/>
                </a:lnTo>
                <a:lnTo>
                  <a:pt x="67872" y="28299"/>
                </a:lnTo>
                <a:lnTo>
                  <a:pt x="68012" y="28122"/>
                </a:lnTo>
                <a:lnTo>
                  <a:pt x="68159" y="27949"/>
                </a:lnTo>
                <a:lnTo>
                  <a:pt x="68313" y="27780"/>
                </a:lnTo>
                <a:lnTo>
                  <a:pt x="68474" y="27615"/>
                </a:lnTo>
                <a:lnTo>
                  <a:pt x="68642" y="27455"/>
                </a:lnTo>
                <a:lnTo>
                  <a:pt x="68817" y="27299"/>
                </a:lnTo>
                <a:lnTo>
                  <a:pt x="68999" y="27146"/>
                </a:lnTo>
                <a:lnTo>
                  <a:pt x="69188" y="26998"/>
                </a:lnTo>
                <a:lnTo>
                  <a:pt x="69384" y="26855"/>
                </a:lnTo>
                <a:lnTo>
                  <a:pt x="69587" y="26715"/>
                </a:lnTo>
                <a:lnTo>
                  <a:pt x="69795" y="26580"/>
                </a:lnTo>
                <a:lnTo>
                  <a:pt x="70009" y="26451"/>
                </a:lnTo>
                <a:lnTo>
                  <a:pt x="70227" y="26327"/>
                </a:lnTo>
                <a:lnTo>
                  <a:pt x="70449" y="26210"/>
                </a:lnTo>
                <a:lnTo>
                  <a:pt x="70675" y="26098"/>
                </a:lnTo>
                <a:lnTo>
                  <a:pt x="70907" y="25992"/>
                </a:lnTo>
                <a:lnTo>
                  <a:pt x="71142" y="25891"/>
                </a:lnTo>
                <a:lnTo>
                  <a:pt x="71382" y="25797"/>
                </a:lnTo>
                <a:lnTo>
                  <a:pt x="71627" y="25708"/>
                </a:lnTo>
                <a:lnTo>
                  <a:pt x="71876" y="25624"/>
                </a:lnTo>
                <a:lnTo>
                  <a:pt x="72129" y="25547"/>
                </a:lnTo>
                <a:lnTo>
                  <a:pt x="72387" y="25475"/>
                </a:lnTo>
                <a:lnTo>
                  <a:pt x="72650" y="25409"/>
                </a:lnTo>
                <a:lnTo>
                  <a:pt x="72916" y="25349"/>
                </a:lnTo>
                <a:lnTo>
                  <a:pt x="73188" y="25294"/>
                </a:lnTo>
                <a:lnTo>
                  <a:pt x="73463" y="25246"/>
                </a:lnTo>
                <a:lnTo>
                  <a:pt x="73744" y="25203"/>
                </a:lnTo>
                <a:lnTo>
                  <a:pt x="74028" y="25165"/>
                </a:lnTo>
                <a:lnTo>
                  <a:pt x="74317" y="25134"/>
                </a:lnTo>
                <a:lnTo>
                  <a:pt x="74611" y="25108"/>
                </a:lnTo>
                <a:lnTo>
                  <a:pt x="74909" y="25088"/>
                </a:lnTo>
                <a:lnTo>
                  <a:pt x="75212" y="25073"/>
                </a:lnTo>
                <a:lnTo>
                  <a:pt x="75519" y="25065"/>
                </a:lnTo>
                <a:lnTo>
                  <a:pt x="75830" y="25062"/>
                </a:lnTo>
                <a:lnTo>
                  <a:pt x="76171" y="25065"/>
                </a:lnTo>
                <a:lnTo>
                  <a:pt x="76507" y="25076"/>
                </a:lnTo>
                <a:lnTo>
                  <a:pt x="76836" y="25094"/>
                </a:lnTo>
                <a:lnTo>
                  <a:pt x="77159" y="25119"/>
                </a:lnTo>
                <a:lnTo>
                  <a:pt x="77476" y="25152"/>
                </a:lnTo>
                <a:lnTo>
                  <a:pt x="77787" y="25191"/>
                </a:lnTo>
                <a:lnTo>
                  <a:pt x="78092" y="25238"/>
                </a:lnTo>
                <a:lnTo>
                  <a:pt x="78391" y="25291"/>
                </a:lnTo>
                <a:lnTo>
                  <a:pt x="78684" y="25352"/>
                </a:lnTo>
                <a:lnTo>
                  <a:pt x="78970" y="25421"/>
                </a:lnTo>
                <a:lnTo>
                  <a:pt x="79251" y="25496"/>
                </a:lnTo>
                <a:lnTo>
                  <a:pt x="79526" y="25578"/>
                </a:lnTo>
                <a:lnTo>
                  <a:pt x="79794" y="25668"/>
                </a:lnTo>
                <a:lnTo>
                  <a:pt x="80057" y="25765"/>
                </a:lnTo>
                <a:lnTo>
                  <a:pt x="80313" y="25869"/>
                </a:lnTo>
                <a:lnTo>
                  <a:pt x="80563" y="25980"/>
                </a:lnTo>
                <a:lnTo>
                  <a:pt x="80808" y="26099"/>
                </a:lnTo>
                <a:lnTo>
                  <a:pt x="81046" y="26224"/>
                </a:lnTo>
                <a:lnTo>
                  <a:pt x="81278" y="26357"/>
                </a:lnTo>
                <a:lnTo>
                  <a:pt x="81504" y="26497"/>
                </a:lnTo>
                <a:lnTo>
                  <a:pt x="81724" y="26644"/>
                </a:lnTo>
                <a:lnTo>
                  <a:pt x="81938" y="26798"/>
                </a:lnTo>
                <a:lnTo>
                  <a:pt x="82146" y="26959"/>
                </a:lnTo>
                <a:lnTo>
                  <a:pt x="82348" y="27128"/>
                </a:lnTo>
                <a:lnTo>
                  <a:pt x="82543" y="27303"/>
                </a:lnTo>
                <a:lnTo>
                  <a:pt x="82729" y="27483"/>
                </a:lnTo>
                <a:lnTo>
                  <a:pt x="82907" y="27669"/>
                </a:lnTo>
                <a:lnTo>
                  <a:pt x="83077" y="27861"/>
                </a:lnTo>
                <a:lnTo>
                  <a:pt x="83239" y="28058"/>
                </a:lnTo>
                <a:lnTo>
                  <a:pt x="83392" y="28261"/>
                </a:lnTo>
                <a:lnTo>
                  <a:pt x="83537" y="28469"/>
                </a:lnTo>
                <a:lnTo>
                  <a:pt x="83674" y="28683"/>
                </a:lnTo>
                <a:lnTo>
                  <a:pt x="83803" y="28903"/>
                </a:lnTo>
                <a:lnTo>
                  <a:pt x="83923" y="29128"/>
                </a:lnTo>
                <a:lnTo>
                  <a:pt x="84035" y="29359"/>
                </a:lnTo>
                <a:lnTo>
                  <a:pt x="84138" y="29595"/>
                </a:lnTo>
                <a:lnTo>
                  <a:pt x="84234" y="29837"/>
                </a:lnTo>
                <a:lnTo>
                  <a:pt x="84321" y="30084"/>
                </a:lnTo>
                <a:lnTo>
                  <a:pt x="84399" y="30337"/>
                </a:lnTo>
                <a:lnTo>
                  <a:pt x="84470" y="30596"/>
                </a:lnTo>
                <a:lnTo>
                  <a:pt x="84532" y="30860"/>
                </a:lnTo>
                <a:lnTo>
                  <a:pt x="84586" y="31130"/>
                </a:lnTo>
                <a:lnTo>
                  <a:pt x="84631" y="31405"/>
                </a:lnTo>
                <a:lnTo>
                  <a:pt x="84669" y="31686"/>
                </a:lnTo>
                <a:lnTo>
                  <a:pt x="84698" y="31973"/>
                </a:lnTo>
                <a:lnTo>
                  <a:pt x="84718" y="32265"/>
                </a:lnTo>
                <a:lnTo>
                  <a:pt x="84731" y="32563"/>
                </a:lnTo>
                <a:lnTo>
                  <a:pt x="84735" y="32866"/>
                </a:lnTo>
                <a:lnTo>
                  <a:pt x="84735" y="37180"/>
                </a:lnTo>
                <a:lnTo>
                  <a:pt x="72158" y="37180"/>
                </a:lnTo>
                <a:lnTo>
                  <a:pt x="71408" y="37187"/>
                </a:lnTo>
                <a:lnTo>
                  <a:pt x="70672" y="37208"/>
                </a:lnTo>
                <a:lnTo>
                  <a:pt x="69951" y="37243"/>
                </a:lnTo>
                <a:lnTo>
                  <a:pt x="69244" y="37293"/>
                </a:lnTo>
                <a:lnTo>
                  <a:pt x="68551" y="37356"/>
                </a:lnTo>
                <a:lnTo>
                  <a:pt x="67872" y="37433"/>
                </a:lnTo>
                <a:lnTo>
                  <a:pt x="67208" y="37524"/>
                </a:lnTo>
                <a:lnTo>
                  <a:pt x="66559" y="37629"/>
                </a:lnTo>
                <a:lnTo>
                  <a:pt x="65923" y="37748"/>
                </a:lnTo>
                <a:lnTo>
                  <a:pt x="65302" y="37882"/>
                </a:lnTo>
                <a:lnTo>
                  <a:pt x="64695" y="38029"/>
                </a:lnTo>
                <a:lnTo>
                  <a:pt x="64103" y="38190"/>
                </a:lnTo>
                <a:lnTo>
                  <a:pt x="63525" y="38366"/>
                </a:lnTo>
                <a:lnTo>
                  <a:pt x="62961" y="38555"/>
                </a:lnTo>
                <a:lnTo>
                  <a:pt x="62412" y="38758"/>
                </a:lnTo>
                <a:lnTo>
                  <a:pt x="61877" y="38976"/>
                </a:lnTo>
                <a:lnTo>
                  <a:pt x="61356" y="39207"/>
                </a:lnTo>
                <a:lnTo>
                  <a:pt x="60849" y="39453"/>
                </a:lnTo>
                <a:lnTo>
                  <a:pt x="60357" y="39712"/>
                </a:lnTo>
                <a:lnTo>
                  <a:pt x="59880" y="39986"/>
                </a:lnTo>
                <a:lnTo>
                  <a:pt x="59416" y="40273"/>
                </a:lnTo>
                <a:lnTo>
                  <a:pt x="58967" y="40575"/>
                </a:lnTo>
                <a:lnTo>
                  <a:pt x="58533" y="40891"/>
                </a:lnTo>
                <a:lnTo>
                  <a:pt x="58113" y="41220"/>
                </a:lnTo>
                <a:lnTo>
                  <a:pt x="57708" y="41563"/>
                </a:lnTo>
                <a:lnTo>
                  <a:pt x="57321" y="41917"/>
                </a:lnTo>
                <a:lnTo>
                  <a:pt x="56951" y="42283"/>
                </a:lnTo>
                <a:lnTo>
                  <a:pt x="56598" y="42661"/>
                </a:lnTo>
                <a:lnTo>
                  <a:pt x="56262" y="43050"/>
                </a:lnTo>
                <a:lnTo>
                  <a:pt x="55944" y="43452"/>
                </a:lnTo>
                <a:lnTo>
                  <a:pt x="55642" y="43865"/>
                </a:lnTo>
                <a:lnTo>
                  <a:pt x="55358" y="44290"/>
                </a:lnTo>
                <a:lnTo>
                  <a:pt x="55092" y="44727"/>
                </a:lnTo>
                <a:lnTo>
                  <a:pt x="54842" y="45175"/>
                </a:lnTo>
                <a:lnTo>
                  <a:pt x="54610" y="45636"/>
                </a:lnTo>
                <a:lnTo>
                  <a:pt x="54394" y="46108"/>
                </a:lnTo>
                <a:lnTo>
                  <a:pt x="54196" y="46592"/>
                </a:lnTo>
                <a:lnTo>
                  <a:pt x="54016" y="47088"/>
                </a:lnTo>
                <a:lnTo>
                  <a:pt x="53852" y="47595"/>
                </a:lnTo>
                <a:lnTo>
                  <a:pt x="53706" y="48115"/>
                </a:lnTo>
                <a:lnTo>
                  <a:pt x="53577" y="48646"/>
                </a:lnTo>
                <a:lnTo>
                  <a:pt x="53465" y="49189"/>
                </a:lnTo>
                <a:lnTo>
                  <a:pt x="53370" y="49744"/>
                </a:lnTo>
                <a:lnTo>
                  <a:pt x="53293" y="50310"/>
                </a:lnTo>
                <a:lnTo>
                  <a:pt x="53233" y="50888"/>
                </a:lnTo>
                <a:lnTo>
                  <a:pt x="53190" y="51479"/>
                </a:lnTo>
                <a:lnTo>
                  <a:pt x="53164" y="52081"/>
                </a:lnTo>
                <a:lnTo>
                  <a:pt x="53155" y="52694"/>
                </a:lnTo>
                <a:lnTo>
                  <a:pt x="53163" y="53271"/>
                </a:lnTo>
                <a:lnTo>
                  <a:pt x="53186" y="53837"/>
                </a:lnTo>
                <a:lnTo>
                  <a:pt x="53225" y="54394"/>
                </a:lnTo>
                <a:lnTo>
                  <a:pt x="53280" y="54941"/>
                </a:lnTo>
                <a:lnTo>
                  <a:pt x="53350" y="55478"/>
                </a:lnTo>
                <a:lnTo>
                  <a:pt x="53436" y="56005"/>
                </a:lnTo>
                <a:lnTo>
                  <a:pt x="53538" y="56522"/>
                </a:lnTo>
                <a:lnTo>
                  <a:pt x="53655" y="57030"/>
                </a:lnTo>
                <a:lnTo>
                  <a:pt x="53788" y="57527"/>
                </a:lnTo>
                <a:lnTo>
                  <a:pt x="53936" y="58015"/>
                </a:lnTo>
                <a:lnTo>
                  <a:pt x="54100" y="58492"/>
                </a:lnTo>
                <a:lnTo>
                  <a:pt x="54280" y="58960"/>
                </a:lnTo>
                <a:lnTo>
                  <a:pt x="54475" y="59418"/>
                </a:lnTo>
                <a:lnTo>
                  <a:pt x="54686" y="59866"/>
                </a:lnTo>
                <a:lnTo>
                  <a:pt x="54912" y="60304"/>
                </a:lnTo>
                <a:lnTo>
                  <a:pt x="55154" y="60732"/>
                </a:lnTo>
                <a:lnTo>
                  <a:pt x="55412" y="61151"/>
                </a:lnTo>
                <a:lnTo>
                  <a:pt x="55685" y="61559"/>
                </a:lnTo>
                <a:lnTo>
                  <a:pt x="55974" y="61958"/>
                </a:lnTo>
                <a:lnTo>
                  <a:pt x="56279" y="62347"/>
                </a:lnTo>
                <a:lnTo>
                  <a:pt x="56599" y="62725"/>
                </a:lnTo>
                <a:lnTo>
                  <a:pt x="56935" y="63094"/>
                </a:lnTo>
                <a:lnTo>
                  <a:pt x="57286" y="63453"/>
                </a:lnTo>
                <a:lnTo>
                  <a:pt x="57653" y="63803"/>
                </a:lnTo>
                <a:lnTo>
                  <a:pt x="58034" y="64140"/>
                </a:lnTo>
                <a:lnTo>
                  <a:pt x="58426" y="64462"/>
                </a:lnTo>
                <a:lnTo>
                  <a:pt x="58830" y="64771"/>
                </a:lnTo>
                <a:lnTo>
                  <a:pt x="59245" y="65065"/>
                </a:lnTo>
                <a:lnTo>
                  <a:pt x="59671" y="65345"/>
                </a:lnTo>
                <a:lnTo>
                  <a:pt x="60109" y="65610"/>
                </a:lnTo>
                <a:lnTo>
                  <a:pt x="60559" y="65861"/>
                </a:lnTo>
                <a:lnTo>
                  <a:pt x="61020" y="66098"/>
                </a:lnTo>
                <a:lnTo>
                  <a:pt x="61492" y="66320"/>
                </a:lnTo>
                <a:lnTo>
                  <a:pt x="61976" y="66528"/>
                </a:lnTo>
                <a:lnTo>
                  <a:pt x="62471" y="66722"/>
                </a:lnTo>
                <a:lnTo>
                  <a:pt x="62978" y="66901"/>
                </a:lnTo>
                <a:lnTo>
                  <a:pt x="63497" y="67066"/>
                </a:lnTo>
                <a:lnTo>
                  <a:pt x="64026" y="67216"/>
                </a:lnTo>
                <a:lnTo>
                  <a:pt x="64568" y="67353"/>
                </a:lnTo>
                <a:lnTo>
                  <a:pt x="65120" y="67475"/>
                </a:lnTo>
                <a:lnTo>
                  <a:pt x="65685" y="67582"/>
                </a:lnTo>
                <a:lnTo>
                  <a:pt x="66260" y="67675"/>
                </a:lnTo>
                <a:lnTo>
                  <a:pt x="66847" y="67754"/>
                </a:lnTo>
                <a:lnTo>
                  <a:pt x="67446" y="67819"/>
                </a:lnTo>
                <a:lnTo>
                  <a:pt x="68056" y="67869"/>
                </a:lnTo>
                <a:lnTo>
                  <a:pt x="68678" y="67905"/>
                </a:lnTo>
                <a:lnTo>
                  <a:pt x="69311" y="67926"/>
                </a:lnTo>
                <a:lnTo>
                  <a:pt x="69955" y="67934"/>
                </a:lnTo>
                <a:lnTo>
                  <a:pt x="70524" y="67928"/>
                </a:lnTo>
                <a:lnTo>
                  <a:pt x="71083" y="67911"/>
                </a:lnTo>
                <a:lnTo>
                  <a:pt x="71633" y="67882"/>
                </a:lnTo>
                <a:lnTo>
                  <a:pt x="72173" y="67842"/>
                </a:lnTo>
                <a:lnTo>
                  <a:pt x="72704" y="67790"/>
                </a:lnTo>
                <a:lnTo>
                  <a:pt x="73225" y="67727"/>
                </a:lnTo>
                <a:lnTo>
                  <a:pt x="73737" y="67653"/>
                </a:lnTo>
                <a:lnTo>
                  <a:pt x="74239" y="67567"/>
                </a:lnTo>
                <a:lnTo>
                  <a:pt x="74731" y="67469"/>
                </a:lnTo>
                <a:lnTo>
                  <a:pt x="75214" y="67360"/>
                </a:lnTo>
                <a:lnTo>
                  <a:pt x="75688" y="67239"/>
                </a:lnTo>
                <a:lnTo>
                  <a:pt x="76151" y="67108"/>
                </a:lnTo>
                <a:lnTo>
                  <a:pt x="76606" y="66964"/>
                </a:lnTo>
                <a:lnTo>
                  <a:pt x="77050" y="66809"/>
                </a:lnTo>
                <a:lnTo>
                  <a:pt x="77485" y="66643"/>
                </a:lnTo>
                <a:lnTo>
                  <a:pt x="77911" y="66465"/>
                </a:lnTo>
                <a:lnTo>
                  <a:pt x="78327" y="66276"/>
                </a:lnTo>
                <a:lnTo>
                  <a:pt x="78733" y="66075"/>
                </a:lnTo>
                <a:lnTo>
                  <a:pt x="79130" y="65863"/>
                </a:lnTo>
                <a:lnTo>
                  <a:pt x="79517" y="65639"/>
                </a:lnTo>
                <a:lnTo>
                  <a:pt x="79895" y="65404"/>
                </a:lnTo>
                <a:lnTo>
                  <a:pt x="80263" y="65157"/>
                </a:lnTo>
                <a:lnTo>
                  <a:pt x="80622" y="64899"/>
                </a:lnTo>
                <a:lnTo>
                  <a:pt x="80971" y="64629"/>
                </a:lnTo>
                <a:lnTo>
                  <a:pt x="81308" y="64350"/>
                </a:lnTo>
                <a:lnTo>
                  <a:pt x="81631" y="64062"/>
                </a:lnTo>
                <a:lnTo>
                  <a:pt x="81939" y="63767"/>
                </a:lnTo>
                <a:lnTo>
                  <a:pt x="82234" y="63464"/>
                </a:lnTo>
                <a:lnTo>
                  <a:pt x="82513" y="63153"/>
                </a:lnTo>
                <a:lnTo>
                  <a:pt x="82779" y="62833"/>
                </a:lnTo>
                <a:lnTo>
                  <a:pt x="83030" y="62506"/>
                </a:lnTo>
                <a:lnTo>
                  <a:pt x="83267" y="62171"/>
                </a:lnTo>
                <a:lnTo>
                  <a:pt x="83489" y="61828"/>
                </a:lnTo>
                <a:lnTo>
                  <a:pt x="83697" y="61477"/>
                </a:lnTo>
                <a:lnTo>
                  <a:pt x="83891" y="61118"/>
                </a:lnTo>
                <a:lnTo>
                  <a:pt x="84070" y="60751"/>
                </a:lnTo>
                <a:lnTo>
                  <a:pt x="84235" y="60376"/>
                </a:lnTo>
                <a:lnTo>
                  <a:pt x="84386" y="59993"/>
                </a:lnTo>
                <a:lnTo>
                  <a:pt x="84522" y="59602"/>
                </a:lnTo>
                <a:lnTo>
                  <a:pt x="84644" y="59203"/>
                </a:lnTo>
                <a:lnTo>
                  <a:pt x="84752" y="58796"/>
                </a:lnTo>
                <a:lnTo>
                  <a:pt x="84845" y="58381"/>
                </a:lnTo>
                <a:lnTo>
                  <a:pt x="84878" y="58204"/>
                </a:lnTo>
                <a:lnTo>
                  <a:pt x="85103" y="58204"/>
                </a:lnTo>
                <a:lnTo>
                  <a:pt x="85103" y="67016"/>
                </a:lnTo>
                <a:lnTo>
                  <a:pt x="96210" y="67016"/>
                </a:lnTo>
                <a:lnTo>
                  <a:pt x="96210" y="32773"/>
                </a:lnTo>
                <a:close/>
                <a:moveTo>
                  <a:pt x="72361" y="59247"/>
                </a:moveTo>
                <a:lnTo>
                  <a:pt x="72037" y="59215"/>
                </a:lnTo>
                <a:lnTo>
                  <a:pt x="71719" y="59176"/>
                </a:lnTo>
                <a:lnTo>
                  <a:pt x="71408" y="59129"/>
                </a:lnTo>
                <a:lnTo>
                  <a:pt x="71102" y="59075"/>
                </a:lnTo>
                <a:lnTo>
                  <a:pt x="70803" y="59014"/>
                </a:lnTo>
                <a:lnTo>
                  <a:pt x="70510" y="58946"/>
                </a:lnTo>
                <a:lnTo>
                  <a:pt x="70224" y="58871"/>
                </a:lnTo>
                <a:lnTo>
                  <a:pt x="69943" y="58788"/>
                </a:lnTo>
                <a:lnTo>
                  <a:pt x="69669" y="58699"/>
                </a:lnTo>
                <a:lnTo>
                  <a:pt x="69401" y="58602"/>
                </a:lnTo>
                <a:lnTo>
                  <a:pt x="69139" y="58498"/>
                </a:lnTo>
                <a:lnTo>
                  <a:pt x="68883" y="58387"/>
                </a:lnTo>
                <a:lnTo>
                  <a:pt x="68634" y="58269"/>
                </a:lnTo>
                <a:lnTo>
                  <a:pt x="68391" y="58143"/>
                </a:lnTo>
                <a:lnTo>
                  <a:pt x="68154" y="58011"/>
                </a:lnTo>
                <a:lnTo>
                  <a:pt x="67923" y="57871"/>
                </a:lnTo>
                <a:lnTo>
                  <a:pt x="67699" y="57724"/>
                </a:lnTo>
                <a:lnTo>
                  <a:pt x="67480" y="57570"/>
                </a:lnTo>
                <a:lnTo>
                  <a:pt x="67268" y="57408"/>
                </a:lnTo>
                <a:lnTo>
                  <a:pt x="67062" y="57240"/>
                </a:lnTo>
                <a:lnTo>
                  <a:pt x="66864" y="57065"/>
                </a:lnTo>
                <a:lnTo>
                  <a:pt x="66674" y="56885"/>
                </a:lnTo>
                <a:lnTo>
                  <a:pt x="66492" y="56700"/>
                </a:lnTo>
                <a:lnTo>
                  <a:pt x="66319" y="56509"/>
                </a:lnTo>
                <a:lnTo>
                  <a:pt x="66155" y="56313"/>
                </a:lnTo>
                <a:lnTo>
                  <a:pt x="65998" y="56112"/>
                </a:lnTo>
                <a:lnTo>
                  <a:pt x="65851" y="55906"/>
                </a:lnTo>
                <a:lnTo>
                  <a:pt x="65711" y="55694"/>
                </a:lnTo>
                <a:lnTo>
                  <a:pt x="65580" y="55477"/>
                </a:lnTo>
                <a:lnTo>
                  <a:pt x="65458" y="55255"/>
                </a:lnTo>
                <a:lnTo>
                  <a:pt x="65344" y="55028"/>
                </a:lnTo>
                <a:lnTo>
                  <a:pt x="65238" y="54795"/>
                </a:lnTo>
                <a:lnTo>
                  <a:pt x="65141" y="54557"/>
                </a:lnTo>
                <a:lnTo>
                  <a:pt x="65053" y="54314"/>
                </a:lnTo>
                <a:lnTo>
                  <a:pt x="64972" y="54066"/>
                </a:lnTo>
                <a:lnTo>
                  <a:pt x="64901" y="53812"/>
                </a:lnTo>
                <a:lnTo>
                  <a:pt x="64837" y="53553"/>
                </a:lnTo>
                <a:lnTo>
                  <a:pt x="64783" y="53289"/>
                </a:lnTo>
                <a:lnTo>
                  <a:pt x="64736" y="53019"/>
                </a:lnTo>
                <a:lnTo>
                  <a:pt x="64698" y="52745"/>
                </a:lnTo>
                <a:lnTo>
                  <a:pt x="64669" y="52465"/>
                </a:lnTo>
                <a:lnTo>
                  <a:pt x="64647" y="52179"/>
                </a:lnTo>
                <a:lnTo>
                  <a:pt x="64635" y="51889"/>
                </a:lnTo>
                <a:lnTo>
                  <a:pt x="64631" y="51593"/>
                </a:lnTo>
                <a:lnTo>
                  <a:pt x="64634" y="51320"/>
                </a:lnTo>
                <a:lnTo>
                  <a:pt x="64645" y="51051"/>
                </a:lnTo>
                <a:lnTo>
                  <a:pt x="64664" y="50787"/>
                </a:lnTo>
                <a:lnTo>
                  <a:pt x="64689" y="50527"/>
                </a:lnTo>
                <a:lnTo>
                  <a:pt x="64722" y="50272"/>
                </a:lnTo>
                <a:lnTo>
                  <a:pt x="64762" y="50021"/>
                </a:lnTo>
                <a:lnTo>
                  <a:pt x="64810" y="49775"/>
                </a:lnTo>
                <a:lnTo>
                  <a:pt x="64865" y="49533"/>
                </a:lnTo>
                <a:lnTo>
                  <a:pt x="64927" y="49295"/>
                </a:lnTo>
                <a:lnTo>
                  <a:pt x="64997" y="49062"/>
                </a:lnTo>
                <a:lnTo>
                  <a:pt x="65074" y="48834"/>
                </a:lnTo>
                <a:lnTo>
                  <a:pt x="65158" y="48610"/>
                </a:lnTo>
                <a:lnTo>
                  <a:pt x="65250" y="48390"/>
                </a:lnTo>
                <a:lnTo>
                  <a:pt x="65349" y="48175"/>
                </a:lnTo>
                <a:lnTo>
                  <a:pt x="65455" y="47964"/>
                </a:lnTo>
                <a:lnTo>
                  <a:pt x="65569" y="47758"/>
                </a:lnTo>
                <a:lnTo>
                  <a:pt x="65690" y="47556"/>
                </a:lnTo>
                <a:lnTo>
                  <a:pt x="65818" y="47359"/>
                </a:lnTo>
                <a:lnTo>
                  <a:pt x="65954" y="47166"/>
                </a:lnTo>
                <a:lnTo>
                  <a:pt x="66097" y="46978"/>
                </a:lnTo>
                <a:lnTo>
                  <a:pt x="66247" y="46794"/>
                </a:lnTo>
                <a:lnTo>
                  <a:pt x="66404" y="46614"/>
                </a:lnTo>
                <a:lnTo>
                  <a:pt x="66569" y="46439"/>
                </a:lnTo>
                <a:lnTo>
                  <a:pt x="66742" y="46269"/>
                </a:lnTo>
                <a:lnTo>
                  <a:pt x="66920" y="46104"/>
                </a:lnTo>
                <a:lnTo>
                  <a:pt x="67103" y="45946"/>
                </a:lnTo>
                <a:lnTo>
                  <a:pt x="67291" y="45795"/>
                </a:lnTo>
                <a:lnTo>
                  <a:pt x="67484" y="45652"/>
                </a:lnTo>
                <a:lnTo>
                  <a:pt x="67681" y="45515"/>
                </a:lnTo>
                <a:lnTo>
                  <a:pt x="67884" y="45385"/>
                </a:lnTo>
                <a:lnTo>
                  <a:pt x="68091" y="45262"/>
                </a:lnTo>
                <a:lnTo>
                  <a:pt x="68303" y="45147"/>
                </a:lnTo>
                <a:lnTo>
                  <a:pt x="68519" y="45038"/>
                </a:lnTo>
                <a:lnTo>
                  <a:pt x="68741" y="44936"/>
                </a:lnTo>
                <a:lnTo>
                  <a:pt x="68967" y="44841"/>
                </a:lnTo>
                <a:lnTo>
                  <a:pt x="69198" y="44754"/>
                </a:lnTo>
                <a:lnTo>
                  <a:pt x="69434" y="44673"/>
                </a:lnTo>
                <a:lnTo>
                  <a:pt x="69674" y="44599"/>
                </a:lnTo>
                <a:lnTo>
                  <a:pt x="69919" y="44533"/>
                </a:lnTo>
                <a:lnTo>
                  <a:pt x="70169" y="44473"/>
                </a:lnTo>
                <a:lnTo>
                  <a:pt x="70424" y="44421"/>
                </a:lnTo>
                <a:lnTo>
                  <a:pt x="70684" y="44375"/>
                </a:lnTo>
                <a:lnTo>
                  <a:pt x="70948" y="44336"/>
                </a:lnTo>
                <a:lnTo>
                  <a:pt x="71218" y="44305"/>
                </a:lnTo>
                <a:lnTo>
                  <a:pt x="71491" y="44280"/>
                </a:lnTo>
                <a:lnTo>
                  <a:pt x="71770" y="44263"/>
                </a:lnTo>
                <a:lnTo>
                  <a:pt x="72054" y="44252"/>
                </a:lnTo>
                <a:lnTo>
                  <a:pt x="72342" y="44249"/>
                </a:lnTo>
                <a:lnTo>
                  <a:pt x="84735" y="44249"/>
                </a:lnTo>
                <a:lnTo>
                  <a:pt x="84735" y="50400"/>
                </a:lnTo>
                <a:lnTo>
                  <a:pt x="84730" y="50726"/>
                </a:lnTo>
                <a:lnTo>
                  <a:pt x="84714" y="51047"/>
                </a:lnTo>
                <a:lnTo>
                  <a:pt x="84687" y="51364"/>
                </a:lnTo>
                <a:lnTo>
                  <a:pt x="84649" y="51675"/>
                </a:lnTo>
                <a:lnTo>
                  <a:pt x="84601" y="51981"/>
                </a:lnTo>
                <a:lnTo>
                  <a:pt x="84543" y="52282"/>
                </a:lnTo>
                <a:lnTo>
                  <a:pt x="84473" y="52578"/>
                </a:lnTo>
                <a:lnTo>
                  <a:pt x="84393" y="52868"/>
                </a:lnTo>
                <a:lnTo>
                  <a:pt x="84302" y="53154"/>
                </a:lnTo>
                <a:lnTo>
                  <a:pt x="84201" y="53434"/>
                </a:lnTo>
                <a:lnTo>
                  <a:pt x="84089" y="53710"/>
                </a:lnTo>
                <a:lnTo>
                  <a:pt x="83966" y="53980"/>
                </a:lnTo>
                <a:lnTo>
                  <a:pt x="83832" y="54245"/>
                </a:lnTo>
                <a:lnTo>
                  <a:pt x="83688" y="54506"/>
                </a:lnTo>
                <a:lnTo>
                  <a:pt x="83533" y="54761"/>
                </a:lnTo>
                <a:lnTo>
                  <a:pt x="83368" y="55011"/>
                </a:lnTo>
                <a:lnTo>
                  <a:pt x="83192" y="55255"/>
                </a:lnTo>
                <a:lnTo>
                  <a:pt x="83005" y="55495"/>
                </a:lnTo>
                <a:lnTo>
                  <a:pt x="82807" y="55730"/>
                </a:lnTo>
                <a:lnTo>
                  <a:pt x="82599" y="55959"/>
                </a:lnTo>
                <a:lnTo>
                  <a:pt x="82380" y="56184"/>
                </a:lnTo>
                <a:lnTo>
                  <a:pt x="82150" y="56403"/>
                </a:lnTo>
                <a:lnTo>
                  <a:pt x="81910" y="56617"/>
                </a:lnTo>
                <a:lnTo>
                  <a:pt x="81659" y="56827"/>
                </a:lnTo>
                <a:lnTo>
                  <a:pt x="81399" y="57029"/>
                </a:lnTo>
                <a:lnTo>
                  <a:pt x="81134" y="57222"/>
                </a:lnTo>
                <a:lnTo>
                  <a:pt x="80862" y="57407"/>
                </a:lnTo>
                <a:lnTo>
                  <a:pt x="80584" y="57584"/>
                </a:lnTo>
                <a:lnTo>
                  <a:pt x="80300" y="57752"/>
                </a:lnTo>
                <a:lnTo>
                  <a:pt x="80009" y="57911"/>
                </a:lnTo>
                <a:lnTo>
                  <a:pt x="79713" y="58061"/>
                </a:lnTo>
                <a:lnTo>
                  <a:pt x="79410" y="58203"/>
                </a:lnTo>
                <a:lnTo>
                  <a:pt x="79101" y="58337"/>
                </a:lnTo>
                <a:lnTo>
                  <a:pt x="78786" y="58461"/>
                </a:lnTo>
                <a:lnTo>
                  <a:pt x="78464" y="58578"/>
                </a:lnTo>
                <a:lnTo>
                  <a:pt x="78136" y="58685"/>
                </a:lnTo>
                <a:lnTo>
                  <a:pt x="77802" y="58784"/>
                </a:lnTo>
                <a:lnTo>
                  <a:pt x="77462" y="58874"/>
                </a:lnTo>
                <a:lnTo>
                  <a:pt x="77116" y="58956"/>
                </a:lnTo>
                <a:lnTo>
                  <a:pt x="76763" y="59029"/>
                </a:lnTo>
                <a:lnTo>
                  <a:pt x="76405" y="59094"/>
                </a:lnTo>
                <a:lnTo>
                  <a:pt x="76040" y="59150"/>
                </a:lnTo>
                <a:lnTo>
                  <a:pt x="75668" y="59197"/>
                </a:lnTo>
                <a:lnTo>
                  <a:pt x="75291" y="59236"/>
                </a:lnTo>
                <a:lnTo>
                  <a:pt x="74907" y="59266"/>
                </a:lnTo>
                <a:lnTo>
                  <a:pt x="74517" y="59287"/>
                </a:lnTo>
                <a:lnTo>
                  <a:pt x="74121" y="59300"/>
                </a:lnTo>
                <a:lnTo>
                  <a:pt x="73719" y="59305"/>
                </a:lnTo>
                <a:lnTo>
                  <a:pt x="73370" y="59301"/>
                </a:lnTo>
                <a:lnTo>
                  <a:pt x="73027" y="59290"/>
                </a:lnTo>
                <a:lnTo>
                  <a:pt x="72691" y="59272"/>
                </a:lnTo>
                <a:lnTo>
                  <a:pt x="72361" y="59247"/>
                </a:lnTo>
                <a:close/>
                <a:moveTo>
                  <a:pt x="249112" y="56639"/>
                </a:moveTo>
                <a:lnTo>
                  <a:pt x="248889" y="56631"/>
                </a:lnTo>
                <a:lnTo>
                  <a:pt x="248669" y="56617"/>
                </a:lnTo>
                <a:lnTo>
                  <a:pt x="248454" y="56597"/>
                </a:lnTo>
                <a:lnTo>
                  <a:pt x="248242" y="56572"/>
                </a:lnTo>
                <a:lnTo>
                  <a:pt x="248034" y="56541"/>
                </a:lnTo>
                <a:lnTo>
                  <a:pt x="247831" y="56505"/>
                </a:lnTo>
                <a:lnTo>
                  <a:pt x="247631" y="56463"/>
                </a:lnTo>
                <a:lnTo>
                  <a:pt x="247436" y="56416"/>
                </a:lnTo>
                <a:lnTo>
                  <a:pt x="247244" y="56363"/>
                </a:lnTo>
                <a:lnTo>
                  <a:pt x="247056" y="56305"/>
                </a:lnTo>
                <a:lnTo>
                  <a:pt x="246873" y="56240"/>
                </a:lnTo>
                <a:lnTo>
                  <a:pt x="246693" y="56171"/>
                </a:lnTo>
                <a:lnTo>
                  <a:pt x="246517" y="56095"/>
                </a:lnTo>
                <a:lnTo>
                  <a:pt x="246345" y="56015"/>
                </a:lnTo>
                <a:lnTo>
                  <a:pt x="246178" y="55928"/>
                </a:lnTo>
                <a:lnTo>
                  <a:pt x="246014" y="55836"/>
                </a:lnTo>
                <a:lnTo>
                  <a:pt x="245854" y="55739"/>
                </a:lnTo>
                <a:lnTo>
                  <a:pt x="245698" y="55636"/>
                </a:lnTo>
                <a:lnTo>
                  <a:pt x="245546" y="55527"/>
                </a:lnTo>
                <a:lnTo>
                  <a:pt x="245399" y="55413"/>
                </a:lnTo>
                <a:lnTo>
                  <a:pt x="245255" y="55293"/>
                </a:lnTo>
                <a:lnTo>
                  <a:pt x="245115" y="55167"/>
                </a:lnTo>
                <a:lnTo>
                  <a:pt x="244979" y="55036"/>
                </a:lnTo>
                <a:lnTo>
                  <a:pt x="244848" y="54901"/>
                </a:lnTo>
                <a:lnTo>
                  <a:pt x="244722" y="54761"/>
                </a:lnTo>
                <a:lnTo>
                  <a:pt x="244602" y="54617"/>
                </a:lnTo>
                <a:lnTo>
                  <a:pt x="244488" y="54469"/>
                </a:lnTo>
                <a:lnTo>
                  <a:pt x="244379" y="54317"/>
                </a:lnTo>
                <a:lnTo>
                  <a:pt x="244276" y="54161"/>
                </a:lnTo>
                <a:lnTo>
                  <a:pt x="244178" y="54002"/>
                </a:lnTo>
                <a:lnTo>
                  <a:pt x="244086" y="53838"/>
                </a:lnTo>
                <a:lnTo>
                  <a:pt x="244000" y="53670"/>
                </a:lnTo>
                <a:lnTo>
                  <a:pt x="243919" y="53498"/>
                </a:lnTo>
                <a:lnTo>
                  <a:pt x="243844" y="53323"/>
                </a:lnTo>
                <a:lnTo>
                  <a:pt x="243774" y="53143"/>
                </a:lnTo>
                <a:lnTo>
                  <a:pt x="243710" y="52959"/>
                </a:lnTo>
                <a:lnTo>
                  <a:pt x="243651" y="52772"/>
                </a:lnTo>
                <a:lnTo>
                  <a:pt x="243598" y="52580"/>
                </a:lnTo>
                <a:lnTo>
                  <a:pt x="243551" y="52384"/>
                </a:lnTo>
                <a:lnTo>
                  <a:pt x="243509" y="52185"/>
                </a:lnTo>
                <a:lnTo>
                  <a:pt x="243473" y="51981"/>
                </a:lnTo>
                <a:lnTo>
                  <a:pt x="243442" y="51773"/>
                </a:lnTo>
                <a:lnTo>
                  <a:pt x="243417" y="51562"/>
                </a:lnTo>
                <a:lnTo>
                  <a:pt x="243397" y="51346"/>
                </a:lnTo>
                <a:lnTo>
                  <a:pt x="243383" y="51127"/>
                </a:lnTo>
                <a:lnTo>
                  <a:pt x="243375" y="50903"/>
                </a:lnTo>
                <a:lnTo>
                  <a:pt x="243372" y="50676"/>
                </a:lnTo>
                <a:lnTo>
                  <a:pt x="243372" y="0"/>
                </a:lnTo>
                <a:lnTo>
                  <a:pt x="215739" y="0"/>
                </a:lnTo>
                <a:lnTo>
                  <a:pt x="215739" y="10373"/>
                </a:lnTo>
                <a:lnTo>
                  <a:pt x="231897" y="10373"/>
                </a:lnTo>
                <a:lnTo>
                  <a:pt x="231897" y="50676"/>
                </a:lnTo>
                <a:lnTo>
                  <a:pt x="231901" y="51079"/>
                </a:lnTo>
                <a:lnTo>
                  <a:pt x="231912" y="51479"/>
                </a:lnTo>
                <a:lnTo>
                  <a:pt x="231930" y="51874"/>
                </a:lnTo>
                <a:lnTo>
                  <a:pt x="231955" y="52265"/>
                </a:lnTo>
                <a:lnTo>
                  <a:pt x="231988" y="52653"/>
                </a:lnTo>
                <a:lnTo>
                  <a:pt x="232029" y="53036"/>
                </a:lnTo>
                <a:lnTo>
                  <a:pt x="232076" y="53416"/>
                </a:lnTo>
                <a:lnTo>
                  <a:pt x="232131" y="53792"/>
                </a:lnTo>
                <a:lnTo>
                  <a:pt x="232194" y="54163"/>
                </a:lnTo>
                <a:lnTo>
                  <a:pt x="232263" y="54531"/>
                </a:lnTo>
                <a:lnTo>
                  <a:pt x="232340" y="54894"/>
                </a:lnTo>
                <a:lnTo>
                  <a:pt x="232425" y="55254"/>
                </a:lnTo>
                <a:lnTo>
                  <a:pt x="232516" y="55610"/>
                </a:lnTo>
                <a:lnTo>
                  <a:pt x="232615" y="55961"/>
                </a:lnTo>
                <a:lnTo>
                  <a:pt x="232721" y="56309"/>
                </a:lnTo>
                <a:lnTo>
                  <a:pt x="232835" y="56652"/>
                </a:lnTo>
                <a:lnTo>
                  <a:pt x="232956" y="56992"/>
                </a:lnTo>
                <a:lnTo>
                  <a:pt x="233084" y="57328"/>
                </a:lnTo>
                <a:lnTo>
                  <a:pt x="233220" y="57660"/>
                </a:lnTo>
                <a:lnTo>
                  <a:pt x="233363" y="57987"/>
                </a:lnTo>
                <a:lnTo>
                  <a:pt x="233513" y="58311"/>
                </a:lnTo>
                <a:lnTo>
                  <a:pt x="233671" y="58631"/>
                </a:lnTo>
                <a:lnTo>
                  <a:pt x="233836" y="58947"/>
                </a:lnTo>
                <a:lnTo>
                  <a:pt x="234008" y="59258"/>
                </a:lnTo>
                <a:lnTo>
                  <a:pt x="234187" y="59565"/>
                </a:lnTo>
                <a:lnTo>
                  <a:pt x="234371" y="59866"/>
                </a:lnTo>
                <a:lnTo>
                  <a:pt x="234561" y="60161"/>
                </a:lnTo>
                <a:lnTo>
                  <a:pt x="234756" y="60451"/>
                </a:lnTo>
                <a:lnTo>
                  <a:pt x="234957" y="60734"/>
                </a:lnTo>
                <a:lnTo>
                  <a:pt x="235164" y="61011"/>
                </a:lnTo>
                <a:lnTo>
                  <a:pt x="235376" y="61283"/>
                </a:lnTo>
                <a:lnTo>
                  <a:pt x="235594" y="61548"/>
                </a:lnTo>
                <a:lnTo>
                  <a:pt x="235817" y="61808"/>
                </a:lnTo>
                <a:lnTo>
                  <a:pt x="236046" y="62062"/>
                </a:lnTo>
                <a:lnTo>
                  <a:pt x="236281" y="62310"/>
                </a:lnTo>
                <a:lnTo>
                  <a:pt x="236521" y="62552"/>
                </a:lnTo>
                <a:lnTo>
                  <a:pt x="236766" y="62788"/>
                </a:lnTo>
                <a:lnTo>
                  <a:pt x="237017" y="63018"/>
                </a:lnTo>
                <a:lnTo>
                  <a:pt x="237274" y="63242"/>
                </a:lnTo>
                <a:lnTo>
                  <a:pt x="237537" y="63461"/>
                </a:lnTo>
                <a:lnTo>
                  <a:pt x="237805" y="63673"/>
                </a:lnTo>
                <a:lnTo>
                  <a:pt x="238078" y="63880"/>
                </a:lnTo>
                <a:lnTo>
                  <a:pt x="238357" y="64081"/>
                </a:lnTo>
                <a:lnTo>
                  <a:pt x="238642" y="64276"/>
                </a:lnTo>
                <a:lnTo>
                  <a:pt x="238932" y="64465"/>
                </a:lnTo>
                <a:lnTo>
                  <a:pt x="239228" y="64648"/>
                </a:lnTo>
                <a:lnTo>
                  <a:pt x="239530" y="64825"/>
                </a:lnTo>
                <a:lnTo>
                  <a:pt x="239837" y="64996"/>
                </a:lnTo>
                <a:lnTo>
                  <a:pt x="240149" y="65161"/>
                </a:lnTo>
                <a:lnTo>
                  <a:pt x="240465" y="65319"/>
                </a:lnTo>
                <a:lnTo>
                  <a:pt x="240786" y="65470"/>
                </a:lnTo>
                <a:lnTo>
                  <a:pt x="241111" y="65613"/>
                </a:lnTo>
                <a:lnTo>
                  <a:pt x="241440" y="65750"/>
                </a:lnTo>
                <a:lnTo>
                  <a:pt x="241774" y="65880"/>
                </a:lnTo>
                <a:lnTo>
                  <a:pt x="242111" y="66003"/>
                </a:lnTo>
                <a:lnTo>
                  <a:pt x="242454" y="66118"/>
                </a:lnTo>
                <a:lnTo>
                  <a:pt x="242800" y="66227"/>
                </a:lnTo>
                <a:lnTo>
                  <a:pt x="243151" y="66329"/>
                </a:lnTo>
                <a:lnTo>
                  <a:pt x="243506" y="66423"/>
                </a:lnTo>
                <a:lnTo>
                  <a:pt x="243865" y="66511"/>
                </a:lnTo>
                <a:lnTo>
                  <a:pt x="244229" y="66592"/>
                </a:lnTo>
                <a:lnTo>
                  <a:pt x="244597" y="66665"/>
                </a:lnTo>
                <a:lnTo>
                  <a:pt x="244969" y="66732"/>
                </a:lnTo>
                <a:lnTo>
                  <a:pt x="245346" y="66792"/>
                </a:lnTo>
                <a:lnTo>
                  <a:pt x="245727" y="66844"/>
                </a:lnTo>
                <a:lnTo>
                  <a:pt x="246112" y="66890"/>
                </a:lnTo>
                <a:lnTo>
                  <a:pt x="246501" y="66928"/>
                </a:lnTo>
                <a:lnTo>
                  <a:pt x="246895" y="66960"/>
                </a:lnTo>
                <a:lnTo>
                  <a:pt x="247293" y="66985"/>
                </a:lnTo>
                <a:lnTo>
                  <a:pt x="247696" y="67002"/>
                </a:lnTo>
                <a:lnTo>
                  <a:pt x="248102" y="67013"/>
                </a:lnTo>
                <a:lnTo>
                  <a:pt x="248513" y="67016"/>
                </a:lnTo>
                <a:lnTo>
                  <a:pt x="264579" y="67016"/>
                </a:lnTo>
                <a:lnTo>
                  <a:pt x="264579" y="56642"/>
                </a:lnTo>
                <a:lnTo>
                  <a:pt x="249340" y="56642"/>
                </a:lnTo>
                <a:lnTo>
                  <a:pt x="249112" y="56639"/>
                </a:lnTo>
                <a:close/>
                <a:moveTo>
                  <a:pt x="332053" y="67016"/>
                </a:moveTo>
                <a:lnTo>
                  <a:pt x="343529" y="67016"/>
                </a:lnTo>
                <a:lnTo>
                  <a:pt x="343529" y="35436"/>
                </a:lnTo>
                <a:lnTo>
                  <a:pt x="343533" y="35035"/>
                </a:lnTo>
                <a:lnTo>
                  <a:pt x="343546" y="34641"/>
                </a:lnTo>
                <a:lnTo>
                  <a:pt x="343567" y="34254"/>
                </a:lnTo>
                <a:lnTo>
                  <a:pt x="343596" y="33875"/>
                </a:lnTo>
                <a:lnTo>
                  <a:pt x="343634" y="33504"/>
                </a:lnTo>
                <a:lnTo>
                  <a:pt x="343681" y="33141"/>
                </a:lnTo>
                <a:lnTo>
                  <a:pt x="343736" y="32785"/>
                </a:lnTo>
                <a:lnTo>
                  <a:pt x="343799" y="32437"/>
                </a:lnTo>
                <a:lnTo>
                  <a:pt x="343871" y="32097"/>
                </a:lnTo>
                <a:lnTo>
                  <a:pt x="343951" y="31764"/>
                </a:lnTo>
                <a:lnTo>
                  <a:pt x="344040" y="31439"/>
                </a:lnTo>
                <a:lnTo>
                  <a:pt x="344137" y="31121"/>
                </a:lnTo>
                <a:lnTo>
                  <a:pt x="344243" y="30811"/>
                </a:lnTo>
                <a:lnTo>
                  <a:pt x="344357" y="30509"/>
                </a:lnTo>
                <a:lnTo>
                  <a:pt x="344479" y="30215"/>
                </a:lnTo>
                <a:lnTo>
                  <a:pt x="344610" y="29928"/>
                </a:lnTo>
                <a:lnTo>
                  <a:pt x="344749" y="29648"/>
                </a:lnTo>
                <a:lnTo>
                  <a:pt x="344897" y="29377"/>
                </a:lnTo>
                <a:lnTo>
                  <a:pt x="345054" y="29113"/>
                </a:lnTo>
                <a:lnTo>
                  <a:pt x="345218" y="28857"/>
                </a:lnTo>
                <a:lnTo>
                  <a:pt x="345392" y="28608"/>
                </a:lnTo>
                <a:lnTo>
                  <a:pt x="345573" y="28367"/>
                </a:lnTo>
                <a:lnTo>
                  <a:pt x="345763" y="28134"/>
                </a:lnTo>
                <a:lnTo>
                  <a:pt x="345962" y="27908"/>
                </a:lnTo>
                <a:lnTo>
                  <a:pt x="346168" y="27691"/>
                </a:lnTo>
                <a:lnTo>
                  <a:pt x="346382" y="27483"/>
                </a:lnTo>
                <a:lnTo>
                  <a:pt x="346602" y="27284"/>
                </a:lnTo>
                <a:lnTo>
                  <a:pt x="346830" y="27095"/>
                </a:lnTo>
                <a:lnTo>
                  <a:pt x="347065" y="26914"/>
                </a:lnTo>
                <a:lnTo>
                  <a:pt x="347308" y="26743"/>
                </a:lnTo>
                <a:lnTo>
                  <a:pt x="347557" y="26581"/>
                </a:lnTo>
                <a:lnTo>
                  <a:pt x="347813" y="26429"/>
                </a:lnTo>
                <a:lnTo>
                  <a:pt x="348077" y="26286"/>
                </a:lnTo>
                <a:lnTo>
                  <a:pt x="348348" y="26152"/>
                </a:lnTo>
                <a:lnTo>
                  <a:pt x="348626" y="26027"/>
                </a:lnTo>
                <a:lnTo>
                  <a:pt x="348911" y="25911"/>
                </a:lnTo>
                <a:lnTo>
                  <a:pt x="349204" y="25805"/>
                </a:lnTo>
                <a:lnTo>
                  <a:pt x="349503" y="25708"/>
                </a:lnTo>
                <a:lnTo>
                  <a:pt x="349810" y="25620"/>
                </a:lnTo>
                <a:lnTo>
                  <a:pt x="350124" y="25541"/>
                </a:lnTo>
                <a:lnTo>
                  <a:pt x="350445" y="25472"/>
                </a:lnTo>
                <a:lnTo>
                  <a:pt x="350773" y="25412"/>
                </a:lnTo>
                <a:lnTo>
                  <a:pt x="351109" y="25361"/>
                </a:lnTo>
                <a:lnTo>
                  <a:pt x="351451" y="25319"/>
                </a:lnTo>
                <a:lnTo>
                  <a:pt x="351801" y="25287"/>
                </a:lnTo>
                <a:lnTo>
                  <a:pt x="352158" y="25264"/>
                </a:lnTo>
                <a:lnTo>
                  <a:pt x="352522" y="25250"/>
                </a:lnTo>
                <a:lnTo>
                  <a:pt x="352893" y="25245"/>
                </a:lnTo>
                <a:lnTo>
                  <a:pt x="353257" y="25250"/>
                </a:lnTo>
                <a:lnTo>
                  <a:pt x="353615" y="25264"/>
                </a:lnTo>
                <a:lnTo>
                  <a:pt x="353965" y="25287"/>
                </a:lnTo>
                <a:lnTo>
                  <a:pt x="354310" y="25319"/>
                </a:lnTo>
                <a:lnTo>
                  <a:pt x="354648" y="25361"/>
                </a:lnTo>
                <a:lnTo>
                  <a:pt x="354979" y="25412"/>
                </a:lnTo>
                <a:lnTo>
                  <a:pt x="355304" y="25472"/>
                </a:lnTo>
                <a:lnTo>
                  <a:pt x="355622" y="25541"/>
                </a:lnTo>
                <a:lnTo>
                  <a:pt x="355934" y="25620"/>
                </a:lnTo>
                <a:lnTo>
                  <a:pt x="356239" y="25708"/>
                </a:lnTo>
                <a:lnTo>
                  <a:pt x="356537" y="25805"/>
                </a:lnTo>
                <a:lnTo>
                  <a:pt x="356829" y="25911"/>
                </a:lnTo>
                <a:lnTo>
                  <a:pt x="357115" y="26027"/>
                </a:lnTo>
                <a:lnTo>
                  <a:pt x="357394" y="26152"/>
                </a:lnTo>
                <a:lnTo>
                  <a:pt x="357666" y="26286"/>
                </a:lnTo>
                <a:lnTo>
                  <a:pt x="357932" y="26429"/>
                </a:lnTo>
                <a:lnTo>
                  <a:pt x="358192" y="26581"/>
                </a:lnTo>
                <a:lnTo>
                  <a:pt x="358444" y="26743"/>
                </a:lnTo>
                <a:lnTo>
                  <a:pt x="358691" y="26914"/>
                </a:lnTo>
                <a:lnTo>
                  <a:pt x="358931" y="27095"/>
                </a:lnTo>
                <a:lnTo>
                  <a:pt x="359164" y="27284"/>
                </a:lnTo>
                <a:lnTo>
                  <a:pt x="359391" y="27483"/>
                </a:lnTo>
                <a:lnTo>
                  <a:pt x="359611" y="27691"/>
                </a:lnTo>
                <a:lnTo>
                  <a:pt x="359824" y="27908"/>
                </a:lnTo>
                <a:lnTo>
                  <a:pt x="360030" y="28134"/>
                </a:lnTo>
                <a:lnTo>
                  <a:pt x="360227" y="28367"/>
                </a:lnTo>
                <a:lnTo>
                  <a:pt x="360416" y="28608"/>
                </a:lnTo>
                <a:lnTo>
                  <a:pt x="360596" y="28857"/>
                </a:lnTo>
                <a:lnTo>
                  <a:pt x="360767" y="29113"/>
                </a:lnTo>
                <a:lnTo>
                  <a:pt x="360929" y="29377"/>
                </a:lnTo>
                <a:lnTo>
                  <a:pt x="361082" y="29648"/>
                </a:lnTo>
                <a:lnTo>
                  <a:pt x="361227" y="29928"/>
                </a:lnTo>
                <a:lnTo>
                  <a:pt x="361363" y="30215"/>
                </a:lnTo>
                <a:lnTo>
                  <a:pt x="361490" y="30509"/>
                </a:lnTo>
                <a:lnTo>
                  <a:pt x="361608" y="30811"/>
                </a:lnTo>
                <a:lnTo>
                  <a:pt x="361717" y="31121"/>
                </a:lnTo>
                <a:lnTo>
                  <a:pt x="361818" y="31439"/>
                </a:lnTo>
                <a:lnTo>
                  <a:pt x="361910" y="31764"/>
                </a:lnTo>
                <a:lnTo>
                  <a:pt x="361994" y="32097"/>
                </a:lnTo>
                <a:lnTo>
                  <a:pt x="362068" y="32437"/>
                </a:lnTo>
                <a:lnTo>
                  <a:pt x="362134" y="32785"/>
                </a:lnTo>
                <a:lnTo>
                  <a:pt x="362191" y="33141"/>
                </a:lnTo>
                <a:lnTo>
                  <a:pt x="362239" y="33504"/>
                </a:lnTo>
                <a:lnTo>
                  <a:pt x="362278" y="33875"/>
                </a:lnTo>
                <a:lnTo>
                  <a:pt x="362309" y="34254"/>
                </a:lnTo>
                <a:lnTo>
                  <a:pt x="362331" y="34641"/>
                </a:lnTo>
                <a:lnTo>
                  <a:pt x="362344" y="35035"/>
                </a:lnTo>
                <a:lnTo>
                  <a:pt x="362349" y="35436"/>
                </a:lnTo>
                <a:lnTo>
                  <a:pt x="362349" y="38281"/>
                </a:lnTo>
                <a:lnTo>
                  <a:pt x="374375" y="38281"/>
                </a:lnTo>
                <a:lnTo>
                  <a:pt x="374375" y="34610"/>
                </a:lnTo>
                <a:lnTo>
                  <a:pt x="374366" y="33874"/>
                </a:lnTo>
                <a:lnTo>
                  <a:pt x="374342" y="33152"/>
                </a:lnTo>
                <a:lnTo>
                  <a:pt x="374301" y="32444"/>
                </a:lnTo>
                <a:lnTo>
                  <a:pt x="374244" y="31749"/>
                </a:lnTo>
                <a:lnTo>
                  <a:pt x="374171" y="31067"/>
                </a:lnTo>
                <a:lnTo>
                  <a:pt x="374082" y="30398"/>
                </a:lnTo>
                <a:lnTo>
                  <a:pt x="373976" y="29743"/>
                </a:lnTo>
                <a:lnTo>
                  <a:pt x="373854" y="29102"/>
                </a:lnTo>
                <a:lnTo>
                  <a:pt x="373716" y="28473"/>
                </a:lnTo>
                <a:lnTo>
                  <a:pt x="373562" y="27859"/>
                </a:lnTo>
                <a:lnTo>
                  <a:pt x="373391" y="27257"/>
                </a:lnTo>
                <a:lnTo>
                  <a:pt x="373204" y="26669"/>
                </a:lnTo>
                <a:lnTo>
                  <a:pt x="373001" y="26094"/>
                </a:lnTo>
                <a:lnTo>
                  <a:pt x="372781" y="25533"/>
                </a:lnTo>
                <a:lnTo>
                  <a:pt x="372546" y="24985"/>
                </a:lnTo>
                <a:lnTo>
                  <a:pt x="372294" y="24451"/>
                </a:lnTo>
                <a:lnTo>
                  <a:pt x="372026" y="23929"/>
                </a:lnTo>
                <a:lnTo>
                  <a:pt x="371741" y="23422"/>
                </a:lnTo>
                <a:lnTo>
                  <a:pt x="371440" y="22927"/>
                </a:lnTo>
                <a:lnTo>
                  <a:pt x="371123" y="22446"/>
                </a:lnTo>
                <a:lnTo>
                  <a:pt x="370790" y="21979"/>
                </a:lnTo>
                <a:lnTo>
                  <a:pt x="370441" y="21525"/>
                </a:lnTo>
                <a:lnTo>
                  <a:pt x="370075" y="21084"/>
                </a:lnTo>
                <a:lnTo>
                  <a:pt x="369693" y="20656"/>
                </a:lnTo>
                <a:lnTo>
                  <a:pt x="369297" y="20244"/>
                </a:lnTo>
                <a:lnTo>
                  <a:pt x="368889" y="19850"/>
                </a:lnTo>
                <a:lnTo>
                  <a:pt x="368468" y="19473"/>
                </a:lnTo>
                <a:lnTo>
                  <a:pt x="368036" y="19113"/>
                </a:lnTo>
                <a:lnTo>
                  <a:pt x="367591" y="18771"/>
                </a:lnTo>
                <a:lnTo>
                  <a:pt x="367134" y="18447"/>
                </a:lnTo>
                <a:lnTo>
                  <a:pt x="366665" y="18140"/>
                </a:lnTo>
                <a:lnTo>
                  <a:pt x="366184" y="17851"/>
                </a:lnTo>
                <a:lnTo>
                  <a:pt x="365691" y="17579"/>
                </a:lnTo>
                <a:lnTo>
                  <a:pt x="365186" y="17325"/>
                </a:lnTo>
                <a:lnTo>
                  <a:pt x="364669" y="17088"/>
                </a:lnTo>
                <a:lnTo>
                  <a:pt x="364139" y="16869"/>
                </a:lnTo>
                <a:lnTo>
                  <a:pt x="363598" y="16667"/>
                </a:lnTo>
                <a:lnTo>
                  <a:pt x="363044" y="16483"/>
                </a:lnTo>
                <a:lnTo>
                  <a:pt x="362478" y="16317"/>
                </a:lnTo>
                <a:lnTo>
                  <a:pt x="361900" y="16168"/>
                </a:lnTo>
                <a:lnTo>
                  <a:pt x="361310" y="16036"/>
                </a:lnTo>
                <a:lnTo>
                  <a:pt x="360708" y="15922"/>
                </a:lnTo>
                <a:lnTo>
                  <a:pt x="360094" y="15826"/>
                </a:lnTo>
                <a:lnTo>
                  <a:pt x="359467" y="15747"/>
                </a:lnTo>
                <a:lnTo>
                  <a:pt x="358829" y="15685"/>
                </a:lnTo>
                <a:lnTo>
                  <a:pt x="358178" y="15641"/>
                </a:lnTo>
                <a:lnTo>
                  <a:pt x="357515" y="15615"/>
                </a:lnTo>
                <a:lnTo>
                  <a:pt x="356841" y="15606"/>
                </a:lnTo>
                <a:lnTo>
                  <a:pt x="356250" y="15614"/>
                </a:lnTo>
                <a:lnTo>
                  <a:pt x="355671" y="15635"/>
                </a:lnTo>
                <a:lnTo>
                  <a:pt x="355105" y="15671"/>
                </a:lnTo>
                <a:lnTo>
                  <a:pt x="354550" y="15721"/>
                </a:lnTo>
                <a:lnTo>
                  <a:pt x="354008" y="15786"/>
                </a:lnTo>
                <a:lnTo>
                  <a:pt x="353478" y="15865"/>
                </a:lnTo>
                <a:lnTo>
                  <a:pt x="352960" y="15958"/>
                </a:lnTo>
                <a:lnTo>
                  <a:pt x="352454" y="16065"/>
                </a:lnTo>
                <a:lnTo>
                  <a:pt x="351960" y="16187"/>
                </a:lnTo>
                <a:lnTo>
                  <a:pt x="351479" y="16324"/>
                </a:lnTo>
                <a:lnTo>
                  <a:pt x="351009" y="16474"/>
                </a:lnTo>
                <a:lnTo>
                  <a:pt x="350552" y="16639"/>
                </a:lnTo>
                <a:lnTo>
                  <a:pt x="350106" y="16818"/>
                </a:lnTo>
                <a:lnTo>
                  <a:pt x="349673" y="17012"/>
                </a:lnTo>
                <a:lnTo>
                  <a:pt x="349252" y="17220"/>
                </a:lnTo>
                <a:lnTo>
                  <a:pt x="348843" y="17442"/>
                </a:lnTo>
                <a:lnTo>
                  <a:pt x="348446" y="17679"/>
                </a:lnTo>
                <a:lnTo>
                  <a:pt x="348061" y="17930"/>
                </a:lnTo>
                <a:lnTo>
                  <a:pt x="347688" y="18195"/>
                </a:lnTo>
                <a:lnTo>
                  <a:pt x="347328" y="18475"/>
                </a:lnTo>
                <a:lnTo>
                  <a:pt x="346979" y="18769"/>
                </a:lnTo>
                <a:lnTo>
                  <a:pt x="346643" y="19078"/>
                </a:lnTo>
                <a:lnTo>
                  <a:pt x="346319" y="19400"/>
                </a:lnTo>
                <a:lnTo>
                  <a:pt x="346007" y="19737"/>
                </a:lnTo>
                <a:lnTo>
                  <a:pt x="345707" y="20089"/>
                </a:lnTo>
                <a:lnTo>
                  <a:pt x="345420" y="20454"/>
                </a:lnTo>
                <a:lnTo>
                  <a:pt x="345146" y="20833"/>
                </a:lnTo>
                <a:lnTo>
                  <a:pt x="344885" y="21227"/>
                </a:lnTo>
                <a:lnTo>
                  <a:pt x="344636" y="21634"/>
                </a:lnTo>
                <a:lnTo>
                  <a:pt x="344400" y="22055"/>
                </a:lnTo>
                <a:lnTo>
                  <a:pt x="344177" y="22491"/>
                </a:lnTo>
                <a:lnTo>
                  <a:pt x="343967" y="22940"/>
                </a:lnTo>
                <a:lnTo>
                  <a:pt x="343769" y="23404"/>
                </a:lnTo>
                <a:lnTo>
                  <a:pt x="343585" y="23881"/>
                </a:lnTo>
                <a:lnTo>
                  <a:pt x="343412" y="24373"/>
                </a:lnTo>
                <a:lnTo>
                  <a:pt x="343253" y="24878"/>
                </a:lnTo>
                <a:lnTo>
                  <a:pt x="343106" y="25398"/>
                </a:lnTo>
                <a:lnTo>
                  <a:pt x="342973" y="25932"/>
                </a:lnTo>
                <a:lnTo>
                  <a:pt x="342921" y="26163"/>
                </a:lnTo>
                <a:lnTo>
                  <a:pt x="342887" y="26163"/>
                </a:lnTo>
                <a:lnTo>
                  <a:pt x="342887" y="16524"/>
                </a:lnTo>
                <a:lnTo>
                  <a:pt x="332053" y="16524"/>
                </a:lnTo>
                <a:lnTo>
                  <a:pt x="332053" y="67016"/>
                </a:lnTo>
                <a:close/>
                <a:moveTo>
                  <a:pt x="298601" y="67825"/>
                </a:moveTo>
                <a:lnTo>
                  <a:pt x="299236" y="67764"/>
                </a:lnTo>
                <a:lnTo>
                  <a:pt x="299863" y="67690"/>
                </a:lnTo>
                <a:lnTo>
                  <a:pt x="300481" y="67602"/>
                </a:lnTo>
                <a:lnTo>
                  <a:pt x="301091" y="67500"/>
                </a:lnTo>
                <a:lnTo>
                  <a:pt x="301693" y="67385"/>
                </a:lnTo>
                <a:lnTo>
                  <a:pt x="302286" y="67256"/>
                </a:lnTo>
                <a:lnTo>
                  <a:pt x="302870" y="67114"/>
                </a:lnTo>
                <a:lnTo>
                  <a:pt x="303446" y="66958"/>
                </a:lnTo>
                <a:lnTo>
                  <a:pt x="304014" y="66789"/>
                </a:lnTo>
                <a:lnTo>
                  <a:pt x="304573" y="66606"/>
                </a:lnTo>
                <a:lnTo>
                  <a:pt x="305124" y="66410"/>
                </a:lnTo>
                <a:lnTo>
                  <a:pt x="305666" y="66200"/>
                </a:lnTo>
                <a:lnTo>
                  <a:pt x="306200" y="65976"/>
                </a:lnTo>
                <a:lnTo>
                  <a:pt x="306726" y="65739"/>
                </a:lnTo>
                <a:lnTo>
                  <a:pt x="307242" y="65489"/>
                </a:lnTo>
                <a:lnTo>
                  <a:pt x="307751" y="65224"/>
                </a:lnTo>
                <a:lnTo>
                  <a:pt x="308251" y="64947"/>
                </a:lnTo>
                <a:lnTo>
                  <a:pt x="308743" y="64656"/>
                </a:lnTo>
                <a:lnTo>
                  <a:pt x="309226" y="64351"/>
                </a:lnTo>
                <a:lnTo>
                  <a:pt x="309700" y="64032"/>
                </a:lnTo>
                <a:lnTo>
                  <a:pt x="310163" y="63703"/>
                </a:lnTo>
                <a:lnTo>
                  <a:pt x="310611" y="63364"/>
                </a:lnTo>
                <a:lnTo>
                  <a:pt x="311044" y="63016"/>
                </a:lnTo>
                <a:lnTo>
                  <a:pt x="311461" y="62659"/>
                </a:lnTo>
                <a:lnTo>
                  <a:pt x="311863" y="62293"/>
                </a:lnTo>
                <a:lnTo>
                  <a:pt x="312250" y="61918"/>
                </a:lnTo>
                <a:lnTo>
                  <a:pt x="312623" y="61534"/>
                </a:lnTo>
                <a:lnTo>
                  <a:pt x="312979" y="61141"/>
                </a:lnTo>
                <a:lnTo>
                  <a:pt x="313321" y="60738"/>
                </a:lnTo>
                <a:lnTo>
                  <a:pt x="313648" y="60327"/>
                </a:lnTo>
                <a:lnTo>
                  <a:pt x="313959" y="59907"/>
                </a:lnTo>
                <a:lnTo>
                  <a:pt x="314256" y="59477"/>
                </a:lnTo>
                <a:lnTo>
                  <a:pt x="314537" y="59038"/>
                </a:lnTo>
                <a:lnTo>
                  <a:pt x="314803" y="58591"/>
                </a:lnTo>
                <a:lnTo>
                  <a:pt x="315054" y="58134"/>
                </a:lnTo>
                <a:lnTo>
                  <a:pt x="315290" y="57668"/>
                </a:lnTo>
                <a:lnTo>
                  <a:pt x="315511" y="57193"/>
                </a:lnTo>
                <a:lnTo>
                  <a:pt x="315716" y="56709"/>
                </a:lnTo>
                <a:lnTo>
                  <a:pt x="315906" y="56215"/>
                </a:lnTo>
                <a:lnTo>
                  <a:pt x="316082" y="55713"/>
                </a:lnTo>
                <a:lnTo>
                  <a:pt x="316242" y="55202"/>
                </a:lnTo>
                <a:lnTo>
                  <a:pt x="316387" y="54681"/>
                </a:lnTo>
                <a:lnTo>
                  <a:pt x="316517" y="54152"/>
                </a:lnTo>
                <a:lnTo>
                  <a:pt x="316632" y="53613"/>
                </a:lnTo>
                <a:lnTo>
                  <a:pt x="305340" y="53613"/>
                </a:lnTo>
                <a:lnTo>
                  <a:pt x="305283" y="53825"/>
                </a:lnTo>
                <a:lnTo>
                  <a:pt x="305220" y="54033"/>
                </a:lnTo>
                <a:lnTo>
                  <a:pt x="305152" y="54236"/>
                </a:lnTo>
                <a:lnTo>
                  <a:pt x="305077" y="54436"/>
                </a:lnTo>
                <a:lnTo>
                  <a:pt x="304996" y="54630"/>
                </a:lnTo>
                <a:lnTo>
                  <a:pt x="304909" y="54821"/>
                </a:lnTo>
                <a:lnTo>
                  <a:pt x="304816" y="55007"/>
                </a:lnTo>
                <a:lnTo>
                  <a:pt x="304717" y="55189"/>
                </a:lnTo>
                <a:lnTo>
                  <a:pt x="304612" y="55367"/>
                </a:lnTo>
                <a:lnTo>
                  <a:pt x="304501" y="55540"/>
                </a:lnTo>
                <a:lnTo>
                  <a:pt x="304384" y="55709"/>
                </a:lnTo>
                <a:lnTo>
                  <a:pt x="304261" y="55874"/>
                </a:lnTo>
                <a:lnTo>
                  <a:pt x="304131" y="56034"/>
                </a:lnTo>
                <a:lnTo>
                  <a:pt x="303996" y="56190"/>
                </a:lnTo>
                <a:lnTo>
                  <a:pt x="303855" y="56342"/>
                </a:lnTo>
                <a:lnTo>
                  <a:pt x="303707" y="56490"/>
                </a:lnTo>
                <a:lnTo>
                  <a:pt x="303554" y="56633"/>
                </a:lnTo>
                <a:lnTo>
                  <a:pt x="303394" y="56772"/>
                </a:lnTo>
                <a:lnTo>
                  <a:pt x="303229" y="56906"/>
                </a:lnTo>
                <a:lnTo>
                  <a:pt x="303057" y="57036"/>
                </a:lnTo>
                <a:lnTo>
                  <a:pt x="302879" y="57162"/>
                </a:lnTo>
                <a:lnTo>
                  <a:pt x="302695" y="57284"/>
                </a:lnTo>
                <a:lnTo>
                  <a:pt x="302506" y="57401"/>
                </a:lnTo>
                <a:lnTo>
                  <a:pt x="302310" y="57514"/>
                </a:lnTo>
                <a:lnTo>
                  <a:pt x="302108" y="57623"/>
                </a:lnTo>
                <a:lnTo>
                  <a:pt x="301902" y="57727"/>
                </a:lnTo>
                <a:lnTo>
                  <a:pt x="301690" y="57826"/>
                </a:lnTo>
                <a:lnTo>
                  <a:pt x="301473" y="57921"/>
                </a:lnTo>
                <a:lnTo>
                  <a:pt x="301251" y="58011"/>
                </a:lnTo>
                <a:lnTo>
                  <a:pt x="301024" y="58097"/>
                </a:lnTo>
                <a:lnTo>
                  <a:pt x="300792" y="58178"/>
                </a:lnTo>
                <a:lnTo>
                  <a:pt x="300555" y="58254"/>
                </a:lnTo>
                <a:lnTo>
                  <a:pt x="300313" y="58325"/>
                </a:lnTo>
                <a:lnTo>
                  <a:pt x="300066" y="58392"/>
                </a:lnTo>
                <a:lnTo>
                  <a:pt x="299813" y="58455"/>
                </a:lnTo>
                <a:lnTo>
                  <a:pt x="299556" y="58513"/>
                </a:lnTo>
                <a:lnTo>
                  <a:pt x="299293" y="58566"/>
                </a:lnTo>
                <a:lnTo>
                  <a:pt x="299025" y="58614"/>
                </a:lnTo>
                <a:lnTo>
                  <a:pt x="298752" y="58658"/>
                </a:lnTo>
                <a:lnTo>
                  <a:pt x="298475" y="58697"/>
                </a:lnTo>
                <a:lnTo>
                  <a:pt x="298192" y="58732"/>
                </a:lnTo>
                <a:lnTo>
                  <a:pt x="297903" y="58762"/>
                </a:lnTo>
                <a:lnTo>
                  <a:pt x="297610" y="58787"/>
                </a:lnTo>
                <a:lnTo>
                  <a:pt x="297312" y="58808"/>
                </a:lnTo>
                <a:lnTo>
                  <a:pt x="297008" y="58824"/>
                </a:lnTo>
                <a:lnTo>
                  <a:pt x="296700" y="58836"/>
                </a:lnTo>
                <a:lnTo>
                  <a:pt x="296386" y="58843"/>
                </a:lnTo>
                <a:lnTo>
                  <a:pt x="296068" y="58845"/>
                </a:lnTo>
                <a:lnTo>
                  <a:pt x="295651" y="58841"/>
                </a:lnTo>
                <a:lnTo>
                  <a:pt x="295243" y="58826"/>
                </a:lnTo>
                <a:lnTo>
                  <a:pt x="294844" y="58803"/>
                </a:lnTo>
                <a:lnTo>
                  <a:pt x="294453" y="58770"/>
                </a:lnTo>
                <a:lnTo>
                  <a:pt x="294071" y="58728"/>
                </a:lnTo>
                <a:lnTo>
                  <a:pt x="293698" y="58676"/>
                </a:lnTo>
                <a:lnTo>
                  <a:pt x="293333" y="58615"/>
                </a:lnTo>
                <a:lnTo>
                  <a:pt x="292977" y="58544"/>
                </a:lnTo>
                <a:lnTo>
                  <a:pt x="292629" y="58464"/>
                </a:lnTo>
                <a:lnTo>
                  <a:pt x="292290" y="58375"/>
                </a:lnTo>
                <a:lnTo>
                  <a:pt x="291959" y="58276"/>
                </a:lnTo>
                <a:lnTo>
                  <a:pt x="291638" y="58168"/>
                </a:lnTo>
                <a:lnTo>
                  <a:pt x="291324" y="58051"/>
                </a:lnTo>
                <a:lnTo>
                  <a:pt x="291020" y="57924"/>
                </a:lnTo>
                <a:lnTo>
                  <a:pt x="290724" y="57787"/>
                </a:lnTo>
                <a:lnTo>
                  <a:pt x="290436" y="57642"/>
                </a:lnTo>
                <a:lnTo>
                  <a:pt x="290158" y="57487"/>
                </a:lnTo>
                <a:lnTo>
                  <a:pt x="289887" y="57322"/>
                </a:lnTo>
                <a:lnTo>
                  <a:pt x="289626" y="57148"/>
                </a:lnTo>
                <a:lnTo>
                  <a:pt x="289373" y="56965"/>
                </a:lnTo>
                <a:lnTo>
                  <a:pt x="289129" y="56772"/>
                </a:lnTo>
                <a:lnTo>
                  <a:pt x="288893" y="56570"/>
                </a:lnTo>
                <a:lnTo>
                  <a:pt x="288666" y="56358"/>
                </a:lnTo>
                <a:lnTo>
                  <a:pt x="288447" y="56137"/>
                </a:lnTo>
                <a:lnTo>
                  <a:pt x="288237" y="55907"/>
                </a:lnTo>
                <a:lnTo>
                  <a:pt x="288037" y="55668"/>
                </a:lnTo>
                <a:lnTo>
                  <a:pt x="287845" y="55420"/>
                </a:lnTo>
                <a:lnTo>
                  <a:pt x="287662" y="55162"/>
                </a:lnTo>
                <a:lnTo>
                  <a:pt x="287488" y="54896"/>
                </a:lnTo>
                <a:lnTo>
                  <a:pt x="287323" y="54620"/>
                </a:lnTo>
                <a:lnTo>
                  <a:pt x="287166" y="54335"/>
                </a:lnTo>
                <a:lnTo>
                  <a:pt x="287019" y="54042"/>
                </a:lnTo>
                <a:lnTo>
                  <a:pt x="286881" y="53739"/>
                </a:lnTo>
                <a:lnTo>
                  <a:pt x="286751" y="53427"/>
                </a:lnTo>
                <a:lnTo>
                  <a:pt x="286631" y="53106"/>
                </a:lnTo>
                <a:lnTo>
                  <a:pt x="286519" y="52776"/>
                </a:lnTo>
                <a:lnTo>
                  <a:pt x="286417" y="52436"/>
                </a:lnTo>
                <a:lnTo>
                  <a:pt x="286323" y="52088"/>
                </a:lnTo>
                <a:lnTo>
                  <a:pt x="286238" y="51731"/>
                </a:lnTo>
                <a:lnTo>
                  <a:pt x="286162" y="51364"/>
                </a:lnTo>
                <a:lnTo>
                  <a:pt x="286095" y="50989"/>
                </a:lnTo>
                <a:lnTo>
                  <a:pt x="286037" y="50604"/>
                </a:lnTo>
                <a:lnTo>
                  <a:pt x="285988" y="50210"/>
                </a:lnTo>
                <a:lnTo>
                  <a:pt x="285948" y="49807"/>
                </a:lnTo>
                <a:lnTo>
                  <a:pt x="285917" y="49395"/>
                </a:lnTo>
                <a:lnTo>
                  <a:pt x="285895" y="48974"/>
                </a:lnTo>
                <a:lnTo>
                  <a:pt x="285881" y="48544"/>
                </a:lnTo>
                <a:lnTo>
                  <a:pt x="285877" y="48105"/>
                </a:lnTo>
                <a:lnTo>
                  <a:pt x="285877" y="44525"/>
                </a:lnTo>
                <a:lnTo>
                  <a:pt x="316999" y="44525"/>
                </a:lnTo>
                <a:lnTo>
                  <a:pt x="316999" y="35436"/>
                </a:lnTo>
                <a:lnTo>
                  <a:pt x="316994" y="34942"/>
                </a:lnTo>
                <a:lnTo>
                  <a:pt x="316980" y="34452"/>
                </a:lnTo>
                <a:lnTo>
                  <a:pt x="316958" y="33968"/>
                </a:lnTo>
                <a:lnTo>
                  <a:pt x="316926" y="33489"/>
                </a:lnTo>
                <a:lnTo>
                  <a:pt x="316885" y="33016"/>
                </a:lnTo>
                <a:lnTo>
                  <a:pt x="316835" y="32547"/>
                </a:lnTo>
                <a:lnTo>
                  <a:pt x="316776" y="32084"/>
                </a:lnTo>
                <a:lnTo>
                  <a:pt x="316708" y="31626"/>
                </a:lnTo>
                <a:lnTo>
                  <a:pt x="316631" y="31174"/>
                </a:lnTo>
                <a:lnTo>
                  <a:pt x="316544" y="30727"/>
                </a:lnTo>
                <a:lnTo>
                  <a:pt x="316449" y="30285"/>
                </a:lnTo>
                <a:lnTo>
                  <a:pt x="316344" y="29848"/>
                </a:lnTo>
                <a:lnTo>
                  <a:pt x="316231" y="29416"/>
                </a:lnTo>
                <a:lnTo>
                  <a:pt x="316108" y="28990"/>
                </a:lnTo>
                <a:lnTo>
                  <a:pt x="315976" y="28569"/>
                </a:lnTo>
                <a:lnTo>
                  <a:pt x="315836" y="28153"/>
                </a:lnTo>
                <a:lnTo>
                  <a:pt x="315686" y="27743"/>
                </a:lnTo>
                <a:lnTo>
                  <a:pt x="315527" y="27338"/>
                </a:lnTo>
                <a:lnTo>
                  <a:pt x="315359" y="26938"/>
                </a:lnTo>
                <a:lnTo>
                  <a:pt x="315181" y="26543"/>
                </a:lnTo>
                <a:lnTo>
                  <a:pt x="314995" y="26154"/>
                </a:lnTo>
                <a:lnTo>
                  <a:pt x="314800" y="25770"/>
                </a:lnTo>
                <a:lnTo>
                  <a:pt x="314595" y="25391"/>
                </a:lnTo>
                <a:lnTo>
                  <a:pt x="314382" y="25017"/>
                </a:lnTo>
                <a:lnTo>
                  <a:pt x="314160" y="24649"/>
                </a:lnTo>
                <a:lnTo>
                  <a:pt x="313931" y="24289"/>
                </a:lnTo>
                <a:lnTo>
                  <a:pt x="313695" y="23935"/>
                </a:lnTo>
                <a:lnTo>
                  <a:pt x="313451" y="23588"/>
                </a:lnTo>
                <a:lnTo>
                  <a:pt x="313200" y="23247"/>
                </a:lnTo>
                <a:lnTo>
                  <a:pt x="312942" y="22914"/>
                </a:lnTo>
                <a:lnTo>
                  <a:pt x="312676" y="22587"/>
                </a:lnTo>
                <a:lnTo>
                  <a:pt x="312403" y="22268"/>
                </a:lnTo>
                <a:lnTo>
                  <a:pt x="312123" y="21955"/>
                </a:lnTo>
                <a:lnTo>
                  <a:pt x="311835" y="21649"/>
                </a:lnTo>
                <a:lnTo>
                  <a:pt x="311540" y="21350"/>
                </a:lnTo>
                <a:lnTo>
                  <a:pt x="311238" y="21058"/>
                </a:lnTo>
                <a:lnTo>
                  <a:pt x="310928" y="20772"/>
                </a:lnTo>
                <a:lnTo>
                  <a:pt x="310611" y="20494"/>
                </a:lnTo>
                <a:lnTo>
                  <a:pt x="310287" y="20222"/>
                </a:lnTo>
                <a:lnTo>
                  <a:pt x="309955" y="19957"/>
                </a:lnTo>
                <a:lnTo>
                  <a:pt x="309616" y="19699"/>
                </a:lnTo>
                <a:lnTo>
                  <a:pt x="309270" y="19448"/>
                </a:lnTo>
                <a:lnTo>
                  <a:pt x="308916" y="19204"/>
                </a:lnTo>
                <a:lnTo>
                  <a:pt x="308555" y="18967"/>
                </a:lnTo>
                <a:lnTo>
                  <a:pt x="308187" y="18736"/>
                </a:lnTo>
                <a:lnTo>
                  <a:pt x="307811" y="18513"/>
                </a:lnTo>
                <a:lnTo>
                  <a:pt x="307428" y="18296"/>
                </a:lnTo>
                <a:lnTo>
                  <a:pt x="307037" y="18086"/>
                </a:lnTo>
                <a:lnTo>
                  <a:pt x="306641" y="17884"/>
                </a:lnTo>
                <a:lnTo>
                  <a:pt x="306238" y="17690"/>
                </a:lnTo>
                <a:lnTo>
                  <a:pt x="305830" y="17505"/>
                </a:lnTo>
                <a:lnTo>
                  <a:pt x="305417" y="17328"/>
                </a:lnTo>
                <a:lnTo>
                  <a:pt x="304998" y="17160"/>
                </a:lnTo>
                <a:lnTo>
                  <a:pt x="304573" y="17001"/>
                </a:lnTo>
                <a:lnTo>
                  <a:pt x="304143" y="16850"/>
                </a:lnTo>
                <a:lnTo>
                  <a:pt x="303707" y="16708"/>
                </a:lnTo>
                <a:lnTo>
                  <a:pt x="303266" y="16575"/>
                </a:lnTo>
                <a:lnTo>
                  <a:pt x="302819" y="16450"/>
                </a:lnTo>
                <a:lnTo>
                  <a:pt x="302366" y="16334"/>
                </a:lnTo>
                <a:lnTo>
                  <a:pt x="301908" y="16226"/>
                </a:lnTo>
                <a:lnTo>
                  <a:pt x="301444" y="16127"/>
                </a:lnTo>
                <a:lnTo>
                  <a:pt x="300975" y="16037"/>
                </a:lnTo>
                <a:lnTo>
                  <a:pt x="300500" y="15955"/>
                </a:lnTo>
                <a:lnTo>
                  <a:pt x="300020" y="15882"/>
                </a:lnTo>
                <a:lnTo>
                  <a:pt x="299534" y="15817"/>
                </a:lnTo>
                <a:lnTo>
                  <a:pt x="299042" y="15761"/>
                </a:lnTo>
                <a:lnTo>
                  <a:pt x="298545" y="15714"/>
                </a:lnTo>
                <a:lnTo>
                  <a:pt x="298042" y="15675"/>
                </a:lnTo>
                <a:lnTo>
                  <a:pt x="297534" y="15645"/>
                </a:lnTo>
                <a:lnTo>
                  <a:pt x="297020" y="15624"/>
                </a:lnTo>
                <a:lnTo>
                  <a:pt x="296500" y="15611"/>
                </a:lnTo>
                <a:lnTo>
                  <a:pt x="295975" y="15606"/>
                </a:lnTo>
                <a:lnTo>
                  <a:pt x="295443" y="15611"/>
                </a:lnTo>
                <a:lnTo>
                  <a:pt x="294916" y="15624"/>
                </a:lnTo>
                <a:lnTo>
                  <a:pt x="294395" y="15645"/>
                </a:lnTo>
                <a:lnTo>
                  <a:pt x="293879" y="15675"/>
                </a:lnTo>
                <a:lnTo>
                  <a:pt x="293370" y="15714"/>
                </a:lnTo>
                <a:lnTo>
                  <a:pt x="292866" y="15761"/>
                </a:lnTo>
                <a:lnTo>
                  <a:pt x="292367" y="15817"/>
                </a:lnTo>
                <a:lnTo>
                  <a:pt x="291875" y="15882"/>
                </a:lnTo>
                <a:lnTo>
                  <a:pt x="291388" y="15955"/>
                </a:lnTo>
                <a:lnTo>
                  <a:pt x="290907" y="16037"/>
                </a:lnTo>
                <a:lnTo>
                  <a:pt x="290432" y="16127"/>
                </a:lnTo>
                <a:lnTo>
                  <a:pt x="289963" y="16226"/>
                </a:lnTo>
                <a:lnTo>
                  <a:pt x="289499" y="16334"/>
                </a:lnTo>
                <a:lnTo>
                  <a:pt x="289041" y="16450"/>
                </a:lnTo>
                <a:lnTo>
                  <a:pt x="288588" y="16575"/>
                </a:lnTo>
                <a:lnTo>
                  <a:pt x="288142" y="16708"/>
                </a:lnTo>
                <a:lnTo>
                  <a:pt x="287701" y="16850"/>
                </a:lnTo>
                <a:lnTo>
                  <a:pt x="287266" y="17001"/>
                </a:lnTo>
                <a:lnTo>
                  <a:pt x="286837" y="17160"/>
                </a:lnTo>
                <a:lnTo>
                  <a:pt x="286413" y="17328"/>
                </a:lnTo>
                <a:lnTo>
                  <a:pt x="285995" y="17505"/>
                </a:lnTo>
                <a:lnTo>
                  <a:pt x="285583" y="17690"/>
                </a:lnTo>
                <a:lnTo>
                  <a:pt x="285176" y="17884"/>
                </a:lnTo>
                <a:lnTo>
                  <a:pt x="284776" y="18086"/>
                </a:lnTo>
                <a:lnTo>
                  <a:pt x="284382" y="18296"/>
                </a:lnTo>
                <a:lnTo>
                  <a:pt x="283995" y="18513"/>
                </a:lnTo>
                <a:lnTo>
                  <a:pt x="283616" y="18736"/>
                </a:lnTo>
                <a:lnTo>
                  <a:pt x="283244" y="18967"/>
                </a:lnTo>
                <a:lnTo>
                  <a:pt x="282880" y="19204"/>
                </a:lnTo>
                <a:lnTo>
                  <a:pt x="282524" y="19448"/>
                </a:lnTo>
                <a:lnTo>
                  <a:pt x="282174" y="19699"/>
                </a:lnTo>
                <a:lnTo>
                  <a:pt x="281833" y="19957"/>
                </a:lnTo>
                <a:lnTo>
                  <a:pt x="281499" y="20222"/>
                </a:lnTo>
                <a:lnTo>
                  <a:pt x="281172" y="20494"/>
                </a:lnTo>
                <a:lnTo>
                  <a:pt x="280853" y="20772"/>
                </a:lnTo>
                <a:lnTo>
                  <a:pt x="280541" y="21058"/>
                </a:lnTo>
                <a:lnTo>
                  <a:pt x="280237" y="21350"/>
                </a:lnTo>
                <a:lnTo>
                  <a:pt x="279940" y="21649"/>
                </a:lnTo>
                <a:lnTo>
                  <a:pt x="279651" y="21955"/>
                </a:lnTo>
                <a:lnTo>
                  <a:pt x="279369" y="22268"/>
                </a:lnTo>
                <a:lnTo>
                  <a:pt x="279095" y="22587"/>
                </a:lnTo>
                <a:lnTo>
                  <a:pt x="278828" y="22914"/>
                </a:lnTo>
                <a:lnTo>
                  <a:pt x="278569" y="23247"/>
                </a:lnTo>
                <a:lnTo>
                  <a:pt x="278317" y="23588"/>
                </a:lnTo>
                <a:lnTo>
                  <a:pt x="278073" y="23935"/>
                </a:lnTo>
                <a:lnTo>
                  <a:pt x="277836" y="24289"/>
                </a:lnTo>
                <a:lnTo>
                  <a:pt x="277607" y="24649"/>
                </a:lnTo>
                <a:lnTo>
                  <a:pt x="277385" y="25017"/>
                </a:lnTo>
                <a:lnTo>
                  <a:pt x="277172" y="25391"/>
                </a:lnTo>
                <a:lnTo>
                  <a:pt x="276967" y="25770"/>
                </a:lnTo>
                <a:lnTo>
                  <a:pt x="276772" y="26154"/>
                </a:lnTo>
                <a:lnTo>
                  <a:pt x="276586" y="26543"/>
                </a:lnTo>
                <a:lnTo>
                  <a:pt x="276409" y="26938"/>
                </a:lnTo>
                <a:lnTo>
                  <a:pt x="276241" y="27338"/>
                </a:lnTo>
                <a:lnTo>
                  <a:pt x="276082" y="27743"/>
                </a:lnTo>
                <a:lnTo>
                  <a:pt x="275932" y="28153"/>
                </a:lnTo>
                <a:lnTo>
                  <a:pt x="275791" y="28569"/>
                </a:lnTo>
                <a:lnTo>
                  <a:pt x="275660" y="28990"/>
                </a:lnTo>
                <a:lnTo>
                  <a:pt x="275537" y="29416"/>
                </a:lnTo>
                <a:lnTo>
                  <a:pt x="275424" y="29848"/>
                </a:lnTo>
                <a:lnTo>
                  <a:pt x="275319" y="30285"/>
                </a:lnTo>
                <a:lnTo>
                  <a:pt x="275224" y="30727"/>
                </a:lnTo>
                <a:lnTo>
                  <a:pt x="275137" y="31174"/>
                </a:lnTo>
                <a:lnTo>
                  <a:pt x="275060" y="31626"/>
                </a:lnTo>
                <a:lnTo>
                  <a:pt x="274992" y="32084"/>
                </a:lnTo>
                <a:lnTo>
                  <a:pt x="274933" y="32547"/>
                </a:lnTo>
                <a:lnTo>
                  <a:pt x="274883" y="33016"/>
                </a:lnTo>
                <a:lnTo>
                  <a:pt x="274842" y="33489"/>
                </a:lnTo>
                <a:lnTo>
                  <a:pt x="274811" y="33968"/>
                </a:lnTo>
                <a:lnTo>
                  <a:pt x="274788" y="34452"/>
                </a:lnTo>
                <a:lnTo>
                  <a:pt x="274774" y="34942"/>
                </a:lnTo>
                <a:lnTo>
                  <a:pt x="274770" y="35436"/>
                </a:lnTo>
                <a:lnTo>
                  <a:pt x="274770" y="48105"/>
                </a:lnTo>
                <a:lnTo>
                  <a:pt x="274774" y="48600"/>
                </a:lnTo>
                <a:lnTo>
                  <a:pt x="274788" y="49089"/>
                </a:lnTo>
                <a:lnTo>
                  <a:pt x="274811" y="49573"/>
                </a:lnTo>
                <a:lnTo>
                  <a:pt x="274842" y="50052"/>
                </a:lnTo>
                <a:lnTo>
                  <a:pt x="274883" y="50525"/>
                </a:lnTo>
                <a:lnTo>
                  <a:pt x="274933" y="50994"/>
                </a:lnTo>
                <a:lnTo>
                  <a:pt x="274992" y="51457"/>
                </a:lnTo>
                <a:lnTo>
                  <a:pt x="275060" y="51914"/>
                </a:lnTo>
                <a:lnTo>
                  <a:pt x="275137" y="52367"/>
                </a:lnTo>
                <a:lnTo>
                  <a:pt x="275224" y="52814"/>
                </a:lnTo>
                <a:lnTo>
                  <a:pt x="275319" y="53256"/>
                </a:lnTo>
                <a:lnTo>
                  <a:pt x="275424" y="53693"/>
                </a:lnTo>
                <a:lnTo>
                  <a:pt x="275537" y="54125"/>
                </a:lnTo>
                <a:lnTo>
                  <a:pt x="275660" y="54551"/>
                </a:lnTo>
                <a:lnTo>
                  <a:pt x="275791" y="54972"/>
                </a:lnTo>
                <a:lnTo>
                  <a:pt x="275932" y="55388"/>
                </a:lnTo>
                <a:lnTo>
                  <a:pt x="276082" y="55798"/>
                </a:lnTo>
                <a:lnTo>
                  <a:pt x="276241" y="56203"/>
                </a:lnTo>
                <a:lnTo>
                  <a:pt x="276409" y="56603"/>
                </a:lnTo>
                <a:lnTo>
                  <a:pt x="276586" y="56998"/>
                </a:lnTo>
                <a:lnTo>
                  <a:pt x="276772" y="57387"/>
                </a:lnTo>
                <a:lnTo>
                  <a:pt x="276967" y="57772"/>
                </a:lnTo>
                <a:lnTo>
                  <a:pt x="277172" y="58151"/>
                </a:lnTo>
                <a:lnTo>
                  <a:pt x="277385" y="58524"/>
                </a:lnTo>
                <a:lnTo>
                  <a:pt x="277607" y="58892"/>
                </a:lnTo>
                <a:lnTo>
                  <a:pt x="277836" y="59253"/>
                </a:lnTo>
                <a:lnTo>
                  <a:pt x="278073" y="59607"/>
                </a:lnTo>
                <a:lnTo>
                  <a:pt x="278317" y="59954"/>
                </a:lnTo>
                <a:lnTo>
                  <a:pt x="278569" y="60294"/>
                </a:lnTo>
                <a:lnTo>
                  <a:pt x="278828" y="60627"/>
                </a:lnTo>
                <a:lnTo>
                  <a:pt x="279095" y="60954"/>
                </a:lnTo>
                <a:lnTo>
                  <a:pt x="279369" y="61273"/>
                </a:lnTo>
                <a:lnTo>
                  <a:pt x="279651" y="61586"/>
                </a:lnTo>
                <a:lnTo>
                  <a:pt x="279940" y="61892"/>
                </a:lnTo>
                <a:lnTo>
                  <a:pt x="280237" y="62191"/>
                </a:lnTo>
                <a:lnTo>
                  <a:pt x="280541" y="62483"/>
                </a:lnTo>
                <a:lnTo>
                  <a:pt x="280853" y="62768"/>
                </a:lnTo>
                <a:lnTo>
                  <a:pt x="281172" y="63047"/>
                </a:lnTo>
                <a:lnTo>
                  <a:pt x="281499" y="63319"/>
                </a:lnTo>
                <a:lnTo>
                  <a:pt x="281833" y="63584"/>
                </a:lnTo>
                <a:lnTo>
                  <a:pt x="282174" y="63842"/>
                </a:lnTo>
                <a:lnTo>
                  <a:pt x="282524" y="64093"/>
                </a:lnTo>
                <a:lnTo>
                  <a:pt x="282880" y="64337"/>
                </a:lnTo>
                <a:lnTo>
                  <a:pt x="283244" y="64574"/>
                </a:lnTo>
                <a:lnTo>
                  <a:pt x="283616" y="64805"/>
                </a:lnTo>
                <a:lnTo>
                  <a:pt x="283995" y="65029"/>
                </a:lnTo>
                <a:lnTo>
                  <a:pt x="284382" y="65246"/>
                </a:lnTo>
                <a:lnTo>
                  <a:pt x="284776" y="65456"/>
                </a:lnTo>
                <a:lnTo>
                  <a:pt x="285176" y="65658"/>
                </a:lnTo>
                <a:lnTo>
                  <a:pt x="285583" y="65851"/>
                </a:lnTo>
                <a:lnTo>
                  <a:pt x="285995" y="66036"/>
                </a:lnTo>
                <a:lnTo>
                  <a:pt x="286413" y="66213"/>
                </a:lnTo>
                <a:lnTo>
                  <a:pt x="286837" y="66381"/>
                </a:lnTo>
                <a:lnTo>
                  <a:pt x="287266" y="66540"/>
                </a:lnTo>
                <a:lnTo>
                  <a:pt x="287701" y="66690"/>
                </a:lnTo>
                <a:lnTo>
                  <a:pt x="288142" y="66832"/>
                </a:lnTo>
                <a:lnTo>
                  <a:pt x="288588" y="66966"/>
                </a:lnTo>
                <a:lnTo>
                  <a:pt x="289041" y="67090"/>
                </a:lnTo>
                <a:lnTo>
                  <a:pt x="289499" y="67207"/>
                </a:lnTo>
                <a:lnTo>
                  <a:pt x="289963" y="67314"/>
                </a:lnTo>
                <a:lnTo>
                  <a:pt x="290432" y="67413"/>
                </a:lnTo>
                <a:lnTo>
                  <a:pt x="290907" y="67503"/>
                </a:lnTo>
                <a:lnTo>
                  <a:pt x="291388" y="67585"/>
                </a:lnTo>
                <a:lnTo>
                  <a:pt x="291875" y="67658"/>
                </a:lnTo>
                <a:lnTo>
                  <a:pt x="292367" y="67723"/>
                </a:lnTo>
                <a:lnTo>
                  <a:pt x="292866" y="67779"/>
                </a:lnTo>
                <a:lnTo>
                  <a:pt x="293370" y="67826"/>
                </a:lnTo>
                <a:lnTo>
                  <a:pt x="293879" y="67865"/>
                </a:lnTo>
                <a:lnTo>
                  <a:pt x="294395" y="67895"/>
                </a:lnTo>
                <a:lnTo>
                  <a:pt x="294916" y="67916"/>
                </a:lnTo>
                <a:lnTo>
                  <a:pt x="295443" y="67929"/>
                </a:lnTo>
                <a:lnTo>
                  <a:pt x="295975" y="67934"/>
                </a:lnTo>
                <a:lnTo>
                  <a:pt x="296644" y="67927"/>
                </a:lnTo>
                <a:lnTo>
                  <a:pt x="297305" y="67907"/>
                </a:lnTo>
                <a:lnTo>
                  <a:pt x="297957" y="67873"/>
                </a:lnTo>
                <a:lnTo>
                  <a:pt x="298601" y="67825"/>
                </a:lnTo>
                <a:close/>
                <a:moveTo>
                  <a:pt x="285895" y="34581"/>
                </a:moveTo>
                <a:lnTo>
                  <a:pt x="285917" y="34165"/>
                </a:lnTo>
                <a:lnTo>
                  <a:pt x="285948" y="33758"/>
                </a:lnTo>
                <a:lnTo>
                  <a:pt x="285988" y="33359"/>
                </a:lnTo>
                <a:lnTo>
                  <a:pt x="286037" y="32969"/>
                </a:lnTo>
                <a:lnTo>
                  <a:pt x="286095" y="32587"/>
                </a:lnTo>
                <a:lnTo>
                  <a:pt x="286162" y="32213"/>
                </a:lnTo>
                <a:lnTo>
                  <a:pt x="286238" y="31847"/>
                </a:lnTo>
                <a:lnTo>
                  <a:pt x="286323" y="31490"/>
                </a:lnTo>
                <a:lnTo>
                  <a:pt x="286417" y="31141"/>
                </a:lnTo>
                <a:lnTo>
                  <a:pt x="286519" y="30800"/>
                </a:lnTo>
                <a:lnTo>
                  <a:pt x="286631" y="30467"/>
                </a:lnTo>
                <a:lnTo>
                  <a:pt x="286751" y="30143"/>
                </a:lnTo>
                <a:lnTo>
                  <a:pt x="286881" y="29827"/>
                </a:lnTo>
                <a:lnTo>
                  <a:pt x="287019" y="29520"/>
                </a:lnTo>
                <a:lnTo>
                  <a:pt x="287166" y="29221"/>
                </a:lnTo>
                <a:lnTo>
                  <a:pt x="287323" y="28930"/>
                </a:lnTo>
                <a:lnTo>
                  <a:pt x="287488" y="28647"/>
                </a:lnTo>
                <a:lnTo>
                  <a:pt x="287662" y="28373"/>
                </a:lnTo>
                <a:lnTo>
                  <a:pt x="287845" y="28106"/>
                </a:lnTo>
                <a:lnTo>
                  <a:pt x="288037" y="27849"/>
                </a:lnTo>
                <a:lnTo>
                  <a:pt x="288237" y="27599"/>
                </a:lnTo>
                <a:lnTo>
                  <a:pt x="288447" y="27358"/>
                </a:lnTo>
                <a:lnTo>
                  <a:pt x="288666" y="27126"/>
                </a:lnTo>
                <a:lnTo>
                  <a:pt x="288892" y="26903"/>
                </a:lnTo>
                <a:lnTo>
                  <a:pt x="289127" y="26691"/>
                </a:lnTo>
                <a:lnTo>
                  <a:pt x="289370" y="26488"/>
                </a:lnTo>
                <a:lnTo>
                  <a:pt x="289622" y="26295"/>
                </a:lnTo>
                <a:lnTo>
                  <a:pt x="289882" y="26112"/>
                </a:lnTo>
                <a:lnTo>
                  <a:pt x="290150" y="25940"/>
                </a:lnTo>
                <a:lnTo>
                  <a:pt x="290426" y="25776"/>
                </a:lnTo>
                <a:lnTo>
                  <a:pt x="290711" y="25623"/>
                </a:lnTo>
                <a:lnTo>
                  <a:pt x="291004" y="25480"/>
                </a:lnTo>
                <a:lnTo>
                  <a:pt x="291305" y="25347"/>
                </a:lnTo>
                <a:lnTo>
                  <a:pt x="291614" y="25223"/>
                </a:lnTo>
                <a:lnTo>
                  <a:pt x="291932" y="25109"/>
                </a:lnTo>
                <a:lnTo>
                  <a:pt x="292258" y="25006"/>
                </a:lnTo>
                <a:lnTo>
                  <a:pt x="292593" y="24912"/>
                </a:lnTo>
                <a:lnTo>
                  <a:pt x="292935" y="24828"/>
                </a:lnTo>
                <a:lnTo>
                  <a:pt x="293286" y="24754"/>
                </a:lnTo>
                <a:lnTo>
                  <a:pt x="293646" y="24689"/>
                </a:lnTo>
                <a:lnTo>
                  <a:pt x="294013" y="24635"/>
                </a:lnTo>
                <a:lnTo>
                  <a:pt x="294389" y="24590"/>
                </a:lnTo>
                <a:lnTo>
                  <a:pt x="294773" y="24556"/>
                </a:lnTo>
                <a:lnTo>
                  <a:pt x="295166" y="24531"/>
                </a:lnTo>
                <a:lnTo>
                  <a:pt x="295566" y="24516"/>
                </a:lnTo>
                <a:lnTo>
                  <a:pt x="295975" y="24511"/>
                </a:lnTo>
                <a:lnTo>
                  <a:pt x="296384" y="24516"/>
                </a:lnTo>
                <a:lnTo>
                  <a:pt x="296784" y="24531"/>
                </a:lnTo>
                <a:lnTo>
                  <a:pt x="297176" y="24555"/>
                </a:lnTo>
                <a:lnTo>
                  <a:pt x="297559" y="24589"/>
                </a:lnTo>
                <a:lnTo>
                  <a:pt x="297933" y="24633"/>
                </a:lnTo>
                <a:lnTo>
                  <a:pt x="298299" y="24686"/>
                </a:lnTo>
                <a:lnTo>
                  <a:pt x="298656" y="24750"/>
                </a:lnTo>
                <a:lnTo>
                  <a:pt x="299005" y="24823"/>
                </a:lnTo>
                <a:lnTo>
                  <a:pt x="299345" y="24905"/>
                </a:lnTo>
                <a:lnTo>
                  <a:pt x="299676" y="24998"/>
                </a:lnTo>
                <a:lnTo>
                  <a:pt x="299999" y="25100"/>
                </a:lnTo>
                <a:lnTo>
                  <a:pt x="300313" y="25211"/>
                </a:lnTo>
                <a:lnTo>
                  <a:pt x="300618" y="25333"/>
                </a:lnTo>
                <a:lnTo>
                  <a:pt x="300915" y="25464"/>
                </a:lnTo>
                <a:lnTo>
                  <a:pt x="301203" y="25605"/>
                </a:lnTo>
                <a:lnTo>
                  <a:pt x="301483" y="25756"/>
                </a:lnTo>
                <a:lnTo>
                  <a:pt x="301754" y="25916"/>
                </a:lnTo>
                <a:lnTo>
                  <a:pt x="302017" y="26086"/>
                </a:lnTo>
                <a:lnTo>
                  <a:pt x="302271" y="26266"/>
                </a:lnTo>
                <a:lnTo>
                  <a:pt x="302516" y="26456"/>
                </a:lnTo>
                <a:lnTo>
                  <a:pt x="302752" y="26655"/>
                </a:lnTo>
                <a:lnTo>
                  <a:pt x="302980" y="26864"/>
                </a:lnTo>
                <a:lnTo>
                  <a:pt x="303200" y="27083"/>
                </a:lnTo>
                <a:lnTo>
                  <a:pt x="303411" y="27312"/>
                </a:lnTo>
                <a:lnTo>
                  <a:pt x="303613" y="27549"/>
                </a:lnTo>
                <a:lnTo>
                  <a:pt x="303807" y="27795"/>
                </a:lnTo>
                <a:lnTo>
                  <a:pt x="303992" y="28050"/>
                </a:lnTo>
                <a:lnTo>
                  <a:pt x="304168" y="28313"/>
                </a:lnTo>
                <a:lnTo>
                  <a:pt x="304336" y="28584"/>
                </a:lnTo>
                <a:lnTo>
                  <a:pt x="304495" y="28864"/>
                </a:lnTo>
                <a:lnTo>
                  <a:pt x="304646" y="29152"/>
                </a:lnTo>
                <a:lnTo>
                  <a:pt x="304788" y="29449"/>
                </a:lnTo>
                <a:lnTo>
                  <a:pt x="304922" y="29754"/>
                </a:lnTo>
                <a:lnTo>
                  <a:pt x="305046" y="30067"/>
                </a:lnTo>
                <a:lnTo>
                  <a:pt x="305163" y="30389"/>
                </a:lnTo>
                <a:lnTo>
                  <a:pt x="305270" y="30720"/>
                </a:lnTo>
                <a:lnTo>
                  <a:pt x="305369" y="31059"/>
                </a:lnTo>
                <a:lnTo>
                  <a:pt x="305460" y="31406"/>
                </a:lnTo>
                <a:lnTo>
                  <a:pt x="305541" y="31762"/>
                </a:lnTo>
                <a:lnTo>
                  <a:pt x="305615" y="32126"/>
                </a:lnTo>
                <a:lnTo>
                  <a:pt x="305679" y="32499"/>
                </a:lnTo>
                <a:lnTo>
                  <a:pt x="305735" y="32880"/>
                </a:lnTo>
                <a:lnTo>
                  <a:pt x="305782" y="33269"/>
                </a:lnTo>
                <a:lnTo>
                  <a:pt x="305821" y="33667"/>
                </a:lnTo>
                <a:lnTo>
                  <a:pt x="305851" y="34074"/>
                </a:lnTo>
                <a:lnTo>
                  <a:pt x="305873" y="34489"/>
                </a:lnTo>
                <a:lnTo>
                  <a:pt x="305886" y="34912"/>
                </a:lnTo>
                <a:lnTo>
                  <a:pt x="305890" y="35344"/>
                </a:lnTo>
                <a:lnTo>
                  <a:pt x="305890" y="37188"/>
                </a:lnTo>
                <a:lnTo>
                  <a:pt x="285877" y="37364"/>
                </a:lnTo>
                <a:lnTo>
                  <a:pt x="285877" y="35436"/>
                </a:lnTo>
                <a:lnTo>
                  <a:pt x="285881" y="35004"/>
                </a:lnTo>
                <a:lnTo>
                  <a:pt x="285895" y="34581"/>
                </a:lnTo>
                <a:close/>
              </a:path>
            </a:pathLst>
          </a:custGeom>
          <a:solidFill xmlns:a="http://schemas.openxmlformats.org/drawingml/2006/main">
            <a:srgbClr val="9538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Text :">
            <a:extLst xmlns:a="http://schemas.openxmlformats.org/drawingml/2006/main">
              <a:ext uri="{FF2B5EF4-FFF2-40B4-BE49-F238E27FC236}">
                <a16:creationId xmlns:a16="http://schemas.microsoft.com/office/drawing/2014/main" id="{90708B26-FD20-4FCF-8C1F-14EEF1EA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370" y="5034704"/>
            <a:ext cx="17076" cy="52327"/>
          </a:xfrm>
          <a:custGeom xmlns:a="http://schemas.openxmlformats.org/drawingml/2006/main">
            <a:pathLst>
              <a:path w="17076" h="52327">
                <a:moveTo>
                  <a:pt x="8538" y="15423"/>
                </a:moveTo>
                <a:cubicBezTo>
                  <a:pt x="5967" y="15423"/>
                  <a:pt x="3901" y="14704"/>
                  <a:pt x="2341" y="13266"/>
                </a:cubicBezTo>
                <a:cubicBezTo>
                  <a:pt x="780" y="11828"/>
                  <a:pt x="0" y="9976"/>
                  <a:pt x="0" y="7711"/>
                </a:cubicBezTo>
                <a:cubicBezTo>
                  <a:pt x="0" y="5385"/>
                  <a:pt x="780" y="3518"/>
                  <a:pt x="2341" y="2111"/>
                </a:cubicBezTo>
                <a:cubicBezTo>
                  <a:pt x="3901" y="704"/>
                  <a:pt x="5967" y="0"/>
                  <a:pt x="8538" y="0"/>
                </a:cubicBezTo>
                <a:cubicBezTo>
                  <a:pt x="11108" y="0"/>
                  <a:pt x="13173" y="704"/>
                  <a:pt x="14734" y="2111"/>
                </a:cubicBezTo>
                <a:cubicBezTo>
                  <a:pt x="16295" y="3518"/>
                  <a:pt x="17076" y="5385"/>
                  <a:pt x="17076" y="7711"/>
                </a:cubicBezTo>
                <a:cubicBezTo>
                  <a:pt x="17076" y="9976"/>
                  <a:pt x="16295" y="11828"/>
                  <a:pt x="14734" y="13266"/>
                </a:cubicBezTo>
                <a:cubicBezTo>
                  <a:pt x="13173" y="14704"/>
                  <a:pt x="11108" y="15423"/>
                  <a:pt x="8538" y="15423"/>
                </a:cubicBezTo>
                <a:moveTo>
                  <a:pt x="8538" y="52327"/>
                </a:moveTo>
                <a:cubicBezTo>
                  <a:pt x="5967" y="52327"/>
                  <a:pt x="3901" y="51624"/>
                  <a:pt x="2341" y="50216"/>
                </a:cubicBezTo>
                <a:cubicBezTo>
                  <a:pt x="780" y="48809"/>
                  <a:pt x="0" y="46942"/>
                  <a:pt x="0" y="44616"/>
                </a:cubicBezTo>
                <a:cubicBezTo>
                  <a:pt x="0" y="42290"/>
                  <a:pt x="780" y="40424"/>
                  <a:pt x="2341" y="39017"/>
                </a:cubicBezTo>
                <a:cubicBezTo>
                  <a:pt x="3901" y="37608"/>
                  <a:pt x="5967" y="36904"/>
                  <a:pt x="8538" y="36904"/>
                </a:cubicBezTo>
                <a:cubicBezTo>
                  <a:pt x="11108" y="36904"/>
                  <a:pt x="13173" y="37608"/>
                  <a:pt x="14734" y="39017"/>
                </a:cubicBezTo>
                <a:cubicBezTo>
                  <a:pt x="16295" y="40424"/>
                  <a:pt x="17076" y="42290"/>
                  <a:pt x="17076" y="44616"/>
                </a:cubicBezTo>
                <a:cubicBezTo>
                  <a:pt x="17076" y="46942"/>
                  <a:pt x="16295" y="48809"/>
                  <a:pt x="14734" y="50216"/>
                </a:cubicBezTo>
                <a:cubicBezTo>
                  <a:pt x="13173" y="51624"/>
                  <a:pt x="11108" y="52327"/>
                  <a:pt x="8538" y="523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Text def">
            <a:extLst xmlns:a="http://schemas.openxmlformats.org/drawingml/2006/main">
              <a:ext uri="{FF2B5EF4-FFF2-40B4-BE49-F238E27FC236}">
                <a16:creationId xmlns:a16="http://schemas.microsoft.com/office/drawing/2014/main" id="{DC060859-6ABA-4098-B8FD-75F1D95E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4504" y="5122376"/>
            <a:ext cx="153403" cy="67934"/>
          </a:xfrm>
          <a:custGeom xmlns:a="http://schemas.openxmlformats.org/drawingml/2006/main">
            <a:pathLst>
              <a:path w="153403" h="67934">
                <a:moveTo>
                  <a:pt x="153403" y="32497"/>
                </a:moveTo>
                <a:lnTo>
                  <a:pt x="153403" y="22124"/>
                </a:lnTo>
                <a:lnTo>
                  <a:pt x="134033" y="22124"/>
                </a:lnTo>
                <a:lnTo>
                  <a:pt x="134033" y="14687"/>
                </a:lnTo>
                <a:lnTo>
                  <a:pt x="134035" y="14513"/>
                </a:lnTo>
                <a:lnTo>
                  <a:pt x="134042" y="14342"/>
                </a:lnTo>
                <a:lnTo>
                  <a:pt x="134054" y="14173"/>
                </a:lnTo>
                <a:lnTo>
                  <a:pt x="134070" y="14008"/>
                </a:lnTo>
                <a:lnTo>
                  <a:pt x="134091" y="13846"/>
                </a:lnTo>
                <a:lnTo>
                  <a:pt x="134116" y="13687"/>
                </a:lnTo>
                <a:lnTo>
                  <a:pt x="134146" y="13530"/>
                </a:lnTo>
                <a:lnTo>
                  <a:pt x="134181" y="13377"/>
                </a:lnTo>
                <a:lnTo>
                  <a:pt x="134220" y="13227"/>
                </a:lnTo>
                <a:lnTo>
                  <a:pt x="134264" y="13080"/>
                </a:lnTo>
                <a:lnTo>
                  <a:pt x="134313" y="12936"/>
                </a:lnTo>
                <a:lnTo>
                  <a:pt x="134366" y="12795"/>
                </a:lnTo>
                <a:lnTo>
                  <a:pt x="134423" y="12657"/>
                </a:lnTo>
                <a:lnTo>
                  <a:pt x="134486" y="12522"/>
                </a:lnTo>
                <a:lnTo>
                  <a:pt x="134553" y="12390"/>
                </a:lnTo>
                <a:lnTo>
                  <a:pt x="134624" y="12261"/>
                </a:lnTo>
                <a:lnTo>
                  <a:pt x="134701" y="12135"/>
                </a:lnTo>
                <a:lnTo>
                  <a:pt x="134782" y="12012"/>
                </a:lnTo>
                <a:lnTo>
                  <a:pt x="134867" y="11892"/>
                </a:lnTo>
                <a:lnTo>
                  <a:pt x="134957" y="11775"/>
                </a:lnTo>
                <a:lnTo>
                  <a:pt x="135052" y="11661"/>
                </a:lnTo>
                <a:lnTo>
                  <a:pt x="135151" y="11551"/>
                </a:lnTo>
                <a:lnTo>
                  <a:pt x="135255" y="11443"/>
                </a:lnTo>
                <a:lnTo>
                  <a:pt x="135364" y="11338"/>
                </a:lnTo>
                <a:lnTo>
                  <a:pt x="135476" y="11237"/>
                </a:lnTo>
                <a:lnTo>
                  <a:pt x="135592" y="11140"/>
                </a:lnTo>
                <a:lnTo>
                  <a:pt x="135710" y="11048"/>
                </a:lnTo>
                <a:lnTo>
                  <a:pt x="135832" y="10959"/>
                </a:lnTo>
                <a:lnTo>
                  <a:pt x="135956" y="10875"/>
                </a:lnTo>
                <a:lnTo>
                  <a:pt x="136084" y="10796"/>
                </a:lnTo>
                <a:lnTo>
                  <a:pt x="136214" y="10720"/>
                </a:lnTo>
                <a:lnTo>
                  <a:pt x="136348" y="10649"/>
                </a:lnTo>
                <a:lnTo>
                  <a:pt x="136485" y="10583"/>
                </a:lnTo>
                <a:lnTo>
                  <a:pt x="136624" y="10520"/>
                </a:lnTo>
                <a:lnTo>
                  <a:pt x="136767" y="10462"/>
                </a:lnTo>
                <a:lnTo>
                  <a:pt x="136913" y="10408"/>
                </a:lnTo>
                <a:lnTo>
                  <a:pt x="137062" y="10359"/>
                </a:lnTo>
                <a:lnTo>
                  <a:pt x="137213" y="10314"/>
                </a:lnTo>
                <a:lnTo>
                  <a:pt x="137368" y="10273"/>
                </a:lnTo>
                <a:lnTo>
                  <a:pt x="137526" y="10236"/>
                </a:lnTo>
                <a:lnTo>
                  <a:pt x="137687" y="10204"/>
                </a:lnTo>
                <a:lnTo>
                  <a:pt x="137851" y="10176"/>
                </a:lnTo>
                <a:lnTo>
                  <a:pt x="138018" y="10152"/>
                </a:lnTo>
                <a:lnTo>
                  <a:pt x="138188" y="10133"/>
                </a:lnTo>
                <a:lnTo>
                  <a:pt x="138361" y="10118"/>
                </a:lnTo>
                <a:lnTo>
                  <a:pt x="138537" y="10107"/>
                </a:lnTo>
                <a:lnTo>
                  <a:pt x="138716" y="10101"/>
                </a:lnTo>
                <a:lnTo>
                  <a:pt x="138898" y="10098"/>
                </a:lnTo>
                <a:lnTo>
                  <a:pt x="153403" y="10098"/>
                </a:lnTo>
                <a:lnTo>
                  <a:pt x="153403" y="0"/>
                </a:lnTo>
                <a:lnTo>
                  <a:pt x="138623" y="0"/>
                </a:lnTo>
                <a:lnTo>
                  <a:pt x="138024" y="7"/>
                </a:lnTo>
                <a:lnTo>
                  <a:pt x="137434" y="27"/>
                </a:lnTo>
                <a:lnTo>
                  <a:pt x="136855" y="62"/>
                </a:lnTo>
                <a:lnTo>
                  <a:pt x="136285" y="110"/>
                </a:lnTo>
                <a:lnTo>
                  <a:pt x="135725" y="171"/>
                </a:lnTo>
                <a:lnTo>
                  <a:pt x="135175" y="247"/>
                </a:lnTo>
                <a:lnTo>
                  <a:pt x="134634" y="336"/>
                </a:lnTo>
                <a:lnTo>
                  <a:pt x="134104" y="439"/>
                </a:lnTo>
                <a:lnTo>
                  <a:pt x="133584" y="555"/>
                </a:lnTo>
                <a:lnTo>
                  <a:pt x="133073" y="685"/>
                </a:lnTo>
                <a:lnTo>
                  <a:pt x="132572" y="829"/>
                </a:lnTo>
                <a:lnTo>
                  <a:pt x="132082" y="987"/>
                </a:lnTo>
                <a:lnTo>
                  <a:pt x="131601" y="1158"/>
                </a:lnTo>
                <a:lnTo>
                  <a:pt x="131130" y="1343"/>
                </a:lnTo>
                <a:lnTo>
                  <a:pt x="130669" y="1542"/>
                </a:lnTo>
                <a:lnTo>
                  <a:pt x="130217" y="1754"/>
                </a:lnTo>
                <a:lnTo>
                  <a:pt x="129776" y="1981"/>
                </a:lnTo>
                <a:lnTo>
                  <a:pt x="129345" y="2220"/>
                </a:lnTo>
                <a:lnTo>
                  <a:pt x="128923" y="2474"/>
                </a:lnTo>
                <a:lnTo>
                  <a:pt x="128511" y="2741"/>
                </a:lnTo>
                <a:lnTo>
                  <a:pt x="128109" y="3022"/>
                </a:lnTo>
                <a:lnTo>
                  <a:pt x="127717" y="3317"/>
                </a:lnTo>
                <a:lnTo>
                  <a:pt x="127335" y="3625"/>
                </a:lnTo>
                <a:lnTo>
                  <a:pt x="126963" y="3947"/>
                </a:lnTo>
                <a:lnTo>
                  <a:pt x="126604" y="4281"/>
                </a:lnTo>
                <a:lnTo>
                  <a:pt x="126259" y="4624"/>
                </a:lnTo>
                <a:lnTo>
                  <a:pt x="125931" y="4976"/>
                </a:lnTo>
                <a:lnTo>
                  <a:pt x="125617" y="5337"/>
                </a:lnTo>
                <a:lnTo>
                  <a:pt x="125319" y="5708"/>
                </a:lnTo>
                <a:lnTo>
                  <a:pt x="125036" y="6088"/>
                </a:lnTo>
                <a:lnTo>
                  <a:pt x="124768" y="6477"/>
                </a:lnTo>
                <a:lnTo>
                  <a:pt x="124516" y="6875"/>
                </a:lnTo>
                <a:lnTo>
                  <a:pt x="124279" y="7282"/>
                </a:lnTo>
                <a:lnTo>
                  <a:pt x="124057" y="7699"/>
                </a:lnTo>
                <a:lnTo>
                  <a:pt x="123850" y="8125"/>
                </a:lnTo>
                <a:lnTo>
                  <a:pt x="123659" y="8560"/>
                </a:lnTo>
                <a:lnTo>
                  <a:pt x="123483" y="9005"/>
                </a:lnTo>
                <a:lnTo>
                  <a:pt x="123322" y="9459"/>
                </a:lnTo>
                <a:lnTo>
                  <a:pt x="123177" y="9921"/>
                </a:lnTo>
                <a:lnTo>
                  <a:pt x="123047" y="10394"/>
                </a:lnTo>
                <a:lnTo>
                  <a:pt x="122932" y="10875"/>
                </a:lnTo>
                <a:lnTo>
                  <a:pt x="122833" y="11366"/>
                </a:lnTo>
                <a:lnTo>
                  <a:pt x="122749" y="11866"/>
                </a:lnTo>
                <a:lnTo>
                  <a:pt x="122680" y="12375"/>
                </a:lnTo>
                <a:lnTo>
                  <a:pt x="122626" y="12893"/>
                </a:lnTo>
                <a:lnTo>
                  <a:pt x="122588" y="13421"/>
                </a:lnTo>
                <a:lnTo>
                  <a:pt x="122565" y="13958"/>
                </a:lnTo>
                <a:lnTo>
                  <a:pt x="122558" y="14504"/>
                </a:lnTo>
                <a:lnTo>
                  <a:pt x="122558" y="22124"/>
                </a:lnTo>
                <a:lnTo>
                  <a:pt x="108695" y="22124"/>
                </a:lnTo>
                <a:lnTo>
                  <a:pt x="108695" y="32497"/>
                </a:lnTo>
                <a:lnTo>
                  <a:pt x="122558" y="32497"/>
                </a:lnTo>
                <a:lnTo>
                  <a:pt x="122558" y="67016"/>
                </a:lnTo>
                <a:lnTo>
                  <a:pt x="134033" y="67016"/>
                </a:lnTo>
                <a:lnTo>
                  <a:pt x="134033" y="32497"/>
                </a:lnTo>
                <a:lnTo>
                  <a:pt x="153403" y="32497"/>
                </a:lnTo>
                <a:close/>
                <a:moveTo>
                  <a:pt x="29978" y="25016"/>
                </a:moveTo>
                <a:lnTo>
                  <a:pt x="29870" y="24581"/>
                </a:lnTo>
                <a:lnTo>
                  <a:pt x="29749" y="24154"/>
                </a:lnTo>
                <a:lnTo>
                  <a:pt x="29615" y="23737"/>
                </a:lnTo>
                <a:lnTo>
                  <a:pt x="29468" y="23329"/>
                </a:lnTo>
                <a:lnTo>
                  <a:pt x="29309" y="22930"/>
                </a:lnTo>
                <a:lnTo>
                  <a:pt x="29137" y="22540"/>
                </a:lnTo>
                <a:lnTo>
                  <a:pt x="28952" y="22159"/>
                </a:lnTo>
                <a:lnTo>
                  <a:pt x="28754" y="21788"/>
                </a:lnTo>
                <a:lnTo>
                  <a:pt x="28544" y="21425"/>
                </a:lnTo>
                <a:lnTo>
                  <a:pt x="28320" y="21071"/>
                </a:lnTo>
                <a:lnTo>
                  <a:pt x="28084" y="20727"/>
                </a:lnTo>
                <a:lnTo>
                  <a:pt x="27836" y="20391"/>
                </a:lnTo>
                <a:lnTo>
                  <a:pt x="27574" y="20065"/>
                </a:lnTo>
                <a:lnTo>
                  <a:pt x="27300" y="19748"/>
                </a:lnTo>
                <a:lnTo>
                  <a:pt x="27013" y="19440"/>
                </a:lnTo>
                <a:lnTo>
                  <a:pt x="26713" y="19141"/>
                </a:lnTo>
                <a:lnTo>
                  <a:pt x="26403" y="18852"/>
                </a:lnTo>
                <a:lnTo>
                  <a:pt x="26084" y="18576"/>
                </a:lnTo>
                <a:lnTo>
                  <a:pt x="25755" y="18312"/>
                </a:lnTo>
                <a:lnTo>
                  <a:pt x="25418" y="18061"/>
                </a:lnTo>
                <a:lnTo>
                  <a:pt x="25072" y="17821"/>
                </a:lnTo>
                <a:lnTo>
                  <a:pt x="24717" y="17594"/>
                </a:lnTo>
                <a:lnTo>
                  <a:pt x="24353" y="17380"/>
                </a:lnTo>
                <a:lnTo>
                  <a:pt x="23980" y="17177"/>
                </a:lnTo>
                <a:lnTo>
                  <a:pt x="23598" y="16987"/>
                </a:lnTo>
                <a:lnTo>
                  <a:pt x="23208" y="16809"/>
                </a:lnTo>
                <a:lnTo>
                  <a:pt x="22808" y="16643"/>
                </a:lnTo>
                <a:lnTo>
                  <a:pt x="22399" y="16490"/>
                </a:lnTo>
                <a:lnTo>
                  <a:pt x="21982" y="16349"/>
                </a:lnTo>
                <a:lnTo>
                  <a:pt x="21555" y="16220"/>
                </a:lnTo>
                <a:lnTo>
                  <a:pt x="21120" y="16103"/>
                </a:lnTo>
                <a:lnTo>
                  <a:pt x="20676" y="15999"/>
                </a:lnTo>
                <a:lnTo>
                  <a:pt x="20222" y="15907"/>
                </a:lnTo>
                <a:lnTo>
                  <a:pt x="19760" y="15827"/>
                </a:lnTo>
                <a:lnTo>
                  <a:pt x="19289" y="15760"/>
                </a:lnTo>
                <a:lnTo>
                  <a:pt x="18809" y="15705"/>
                </a:lnTo>
                <a:lnTo>
                  <a:pt x="18320" y="15662"/>
                </a:lnTo>
                <a:lnTo>
                  <a:pt x="17822" y="15631"/>
                </a:lnTo>
                <a:lnTo>
                  <a:pt x="17316" y="15613"/>
                </a:lnTo>
                <a:lnTo>
                  <a:pt x="16800" y="15606"/>
                </a:lnTo>
                <a:lnTo>
                  <a:pt x="16170" y="15616"/>
                </a:lnTo>
                <a:lnTo>
                  <a:pt x="15551" y="15643"/>
                </a:lnTo>
                <a:lnTo>
                  <a:pt x="14942" y="15688"/>
                </a:lnTo>
                <a:lnTo>
                  <a:pt x="14344" y="15752"/>
                </a:lnTo>
                <a:lnTo>
                  <a:pt x="13756" y="15834"/>
                </a:lnTo>
                <a:lnTo>
                  <a:pt x="13179" y="15934"/>
                </a:lnTo>
                <a:lnTo>
                  <a:pt x="12612" y="16052"/>
                </a:lnTo>
                <a:lnTo>
                  <a:pt x="12056" y="16188"/>
                </a:lnTo>
                <a:lnTo>
                  <a:pt x="11511" y="16342"/>
                </a:lnTo>
                <a:lnTo>
                  <a:pt x="10976" y="16515"/>
                </a:lnTo>
                <a:lnTo>
                  <a:pt x="10451" y="16706"/>
                </a:lnTo>
                <a:lnTo>
                  <a:pt x="9937" y="16915"/>
                </a:lnTo>
                <a:lnTo>
                  <a:pt x="9433" y="17142"/>
                </a:lnTo>
                <a:lnTo>
                  <a:pt x="8940" y="17387"/>
                </a:lnTo>
                <a:lnTo>
                  <a:pt x="8458" y="17651"/>
                </a:lnTo>
                <a:lnTo>
                  <a:pt x="7986" y="17932"/>
                </a:lnTo>
                <a:lnTo>
                  <a:pt x="7525" y="18232"/>
                </a:lnTo>
                <a:lnTo>
                  <a:pt x="7074" y="18550"/>
                </a:lnTo>
                <a:lnTo>
                  <a:pt x="6633" y="18886"/>
                </a:lnTo>
                <a:lnTo>
                  <a:pt x="6203" y="19241"/>
                </a:lnTo>
                <a:lnTo>
                  <a:pt x="5784" y="19613"/>
                </a:lnTo>
                <a:lnTo>
                  <a:pt x="5375" y="20004"/>
                </a:lnTo>
                <a:lnTo>
                  <a:pt x="4977" y="20413"/>
                </a:lnTo>
                <a:lnTo>
                  <a:pt x="4589" y="20840"/>
                </a:lnTo>
                <a:lnTo>
                  <a:pt x="4215" y="21282"/>
                </a:lnTo>
                <a:lnTo>
                  <a:pt x="3856" y="21737"/>
                </a:lnTo>
                <a:lnTo>
                  <a:pt x="3513" y="22205"/>
                </a:lnTo>
                <a:lnTo>
                  <a:pt x="3187" y="22686"/>
                </a:lnTo>
                <a:lnTo>
                  <a:pt x="2876" y="23179"/>
                </a:lnTo>
                <a:lnTo>
                  <a:pt x="2581" y="23685"/>
                </a:lnTo>
                <a:lnTo>
                  <a:pt x="2302" y="24204"/>
                </a:lnTo>
                <a:lnTo>
                  <a:pt x="2040" y="24736"/>
                </a:lnTo>
                <a:lnTo>
                  <a:pt x="1793" y="25280"/>
                </a:lnTo>
                <a:lnTo>
                  <a:pt x="1562" y="25838"/>
                </a:lnTo>
                <a:lnTo>
                  <a:pt x="1346" y="26407"/>
                </a:lnTo>
                <a:lnTo>
                  <a:pt x="1147" y="26990"/>
                </a:lnTo>
                <a:lnTo>
                  <a:pt x="964" y="27586"/>
                </a:lnTo>
                <a:lnTo>
                  <a:pt x="797" y="28194"/>
                </a:lnTo>
                <a:lnTo>
                  <a:pt x="645" y="28815"/>
                </a:lnTo>
                <a:lnTo>
                  <a:pt x="510" y="29448"/>
                </a:lnTo>
                <a:lnTo>
                  <a:pt x="390" y="30095"/>
                </a:lnTo>
                <a:lnTo>
                  <a:pt x="287" y="30754"/>
                </a:lnTo>
                <a:lnTo>
                  <a:pt x="199" y="31426"/>
                </a:lnTo>
                <a:lnTo>
                  <a:pt x="127" y="32111"/>
                </a:lnTo>
                <a:lnTo>
                  <a:pt x="72" y="32808"/>
                </a:lnTo>
                <a:lnTo>
                  <a:pt x="32" y="33518"/>
                </a:lnTo>
                <a:lnTo>
                  <a:pt x="8" y="34241"/>
                </a:lnTo>
                <a:lnTo>
                  <a:pt x="0" y="34977"/>
                </a:lnTo>
                <a:lnTo>
                  <a:pt x="0" y="48656"/>
                </a:lnTo>
                <a:lnTo>
                  <a:pt x="8" y="49384"/>
                </a:lnTo>
                <a:lnTo>
                  <a:pt x="32" y="50100"/>
                </a:lnTo>
                <a:lnTo>
                  <a:pt x="72" y="50803"/>
                </a:lnTo>
                <a:lnTo>
                  <a:pt x="129" y="51494"/>
                </a:lnTo>
                <a:lnTo>
                  <a:pt x="201" y="52172"/>
                </a:lnTo>
                <a:lnTo>
                  <a:pt x="290" y="52838"/>
                </a:lnTo>
                <a:lnTo>
                  <a:pt x="394" y="53492"/>
                </a:lnTo>
                <a:lnTo>
                  <a:pt x="515" y="54133"/>
                </a:lnTo>
                <a:lnTo>
                  <a:pt x="652" y="54762"/>
                </a:lnTo>
                <a:lnTo>
                  <a:pt x="805" y="55378"/>
                </a:lnTo>
                <a:lnTo>
                  <a:pt x="974" y="55982"/>
                </a:lnTo>
                <a:lnTo>
                  <a:pt x="1159" y="56573"/>
                </a:lnTo>
                <a:lnTo>
                  <a:pt x="1360" y="57152"/>
                </a:lnTo>
                <a:lnTo>
                  <a:pt x="1577" y="57719"/>
                </a:lnTo>
                <a:lnTo>
                  <a:pt x="1811" y="58273"/>
                </a:lnTo>
                <a:lnTo>
                  <a:pt x="2060" y="58815"/>
                </a:lnTo>
                <a:lnTo>
                  <a:pt x="2326" y="59344"/>
                </a:lnTo>
                <a:lnTo>
                  <a:pt x="2607" y="59861"/>
                </a:lnTo>
                <a:lnTo>
                  <a:pt x="2905" y="60366"/>
                </a:lnTo>
                <a:lnTo>
                  <a:pt x="3219" y="60858"/>
                </a:lnTo>
                <a:lnTo>
                  <a:pt x="3549" y="61337"/>
                </a:lnTo>
                <a:lnTo>
                  <a:pt x="3895" y="61805"/>
                </a:lnTo>
                <a:lnTo>
                  <a:pt x="4257" y="62259"/>
                </a:lnTo>
                <a:lnTo>
                  <a:pt x="4635" y="62702"/>
                </a:lnTo>
                <a:lnTo>
                  <a:pt x="5027" y="63129"/>
                </a:lnTo>
                <a:lnTo>
                  <a:pt x="5428" y="63537"/>
                </a:lnTo>
                <a:lnTo>
                  <a:pt x="5840" y="63928"/>
                </a:lnTo>
                <a:lnTo>
                  <a:pt x="6261" y="64300"/>
                </a:lnTo>
                <a:lnTo>
                  <a:pt x="6693" y="64655"/>
                </a:lnTo>
                <a:lnTo>
                  <a:pt x="7134" y="64991"/>
                </a:lnTo>
                <a:lnTo>
                  <a:pt x="7586" y="65309"/>
                </a:lnTo>
                <a:lnTo>
                  <a:pt x="8048" y="65608"/>
                </a:lnTo>
                <a:lnTo>
                  <a:pt x="8519" y="65890"/>
                </a:lnTo>
                <a:lnTo>
                  <a:pt x="9001" y="66153"/>
                </a:lnTo>
                <a:lnTo>
                  <a:pt x="9493" y="66399"/>
                </a:lnTo>
                <a:lnTo>
                  <a:pt x="9995" y="66626"/>
                </a:lnTo>
                <a:lnTo>
                  <a:pt x="10507" y="66835"/>
                </a:lnTo>
                <a:lnTo>
                  <a:pt x="11029" y="67025"/>
                </a:lnTo>
                <a:lnTo>
                  <a:pt x="11561" y="67198"/>
                </a:lnTo>
                <a:lnTo>
                  <a:pt x="12103" y="67352"/>
                </a:lnTo>
                <a:lnTo>
                  <a:pt x="12655" y="67489"/>
                </a:lnTo>
                <a:lnTo>
                  <a:pt x="13217" y="67607"/>
                </a:lnTo>
                <a:lnTo>
                  <a:pt x="13789" y="67707"/>
                </a:lnTo>
                <a:lnTo>
                  <a:pt x="14371" y="67788"/>
                </a:lnTo>
                <a:lnTo>
                  <a:pt x="14963" y="67852"/>
                </a:lnTo>
                <a:lnTo>
                  <a:pt x="15565" y="67897"/>
                </a:lnTo>
                <a:lnTo>
                  <a:pt x="16178" y="67925"/>
                </a:lnTo>
                <a:lnTo>
                  <a:pt x="16800" y="67934"/>
                </a:lnTo>
                <a:lnTo>
                  <a:pt x="17316" y="67928"/>
                </a:lnTo>
                <a:lnTo>
                  <a:pt x="17822" y="67909"/>
                </a:lnTo>
                <a:lnTo>
                  <a:pt x="18320" y="67878"/>
                </a:lnTo>
                <a:lnTo>
                  <a:pt x="18809" y="67835"/>
                </a:lnTo>
                <a:lnTo>
                  <a:pt x="19289" y="67780"/>
                </a:lnTo>
                <a:lnTo>
                  <a:pt x="19760" y="67713"/>
                </a:lnTo>
                <a:lnTo>
                  <a:pt x="20222" y="67633"/>
                </a:lnTo>
                <a:lnTo>
                  <a:pt x="20676" y="67541"/>
                </a:lnTo>
                <a:lnTo>
                  <a:pt x="21120" y="67437"/>
                </a:lnTo>
                <a:lnTo>
                  <a:pt x="21555" y="67320"/>
                </a:lnTo>
                <a:lnTo>
                  <a:pt x="21982" y="67191"/>
                </a:lnTo>
                <a:lnTo>
                  <a:pt x="22399" y="67050"/>
                </a:lnTo>
                <a:lnTo>
                  <a:pt x="22808" y="66897"/>
                </a:lnTo>
                <a:lnTo>
                  <a:pt x="23208" y="66731"/>
                </a:lnTo>
                <a:lnTo>
                  <a:pt x="23598" y="66553"/>
                </a:lnTo>
                <a:lnTo>
                  <a:pt x="23980" y="66363"/>
                </a:lnTo>
                <a:lnTo>
                  <a:pt x="24353" y="66160"/>
                </a:lnTo>
                <a:lnTo>
                  <a:pt x="24717" y="65946"/>
                </a:lnTo>
                <a:lnTo>
                  <a:pt x="25072" y="65719"/>
                </a:lnTo>
                <a:lnTo>
                  <a:pt x="25418" y="65479"/>
                </a:lnTo>
                <a:lnTo>
                  <a:pt x="25755" y="65228"/>
                </a:lnTo>
                <a:lnTo>
                  <a:pt x="26084" y="64964"/>
                </a:lnTo>
                <a:lnTo>
                  <a:pt x="26403" y="64688"/>
                </a:lnTo>
                <a:lnTo>
                  <a:pt x="26713" y="64399"/>
                </a:lnTo>
                <a:lnTo>
                  <a:pt x="27013" y="64100"/>
                </a:lnTo>
                <a:lnTo>
                  <a:pt x="27300" y="63792"/>
                </a:lnTo>
                <a:lnTo>
                  <a:pt x="27574" y="63475"/>
                </a:lnTo>
                <a:lnTo>
                  <a:pt x="27836" y="63149"/>
                </a:lnTo>
                <a:lnTo>
                  <a:pt x="28084" y="62813"/>
                </a:lnTo>
                <a:lnTo>
                  <a:pt x="28320" y="62469"/>
                </a:lnTo>
                <a:lnTo>
                  <a:pt x="28544" y="62115"/>
                </a:lnTo>
                <a:lnTo>
                  <a:pt x="28754" y="61753"/>
                </a:lnTo>
                <a:lnTo>
                  <a:pt x="28952" y="61381"/>
                </a:lnTo>
                <a:lnTo>
                  <a:pt x="29137" y="61000"/>
                </a:lnTo>
                <a:lnTo>
                  <a:pt x="29309" y="60610"/>
                </a:lnTo>
                <a:lnTo>
                  <a:pt x="29468" y="60211"/>
                </a:lnTo>
                <a:lnTo>
                  <a:pt x="29615" y="59803"/>
                </a:lnTo>
                <a:lnTo>
                  <a:pt x="29749" y="59386"/>
                </a:lnTo>
                <a:lnTo>
                  <a:pt x="29870" y="58959"/>
                </a:lnTo>
                <a:lnTo>
                  <a:pt x="29978" y="58524"/>
                </a:lnTo>
                <a:lnTo>
                  <a:pt x="30074" y="58080"/>
                </a:lnTo>
                <a:lnTo>
                  <a:pt x="30157" y="57626"/>
                </a:lnTo>
                <a:lnTo>
                  <a:pt x="30195" y="57377"/>
                </a:lnTo>
                <a:lnTo>
                  <a:pt x="30386" y="57377"/>
                </a:lnTo>
                <a:lnTo>
                  <a:pt x="30386" y="67016"/>
                </a:lnTo>
                <a:lnTo>
                  <a:pt x="41586" y="67016"/>
                </a:lnTo>
                <a:lnTo>
                  <a:pt x="41586" y="0"/>
                </a:lnTo>
                <a:lnTo>
                  <a:pt x="30110" y="0"/>
                </a:lnTo>
                <a:lnTo>
                  <a:pt x="30110" y="14137"/>
                </a:lnTo>
                <a:lnTo>
                  <a:pt x="30477" y="26163"/>
                </a:lnTo>
                <a:lnTo>
                  <a:pt x="30195" y="26163"/>
                </a:lnTo>
                <a:lnTo>
                  <a:pt x="30157" y="25914"/>
                </a:lnTo>
                <a:lnTo>
                  <a:pt x="30074" y="25460"/>
                </a:lnTo>
                <a:lnTo>
                  <a:pt x="29978" y="25016"/>
                </a:lnTo>
                <a:close/>
                <a:moveTo>
                  <a:pt x="19767" y="57979"/>
                </a:moveTo>
                <a:lnTo>
                  <a:pt x="19423" y="57947"/>
                </a:lnTo>
                <a:lnTo>
                  <a:pt x="19086" y="57907"/>
                </a:lnTo>
                <a:lnTo>
                  <a:pt x="18756" y="57858"/>
                </a:lnTo>
                <a:lnTo>
                  <a:pt x="18432" y="57800"/>
                </a:lnTo>
                <a:lnTo>
                  <a:pt x="18115" y="57733"/>
                </a:lnTo>
                <a:lnTo>
                  <a:pt x="17804" y="57657"/>
                </a:lnTo>
                <a:lnTo>
                  <a:pt x="17501" y="57572"/>
                </a:lnTo>
                <a:lnTo>
                  <a:pt x="17204" y="57479"/>
                </a:lnTo>
                <a:lnTo>
                  <a:pt x="16914" y="57376"/>
                </a:lnTo>
                <a:lnTo>
                  <a:pt x="16630" y="57265"/>
                </a:lnTo>
                <a:lnTo>
                  <a:pt x="16353" y="57144"/>
                </a:lnTo>
                <a:lnTo>
                  <a:pt x="16083" y="57015"/>
                </a:lnTo>
                <a:lnTo>
                  <a:pt x="15820" y="56876"/>
                </a:lnTo>
                <a:lnTo>
                  <a:pt x="15563" y="56729"/>
                </a:lnTo>
                <a:lnTo>
                  <a:pt x="15313" y="56573"/>
                </a:lnTo>
                <a:lnTo>
                  <a:pt x="15070" y="56408"/>
                </a:lnTo>
                <a:lnTo>
                  <a:pt x="14833" y="56234"/>
                </a:lnTo>
                <a:lnTo>
                  <a:pt x="14603" y="56051"/>
                </a:lnTo>
                <a:lnTo>
                  <a:pt x="14380" y="55859"/>
                </a:lnTo>
                <a:lnTo>
                  <a:pt x="14163" y="55658"/>
                </a:lnTo>
                <a:lnTo>
                  <a:pt x="13953" y="55448"/>
                </a:lnTo>
                <a:lnTo>
                  <a:pt x="13751" y="55230"/>
                </a:lnTo>
                <a:lnTo>
                  <a:pt x="13558" y="55005"/>
                </a:lnTo>
                <a:lnTo>
                  <a:pt x="13373" y="54771"/>
                </a:lnTo>
                <a:lnTo>
                  <a:pt x="13196" y="54530"/>
                </a:lnTo>
                <a:lnTo>
                  <a:pt x="13029" y="54282"/>
                </a:lnTo>
                <a:lnTo>
                  <a:pt x="12869" y="54025"/>
                </a:lnTo>
                <a:lnTo>
                  <a:pt x="12719" y="53761"/>
                </a:lnTo>
                <a:lnTo>
                  <a:pt x="12577" y="53490"/>
                </a:lnTo>
                <a:lnTo>
                  <a:pt x="12443" y="53211"/>
                </a:lnTo>
                <a:lnTo>
                  <a:pt x="12319" y="52924"/>
                </a:lnTo>
                <a:lnTo>
                  <a:pt x="12202" y="52629"/>
                </a:lnTo>
                <a:lnTo>
                  <a:pt x="12095" y="52327"/>
                </a:lnTo>
                <a:lnTo>
                  <a:pt x="11996" y="52017"/>
                </a:lnTo>
                <a:lnTo>
                  <a:pt x="11906" y="51700"/>
                </a:lnTo>
                <a:lnTo>
                  <a:pt x="11824" y="51375"/>
                </a:lnTo>
                <a:lnTo>
                  <a:pt x="11751" y="51042"/>
                </a:lnTo>
                <a:lnTo>
                  <a:pt x="11686" y="50702"/>
                </a:lnTo>
                <a:lnTo>
                  <a:pt x="11630" y="50354"/>
                </a:lnTo>
                <a:lnTo>
                  <a:pt x="11583" y="49998"/>
                </a:lnTo>
                <a:lnTo>
                  <a:pt x="11544" y="49635"/>
                </a:lnTo>
                <a:lnTo>
                  <a:pt x="11514" y="49264"/>
                </a:lnTo>
                <a:lnTo>
                  <a:pt x="11493" y="48885"/>
                </a:lnTo>
                <a:lnTo>
                  <a:pt x="11480" y="48499"/>
                </a:lnTo>
                <a:lnTo>
                  <a:pt x="11475" y="48105"/>
                </a:lnTo>
                <a:lnTo>
                  <a:pt x="11475" y="35436"/>
                </a:lnTo>
                <a:lnTo>
                  <a:pt x="11480" y="35042"/>
                </a:lnTo>
                <a:lnTo>
                  <a:pt x="11493" y="34656"/>
                </a:lnTo>
                <a:lnTo>
                  <a:pt x="11514" y="34277"/>
                </a:lnTo>
                <a:lnTo>
                  <a:pt x="11544" y="33906"/>
                </a:lnTo>
                <a:lnTo>
                  <a:pt x="11583" y="33543"/>
                </a:lnTo>
                <a:lnTo>
                  <a:pt x="11630" y="33187"/>
                </a:lnTo>
                <a:lnTo>
                  <a:pt x="11686" y="32839"/>
                </a:lnTo>
                <a:lnTo>
                  <a:pt x="11751" y="32498"/>
                </a:lnTo>
                <a:lnTo>
                  <a:pt x="11824" y="32166"/>
                </a:lnTo>
                <a:lnTo>
                  <a:pt x="11906" y="31841"/>
                </a:lnTo>
                <a:lnTo>
                  <a:pt x="11996" y="31523"/>
                </a:lnTo>
                <a:lnTo>
                  <a:pt x="12095" y="31213"/>
                </a:lnTo>
                <a:lnTo>
                  <a:pt x="12202" y="30911"/>
                </a:lnTo>
                <a:lnTo>
                  <a:pt x="12319" y="30616"/>
                </a:lnTo>
                <a:lnTo>
                  <a:pt x="12443" y="30330"/>
                </a:lnTo>
                <a:lnTo>
                  <a:pt x="12577" y="30050"/>
                </a:lnTo>
                <a:lnTo>
                  <a:pt x="12719" y="29779"/>
                </a:lnTo>
                <a:lnTo>
                  <a:pt x="12869" y="29515"/>
                </a:lnTo>
                <a:lnTo>
                  <a:pt x="13029" y="29259"/>
                </a:lnTo>
                <a:lnTo>
                  <a:pt x="13196" y="29010"/>
                </a:lnTo>
                <a:lnTo>
                  <a:pt x="13373" y="28769"/>
                </a:lnTo>
                <a:lnTo>
                  <a:pt x="13558" y="28536"/>
                </a:lnTo>
                <a:lnTo>
                  <a:pt x="13751" y="28310"/>
                </a:lnTo>
                <a:lnTo>
                  <a:pt x="13953" y="28092"/>
                </a:lnTo>
                <a:lnTo>
                  <a:pt x="14163" y="27882"/>
                </a:lnTo>
                <a:lnTo>
                  <a:pt x="14380" y="27681"/>
                </a:lnTo>
                <a:lnTo>
                  <a:pt x="14603" y="27489"/>
                </a:lnTo>
                <a:lnTo>
                  <a:pt x="14833" y="27306"/>
                </a:lnTo>
                <a:lnTo>
                  <a:pt x="15070" y="27132"/>
                </a:lnTo>
                <a:lnTo>
                  <a:pt x="15313" y="26967"/>
                </a:lnTo>
                <a:lnTo>
                  <a:pt x="15563" y="26811"/>
                </a:lnTo>
                <a:lnTo>
                  <a:pt x="15820" y="26664"/>
                </a:lnTo>
                <a:lnTo>
                  <a:pt x="16083" y="26525"/>
                </a:lnTo>
                <a:lnTo>
                  <a:pt x="16353" y="26396"/>
                </a:lnTo>
                <a:lnTo>
                  <a:pt x="16630" y="26276"/>
                </a:lnTo>
                <a:lnTo>
                  <a:pt x="16914" y="26164"/>
                </a:lnTo>
                <a:lnTo>
                  <a:pt x="17204" y="26061"/>
                </a:lnTo>
                <a:lnTo>
                  <a:pt x="17501" y="25968"/>
                </a:lnTo>
                <a:lnTo>
                  <a:pt x="17804" y="25883"/>
                </a:lnTo>
                <a:lnTo>
                  <a:pt x="18115" y="25807"/>
                </a:lnTo>
                <a:lnTo>
                  <a:pt x="18432" y="25740"/>
                </a:lnTo>
                <a:lnTo>
                  <a:pt x="18756" y="25682"/>
                </a:lnTo>
                <a:lnTo>
                  <a:pt x="19086" y="25633"/>
                </a:lnTo>
                <a:lnTo>
                  <a:pt x="19423" y="25593"/>
                </a:lnTo>
                <a:lnTo>
                  <a:pt x="19767" y="25562"/>
                </a:lnTo>
                <a:lnTo>
                  <a:pt x="20117" y="25539"/>
                </a:lnTo>
                <a:lnTo>
                  <a:pt x="20475" y="25526"/>
                </a:lnTo>
                <a:lnTo>
                  <a:pt x="20838" y="25521"/>
                </a:lnTo>
                <a:lnTo>
                  <a:pt x="21202" y="25526"/>
                </a:lnTo>
                <a:lnTo>
                  <a:pt x="21559" y="25540"/>
                </a:lnTo>
                <a:lnTo>
                  <a:pt x="21909" y="25562"/>
                </a:lnTo>
                <a:lnTo>
                  <a:pt x="22253" y="25594"/>
                </a:lnTo>
                <a:lnTo>
                  <a:pt x="22589" y="25635"/>
                </a:lnTo>
                <a:lnTo>
                  <a:pt x="22918" y="25685"/>
                </a:lnTo>
                <a:lnTo>
                  <a:pt x="23241" y="25744"/>
                </a:lnTo>
                <a:lnTo>
                  <a:pt x="23557" y="25812"/>
                </a:lnTo>
                <a:lnTo>
                  <a:pt x="23866" y="25889"/>
                </a:lnTo>
                <a:lnTo>
                  <a:pt x="24168" y="25976"/>
                </a:lnTo>
                <a:lnTo>
                  <a:pt x="24463" y="26071"/>
                </a:lnTo>
                <a:lnTo>
                  <a:pt x="24752" y="26176"/>
                </a:lnTo>
                <a:lnTo>
                  <a:pt x="25033" y="26289"/>
                </a:lnTo>
                <a:lnTo>
                  <a:pt x="25308" y="26412"/>
                </a:lnTo>
                <a:lnTo>
                  <a:pt x="25576" y="26544"/>
                </a:lnTo>
                <a:lnTo>
                  <a:pt x="25837" y="26684"/>
                </a:lnTo>
                <a:lnTo>
                  <a:pt x="26091" y="26834"/>
                </a:lnTo>
                <a:lnTo>
                  <a:pt x="26338" y="26993"/>
                </a:lnTo>
                <a:lnTo>
                  <a:pt x="26578" y="27161"/>
                </a:lnTo>
                <a:lnTo>
                  <a:pt x="26812" y="27339"/>
                </a:lnTo>
                <a:lnTo>
                  <a:pt x="27038" y="27525"/>
                </a:lnTo>
                <a:lnTo>
                  <a:pt x="27258" y="27720"/>
                </a:lnTo>
                <a:lnTo>
                  <a:pt x="27471" y="27925"/>
                </a:lnTo>
                <a:lnTo>
                  <a:pt x="27677" y="28138"/>
                </a:lnTo>
                <a:lnTo>
                  <a:pt x="27876" y="28360"/>
                </a:lnTo>
                <a:lnTo>
                  <a:pt x="28066" y="28588"/>
                </a:lnTo>
                <a:lnTo>
                  <a:pt x="28247" y="28824"/>
                </a:lnTo>
                <a:lnTo>
                  <a:pt x="28421" y="29067"/>
                </a:lnTo>
                <a:lnTo>
                  <a:pt x="28585" y="29318"/>
                </a:lnTo>
                <a:lnTo>
                  <a:pt x="28742" y="29575"/>
                </a:lnTo>
                <a:lnTo>
                  <a:pt x="28890" y="29840"/>
                </a:lnTo>
                <a:lnTo>
                  <a:pt x="29029" y="30111"/>
                </a:lnTo>
                <a:lnTo>
                  <a:pt x="29160" y="30390"/>
                </a:lnTo>
                <a:lnTo>
                  <a:pt x="29282" y="30676"/>
                </a:lnTo>
                <a:lnTo>
                  <a:pt x="29396" y="30970"/>
                </a:lnTo>
                <a:lnTo>
                  <a:pt x="29502" y="31270"/>
                </a:lnTo>
                <a:lnTo>
                  <a:pt x="29599" y="31578"/>
                </a:lnTo>
                <a:lnTo>
                  <a:pt x="29688" y="31893"/>
                </a:lnTo>
                <a:lnTo>
                  <a:pt x="29768" y="32215"/>
                </a:lnTo>
                <a:lnTo>
                  <a:pt x="29840" y="32544"/>
                </a:lnTo>
                <a:lnTo>
                  <a:pt x="29903" y="32880"/>
                </a:lnTo>
                <a:lnTo>
                  <a:pt x="29958" y="33224"/>
                </a:lnTo>
                <a:lnTo>
                  <a:pt x="30005" y="33575"/>
                </a:lnTo>
                <a:lnTo>
                  <a:pt x="30043" y="33933"/>
                </a:lnTo>
                <a:lnTo>
                  <a:pt x="30072" y="34298"/>
                </a:lnTo>
                <a:lnTo>
                  <a:pt x="30094" y="34670"/>
                </a:lnTo>
                <a:lnTo>
                  <a:pt x="30106" y="35050"/>
                </a:lnTo>
                <a:lnTo>
                  <a:pt x="30110" y="35436"/>
                </a:lnTo>
                <a:lnTo>
                  <a:pt x="30110" y="48105"/>
                </a:lnTo>
                <a:lnTo>
                  <a:pt x="30106" y="48492"/>
                </a:lnTo>
                <a:lnTo>
                  <a:pt x="30094" y="48871"/>
                </a:lnTo>
                <a:lnTo>
                  <a:pt x="30072" y="49243"/>
                </a:lnTo>
                <a:lnTo>
                  <a:pt x="30043" y="49608"/>
                </a:lnTo>
                <a:lnTo>
                  <a:pt x="30005" y="49966"/>
                </a:lnTo>
                <a:lnTo>
                  <a:pt x="29958" y="50317"/>
                </a:lnTo>
                <a:lnTo>
                  <a:pt x="29903" y="50660"/>
                </a:lnTo>
                <a:lnTo>
                  <a:pt x="29840" y="50997"/>
                </a:lnTo>
                <a:lnTo>
                  <a:pt x="29768" y="51326"/>
                </a:lnTo>
                <a:lnTo>
                  <a:pt x="29688" y="51648"/>
                </a:lnTo>
                <a:lnTo>
                  <a:pt x="29599" y="51963"/>
                </a:lnTo>
                <a:lnTo>
                  <a:pt x="29502" y="52271"/>
                </a:lnTo>
                <a:lnTo>
                  <a:pt x="29396" y="52571"/>
                </a:lnTo>
                <a:lnTo>
                  <a:pt x="29282" y="52864"/>
                </a:lnTo>
                <a:lnTo>
                  <a:pt x="29160" y="53151"/>
                </a:lnTo>
                <a:lnTo>
                  <a:pt x="29029" y="53430"/>
                </a:lnTo>
                <a:lnTo>
                  <a:pt x="28890" y="53701"/>
                </a:lnTo>
                <a:lnTo>
                  <a:pt x="28742" y="53966"/>
                </a:lnTo>
                <a:lnTo>
                  <a:pt x="28585" y="54224"/>
                </a:lnTo>
                <a:lnTo>
                  <a:pt x="28421" y="54474"/>
                </a:lnTo>
                <a:lnTo>
                  <a:pt x="28247" y="54717"/>
                </a:lnTo>
                <a:lnTo>
                  <a:pt x="28066" y="54953"/>
                </a:lnTo>
                <a:lnTo>
                  <a:pt x="27876" y="55182"/>
                </a:lnTo>
                <a:lnTo>
                  <a:pt x="27677" y="55403"/>
                </a:lnTo>
                <a:lnTo>
                  <a:pt x="27471" y="55617"/>
                </a:lnTo>
                <a:lnTo>
                  <a:pt x="27258" y="55821"/>
                </a:lnTo>
                <a:lnTo>
                  <a:pt x="27038" y="56016"/>
                </a:lnTo>
                <a:lnTo>
                  <a:pt x="26812" y="56203"/>
                </a:lnTo>
                <a:lnTo>
                  <a:pt x="26578" y="56380"/>
                </a:lnTo>
                <a:lnTo>
                  <a:pt x="26338" y="56548"/>
                </a:lnTo>
                <a:lnTo>
                  <a:pt x="26091" y="56707"/>
                </a:lnTo>
                <a:lnTo>
                  <a:pt x="25837" y="56856"/>
                </a:lnTo>
                <a:lnTo>
                  <a:pt x="25576" y="56997"/>
                </a:lnTo>
                <a:lnTo>
                  <a:pt x="25308" y="57129"/>
                </a:lnTo>
                <a:lnTo>
                  <a:pt x="25033" y="57251"/>
                </a:lnTo>
                <a:lnTo>
                  <a:pt x="24752" y="57365"/>
                </a:lnTo>
                <a:lnTo>
                  <a:pt x="24463" y="57469"/>
                </a:lnTo>
                <a:lnTo>
                  <a:pt x="24168" y="57565"/>
                </a:lnTo>
                <a:lnTo>
                  <a:pt x="23866" y="57651"/>
                </a:lnTo>
                <a:lnTo>
                  <a:pt x="23557" y="57728"/>
                </a:lnTo>
                <a:lnTo>
                  <a:pt x="23241" y="57796"/>
                </a:lnTo>
                <a:lnTo>
                  <a:pt x="22918" y="57855"/>
                </a:lnTo>
                <a:lnTo>
                  <a:pt x="22589" y="57905"/>
                </a:lnTo>
                <a:lnTo>
                  <a:pt x="22253" y="57946"/>
                </a:lnTo>
                <a:lnTo>
                  <a:pt x="21909" y="57978"/>
                </a:lnTo>
                <a:lnTo>
                  <a:pt x="21559" y="58001"/>
                </a:lnTo>
                <a:lnTo>
                  <a:pt x="21202" y="58014"/>
                </a:lnTo>
                <a:lnTo>
                  <a:pt x="20838" y="58019"/>
                </a:lnTo>
                <a:lnTo>
                  <a:pt x="20475" y="58014"/>
                </a:lnTo>
                <a:lnTo>
                  <a:pt x="20117" y="58001"/>
                </a:lnTo>
                <a:lnTo>
                  <a:pt x="19767" y="57979"/>
                </a:lnTo>
                <a:close/>
                <a:moveTo>
                  <a:pt x="78270" y="67873"/>
                </a:moveTo>
                <a:lnTo>
                  <a:pt x="78913" y="67825"/>
                </a:lnTo>
                <a:lnTo>
                  <a:pt x="79549" y="67764"/>
                </a:lnTo>
                <a:lnTo>
                  <a:pt x="80176" y="67690"/>
                </a:lnTo>
                <a:lnTo>
                  <a:pt x="80794" y="67602"/>
                </a:lnTo>
                <a:lnTo>
                  <a:pt x="81404" y="67500"/>
                </a:lnTo>
                <a:lnTo>
                  <a:pt x="82005" y="67385"/>
                </a:lnTo>
                <a:lnTo>
                  <a:pt x="82598" y="67256"/>
                </a:lnTo>
                <a:lnTo>
                  <a:pt x="83183" y="67114"/>
                </a:lnTo>
                <a:lnTo>
                  <a:pt x="83759" y="66958"/>
                </a:lnTo>
                <a:lnTo>
                  <a:pt x="84327" y="66789"/>
                </a:lnTo>
                <a:lnTo>
                  <a:pt x="84886" y="66606"/>
                </a:lnTo>
                <a:lnTo>
                  <a:pt x="85437" y="66410"/>
                </a:lnTo>
                <a:lnTo>
                  <a:pt x="85979" y="66200"/>
                </a:lnTo>
                <a:lnTo>
                  <a:pt x="86513" y="65976"/>
                </a:lnTo>
                <a:lnTo>
                  <a:pt x="87038" y="65739"/>
                </a:lnTo>
                <a:lnTo>
                  <a:pt x="87555" y="65489"/>
                </a:lnTo>
                <a:lnTo>
                  <a:pt x="88064" y="65224"/>
                </a:lnTo>
                <a:lnTo>
                  <a:pt x="88564" y="64947"/>
                </a:lnTo>
                <a:lnTo>
                  <a:pt x="89055" y="64656"/>
                </a:lnTo>
                <a:lnTo>
                  <a:pt x="89538" y="64351"/>
                </a:lnTo>
                <a:lnTo>
                  <a:pt x="90013" y="64032"/>
                </a:lnTo>
                <a:lnTo>
                  <a:pt x="90476" y="63703"/>
                </a:lnTo>
                <a:lnTo>
                  <a:pt x="90924" y="63364"/>
                </a:lnTo>
                <a:lnTo>
                  <a:pt x="91356" y="63016"/>
                </a:lnTo>
                <a:lnTo>
                  <a:pt x="91774" y="62659"/>
                </a:lnTo>
                <a:lnTo>
                  <a:pt x="92176" y="62293"/>
                </a:lnTo>
                <a:lnTo>
                  <a:pt x="92563" y="61918"/>
                </a:lnTo>
                <a:lnTo>
                  <a:pt x="92935" y="61534"/>
                </a:lnTo>
                <a:lnTo>
                  <a:pt x="93292" y="61141"/>
                </a:lnTo>
                <a:lnTo>
                  <a:pt x="93634" y="60738"/>
                </a:lnTo>
                <a:lnTo>
                  <a:pt x="93960" y="60327"/>
                </a:lnTo>
                <a:lnTo>
                  <a:pt x="94272" y="59907"/>
                </a:lnTo>
                <a:lnTo>
                  <a:pt x="94568" y="59477"/>
                </a:lnTo>
                <a:lnTo>
                  <a:pt x="94850" y="59038"/>
                </a:lnTo>
                <a:lnTo>
                  <a:pt x="95116" y="58591"/>
                </a:lnTo>
                <a:lnTo>
                  <a:pt x="95367" y="58134"/>
                </a:lnTo>
                <a:lnTo>
                  <a:pt x="95602" y="57668"/>
                </a:lnTo>
                <a:lnTo>
                  <a:pt x="95823" y="57193"/>
                </a:lnTo>
                <a:lnTo>
                  <a:pt x="96029" y="56709"/>
                </a:lnTo>
                <a:lnTo>
                  <a:pt x="96219" y="56215"/>
                </a:lnTo>
                <a:lnTo>
                  <a:pt x="96394" y="55713"/>
                </a:lnTo>
                <a:lnTo>
                  <a:pt x="96555" y="55202"/>
                </a:lnTo>
                <a:lnTo>
                  <a:pt x="96700" y="54681"/>
                </a:lnTo>
                <a:lnTo>
                  <a:pt x="96829" y="54152"/>
                </a:lnTo>
                <a:lnTo>
                  <a:pt x="96944" y="53613"/>
                </a:lnTo>
                <a:lnTo>
                  <a:pt x="85652" y="53613"/>
                </a:lnTo>
                <a:lnTo>
                  <a:pt x="85596" y="53825"/>
                </a:lnTo>
                <a:lnTo>
                  <a:pt x="85533" y="54033"/>
                </a:lnTo>
                <a:lnTo>
                  <a:pt x="85464" y="54236"/>
                </a:lnTo>
                <a:lnTo>
                  <a:pt x="85389" y="54436"/>
                </a:lnTo>
                <a:lnTo>
                  <a:pt x="85309" y="54630"/>
                </a:lnTo>
                <a:lnTo>
                  <a:pt x="85222" y="54821"/>
                </a:lnTo>
                <a:lnTo>
                  <a:pt x="85129" y="55007"/>
                </a:lnTo>
                <a:lnTo>
                  <a:pt x="85030" y="55189"/>
                </a:lnTo>
                <a:lnTo>
                  <a:pt x="84925" y="55367"/>
                </a:lnTo>
                <a:lnTo>
                  <a:pt x="84814" y="55540"/>
                </a:lnTo>
                <a:lnTo>
                  <a:pt x="84696" y="55709"/>
                </a:lnTo>
                <a:lnTo>
                  <a:pt x="84573" y="55874"/>
                </a:lnTo>
                <a:lnTo>
                  <a:pt x="84444" y="56034"/>
                </a:lnTo>
                <a:lnTo>
                  <a:pt x="84309" y="56190"/>
                </a:lnTo>
                <a:lnTo>
                  <a:pt x="84167" y="56342"/>
                </a:lnTo>
                <a:lnTo>
                  <a:pt x="84020" y="56490"/>
                </a:lnTo>
                <a:lnTo>
                  <a:pt x="83866" y="56633"/>
                </a:lnTo>
                <a:lnTo>
                  <a:pt x="83707" y="56772"/>
                </a:lnTo>
                <a:lnTo>
                  <a:pt x="83541" y="56906"/>
                </a:lnTo>
                <a:lnTo>
                  <a:pt x="83369" y="57036"/>
                </a:lnTo>
                <a:lnTo>
                  <a:pt x="83192" y="57162"/>
                </a:lnTo>
                <a:lnTo>
                  <a:pt x="83008" y="57284"/>
                </a:lnTo>
                <a:lnTo>
                  <a:pt x="82818" y="57401"/>
                </a:lnTo>
                <a:lnTo>
                  <a:pt x="82622" y="57514"/>
                </a:lnTo>
                <a:lnTo>
                  <a:pt x="82421" y="57623"/>
                </a:lnTo>
                <a:lnTo>
                  <a:pt x="82214" y="57727"/>
                </a:lnTo>
                <a:lnTo>
                  <a:pt x="82003" y="57826"/>
                </a:lnTo>
                <a:lnTo>
                  <a:pt x="81786" y="57921"/>
                </a:lnTo>
                <a:lnTo>
                  <a:pt x="81564" y="58011"/>
                </a:lnTo>
                <a:lnTo>
                  <a:pt x="81337" y="58097"/>
                </a:lnTo>
                <a:lnTo>
                  <a:pt x="81105" y="58178"/>
                </a:lnTo>
                <a:lnTo>
                  <a:pt x="80868" y="58254"/>
                </a:lnTo>
                <a:lnTo>
                  <a:pt x="80626" y="58325"/>
                </a:lnTo>
                <a:lnTo>
                  <a:pt x="80378" y="58392"/>
                </a:lnTo>
                <a:lnTo>
                  <a:pt x="80126" y="58455"/>
                </a:lnTo>
                <a:lnTo>
                  <a:pt x="79868" y="58513"/>
                </a:lnTo>
                <a:lnTo>
                  <a:pt x="79606" y="58566"/>
                </a:lnTo>
                <a:lnTo>
                  <a:pt x="79338" y="58614"/>
                </a:lnTo>
                <a:lnTo>
                  <a:pt x="79065" y="58658"/>
                </a:lnTo>
                <a:lnTo>
                  <a:pt x="78787" y="58697"/>
                </a:lnTo>
                <a:lnTo>
                  <a:pt x="78504" y="58732"/>
                </a:lnTo>
                <a:lnTo>
                  <a:pt x="78216" y="58762"/>
                </a:lnTo>
                <a:lnTo>
                  <a:pt x="77923" y="58787"/>
                </a:lnTo>
                <a:lnTo>
                  <a:pt x="77624" y="58808"/>
                </a:lnTo>
                <a:lnTo>
                  <a:pt x="77321" y="58824"/>
                </a:lnTo>
                <a:lnTo>
                  <a:pt x="77013" y="58836"/>
                </a:lnTo>
                <a:lnTo>
                  <a:pt x="76699" y="58843"/>
                </a:lnTo>
                <a:lnTo>
                  <a:pt x="76380" y="58845"/>
                </a:lnTo>
                <a:lnTo>
                  <a:pt x="75964" y="58841"/>
                </a:lnTo>
                <a:lnTo>
                  <a:pt x="75556" y="58826"/>
                </a:lnTo>
                <a:lnTo>
                  <a:pt x="75156" y="58803"/>
                </a:lnTo>
                <a:lnTo>
                  <a:pt x="74766" y="58770"/>
                </a:lnTo>
                <a:lnTo>
                  <a:pt x="74384" y="58728"/>
                </a:lnTo>
                <a:lnTo>
                  <a:pt x="74010" y="58676"/>
                </a:lnTo>
                <a:lnTo>
                  <a:pt x="73645" y="58615"/>
                </a:lnTo>
                <a:lnTo>
                  <a:pt x="73289" y="58544"/>
                </a:lnTo>
                <a:lnTo>
                  <a:pt x="72941" y="58464"/>
                </a:lnTo>
                <a:lnTo>
                  <a:pt x="72602" y="58375"/>
                </a:lnTo>
                <a:lnTo>
                  <a:pt x="72272" y="58276"/>
                </a:lnTo>
                <a:lnTo>
                  <a:pt x="71950" y="58168"/>
                </a:lnTo>
                <a:lnTo>
                  <a:pt x="71637" y="58051"/>
                </a:lnTo>
                <a:lnTo>
                  <a:pt x="71332" y="57924"/>
                </a:lnTo>
                <a:lnTo>
                  <a:pt x="71036" y="57787"/>
                </a:lnTo>
                <a:lnTo>
                  <a:pt x="70749" y="57642"/>
                </a:lnTo>
                <a:lnTo>
                  <a:pt x="70470" y="57487"/>
                </a:lnTo>
                <a:lnTo>
                  <a:pt x="70200" y="57322"/>
                </a:lnTo>
                <a:lnTo>
                  <a:pt x="69938" y="57148"/>
                </a:lnTo>
                <a:lnTo>
                  <a:pt x="69686" y="56965"/>
                </a:lnTo>
                <a:lnTo>
                  <a:pt x="69441" y="56772"/>
                </a:lnTo>
                <a:lnTo>
                  <a:pt x="69205" y="56570"/>
                </a:lnTo>
                <a:lnTo>
                  <a:pt x="68978" y="56358"/>
                </a:lnTo>
                <a:lnTo>
                  <a:pt x="68760" y="56137"/>
                </a:lnTo>
                <a:lnTo>
                  <a:pt x="68550" y="55907"/>
                </a:lnTo>
                <a:lnTo>
                  <a:pt x="68349" y="55668"/>
                </a:lnTo>
                <a:lnTo>
                  <a:pt x="68157" y="55420"/>
                </a:lnTo>
                <a:lnTo>
                  <a:pt x="67974" y="55162"/>
                </a:lnTo>
                <a:lnTo>
                  <a:pt x="67800" y="54896"/>
                </a:lnTo>
                <a:lnTo>
                  <a:pt x="67635" y="54620"/>
                </a:lnTo>
                <a:lnTo>
                  <a:pt x="67479" y="54335"/>
                </a:lnTo>
                <a:lnTo>
                  <a:pt x="67332" y="54042"/>
                </a:lnTo>
                <a:lnTo>
                  <a:pt x="67193" y="53739"/>
                </a:lnTo>
                <a:lnTo>
                  <a:pt x="67064" y="53427"/>
                </a:lnTo>
                <a:lnTo>
                  <a:pt x="66944" y="53106"/>
                </a:lnTo>
                <a:lnTo>
                  <a:pt x="66832" y="52776"/>
                </a:lnTo>
                <a:lnTo>
                  <a:pt x="66729" y="52436"/>
                </a:lnTo>
                <a:lnTo>
                  <a:pt x="66636" y="52088"/>
                </a:lnTo>
                <a:lnTo>
                  <a:pt x="66551" y="51731"/>
                </a:lnTo>
                <a:lnTo>
                  <a:pt x="66475" y="51364"/>
                </a:lnTo>
                <a:lnTo>
                  <a:pt x="66408" y="50989"/>
                </a:lnTo>
                <a:lnTo>
                  <a:pt x="66350" y="50604"/>
                </a:lnTo>
                <a:lnTo>
                  <a:pt x="66301" y="50210"/>
                </a:lnTo>
                <a:lnTo>
                  <a:pt x="66261" y="49807"/>
                </a:lnTo>
                <a:lnTo>
                  <a:pt x="66229" y="49395"/>
                </a:lnTo>
                <a:lnTo>
                  <a:pt x="66207" y="48974"/>
                </a:lnTo>
                <a:lnTo>
                  <a:pt x="66194" y="48544"/>
                </a:lnTo>
                <a:lnTo>
                  <a:pt x="66189" y="48105"/>
                </a:lnTo>
                <a:lnTo>
                  <a:pt x="66189" y="44525"/>
                </a:lnTo>
                <a:lnTo>
                  <a:pt x="97311" y="44525"/>
                </a:lnTo>
                <a:lnTo>
                  <a:pt x="97311" y="35436"/>
                </a:lnTo>
                <a:lnTo>
                  <a:pt x="97307" y="34942"/>
                </a:lnTo>
                <a:lnTo>
                  <a:pt x="97293" y="34452"/>
                </a:lnTo>
                <a:lnTo>
                  <a:pt x="97270" y="33968"/>
                </a:lnTo>
                <a:lnTo>
                  <a:pt x="97238" y="33489"/>
                </a:lnTo>
                <a:lnTo>
                  <a:pt x="97198" y="33016"/>
                </a:lnTo>
                <a:lnTo>
                  <a:pt x="97148" y="32547"/>
                </a:lnTo>
                <a:lnTo>
                  <a:pt x="97089" y="32084"/>
                </a:lnTo>
                <a:lnTo>
                  <a:pt x="97020" y="31626"/>
                </a:lnTo>
                <a:lnTo>
                  <a:pt x="96943" y="31174"/>
                </a:lnTo>
                <a:lnTo>
                  <a:pt x="96857" y="30727"/>
                </a:lnTo>
                <a:lnTo>
                  <a:pt x="96761" y="30285"/>
                </a:lnTo>
                <a:lnTo>
                  <a:pt x="96657" y="29848"/>
                </a:lnTo>
                <a:lnTo>
                  <a:pt x="96543" y="29416"/>
                </a:lnTo>
                <a:lnTo>
                  <a:pt x="96421" y="28990"/>
                </a:lnTo>
                <a:lnTo>
                  <a:pt x="96289" y="28569"/>
                </a:lnTo>
                <a:lnTo>
                  <a:pt x="96148" y="28153"/>
                </a:lnTo>
                <a:lnTo>
                  <a:pt x="95998" y="27743"/>
                </a:lnTo>
                <a:lnTo>
                  <a:pt x="95839" y="27338"/>
                </a:lnTo>
                <a:lnTo>
                  <a:pt x="95671" y="26938"/>
                </a:lnTo>
                <a:lnTo>
                  <a:pt x="95494" y="26543"/>
                </a:lnTo>
                <a:lnTo>
                  <a:pt x="95308" y="26154"/>
                </a:lnTo>
                <a:lnTo>
                  <a:pt x="95112" y="25770"/>
                </a:lnTo>
                <a:lnTo>
                  <a:pt x="94908" y="25391"/>
                </a:lnTo>
                <a:lnTo>
                  <a:pt x="94694" y="25017"/>
                </a:lnTo>
                <a:lnTo>
                  <a:pt x="94473" y="24649"/>
                </a:lnTo>
                <a:lnTo>
                  <a:pt x="94244" y="24289"/>
                </a:lnTo>
                <a:lnTo>
                  <a:pt x="94008" y="23935"/>
                </a:lnTo>
                <a:lnTo>
                  <a:pt x="93764" y="23588"/>
                </a:lnTo>
                <a:lnTo>
                  <a:pt x="93513" y="23247"/>
                </a:lnTo>
                <a:lnTo>
                  <a:pt x="93255" y="22914"/>
                </a:lnTo>
                <a:lnTo>
                  <a:pt x="92989" y="22587"/>
                </a:lnTo>
                <a:lnTo>
                  <a:pt x="92716" y="22268"/>
                </a:lnTo>
                <a:lnTo>
                  <a:pt x="92436" y="21955"/>
                </a:lnTo>
                <a:lnTo>
                  <a:pt x="92148" y="21649"/>
                </a:lnTo>
                <a:lnTo>
                  <a:pt x="91853" y="21350"/>
                </a:lnTo>
                <a:lnTo>
                  <a:pt x="91551" y="21058"/>
                </a:lnTo>
                <a:lnTo>
                  <a:pt x="91241" y="20772"/>
                </a:lnTo>
                <a:lnTo>
                  <a:pt x="90924" y="20494"/>
                </a:lnTo>
                <a:lnTo>
                  <a:pt x="90600" y="20222"/>
                </a:lnTo>
                <a:lnTo>
                  <a:pt x="90268" y="19957"/>
                </a:lnTo>
                <a:lnTo>
                  <a:pt x="89929" y="19699"/>
                </a:lnTo>
                <a:lnTo>
                  <a:pt x="89582" y="19448"/>
                </a:lnTo>
                <a:lnTo>
                  <a:pt x="89229" y="19204"/>
                </a:lnTo>
                <a:lnTo>
                  <a:pt x="88868" y="18967"/>
                </a:lnTo>
                <a:lnTo>
                  <a:pt x="88499" y="18736"/>
                </a:lnTo>
                <a:lnTo>
                  <a:pt x="88123" y="18513"/>
                </a:lnTo>
                <a:lnTo>
                  <a:pt x="87740" y="18296"/>
                </a:lnTo>
                <a:lnTo>
                  <a:pt x="87350" y="18086"/>
                </a:lnTo>
                <a:lnTo>
                  <a:pt x="86953" y="17884"/>
                </a:lnTo>
                <a:lnTo>
                  <a:pt x="86551" y="17690"/>
                </a:lnTo>
                <a:lnTo>
                  <a:pt x="86143" y="17505"/>
                </a:lnTo>
                <a:lnTo>
                  <a:pt x="85729" y="17328"/>
                </a:lnTo>
                <a:lnTo>
                  <a:pt x="85310" y="17160"/>
                </a:lnTo>
                <a:lnTo>
                  <a:pt x="84886" y="17001"/>
                </a:lnTo>
                <a:lnTo>
                  <a:pt x="84455" y="16850"/>
                </a:lnTo>
                <a:lnTo>
                  <a:pt x="84020" y="16708"/>
                </a:lnTo>
                <a:lnTo>
                  <a:pt x="83578" y="16575"/>
                </a:lnTo>
                <a:lnTo>
                  <a:pt x="83131" y="16450"/>
                </a:lnTo>
                <a:lnTo>
                  <a:pt x="82679" y="16334"/>
                </a:lnTo>
                <a:lnTo>
                  <a:pt x="82221" y="16226"/>
                </a:lnTo>
                <a:lnTo>
                  <a:pt x="81757" y="16127"/>
                </a:lnTo>
                <a:lnTo>
                  <a:pt x="81288" y="16037"/>
                </a:lnTo>
                <a:lnTo>
                  <a:pt x="80813" y="15955"/>
                </a:lnTo>
                <a:lnTo>
                  <a:pt x="80332" y="15882"/>
                </a:lnTo>
                <a:lnTo>
                  <a:pt x="79846" y="15817"/>
                </a:lnTo>
                <a:lnTo>
                  <a:pt x="79355" y="15761"/>
                </a:lnTo>
                <a:lnTo>
                  <a:pt x="78857" y="15714"/>
                </a:lnTo>
                <a:lnTo>
                  <a:pt x="78355" y="15675"/>
                </a:lnTo>
                <a:lnTo>
                  <a:pt x="77846" y="15645"/>
                </a:lnTo>
                <a:lnTo>
                  <a:pt x="77332" y="15624"/>
                </a:lnTo>
                <a:lnTo>
                  <a:pt x="76813" y="15611"/>
                </a:lnTo>
                <a:lnTo>
                  <a:pt x="76288" y="15606"/>
                </a:lnTo>
                <a:lnTo>
                  <a:pt x="75755" y="15611"/>
                </a:lnTo>
                <a:lnTo>
                  <a:pt x="75228" y="15624"/>
                </a:lnTo>
                <a:lnTo>
                  <a:pt x="74707" y="15645"/>
                </a:lnTo>
                <a:lnTo>
                  <a:pt x="74192" y="15675"/>
                </a:lnTo>
                <a:lnTo>
                  <a:pt x="73682" y="15714"/>
                </a:lnTo>
                <a:lnTo>
                  <a:pt x="73178" y="15761"/>
                </a:lnTo>
                <a:lnTo>
                  <a:pt x="72680" y="15817"/>
                </a:lnTo>
                <a:lnTo>
                  <a:pt x="72188" y="15882"/>
                </a:lnTo>
                <a:lnTo>
                  <a:pt x="71701" y="15955"/>
                </a:lnTo>
                <a:lnTo>
                  <a:pt x="71220" y="16037"/>
                </a:lnTo>
                <a:lnTo>
                  <a:pt x="70745" y="16127"/>
                </a:lnTo>
                <a:lnTo>
                  <a:pt x="70275" y="16226"/>
                </a:lnTo>
                <a:lnTo>
                  <a:pt x="69811" y="16334"/>
                </a:lnTo>
                <a:lnTo>
                  <a:pt x="69353" y="16450"/>
                </a:lnTo>
                <a:lnTo>
                  <a:pt x="68901" y="16575"/>
                </a:lnTo>
                <a:lnTo>
                  <a:pt x="68454" y="16708"/>
                </a:lnTo>
                <a:lnTo>
                  <a:pt x="68014" y="16850"/>
                </a:lnTo>
                <a:lnTo>
                  <a:pt x="67579" y="17001"/>
                </a:lnTo>
                <a:lnTo>
                  <a:pt x="67149" y="17160"/>
                </a:lnTo>
                <a:lnTo>
                  <a:pt x="66725" y="17328"/>
                </a:lnTo>
                <a:lnTo>
                  <a:pt x="66308" y="17505"/>
                </a:lnTo>
                <a:lnTo>
                  <a:pt x="65895" y="17690"/>
                </a:lnTo>
                <a:lnTo>
                  <a:pt x="65489" y="17884"/>
                </a:lnTo>
                <a:lnTo>
                  <a:pt x="65088" y="18086"/>
                </a:lnTo>
                <a:lnTo>
                  <a:pt x="64694" y="18296"/>
                </a:lnTo>
                <a:lnTo>
                  <a:pt x="64308" y="18513"/>
                </a:lnTo>
                <a:lnTo>
                  <a:pt x="63929" y="18736"/>
                </a:lnTo>
                <a:lnTo>
                  <a:pt x="63557" y="18967"/>
                </a:lnTo>
                <a:lnTo>
                  <a:pt x="63193" y="19204"/>
                </a:lnTo>
                <a:lnTo>
                  <a:pt x="62836" y="19448"/>
                </a:lnTo>
                <a:lnTo>
                  <a:pt x="62487" y="19699"/>
                </a:lnTo>
                <a:lnTo>
                  <a:pt x="62145" y="19957"/>
                </a:lnTo>
                <a:lnTo>
                  <a:pt x="61811" y="20222"/>
                </a:lnTo>
                <a:lnTo>
                  <a:pt x="61485" y="20494"/>
                </a:lnTo>
                <a:lnTo>
                  <a:pt x="61165" y="20772"/>
                </a:lnTo>
                <a:lnTo>
                  <a:pt x="60854" y="21058"/>
                </a:lnTo>
                <a:lnTo>
                  <a:pt x="60549" y="21350"/>
                </a:lnTo>
                <a:lnTo>
                  <a:pt x="60253" y="21649"/>
                </a:lnTo>
                <a:lnTo>
                  <a:pt x="59964" y="21955"/>
                </a:lnTo>
                <a:lnTo>
                  <a:pt x="59682" y="22268"/>
                </a:lnTo>
                <a:lnTo>
                  <a:pt x="59408" y="22587"/>
                </a:lnTo>
                <a:lnTo>
                  <a:pt x="59141" y="22914"/>
                </a:lnTo>
                <a:lnTo>
                  <a:pt x="58882" y="23247"/>
                </a:lnTo>
                <a:lnTo>
                  <a:pt x="58630" y="23588"/>
                </a:lnTo>
                <a:lnTo>
                  <a:pt x="58386" y="23935"/>
                </a:lnTo>
                <a:lnTo>
                  <a:pt x="58149" y="24289"/>
                </a:lnTo>
                <a:lnTo>
                  <a:pt x="57919" y="24649"/>
                </a:lnTo>
                <a:lnTo>
                  <a:pt x="57698" y="25017"/>
                </a:lnTo>
                <a:lnTo>
                  <a:pt x="57484" y="25391"/>
                </a:lnTo>
                <a:lnTo>
                  <a:pt x="57280" y="25770"/>
                </a:lnTo>
                <a:lnTo>
                  <a:pt x="57085" y="26154"/>
                </a:lnTo>
                <a:lnTo>
                  <a:pt x="56899" y="26543"/>
                </a:lnTo>
                <a:lnTo>
                  <a:pt x="56721" y="26938"/>
                </a:lnTo>
                <a:lnTo>
                  <a:pt x="56553" y="27338"/>
                </a:lnTo>
                <a:lnTo>
                  <a:pt x="56395" y="27743"/>
                </a:lnTo>
                <a:lnTo>
                  <a:pt x="56245" y="28153"/>
                </a:lnTo>
                <a:lnTo>
                  <a:pt x="56104" y="28569"/>
                </a:lnTo>
                <a:lnTo>
                  <a:pt x="55972" y="28990"/>
                </a:lnTo>
                <a:lnTo>
                  <a:pt x="55850" y="29416"/>
                </a:lnTo>
                <a:lnTo>
                  <a:pt x="55736" y="29848"/>
                </a:lnTo>
                <a:lnTo>
                  <a:pt x="55632" y="30285"/>
                </a:lnTo>
                <a:lnTo>
                  <a:pt x="55536" y="30727"/>
                </a:lnTo>
                <a:lnTo>
                  <a:pt x="55450" y="31174"/>
                </a:lnTo>
                <a:lnTo>
                  <a:pt x="55373" y="31626"/>
                </a:lnTo>
                <a:lnTo>
                  <a:pt x="55305" y="32084"/>
                </a:lnTo>
                <a:lnTo>
                  <a:pt x="55246" y="32547"/>
                </a:lnTo>
                <a:lnTo>
                  <a:pt x="55196" y="33016"/>
                </a:lnTo>
                <a:lnTo>
                  <a:pt x="55155" y="33489"/>
                </a:lnTo>
                <a:lnTo>
                  <a:pt x="55123" y="33968"/>
                </a:lnTo>
                <a:lnTo>
                  <a:pt x="55100" y="34452"/>
                </a:lnTo>
                <a:lnTo>
                  <a:pt x="55087" y="34942"/>
                </a:lnTo>
                <a:lnTo>
                  <a:pt x="55082" y="35436"/>
                </a:lnTo>
                <a:lnTo>
                  <a:pt x="55082" y="48105"/>
                </a:lnTo>
                <a:lnTo>
                  <a:pt x="55087" y="48600"/>
                </a:lnTo>
                <a:lnTo>
                  <a:pt x="55100" y="49089"/>
                </a:lnTo>
                <a:lnTo>
                  <a:pt x="55123" y="49573"/>
                </a:lnTo>
                <a:lnTo>
                  <a:pt x="55155" y="50052"/>
                </a:lnTo>
                <a:lnTo>
                  <a:pt x="55196" y="50525"/>
                </a:lnTo>
                <a:lnTo>
                  <a:pt x="55246" y="50994"/>
                </a:lnTo>
                <a:lnTo>
                  <a:pt x="55305" y="51457"/>
                </a:lnTo>
                <a:lnTo>
                  <a:pt x="55373" y="51914"/>
                </a:lnTo>
                <a:lnTo>
                  <a:pt x="55450" y="52367"/>
                </a:lnTo>
                <a:lnTo>
                  <a:pt x="55536" y="52814"/>
                </a:lnTo>
                <a:lnTo>
                  <a:pt x="55632" y="53256"/>
                </a:lnTo>
                <a:lnTo>
                  <a:pt x="55736" y="53693"/>
                </a:lnTo>
                <a:lnTo>
                  <a:pt x="55850" y="54125"/>
                </a:lnTo>
                <a:lnTo>
                  <a:pt x="55972" y="54551"/>
                </a:lnTo>
                <a:lnTo>
                  <a:pt x="56104" y="54972"/>
                </a:lnTo>
                <a:lnTo>
                  <a:pt x="56245" y="55388"/>
                </a:lnTo>
                <a:lnTo>
                  <a:pt x="56395" y="55798"/>
                </a:lnTo>
                <a:lnTo>
                  <a:pt x="56553" y="56203"/>
                </a:lnTo>
                <a:lnTo>
                  <a:pt x="56721" y="56603"/>
                </a:lnTo>
                <a:lnTo>
                  <a:pt x="56899" y="56998"/>
                </a:lnTo>
                <a:lnTo>
                  <a:pt x="57085" y="57387"/>
                </a:lnTo>
                <a:lnTo>
                  <a:pt x="57280" y="57772"/>
                </a:lnTo>
                <a:lnTo>
                  <a:pt x="57484" y="58151"/>
                </a:lnTo>
                <a:lnTo>
                  <a:pt x="57698" y="58524"/>
                </a:lnTo>
                <a:lnTo>
                  <a:pt x="57919" y="58892"/>
                </a:lnTo>
                <a:lnTo>
                  <a:pt x="58149" y="59253"/>
                </a:lnTo>
                <a:lnTo>
                  <a:pt x="58386" y="59607"/>
                </a:lnTo>
                <a:lnTo>
                  <a:pt x="58630" y="59954"/>
                </a:lnTo>
                <a:lnTo>
                  <a:pt x="58882" y="60294"/>
                </a:lnTo>
                <a:lnTo>
                  <a:pt x="59141" y="60627"/>
                </a:lnTo>
                <a:lnTo>
                  <a:pt x="59408" y="60954"/>
                </a:lnTo>
                <a:lnTo>
                  <a:pt x="59682" y="61273"/>
                </a:lnTo>
                <a:lnTo>
                  <a:pt x="59964" y="61586"/>
                </a:lnTo>
                <a:lnTo>
                  <a:pt x="60253" y="61892"/>
                </a:lnTo>
                <a:lnTo>
                  <a:pt x="60549" y="62191"/>
                </a:lnTo>
                <a:lnTo>
                  <a:pt x="60854" y="62483"/>
                </a:lnTo>
                <a:lnTo>
                  <a:pt x="61165" y="62768"/>
                </a:lnTo>
                <a:lnTo>
                  <a:pt x="61485" y="63047"/>
                </a:lnTo>
                <a:lnTo>
                  <a:pt x="61811" y="63319"/>
                </a:lnTo>
                <a:lnTo>
                  <a:pt x="62145" y="63584"/>
                </a:lnTo>
                <a:lnTo>
                  <a:pt x="62487" y="63842"/>
                </a:lnTo>
                <a:lnTo>
                  <a:pt x="62836" y="64093"/>
                </a:lnTo>
                <a:lnTo>
                  <a:pt x="63193" y="64337"/>
                </a:lnTo>
                <a:lnTo>
                  <a:pt x="63557" y="64574"/>
                </a:lnTo>
                <a:lnTo>
                  <a:pt x="63929" y="64805"/>
                </a:lnTo>
                <a:lnTo>
                  <a:pt x="64308" y="65029"/>
                </a:lnTo>
                <a:lnTo>
                  <a:pt x="64694" y="65246"/>
                </a:lnTo>
                <a:lnTo>
                  <a:pt x="65088" y="65456"/>
                </a:lnTo>
                <a:lnTo>
                  <a:pt x="65489" y="65658"/>
                </a:lnTo>
                <a:lnTo>
                  <a:pt x="65895" y="65851"/>
                </a:lnTo>
                <a:lnTo>
                  <a:pt x="66308" y="66036"/>
                </a:lnTo>
                <a:lnTo>
                  <a:pt x="66725" y="66213"/>
                </a:lnTo>
                <a:lnTo>
                  <a:pt x="67149" y="66381"/>
                </a:lnTo>
                <a:lnTo>
                  <a:pt x="67579" y="66540"/>
                </a:lnTo>
                <a:lnTo>
                  <a:pt x="68014" y="66690"/>
                </a:lnTo>
                <a:lnTo>
                  <a:pt x="68454" y="66832"/>
                </a:lnTo>
                <a:lnTo>
                  <a:pt x="68901" y="66966"/>
                </a:lnTo>
                <a:lnTo>
                  <a:pt x="69353" y="67090"/>
                </a:lnTo>
                <a:lnTo>
                  <a:pt x="69811" y="67207"/>
                </a:lnTo>
                <a:lnTo>
                  <a:pt x="70275" y="67314"/>
                </a:lnTo>
                <a:lnTo>
                  <a:pt x="70745" y="67413"/>
                </a:lnTo>
                <a:lnTo>
                  <a:pt x="71220" y="67503"/>
                </a:lnTo>
                <a:lnTo>
                  <a:pt x="71701" y="67585"/>
                </a:lnTo>
                <a:lnTo>
                  <a:pt x="72188" y="67658"/>
                </a:lnTo>
                <a:lnTo>
                  <a:pt x="72680" y="67723"/>
                </a:lnTo>
                <a:lnTo>
                  <a:pt x="73178" y="67779"/>
                </a:lnTo>
                <a:lnTo>
                  <a:pt x="73682" y="67826"/>
                </a:lnTo>
                <a:lnTo>
                  <a:pt x="74192" y="67865"/>
                </a:lnTo>
                <a:lnTo>
                  <a:pt x="74707" y="67895"/>
                </a:lnTo>
                <a:lnTo>
                  <a:pt x="75228" y="67916"/>
                </a:lnTo>
                <a:lnTo>
                  <a:pt x="75755" y="67929"/>
                </a:lnTo>
                <a:lnTo>
                  <a:pt x="76288" y="67934"/>
                </a:lnTo>
                <a:lnTo>
                  <a:pt x="76957" y="67927"/>
                </a:lnTo>
                <a:lnTo>
                  <a:pt x="77618" y="67907"/>
                </a:lnTo>
                <a:lnTo>
                  <a:pt x="78270" y="67873"/>
                </a:lnTo>
                <a:close/>
                <a:moveTo>
                  <a:pt x="66194" y="35004"/>
                </a:moveTo>
                <a:lnTo>
                  <a:pt x="66207" y="34581"/>
                </a:lnTo>
                <a:lnTo>
                  <a:pt x="66229" y="34165"/>
                </a:lnTo>
                <a:lnTo>
                  <a:pt x="66261" y="33758"/>
                </a:lnTo>
                <a:lnTo>
                  <a:pt x="66301" y="33359"/>
                </a:lnTo>
                <a:lnTo>
                  <a:pt x="66350" y="32969"/>
                </a:lnTo>
                <a:lnTo>
                  <a:pt x="66408" y="32587"/>
                </a:lnTo>
                <a:lnTo>
                  <a:pt x="66475" y="32213"/>
                </a:lnTo>
                <a:lnTo>
                  <a:pt x="66551" y="31847"/>
                </a:lnTo>
                <a:lnTo>
                  <a:pt x="66636" y="31490"/>
                </a:lnTo>
                <a:lnTo>
                  <a:pt x="66729" y="31141"/>
                </a:lnTo>
                <a:lnTo>
                  <a:pt x="66832" y="30800"/>
                </a:lnTo>
                <a:lnTo>
                  <a:pt x="66944" y="30467"/>
                </a:lnTo>
                <a:lnTo>
                  <a:pt x="67064" y="30143"/>
                </a:lnTo>
                <a:lnTo>
                  <a:pt x="67193" y="29827"/>
                </a:lnTo>
                <a:lnTo>
                  <a:pt x="67332" y="29520"/>
                </a:lnTo>
                <a:lnTo>
                  <a:pt x="67479" y="29221"/>
                </a:lnTo>
                <a:lnTo>
                  <a:pt x="67635" y="28930"/>
                </a:lnTo>
                <a:lnTo>
                  <a:pt x="67800" y="28647"/>
                </a:lnTo>
                <a:lnTo>
                  <a:pt x="67974" y="28373"/>
                </a:lnTo>
                <a:lnTo>
                  <a:pt x="68157" y="28106"/>
                </a:lnTo>
                <a:lnTo>
                  <a:pt x="68349" y="27849"/>
                </a:lnTo>
                <a:lnTo>
                  <a:pt x="68550" y="27599"/>
                </a:lnTo>
                <a:lnTo>
                  <a:pt x="68760" y="27358"/>
                </a:lnTo>
                <a:lnTo>
                  <a:pt x="68978" y="27126"/>
                </a:lnTo>
                <a:lnTo>
                  <a:pt x="69205" y="26903"/>
                </a:lnTo>
                <a:lnTo>
                  <a:pt x="69440" y="26691"/>
                </a:lnTo>
                <a:lnTo>
                  <a:pt x="69683" y="26488"/>
                </a:lnTo>
                <a:lnTo>
                  <a:pt x="69934" y="26295"/>
                </a:lnTo>
                <a:lnTo>
                  <a:pt x="70194" y="26112"/>
                </a:lnTo>
                <a:lnTo>
                  <a:pt x="70462" y="25940"/>
                </a:lnTo>
                <a:lnTo>
                  <a:pt x="70739" y="25776"/>
                </a:lnTo>
                <a:lnTo>
                  <a:pt x="71023" y="25623"/>
                </a:lnTo>
                <a:lnTo>
                  <a:pt x="71316" y="25480"/>
                </a:lnTo>
                <a:lnTo>
                  <a:pt x="71618" y="25347"/>
                </a:lnTo>
                <a:lnTo>
                  <a:pt x="71927" y="25223"/>
                </a:lnTo>
                <a:lnTo>
                  <a:pt x="72245" y="25109"/>
                </a:lnTo>
                <a:lnTo>
                  <a:pt x="72571" y="25006"/>
                </a:lnTo>
                <a:lnTo>
                  <a:pt x="72905" y="24912"/>
                </a:lnTo>
                <a:lnTo>
                  <a:pt x="73248" y="24828"/>
                </a:lnTo>
                <a:lnTo>
                  <a:pt x="73599" y="24754"/>
                </a:lnTo>
                <a:lnTo>
                  <a:pt x="73958" y="24689"/>
                </a:lnTo>
                <a:lnTo>
                  <a:pt x="74326" y="24635"/>
                </a:lnTo>
                <a:lnTo>
                  <a:pt x="74702" y="24590"/>
                </a:lnTo>
                <a:lnTo>
                  <a:pt x="75086" y="24556"/>
                </a:lnTo>
                <a:lnTo>
                  <a:pt x="75478" y="24531"/>
                </a:lnTo>
                <a:lnTo>
                  <a:pt x="75879" y="24516"/>
                </a:lnTo>
                <a:lnTo>
                  <a:pt x="76288" y="24511"/>
                </a:lnTo>
                <a:lnTo>
                  <a:pt x="76697" y="24516"/>
                </a:lnTo>
                <a:lnTo>
                  <a:pt x="77097" y="24531"/>
                </a:lnTo>
                <a:lnTo>
                  <a:pt x="77488" y="24555"/>
                </a:lnTo>
                <a:lnTo>
                  <a:pt x="77871" y="24589"/>
                </a:lnTo>
                <a:lnTo>
                  <a:pt x="78246" y="24633"/>
                </a:lnTo>
                <a:lnTo>
                  <a:pt x="78612" y="24686"/>
                </a:lnTo>
                <a:lnTo>
                  <a:pt x="78969" y="24750"/>
                </a:lnTo>
                <a:lnTo>
                  <a:pt x="79317" y="24823"/>
                </a:lnTo>
                <a:lnTo>
                  <a:pt x="79657" y="24905"/>
                </a:lnTo>
                <a:lnTo>
                  <a:pt x="79989" y="24998"/>
                </a:lnTo>
                <a:lnTo>
                  <a:pt x="80311" y="25100"/>
                </a:lnTo>
                <a:lnTo>
                  <a:pt x="80625" y="25211"/>
                </a:lnTo>
                <a:lnTo>
                  <a:pt x="80931" y="25333"/>
                </a:lnTo>
                <a:lnTo>
                  <a:pt x="81228" y="25464"/>
                </a:lnTo>
                <a:lnTo>
                  <a:pt x="81516" y="25605"/>
                </a:lnTo>
                <a:lnTo>
                  <a:pt x="81796" y="25756"/>
                </a:lnTo>
                <a:lnTo>
                  <a:pt x="82067" y="25916"/>
                </a:lnTo>
                <a:lnTo>
                  <a:pt x="82329" y="26086"/>
                </a:lnTo>
                <a:lnTo>
                  <a:pt x="82583" y="26266"/>
                </a:lnTo>
                <a:lnTo>
                  <a:pt x="82828" y="26456"/>
                </a:lnTo>
                <a:lnTo>
                  <a:pt x="83065" y="26655"/>
                </a:lnTo>
                <a:lnTo>
                  <a:pt x="83293" y="26864"/>
                </a:lnTo>
                <a:lnTo>
                  <a:pt x="83512" y="27083"/>
                </a:lnTo>
                <a:lnTo>
                  <a:pt x="83723" y="27312"/>
                </a:lnTo>
                <a:lnTo>
                  <a:pt x="83926" y="27549"/>
                </a:lnTo>
                <a:lnTo>
                  <a:pt x="84119" y="27795"/>
                </a:lnTo>
                <a:lnTo>
                  <a:pt x="84304" y="28050"/>
                </a:lnTo>
                <a:lnTo>
                  <a:pt x="84481" y="28313"/>
                </a:lnTo>
                <a:lnTo>
                  <a:pt x="84649" y="28584"/>
                </a:lnTo>
                <a:lnTo>
                  <a:pt x="84808" y="28864"/>
                </a:lnTo>
                <a:lnTo>
                  <a:pt x="84959" y="29152"/>
                </a:lnTo>
                <a:lnTo>
                  <a:pt x="85101" y="29449"/>
                </a:lnTo>
                <a:lnTo>
                  <a:pt x="85234" y="29754"/>
                </a:lnTo>
                <a:lnTo>
                  <a:pt x="85359" y="30067"/>
                </a:lnTo>
                <a:lnTo>
                  <a:pt x="85475" y="30389"/>
                </a:lnTo>
                <a:lnTo>
                  <a:pt x="85583" y="30720"/>
                </a:lnTo>
                <a:lnTo>
                  <a:pt x="85682" y="31059"/>
                </a:lnTo>
                <a:lnTo>
                  <a:pt x="85772" y="31406"/>
                </a:lnTo>
                <a:lnTo>
                  <a:pt x="85854" y="31762"/>
                </a:lnTo>
                <a:lnTo>
                  <a:pt x="85927" y="32126"/>
                </a:lnTo>
                <a:lnTo>
                  <a:pt x="85992" y="32499"/>
                </a:lnTo>
                <a:lnTo>
                  <a:pt x="86048" y="32880"/>
                </a:lnTo>
                <a:lnTo>
                  <a:pt x="86095" y="33269"/>
                </a:lnTo>
                <a:lnTo>
                  <a:pt x="86134" y="33667"/>
                </a:lnTo>
                <a:lnTo>
                  <a:pt x="86164" y="34074"/>
                </a:lnTo>
                <a:lnTo>
                  <a:pt x="86185" y="34489"/>
                </a:lnTo>
                <a:lnTo>
                  <a:pt x="86198" y="34912"/>
                </a:lnTo>
                <a:lnTo>
                  <a:pt x="86203" y="35344"/>
                </a:lnTo>
                <a:lnTo>
                  <a:pt x="86203" y="37188"/>
                </a:lnTo>
                <a:lnTo>
                  <a:pt x="66189" y="37364"/>
                </a:lnTo>
                <a:lnTo>
                  <a:pt x="66189" y="35436"/>
                </a:lnTo>
                <a:lnTo>
                  <a:pt x="66194" y="35004"/>
                </a:lnTo>
                <a:close/>
              </a:path>
            </a:pathLst>
          </a:custGeom>
          <a:solidFill xmlns:a="http://schemas.openxmlformats.org/drawingml/2006/main">
            <a:srgbClr val="D222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Text load_middleware">
            <a:extLst xmlns:a="http://schemas.openxmlformats.org/drawingml/2006/main">
              <a:ext uri="{FF2B5EF4-FFF2-40B4-BE49-F238E27FC236}">
                <a16:creationId xmlns:a16="http://schemas.microsoft.com/office/drawing/2014/main" id="{3273F4A6-514D-4A02-98D6-2F3F11AF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0671" y="5117235"/>
            <a:ext cx="817327" cy="84826"/>
          </a:xfrm>
          <a:custGeom xmlns:a="http://schemas.openxmlformats.org/drawingml/2006/main">
            <a:pathLst>
              <a:path w="817327" h="84826">
                <a:moveTo>
                  <a:pt x="358331" y="13170"/>
                </a:moveTo>
                <a:lnTo>
                  <a:pt x="358599" y="13142"/>
                </a:lnTo>
                <a:lnTo>
                  <a:pt x="358861" y="13108"/>
                </a:lnTo>
                <a:lnTo>
                  <a:pt x="359119" y="13067"/>
                </a:lnTo>
                <a:lnTo>
                  <a:pt x="359371" y="13021"/>
                </a:lnTo>
                <a:lnTo>
                  <a:pt x="359619" y="12968"/>
                </a:lnTo>
                <a:lnTo>
                  <a:pt x="359861" y="12909"/>
                </a:lnTo>
                <a:lnTo>
                  <a:pt x="360098" y="12843"/>
                </a:lnTo>
                <a:lnTo>
                  <a:pt x="360330" y="12772"/>
                </a:lnTo>
                <a:lnTo>
                  <a:pt x="360557" y="12694"/>
                </a:lnTo>
                <a:lnTo>
                  <a:pt x="360779" y="12610"/>
                </a:lnTo>
                <a:lnTo>
                  <a:pt x="360996" y="12520"/>
                </a:lnTo>
                <a:lnTo>
                  <a:pt x="361207" y="12424"/>
                </a:lnTo>
                <a:lnTo>
                  <a:pt x="361414" y="12321"/>
                </a:lnTo>
                <a:lnTo>
                  <a:pt x="361615" y="12212"/>
                </a:lnTo>
                <a:lnTo>
                  <a:pt x="361812" y="12097"/>
                </a:lnTo>
                <a:lnTo>
                  <a:pt x="362003" y="11976"/>
                </a:lnTo>
                <a:lnTo>
                  <a:pt x="362189" y="11849"/>
                </a:lnTo>
                <a:lnTo>
                  <a:pt x="362370" y="11715"/>
                </a:lnTo>
                <a:lnTo>
                  <a:pt x="362546" y="11575"/>
                </a:lnTo>
                <a:lnTo>
                  <a:pt x="362717" y="11429"/>
                </a:lnTo>
                <a:lnTo>
                  <a:pt x="362882" y="11278"/>
                </a:lnTo>
                <a:lnTo>
                  <a:pt x="363040" y="11122"/>
                </a:lnTo>
                <a:lnTo>
                  <a:pt x="363190" y="10962"/>
                </a:lnTo>
                <a:lnTo>
                  <a:pt x="363334" y="10798"/>
                </a:lnTo>
                <a:lnTo>
                  <a:pt x="363471" y="10629"/>
                </a:lnTo>
                <a:lnTo>
                  <a:pt x="363601" y="10457"/>
                </a:lnTo>
                <a:lnTo>
                  <a:pt x="363723" y="10279"/>
                </a:lnTo>
                <a:lnTo>
                  <a:pt x="363839" y="10098"/>
                </a:lnTo>
                <a:lnTo>
                  <a:pt x="363948" y="9912"/>
                </a:lnTo>
                <a:lnTo>
                  <a:pt x="364050" y="9722"/>
                </a:lnTo>
                <a:lnTo>
                  <a:pt x="364144" y="9528"/>
                </a:lnTo>
                <a:lnTo>
                  <a:pt x="364232" y="9329"/>
                </a:lnTo>
                <a:lnTo>
                  <a:pt x="364313" y="9126"/>
                </a:lnTo>
                <a:lnTo>
                  <a:pt x="364386" y="8919"/>
                </a:lnTo>
                <a:lnTo>
                  <a:pt x="364453" y="8707"/>
                </a:lnTo>
                <a:lnTo>
                  <a:pt x="364512" y="8491"/>
                </a:lnTo>
                <a:lnTo>
                  <a:pt x="364565" y="8271"/>
                </a:lnTo>
                <a:lnTo>
                  <a:pt x="364611" y="8047"/>
                </a:lnTo>
                <a:lnTo>
                  <a:pt x="364649" y="7818"/>
                </a:lnTo>
                <a:lnTo>
                  <a:pt x="364681" y="7585"/>
                </a:lnTo>
                <a:lnTo>
                  <a:pt x="364705" y="7347"/>
                </a:lnTo>
                <a:lnTo>
                  <a:pt x="364723" y="7105"/>
                </a:lnTo>
                <a:lnTo>
                  <a:pt x="364733" y="6859"/>
                </a:lnTo>
                <a:lnTo>
                  <a:pt x="364737" y="6609"/>
                </a:lnTo>
                <a:lnTo>
                  <a:pt x="364733" y="6359"/>
                </a:lnTo>
                <a:lnTo>
                  <a:pt x="364723" y="6113"/>
                </a:lnTo>
                <a:lnTo>
                  <a:pt x="364705" y="5871"/>
                </a:lnTo>
                <a:lnTo>
                  <a:pt x="364681" y="5634"/>
                </a:lnTo>
                <a:lnTo>
                  <a:pt x="364649" y="5401"/>
                </a:lnTo>
                <a:lnTo>
                  <a:pt x="364611" y="5172"/>
                </a:lnTo>
                <a:lnTo>
                  <a:pt x="364565" y="4948"/>
                </a:lnTo>
                <a:lnTo>
                  <a:pt x="364512" y="4728"/>
                </a:lnTo>
                <a:lnTo>
                  <a:pt x="364453" y="4512"/>
                </a:lnTo>
                <a:lnTo>
                  <a:pt x="364386" y="4300"/>
                </a:lnTo>
                <a:lnTo>
                  <a:pt x="364313" y="4093"/>
                </a:lnTo>
                <a:lnTo>
                  <a:pt x="364232" y="3890"/>
                </a:lnTo>
                <a:lnTo>
                  <a:pt x="364144" y="3691"/>
                </a:lnTo>
                <a:lnTo>
                  <a:pt x="364050" y="3497"/>
                </a:lnTo>
                <a:lnTo>
                  <a:pt x="363948" y="3307"/>
                </a:lnTo>
                <a:lnTo>
                  <a:pt x="363839" y="3121"/>
                </a:lnTo>
                <a:lnTo>
                  <a:pt x="363723" y="2940"/>
                </a:lnTo>
                <a:lnTo>
                  <a:pt x="363601" y="2763"/>
                </a:lnTo>
                <a:lnTo>
                  <a:pt x="363471" y="2590"/>
                </a:lnTo>
                <a:lnTo>
                  <a:pt x="363334" y="2421"/>
                </a:lnTo>
                <a:lnTo>
                  <a:pt x="363190" y="2257"/>
                </a:lnTo>
                <a:lnTo>
                  <a:pt x="363040" y="2097"/>
                </a:lnTo>
                <a:lnTo>
                  <a:pt x="362882" y="1942"/>
                </a:lnTo>
                <a:lnTo>
                  <a:pt x="362717" y="1790"/>
                </a:lnTo>
                <a:lnTo>
                  <a:pt x="362546" y="1644"/>
                </a:lnTo>
                <a:lnTo>
                  <a:pt x="362370" y="1504"/>
                </a:lnTo>
                <a:lnTo>
                  <a:pt x="362189" y="1371"/>
                </a:lnTo>
                <a:lnTo>
                  <a:pt x="362003" y="1243"/>
                </a:lnTo>
                <a:lnTo>
                  <a:pt x="361812" y="1122"/>
                </a:lnTo>
                <a:lnTo>
                  <a:pt x="361615" y="1007"/>
                </a:lnTo>
                <a:lnTo>
                  <a:pt x="361414" y="898"/>
                </a:lnTo>
                <a:lnTo>
                  <a:pt x="361207" y="796"/>
                </a:lnTo>
                <a:lnTo>
                  <a:pt x="360996" y="699"/>
                </a:lnTo>
                <a:lnTo>
                  <a:pt x="360779" y="609"/>
                </a:lnTo>
                <a:lnTo>
                  <a:pt x="360557" y="525"/>
                </a:lnTo>
                <a:lnTo>
                  <a:pt x="360330" y="448"/>
                </a:lnTo>
                <a:lnTo>
                  <a:pt x="360098" y="376"/>
                </a:lnTo>
                <a:lnTo>
                  <a:pt x="359861" y="311"/>
                </a:lnTo>
                <a:lnTo>
                  <a:pt x="359619" y="252"/>
                </a:lnTo>
                <a:lnTo>
                  <a:pt x="359371" y="199"/>
                </a:lnTo>
                <a:lnTo>
                  <a:pt x="359119" y="152"/>
                </a:lnTo>
                <a:lnTo>
                  <a:pt x="358861" y="112"/>
                </a:lnTo>
                <a:lnTo>
                  <a:pt x="358599" y="78"/>
                </a:lnTo>
                <a:lnTo>
                  <a:pt x="358331" y="50"/>
                </a:lnTo>
                <a:lnTo>
                  <a:pt x="358058" y="28"/>
                </a:lnTo>
                <a:lnTo>
                  <a:pt x="357780" y="12"/>
                </a:lnTo>
                <a:lnTo>
                  <a:pt x="357497" y="3"/>
                </a:lnTo>
                <a:lnTo>
                  <a:pt x="357209" y="0"/>
                </a:lnTo>
                <a:lnTo>
                  <a:pt x="356921" y="3"/>
                </a:lnTo>
                <a:lnTo>
                  <a:pt x="356638" y="12"/>
                </a:lnTo>
                <a:lnTo>
                  <a:pt x="356360" y="28"/>
                </a:lnTo>
                <a:lnTo>
                  <a:pt x="356087" y="50"/>
                </a:lnTo>
                <a:lnTo>
                  <a:pt x="355819" y="78"/>
                </a:lnTo>
                <a:lnTo>
                  <a:pt x="355556" y="112"/>
                </a:lnTo>
                <a:lnTo>
                  <a:pt x="355298" y="152"/>
                </a:lnTo>
                <a:lnTo>
                  <a:pt x="355046" y="199"/>
                </a:lnTo>
                <a:lnTo>
                  <a:pt x="354799" y="252"/>
                </a:lnTo>
                <a:lnTo>
                  <a:pt x="354556" y="311"/>
                </a:lnTo>
                <a:lnTo>
                  <a:pt x="354319" y="376"/>
                </a:lnTo>
                <a:lnTo>
                  <a:pt x="354087" y="448"/>
                </a:lnTo>
                <a:lnTo>
                  <a:pt x="353860" y="525"/>
                </a:lnTo>
                <a:lnTo>
                  <a:pt x="353638" y="609"/>
                </a:lnTo>
                <a:lnTo>
                  <a:pt x="353421" y="699"/>
                </a:lnTo>
                <a:lnTo>
                  <a:pt x="353210" y="796"/>
                </a:lnTo>
                <a:lnTo>
                  <a:pt x="353003" y="898"/>
                </a:lnTo>
                <a:lnTo>
                  <a:pt x="352801" y="1007"/>
                </a:lnTo>
                <a:lnTo>
                  <a:pt x="352605" y="1122"/>
                </a:lnTo>
                <a:lnTo>
                  <a:pt x="352414" y="1243"/>
                </a:lnTo>
                <a:lnTo>
                  <a:pt x="352228" y="1371"/>
                </a:lnTo>
                <a:lnTo>
                  <a:pt x="352046" y="1504"/>
                </a:lnTo>
                <a:lnTo>
                  <a:pt x="351870" y="1644"/>
                </a:lnTo>
                <a:lnTo>
                  <a:pt x="351700" y="1790"/>
                </a:lnTo>
                <a:lnTo>
                  <a:pt x="351535" y="1942"/>
                </a:lnTo>
                <a:lnTo>
                  <a:pt x="351377" y="2097"/>
                </a:lnTo>
                <a:lnTo>
                  <a:pt x="351226" y="2257"/>
                </a:lnTo>
                <a:lnTo>
                  <a:pt x="351083" y="2421"/>
                </a:lnTo>
                <a:lnTo>
                  <a:pt x="350946" y="2590"/>
                </a:lnTo>
                <a:lnTo>
                  <a:pt x="350816" y="2763"/>
                </a:lnTo>
                <a:lnTo>
                  <a:pt x="350694" y="2940"/>
                </a:lnTo>
                <a:lnTo>
                  <a:pt x="350578" y="3121"/>
                </a:lnTo>
                <a:lnTo>
                  <a:pt x="350470" y="3307"/>
                </a:lnTo>
                <a:lnTo>
                  <a:pt x="350368" y="3497"/>
                </a:lnTo>
                <a:lnTo>
                  <a:pt x="350273" y="3691"/>
                </a:lnTo>
                <a:lnTo>
                  <a:pt x="350186" y="3890"/>
                </a:lnTo>
                <a:lnTo>
                  <a:pt x="350105" y="4093"/>
                </a:lnTo>
                <a:lnTo>
                  <a:pt x="350031" y="4300"/>
                </a:lnTo>
                <a:lnTo>
                  <a:pt x="349965" y="4512"/>
                </a:lnTo>
                <a:lnTo>
                  <a:pt x="349905" y="4728"/>
                </a:lnTo>
                <a:lnTo>
                  <a:pt x="349853" y="4948"/>
                </a:lnTo>
                <a:lnTo>
                  <a:pt x="349807" y="5172"/>
                </a:lnTo>
                <a:lnTo>
                  <a:pt x="349769" y="5401"/>
                </a:lnTo>
                <a:lnTo>
                  <a:pt x="349737" y="5634"/>
                </a:lnTo>
                <a:lnTo>
                  <a:pt x="349713" y="5871"/>
                </a:lnTo>
                <a:lnTo>
                  <a:pt x="349695" y="6113"/>
                </a:lnTo>
                <a:lnTo>
                  <a:pt x="349685" y="6359"/>
                </a:lnTo>
                <a:lnTo>
                  <a:pt x="349681" y="6609"/>
                </a:lnTo>
                <a:lnTo>
                  <a:pt x="349685" y="6859"/>
                </a:lnTo>
                <a:lnTo>
                  <a:pt x="349695" y="7105"/>
                </a:lnTo>
                <a:lnTo>
                  <a:pt x="349713" y="7347"/>
                </a:lnTo>
                <a:lnTo>
                  <a:pt x="349737" y="7585"/>
                </a:lnTo>
                <a:lnTo>
                  <a:pt x="349769" y="7818"/>
                </a:lnTo>
                <a:lnTo>
                  <a:pt x="349807" y="8047"/>
                </a:lnTo>
                <a:lnTo>
                  <a:pt x="349853" y="8271"/>
                </a:lnTo>
                <a:lnTo>
                  <a:pt x="349905" y="8491"/>
                </a:lnTo>
                <a:lnTo>
                  <a:pt x="349965" y="8707"/>
                </a:lnTo>
                <a:lnTo>
                  <a:pt x="350031" y="8919"/>
                </a:lnTo>
                <a:lnTo>
                  <a:pt x="350105" y="9126"/>
                </a:lnTo>
                <a:lnTo>
                  <a:pt x="350186" y="9329"/>
                </a:lnTo>
                <a:lnTo>
                  <a:pt x="350273" y="9528"/>
                </a:lnTo>
                <a:lnTo>
                  <a:pt x="350368" y="9722"/>
                </a:lnTo>
                <a:lnTo>
                  <a:pt x="350470" y="9912"/>
                </a:lnTo>
                <a:lnTo>
                  <a:pt x="350578" y="10098"/>
                </a:lnTo>
                <a:lnTo>
                  <a:pt x="350694" y="10279"/>
                </a:lnTo>
                <a:lnTo>
                  <a:pt x="350816" y="10457"/>
                </a:lnTo>
                <a:lnTo>
                  <a:pt x="350946" y="10629"/>
                </a:lnTo>
                <a:lnTo>
                  <a:pt x="351083" y="10798"/>
                </a:lnTo>
                <a:lnTo>
                  <a:pt x="351226" y="10962"/>
                </a:lnTo>
                <a:lnTo>
                  <a:pt x="351377" y="11122"/>
                </a:lnTo>
                <a:lnTo>
                  <a:pt x="351535" y="11278"/>
                </a:lnTo>
                <a:lnTo>
                  <a:pt x="351700" y="11429"/>
                </a:lnTo>
                <a:lnTo>
                  <a:pt x="351870" y="11575"/>
                </a:lnTo>
                <a:lnTo>
                  <a:pt x="352046" y="11715"/>
                </a:lnTo>
                <a:lnTo>
                  <a:pt x="352228" y="11849"/>
                </a:lnTo>
                <a:lnTo>
                  <a:pt x="352414" y="11976"/>
                </a:lnTo>
                <a:lnTo>
                  <a:pt x="352605" y="12097"/>
                </a:lnTo>
                <a:lnTo>
                  <a:pt x="352801" y="12212"/>
                </a:lnTo>
                <a:lnTo>
                  <a:pt x="353003" y="12321"/>
                </a:lnTo>
                <a:lnTo>
                  <a:pt x="353210" y="12424"/>
                </a:lnTo>
                <a:lnTo>
                  <a:pt x="353421" y="12520"/>
                </a:lnTo>
                <a:lnTo>
                  <a:pt x="353638" y="12610"/>
                </a:lnTo>
                <a:lnTo>
                  <a:pt x="353860" y="12694"/>
                </a:lnTo>
                <a:lnTo>
                  <a:pt x="354087" y="12772"/>
                </a:lnTo>
                <a:lnTo>
                  <a:pt x="354319" y="12843"/>
                </a:lnTo>
                <a:lnTo>
                  <a:pt x="354556" y="12909"/>
                </a:lnTo>
                <a:lnTo>
                  <a:pt x="354799" y="12968"/>
                </a:lnTo>
                <a:lnTo>
                  <a:pt x="355046" y="13021"/>
                </a:lnTo>
                <a:lnTo>
                  <a:pt x="355298" y="13067"/>
                </a:lnTo>
                <a:lnTo>
                  <a:pt x="355556" y="13108"/>
                </a:lnTo>
                <a:lnTo>
                  <a:pt x="355819" y="13142"/>
                </a:lnTo>
                <a:lnTo>
                  <a:pt x="356087" y="13170"/>
                </a:lnTo>
                <a:lnTo>
                  <a:pt x="356360" y="13191"/>
                </a:lnTo>
                <a:lnTo>
                  <a:pt x="356638" y="13207"/>
                </a:lnTo>
                <a:lnTo>
                  <a:pt x="356921" y="13216"/>
                </a:lnTo>
                <a:lnTo>
                  <a:pt x="357209" y="13219"/>
                </a:lnTo>
                <a:lnTo>
                  <a:pt x="357497" y="13216"/>
                </a:lnTo>
                <a:lnTo>
                  <a:pt x="357780" y="13207"/>
                </a:lnTo>
                <a:lnTo>
                  <a:pt x="358058" y="13191"/>
                </a:lnTo>
                <a:lnTo>
                  <a:pt x="358331" y="13170"/>
                </a:lnTo>
                <a:close/>
                <a:moveTo>
                  <a:pt x="33150" y="61772"/>
                </a:moveTo>
                <a:lnTo>
                  <a:pt x="32931" y="61758"/>
                </a:lnTo>
                <a:lnTo>
                  <a:pt x="32715" y="61738"/>
                </a:lnTo>
                <a:lnTo>
                  <a:pt x="32504" y="61713"/>
                </a:lnTo>
                <a:lnTo>
                  <a:pt x="32296" y="61682"/>
                </a:lnTo>
                <a:lnTo>
                  <a:pt x="32092" y="61646"/>
                </a:lnTo>
                <a:lnTo>
                  <a:pt x="31893" y="61604"/>
                </a:lnTo>
                <a:lnTo>
                  <a:pt x="31697" y="61557"/>
                </a:lnTo>
                <a:lnTo>
                  <a:pt x="31505" y="61504"/>
                </a:lnTo>
                <a:lnTo>
                  <a:pt x="31318" y="61445"/>
                </a:lnTo>
                <a:lnTo>
                  <a:pt x="31134" y="61381"/>
                </a:lnTo>
                <a:lnTo>
                  <a:pt x="30954" y="61312"/>
                </a:lnTo>
                <a:lnTo>
                  <a:pt x="30779" y="61236"/>
                </a:lnTo>
                <a:lnTo>
                  <a:pt x="30607" y="61156"/>
                </a:lnTo>
                <a:lnTo>
                  <a:pt x="30439" y="61069"/>
                </a:lnTo>
                <a:lnTo>
                  <a:pt x="30275" y="60977"/>
                </a:lnTo>
                <a:lnTo>
                  <a:pt x="30116" y="60880"/>
                </a:lnTo>
                <a:lnTo>
                  <a:pt x="29960" y="60777"/>
                </a:lnTo>
                <a:lnTo>
                  <a:pt x="29808" y="60668"/>
                </a:lnTo>
                <a:lnTo>
                  <a:pt x="29660" y="60554"/>
                </a:lnTo>
                <a:lnTo>
                  <a:pt x="29516" y="60434"/>
                </a:lnTo>
                <a:lnTo>
                  <a:pt x="29376" y="60308"/>
                </a:lnTo>
                <a:lnTo>
                  <a:pt x="29241" y="60177"/>
                </a:lnTo>
                <a:lnTo>
                  <a:pt x="29109" y="60042"/>
                </a:lnTo>
                <a:lnTo>
                  <a:pt x="28984" y="59902"/>
                </a:lnTo>
                <a:lnTo>
                  <a:pt x="28864" y="59758"/>
                </a:lnTo>
                <a:lnTo>
                  <a:pt x="28750" y="59610"/>
                </a:lnTo>
                <a:lnTo>
                  <a:pt x="28641" y="59458"/>
                </a:lnTo>
                <a:lnTo>
                  <a:pt x="28538" y="59302"/>
                </a:lnTo>
                <a:lnTo>
                  <a:pt x="28440" y="59143"/>
                </a:lnTo>
                <a:lnTo>
                  <a:pt x="28348" y="58979"/>
                </a:lnTo>
                <a:lnTo>
                  <a:pt x="28261" y="58811"/>
                </a:lnTo>
                <a:lnTo>
                  <a:pt x="28181" y="58639"/>
                </a:lnTo>
                <a:lnTo>
                  <a:pt x="28105" y="58464"/>
                </a:lnTo>
                <a:lnTo>
                  <a:pt x="28035" y="58284"/>
                </a:lnTo>
                <a:lnTo>
                  <a:pt x="27971" y="58100"/>
                </a:lnTo>
                <a:lnTo>
                  <a:pt x="27913" y="57912"/>
                </a:lnTo>
                <a:lnTo>
                  <a:pt x="27860" y="57721"/>
                </a:lnTo>
                <a:lnTo>
                  <a:pt x="27812" y="57525"/>
                </a:lnTo>
                <a:lnTo>
                  <a:pt x="27770" y="57326"/>
                </a:lnTo>
                <a:lnTo>
                  <a:pt x="27734" y="57122"/>
                </a:lnTo>
                <a:lnTo>
                  <a:pt x="27704" y="56914"/>
                </a:lnTo>
                <a:lnTo>
                  <a:pt x="27678" y="56703"/>
                </a:lnTo>
                <a:lnTo>
                  <a:pt x="27659" y="56487"/>
                </a:lnTo>
                <a:lnTo>
                  <a:pt x="27645" y="56268"/>
                </a:lnTo>
                <a:lnTo>
                  <a:pt x="27637" y="56044"/>
                </a:lnTo>
                <a:lnTo>
                  <a:pt x="27634" y="55817"/>
                </a:lnTo>
                <a:lnTo>
                  <a:pt x="27634" y="5141"/>
                </a:lnTo>
                <a:lnTo>
                  <a:pt x="0" y="5141"/>
                </a:lnTo>
                <a:lnTo>
                  <a:pt x="0" y="15514"/>
                </a:lnTo>
                <a:lnTo>
                  <a:pt x="16158" y="15514"/>
                </a:lnTo>
                <a:lnTo>
                  <a:pt x="16158" y="55817"/>
                </a:lnTo>
                <a:lnTo>
                  <a:pt x="16162" y="56220"/>
                </a:lnTo>
                <a:lnTo>
                  <a:pt x="16173" y="56620"/>
                </a:lnTo>
                <a:lnTo>
                  <a:pt x="16191" y="57015"/>
                </a:lnTo>
                <a:lnTo>
                  <a:pt x="16217" y="57406"/>
                </a:lnTo>
                <a:lnTo>
                  <a:pt x="16250" y="57794"/>
                </a:lnTo>
                <a:lnTo>
                  <a:pt x="16290" y="58177"/>
                </a:lnTo>
                <a:lnTo>
                  <a:pt x="16338" y="58557"/>
                </a:lnTo>
                <a:lnTo>
                  <a:pt x="16393" y="58933"/>
                </a:lnTo>
                <a:lnTo>
                  <a:pt x="16455" y="59304"/>
                </a:lnTo>
                <a:lnTo>
                  <a:pt x="16525" y="59672"/>
                </a:lnTo>
                <a:lnTo>
                  <a:pt x="16602" y="60035"/>
                </a:lnTo>
                <a:lnTo>
                  <a:pt x="16686" y="60395"/>
                </a:lnTo>
                <a:lnTo>
                  <a:pt x="16778" y="60750"/>
                </a:lnTo>
                <a:lnTo>
                  <a:pt x="16877" y="61102"/>
                </a:lnTo>
                <a:lnTo>
                  <a:pt x="16983" y="61450"/>
                </a:lnTo>
                <a:lnTo>
                  <a:pt x="17097" y="61793"/>
                </a:lnTo>
                <a:lnTo>
                  <a:pt x="17218" y="62133"/>
                </a:lnTo>
                <a:lnTo>
                  <a:pt x="17346" y="62469"/>
                </a:lnTo>
                <a:lnTo>
                  <a:pt x="17481" y="62801"/>
                </a:lnTo>
                <a:lnTo>
                  <a:pt x="17624" y="63128"/>
                </a:lnTo>
                <a:lnTo>
                  <a:pt x="17775" y="63452"/>
                </a:lnTo>
                <a:lnTo>
                  <a:pt x="17932" y="63772"/>
                </a:lnTo>
                <a:lnTo>
                  <a:pt x="18097" y="64088"/>
                </a:lnTo>
                <a:lnTo>
                  <a:pt x="18269" y="64399"/>
                </a:lnTo>
                <a:lnTo>
                  <a:pt x="18448" y="64706"/>
                </a:lnTo>
                <a:lnTo>
                  <a:pt x="18632" y="65007"/>
                </a:lnTo>
                <a:lnTo>
                  <a:pt x="18822" y="65302"/>
                </a:lnTo>
                <a:lnTo>
                  <a:pt x="19018" y="65592"/>
                </a:lnTo>
                <a:lnTo>
                  <a:pt x="19219" y="65875"/>
                </a:lnTo>
                <a:lnTo>
                  <a:pt x="19425" y="66152"/>
                </a:lnTo>
                <a:lnTo>
                  <a:pt x="19637" y="66424"/>
                </a:lnTo>
                <a:lnTo>
                  <a:pt x="19855" y="66689"/>
                </a:lnTo>
                <a:lnTo>
                  <a:pt x="20079" y="66949"/>
                </a:lnTo>
                <a:lnTo>
                  <a:pt x="20307" y="67203"/>
                </a:lnTo>
                <a:lnTo>
                  <a:pt x="20542" y="67451"/>
                </a:lnTo>
                <a:lnTo>
                  <a:pt x="20782" y="67693"/>
                </a:lnTo>
                <a:lnTo>
                  <a:pt x="21028" y="67929"/>
                </a:lnTo>
                <a:lnTo>
                  <a:pt x="21279" y="68159"/>
                </a:lnTo>
                <a:lnTo>
                  <a:pt x="21536" y="68383"/>
                </a:lnTo>
                <a:lnTo>
                  <a:pt x="21798" y="68602"/>
                </a:lnTo>
                <a:lnTo>
                  <a:pt x="22066" y="68814"/>
                </a:lnTo>
                <a:lnTo>
                  <a:pt x="22340" y="69021"/>
                </a:lnTo>
                <a:lnTo>
                  <a:pt x="22619" y="69222"/>
                </a:lnTo>
                <a:lnTo>
                  <a:pt x="22904" y="69417"/>
                </a:lnTo>
                <a:lnTo>
                  <a:pt x="23194" y="69606"/>
                </a:lnTo>
                <a:lnTo>
                  <a:pt x="23490" y="69789"/>
                </a:lnTo>
                <a:lnTo>
                  <a:pt x="23791" y="69966"/>
                </a:lnTo>
                <a:lnTo>
                  <a:pt x="24098" y="70137"/>
                </a:lnTo>
                <a:lnTo>
                  <a:pt x="24410" y="70302"/>
                </a:lnTo>
                <a:lnTo>
                  <a:pt x="24727" y="70460"/>
                </a:lnTo>
                <a:lnTo>
                  <a:pt x="25047" y="70611"/>
                </a:lnTo>
                <a:lnTo>
                  <a:pt x="25372" y="70754"/>
                </a:lnTo>
                <a:lnTo>
                  <a:pt x="25702" y="70891"/>
                </a:lnTo>
                <a:lnTo>
                  <a:pt x="26035" y="71021"/>
                </a:lnTo>
                <a:lnTo>
                  <a:pt x="26373" y="71144"/>
                </a:lnTo>
                <a:lnTo>
                  <a:pt x="26715" y="71259"/>
                </a:lnTo>
                <a:lnTo>
                  <a:pt x="27062" y="71368"/>
                </a:lnTo>
                <a:lnTo>
                  <a:pt x="27412" y="71470"/>
                </a:lnTo>
                <a:lnTo>
                  <a:pt x="27767" y="71564"/>
                </a:lnTo>
                <a:lnTo>
                  <a:pt x="28127" y="71652"/>
                </a:lnTo>
                <a:lnTo>
                  <a:pt x="28491" y="71733"/>
                </a:lnTo>
                <a:lnTo>
                  <a:pt x="28859" y="71806"/>
                </a:lnTo>
                <a:lnTo>
                  <a:pt x="29231" y="71873"/>
                </a:lnTo>
                <a:lnTo>
                  <a:pt x="29607" y="71933"/>
                </a:lnTo>
                <a:lnTo>
                  <a:pt x="29988" y="71985"/>
                </a:lnTo>
                <a:lnTo>
                  <a:pt x="30373" y="72031"/>
                </a:lnTo>
                <a:lnTo>
                  <a:pt x="30763" y="72069"/>
                </a:lnTo>
                <a:lnTo>
                  <a:pt x="31157" y="72101"/>
                </a:lnTo>
                <a:lnTo>
                  <a:pt x="31555" y="72126"/>
                </a:lnTo>
                <a:lnTo>
                  <a:pt x="31957" y="72143"/>
                </a:lnTo>
                <a:lnTo>
                  <a:pt x="32364" y="72154"/>
                </a:lnTo>
                <a:lnTo>
                  <a:pt x="32775" y="72157"/>
                </a:lnTo>
                <a:lnTo>
                  <a:pt x="48841" y="72157"/>
                </a:lnTo>
                <a:lnTo>
                  <a:pt x="48841" y="61783"/>
                </a:lnTo>
                <a:lnTo>
                  <a:pt x="33601" y="61783"/>
                </a:lnTo>
                <a:lnTo>
                  <a:pt x="33374" y="61780"/>
                </a:lnTo>
                <a:lnTo>
                  <a:pt x="33150" y="61772"/>
                </a:lnTo>
                <a:close/>
                <a:moveTo>
                  <a:pt x="198944" y="29295"/>
                </a:moveTo>
                <a:lnTo>
                  <a:pt x="198810" y="28878"/>
                </a:lnTo>
                <a:lnTo>
                  <a:pt x="198663" y="28470"/>
                </a:lnTo>
                <a:lnTo>
                  <a:pt x="198504" y="28071"/>
                </a:lnTo>
                <a:lnTo>
                  <a:pt x="198332" y="27681"/>
                </a:lnTo>
                <a:lnTo>
                  <a:pt x="198147" y="27300"/>
                </a:lnTo>
                <a:lnTo>
                  <a:pt x="197949" y="26929"/>
                </a:lnTo>
                <a:lnTo>
                  <a:pt x="197739" y="26566"/>
                </a:lnTo>
                <a:lnTo>
                  <a:pt x="197516" y="26212"/>
                </a:lnTo>
                <a:lnTo>
                  <a:pt x="197280" y="25868"/>
                </a:lnTo>
                <a:lnTo>
                  <a:pt x="197031" y="25532"/>
                </a:lnTo>
                <a:lnTo>
                  <a:pt x="196770" y="25206"/>
                </a:lnTo>
                <a:lnTo>
                  <a:pt x="196495" y="24889"/>
                </a:lnTo>
                <a:lnTo>
                  <a:pt x="196208" y="24581"/>
                </a:lnTo>
                <a:lnTo>
                  <a:pt x="195909" y="24282"/>
                </a:lnTo>
                <a:lnTo>
                  <a:pt x="195598" y="23993"/>
                </a:lnTo>
                <a:lnTo>
                  <a:pt x="195279" y="23717"/>
                </a:lnTo>
                <a:lnTo>
                  <a:pt x="194951" y="23453"/>
                </a:lnTo>
                <a:lnTo>
                  <a:pt x="194613" y="23202"/>
                </a:lnTo>
                <a:lnTo>
                  <a:pt x="194267" y="22962"/>
                </a:lnTo>
                <a:lnTo>
                  <a:pt x="193912" y="22735"/>
                </a:lnTo>
                <a:lnTo>
                  <a:pt x="193548" y="22521"/>
                </a:lnTo>
                <a:lnTo>
                  <a:pt x="193175" y="22318"/>
                </a:lnTo>
                <a:lnTo>
                  <a:pt x="192794" y="22128"/>
                </a:lnTo>
                <a:lnTo>
                  <a:pt x="192403" y="21950"/>
                </a:lnTo>
                <a:lnTo>
                  <a:pt x="192003" y="21784"/>
                </a:lnTo>
                <a:lnTo>
                  <a:pt x="191595" y="21631"/>
                </a:lnTo>
                <a:lnTo>
                  <a:pt x="191177" y="21490"/>
                </a:lnTo>
                <a:lnTo>
                  <a:pt x="190751" y="21361"/>
                </a:lnTo>
                <a:lnTo>
                  <a:pt x="190315" y="21244"/>
                </a:lnTo>
                <a:lnTo>
                  <a:pt x="189871" y="21140"/>
                </a:lnTo>
                <a:lnTo>
                  <a:pt x="189418" y="21048"/>
                </a:lnTo>
                <a:lnTo>
                  <a:pt x="188956" y="20968"/>
                </a:lnTo>
                <a:lnTo>
                  <a:pt x="188484" y="20901"/>
                </a:lnTo>
                <a:lnTo>
                  <a:pt x="188004" y="20846"/>
                </a:lnTo>
                <a:lnTo>
                  <a:pt x="187516" y="20803"/>
                </a:lnTo>
                <a:lnTo>
                  <a:pt x="187018" y="20772"/>
                </a:lnTo>
                <a:lnTo>
                  <a:pt x="186511" y="20754"/>
                </a:lnTo>
                <a:lnTo>
                  <a:pt x="185995" y="20747"/>
                </a:lnTo>
                <a:lnTo>
                  <a:pt x="185365" y="20756"/>
                </a:lnTo>
                <a:lnTo>
                  <a:pt x="184746" y="20784"/>
                </a:lnTo>
                <a:lnTo>
                  <a:pt x="184137" y="20829"/>
                </a:lnTo>
                <a:lnTo>
                  <a:pt x="183539" y="20893"/>
                </a:lnTo>
                <a:lnTo>
                  <a:pt x="182952" y="20975"/>
                </a:lnTo>
                <a:lnTo>
                  <a:pt x="182374" y="21074"/>
                </a:lnTo>
                <a:lnTo>
                  <a:pt x="181808" y="21193"/>
                </a:lnTo>
                <a:lnTo>
                  <a:pt x="181252" y="21329"/>
                </a:lnTo>
                <a:lnTo>
                  <a:pt x="180706" y="21483"/>
                </a:lnTo>
                <a:lnTo>
                  <a:pt x="180171" y="21656"/>
                </a:lnTo>
                <a:lnTo>
                  <a:pt x="179646" y="21847"/>
                </a:lnTo>
                <a:lnTo>
                  <a:pt x="179132" y="22056"/>
                </a:lnTo>
                <a:lnTo>
                  <a:pt x="178629" y="22283"/>
                </a:lnTo>
                <a:lnTo>
                  <a:pt x="178136" y="22528"/>
                </a:lnTo>
                <a:lnTo>
                  <a:pt x="177653" y="22792"/>
                </a:lnTo>
                <a:lnTo>
                  <a:pt x="177181" y="23073"/>
                </a:lnTo>
                <a:lnTo>
                  <a:pt x="176720" y="23373"/>
                </a:lnTo>
                <a:lnTo>
                  <a:pt x="176269" y="23691"/>
                </a:lnTo>
                <a:lnTo>
                  <a:pt x="175829" y="24027"/>
                </a:lnTo>
                <a:lnTo>
                  <a:pt x="175399" y="24382"/>
                </a:lnTo>
                <a:lnTo>
                  <a:pt x="174979" y="24754"/>
                </a:lnTo>
                <a:lnTo>
                  <a:pt x="174570" y="25145"/>
                </a:lnTo>
                <a:lnTo>
                  <a:pt x="174172" y="25554"/>
                </a:lnTo>
                <a:lnTo>
                  <a:pt x="173784" y="25981"/>
                </a:lnTo>
                <a:lnTo>
                  <a:pt x="173410" y="26423"/>
                </a:lnTo>
                <a:lnTo>
                  <a:pt x="173051" y="26878"/>
                </a:lnTo>
                <a:lnTo>
                  <a:pt x="172709" y="27346"/>
                </a:lnTo>
                <a:lnTo>
                  <a:pt x="172382" y="27827"/>
                </a:lnTo>
                <a:lnTo>
                  <a:pt x="172071" y="28320"/>
                </a:lnTo>
                <a:lnTo>
                  <a:pt x="171777" y="28826"/>
                </a:lnTo>
                <a:lnTo>
                  <a:pt x="171498" y="29345"/>
                </a:lnTo>
                <a:lnTo>
                  <a:pt x="171235" y="29877"/>
                </a:lnTo>
                <a:lnTo>
                  <a:pt x="170988" y="30421"/>
                </a:lnTo>
                <a:lnTo>
                  <a:pt x="170757" y="30979"/>
                </a:lnTo>
                <a:lnTo>
                  <a:pt x="170542" y="31548"/>
                </a:lnTo>
                <a:lnTo>
                  <a:pt x="170343" y="32131"/>
                </a:lnTo>
                <a:lnTo>
                  <a:pt x="170159" y="32726"/>
                </a:lnTo>
                <a:lnTo>
                  <a:pt x="169992" y="33335"/>
                </a:lnTo>
                <a:lnTo>
                  <a:pt x="169841" y="33956"/>
                </a:lnTo>
                <a:lnTo>
                  <a:pt x="169705" y="34589"/>
                </a:lnTo>
                <a:lnTo>
                  <a:pt x="169586" y="35236"/>
                </a:lnTo>
                <a:lnTo>
                  <a:pt x="169482" y="35895"/>
                </a:lnTo>
                <a:lnTo>
                  <a:pt x="169394" y="36567"/>
                </a:lnTo>
                <a:lnTo>
                  <a:pt x="169323" y="37252"/>
                </a:lnTo>
                <a:lnTo>
                  <a:pt x="169267" y="37949"/>
                </a:lnTo>
                <a:lnTo>
                  <a:pt x="169227" y="38659"/>
                </a:lnTo>
                <a:lnTo>
                  <a:pt x="169203" y="39382"/>
                </a:lnTo>
                <a:lnTo>
                  <a:pt x="169195" y="40118"/>
                </a:lnTo>
                <a:lnTo>
                  <a:pt x="169195" y="53797"/>
                </a:lnTo>
                <a:lnTo>
                  <a:pt x="169203" y="54525"/>
                </a:lnTo>
                <a:lnTo>
                  <a:pt x="169227" y="55241"/>
                </a:lnTo>
                <a:lnTo>
                  <a:pt x="169268" y="55944"/>
                </a:lnTo>
                <a:lnTo>
                  <a:pt x="169324" y="56635"/>
                </a:lnTo>
                <a:lnTo>
                  <a:pt x="169396" y="57313"/>
                </a:lnTo>
                <a:lnTo>
                  <a:pt x="169485" y="57979"/>
                </a:lnTo>
                <a:lnTo>
                  <a:pt x="169590" y="58633"/>
                </a:lnTo>
                <a:lnTo>
                  <a:pt x="169710" y="59274"/>
                </a:lnTo>
                <a:lnTo>
                  <a:pt x="169847" y="59903"/>
                </a:lnTo>
                <a:lnTo>
                  <a:pt x="170000" y="60519"/>
                </a:lnTo>
                <a:lnTo>
                  <a:pt x="170169" y="61123"/>
                </a:lnTo>
                <a:lnTo>
                  <a:pt x="170354" y="61714"/>
                </a:lnTo>
                <a:lnTo>
                  <a:pt x="170555" y="62293"/>
                </a:lnTo>
                <a:lnTo>
                  <a:pt x="170773" y="62860"/>
                </a:lnTo>
                <a:lnTo>
                  <a:pt x="171006" y="63414"/>
                </a:lnTo>
                <a:lnTo>
                  <a:pt x="171255" y="63956"/>
                </a:lnTo>
                <a:lnTo>
                  <a:pt x="171521" y="64485"/>
                </a:lnTo>
                <a:lnTo>
                  <a:pt x="171803" y="65002"/>
                </a:lnTo>
                <a:lnTo>
                  <a:pt x="172100" y="65507"/>
                </a:lnTo>
                <a:lnTo>
                  <a:pt x="172414" y="65999"/>
                </a:lnTo>
                <a:lnTo>
                  <a:pt x="172744" y="66478"/>
                </a:lnTo>
                <a:lnTo>
                  <a:pt x="173090" y="66946"/>
                </a:lnTo>
                <a:lnTo>
                  <a:pt x="173452" y="67400"/>
                </a:lnTo>
                <a:lnTo>
                  <a:pt x="173831" y="67843"/>
                </a:lnTo>
                <a:lnTo>
                  <a:pt x="174222" y="68270"/>
                </a:lnTo>
                <a:lnTo>
                  <a:pt x="174623" y="68678"/>
                </a:lnTo>
                <a:lnTo>
                  <a:pt x="175035" y="69069"/>
                </a:lnTo>
                <a:lnTo>
                  <a:pt x="175456" y="69441"/>
                </a:lnTo>
                <a:lnTo>
                  <a:pt x="175888" y="69796"/>
                </a:lnTo>
                <a:lnTo>
                  <a:pt x="176330" y="70132"/>
                </a:lnTo>
                <a:lnTo>
                  <a:pt x="176781" y="70450"/>
                </a:lnTo>
                <a:lnTo>
                  <a:pt x="177243" y="70749"/>
                </a:lnTo>
                <a:lnTo>
                  <a:pt x="177715" y="71031"/>
                </a:lnTo>
                <a:lnTo>
                  <a:pt x="178196" y="71294"/>
                </a:lnTo>
                <a:lnTo>
                  <a:pt x="178688" y="71540"/>
                </a:lnTo>
                <a:lnTo>
                  <a:pt x="179190" y="71767"/>
                </a:lnTo>
                <a:lnTo>
                  <a:pt x="179702" y="71976"/>
                </a:lnTo>
                <a:lnTo>
                  <a:pt x="180224" y="72166"/>
                </a:lnTo>
                <a:lnTo>
                  <a:pt x="180756" y="72339"/>
                </a:lnTo>
                <a:lnTo>
                  <a:pt x="181298" y="72493"/>
                </a:lnTo>
                <a:lnTo>
                  <a:pt x="181850" y="72630"/>
                </a:lnTo>
                <a:lnTo>
                  <a:pt x="182412" y="72748"/>
                </a:lnTo>
                <a:lnTo>
                  <a:pt x="182984" y="72848"/>
                </a:lnTo>
                <a:lnTo>
                  <a:pt x="183566" y="72929"/>
                </a:lnTo>
                <a:lnTo>
                  <a:pt x="184158" y="72993"/>
                </a:lnTo>
                <a:lnTo>
                  <a:pt x="184761" y="73038"/>
                </a:lnTo>
                <a:lnTo>
                  <a:pt x="185373" y="73066"/>
                </a:lnTo>
                <a:lnTo>
                  <a:pt x="185995" y="73075"/>
                </a:lnTo>
                <a:lnTo>
                  <a:pt x="186511" y="73069"/>
                </a:lnTo>
                <a:lnTo>
                  <a:pt x="187018" y="73050"/>
                </a:lnTo>
                <a:lnTo>
                  <a:pt x="187516" y="73019"/>
                </a:lnTo>
                <a:lnTo>
                  <a:pt x="188004" y="72976"/>
                </a:lnTo>
                <a:lnTo>
                  <a:pt x="188484" y="72921"/>
                </a:lnTo>
                <a:lnTo>
                  <a:pt x="188956" y="72854"/>
                </a:lnTo>
                <a:lnTo>
                  <a:pt x="189418" y="72774"/>
                </a:lnTo>
                <a:lnTo>
                  <a:pt x="189871" y="72682"/>
                </a:lnTo>
                <a:lnTo>
                  <a:pt x="190315" y="72578"/>
                </a:lnTo>
                <a:lnTo>
                  <a:pt x="190751" y="72461"/>
                </a:lnTo>
                <a:lnTo>
                  <a:pt x="191177" y="72332"/>
                </a:lnTo>
                <a:lnTo>
                  <a:pt x="191595" y="72191"/>
                </a:lnTo>
                <a:lnTo>
                  <a:pt x="192003" y="72038"/>
                </a:lnTo>
                <a:lnTo>
                  <a:pt x="192403" y="71872"/>
                </a:lnTo>
                <a:lnTo>
                  <a:pt x="192794" y="71694"/>
                </a:lnTo>
                <a:lnTo>
                  <a:pt x="193175" y="71504"/>
                </a:lnTo>
                <a:lnTo>
                  <a:pt x="193548" y="71301"/>
                </a:lnTo>
                <a:lnTo>
                  <a:pt x="193912" y="71087"/>
                </a:lnTo>
                <a:lnTo>
                  <a:pt x="194267" y="70860"/>
                </a:lnTo>
                <a:lnTo>
                  <a:pt x="194613" y="70620"/>
                </a:lnTo>
                <a:lnTo>
                  <a:pt x="194951" y="70369"/>
                </a:lnTo>
                <a:lnTo>
                  <a:pt x="195279" y="70105"/>
                </a:lnTo>
                <a:lnTo>
                  <a:pt x="195598" y="69829"/>
                </a:lnTo>
                <a:lnTo>
                  <a:pt x="195909" y="69540"/>
                </a:lnTo>
                <a:lnTo>
                  <a:pt x="196208" y="69241"/>
                </a:lnTo>
                <a:lnTo>
                  <a:pt x="196495" y="68933"/>
                </a:lnTo>
                <a:lnTo>
                  <a:pt x="196770" y="68616"/>
                </a:lnTo>
                <a:lnTo>
                  <a:pt x="197031" y="68290"/>
                </a:lnTo>
                <a:lnTo>
                  <a:pt x="197280" y="67954"/>
                </a:lnTo>
                <a:lnTo>
                  <a:pt x="197516" y="67610"/>
                </a:lnTo>
                <a:lnTo>
                  <a:pt x="197739" y="67256"/>
                </a:lnTo>
                <a:lnTo>
                  <a:pt x="197949" y="66893"/>
                </a:lnTo>
                <a:lnTo>
                  <a:pt x="198147" y="66522"/>
                </a:lnTo>
                <a:lnTo>
                  <a:pt x="198332" y="66141"/>
                </a:lnTo>
                <a:lnTo>
                  <a:pt x="198504" y="65751"/>
                </a:lnTo>
                <a:lnTo>
                  <a:pt x="198663" y="65352"/>
                </a:lnTo>
                <a:lnTo>
                  <a:pt x="198810" y="64944"/>
                </a:lnTo>
                <a:lnTo>
                  <a:pt x="198944" y="64527"/>
                </a:lnTo>
                <a:lnTo>
                  <a:pt x="199065" y="64100"/>
                </a:lnTo>
                <a:lnTo>
                  <a:pt x="199174" y="63665"/>
                </a:lnTo>
                <a:lnTo>
                  <a:pt x="199269" y="63221"/>
                </a:lnTo>
                <a:lnTo>
                  <a:pt x="199352" y="62767"/>
                </a:lnTo>
                <a:lnTo>
                  <a:pt x="199390" y="62518"/>
                </a:lnTo>
                <a:lnTo>
                  <a:pt x="199582" y="62518"/>
                </a:lnTo>
                <a:lnTo>
                  <a:pt x="199582" y="72157"/>
                </a:lnTo>
                <a:lnTo>
                  <a:pt x="210781" y="72157"/>
                </a:lnTo>
                <a:lnTo>
                  <a:pt x="210781" y="5141"/>
                </a:lnTo>
                <a:lnTo>
                  <a:pt x="199306" y="5141"/>
                </a:lnTo>
                <a:lnTo>
                  <a:pt x="199306" y="19278"/>
                </a:lnTo>
                <a:lnTo>
                  <a:pt x="199673" y="31304"/>
                </a:lnTo>
                <a:lnTo>
                  <a:pt x="199390" y="31304"/>
                </a:lnTo>
                <a:lnTo>
                  <a:pt x="199352" y="31055"/>
                </a:lnTo>
                <a:lnTo>
                  <a:pt x="199269" y="30601"/>
                </a:lnTo>
                <a:lnTo>
                  <a:pt x="199174" y="30157"/>
                </a:lnTo>
                <a:lnTo>
                  <a:pt x="199065" y="29722"/>
                </a:lnTo>
                <a:lnTo>
                  <a:pt x="198944" y="29295"/>
                </a:lnTo>
                <a:close/>
                <a:moveTo>
                  <a:pt x="188281" y="63048"/>
                </a:moveTo>
                <a:lnTo>
                  <a:pt x="187951" y="62999"/>
                </a:lnTo>
                <a:lnTo>
                  <a:pt x="187627" y="62941"/>
                </a:lnTo>
                <a:lnTo>
                  <a:pt x="187310" y="62874"/>
                </a:lnTo>
                <a:lnTo>
                  <a:pt x="187000" y="62798"/>
                </a:lnTo>
                <a:lnTo>
                  <a:pt x="186696" y="62713"/>
                </a:lnTo>
                <a:lnTo>
                  <a:pt x="186399" y="62620"/>
                </a:lnTo>
                <a:lnTo>
                  <a:pt x="186109" y="62517"/>
                </a:lnTo>
                <a:lnTo>
                  <a:pt x="185825" y="62406"/>
                </a:lnTo>
                <a:lnTo>
                  <a:pt x="185549" y="62285"/>
                </a:lnTo>
                <a:lnTo>
                  <a:pt x="185278" y="62156"/>
                </a:lnTo>
                <a:lnTo>
                  <a:pt x="185015" y="62017"/>
                </a:lnTo>
                <a:lnTo>
                  <a:pt x="184758" y="61870"/>
                </a:lnTo>
                <a:lnTo>
                  <a:pt x="184508" y="61714"/>
                </a:lnTo>
                <a:lnTo>
                  <a:pt x="184265" y="61549"/>
                </a:lnTo>
                <a:lnTo>
                  <a:pt x="184028" y="61375"/>
                </a:lnTo>
                <a:lnTo>
                  <a:pt x="183798" y="61192"/>
                </a:lnTo>
                <a:lnTo>
                  <a:pt x="183575" y="61000"/>
                </a:lnTo>
                <a:lnTo>
                  <a:pt x="183359" y="60799"/>
                </a:lnTo>
                <a:lnTo>
                  <a:pt x="183149" y="60589"/>
                </a:lnTo>
                <a:lnTo>
                  <a:pt x="182947" y="60371"/>
                </a:lnTo>
                <a:lnTo>
                  <a:pt x="182753" y="60146"/>
                </a:lnTo>
                <a:lnTo>
                  <a:pt x="182568" y="59912"/>
                </a:lnTo>
                <a:lnTo>
                  <a:pt x="182392" y="59671"/>
                </a:lnTo>
                <a:lnTo>
                  <a:pt x="182224" y="59423"/>
                </a:lnTo>
                <a:lnTo>
                  <a:pt x="182065" y="59166"/>
                </a:lnTo>
                <a:lnTo>
                  <a:pt x="181914" y="58902"/>
                </a:lnTo>
                <a:lnTo>
                  <a:pt x="181772" y="58631"/>
                </a:lnTo>
                <a:lnTo>
                  <a:pt x="181639" y="58352"/>
                </a:lnTo>
                <a:lnTo>
                  <a:pt x="181514" y="58065"/>
                </a:lnTo>
                <a:lnTo>
                  <a:pt x="181398" y="57770"/>
                </a:lnTo>
                <a:lnTo>
                  <a:pt x="181290" y="57468"/>
                </a:lnTo>
                <a:lnTo>
                  <a:pt x="181191" y="57158"/>
                </a:lnTo>
                <a:lnTo>
                  <a:pt x="181101" y="56841"/>
                </a:lnTo>
                <a:lnTo>
                  <a:pt x="181019" y="56516"/>
                </a:lnTo>
                <a:lnTo>
                  <a:pt x="180946" y="56183"/>
                </a:lnTo>
                <a:lnTo>
                  <a:pt x="180881" y="55843"/>
                </a:lnTo>
                <a:lnTo>
                  <a:pt x="180826" y="55495"/>
                </a:lnTo>
                <a:lnTo>
                  <a:pt x="180778" y="55139"/>
                </a:lnTo>
                <a:lnTo>
                  <a:pt x="180740" y="54776"/>
                </a:lnTo>
                <a:lnTo>
                  <a:pt x="180709" y="54405"/>
                </a:lnTo>
                <a:lnTo>
                  <a:pt x="180688" y="54026"/>
                </a:lnTo>
                <a:lnTo>
                  <a:pt x="180675" y="53640"/>
                </a:lnTo>
                <a:lnTo>
                  <a:pt x="180671" y="53246"/>
                </a:lnTo>
                <a:lnTo>
                  <a:pt x="180671" y="40577"/>
                </a:lnTo>
                <a:lnTo>
                  <a:pt x="180675" y="40183"/>
                </a:lnTo>
                <a:lnTo>
                  <a:pt x="180688" y="39797"/>
                </a:lnTo>
                <a:lnTo>
                  <a:pt x="180709" y="39418"/>
                </a:lnTo>
                <a:lnTo>
                  <a:pt x="180740" y="39047"/>
                </a:lnTo>
                <a:lnTo>
                  <a:pt x="180778" y="38684"/>
                </a:lnTo>
                <a:lnTo>
                  <a:pt x="180826" y="38328"/>
                </a:lnTo>
                <a:lnTo>
                  <a:pt x="180881" y="37980"/>
                </a:lnTo>
                <a:lnTo>
                  <a:pt x="180946" y="37639"/>
                </a:lnTo>
                <a:lnTo>
                  <a:pt x="181019" y="37307"/>
                </a:lnTo>
                <a:lnTo>
                  <a:pt x="181101" y="36982"/>
                </a:lnTo>
                <a:lnTo>
                  <a:pt x="181191" y="36664"/>
                </a:lnTo>
                <a:lnTo>
                  <a:pt x="181290" y="36354"/>
                </a:lnTo>
                <a:lnTo>
                  <a:pt x="181398" y="36052"/>
                </a:lnTo>
                <a:lnTo>
                  <a:pt x="181514" y="35757"/>
                </a:lnTo>
                <a:lnTo>
                  <a:pt x="181639" y="35471"/>
                </a:lnTo>
                <a:lnTo>
                  <a:pt x="181772" y="35191"/>
                </a:lnTo>
                <a:lnTo>
                  <a:pt x="181914" y="34920"/>
                </a:lnTo>
                <a:lnTo>
                  <a:pt x="182065" y="34656"/>
                </a:lnTo>
                <a:lnTo>
                  <a:pt x="182224" y="34399"/>
                </a:lnTo>
                <a:lnTo>
                  <a:pt x="182392" y="34151"/>
                </a:lnTo>
                <a:lnTo>
                  <a:pt x="182568" y="33910"/>
                </a:lnTo>
                <a:lnTo>
                  <a:pt x="182753" y="33677"/>
                </a:lnTo>
                <a:lnTo>
                  <a:pt x="182947" y="33451"/>
                </a:lnTo>
                <a:lnTo>
                  <a:pt x="183149" y="33233"/>
                </a:lnTo>
                <a:lnTo>
                  <a:pt x="183359" y="33023"/>
                </a:lnTo>
                <a:lnTo>
                  <a:pt x="183575" y="32822"/>
                </a:lnTo>
                <a:lnTo>
                  <a:pt x="183798" y="32630"/>
                </a:lnTo>
                <a:lnTo>
                  <a:pt x="184028" y="32447"/>
                </a:lnTo>
                <a:lnTo>
                  <a:pt x="184265" y="32273"/>
                </a:lnTo>
                <a:lnTo>
                  <a:pt x="184508" y="32108"/>
                </a:lnTo>
                <a:lnTo>
                  <a:pt x="184758" y="31952"/>
                </a:lnTo>
                <a:lnTo>
                  <a:pt x="185015" y="31805"/>
                </a:lnTo>
                <a:lnTo>
                  <a:pt x="185278" y="31666"/>
                </a:lnTo>
                <a:lnTo>
                  <a:pt x="185549" y="31537"/>
                </a:lnTo>
                <a:lnTo>
                  <a:pt x="185825" y="31417"/>
                </a:lnTo>
                <a:lnTo>
                  <a:pt x="186109" y="31305"/>
                </a:lnTo>
                <a:lnTo>
                  <a:pt x="186399" y="31202"/>
                </a:lnTo>
                <a:lnTo>
                  <a:pt x="186696" y="31109"/>
                </a:lnTo>
                <a:lnTo>
                  <a:pt x="187000" y="31024"/>
                </a:lnTo>
                <a:lnTo>
                  <a:pt x="187310" y="30948"/>
                </a:lnTo>
                <a:lnTo>
                  <a:pt x="187627" y="30881"/>
                </a:lnTo>
                <a:lnTo>
                  <a:pt x="187951" y="30823"/>
                </a:lnTo>
                <a:lnTo>
                  <a:pt x="188281" y="30774"/>
                </a:lnTo>
                <a:lnTo>
                  <a:pt x="188618" y="30734"/>
                </a:lnTo>
                <a:lnTo>
                  <a:pt x="188962" y="30702"/>
                </a:lnTo>
                <a:lnTo>
                  <a:pt x="189313" y="30680"/>
                </a:lnTo>
                <a:lnTo>
                  <a:pt x="189670" y="30667"/>
                </a:lnTo>
                <a:lnTo>
                  <a:pt x="190034" y="30662"/>
                </a:lnTo>
                <a:lnTo>
                  <a:pt x="190398" y="30667"/>
                </a:lnTo>
                <a:lnTo>
                  <a:pt x="190754" y="30680"/>
                </a:lnTo>
                <a:lnTo>
                  <a:pt x="191105" y="30703"/>
                </a:lnTo>
                <a:lnTo>
                  <a:pt x="191448" y="30735"/>
                </a:lnTo>
                <a:lnTo>
                  <a:pt x="191784" y="30776"/>
                </a:lnTo>
                <a:lnTo>
                  <a:pt x="192114" y="30826"/>
                </a:lnTo>
                <a:lnTo>
                  <a:pt x="192436" y="30885"/>
                </a:lnTo>
                <a:lnTo>
                  <a:pt x="192752" y="30953"/>
                </a:lnTo>
                <a:lnTo>
                  <a:pt x="193061" y="31030"/>
                </a:lnTo>
                <a:lnTo>
                  <a:pt x="193363" y="31117"/>
                </a:lnTo>
                <a:lnTo>
                  <a:pt x="193658" y="31212"/>
                </a:lnTo>
                <a:lnTo>
                  <a:pt x="193947" y="31317"/>
                </a:lnTo>
                <a:lnTo>
                  <a:pt x="194228" y="31430"/>
                </a:lnTo>
                <a:lnTo>
                  <a:pt x="194503" y="31553"/>
                </a:lnTo>
                <a:lnTo>
                  <a:pt x="194771" y="31684"/>
                </a:lnTo>
                <a:lnTo>
                  <a:pt x="195032" y="31825"/>
                </a:lnTo>
                <a:lnTo>
                  <a:pt x="195286" y="31975"/>
                </a:lnTo>
                <a:lnTo>
                  <a:pt x="195533" y="32134"/>
                </a:lnTo>
                <a:lnTo>
                  <a:pt x="195773" y="32302"/>
                </a:lnTo>
                <a:lnTo>
                  <a:pt x="196007" y="32479"/>
                </a:lnTo>
                <a:lnTo>
                  <a:pt x="196234" y="32666"/>
                </a:lnTo>
                <a:lnTo>
                  <a:pt x="196453" y="32861"/>
                </a:lnTo>
                <a:lnTo>
                  <a:pt x="196666" y="33066"/>
                </a:lnTo>
                <a:lnTo>
                  <a:pt x="196872" y="33279"/>
                </a:lnTo>
                <a:lnTo>
                  <a:pt x="197071" y="33501"/>
                </a:lnTo>
                <a:lnTo>
                  <a:pt x="197261" y="33729"/>
                </a:lnTo>
                <a:lnTo>
                  <a:pt x="197443" y="33965"/>
                </a:lnTo>
                <a:lnTo>
                  <a:pt x="197616" y="34208"/>
                </a:lnTo>
                <a:lnTo>
                  <a:pt x="197781" y="34458"/>
                </a:lnTo>
                <a:lnTo>
                  <a:pt x="197937" y="34716"/>
                </a:lnTo>
                <a:lnTo>
                  <a:pt x="198085" y="34981"/>
                </a:lnTo>
                <a:lnTo>
                  <a:pt x="198224" y="35252"/>
                </a:lnTo>
                <a:lnTo>
                  <a:pt x="198355" y="35531"/>
                </a:lnTo>
                <a:lnTo>
                  <a:pt x="198478" y="35817"/>
                </a:lnTo>
                <a:lnTo>
                  <a:pt x="198592" y="36111"/>
                </a:lnTo>
                <a:lnTo>
                  <a:pt x="198697" y="36411"/>
                </a:lnTo>
                <a:lnTo>
                  <a:pt x="198795" y="36719"/>
                </a:lnTo>
                <a:lnTo>
                  <a:pt x="198883" y="37034"/>
                </a:lnTo>
                <a:lnTo>
                  <a:pt x="198963" y="37356"/>
                </a:lnTo>
                <a:lnTo>
                  <a:pt x="199035" y="37685"/>
                </a:lnTo>
                <a:lnTo>
                  <a:pt x="199099" y="38021"/>
                </a:lnTo>
                <a:lnTo>
                  <a:pt x="199154" y="38365"/>
                </a:lnTo>
                <a:lnTo>
                  <a:pt x="199200" y="38716"/>
                </a:lnTo>
                <a:lnTo>
                  <a:pt x="199238" y="39074"/>
                </a:lnTo>
                <a:lnTo>
                  <a:pt x="199268" y="39439"/>
                </a:lnTo>
                <a:lnTo>
                  <a:pt x="199289" y="39811"/>
                </a:lnTo>
                <a:lnTo>
                  <a:pt x="199301" y="40191"/>
                </a:lnTo>
                <a:lnTo>
                  <a:pt x="199306" y="40577"/>
                </a:lnTo>
                <a:lnTo>
                  <a:pt x="199306" y="53246"/>
                </a:lnTo>
                <a:lnTo>
                  <a:pt x="199301" y="53633"/>
                </a:lnTo>
                <a:lnTo>
                  <a:pt x="199289" y="54012"/>
                </a:lnTo>
                <a:lnTo>
                  <a:pt x="199268" y="54384"/>
                </a:lnTo>
                <a:lnTo>
                  <a:pt x="199238" y="54749"/>
                </a:lnTo>
                <a:lnTo>
                  <a:pt x="199200" y="55107"/>
                </a:lnTo>
                <a:lnTo>
                  <a:pt x="199154" y="55458"/>
                </a:lnTo>
                <a:lnTo>
                  <a:pt x="199099" y="55801"/>
                </a:lnTo>
                <a:lnTo>
                  <a:pt x="199035" y="56138"/>
                </a:lnTo>
                <a:lnTo>
                  <a:pt x="198963" y="56467"/>
                </a:lnTo>
                <a:lnTo>
                  <a:pt x="198883" y="56789"/>
                </a:lnTo>
                <a:lnTo>
                  <a:pt x="198795" y="57104"/>
                </a:lnTo>
                <a:lnTo>
                  <a:pt x="198697" y="57411"/>
                </a:lnTo>
                <a:lnTo>
                  <a:pt x="198592" y="57712"/>
                </a:lnTo>
                <a:lnTo>
                  <a:pt x="198478" y="58005"/>
                </a:lnTo>
                <a:lnTo>
                  <a:pt x="198355" y="58292"/>
                </a:lnTo>
                <a:lnTo>
                  <a:pt x="198224" y="58571"/>
                </a:lnTo>
                <a:lnTo>
                  <a:pt x="198085" y="58842"/>
                </a:lnTo>
                <a:lnTo>
                  <a:pt x="197937" y="59107"/>
                </a:lnTo>
                <a:lnTo>
                  <a:pt x="197781" y="59364"/>
                </a:lnTo>
                <a:lnTo>
                  <a:pt x="197616" y="59615"/>
                </a:lnTo>
                <a:lnTo>
                  <a:pt x="197443" y="59858"/>
                </a:lnTo>
                <a:lnTo>
                  <a:pt x="197261" y="60094"/>
                </a:lnTo>
                <a:lnTo>
                  <a:pt x="197071" y="60323"/>
                </a:lnTo>
                <a:lnTo>
                  <a:pt x="196872" y="60544"/>
                </a:lnTo>
                <a:lnTo>
                  <a:pt x="196666" y="60758"/>
                </a:lnTo>
                <a:lnTo>
                  <a:pt x="196453" y="60962"/>
                </a:lnTo>
                <a:lnTo>
                  <a:pt x="196234" y="61157"/>
                </a:lnTo>
                <a:lnTo>
                  <a:pt x="196007" y="61344"/>
                </a:lnTo>
                <a:lnTo>
                  <a:pt x="195773" y="61521"/>
                </a:lnTo>
                <a:lnTo>
                  <a:pt x="195533" y="61689"/>
                </a:lnTo>
                <a:lnTo>
                  <a:pt x="195286" y="61848"/>
                </a:lnTo>
                <a:lnTo>
                  <a:pt x="195032" y="61997"/>
                </a:lnTo>
                <a:lnTo>
                  <a:pt x="194771" y="62138"/>
                </a:lnTo>
                <a:lnTo>
                  <a:pt x="194503" y="62270"/>
                </a:lnTo>
                <a:lnTo>
                  <a:pt x="194228" y="62392"/>
                </a:lnTo>
                <a:lnTo>
                  <a:pt x="193947" y="62506"/>
                </a:lnTo>
                <a:lnTo>
                  <a:pt x="193658" y="62610"/>
                </a:lnTo>
                <a:lnTo>
                  <a:pt x="193363" y="62706"/>
                </a:lnTo>
                <a:lnTo>
                  <a:pt x="193061" y="62792"/>
                </a:lnTo>
                <a:lnTo>
                  <a:pt x="192752" y="62869"/>
                </a:lnTo>
                <a:lnTo>
                  <a:pt x="192436" y="62937"/>
                </a:lnTo>
                <a:lnTo>
                  <a:pt x="192114" y="62996"/>
                </a:lnTo>
                <a:lnTo>
                  <a:pt x="191784" y="63046"/>
                </a:lnTo>
                <a:lnTo>
                  <a:pt x="191448" y="63087"/>
                </a:lnTo>
                <a:lnTo>
                  <a:pt x="191105" y="63119"/>
                </a:lnTo>
                <a:lnTo>
                  <a:pt x="190754" y="63142"/>
                </a:lnTo>
                <a:lnTo>
                  <a:pt x="190398" y="63155"/>
                </a:lnTo>
                <a:lnTo>
                  <a:pt x="190034" y="63160"/>
                </a:lnTo>
                <a:lnTo>
                  <a:pt x="189670" y="63155"/>
                </a:lnTo>
                <a:lnTo>
                  <a:pt x="189313" y="63142"/>
                </a:lnTo>
                <a:lnTo>
                  <a:pt x="188962" y="63120"/>
                </a:lnTo>
                <a:lnTo>
                  <a:pt x="188618" y="63088"/>
                </a:lnTo>
                <a:lnTo>
                  <a:pt x="188281" y="63048"/>
                </a:lnTo>
                <a:close/>
                <a:moveTo>
                  <a:pt x="419273" y="29295"/>
                </a:moveTo>
                <a:lnTo>
                  <a:pt x="419139" y="28878"/>
                </a:lnTo>
                <a:lnTo>
                  <a:pt x="418992" y="28470"/>
                </a:lnTo>
                <a:lnTo>
                  <a:pt x="418833" y="28071"/>
                </a:lnTo>
                <a:lnTo>
                  <a:pt x="418660" y="27681"/>
                </a:lnTo>
                <a:lnTo>
                  <a:pt x="418476" y="27300"/>
                </a:lnTo>
                <a:lnTo>
                  <a:pt x="418278" y="26929"/>
                </a:lnTo>
                <a:lnTo>
                  <a:pt x="418067" y="26566"/>
                </a:lnTo>
                <a:lnTo>
                  <a:pt x="417844" y="26212"/>
                </a:lnTo>
                <a:lnTo>
                  <a:pt x="417608" y="25868"/>
                </a:lnTo>
                <a:lnTo>
                  <a:pt x="417360" y="25532"/>
                </a:lnTo>
                <a:lnTo>
                  <a:pt x="417098" y="25206"/>
                </a:lnTo>
                <a:lnTo>
                  <a:pt x="416824" y="24889"/>
                </a:lnTo>
                <a:lnTo>
                  <a:pt x="416537" y="24581"/>
                </a:lnTo>
                <a:lnTo>
                  <a:pt x="416237" y="24282"/>
                </a:lnTo>
                <a:lnTo>
                  <a:pt x="415927" y="23993"/>
                </a:lnTo>
                <a:lnTo>
                  <a:pt x="415608" y="23717"/>
                </a:lnTo>
                <a:lnTo>
                  <a:pt x="415279" y="23453"/>
                </a:lnTo>
                <a:lnTo>
                  <a:pt x="414942" y="23202"/>
                </a:lnTo>
                <a:lnTo>
                  <a:pt x="414596" y="22962"/>
                </a:lnTo>
                <a:lnTo>
                  <a:pt x="414241" y="22735"/>
                </a:lnTo>
                <a:lnTo>
                  <a:pt x="413877" y="22521"/>
                </a:lnTo>
                <a:lnTo>
                  <a:pt x="413504" y="22318"/>
                </a:lnTo>
                <a:lnTo>
                  <a:pt x="413122" y="22128"/>
                </a:lnTo>
                <a:lnTo>
                  <a:pt x="412732" y="21950"/>
                </a:lnTo>
                <a:lnTo>
                  <a:pt x="412332" y="21784"/>
                </a:lnTo>
                <a:lnTo>
                  <a:pt x="411923" y="21631"/>
                </a:lnTo>
                <a:lnTo>
                  <a:pt x="411506" y="21490"/>
                </a:lnTo>
                <a:lnTo>
                  <a:pt x="411079" y="21361"/>
                </a:lnTo>
                <a:lnTo>
                  <a:pt x="410644" y="21244"/>
                </a:lnTo>
                <a:lnTo>
                  <a:pt x="410200" y="21140"/>
                </a:lnTo>
                <a:lnTo>
                  <a:pt x="409746" y="21048"/>
                </a:lnTo>
                <a:lnTo>
                  <a:pt x="409284" y="20968"/>
                </a:lnTo>
                <a:lnTo>
                  <a:pt x="408813" y="20901"/>
                </a:lnTo>
                <a:lnTo>
                  <a:pt x="408333" y="20846"/>
                </a:lnTo>
                <a:lnTo>
                  <a:pt x="407844" y="20803"/>
                </a:lnTo>
                <a:lnTo>
                  <a:pt x="407346" y="20772"/>
                </a:lnTo>
                <a:lnTo>
                  <a:pt x="406840" y="20754"/>
                </a:lnTo>
                <a:lnTo>
                  <a:pt x="406324" y="20747"/>
                </a:lnTo>
                <a:lnTo>
                  <a:pt x="405694" y="20756"/>
                </a:lnTo>
                <a:lnTo>
                  <a:pt x="405075" y="20784"/>
                </a:lnTo>
                <a:lnTo>
                  <a:pt x="404466" y="20829"/>
                </a:lnTo>
                <a:lnTo>
                  <a:pt x="403868" y="20893"/>
                </a:lnTo>
                <a:lnTo>
                  <a:pt x="403280" y="20975"/>
                </a:lnTo>
                <a:lnTo>
                  <a:pt x="402703" y="21074"/>
                </a:lnTo>
                <a:lnTo>
                  <a:pt x="402136" y="21193"/>
                </a:lnTo>
                <a:lnTo>
                  <a:pt x="401580" y="21329"/>
                </a:lnTo>
                <a:lnTo>
                  <a:pt x="401035" y="21483"/>
                </a:lnTo>
                <a:lnTo>
                  <a:pt x="400500" y="21656"/>
                </a:lnTo>
                <a:lnTo>
                  <a:pt x="399975" y="21847"/>
                </a:lnTo>
                <a:lnTo>
                  <a:pt x="399461" y="22056"/>
                </a:lnTo>
                <a:lnTo>
                  <a:pt x="398957" y="22283"/>
                </a:lnTo>
                <a:lnTo>
                  <a:pt x="398464" y="22528"/>
                </a:lnTo>
                <a:lnTo>
                  <a:pt x="397982" y="22792"/>
                </a:lnTo>
                <a:lnTo>
                  <a:pt x="397510" y="23073"/>
                </a:lnTo>
                <a:lnTo>
                  <a:pt x="397049" y="23373"/>
                </a:lnTo>
                <a:lnTo>
                  <a:pt x="396598" y="23691"/>
                </a:lnTo>
                <a:lnTo>
                  <a:pt x="396157" y="24027"/>
                </a:lnTo>
                <a:lnTo>
                  <a:pt x="395727" y="24382"/>
                </a:lnTo>
                <a:lnTo>
                  <a:pt x="395308" y="24754"/>
                </a:lnTo>
                <a:lnTo>
                  <a:pt x="394899" y="25145"/>
                </a:lnTo>
                <a:lnTo>
                  <a:pt x="394501" y="25554"/>
                </a:lnTo>
                <a:lnTo>
                  <a:pt x="394113" y="25981"/>
                </a:lnTo>
                <a:lnTo>
                  <a:pt x="393739" y="26423"/>
                </a:lnTo>
                <a:lnTo>
                  <a:pt x="393380" y="26878"/>
                </a:lnTo>
                <a:lnTo>
                  <a:pt x="393037" y="27346"/>
                </a:lnTo>
                <a:lnTo>
                  <a:pt x="392711" y="27827"/>
                </a:lnTo>
                <a:lnTo>
                  <a:pt x="392400" y="28320"/>
                </a:lnTo>
                <a:lnTo>
                  <a:pt x="392105" y="28826"/>
                </a:lnTo>
                <a:lnTo>
                  <a:pt x="391826" y="29345"/>
                </a:lnTo>
                <a:lnTo>
                  <a:pt x="391564" y="29877"/>
                </a:lnTo>
                <a:lnTo>
                  <a:pt x="391317" y="30421"/>
                </a:lnTo>
                <a:lnTo>
                  <a:pt x="391085" y="30979"/>
                </a:lnTo>
                <a:lnTo>
                  <a:pt x="390870" y="31548"/>
                </a:lnTo>
                <a:lnTo>
                  <a:pt x="390671" y="32131"/>
                </a:lnTo>
                <a:lnTo>
                  <a:pt x="390488" y="32726"/>
                </a:lnTo>
                <a:lnTo>
                  <a:pt x="390321" y="33335"/>
                </a:lnTo>
                <a:lnTo>
                  <a:pt x="390169" y="33956"/>
                </a:lnTo>
                <a:lnTo>
                  <a:pt x="390034" y="34589"/>
                </a:lnTo>
                <a:lnTo>
                  <a:pt x="389914" y="35236"/>
                </a:lnTo>
                <a:lnTo>
                  <a:pt x="389811" y="35895"/>
                </a:lnTo>
                <a:lnTo>
                  <a:pt x="389723" y="36567"/>
                </a:lnTo>
                <a:lnTo>
                  <a:pt x="389651" y="37252"/>
                </a:lnTo>
                <a:lnTo>
                  <a:pt x="389596" y="37949"/>
                </a:lnTo>
                <a:lnTo>
                  <a:pt x="389556" y="38659"/>
                </a:lnTo>
                <a:lnTo>
                  <a:pt x="389532" y="39382"/>
                </a:lnTo>
                <a:lnTo>
                  <a:pt x="389524" y="40118"/>
                </a:lnTo>
                <a:lnTo>
                  <a:pt x="389524" y="53797"/>
                </a:lnTo>
                <a:lnTo>
                  <a:pt x="389532" y="54525"/>
                </a:lnTo>
                <a:lnTo>
                  <a:pt x="389556" y="55241"/>
                </a:lnTo>
                <a:lnTo>
                  <a:pt x="389596" y="55944"/>
                </a:lnTo>
                <a:lnTo>
                  <a:pt x="389653" y="56635"/>
                </a:lnTo>
                <a:lnTo>
                  <a:pt x="389725" y="57313"/>
                </a:lnTo>
                <a:lnTo>
                  <a:pt x="389814" y="57979"/>
                </a:lnTo>
                <a:lnTo>
                  <a:pt x="389918" y="58633"/>
                </a:lnTo>
                <a:lnTo>
                  <a:pt x="390039" y="59274"/>
                </a:lnTo>
                <a:lnTo>
                  <a:pt x="390176" y="59903"/>
                </a:lnTo>
                <a:lnTo>
                  <a:pt x="390329" y="60519"/>
                </a:lnTo>
                <a:lnTo>
                  <a:pt x="390498" y="61123"/>
                </a:lnTo>
                <a:lnTo>
                  <a:pt x="390683" y="61714"/>
                </a:lnTo>
                <a:lnTo>
                  <a:pt x="390884" y="62293"/>
                </a:lnTo>
                <a:lnTo>
                  <a:pt x="391101" y="62860"/>
                </a:lnTo>
                <a:lnTo>
                  <a:pt x="391335" y="63414"/>
                </a:lnTo>
                <a:lnTo>
                  <a:pt x="391584" y="63956"/>
                </a:lnTo>
                <a:lnTo>
                  <a:pt x="391850" y="64485"/>
                </a:lnTo>
                <a:lnTo>
                  <a:pt x="392131" y="65002"/>
                </a:lnTo>
                <a:lnTo>
                  <a:pt x="392429" y="65507"/>
                </a:lnTo>
                <a:lnTo>
                  <a:pt x="392743" y="65999"/>
                </a:lnTo>
                <a:lnTo>
                  <a:pt x="393073" y="66478"/>
                </a:lnTo>
                <a:lnTo>
                  <a:pt x="393419" y="66946"/>
                </a:lnTo>
                <a:lnTo>
                  <a:pt x="393781" y="67400"/>
                </a:lnTo>
                <a:lnTo>
                  <a:pt x="394159" y="67843"/>
                </a:lnTo>
                <a:lnTo>
                  <a:pt x="394551" y="68270"/>
                </a:lnTo>
                <a:lnTo>
                  <a:pt x="394952" y="68678"/>
                </a:lnTo>
                <a:lnTo>
                  <a:pt x="395364" y="69069"/>
                </a:lnTo>
                <a:lnTo>
                  <a:pt x="395785" y="69441"/>
                </a:lnTo>
                <a:lnTo>
                  <a:pt x="396217" y="69796"/>
                </a:lnTo>
                <a:lnTo>
                  <a:pt x="396658" y="70132"/>
                </a:lnTo>
                <a:lnTo>
                  <a:pt x="397110" y="70450"/>
                </a:lnTo>
                <a:lnTo>
                  <a:pt x="397572" y="70749"/>
                </a:lnTo>
                <a:lnTo>
                  <a:pt x="398043" y="71031"/>
                </a:lnTo>
                <a:lnTo>
                  <a:pt x="398525" y="71294"/>
                </a:lnTo>
                <a:lnTo>
                  <a:pt x="399017" y="71540"/>
                </a:lnTo>
                <a:lnTo>
                  <a:pt x="399519" y="71767"/>
                </a:lnTo>
                <a:lnTo>
                  <a:pt x="400031" y="71976"/>
                </a:lnTo>
                <a:lnTo>
                  <a:pt x="400553" y="72166"/>
                </a:lnTo>
                <a:lnTo>
                  <a:pt x="401084" y="72339"/>
                </a:lnTo>
                <a:lnTo>
                  <a:pt x="401626" y="72493"/>
                </a:lnTo>
                <a:lnTo>
                  <a:pt x="402178" y="72630"/>
                </a:lnTo>
                <a:lnTo>
                  <a:pt x="402741" y="72748"/>
                </a:lnTo>
                <a:lnTo>
                  <a:pt x="403313" y="72848"/>
                </a:lnTo>
                <a:lnTo>
                  <a:pt x="403895" y="72929"/>
                </a:lnTo>
                <a:lnTo>
                  <a:pt x="404487" y="72993"/>
                </a:lnTo>
                <a:lnTo>
                  <a:pt x="405089" y="73038"/>
                </a:lnTo>
                <a:lnTo>
                  <a:pt x="405702" y="73066"/>
                </a:lnTo>
                <a:lnTo>
                  <a:pt x="406324" y="73075"/>
                </a:lnTo>
                <a:lnTo>
                  <a:pt x="406840" y="73069"/>
                </a:lnTo>
                <a:lnTo>
                  <a:pt x="407346" y="73050"/>
                </a:lnTo>
                <a:lnTo>
                  <a:pt x="407844" y="73019"/>
                </a:lnTo>
                <a:lnTo>
                  <a:pt x="408333" y="72976"/>
                </a:lnTo>
                <a:lnTo>
                  <a:pt x="408813" y="72921"/>
                </a:lnTo>
                <a:lnTo>
                  <a:pt x="409284" y="72854"/>
                </a:lnTo>
                <a:lnTo>
                  <a:pt x="409746" y="72774"/>
                </a:lnTo>
                <a:lnTo>
                  <a:pt x="410200" y="72682"/>
                </a:lnTo>
                <a:lnTo>
                  <a:pt x="410644" y="72578"/>
                </a:lnTo>
                <a:lnTo>
                  <a:pt x="411079" y="72461"/>
                </a:lnTo>
                <a:lnTo>
                  <a:pt x="411506" y="72332"/>
                </a:lnTo>
                <a:lnTo>
                  <a:pt x="411923" y="72191"/>
                </a:lnTo>
                <a:lnTo>
                  <a:pt x="412332" y="72038"/>
                </a:lnTo>
                <a:lnTo>
                  <a:pt x="412732" y="71872"/>
                </a:lnTo>
                <a:lnTo>
                  <a:pt x="413122" y="71694"/>
                </a:lnTo>
                <a:lnTo>
                  <a:pt x="413504" y="71504"/>
                </a:lnTo>
                <a:lnTo>
                  <a:pt x="413877" y="71301"/>
                </a:lnTo>
                <a:lnTo>
                  <a:pt x="414241" y="71087"/>
                </a:lnTo>
                <a:lnTo>
                  <a:pt x="414596" y="70860"/>
                </a:lnTo>
                <a:lnTo>
                  <a:pt x="414942" y="70620"/>
                </a:lnTo>
                <a:lnTo>
                  <a:pt x="415279" y="70369"/>
                </a:lnTo>
                <a:lnTo>
                  <a:pt x="415608" y="70105"/>
                </a:lnTo>
                <a:lnTo>
                  <a:pt x="415927" y="69829"/>
                </a:lnTo>
                <a:lnTo>
                  <a:pt x="416237" y="69540"/>
                </a:lnTo>
                <a:lnTo>
                  <a:pt x="416537" y="69241"/>
                </a:lnTo>
                <a:lnTo>
                  <a:pt x="416824" y="68933"/>
                </a:lnTo>
                <a:lnTo>
                  <a:pt x="417098" y="68616"/>
                </a:lnTo>
                <a:lnTo>
                  <a:pt x="417360" y="68290"/>
                </a:lnTo>
                <a:lnTo>
                  <a:pt x="417608" y="67954"/>
                </a:lnTo>
                <a:lnTo>
                  <a:pt x="417844" y="67610"/>
                </a:lnTo>
                <a:lnTo>
                  <a:pt x="418067" y="67256"/>
                </a:lnTo>
                <a:lnTo>
                  <a:pt x="418278" y="66893"/>
                </a:lnTo>
                <a:lnTo>
                  <a:pt x="418476" y="66522"/>
                </a:lnTo>
                <a:lnTo>
                  <a:pt x="418660" y="66141"/>
                </a:lnTo>
                <a:lnTo>
                  <a:pt x="418833" y="65751"/>
                </a:lnTo>
                <a:lnTo>
                  <a:pt x="418992" y="65352"/>
                </a:lnTo>
                <a:lnTo>
                  <a:pt x="419139" y="64944"/>
                </a:lnTo>
                <a:lnTo>
                  <a:pt x="419273" y="64527"/>
                </a:lnTo>
                <a:lnTo>
                  <a:pt x="419394" y="64100"/>
                </a:lnTo>
                <a:lnTo>
                  <a:pt x="419502" y="63665"/>
                </a:lnTo>
                <a:lnTo>
                  <a:pt x="419598" y="63221"/>
                </a:lnTo>
                <a:lnTo>
                  <a:pt x="419681" y="62767"/>
                </a:lnTo>
                <a:lnTo>
                  <a:pt x="419718" y="62518"/>
                </a:lnTo>
                <a:lnTo>
                  <a:pt x="419910" y="62518"/>
                </a:lnTo>
                <a:lnTo>
                  <a:pt x="419910" y="72157"/>
                </a:lnTo>
                <a:lnTo>
                  <a:pt x="431110" y="72157"/>
                </a:lnTo>
                <a:lnTo>
                  <a:pt x="431110" y="5141"/>
                </a:lnTo>
                <a:lnTo>
                  <a:pt x="419634" y="5141"/>
                </a:lnTo>
                <a:lnTo>
                  <a:pt x="419634" y="19278"/>
                </a:lnTo>
                <a:lnTo>
                  <a:pt x="420001" y="31304"/>
                </a:lnTo>
                <a:lnTo>
                  <a:pt x="419718" y="31304"/>
                </a:lnTo>
                <a:lnTo>
                  <a:pt x="419681" y="31055"/>
                </a:lnTo>
                <a:lnTo>
                  <a:pt x="419598" y="30601"/>
                </a:lnTo>
                <a:lnTo>
                  <a:pt x="419502" y="30157"/>
                </a:lnTo>
                <a:lnTo>
                  <a:pt x="419394" y="29722"/>
                </a:lnTo>
                <a:lnTo>
                  <a:pt x="419273" y="29295"/>
                </a:lnTo>
                <a:close/>
                <a:moveTo>
                  <a:pt x="408610" y="63048"/>
                </a:moveTo>
                <a:lnTo>
                  <a:pt x="408279" y="62999"/>
                </a:lnTo>
                <a:lnTo>
                  <a:pt x="407956" y="62941"/>
                </a:lnTo>
                <a:lnTo>
                  <a:pt x="407639" y="62874"/>
                </a:lnTo>
                <a:lnTo>
                  <a:pt x="407328" y="62798"/>
                </a:lnTo>
                <a:lnTo>
                  <a:pt x="407025" y="62713"/>
                </a:lnTo>
                <a:lnTo>
                  <a:pt x="406728" y="62620"/>
                </a:lnTo>
                <a:lnTo>
                  <a:pt x="406438" y="62517"/>
                </a:lnTo>
                <a:lnTo>
                  <a:pt x="406154" y="62406"/>
                </a:lnTo>
                <a:lnTo>
                  <a:pt x="405877" y="62285"/>
                </a:lnTo>
                <a:lnTo>
                  <a:pt x="405607" y="62156"/>
                </a:lnTo>
                <a:lnTo>
                  <a:pt x="405344" y="62017"/>
                </a:lnTo>
                <a:lnTo>
                  <a:pt x="405087" y="61870"/>
                </a:lnTo>
                <a:lnTo>
                  <a:pt x="404837" y="61714"/>
                </a:lnTo>
                <a:lnTo>
                  <a:pt x="404594" y="61549"/>
                </a:lnTo>
                <a:lnTo>
                  <a:pt x="404357" y="61375"/>
                </a:lnTo>
                <a:lnTo>
                  <a:pt x="404127" y="61192"/>
                </a:lnTo>
                <a:lnTo>
                  <a:pt x="403904" y="61000"/>
                </a:lnTo>
                <a:lnTo>
                  <a:pt x="403687" y="60799"/>
                </a:lnTo>
                <a:lnTo>
                  <a:pt x="403477" y="60589"/>
                </a:lnTo>
                <a:lnTo>
                  <a:pt x="403275" y="60371"/>
                </a:lnTo>
                <a:lnTo>
                  <a:pt x="403082" y="60146"/>
                </a:lnTo>
                <a:lnTo>
                  <a:pt x="402897" y="59912"/>
                </a:lnTo>
                <a:lnTo>
                  <a:pt x="402720" y="59671"/>
                </a:lnTo>
                <a:lnTo>
                  <a:pt x="402552" y="59423"/>
                </a:lnTo>
                <a:lnTo>
                  <a:pt x="402393" y="59166"/>
                </a:lnTo>
                <a:lnTo>
                  <a:pt x="402243" y="58902"/>
                </a:lnTo>
                <a:lnTo>
                  <a:pt x="402101" y="58631"/>
                </a:lnTo>
                <a:lnTo>
                  <a:pt x="401967" y="58352"/>
                </a:lnTo>
                <a:lnTo>
                  <a:pt x="401843" y="58065"/>
                </a:lnTo>
                <a:lnTo>
                  <a:pt x="401726" y="57770"/>
                </a:lnTo>
                <a:lnTo>
                  <a:pt x="401619" y="57468"/>
                </a:lnTo>
                <a:lnTo>
                  <a:pt x="401520" y="57158"/>
                </a:lnTo>
                <a:lnTo>
                  <a:pt x="401430" y="56841"/>
                </a:lnTo>
                <a:lnTo>
                  <a:pt x="401348" y="56516"/>
                </a:lnTo>
                <a:lnTo>
                  <a:pt x="401275" y="56183"/>
                </a:lnTo>
                <a:lnTo>
                  <a:pt x="401210" y="55843"/>
                </a:lnTo>
                <a:lnTo>
                  <a:pt x="401154" y="55495"/>
                </a:lnTo>
                <a:lnTo>
                  <a:pt x="401107" y="55139"/>
                </a:lnTo>
                <a:lnTo>
                  <a:pt x="401068" y="54776"/>
                </a:lnTo>
                <a:lnTo>
                  <a:pt x="401038" y="54405"/>
                </a:lnTo>
                <a:lnTo>
                  <a:pt x="401017" y="54026"/>
                </a:lnTo>
                <a:lnTo>
                  <a:pt x="401004" y="53640"/>
                </a:lnTo>
                <a:lnTo>
                  <a:pt x="400999" y="53246"/>
                </a:lnTo>
                <a:lnTo>
                  <a:pt x="400999" y="40577"/>
                </a:lnTo>
                <a:lnTo>
                  <a:pt x="401004" y="40183"/>
                </a:lnTo>
                <a:lnTo>
                  <a:pt x="401017" y="39797"/>
                </a:lnTo>
                <a:lnTo>
                  <a:pt x="401038" y="39418"/>
                </a:lnTo>
                <a:lnTo>
                  <a:pt x="401068" y="39047"/>
                </a:lnTo>
                <a:lnTo>
                  <a:pt x="401107" y="38684"/>
                </a:lnTo>
                <a:lnTo>
                  <a:pt x="401154" y="38328"/>
                </a:lnTo>
                <a:lnTo>
                  <a:pt x="401210" y="37980"/>
                </a:lnTo>
                <a:lnTo>
                  <a:pt x="401275" y="37639"/>
                </a:lnTo>
                <a:lnTo>
                  <a:pt x="401348" y="37307"/>
                </a:lnTo>
                <a:lnTo>
                  <a:pt x="401430" y="36982"/>
                </a:lnTo>
                <a:lnTo>
                  <a:pt x="401520" y="36664"/>
                </a:lnTo>
                <a:lnTo>
                  <a:pt x="401619" y="36354"/>
                </a:lnTo>
                <a:lnTo>
                  <a:pt x="401726" y="36052"/>
                </a:lnTo>
                <a:lnTo>
                  <a:pt x="401843" y="35757"/>
                </a:lnTo>
                <a:lnTo>
                  <a:pt x="401967" y="35471"/>
                </a:lnTo>
                <a:lnTo>
                  <a:pt x="402101" y="35191"/>
                </a:lnTo>
                <a:lnTo>
                  <a:pt x="402243" y="34920"/>
                </a:lnTo>
                <a:lnTo>
                  <a:pt x="402393" y="34656"/>
                </a:lnTo>
                <a:lnTo>
                  <a:pt x="402552" y="34399"/>
                </a:lnTo>
                <a:lnTo>
                  <a:pt x="402720" y="34151"/>
                </a:lnTo>
                <a:lnTo>
                  <a:pt x="402897" y="33910"/>
                </a:lnTo>
                <a:lnTo>
                  <a:pt x="403082" y="33677"/>
                </a:lnTo>
                <a:lnTo>
                  <a:pt x="403275" y="33451"/>
                </a:lnTo>
                <a:lnTo>
                  <a:pt x="403477" y="33233"/>
                </a:lnTo>
                <a:lnTo>
                  <a:pt x="403687" y="33023"/>
                </a:lnTo>
                <a:lnTo>
                  <a:pt x="403904" y="32822"/>
                </a:lnTo>
                <a:lnTo>
                  <a:pt x="404127" y="32630"/>
                </a:lnTo>
                <a:lnTo>
                  <a:pt x="404357" y="32447"/>
                </a:lnTo>
                <a:lnTo>
                  <a:pt x="404594" y="32273"/>
                </a:lnTo>
                <a:lnTo>
                  <a:pt x="404837" y="32108"/>
                </a:lnTo>
                <a:lnTo>
                  <a:pt x="405087" y="31952"/>
                </a:lnTo>
                <a:lnTo>
                  <a:pt x="405344" y="31805"/>
                </a:lnTo>
                <a:lnTo>
                  <a:pt x="405607" y="31666"/>
                </a:lnTo>
                <a:lnTo>
                  <a:pt x="405877" y="31537"/>
                </a:lnTo>
                <a:lnTo>
                  <a:pt x="406154" y="31417"/>
                </a:lnTo>
                <a:lnTo>
                  <a:pt x="406438" y="31305"/>
                </a:lnTo>
                <a:lnTo>
                  <a:pt x="406728" y="31202"/>
                </a:lnTo>
                <a:lnTo>
                  <a:pt x="407025" y="31109"/>
                </a:lnTo>
                <a:lnTo>
                  <a:pt x="407328" y="31024"/>
                </a:lnTo>
                <a:lnTo>
                  <a:pt x="407639" y="30948"/>
                </a:lnTo>
                <a:lnTo>
                  <a:pt x="407956" y="30881"/>
                </a:lnTo>
                <a:lnTo>
                  <a:pt x="408279" y="30823"/>
                </a:lnTo>
                <a:lnTo>
                  <a:pt x="408610" y="30774"/>
                </a:lnTo>
                <a:lnTo>
                  <a:pt x="408947" y="30734"/>
                </a:lnTo>
                <a:lnTo>
                  <a:pt x="409291" y="30702"/>
                </a:lnTo>
                <a:lnTo>
                  <a:pt x="409641" y="30680"/>
                </a:lnTo>
                <a:lnTo>
                  <a:pt x="409998" y="30667"/>
                </a:lnTo>
                <a:lnTo>
                  <a:pt x="410362" y="30662"/>
                </a:lnTo>
                <a:lnTo>
                  <a:pt x="410726" y="30667"/>
                </a:lnTo>
                <a:lnTo>
                  <a:pt x="411083" y="30680"/>
                </a:lnTo>
                <a:lnTo>
                  <a:pt x="411433" y="30703"/>
                </a:lnTo>
                <a:lnTo>
                  <a:pt x="411776" y="30735"/>
                </a:lnTo>
                <a:lnTo>
                  <a:pt x="412113" y="30776"/>
                </a:lnTo>
                <a:lnTo>
                  <a:pt x="412442" y="30826"/>
                </a:lnTo>
                <a:lnTo>
                  <a:pt x="412765" y="30885"/>
                </a:lnTo>
                <a:lnTo>
                  <a:pt x="413081" y="30953"/>
                </a:lnTo>
                <a:lnTo>
                  <a:pt x="413390" y="31030"/>
                </a:lnTo>
                <a:lnTo>
                  <a:pt x="413692" y="31117"/>
                </a:lnTo>
                <a:lnTo>
                  <a:pt x="413987" y="31212"/>
                </a:lnTo>
                <a:lnTo>
                  <a:pt x="414276" y="31317"/>
                </a:lnTo>
                <a:lnTo>
                  <a:pt x="414557" y="31430"/>
                </a:lnTo>
                <a:lnTo>
                  <a:pt x="414832" y="31553"/>
                </a:lnTo>
                <a:lnTo>
                  <a:pt x="415100" y="31684"/>
                </a:lnTo>
                <a:lnTo>
                  <a:pt x="415360" y="31825"/>
                </a:lnTo>
                <a:lnTo>
                  <a:pt x="415615" y="31975"/>
                </a:lnTo>
                <a:lnTo>
                  <a:pt x="415862" y="32134"/>
                </a:lnTo>
                <a:lnTo>
                  <a:pt x="416102" y="32302"/>
                </a:lnTo>
                <a:lnTo>
                  <a:pt x="416336" y="32479"/>
                </a:lnTo>
                <a:lnTo>
                  <a:pt x="416562" y="32666"/>
                </a:lnTo>
                <a:lnTo>
                  <a:pt x="416782" y="32861"/>
                </a:lnTo>
                <a:lnTo>
                  <a:pt x="416995" y="33066"/>
                </a:lnTo>
                <a:lnTo>
                  <a:pt x="417201" y="33279"/>
                </a:lnTo>
                <a:lnTo>
                  <a:pt x="417400" y="33501"/>
                </a:lnTo>
                <a:lnTo>
                  <a:pt x="417590" y="33729"/>
                </a:lnTo>
                <a:lnTo>
                  <a:pt x="417771" y="33965"/>
                </a:lnTo>
                <a:lnTo>
                  <a:pt x="417945" y="34208"/>
                </a:lnTo>
                <a:lnTo>
                  <a:pt x="418109" y="34458"/>
                </a:lnTo>
                <a:lnTo>
                  <a:pt x="418266" y="34716"/>
                </a:lnTo>
                <a:lnTo>
                  <a:pt x="418414" y="34981"/>
                </a:lnTo>
                <a:lnTo>
                  <a:pt x="418553" y="35252"/>
                </a:lnTo>
                <a:lnTo>
                  <a:pt x="418684" y="35531"/>
                </a:lnTo>
                <a:lnTo>
                  <a:pt x="418806" y="35817"/>
                </a:lnTo>
                <a:lnTo>
                  <a:pt x="418920" y="36111"/>
                </a:lnTo>
                <a:lnTo>
                  <a:pt x="419026" y="36411"/>
                </a:lnTo>
                <a:lnTo>
                  <a:pt x="419123" y="36719"/>
                </a:lnTo>
                <a:lnTo>
                  <a:pt x="419212" y="37034"/>
                </a:lnTo>
                <a:lnTo>
                  <a:pt x="419292" y="37356"/>
                </a:lnTo>
                <a:lnTo>
                  <a:pt x="419364" y="37685"/>
                </a:lnTo>
                <a:lnTo>
                  <a:pt x="419427" y="38021"/>
                </a:lnTo>
                <a:lnTo>
                  <a:pt x="419482" y="38365"/>
                </a:lnTo>
                <a:lnTo>
                  <a:pt x="419529" y="38716"/>
                </a:lnTo>
                <a:lnTo>
                  <a:pt x="419567" y="39074"/>
                </a:lnTo>
                <a:lnTo>
                  <a:pt x="419596" y="39439"/>
                </a:lnTo>
                <a:lnTo>
                  <a:pt x="419617" y="39811"/>
                </a:lnTo>
                <a:lnTo>
                  <a:pt x="419630" y="40191"/>
                </a:lnTo>
                <a:lnTo>
                  <a:pt x="419634" y="40577"/>
                </a:lnTo>
                <a:lnTo>
                  <a:pt x="419634" y="53246"/>
                </a:lnTo>
                <a:lnTo>
                  <a:pt x="419630" y="53633"/>
                </a:lnTo>
                <a:lnTo>
                  <a:pt x="419617" y="54012"/>
                </a:lnTo>
                <a:lnTo>
                  <a:pt x="419596" y="54384"/>
                </a:lnTo>
                <a:lnTo>
                  <a:pt x="419567" y="54749"/>
                </a:lnTo>
                <a:lnTo>
                  <a:pt x="419529" y="55107"/>
                </a:lnTo>
                <a:lnTo>
                  <a:pt x="419482" y="55458"/>
                </a:lnTo>
                <a:lnTo>
                  <a:pt x="419427" y="55801"/>
                </a:lnTo>
                <a:lnTo>
                  <a:pt x="419364" y="56138"/>
                </a:lnTo>
                <a:lnTo>
                  <a:pt x="419292" y="56467"/>
                </a:lnTo>
                <a:lnTo>
                  <a:pt x="419212" y="56789"/>
                </a:lnTo>
                <a:lnTo>
                  <a:pt x="419123" y="57104"/>
                </a:lnTo>
                <a:lnTo>
                  <a:pt x="419026" y="57411"/>
                </a:lnTo>
                <a:lnTo>
                  <a:pt x="418920" y="57712"/>
                </a:lnTo>
                <a:lnTo>
                  <a:pt x="418806" y="58005"/>
                </a:lnTo>
                <a:lnTo>
                  <a:pt x="418684" y="58292"/>
                </a:lnTo>
                <a:lnTo>
                  <a:pt x="418553" y="58571"/>
                </a:lnTo>
                <a:lnTo>
                  <a:pt x="418414" y="58842"/>
                </a:lnTo>
                <a:lnTo>
                  <a:pt x="418266" y="59107"/>
                </a:lnTo>
                <a:lnTo>
                  <a:pt x="418109" y="59364"/>
                </a:lnTo>
                <a:lnTo>
                  <a:pt x="417945" y="59615"/>
                </a:lnTo>
                <a:lnTo>
                  <a:pt x="417771" y="59858"/>
                </a:lnTo>
                <a:lnTo>
                  <a:pt x="417590" y="60094"/>
                </a:lnTo>
                <a:lnTo>
                  <a:pt x="417400" y="60323"/>
                </a:lnTo>
                <a:lnTo>
                  <a:pt x="417201" y="60544"/>
                </a:lnTo>
                <a:lnTo>
                  <a:pt x="416995" y="60758"/>
                </a:lnTo>
                <a:lnTo>
                  <a:pt x="416782" y="60962"/>
                </a:lnTo>
                <a:lnTo>
                  <a:pt x="416562" y="61157"/>
                </a:lnTo>
                <a:lnTo>
                  <a:pt x="416336" y="61344"/>
                </a:lnTo>
                <a:lnTo>
                  <a:pt x="416102" y="61521"/>
                </a:lnTo>
                <a:lnTo>
                  <a:pt x="415862" y="61689"/>
                </a:lnTo>
                <a:lnTo>
                  <a:pt x="415615" y="61848"/>
                </a:lnTo>
                <a:lnTo>
                  <a:pt x="415360" y="61997"/>
                </a:lnTo>
                <a:lnTo>
                  <a:pt x="415100" y="62138"/>
                </a:lnTo>
                <a:lnTo>
                  <a:pt x="414832" y="62270"/>
                </a:lnTo>
                <a:lnTo>
                  <a:pt x="414557" y="62392"/>
                </a:lnTo>
                <a:lnTo>
                  <a:pt x="414276" y="62506"/>
                </a:lnTo>
                <a:lnTo>
                  <a:pt x="413987" y="62610"/>
                </a:lnTo>
                <a:lnTo>
                  <a:pt x="413692" y="62706"/>
                </a:lnTo>
                <a:lnTo>
                  <a:pt x="413390" y="62792"/>
                </a:lnTo>
                <a:lnTo>
                  <a:pt x="413081" y="62869"/>
                </a:lnTo>
                <a:lnTo>
                  <a:pt x="412765" y="62937"/>
                </a:lnTo>
                <a:lnTo>
                  <a:pt x="412442" y="62996"/>
                </a:lnTo>
                <a:lnTo>
                  <a:pt x="412113" y="63046"/>
                </a:lnTo>
                <a:lnTo>
                  <a:pt x="411776" y="63087"/>
                </a:lnTo>
                <a:lnTo>
                  <a:pt x="411433" y="63119"/>
                </a:lnTo>
                <a:lnTo>
                  <a:pt x="411083" y="63142"/>
                </a:lnTo>
                <a:lnTo>
                  <a:pt x="410726" y="63155"/>
                </a:lnTo>
                <a:lnTo>
                  <a:pt x="410362" y="63160"/>
                </a:lnTo>
                <a:lnTo>
                  <a:pt x="409998" y="63155"/>
                </a:lnTo>
                <a:lnTo>
                  <a:pt x="409641" y="63142"/>
                </a:lnTo>
                <a:lnTo>
                  <a:pt x="409291" y="63120"/>
                </a:lnTo>
                <a:lnTo>
                  <a:pt x="408947" y="63088"/>
                </a:lnTo>
                <a:lnTo>
                  <a:pt x="408610" y="63048"/>
                </a:lnTo>
                <a:close/>
                <a:moveTo>
                  <a:pt x="287806" y="72157"/>
                </a:moveTo>
                <a:lnTo>
                  <a:pt x="287806" y="34150"/>
                </a:lnTo>
                <a:lnTo>
                  <a:pt x="287807" y="33938"/>
                </a:lnTo>
                <a:lnTo>
                  <a:pt x="287813" y="33730"/>
                </a:lnTo>
                <a:lnTo>
                  <a:pt x="287822" y="33526"/>
                </a:lnTo>
                <a:lnTo>
                  <a:pt x="287835" y="33327"/>
                </a:lnTo>
                <a:lnTo>
                  <a:pt x="287851" y="33131"/>
                </a:lnTo>
                <a:lnTo>
                  <a:pt x="287872" y="32940"/>
                </a:lnTo>
                <a:lnTo>
                  <a:pt x="287895" y="32752"/>
                </a:lnTo>
                <a:lnTo>
                  <a:pt x="287923" y="32569"/>
                </a:lnTo>
                <a:lnTo>
                  <a:pt x="287954" y="32390"/>
                </a:lnTo>
                <a:lnTo>
                  <a:pt x="287989" y="32215"/>
                </a:lnTo>
                <a:lnTo>
                  <a:pt x="288027" y="32045"/>
                </a:lnTo>
                <a:lnTo>
                  <a:pt x="288069" y="31878"/>
                </a:lnTo>
                <a:lnTo>
                  <a:pt x="288115" y="31716"/>
                </a:lnTo>
                <a:lnTo>
                  <a:pt x="288165" y="31558"/>
                </a:lnTo>
                <a:lnTo>
                  <a:pt x="288218" y="31403"/>
                </a:lnTo>
                <a:lnTo>
                  <a:pt x="288274" y="31253"/>
                </a:lnTo>
                <a:lnTo>
                  <a:pt x="288335" y="31108"/>
                </a:lnTo>
                <a:lnTo>
                  <a:pt x="288399" y="30966"/>
                </a:lnTo>
                <a:lnTo>
                  <a:pt x="288467" y="30828"/>
                </a:lnTo>
                <a:lnTo>
                  <a:pt x="288538" y="30695"/>
                </a:lnTo>
                <a:lnTo>
                  <a:pt x="288613" y="30566"/>
                </a:lnTo>
                <a:lnTo>
                  <a:pt x="288692" y="30441"/>
                </a:lnTo>
                <a:lnTo>
                  <a:pt x="288774" y="30320"/>
                </a:lnTo>
                <a:lnTo>
                  <a:pt x="288860" y="30203"/>
                </a:lnTo>
                <a:lnTo>
                  <a:pt x="288950" y="30091"/>
                </a:lnTo>
                <a:lnTo>
                  <a:pt x="289044" y="29983"/>
                </a:lnTo>
                <a:lnTo>
                  <a:pt x="289141" y="29880"/>
                </a:lnTo>
                <a:lnTo>
                  <a:pt x="289242" y="29782"/>
                </a:lnTo>
                <a:lnTo>
                  <a:pt x="289346" y="29689"/>
                </a:lnTo>
                <a:lnTo>
                  <a:pt x="289454" y="29600"/>
                </a:lnTo>
                <a:lnTo>
                  <a:pt x="289566" y="29517"/>
                </a:lnTo>
                <a:lnTo>
                  <a:pt x="289682" y="29438"/>
                </a:lnTo>
                <a:lnTo>
                  <a:pt x="289801" y="29364"/>
                </a:lnTo>
                <a:lnTo>
                  <a:pt x="289924" y="29294"/>
                </a:lnTo>
                <a:lnTo>
                  <a:pt x="290050" y="29230"/>
                </a:lnTo>
                <a:lnTo>
                  <a:pt x="290180" y="29170"/>
                </a:lnTo>
                <a:lnTo>
                  <a:pt x="290314" y="29115"/>
                </a:lnTo>
                <a:lnTo>
                  <a:pt x="290452" y="29065"/>
                </a:lnTo>
                <a:lnTo>
                  <a:pt x="290593" y="29020"/>
                </a:lnTo>
                <a:lnTo>
                  <a:pt x="290738" y="28979"/>
                </a:lnTo>
                <a:lnTo>
                  <a:pt x="290886" y="28943"/>
                </a:lnTo>
                <a:lnTo>
                  <a:pt x="291038" y="28912"/>
                </a:lnTo>
                <a:lnTo>
                  <a:pt x="291194" y="28886"/>
                </a:lnTo>
                <a:lnTo>
                  <a:pt x="291353" y="28864"/>
                </a:lnTo>
                <a:lnTo>
                  <a:pt x="291516" y="28847"/>
                </a:lnTo>
                <a:lnTo>
                  <a:pt x="291683" y="28835"/>
                </a:lnTo>
                <a:lnTo>
                  <a:pt x="291854" y="28828"/>
                </a:lnTo>
                <a:lnTo>
                  <a:pt x="292028" y="28826"/>
                </a:lnTo>
                <a:lnTo>
                  <a:pt x="292202" y="28828"/>
                </a:lnTo>
                <a:lnTo>
                  <a:pt x="292373" y="28835"/>
                </a:lnTo>
                <a:lnTo>
                  <a:pt x="292540" y="28847"/>
                </a:lnTo>
                <a:lnTo>
                  <a:pt x="292704" y="28864"/>
                </a:lnTo>
                <a:lnTo>
                  <a:pt x="292864" y="28886"/>
                </a:lnTo>
                <a:lnTo>
                  <a:pt x="293021" y="28912"/>
                </a:lnTo>
                <a:lnTo>
                  <a:pt x="293174" y="28943"/>
                </a:lnTo>
                <a:lnTo>
                  <a:pt x="293324" y="28979"/>
                </a:lnTo>
                <a:lnTo>
                  <a:pt x="293470" y="29020"/>
                </a:lnTo>
                <a:lnTo>
                  <a:pt x="293612" y="29065"/>
                </a:lnTo>
                <a:lnTo>
                  <a:pt x="293752" y="29115"/>
                </a:lnTo>
                <a:lnTo>
                  <a:pt x="293887" y="29170"/>
                </a:lnTo>
                <a:lnTo>
                  <a:pt x="294019" y="29230"/>
                </a:lnTo>
                <a:lnTo>
                  <a:pt x="294148" y="29294"/>
                </a:lnTo>
                <a:lnTo>
                  <a:pt x="294273" y="29364"/>
                </a:lnTo>
                <a:lnTo>
                  <a:pt x="294395" y="29438"/>
                </a:lnTo>
                <a:lnTo>
                  <a:pt x="294513" y="29517"/>
                </a:lnTo>
                <a:lnTo>
                  <a:pt x="294627" y="29600"/>
                </a:lnTo>
                <a:lnTo>
                  <a:pt x="294738" y="29689"/>
                </a:lnTo>
                <a:lnTo>
                  <a:pt x="294846" y="29782"/>
                </a:lnTo>
                <a:lnTo>
                  <a:pt x="294950" y="29880"/>
                </a:lnTo>
                <a:lnTo>
                  <a:pt x="295051" y="29983"/>
                </a:lnTo>
                <a:lnTo>
                  <a:pt x="295148" y="30091"/>
                </a:lnTo>
                <a:lnTo>
                  <a:pt x="295241" y="30203"/>
                </a:lnTo>
                <a:lnTo>
                  <a:pt x="295331" y="30320"/>
                </a:lnTo>
                <a:lnTo>
                  <a:pt x="295417" y="30441"/>
                </a:lnTo>
                <a:lnTo>
                  <a:pt x="295500" y="30566"/>
                </a:lnTo>
                <a:lnTo>
                  <a:pt x="295578" y="30695"/>
                </a:lnTo>
                <a:lnTo>
                  <a:pt x="295653" y="30828"/>
                </a:lnTo>
                <a:lnTo>
                  <a:pt x="295723" y="30966"/>
                </a:lnTo>
                <a:lnTo>
                  <a:pt x="295790" y="31108"/>
                </a:lnTo>
                <a:lnTo>
                  <a:pt x="295854" y="31253"/>
                </a:lnTo>
                <a:lnTo>
                  <a:pt x="295913" y="31403"/>
                </a:lnTo>
                <a:lnTo>
                  <a:pt x="295968" y="31558"/>
                </a:lnTo>
                <a:lnTo>
                  <a:pt x="296020" y="31716"/>
                </a:lnTo>
                <a:lnTo>
                  <a:pt x="296068" y="31878"/>
                </a:lnTo>
                <a:lnTo>
                  <a:pt x="296112" y="32045"/>
                </a:lnTo>
                <a:lnTo>
                  <a:pt x="296152" y="32215"/>
                </a:lnTo>
                <a:lnTo>
                  <a:pt x="296189" y="32390"/>
                </a:lnTo>
                <a:lnTo>
                  <a:pt x="296221" y="32569"/>
                </a:lnTo>
                <a:lnTo>
                  <a:pt x="296250" y="32752"/>
                </a:lnTo>
                <a:lnTo>
                  <a:pt x="296275" y="32940"/>
                </a:lnTo>
                <a:lnTo>
                  <a:pt x="296296" y="33131"/>
                </a:lnTo>
                <a:lnTo>
                  <a:pt x="296313" y="33327"/>
                </a:lnTo>
                <a:lnTo>
                  <a:pt x="296326" y="33526"/>
                </a:lnTo>
                <a:lnTo>
                  <a:pt x="296336" y="33730"/>
                </a:lnTo>
                <a:lnTo>
                  <a:pt x="296342" y="33938"/>
                </a:lnTo>
                <a:lnTo>
                  <a:pt x="296344" y="34150"/>
                </a:lnTo>
                <a:lnTo>
                  <a:pt x="296344" y="72157"/>
                </a:lnTo>
                <a:lnTo>
                  <a:pt x="304606" y="72157"/>
                </a:lnTo>
                <a:lnTo>
                  <a:pt x="304606" y="34150"/>
                </a:lnTo>
                <a:lnTo>
                  <a:pt x="304608" y="33938"/>
                </a:lnTo>
                <a:lnTo>
                  <a:pt x="304614" y="33730"/>
                </a:lnTo>
                <a:lnTo>
                  <a:pt x="304623" y="33526"/>
                </a:lnTo>
                <a:lnTo>
                  <a:pt x="304637" y="33327"/>
                </a:lnTo>
                <a:lnTo>
                  <a:pt x="304655" y="33131"/>
                </a:lnTo>
                <a:lnTo>
                  <a:pt x="304677" y="32940"/>
                </a:lnTo>
                <a:lnTo>
                  <a:pt x="304703" y="32752"/>
                </a:lnTo>
                <a:lnTo>
                  <a:pt x="304733" y="32569"/>
                </a:lnTo>
                <a:lnTo>
                  <a:pt x="304767" y="32390"/>
                </a:lnTo>
                <a:lnTo>
                  <a:pt x="304805" y="32215"/>
                </a:lnTo>
                <a:lnTo>
                  <a:pt x="304847" y="32045"/>
                </a:lnTo>
                <a:lnTo>
                  <a:pt x="304892" y="31878"/>
                </a:lnTo>
                <a:lnTo>
                  <a:pt x="304942" y="31716"/>
                </a:lnTo>
                <a:lnTo>
                  <a:pt x="304996" y="31558"/>
                </a:lnTo>
                <a:lnTo>
                  <a:pt x="305054" y="31403"/>
                </a:lnTo>
                <a:lnTo>
                  <a:pt x="305115" y="31253"/>
                </a:lnTo>
                <a:lnTo>
                  <a:pt x="305181" y="31108"/>
                </a:lnTo>
                <a:lnTo>
                  <a:pt x="305251" y="30966"/>
                </a:lnTo>
                <a:lnTo>
                  <a:pt x="305325" y="30828"/>
                </a:lnTo>
                <a:lnTo>
                  <a:pt x="305402" y="30695"/>
                </a:lnTo>
                <a:lnTo>
                  <a:pt x="305484" y="30566"/>
                </a:lnTo>
                <a:lnTo>
                  <a:pt x="305570" y="30441"/>
                </a:lnTo>
                <a:lnTo>
                  <a:pt x="305659" y="30320"/>
                </a:lnTo>
                <a:lnTo>
                  <a:pt x="305753" y="30203"/>
                </a:lnTo>
                <a:lnTo>
                  <a:pt x="305850" y="30091"/>
                </a:lnTo>
                <a:lnTo>
                  <a:pt x="305950" y="29983"/>
                </a:lnTo>
                <a:lnTo>
                  <a:pt x="306053" y="29880"/>
                </a:lnTo>
                <a:lnTo>
                  <a:pt x="306159" y="29782"/>
                </a:lnTo>
                <a:lnTo>
                  <a:pt x="306269" y="29689"/>
                </a:lnTo>
                <a:lnTo>
                  <a:pt x="306381" y="29600"/>
                </a:lnTo>
                <a:lnTo>
                  <a:pt x="306496" y="29517"/>
                </a:lnTo>
                <a:lnTo>
                  <a:pt x="306615" y="29438"/>
                </a:lnTo>
                <a:lnTo>
                  <a:pt x="306736" y="29364"/>
                </a:lnTo>
                <a:lnTo>
                  <a:pt x="306860" y="29294"/>
                </a:lnTo>
                <a:lnTo>
                  <a:pt x="306988" y="29230"/>
                </a:lnTo>
                <a:lnTo>
                  <a:pt x="307118" y="29170"/>
                </a:lnTo>
                <a:lnTo>
                  <a:pt x="307252" y="29115"/>
                </a:lnTo>
                <a:lnTo>
                  <a:pt x="307388" y="29065"/>
                </a:lnTo>
                <a:lnTo>
                  <a:pt x="307528" y="29020"/>
                </a:lnTo>
                <a:lnTo>
                  <a:pt x="307670" y="28979"/>
                </a:lnTo>
                <a:lnTo>
                  <a:pt x="307816" y="28943"/>
                </a:lnTo>
                <a:lnTo>
                  <a:pt x="307965" y="28912"/>
                </a:lnTo>
                <a:lnTo>
                  <a:pt x="308116" y="28886"/>
                </a:lnTo>
                <a:lnTo>
                  <a:pt x="308271" y="28864"/>
                </a:lnTo>
                <a:lnTo>
                  <a:pt x="308429" y="28847"/>
                </a:lnTo>
                <a:lnTo>
                  <a:pt x="308589" y="28835"/>
                </a:lnTo>
                <a:lnTo>
                  <a:pt x="308753" y="28828"/>
                </a:lnTo>
                <a:lnTo>
                  <a:pt x="308920" y="28826"/>
                </a:lnTo>
                <a:lnTo>
                  <a:pt x="309094" y="28828"/>
                </a:lnTo>
                <a:lnTo>
                  <a:pt x="309265" y="28836"/>
                </a:lnTo>
                <a:lnTo>
                  <a:pt x="309432" y="28848"/>
                </a:lnTo>
                <a:lnTo>
                  <a:pt x="309596" y="28865"/>
                </a:lnTo>
                <a:lnTo>
                  <a:pt x="309756" y="28888"/>
                </a:lnTo>
                <a:lnTo>
                  <a:pt x="309912" y="28915"/>
                </a:lnTo>
                <a:lnTo>
                  <a:pt x="310066" y="28947"/>
                </a:lnTo>
                <a:lnTo>
                  <a:pt x="310215" y="28984"/>
                </a:lnTo>
                <a:lnTo>
                  <a:pt x="310361" y="29026"/>
                </a:lnTo>
                <a:lnTo>
                  <a:pt x="310504" y="29073"/>
                </a:lnTo>
                <a:lnTo>
                  <a:pt x="310643" y="29125"/>
                </a:lnTo>
                <a:lnTo>
                  <a:pt x="310779" y="29182"/>
                </a:lnTo>
                <a:lnTo>
                  <a:pt x="310911" y="29243"/>
                </a:lnTo>
                <a:lnTo>
                  <a:pt x="311039" y="29310"/>
                </a:lnTo>
                <a:lnTo>
                  <a:pt x="311164" y="29382"/>
                </a:lnTo>
                <a:lnTo>
                  <a:pt x="311286" y="29458"/>
                </a:lnTo>
                <a:lnTo>
                  <a:pt x="311404" y="29540"/>
                </a:lnTo>
                <a:lnTo>
                  <a:pt x="311518" y="29626"/>
                </a:lnTo>
                <a:lnTo>
                  <a:pt x="311630" y="29718"/>
                </a:lnTo>
                <a:lnTo>
                  <a:pt x="311737" y="29814"/>
                </a:lnTo>
                <a:lnTo>
                  <a:pt x="311841" y="29916"/>
                </a:lnTo>
                <a:lnTo>
                  <a:pt x="311942" y="30022"/>
                </a:lnTo>
                <a:lnTo>
                  <a:pt x="312039" y="30133"/>
                </a:lnTo>
                <a:lnTo>
                  <a:pt x="312132" y="30249"/>
                </a:lnTo>
                <a:lnTo>
                  <a:pt x="312222" y="30370"/>
                </a:lnTo>
                <a:lnTo>
                  <a:pt x="312308" y="30494"/>
                </a:lnTo>
                <a:lnTo>
                  <a:pt x="312390" y="30621"/>
                </a:lnTo>
                <a:lnTo>
                  <a:pt x="312469" y="30753"/>
                </a:lnTo>
                <a:lnTo>
                  <a:pt x="312544" y="30888"/>
                </a:lnTo>
                <a:lnTo>
                  <a:pt x="312614" y="31027"/>
                </a:lnTo>
                <a:lnTo>
                  <a:pt x="312681" y="31169"/>
                </a:lnTo>
                <a:lnTo>
                  <a:pt x="312745" y="31315"/>
                </a:lnTo>
                <a:lnTo>
                  <a:pt x="312804" y="31465"/>
                </a:lnTo>
                <a:lnTo>
                  <a:pt x="312859" y="31618"/>
                </a:lnTo>
                <a:lnTo>
                  <a:pt x="312911" y="31775"/>
                </a:lnTo>
                <a:lnTo>
                  <a:pt x="312959" y="31936"/>
                </a:lnTo>
                <a:lnTo>
                  <a:pt x="313003" y="32100"/>
                </a:lnTo>
                <a:lnTo>
                  <a:pt x="313043" y="32268"/>
                </a:lnTo>
                <a:lnTo>
                  <a:pt x="313080" y="32440"/>
                </a:lnTo>
                <a:lnTo>
                  <a:pt x="313112" y="32616"/>
                </a:lnTo>
                <a:lnTo>
                  <a:pt x="313141" y="32795"/>
                </a:lnTo>
                <a:lnTo>
                  <a:pt x="313166" y="32977"/>
                </a:lnTo>
                <a:lnTo>
                  <a:pt x="313187" y="33164"/>
                </a:lnTo>
                <a:lnTo>
                  <a:pt x="313204" y="33354"/>
                </a:lnTo>
                <a:lnTo>
                  <a:pt x="313217" y="33547"/>
                </a:lnTo>
                <a:lnTo>
                  <a:pt x="313227" y="33745"/>
                </a:lnTo>
                <a:lnTo>
                  <a:pt x="313233" y="33946"/>
                </a:lnTo>
                <a:lnTo>
                  <a:pt x="313235" y="34150"/>
                </a:lnTo>
                <a:lnTo>
                  <a:pt x="313235" y="72157"/>
                </a:lnTo>
                <a:lnTo>
                  <a:pt x="323333" y="72157"/>
                </a:lnTo>
                <a:lnTo>
                  <a:pt x="323333" y="33691"/>
                </a:lnTo>
                <a:lnTo>
                  <a:pt x="323328" y="33198"/>
                </a:lnTo>
                <a:lnTo>
                  <a:pt x="323314" y="32714"/>
                </a:lnTo>
                <a:lnTo>
                  <a:pt x="323290" y="32238"/>
                </a:lnTo>
                <a:lnTo>
                  <a:pt x="323256" y="31771"/>
                </a:lnTo>
                <a:lnTo>
                  <a:pt x="323213" y="31313"/>
                </a:lnTo>
                <a:lnTo>
                  <a:pt x="323161" y="30863"/>
                </a:lnTo>
                <a:lnTo>
                  <a:pt x="323099" y="30421"/>
                </a:lnTo>
                <a:lnTo>
                  <a:pt x="323027" y="29989"/>
                </a:lnTo>
                <a:lnTo>
                  <a:pt x="322946" y="29565"/>
                </a:lnTo>
                <a:lnTo>
                  <a:pt x="322855" y="29149"/>
                </a:lnTo>
                <a:lnTo>
                  <a:pt x="322754" y="28743"/>
                </a:lnTo>
                <a:lnTo>
                  <a:pt x="322644" y="28344"/>
                </a:lnTo>
                <a:lnTo>
                  <a:pt x="322525" y="27955"/>
                </a:lnTo>
                <a:lnTo>
                  <a:pt x="322396" y="27574"/>
                </a:lnTo>
                <a:lnTo>
                  <a:pt x="322257" y="27201"/>
                </a:lnTo>
                <a:lnTo>
                  <a:pt x="322109" y="26837"/>
                </a:lnTo>
                <a:lnTo>
                  <a:pt x="321951" y="26482"/>
                </a:lnTo>
                <a:lnTo>
                  <a:pt x="321784" y="26136"/>
                </a:lnTo>
                <a:lnTo>
                  <a:pt x="321607" y="25798"/>
                </a:lnTo>
                <a:lnTo>
                  <a:pt x="321420" y="25468"/>
                </a:lnTo>
                <a:lnTo>
                  <a:pt x="321224" y="25148"/>
                </a:lnTo>
                <a:lnTo>
                  <a:pt x="321019" y="24835"/>
                </a:lnTo>
                <a:lnTo>
                  <a:pt x="320804" y="24532"/>
                </a:lnTo>
                <a:lnTo>
                  <a:pt x="320579" y="24237"/>
                </a:lnTo>
                <a:lnTo>
                  <a:pt x="320346" y="23952"/>
                </a:lnTo>
                <a:lnTo>
                  <a:pt x="320107" y="23679"/>
                </a:lnTo>
                <a:lnTo>
                  <a:pt x="319860" y="23419"/>
                </a:lnTo>
                <a:lnTo>
                  <a:pt x="319607" y="23171"/>
                </a:lnTo>
                <a:lnTo>
                  <a:pt x="319348" y="22934"/>
                </a:lnTo>
                <a:lnTo>
                  <a:pt x="319082" y="22710"/>
                </a:lnTo>
                <a:lnTo>
                  <a:pt x="318809" y="22498"/>
                </a:lnTo>
                <a:lnTo>
                  <a:pt x="318529" y="22298"/>
                </a:lnTo>
                <a:lnTo>
                  <a:pt x="318242" y="22110"/>
                </a:lnTo>
                <a:lnTo>
                  <a:pt x="317949" y="21935"/>
                </a:lnTo>
                <a:lnTo>
                  <a:pt x="317650" y="21771"/>
                </a:lnTo>
                <a:lnTo>
                  <a:pt x="317343" y="21620"/>
                </a:lnTo>
                <a:lnTo>
                  <a:pt x="317030" y="21480"/>
                </a:lnTo>
                <a:lnTo>
                  <a:pt x="316710" y="21353"/>
                </a:lnTo>
                <a:lnTo>
                  <a:pt x="316384" y="21238"/>
                </a:lnTo>
                <a:lnTo>
                  <a:pt x="316050" y="21135"/>
                </a:lnTo>
                <a:lnTo>
                  <a:pt x="315710" y="21044"/>
                </a:lnTo>
                <a:lnTo>
                  <a:pt x="315364" y="20965"/>
                </a:lnTo>
                <a:lnTo>
                  <a:pt x="315010" y="20899"/>
                </a:lnTo>
                <a:lnTo>
                  <a:pt x="314650" y="20844"/>
                </a:lnTo>
                <a:lnTo>
                  <a:pt x="314284" y="20802"/>
                </a:lnTo>
                <a:lnTo>
                  <a:pt x="313910" y="20772"/>
                </a:lnTo>
                <a:lnTo>
                  <a:pt x="313530" y="20753"/>
                </a:lnTo>
                <a:lnTo>
                  <a:pt x="313143" y="20747"/>
                </a:lnTo>
                <a:lnTo>
                  <a:pt x="312817" y="20752"/>
                </a:lnTo>
                <a:lnTo>
                  <a:pt x="312496" y="20765"/>
                </a:lnTo>
                <a:lnTo>
                  <a:pt x="312181" y="20788"/>
                </a:lnTo>
                <a:lnTo>
                  <a:pt x="311871" y="20819"/>
                </a:lnTo>
                <a:lnTo>
                  <a:pt x="311566" y="20859"/>
                </a:lnTo>
                <a:lnTo>
                  <a:pt x="311267" y="20908"/>
                </a:lnTo>
                <a:lnTo>
                  <a:pt x="310974" y="20966"/>
                </a:lnTo>
                <a:lnTo>
                  <a:pt x="310685" y="21033"/>
                </a:lnTo>
                <a:lnTo>
                  <a:pt x="310402" y="21109"/>
                </a:lnTo>
                <a:lnTo>
                  <a:pt x="310125" y="21194"/>
                </a:lnTo>
                <a:lnTo>
                  <a:pt x="309853" y="21287"/>
                </a:lnTo>
                <a:lnTo>
                  <a:pt x="309586" y="21390"/>
                </a:lnTo>
                <a:lnTo>
                  <a:pt x="309325" y="21502"/>
                </a:lnTo>
                <a:lnTo>
                  <a:pt x="309069" y="21622"/>
                </a:lnTo>
                <a:lnTo>
                  <a:pt x="308819" y="21751"/>
                </a:lnTo>
                <a:lnTo>
                  <a:pt x="308574" y="21890"/>
                </a:lnTo>
                <a:lnTo>
                  <a:pt x="308334" y="22037"/>
                </a:lnTo>
                <a:lnTo>
                  <a:pt x="308100" y="22193"/>
                </a:lnTo>
                <a:lnTo>
                  <a:pt x="307871" y="22358"/>
                </a:lnTo>
                <a:lnTo>
                  <a:pt x="307648" y="22532"/>
                </a:lnTo>
                <a:lnTo>
                  <a:pt x="307430" y="22715"/>
                </a:lnTo>
                <a:lnTo>
                  <a:pt x="307218" y="22907"/>
                </a:lnTo>
                <a:lnTo>
                  <a:pt x="307011" y="23108"/>
                </a:lnTo>
                <a:lnTo>
                  <a:pt x="306809" y="23318"/>
                </a:lnTo>
                <a:lnTo>
                  <a:pt x="306614" y="23535"/>
                </a:lnTo>
                <a:lnTo>
                  <a:pt x="306428" y="23758"/>
                </a:lnTo>
                <a:lnTo>
                  <a:pt x="306250" y="23986"/>
                </a:lnTo>
                <a:lnTo>
                  <a:pt x="306080" y="24221"/>
                </a:lnTo>
                <a:lnTo>
                  <a:pt x="305918" y="24461"/>
                </a:lnTo>
                <a:lnTo>
                  <a:pt x="305765" y="24706"/>
                </a:lnTo>
                <a:lnTo>
                  <a:pt x="305620" y="24958"/>
                </a:lnTo>
                <a:lnTo>
                  <a:pt x="305483" y="25215"/>
                </a:lnTo>
                <a:lnTo>
                  <a:pt x="305354" y="25478"/>
                </a:lnTo>
                <a:lnTo>
                  <a:pt x="305234" y="25747"/>
                </a:lnTo>
                <a:lnTo>
                  <a:pt x="305122" y="26021"/>
                </a:lnTo>
                <a:lnTo>
                  <a:pt x="305019" y="26302"/>
                </a:lnTo>
                <a:lnTo>
                  <a:pt x="304923" y="26588"/>
                </a:lnTo>
                <a:lnTo>
                  <a:pt x="304836" y="26879"/>
                </a:lnTo>
                <a:lnTo>
                  <a:pt x="304758" y="27177"/>
                </a:lnTo>
                <a:lnTo>
                  <a:pt x="304687" y="27480"/>
                </a:lnTo>
                <a:lnTo>
                  <a:pt x="304625" y="27789"/>
                </a:lnTo>
                <a:lnTo>
                  <a:pt x="304571" y="28103"/>
                </a:lnTo>
                <a:lnTo>
                  <a:pt x="304526" y="28424"/>
                </a:lnTo>
                <a:lnTo>
                  <a:pt x="304522" y="28459"/>
                </a:lnTo>
                <a:lnTo>
                  <a:pt x="304073" y="28459"/>
                </a:lnTo>
                <a:lnTo>
                  <a:pt x="304041" y="28305"/>
                </a:lnTo>
                <a:lnTo>
                  <a:pt x="303951" y="27930"/>
                </a:lnTo>
                <a:lnTo>
                  <a:pt x="303853" y="27563"/>
                </a:lnTo>
                <a:lnTo>
                  <a:pt x="303748" y="27204"/>
                </a:lnTo>
                <a:lnTo>
                  <a:pt x="303634" y="26853"/>
                </a:lnTo>
                <a:lnTo>
                  <a:pt x="303513" y="26510"/>
                </a:lnTo>
                <a:lnTo>
                  <a:pt x="303384" y="26175"/>
                </a:lnTo>
                <a:lnTo>
                  <a:pt x="303248" y="25848"/>
                </a:lnTo>
                <a:lnTo>
                  <a:pt x="303103" y="25528"/>
                </a:lnTo>
                <a:lnTo>
                  <a:pt x="302951" y="25217"/>
                </a:lnTo>
                <a:lnTo>
                  <a:pt x="302791" y="24914"/>
                </a:lnTo>
                <a:lnTo>
                  <a:pt x="302623" y="24619"/>
                </a:lnTo>
                <a:lnTo>
                  <a:pt x="302447" y="24331"/>
                </a:lnTo>
                <a:lnTo>
                  <a:pt x="302263" y="24052"/>
                </a:lnTo>
                <a:lnTo>
                  <a:pt x="302073" y="23782"/>
                </a:lnTo>
                <a:lnTo>
                  <a:pt x="301876" y="23524"/>
                </a:lnTo>
                <a:lnTo>
                  <a:pt x="301673" y="23277"/>
                </a:lnTo>
                <a:lnTo>
                  <a:pt x="301464" y="23042"/>
                </a:lnTo>
                <a:lnTo>
                  <a:pt x="301249" y="22818"/>
                </a:lnTo>
                <a:lnTo>
                  <a:pt x="301027" y="22606"/>
                </a:lnTo>
                <a:lnTo>
                  <a:pt x="300800" y="22405"/>
                </a:lnTo>
                <a:lnTo>
                  <a:pt x="300566" y="22216"/>
                </a:lnTo>
                <a:lnTo>
                  <a:pt x="300325" y="22038"/>
                </a:lnTo>
                <a:lnTo>
                  <a:pt x="300079" y="21872"/>
                </a:lnTo>
                <a:lnTo>
                  <a:pt x="299826" y="21717"/>
                </a:lnTo>
                <a:lnTo>
                  <a:pt x="299568" y="21574"/>
                </a:lnTo>
                <a:lnTo>
                  <a:pt x="299302" y="21442"/>
                </a:lnTo>
                <a:lnTo>
                  <a:pt x="299031" y="21321"/>
                </a:lnTo>
                <a:lnTo>
                  <a:pt x="298754" y="21212"/>
                </a:lnTo>
                <a:lnTo>
                  <a:pt x="298470" y="21115"/>
                </a:lnTo>
                <a:lnTo>
                  <a:pt x="298180" y="21029"/>
                </a:lnTo>
                <a:lnTo>
                  <a:pt x="297884" y="20954"/>
                </a:lnTo>
                <a:lnTo>
                  <a:pt x="297582" y="20891"/>
                </a:lnTo>
                <a:lnTo>
                  <a:pt x="297273" y="20839"/>
                </a:lnTo>
                <a:lnTo>
                  <a:pt x="296958" y="20799"/>
                </a:lnTo>
                <a:lnTo>
                  <a:pt x="296637" y="20770"/>
                </a:lnTo>
                <a:lnTo>
                  <a:pt x="296310" y="20753"/>
                </a:lnTo>
                <a:lnTo>
                  <a:pt x="295977" y="20747"/>
                </a:lnTo>
                <a:lnTo>
                  <a:pt x="295665" y="20752"/>
                </a:lnTo>
                <a:lnTo>
                  <a:pt x="295359" y="20765"/>
                </a:lnTo>
                <a:lnTo>
                  <a:pt x="295057" y="20788"/>
                </a:lnTo>
                <a:lnTo>
                  <a:pt x="294760" y="20819"/>
                </a:lnTo>
                <a:lnTo>
                  <a:pt x="294468" y="20859"/>
                </a:lnTo>
                <a:lnTo>
                  <a:pt x="294181" y="20908"/>
                </a:lnTo>
                <a:lnTo>
                  <a:pt x="293898" y="20966"/>
                </a:lnTo>
                <a:lnTo>
                  <a:pt x="293620" y="21033"/>
                </a:lnTo>
                <a:lnTo>
                  <a:pt x="293347" y="21109"/>
                </a:lnTo>
                <a:lnTo>
                  <a:pt x="293079" y="21194"/>
                </a:lnTo>
                <a:lnTo>
                  <a:pt x="292816" y="21287"/>
                </a:lnTo>
                <a:lnTo>
                  <a:pt x="292557" y="21390"/>
                </a:lnTo>
                <a:lnTo>
                  <a:pt x="292303" y="21502"/>
                </a:lnTo>
                <a:lnTo>
                  <a:pt x="292054" y="21622"/>
                </a:lnTo>
                <a:lnTo>
                  <a:pt x="291809" y="21751"/>
                </a:lnTo>
                <a:lnTo>
                  <a:pt x="291570" y="21890"/>
                </a:lnTo>
                <a:lnTo>
                  <a:pt x="291335" y="22037"/>
                </a:lnTo>
                <a:lnTo>
                  <a:pt x="291105" y="22193"/>
                </a:lnTo>
                <a:lnTo>
                  <a:pt x="290880" y="22358"/>
                </a:lnTo>
                <a:lnTo>
                  <a:pt x="290660" y="22532"/>
                </a:lnTo>
                <a:lnTo>
                  <a:pt x="290444" y="22715"/>
                </a:lnTo>
                <a:lnTo>
                  <a:pt x="290233" y="22907"/>
                </a:lnTo>
                <a:lnTo>
                  <a:pt x="290027" y="23108"/>
                </a:lnTo>
                <a:lnTo>
                  <a:pt x="289826" y="23318"/>
                </a:lnTo>
                <a:lnTo>
                  <a:pt x="289631" y="23535"/>
                </a:lnTo>
                <a:lnTo>
                  <a:pt x="289444" y="23758"/>
                </a:lnTo>
                <a:lnTo>
                  <a:pt x="289266" y="23986"/>
                </a:lnTo>
                <a:lnTo>
                  <a:pt x="289096" y="24221"/>
                </a:lnTo>
                <a:lnTo>
                  <a:pt x="288935" y="24461"/>
                </a:lnTo>
                <a:lnTo>
                  <a:pt x="288781" y="24706"/>
                </a:lnTo>
                <a:lnTo>
                  <a:pt x="288636" y="24958"/>
                </a:lnTo>
                <a:lnTo>
                  <a:pt x="288500" y="25215"/>
                </a:lnTo>
                <a:lnTo>
                  <a:pt x="288371" y="25478"/>
                </a:lnTo>
                <a:lnTo>
                  <a:pt x="288251" y="25747"/>
                </a:lnTo>
                <a:lnTo>
                  <a:pt x="288139" y="26021"/>
                </a:lnTo>
                <a:lnTo>
                  <a:pt x="288035" y="26302"/>
                </a:lnTo>
                <a:lnTo>
                  <a:pt x="287940" y="26588"/>
                </a:lnTo>
                <a:lnTo>
                  <a:pt x="287853" y="26879"/>
                </a:lnTo>
                <a:lnTo>
                  <a:pt x="287774" y="27177"/>
                </a:lnTo>
                <a:lnTo>
                  <a:pt x="287704" y="27480"/>
                </a:lnTo>
                <a:lnTo>
                  <a:pt x="287642" y="27789"/>
                </a:lnTo>
                <a:lnTo>
                  <a:pt x="287588" y="28103"/>
                </a:lnTo>
                <a:lnTo>
                  <a:pt x="287542" y="28424"/>
                </a:lnTo>
                <a:lnTo>
                  <a:pt x="287538" y="28459"/>
                </a:lnTo>
                <a:lnTo>
                  <a:pt x="287072" y="28459"/>
                </a:lnTo>
                <a:lnTo>
                  <a:pt x="287072" y="21665"/>
                </a:lnTo>
                <a:lnTo>
                  <a:pt x="277707" y="21665"/>
                </a:lnTo>
                <a:lnTo>
                  <a:pt x="277707" y="72157"/>
                </a:lnTo>
                <a:lnTo>
                  <a:pt x="287806" y="72157"/>
                </a:lnTo>
                <a:close/>
                <a:moveTo>
                  <a:pt x="337287" y="21665"/>
                </a:moveTo>
                <a:lnTo>
                  <a:pt x="337287" y="32039"/>
                </a:lnTo>
                <a:lnTo>
                  <a:pt x="352619" y="32039"/>
                </a:lnTo>
                <a:lnTo>
                  <a:pt x="352619" y="61692"/>
                </a:lnTo>
                <a:lnTo>
                  <a:pt x="334992" y="61692"/>
                </a:lnTo>
                <a:lnTo>
                  <a:pt x="334992" y="72157"/>
                </a:lnTo>
                <a:lnTo>
                  <a:pt x="379241" y="72157"/>
                </a:lnTo>
                <a:lnTo>
                  <a:pt x="379241" y="61692"/>
                </a:lnTo>
                <a:lnTo>
                  <a:pt x="363634" y="61692"/>
                </a:lnTo>
                <a:lnTo>
                  <a:pt x="363634" y="21665"/>
                </a:lnTo>
                <a:lnTo>
                  <a:pt x="337287" y="21665"/>
                </a:lnTo>
                <a:close/>
                <a:moveTo>
                  <a:pt x="82782" y="72878"/>
                </a:moveTo>
                <a:lnTo>
                  <a:pt x="83290" y="72832"/>
                </a:lnTo>
                <a:lnTo>
                  <a:pt x="83792" y="72777"/>
                </a:lnTo>
                <a:lnTo>
                  <a:pt x="84287" y="72713"/>
                </a:lnTo>
                <a:lnTo>
                  <a:pt x="84776" y="72641"/>
                </a:lnTo>
                <a:lnTo>
                  <a:pt x="85258" y="72561"/>
                </a:lnTo>
                <a:lnTo>
                  <a:pt x="85735" y="72472"/>
                </a:lnTo>
                <a:lnTo>
                  <a:pt x="86204" y="72375"/>
                </a:lnTo>
                <a:lnTo>
                  <a:pt x="86668" y="72270"/>
                </a:lnTo>
                <a:lnTo>
                  <a:pt x="87125" y="72156"/>
                </a:lnTo>
                <a:lnTo>
                  <a:pt x="87576" y="72033"/>
                </a:lnTo>
                <a:lnTo>
                  <a:pt x="88020" y="71902"/>
                </a:lnTo>
                <a:lnTo>
                  <a:pt x="88458" y="71763"/>
                </a:lnTo>
                <a:lnTo>
                  <a:pt x="88890" y="71615"/>
                </a:lnTo>
                <a:lnTo>
                  <a:pt x="89315" y="71459"/>
                </a:lnTo>
                <a:lnTo>
                  <a:pt x="89734" y="71294"/>
                </a:lnTo>
                <a:lnTo>
                  <a:pt x="90146" y="71121"/>
                </a:lnTo>
                <a:lnTo>
                  <a:pt x="90552" y="70939"/>
                </a:lnTo>
                <a:lnTo>
                  <a:pt x="90952" y="70749"/>
                </a:lnTo>
                <a:lnTo>
                  <a:pt x="91345" y="70550"/>
                </a:lnTo>
                <a:lnTo>
                  <a:pt x="91732" y="70344"/>
                </a:lnTo>
                <a:lnTo>
                  <a:pt x="92111" y="70131"/>
                </a:lnTo>
                <a:lnTo>
                  <a:pt x="92483" y="69911"/>
                </a:lnTo>
                <a:lnTo>
                  <a:pt x="92849" y="69683"/>
                </a:lnTo>
                <a:lnTo>
                  <a:pt x="93207" y="69449"/>
                </a:lnTo>
                <a:lnTo>
                  <a:pt x="93557" y="69208"/>
                </a:lnTo>
                <a:lnTo>
                  <a:pt x="93901" y="68959"/>
                </a:lnTo>
                <a:lnTo>
                  <a:pt x="94237" y="68704"/>
                </a:lnTo>
                <a:lnTo>
                  <a:pt x="94567" y="68442"/>
                </a:lnTo>
                <a:lnTo>
                  <a:pt x="94889" y="68172"/>
                </a:lnTo>
                <a:lnTo>
                  <a:pt x="95203" y="67896"/>
                </a:lnTo>
                <a:lnTo>
                  <a:pt x="95511" y="67613"/>
                </a:lnTo>
                <a:lnTo>
                  <a:pt x="95812" y="67322"/>
                </a:lnTo>
                <a:lnTo>
                  <a:pt x="96105" y="67025"/>
                </a:lnTo>
                <a:lnTo>
                  <a:pt x="96391" y="66720"/>
                </a:lnTo>
                <a:lnTo>
                  <a:pt x="96670" y="66409"/>
                </a:lnTo>
                <a:lnTo>
                  <a:pt x="96942" y="66091"/>
                </a:lnTo>
                <a:lnTo>
                  <a:pt x="97206" y="65765"/>
                </a:lnTo>
                <a:lnTo>
                  <a:pt x="97464" y="65433"/>
                </a:lnTo>
                <a:lnTo>
                  <a:pt x="97714" y="65093"/>
                </a:lnTo>
                <a:lnTo>
                  <a:pt x="97957" y="64747"/>
                </a:lnTo>
                <a:lnTo>
                  <a:pt x="98193" y="64393"/>
                </a:lnTo>
                <a:lnTo>
                  <a:pt x="98422" y="64033"/>
                </a:lnTo>
                <a:lnTo>
                  <a:pt x="98643" y="63665"/>
                </a:lnTo>
                <a:lnTo>
                  <a:pt x="98857" y="63292"/>
                </a:lnTo>
                <a:lnTo>
                  <a:pt x="99061" y="62912"/>
                </a:lnTo>
                <a:lnTo>
                  <a:pt x="99257" y="62527"/>
                </a:lnTo>
                <a:lnTo>
                  <a:pt x="99443" y="62136"/>
                </a:lnTo>
                <a:lnTo>
                  <a:pt x="99620" y="61740"/>
                </a:lnTo>
                <a:lnTo>
                  <a:pt x="99788" y="61338"/>
                </a:lnTo>
                <a:lnTo>
                  <a:pt x="99947" y="60931"/>
                </a:lnTo>
                <a:lnTo>
                  <a:pt x="100097" y="60518"/>
                </a:lnTo>
                <a:lnTo>
                  <a:pt x="100238" y="60100"/>
                </a:lnTo>
                <a:lnTo>
                  <a:pt x="100370" y="59676"/>
                </a:lnTo>
                <a:lnTo>
                  <a:pt x="100492" y="59246"/>
                </a:lnTo>
                <a:lnTo>
                  <a:pt x="100606" y="58811"/>
                </a:lnTo>
                <a:lnTo>
                  <a:pt x="100710" y="58370"/>
                </a:lnTo>
                <a:lnTo>
                  <a:pt x="100806" y="57924"/>
                </a:lnTo>
                <a:lnTo>
                  <a:pt x="100892" y="57472"/>
                </a:lnTo>
                <a:lnTo>
                  <a:pt x="100969" y="57014"/>
                </a:lnTo>
                <a:lnTo>
                  <a:pt x="101037" y="56551"/>
                </a:lnTo>
                <a:lnTo>
                  <a:pt x="101096" y="56083"/>
                </a:lnTo>
                <a:lnTo>
                  <a:pt x="101146" y="55608"/>
                </a:lnTo>
                <a:lnTo>
                  <a:pt x="101187" y="55129"/>
                </a:lnTo>
                <a:lnTo>
                  <a:pt x="101219" y="54643"/>
                </a:lnTo>
                <a:lnTo>
                  <a:pt x="101242" y="54152"/>
                </a:lnTo>
                <a:lnTo>
                  <a:pt x="101255" y="53656"/>
                </a:lnTo>
                <a:lnTo>
                  <a:pt x="101260" y="53154"/>
                </a:lnTo>
                <a:lnTo>
                  <a:pt x="101260" y="40577"/>
                </a:lnTo>
                <a:lnTo>
                  <a:pt x="101255" y="40083"/>
                </a:lnTo>
                <a:lnTo>
                  <a:pt x="101242" y="39593"/>
                </a:lnTo>
                <a:lnTo>
                  <a:pt x="101219" y="39109"/>
                </a:lnTo>
                <a:lnTo>
                  <a:pt x="101187" y="38630"/>
                </a:lnTo>
                <a:lnTo>
                  <a:pt x="101146" y="38157"/>
                </a:lnTo>
                <a:lnTo>
                  <a:pt x="101096" y="37688"/>
                </a:lnTo>
                <a:lnTo>
                  <a:pt x="101037" y="37225"/>
                </a:lnTo>
                <a:lnTo>
                  <a:pt x="100969" y="36767"/>
                </a:lnTo>
                <a:lnTo>
                  <a:pt x="100892" y="36315"/>
                </a:lnTo>
                <a:lnTo>
                  <a:pt x="100806" y="35868"/>
                </a:lnTo>
                <a:lnTo>
                  <a:pt x="100710" y="35425"/>
                </a:lnTo>
                <a:lnTo>
                  <a:pt x="100606" y="34989"/>
                </a:lnTo>
                <a:lnTo>
                  <a:pt x="100492" y="34557"/>
                </a:lnTo>
                <a:lnTo>
                  <a:pt x="100370" y="34131"/>
                </a:lnTo>
                <a:lnTo>
                  <a:pt x="100238" y="33710"/>
                </a:lnTo>
                <a:lnTo>
                  <a:pt x="100097" y="33294"/>
                </a:lnTo>
                <a:lnTo>
                  <a:pt x="99947" y="32884"/>
                </a:lnTo>
                <a:lnTo>
                  <a:pt x="99788" y="32479"/>
                </a:lnTo>
                <a:lnTo>
                  <a:pt x="99620" y="32079"/>
                </a:lnTo>
                <a:lnTo>
                  <a:pt x="99443" y="31684"/>
                </a:lnTo>
                <a:lnTo>
                  <a:pt x="99257" y="31295"/>
                </a:lnTo>
                <a:lnTo>
                  <a:pt x="99061" y="30911"/>
                </a:lnTo>
                <a:lnTo>
                  <a:pt x="98857" y="30532"/>
                </a:lnTo>
                <a:lnTo>
                  <a:pt x="98643" y="30158"/>
                </a:lnTo>
                <a:lnTo>
                  <a:pt x="98422" y="29790"/>
                </a:lnTo>
                <a:lnTo>
                  <a:pt x="98193" y="29430"/>
                </a:lnTo>
                <a:lnTo>
                  <a:pt x="97957" y="29076"/>
                </a:lnTo>
                <a:lnTo>
                  <a:pt x="97714" y="28730"/>
                </a:lnTo>
                <a:lnTo>
                  <a:pt x="97464" y="28390"/>
                </a:lnTo>
                <a:lnTo>
                  <a:pt x="97206" y="28058"/>
                </a:lnTo>
                <a:lnTo>
                  <a:pt x="96942" y="27732"/>
                </a:lnTo>
                <a:lnTo>
                  <a:pt x="96670" y="27414"/>
                </a:lnTo>
                <a:lnTo>
                  <a:pt x="96391" y="27102"/>
                </a:lnTo>
                <a:lnTo>
                  <a:pt x="96105" y="26798"/>
                </a:lnTo>
                <a:lnTo>
                  <a:pt x="95812" y="26500"/>
                </a:lnTo>
                <a:lnTo>
                  <a:pt x="95511" y="26210"/>
                </a:lnTo>
                <a:lnTo>
                  <a:pt x="95203" y="25926"/>
                </a:lnTo>
                <a:lnTo>
                  <a:pt x="94889" y="25650"/>
                </a:lnTo>
                <a:lnTo>
                  <a:pt x="94567" y="25381"/>
                </a:lnTo>
                <a:lnTo>
                  <a:pt x="94237" y="25118"/>
                </a:lnTo>
                <a:lnTo>
                  <a:pt x="93901" y="24863"/>
                </a:lnTo>
                <a:lnTo>
                  <a:pt x="93557" y="24615"/>
                </a:lnTo>
                <a:lnTo>
                  <a:pt x="93207" y="24373"/>
                </a:lnTo>
                <a:lnTo>
                  <a:pt x="92849" y="24139"/>
                </a:lnTo>
                <a:lnTo>
                  <a:pt x="92483" y="23912"/>
                </a:lnTo>
                <a:lnTo>
                  <a:pt x="92111" y="23691"/>
                </a:lnTo>
                <a:lnTo>
                  <a:pt x="91732" y="23478"/>
                </a:lnTo>
                <a:lnTo>
                  <a:pt x="91345" y="23272"/>
                </a:lnTo>
                <a:lnTo>
                  <a:pt x="90952" y="23073"/>
                </a:lnTo>
                <a:lnTo>
                  <a:pt x="90552" y="22883"/>
                </a:lnTo>
                <a:lnTo>
                  <a:pt x="90146" y="22701"/>
                </a:lnTo>
                <a:lnTo>
                  <a:pt x="89734" y="22528"/>
                </a:lnTo>
                <a:lnTo>
                  <a:pt x="89315" y="22363"/>
                </a:lnTo>
                <a:lnTo>
                  <a:pt x="88890" y="22207"/>
                </a:lnTo>
                <a:lnTo>
                  <a:pt x="88458" y="22059"/>
                </a:lnTo>
                <a:lnTo>
                  <a:pt x="88020" y="21920"/>
                </a:lnTo>
                <a:lnTo>
                  <a:pt x="87576" y="21789"/>
                </a:lnTo>
                <a:lnTo>
                  <a:pt x="87125" y="21666"/>
                </a:lnTo>
                <a:lnTo>
                  <a:pt x="86668" y="21552"/>
                </a:lnTo>
                <a:lnTo>
                  <a:pt x="86204" y="21447"/>
                </a:lnTo>
                <a:lnTo>
                  <a:pt x="85735" y="21350"/>
                </a:lnTo>
                <a:lnTo>
                  <a:pt x="85258" y="21261"/>
                </a:lnTo>
                <a:lnTo>
                  <a:pt x="84776" y="21181"/>
                </a:lnTo>
                <a:lnTo>
                  <a:pt x="84287" y="21109"/>
                </a:lnTo>
                <a:lnTo>
                  <a:pt x="83792" y="21045"/>
                </a:lnTo>
                <a:lnTo>
                  <a:pt x="83290" y="20991"/>
                </a:lnTo>
                <a:lnTo>
                  <a:pt x="82782" y="20944"/>
                </a:lnTo>
                <a:lnTo>
                  <a:pt x="82267" y="20906"/>
                </a:lnTo>
                <a:lnTo>
                  <a:pt x="81746" y="20876"/>
                </a:lnTo>
                <a:lnTo>
                  <a:pt x="81219" y="20855"/>
                </a:lnTo>
                <a:lnTo>
                  <a:pt x="80686" y="20843"/>
                </a:lnTo>
                <a:lnTo>
                  <a:pt x="80146" y="20838"/>
                </a:lnTo>
                <a:lnTo>
                  <a:pt x="79613" y="20843"/>
                </a:lnTo>
                <a:lnTo>
                  <a:pt x="79086" y="20855"/>
                </a:lnTo>
                <a:lnTo>
                  <a:pt x="78565" y="20876"/>
                </a:lnTo>
                <a:lnTo>
                  <a:pt x="78050" y="20906"/>
                </a:lnTo>
                <a:lnTo>
                  <a:pt x="77541" y="20944"/>
                </a:lnTo>
                <a:lnTo>
                  <a:pt x="77038" y="20991"/>
                </a:lnTo>
                <a:lnTo>
                  <a:pt x="76541" y="21045"/>
                </a:lnTo>
                <a:lnTo>
                  <a:pt x="76050" y="21109"/>
                </a:lnTo>
                <a:lnTo>
                  <a:pt x="75564" y="21181"/>
                </a:lnTo>
                <a:lnTo>
                  <a:pt x="75085" y="21261"/>
                </a:lnTo>
                <a:lnTo>
                  <a:pt x="74611" y="21350"/>
                </a:lnTo>
                <a:lnTo>
                  <a:pt x="74143" y="21447"/>
                </a:lnTo>
                <a:lnTo>
                  <a:pt x="73682" y="21552"/>
                </a:lnTo>
                <a:lnTo>
                  <a:pt x="73226" y="21666"/>
                </a:lnTo>
                <a:lnTo>
                  <a:pt x="72776" y="21789"/>
                </a:lnTo>
                <a:lnTo>
                  <a:pt x="72332" y="21920"/>
                </a:lnTo>
                <a:lnTo>
                  <a:pt x="71893" y="22059"/>
                </a:lnTo>
                <a:lnTo>
                  <a:pt x="71461" y="22207"/>
                </a:lnTo>
                <a:lnTo>
                  <a:pt x="71035" y="22363"/>
                </a:lnTo>
                <a:lnTo>
                  <a:pt x="70614" y="22528"/>
                </a:lnTo>
                <a:lnTo>
                  <a:pt x="70199" y="22701"/>
                </a:lnTo>
                <a:lnTo>
                  <a:pt x="69791" y="22883"/>
                </a:lnTo>
                <a:lnTo>
                  <a:pt x="69388" y="23073"/>
                </a:lnTo>
                <a:lnTo>
                  <a:pt x="68991" y="23272"/>
                </a:lnTo>
                <a:lnTo>
                  <a:pt x="68601" y="23478"/>
                </a:lnTo>
                <a:lnTo>
                  <a:pt x="68218" y="23691"/>
                </a:lnTo>
                <a:lnTo>
                  <a:pt x="67842" y="23912"/>
                </a:lnTo>
                <a:lnTo>
                  <a:pt x="67474" y="24139"/>
                </a:lnTo>
                <a:lnTo>
                  <a:pt x="67113" y="24373"/>
                </a:lnTo>
                <a:lnTo>
                  <a:pt x="66759" y="24615"/>
                </a:lnTo>
                <a:lnTo>
                  <a:pt x="66413" y="24863"/>
                </a:lnTo>
                <a:lnTo>
                  <a:pt x="66074" y="25118"/>
                </a:lnTo>
                <a:lnTo>
                  <a:pt x="65742" y="25381"/>
                </a:lnTo>
                <a:lnTo>
                  <a:pt x="65418" y="25650"/>
                </a:lnTo>
                <a:lnTo>
                  <a:pt x="65101" y="25926"/>
                </a:lnTo>
                <a:lnTo>
                  <a:pt x="64791" y="26210"/>
                </a:lnTo>
                <a:lnTo>
                  <a:pt x="64489" y="26500"/>
                </a:lnTo>
                <a:lnTo>
                  <a:pt x="64194" y="26798"/>
                </a:lnTo>
                <a:lnTo>
                  <a:pt x="63906" y="27102"/>
                </a:lnTo>
                <a:lnTo>
                  <a:pt x="63626" y="27414"/>
                </a:lnTo>
                <a:lnTo>
                  <a:pt x="63353" y="27732"/>
                </a:lnTo>
                <a:lnTo>
                  <a:pt x="63087" y="28058"/>
                </a:lnTo>
                <a:lnTo>
                  <a:pt x="62828" y="28390"/>
                </a:lnTo>
                <a:lnTo>
                  <a:pt x="62577" y="28730"/>
                </a:lnTo>
                <a:lnTo>
                  <a:pt x="62334" y="29076"/>
                </a:lnTo>
                <a:lnTo>
                  <a:pt x="62097" y="29430"/>
                </a:lnTo>
                <a:lnTo>
                  <a:pt x="61868" y="29790"/>
                </a:lnTo>
                <a:lnTo>
                  <a:pt x="61647" y="30158"/>
                </a:lnTo>
                <a:lnTo>
                  <a:pt x="61433" y="30532"/>
                </a:lnTo>
                <a:lnTo>
                  <a:pt x="61229" y="30911"/>
                </a:lnTo>
                <a:lnTo>
                  <a:pt x="61034" y="31296"/>
                </a:lnTo>
                <a:lnTo>
                  <a:pt x="60847" y="31687"/>
                </a:lnTo>
                <a:lnTo>
                  <a:pt x="60670" y="32083"/>
                </a:lnTo>
                <a:lnTo>
                  <a:pt x="60502" y="32484"/>
                </a:lnTo>
                <a:lnTo>
                  <a:pt x="60343" y="32892"/>
                </a:lnTo>
                <a:lnTo>
                  <a:pt x="60194" y="33304"/>
                </a:lnTo>
                <a:lnTo>
                  <a:pt x="60053" y="33723"/>
                </a:lnTo>
                <a:lnTo>
                  <a:pt x="59921" y="34147"/>
                </a:lnTo>
                <a:lnTo>
                  <a:pt x="59799" y="34576"/>
                </a:lnTo>
                <a:lnTo>
                  <a:pt x="59685" y="35011"/>
                </a:lnTo>
                <a:lnTo>
                  <a:pt x="59581" y="35452"/>
                </a:lnTo>
                <a:lnTo>
                  <a:pt x="59485" y="35899"/>
                </a:lnTo>
                <a:lnTo>
                  <a:pt x="59399" y="36350"/>
                </a:lnTo>
                <a:lnTo>
                  <a:pt x="59322" y="36808"/>
                </a:lnTo>
                <a:lnTo>
                  <a:pt x="59254" y="37271"/>
                </a:lnTo>
                <a:lnTo>
                  <a:pt x="59195" y="37739"/>
                </a:lnTo>
                <a:lnTo>
                  <a:pt x="59145" y="38214"/>
                </a:lnTo>
                <a:lnTo>
                  <a:pt x="59104" y="38693"/>
                </a:lnTo>
                <a:lnTo>
                  <a:pt x="59072" y="39179"/>
                </a:lnTo>
                <a:lnTo>
                  <a:pt x="59049" y="39670"/>
                </a:lnTo>
                <a:lnTo>
                  <a:pt x="59036" y="40166"/>
                </a:lnTo>
                <a:lnTo>
                  <a:pt x="59031" y="40668"/>
                </a:lnTo>
                <a:lnTo>
                  <a:pt x="59031" y="53154"/>
                </a:lnTo>
                <a:lnTo>
                  <a:pt x="59036" y="53656"/>
                </a:lnTo>
                <a:lnTo>
                  <a:pt x="59049" y="54152"/>
                </a:lnTo>
                <a:lnTo>
                  <a:pt x="59072" y="54643"/>
                </a:lnTo>
                <a:lnTo>
                  <a:pt x="59104" y="55129"/>
                </a:lnTo>
                <a:lnTo>
                  <a:pt x="59145" y="55608"/>
                </a:lnTo>
                <a:lnTo>
                  <a:pt x="59195" y="56083"/>
                </a:lnTo>
                <a:lnTo>
                  <a:pt x="59254" y="56551"/>
                </a:lnTo>
                <a:lnTo>
                  <a:pt x="59322" y="57014"/>
                </a:lnTo>
                <a:lnTo>
                  <a:pt x="59399" y="57472"/>
                </a:lnTo>
                <a:lnTo>
                  <a:pt x="59485" y="57924"/>
                </a:lnTo>
                <a:lnTo>
                  <a:pt x="59581" y="58370"/>
                </a:lnTo>
                <a:lnTo>
                  <a:pt x="59685" y="58811"/>
                </a:lnTo>
                <a:lnTo>
                  <a:pt x="59799" y="59246"/>
                </a:lnTo>
                <a:lnTo>
                  <a:pt x="59921" y="59676"/>
                </a:lnTo>
                <a:lnTo>
                  <a:pt x="60053" y="60100"/>
                </a:lnTo>
                <a:lnTo>
                  <a:pt x="60194" y="60518"/>
                </a:lnTo>
                <a:lnTo>
                  <a:pt x="60343" y="60931"/>
                </a:lnTo>
                <a:lnTo>
                  <a:pt x="60502" y="61338"/>
                </a:lnTo>
                <a:lnTo>
                  <a:pt x="60670" y="61740"/>
                </a:lnTo>
                <a:lnTo>
                  <a:pt x="60847" y="62136"/>
                </a:lnTo>
                <a:lnTo>
                  <a:pt x="61034" y="62527"/>
                </a:lnTo>
                <a:lnTo>
                  <a:pt x="61229" y="62912"/>
                </a:lnTo>
                <a:lnTo>
                  <a:pt x="61433" y="63292"/>
                </a:lnTo>
                <a:lnTo>
                  <a:pt x="61647" y="63665"/>
                </a:lnTo>
                <a:lnTo>
                  <a:pt x="61868" y="64033"/>
                </a:lnTo>
                <a:lnTo>
                  <a:pt x="62097" y="64393"/>
                </a:lnTo>
                <a:lnTo>
                  <a:pt x="62334" y="64747"/>
                </a:lnTo>
                <a:lnTo>
                  <a:pt x="62577" y="65093"/>
                </a:lnTo>
                <a:lnTo>
                  <a:pt x="62828" y="65433"/>
                </a:lnTo>
                <a:lnTo>
                  <a:pt x="63087" y="65765"/>
                </a:lnTo>
                <a:lnTo>
                  <a:pt x="63353" y="66091"/>
                </a:lnTo>
                <a:lnTo>
                  <a:pt x="63626" y="66409"/>
                </a:lnTo>
                <a:lnTo>
                  <a:pt x="63906" y="66720"/>
                </a:lnTo>
                <a:lnTo>
                  <a:pt x="64194" y="67025"/>
                </a:lnTo>
                <a:lnTo>
                  <a:pt x="64489" y="67322"/>
                </a:lnTo>
                <a:lnTo>
                  <a:pt x="64791" y="67613"/>
                </a:lnTo>
                <a:lnTo>
                  <a:pt x="65101" y="67896"/>
                </a:lnTo>
                <a:lnTo>
                  <a:pt x="65418" y="68172"/>
                </a:lnTo>
                <a:lnTo>
                  <a:pt x="65742" y="68442"/>
                </a:lnTo>
                <a:lnTo>
                  <a:pt x="66074" y="68704"/>
                </a:lnTo>
                <a:lnTo>
                  <a:pt x="66413" y="68959"/>
                </a:lnTo>
                <a:lnTo>
                  <a:pt x="66759" y="69208"/>
                </a:lnTo>
                <a:lnTo>
                  <a:pt x="67113" y="69449"/>
                </a:lnTo>
                <a:lnTo>
                  <a:pt x="67474" y="69683"/>
                </a:lnTo>
                <a:lnTo>
                  <a:pt x="67842" y="69911"/>
                </a:lnTo>
                <a:lnTo>
                  <a:pt x="68218" y="70131"/>
                </a:lnTo>
                <a:lnTo>
                  <a:pt x="68601" y="70344"/>
                </a:lnTo>
                <a:lnTo>
                  <a:pt x="68991" y="70550"/>
                </a:lnTo>
                <a:lnTo>
                  <a:pt x="69388" y="70749"/>
                </a:lnTo>
                <a:lnTo>
                  <a:pt x="69791" y="70939"/>
                </a:lnTo>
                <a:lnTo>
                  <a:pt x="70199" y="71121"/>
                </a:lnTo>
                <a:lnTo>
                  <a:pt x="70614" y="71294"/>
                </a:lnTo>
                <a:lnTo>
                  <a:pt x="71035" y="71459"/>
                </a:lnTo>
                <a:lnTo>
                  <a:pt x="71461" y="71615"/>
                </a:lnTo>
                <a:lnTo>
                  <a:pt x="71893" y="71763"/>
                </a:lnTo>
                <a:lnTo>
                  <a:pt x="72332" y="71902"/>
                </a:lnTo>
                <a:lnTo>
                  <a:pt x="72776" y="72033"/>
                </a:lnTo>
                <a:lnTo>
                  <a:pt x="73226" y="72156"/>
                </a:lnTo>
                <a:lnTo>
                  <a:pt x="73682" y="72270"/>
                </a:lnTo>
                <a:lnTo>
                  <a:pt x="74143" y="72375"/>
                </a:lnTo>
                <a:lnTo>
                  <a:pt x="74611" y="72472"/>
                </a:lnTo>
                <a:lnTo>
                  <a:pt x="75085" y="72561"/>
                </a:lnTo>
                <a:lnTo>
                  <a:pt x="75564" y="72641"/>
                </a:lnTo>
                <a:lnTo>
                  <a:pt x="76050" y="72713"/>
                </a:lnTo>
                <a:lnTo>
                  <a:pt x="76541" y="72777"/>
                </a:lnTo>
                <a:lnTo>
                  <a:pt x="77038" y="72832"/>
                </a:lnTo>
                <a:lnTo>
                  <a:pt x="77541" y="72878"/>
                </a:lnTo>
                <a:lnTo>
                  <a:pt x="78050" y="72916"/>
                </a:lnTo>
                <a:lnTo>
                  <a:pt x="78565" y="72946"/>
                </a:lnTo>
                <a:lnTo>
                  <a:pt x="79086" y="72967"/>
                </a:lnTo>
                <a:lnTo>
                  <a:pt x="79613" y="72979"/>
                </a:lnTo>
                <a:lnTo>
                  <a:pt x="80146" y="72984"/>
                </a:lnTo>
                <a:lnTo>
                  <a:pt x="80686" y="72979"/>
                </a:lnTo>
                <a:lnTo>
                  <a:pt x="81219" y="72967"/>
                </a:lnTo>
                <a:lnTo>
                  <a:pt x="81746" y="72946"/>
                </a:lnTo>
                <a:lnTo>
                  <a:pt x="82267" y="72916"/>
                </a:lnTo>
                <a:lnTo>
                  <a:pt x="82782" y="72878"/>
                </a:lnTo>
                <a:close/>
                <a:moveTo>
                  <a:pt x="78355" y="62867"/>
                </a:moveTo>
                <a:lnTo>
                  <a:pt x="78017" y="62818"/>
                </a:lnTo>
                <a:lnTo>
                  <a:pt x="77686" y="62761"/>
                </a:lnTo>
                <a:lnTo>
                  <a:pt x="77361" y="62696"/>
                </a:lnTo>
                <a:lnTo>
                  <a:pt x="77043" y="62621"/>
                </a:lnTo>
                <a:lnTo>
                  <a:pt x="76732" y="62538"/>
                </a:lnTo>
                <a:lnTo>
                  <a:pt x="76427" y="62446"/>
                </a:lnTo>
                <a:lnTo>
                  <a:pt x="76129" y="62345"/>
                </a:lnTo>
                <a:lnTo>
                  <a:pt x="75838" y="62236"/>
                </a:lnTo>
                <a:lnTo>
                  <a:pt x="75554" y="62117"/>
                </a:lnTo>
                <a:lnTo>
                  <a:pt x="75276" y="61990"/>
                </a:lnTo>
                <a:lnTo>
                  <a:pt x="75005" y="61854"/>
                </a:lnTo>
                <a:lnTo>
                  <a:pt x="74741" y="61710"/>
                </a:lnTo>
                <a:lnTo>
                  <a:pt x="74483" y="61556"/>
                </a:lnTo>
                <a:lnTo>
                  <a:pt x="74232" y="61394"/>
                </a:lnTo>
                <a:lnTo>
                  <a:pt x="73987" y="61223"/>
                </a:lnTo>
                <a:lnTo>
                  <a:pt x="73750" y="61044"/>
                </a:lnTo>
                <a:lnTo>
                  <a:pt x="73519" y="60855"/>
                </a:lnTo>
                <a:lnTo>
                  <a:pt x="73295" y="60658"/>
                </a:lnTo>
                <a:lnTo>
                  <a:pt x="73077" y="60452"/>
                </a:lnTo>
                <a:lnTo>
                  <a:pt x="72867" y="60238"/>
                </a:lnTo>
                <a:lnTo>
                  <a:pt x="72667" y="60016"/>
                </a:lnTo>
                <a:lnTo>
                  <a:pt x="72475" y="59786"/>
                </a:lnTo>
                <a:lnTo>
                  <a:pt x="72292" y="59548"/>
                </a:lnTo>
                <a:lnTo>
                  <a:pt x="72118" y="59303"/>
                </a:lnTo>
                <a:lnTo>
                  <a:pt x="71953" y="59049"/>
                </a:lnTo>
                <a:lnTo>
                  <a:pt x="71796" y="58788"/>
                </a:lnTo>
                <a:lnTo>
                  <a:pt x="71649" y="58519"/>
                </a:lnTo>
                <a:lnTo>
                  <a:pt x="71511" y="58242"/>
                </a:lnTo>
                <a:lnTo>
                  <a:pt x="71381" y="57958"/>
                </a:lnTo>
                <a:lnTo>
                  <a:pt x="71261" y="57665"/>
                </a:lnTo>
                <a:lnTo>
                  <a:pt x="71149" y="57365"/>
                </a:lnTo>
                <a:lnTo>
                  <a:pt x="71047" y="57057"/>
                </a:lnTo>
                <a:lnTo>
                  <a:pt x="70953" y="56741"/>
                </a:lnTo>
                <a:lnTo>
                  <a:pt x="70868" y="56418"/>
                </a:lnTo>
                <a:lnTo>
                  <a:pt x="70792" y="56086"/>
                </a:lnTo>
                <a:lnTo>
                  <a:pt x="70725" y="55747"/>
                </a:lnTo>
                <a:lnTo>
                  <a:pt x="70667" y="55400"/>
                </a:lnTo>
                <a:lnTo>
                  <a:pt x="70618" y="55045"/>
                </a:lnTo>
                <a:lnTo>
                  <a:pt x="70578" y="54683"/>
                </a:lnTo>
                <a:lnTo>
                  <a:pt x="70547" y="54312"/>
                </a:lnTo>
                <a:lnTo>
                  <a:pt x="70524" y="53934"/>
                </a:lnTo>
                <a:lnTo>
                  <a:pt x="70511" y="53548"/>
                </a:lnTo>
                <a:lnTo>
                  <a:pt x="70507" y="53154"/>
                </a:lnTo>
                <a:lnTo>
                  <a:pt x="70507" y="40668"/>
                </a:lnTo>
                <a:lnTo>
                  <a:pt x="70511" y="40267"/>
                </a:lnTo>
                <a:lnTo>
                  <a:pt x="70524" y="39874"/>
                </a:lnTo>
                <a:lnTo>
                  <a:pt x="70547" y="39489"/>
                </a:lnTo>
                <a:lnTo>
                  <a:pt x="70578" y="39113"/>
                </a:lnTo>
                <a:lnTo>
                  <a:pt x="70618" y="38745"/>
                </a:lnTo>
                <a:lnTo>
                  <a:pt x="70667" y="38385"/>
                </a:lnTo>
                <a:lnTo>
                  <a:pt x="70725" y="38033"/>
                </a:lnTo>
                <a:lnTo>
                  <a:pt x="70792" y="37690"/>
                </a:lnTo>
                <a:lnTo>
                  <a:pt x="70868" y="37355"/>
                </a:lnTo>
                <a:lnTo>
                  <a:pt x="70953" y="37029"/>
                </a:lnTo>
                <a:lnTo>
                  <a:pt x="71047" y="36710"/>
                </a:lnTo>
                <a:lnTo>
                  <a:pt x="71149" y="36400"/>
                </a:lnTo>
                <a:lnTo>
                  <a:pt x="71261" y="36098"/>
                </a:lnTo>
                <a:lnTo>
                  <a:pt x="71381" y="35805"/>
                </a:lnTo>
                <a:lnTo>
                  <a:pt x="71511" y="35519"/>
                </a:lnTo>
                <a:lnTo>
                  <a:pt x="71649" y="35243"/>
                </a:lnTo>
                <a:lnTo>
                  <a:pt x="71796" y="34974"/>
                </a:lnTo>
                <a:lnTo>
                  <a:pt x="71953" y="34713"/>
                </a:lnTo>
                <a:lnTo>
                  <a:pt x="72118" y="34461"/>
                </a:lnTo>
                <a:lnTo>
                  <a:pt x="72292" y="34218"/>
                </a:lnTo>
                <a:lnTo>
                  <a:pt x="72475" y="33982"/>
                </a:lnTo>
                <a:lnTo>
                  <a:pt x="72667" y="33755"/>
                </a:lnTo>
                <a:lnTo>
                  <a:pt x="72867" y="33536"/>
                </a:lnTo>
                <a:lnTo>
                  <a:pt x="73077" y="33325"/>
                </a:lnTo>
                <a:lnTo>
                  <a:pt x="73295" y="33123"/>
                </a:lnTo>
                <a:lnTo>
                  <a:pt x="73519" y="32929"/>
                </a:lnTo>
                <a:lnTo>
                  <a:pt x="73750" y="32744"/>
                </a:lnTo>
                <a:lnTo>
                  <a:pt x="73987" y="32568"/>
                </a:lnTo>
                <a:lnTo>
                  <a:pt x="74232" y="32400"/>
                </a:lnTo>
                <a:lnTo>
                  <a:pt x="74483" y="32241"/>
                </a:lnTo>
                <a:lnTo>
                  <a:pt x="74741" y="32090"/>
                </a:lnTo>
                <a:lnTo>
                  <a:pt x="75005" y="31948"/>
                </a:lnTo>
                <a:lnTo>
                  <a:pt x="75276" y="31814"/>
                </a:lnTo>
                <a:lnTo>
                  <a:pt x="75554" y="31690"/>
                </a:lnTo>
                <a:lnTo>
                  <a:pt x="75838" y="31573"/>
                </a:lnTo>
                <a:lnTo>
                  <a:pt x="76129" y="31466"/>
                </a:lnTo>
                <a:lnTo>
                  <a:pt x="76427" y="31367"/>
                </a:lnTo>
                <a:lnTo>
                  <a:pt x="76732" y="31276"/>
                </a:lnTo>
                <a:lnTo>
                  <a:pt x="77043" y="31195"/>
                </a:lnTo>
                <a:lnTo>
                  <a:pt x="77361" y="31121"/>
                </a:lnTo>
                <a:lnTo>
                  <a:pt x="77686" y="31057"/>
                </a:lnTo>
                <a:lnTo>
                  <a:pt x="78017" y="31001"/>
                </a:lnTo>
                <a:lnTo>
                  <a:pt x="78355" y="30953"/>
                </a:lnTo>
                <a:lnTo>
                  <a:pt x="78700" y="30915"/>
                </a:lnTo>
                <a:lnTo>
                  <a:pt x="79051" y="30885"/>
                </a:lnTo>
                <a:lnTo>
                  <a:pt x="79409" y="30863"/>
                </a:lnTo>
                <a:lnTo>
                  <a:pt x="79774" y="30850"/>
                </a:lnTo>
                <a:lnTo>
                  <a:pt x="80146" y="30846"/>
                </a:lnTo>
                <a:lnTo>
                  <a:pt x="80525" y="30850"/>
                </a:lnTo>
                <a:lnTo>
                  <a:pt x="80896" y="30863"/>
                </a:lnTo>
                <a:lnTo>
                  <a:pt x="81261" y="30885"/>
                </a:lnTo>
                <a:lnTo>
                  <a:pt x="81618" y="30915"/>
                </a:lnTo>
                <a:lnTo>
                  <a:pt x="81969" y="30953"/>
                </a:lnTo>
                <a:lnTo>
                  <a:pt x="82312" y="31001"/>
                </a:lnTo>
                <a:lnTo>
                  <a:pt x="82648" y="31057"/>
                </a:lnTo>
                <a:lnTo>
                  <a:pt x="82976" y="31121"/>
                </a:lnTo>
                <a:lnTo>
                  <a:pt x="83298" y="31195"/>
                </a:lnTo>
                <a:lnTo>
                  <a:pt x="83612" y="31276"/>
                </a:lnTo>
                <a:lnTo>
                  <a:pt x="83919" y="31367"/>
                </a:lnTo>
                <a:lnTo>
                  <a:pt x="84220" y="31466"/>
                </a:lnTo>
                <a:lnTo>
                  <a:pt x="84512" y="31573"/>
                </a:lnTo>
                <a:lnTo>
                  <a:pt x="84798" y="31690"/>
                </a:lnTo>
                <a:lnTo>
                  <a:pt x="85077" y="31814"/>
                </a:lnTo>
                <a:lnTo>
                  <a:pt x="85348" y="31948"/>
                </a:lnTo>
                <a:lnTo>
                  <a:pt x="85612" y="32090"/>
                </a:lnTo>
                <a:lnTo>
                  <a:pt x="85869" y="32241"/>
                </a:lnTo>
                <a:lnTo>
                  <a:pt x="86119" y="32400"/>
                </a:lnTo>
                <a:lnTo>
                  <a:pt x="86362" y="32568"/>
                </a:lnTo>
                <a:lnTo>
                  <a:pt x="86597" y="32744"/>
                </a:lnTo>
                <a:lnTo>
                  <a:pt x="86825" y="32929"/>
                </a:lnTo>
                <a:lnTo>
                  <a:pt x="87046" y="33123"/>
                </a:lnTo>
                <a:lnTo>
                  <a:pt x="87260" y="33325"/>
                </a:lnTo>
                <a:lnTo>
                  <a:pt x="87466" y="33536"/>
                </a:lnTo>
                <a:lnTo>
                  <a:pt x="87663" y="33755"/>
                </a:lnTo>
                <a:lnTo>
                  <a:pt x="87852" y="33982"/>
                </a:lnTo>
                <a:lnTo>
                  <a:pt x="88032" y="34218"/>
                </a:lnTo>
                <a:lnTo>
                  <a:pt x="88203" y="34461"/>
                </a:lnTo>
                <a:lnTo>
                  <a:pt x="88365" y="34713"/>
                </a:lnTo>
                <a:lnTo>
                  <a:pt x="88518" y="34974"/>
                </a:lnTo>
                <a:lnTo>
                  <a:pt x="88663" y="35243"/>
                </a:lnTo>
                <a:lnTo>
                  <a:pt x="88799" y="35519"/>
                </a:lnTo>
                <a:lnTo>
                  <a:pt x="88926" y="35805"/>
                </a:lnTo>
                <a:lnTo>
                  <a:pt x="89044" y="36098"/>
                </a:lnTo>
                <a:lnTo>
                  <a:pt x="89154" y="36400"/>
                </a:lnTo>
                <a:lnTo>
                  <a:pt x="89254" y="36710"/>
                </a:lnTo>
                <a:lnTo>
                  <a:pt x="89346" y="37029"/>
                </a:lnTo>
                <a:lnTo>
                  <a:pt x="89430" y="37355"/>
                </a:lnTo>
                <a:lnTo>
                  <a:pt x="89504" y="37690"/>
                </a:lnTo>
                <a:lnTo>
                  <a:pt x="89570" y="38033"/>
                </a:lnTo>
                <a:lnTo>
                  <a:pt x="89627" y="38385"/>
                </a:lnTo>
                <a:lnTo>
                  <a:pt x="89675" y="38745"/>
                </a:lnTo>
                <a:lnTo>
                  <a:pt x="89714" y="39113"/>
                </a:lnTo>
                <a:lnTo>
                  <a:pt x="89745" y="39489"/>
                </a:lnTo>
                <a:lnTo>
                  <a:pt x="89767" y="39874"/>
                </a:lnTo>
                <a:lnTo>
                  <a:pt x="89780" y="40267"/>
                </a:lnTo>
                <a:lnTo>
                  <a:pt x="89785" y="40668"/>
                </a:lnTo>
                <a:lnTo>
                  <a:pt x="89785" y="53154"/>
                </a:lnTo>
                <a:lnTo>
                  <a:pt x="89780" y="53548"/>
                </a:lnTo>
                <a:lnTo>
                  <a:pt x="89767" y="53934"/>
                </a:lnTo>
                <a:lnTo>
                  <a:pt x="89745" y="54312"/>
                </a:lnTo>
                <a:lnTo>
                  <a:pt x="89714" y="54683"/>
                </a:lnTo>
                <a:lnTo>
                  <a:pt x="89675" y="55045"/>
                </a:lnTo>
                <a:lnTo>
                  <a:pt x="89627" y="55400"/>
                </a:lnTo>
                <a:lnTo>
                  <a:pt x="89570" y="55747"/>
                </a:lnTo>
                <a:lnTo>
                  <a:pt x="89504" y="56086"/>
                </a:lnTo>
                <a:lnTo>
                  <a:pt x="89430" y="56418"/>
                </a:lnTo>
                <a:lnTo>
                  <a:pt x="89346" y="56741"/>
                </a:lnTo>
                <a:lnTo>
                  <a:pt x="89254" y="57057"/>
                </a:lnTo>
                <a:lnTo>
                  <a:pt x="89154" y="57365"/>
                </a:lnTo>
                <a:lnTo>
                  <a:pt x="89044" y="57665"/>
                </a:lnTo>
                <a:lnTo>
                  <a:pt x="88926" y="57958"/>
                </a:lnTo>
                <a:lnTo>
                  <a:pt x="88799" y="58242"/>
                </a:lnTo>
                <a:lnTo>
                  <a:pt x="88663" y="58519"/>
                </a:lnTo>
                <a:lnTo>
                  <a:pt x="88518" y="58788"/>
                </a:lnTo>
                <a:lnTo>
                  <a:pt x="88365" y="59049"/>
                </a:lnTo>
                <a:lnTo>
                  <a:pt x="88203" y="59303"/>
                </a:lnTo>
                <a:lnTo>
                  <a:pt x="88032" y="59548"/>
                </a:lnTo>
                <a:lnTo>
                  <a:pt x="87852" y="59786"/>
                </a:lnTo>
                <a:lnTo>
                  <a:pt x="87663" y="60016"/>
                </a:lnTo>
                <a:lnTo>
                  <a:pt x="87466" y="60238"/>
                </a:lnTo>
                <a:lnTo>
                  <a:pt x="87260" y="60452"/>
                </a:lnTo>
                <a:lnTo>
                  <a:pt x="87046" y="60658"/>
                </a:lnTo>
                <a:lnTo>
                  <a:pt x="86825" y="60855"/>
                </a:lnTo>
                <a:lnTo>
                  <a:pt x="86597" y="61044"/>
                </a:lnTo>
                <a:lnTo>
                  <a:pt x="86362" y="61223"/>
                </a:lnTo>
                <a:lnTo>
                  <a:pt x="86119" y="61394"/>
                </a:lnTo>
                <a:lnTo>
                  <a:pt x="85869" y="61556"/>
                </a:lnTo>
                <a:lnTo>
                  <a:pt x="85612" y="61710"/>
                </a:lnTo>
                <a:lnTo>
                  <a:pt x="85348" y="61854"/>
                </a:lnTo>
                <a:lnTo>
                  <a:pt x="85077" y="61990"/>
                </a:lnTo>
                <a:lnTo>
                  <a:pt x="84798" y="62117"/>
                </a:lnTo>
                <a:lnTo>
                  <a:pt x="84512" y="62236"/>
                </a:lnTo>
                <a:lnTo>
                  <a:pt x="84220" y="62345"/>
                </a:lnTo>
                <a:lnTo>
                  <a:pt x="83919" y="62446"/>
                </a:lnTo>
                <a:lnTo>
                  <a:pt x="83612" y="62538"/>
                </a:lnTo>
                <a:lnTo>
                  <a:pt x="83298" y="62621"/>
                </a:lnTo>
                <a:lnTo>
                  <a:pt x="82976" y="62696"/>
                </a:lnTo>
                <a:lnTo>
                  <a:pt x="82648" y="62761"/>
                </a:lnTo>
                <a:lnTo>
                  <a:pt x="82312" y="62818"/>
                </a:lnTo>
                <a:lnTo>
                  <a:pt x="81969" y="62867"/>
                </a:lnTo>
                <a:lnTo>
                  <a:pt x="81618" y="62906"/>
                </a:lnTo>
                <a:lnTo>
                  <a:pt x="81261" y="62937"/>
                </a:lnTo>
                <a:lnTo>
                  <a:pt x="80896" y="62959"/>
                </a:lnTo>
                <a:lnTo>
                  <a:pt x="80525" y="62972"/>
                </a:lnTo>
                <a:lnTo>
                  <a:pt x="80146" y="62976"/>
                </a:lnTo>
                <a:lnTo>
                  <a:pt x="79774" y="62972"/>
                </a:lnTo>
                <a:lnTo>
                  <a:pt x="79409" y="62959"/>
                </a:lnTo>
                <a:lnTo>
                  <a:pt x="79051" y="62937"/>
                </a:lnTo>
                <a:lnTo>
                  <a:pt x="78700" y="62906"/>
                </a:lnTo>
                <a:lnTo>
                  <a:pt x="78355" y="62867"/>
                </a:lnTo>
                <a:close/>
                <a:moveTo>
                  <a:pt x="155874" y="37262"/>
                </a:moveTo>
                <a:lnTo>
                  <a:pt x="155846" y="36621"/>
                </a:lnTo>
                <a:lnTo>
                  <a:pt x="155799" y="35992"/>
                </a:lnTo>
                <a:lnTo>
                  <a:pt x="155734" y="35373"/>
                </a:lnTo>
                <a:lnTo>
                  <a:pt x="155650" y="34766"/>
                </a:lnTo>
                <a:lnTo>
                  <a:pt x="155547" y="34171"/>
                </a:lnTo>
                <a:lnTo>
                  <a:pt x="155426" y="33586"/>
                </a:lnTo>
                <a:lnTo>
                  <a:pt x="155286" y="33013"/>
                </a:lnTo>
                <a:lnTo>
                  <a:pt x="155128" y="32451"/>
                </a:lnTo>
                <a:lnTo>
                  <a:pt x="154951" y="31901"/>
                </a:lnTo>
                <a:lnTo>
                  <a:pt x="154755" y="31362"/>
                </a:lnTo>
                <a:lnTo>
                  <a:pt x="154540" y="30834"/>
                </a:lnTo>
                <a:lnTo>
                  <a:pt x="154307" y="30318"/>
                </a:lnTo>
                <a:lnTo>
                  <a:pt x="154056" y="29813"/>
                </a:lnTo>
                <a:lnTo>
                  <a:pt x="153785" y="29319"/>
                </a:lnTo>
                <a:lnTo>
                  <a:pt x="153496" y="28836"/>
                </a:lnTo>
                <a:lnTo>
                  <a:pt x="153188" y="28365"/>
                </a:lnTo>
                <a:lnTo>
                  <a:pt x="152862" y="27905"/>
                </a:lnTo>
                <a:lnTo>
                  <a:pt x="152517" y="27457"/>
                </a:lnTo>
                <a:lnTo>
                  <a:pt x="152153" y="27020"/>
                </a:lnTo>
                <a:lnTo>
                  <a:pt x="151771" y="26594"/>
                </a:lnTo>
                <a:lnTo>
                  <a:pt x="151370" y="26179"/>
                </a:lnTo>
                <a:lnTo>
                  <a:pt x="150951" y="25776"/>
                </a:lnTo>
                <a:lnTo>
                  <a:pt x="150512" y="25384"/>
                </a:lnTo>
                <a:lnTo>
                  <a:pt x="150058" y="25006"/>
                </a:lnTo>
                <a:lnTo>
                  <a:pt x="149590" y="24643"/>
                </a:lnTo>
                <a:lnTo>
                  <a:pt x="149109" y="24297"/>
                </a:lnTo>
                <a:lnTo>
                  <a:pt x="148614" y="23967"/>
                </a:lnTo>
                <a:lnTo>
                  <a:pt x="148106" y="23653"/>
                </a:lnTo>
                <a:lnTo>
                  <a:pt x="147584" y="23356"/>
                </a:lnTo>
                <a:lnTo>
                  <a:pt x="147048" y="23074"/>
                </a:lnTo>
                <a:lnTo>
                  <a:pt x="146499" y="22808"/>
                </a:lnTo>
                <a:lnTo>
                  <a:pt x="145937" y="22559"/>
                </a:lnTo>
                <a:lnTo>
                  <a:pt x="145360" y="22325"/>
                </a:lnTo>
                <a:lnTo>
                  <a:pt x="144771" y="22108"/>
                </a:lnTo>
                <a:lnTo>
                  <a:pt x="144167" y="21907"/>
                </a:lnTo>
                <a:lnTo>
                  <a:pt x="143551" y="21721"/>
                </a:lnTo>
                <a:lnTo>
                  <a:pt x="142920" y="21552"/>
                </a:lnTo>
                <a:lnTo>
                  <a:pt x="142276" y="21399"/>
                </a:lnTo>
                <a:lnTo>
                  <a:pt x="141619" y="21263"/>
                </a:lnTo>
                <a:lnTo>
                  <a:pt x="140948" y="21142"/>
                </a:lnTo>
                <a:lnTo>
                  <a:pt x="140263" y="21037"/>
                </a:lnTo>
                <a:lnTo>
                  <a:pt x="139565" y="20949"/>
                </a:lnTo>
                <a:lnTo>
                  <a:pt x="138853" y="20876"/>
                </a:lnTo>
                <a:lnTo>
                  <a:pt x="138128" y="20820"/>
                </a:lnTo>
                <a:lnTo>
                  <a:pt x="137389" y="20780"/>
                </a:lnTo>
                <a:lnTo>
                  <a:pt x="136637" y="20755"/>
                </a:lnTo>
                <a:lnTo>
                  <a:pt x="135871" y="20747"/>
                </a:lnTo>
                <a:lnTo>
                  <a:pt x="135150" y="20755"/>
                </a:lnTo>
                <a:lnTo>
                  <a:pt x="134439" y="20777"/>
                </a:lnTo>
                <a:lnTo>
                  <a:pt x="133740" y="20813"/>
                </a:lnTo>
                <a:lnTo>
                  <a:pt x="133051" y="20865"/>
                </a:lnTo>
                <a:lnTo>
                  <a:pt x="132373" y="20931"/>
                </a:lnTo>
                <a:lnTo>
                  <a:pt x="131706" y="21011"/>
                </a:lnTo>
                <a:lnTo>
                  <a:pt x="131049" y="21107"/>
                </a:lnTo>
                <a:lnTo>
                  <a:pt x="130404" y="21217"/>
                </a:lnTo>
                <a:lnTo>
                  <a:pt x="129769" y="21341"/>
                </a:lnTo>
                <a:lnTo>
                  <a:pt x="129145" y="21481"/>
                </a:lnTo>
                <a:lnTo>
                  <a:pt x="128532" y="21635"/>
                </a:lnTo>
                <a:lnTo>
                  <a:pt x="127930" y="21803"/>
                </a:lnTo>
                <a:lnTo>
                  <a:pt x="127339" y="21987"/>
                </a:lnTo>
                <a:lnTo>
                  <a:pt x="126758" y="22185"/>
                </a:lnTo>
                <a:lnTo>
                  <a:pt x="126189" y="22397"/>
                </a:lnTo>
                <a:lnTo>
                  <a:pt x="125630" y="22624"/>
                </a:lnTo>
                <a:lnTo>
                  <a:pt x="125082" y="22866"/>
                </a:lnTo>
                <a:lnTo>
                  <a:pt x="124545" y="23123"/>
                </a:lnTo>
                <a:lnTo>
                  <a:pt x="124018" y="23394"/>
                </a:lnTo>
                <a:lnTo>
                  <a:pt x="123503" y="23680"/>
                </a:lnTo>
                <a:lnTo>
                  <a:pt x="122998" y="23981"/>
                </a:lnTo>
                <a:lnTo>
                  <a:pt x="122504" y="24296"/>
                </a:lnTo>
                <a:lnTo>
                  <a:pt x="122021" y="24626"/>
                </a:lnTo>
                <a:lnTo>
                  <a:pt x="121549" y="24971"/>
                </a:lnTo>
                <a:lnTo>
                  <a:pt x="121091" y="25328"/>
                </a:lnTo>
                <a:lnTo>
                  <a:pt x="120649" y="25695"/>
                </a:lnTo>
                <a:lnTo>
                  <a:pt x="120224" y="26072"/>
                </a:lnTo>
                <a:lnTo>
                  <a:pt x="119815" y="26460"/>
                </a:lnTo>
                <a:lnTo>
                  <a:pt x="119423" y="26858"/>
                </a:lnTo>
                <a:lnTo>
                  <a:pt x="119047" y="27266"/>
                </a:lnTo>
                <a:lnTo>
                  <a:pt x="118688" y="27684"/>
                </a:lnTo>
                <a:lnTo>
                  <a:pt x="118346" y="28112"/>
                </a:lnTo>
                <a:lnTo>
                  <a:pt x="118020" y="28551"/>
                </a:lnTo>
                <a:lnTo>
                  <a:pt x="117711" y="28999"/>
                </a:lnTo>
                <a:lnTo>
                  <a:pt x="117418" y="29458"/>
                </a:lnTo>
                <a:lnTo>
                  <a:pt x="117142" y="29928"/>
                </a:lnTo>
                <a:lnTo>
                  <a:pt x="116883" y="30407"/>
                </a:lnTo>
                <a:lnTo>
                  <a:pt x="116640" y="30897"/>
                </a:lnTo>
                <a:lnTo>
                  <a:pt x="116414" y="31396"/>
                </a:lnTo>
                <a:lnTo>
                  <a:pt x="116204" y="31906"/>
                </a:lnTo>
                <a:lnTo>
                  <a:pt x="116011" y="32427"/>
                </a:lnTo>
                <a:lnTo>
                  <a:pt x="115834" y="32957"/>
                </a:lnTo>
                <a:lnTo>
                  <a:pt x="115674" y="33498"/>
                </a:lnTo>
                <a:lnTo>
                  <a:pt x="115530" y="34048"/>
                </a:lnTo>
                <a:lnTo>
                  <a:pt x="115404" y="34610"/>
                </a:lnTo>
                <a:lnTo>
                  <a:pt x="115293" y="35181"/>
                </a:lnTo>
                <a:lnTo>
                  <a:pt x="115200" y="35762"/>
                </a:lnTo>
                <a:lnTo>
                  <a:pt x="115122" y="36354"/>
                </a:lnTo>
                <a:lnTo>
                  <a:pt x="126323" y="36354"/>
                </a:lnTo>
                <a:lnTo>
                  <a:pt x="126365" y="36119"/>
                </a:lnTo>
                <a:lnTo>
                  <a:pt x="126414" y="35888"/>
                </a:lnTo>
                <a:lnTo>
                  <a:pt x="126469" y="35661"/>
                </a:lnTo>
                <a:lnTo>
                  <a:pt x="126532" y="35438"/>
                </a:lnTo>
                <a:lnTo>
                  <a:pt x="126602" y="35220"/>
                </a:lnTo>
                <a:lnTo>
                  <a:pt x="126679" y="35005"/>
                </a:lnTo>
                <a:lnTo>
                  <a:pt x="126762" y="34795"/>
                </a:lnTo>
                <a:lnTo>
                  <a:pt x="126853" y="34589"/>
                </a:lnTo>
                <a:lnTo>
                  <a:pt x="126951" y="34387"/>
                </a:lnTo>
                <a:lnTo>
                  <a:pt x="127056" y="34189"/>
                </a:lnTo>
                <a:lnTo>
                  <a:pt x="127167" y="33996"/>
                </a:lnTo>
                <a:lnTo>
                  <a:pt x="127286" y="33806"/>
                </a:lnTo>
                <a:lnTo>
                  <a:pt x="127412" y="33621"/>
                </a:lnTo>
                <a:lnTo>
                  <a:pt x="127545" y="33440"/>
                </a:lnTo>
                <a:lnTo>
                  <a:pt x="127685" y="33263"/>
                </a:lnTo>
                <a:lnTo>
                  <a:pt x="127832" y="33090"/>
                </a:lnTo>
                <a:lnTo>
                  <a:pt x="127986" y="32921"/>
                </a:lnTo>
                <a:lnTo>
                  <a:pt x="128147" y="32756"/>
                </a:lnTo>
                <a:lnTo>
                  <a:pt x="128315" y="32596"/>
                </a:lnTo>
                <a:lnTo>
                  <a:pt x="128489" y="32440"/>
                </a:lnTo>
                <a:lnTo>
                  <a:pt x="128671" y="32287"/>
                </a:lnTo>
                <a:lnTo>
                  <a:pt x="128860" y="32139"/>
                </a:lnTo>
                <a:lnTo>
                  <a:pt x="129056" y="31996"/>
                </a:lnTo>
                <a:lnTo>
                  <a:pt x="129259" y="31856"/>
                </a:lnTo>
                <a:lnTo>
                  <a:pt x="129468" y="31721"/>
                </a:lnTo>
                <a:lnTo>
                  <a:pt x="129682" y="31592"/>
                </a:lnTo>
                <a:lnTo>
                  <a:pt x="129899" y="31468"/>
                </a:lnTo>
                <a:lnTo>
                  <a:pt x="130122" y="31351"/>
                </a:lnTo>
                <a:lnTo>
                  <a:pt x="130348" y="31239"/>
                </a:lnTo>
                <a:lnTo>
                  <a:pt x="130579" y="31133"/>
                </a:lnTo>
                <a:lnTo>
                  <a:pt x="130815" y="31032"/>
                </a:lnTo>
                <a:lnTo>
                  <a:pt x="131055" y="30938"/>
                </a:lnTo>
                <a:lnTo>
                  <a:pt x="131300" y="30849"/>
                </a:lnTo>
                <a:lnTo>
                  <a:pt x="131549" y="30765"/>
                </a:lnTo>
                <a:lnTo>
                  <a:pt x="131802" y="30688"/>
                </a:lnTo>
                <a:lnTo>
                  <a:pt x="132060" y="30616"/>
                </a:lnTo>
                <a:lnTo>
                  <a:pt x="132322" y="30550"/>
                </a:lnTo>
                <a:lnTo>
                  <a:pt x="132589" y="30490"/>
                </a:lnTo>
                <a:lnTo>
                  <a:pt x="132860" y="30435"/>
                </a:lnTo>
                <a:lnTo>
                  <a:pt x="133136" y="30387"/>
                </a:lnTo>
                <a:lnTo>
                  <a:pt x="133416" y="30343"/>
                </a:lnTo>
                <a:lnTo>
                  <a:pt x="133701" y="30306"/>
                </a:lnTo>
                <a:lnTo>
                  <a:pt x="133990" y="30275"/>
                </a:lnTo>
                <a:lnTo>
                  <a:pt x="134284" y="30249"/>
                </a:lnTo>
                <a:lnTo>
                  <a:pt x="134582" y="30229"/>
                </a:lnTo>
                <a:lnTo>
                  <a:pt x="134884" y="30214"/>
                </a:lnTo>
                <a:lnTo>
                  <a:pt x="135191" y="30206"/>
                </a:lnTo>
                <a:lnTo>
                  <a:pt x="135503" y="30203"/>
                </a:lnTo>
                <a:lnTo>
                  <a:pt x="135844" y="30206"/>
                </a:lnTo>
                <a:lnTo>
                  <a:pt x="136179" y="30217"/>
                </a:lnTo>
                <a:lnTo>
                  <a:pt x="136509" y="30235"/>
                </a:lnTo>
                <a:lnTo>
                  <a:pt x="136832" y="30260"/>
                </a:lnTo>
                <a:lnTo>
                  <a:pt x="137149" y="30293"/>
                </a:lnTo>
                <a:lnTo>
                  <a:pt x="137460" y="30332"/>
                </a:lnTo>
                <a:lnTo>
                  <a:pt x="137765" y="30379"/>
                </a:lnTo>
                <a:lnTo>
                  <a:pt x="138064" y="30432"/>
                </a:lnTo>
                <a:lnTo>
                  <a:pt x="138356" y="30493"/>
                </a:lnTo>
                <a:lnTo>
                  <a:pt x="138643" y="30562"/>
                </a:lnTo>
                <a:lnTo>
                  <a:pt x="138924" y="30637"/>
                </a:lnTo>
                <a:lnTo>
                  <a:pt x="139198" y="30719"/>
                </a:lnTo>
                <a:lnTo>
                  <a:pt x="139467" y="30809"/>
                </a:lnTo>
                <a:lnTo>
                  <a:pt x="139729" y="30906"/>
                </a:lnTo>
                <a:lnTo>
                  <a:pt x="139986" y="31010"/>
                </a:lnTo>
                <a:lnTo>
                  <a:pt x="140236" y="31121"/>
                </a:lnTo>
                <a:lnTo>
                  <a:pt x="140481" y="31240"/>
                </a:lnTo>
                <a:lnTo>
                  <a:pt x="140719" y="31365"/>
                </a:lnTo>
                <a:lnTo>
                  <a:pt x="140951" y="31498"/>
                </a:lnTo>
                <a:lnTo>
                  <a:pt x="141177" y="31638"/>
                </a:lnTo>
                <a:lnTo>
                  <a:pt x="141397" y="31785"/>
                </a:lnTo>
                <a:lnTo>
                  <a:pt x="141611" y="31939"/>
                </a:lnTo>
                <a:lnTo>
                  <a:pt x="141819" y="32100"/>
                </a:lnTo>
                <a:lnTo>
                  <a:pt x="142021" y="32269"/>
                </a:lnTo>
                <a:lnTo>
                  <a:pt x="142216" y="32444"/>
                </a:lnTo>
                <a:lnTo>
                  <a:pt x="142402" y="32624"/>
                </a:lnTo>
                <a:lnTo>
                  <a:pt x="142580" y="32810"/>
                </a:lnTo>
                <a:lnTo>
                  <a:pt x="142750" y="33002"/>
                </a:lnTo>
                <a:lnTo>
                  <a:pt x="142912" y="33199"/>
                </a:lnTo>
                <a:lnTo>
                  <a:pt x="143065" y="33402"/>
                </a:lnTo>
                <a:lnTo>
                  <a:pt x="143210" y="33610"/>
                </a:lnTo>
                <a:lnTo>
                  <a:pt x="143347" y="33824"/>
                </a:lnTo>
                <a:lnTo>
                  <a:pt x="143475" y="34044"/>
                </a:lnTo>
                <a:lnTo>
                  <a:pt x="143595" y="34269"/>
                </a:lnTo>
                <a:lnTo>
                  <a:pt x="143707" y="34500"/>
                </a:lnTo>
                <a:lnTo>
                  <a:pt x="143811" y="34736"/>
                </a:lnTo>
                <a:lnTo>
                  <a:pt x="143906" y="34978"/>
                </a:lnTo>
                <a:lnTo>
                  <a:pt x="143993" y="35225"/>
                </a:lnTo>
                <a:lnTo>
                  <a:pt x="144072" y="35478"/>
                </a:lnTo>
                <a:lnTo>
                  <a:pt x="144142" y="35737"/>
                </a:lnTo>
                <a:lnTo>
                  <a:pt x="144205" y="36001"/>
                </a:lnTo>
                <a:lnTo>
                  <a:pt x="144259" y="36271"/>
                </a:lnTo>
                <a:lnTo>
                  <a:pt x="144304" y="36546"/>
                </a:lnTo>
                <a:lnTo>
                  <a:pt x="144341" y="36827"/>
                </a:lnTo>
                <a:lnTo>
                  <a:pt x="144370" y="37114"/>
                </a:lnTo>
                <a:lnTo>
                  <a:pt x="144391" y="37406"/>
                </a:lnTo>
                <a:lnTo>
                  <a:pt x="144404" y="37703"/>
                </a:lnTo>
                <a:lnTo>
                  <a:pt x="144408" y="38007"/>
                </a:lnTo>
                <a:lnTo>
                  <a:pt x="144408" y="42321"/>
                </a:lnTo>
                <a:lnTo>
                  <a:pt x="131831" y="42321"/>
                </a:lnTo>
                <a:lnTo>
                  <a:pt x="131081" y="42328"/>
                </a:lnTo>
                <a:lnTo>
                  <a:pt x="130345" y="42349"/>
                </a:lnTo>
                <a:lnTo>
                  <a:pt x="129624" y="42384"/>
                </a:lnTo>
                <a:lnTo>
                  <a:pt x="128917" y="42433"/>
                </a:lnTo>
                <a:lnTo>
                  <a:pt x="128224" y="42497"/>
                </a:lnTo>
                <a:lnTo>
                  <a:pt x="127545" y="42574"/>
                </a:lnTo>
                <a:lnTo>
                  <a:pt x="126881" y="42665"/>
                </a:lnTo>
                <a:lnTo>
                  <a:pt x="126231" y="42770"/>
                </a:lnTo>
                <a:lnTo>
                  <a:pt x="125596" y="42889"/>
                </a:lnTo>
                <a:lnTo>
                  <a:pt x="124975" y="43023"/>
                </a:lnTo>
                <a:lnTo>
                  <a:pt x="124368" y="43170"/>
                </a:lnTo>
                <a:lnTo>
                  <a:pt x="123776" y="43331"/>
                </a:lnTo>
                <a:lnTo>
                  <a:pt x="123197" y="43507"/>
                </a:lnTo>
                <a:lnTo>
                  <a:pt x="122634" y="43696"/>
                </a:lnTo>
                <a:lnTo>
                  <a:pt x="122084" y="43899"/>
                </a:lnTo>
                <a:lnTo>
                  <a:pt x="121549" y="44117"/>
                </a:lnTo>
                <a:lnTo>
                  <a:pt x="121029" y="44348"/>
                </a:lnTo>
                <a:lnTo>
                  <a:pt x="120522" y="44594"/>
                </a:lnTo>
                <a:lnTo>
                  <a:pt x="120030" y="44853"/>
                </a:lnTo>
                <a:lnTo>
                  <a:pt x="119553" y="45127"/>
                </a:lnTo>
                <a:lnTo>
                  <a:pt x="119089" y="45414"/>
                </a:lnTo>
                <a:lnTo>
                  <a:pt x="118640" y="45716"/>
                </a:lnTo>
                <a:lnTo>
                  <a:pt x="118206" y="46032"/>
                </a:lnTo>
                <a:lnTo>
                  <a:pt x="117785" y="46361"/>
                </a:lnTo>
                <a:lnTo>
                  <a:pt x="117381" y="46704"/>
                </a:lnTo>
                <a:lnTo>
                  <a:pt x="116993" y="47058"/>
                </a:lnTo>
                <a:lnTo>
                  <a:pt x="116623" y="47424"/>
                </a:lnTo>
                <a:lnTo>
                  <a:pt x="116271" y="47802"/>
                </a:lnTo>
                <a:lnTo>
                  <a:pt x="115935" y="48191"/>
                </a:lnTo>
                <a:lnTo>
                  <a:pt x="115616" y="48593"/>
                </a:lnTo>
                <a:lnTo>
                  <a:pt x="115315" y="49006"/>
                </a:lnTo>
                <a:lnTo>
                  <a:pt x="115031" y="49431"/>
                </a:lnTo>
                <a:lnTo>
                  <a:pt x="114764" y="49868"/>
                </a:lnTo>
                <a:lnTo>
                  <a:pt x="114515" y="50316"/>
                </a:lnTo>
                <a:lnTo>
                  <a:pt x="114282" y="50777"/>
                </a:lnTo>
                <a:lnTo>
                  <a:pt x="114067" y="51249"/>
                </a:lnTo>
                <a:lnTo>
                  <a:pt x="113869" y="51733"/>
                </a:lnTo>
                <a:lnTo>
                  <a:pt x="113689" y="52229"/>
                </a:lnTo>
                <a:lnTo>
                  <a:pt x="113525" y="52736"/>
                </a:lnTo>
                <a:lnTo>
                  <a:pt x="113379" y="53256"/>
                </a:lnTo>
                <a:lnTo>
                  <a:pt x="113250" y="53787"/>
                </a:lnTo>
                <a:lnTo>
                  <a:pt x="113138" y="54330"/>
                </a:lnTo>
                <a:lnTo>
                  <a:pt x="113043" y="54885"/>
                </a:lnTo>
                <a:lnTo>
                  <a:pt x="112966" y="55451"/>
                </a:lnTo>
                <a:lnTo>
                  <a:pt x="112905" y="56029"/>
                </a:lnTo>
                <a:lnTo>
                  <a:pt x="112862" y="56620"/>
                </a:lnTo>
                <a:lnTo>
                  <a:pt x="112836" y="57222"/>
                </a:lnTo>
                <a:lnTo>
                  <a:pt x="112828" y="57835"/>
                </a:lnTo>
                <a:lnTo>
                  <a:pt x="112836" y="58412"/>
                </a:lnTo>
                <a:lnTo>
                  <a:pt x="112859" y="58978"/>
                </a:lnTo>
                <a:lnTo>
                  <a:pt x="112898" y="59535"/>
                </a:lnTo>
                <a:lnTo>
                  <a:pt x="112953" y="60082"/>
                </a:lnTo>
                <a:lnTo>
                  <a:pt x="113023" y="60619"/>
                </a:lnTo>
                <a:lnTo>
                  <a:pt x="113109" y="61146"/>
                </a:lnTo>
                <a:lnTo>
                  <a:pt x="113210" y="61663"/>
                </a:lnTo>
                <a:lnTo>
                  <a:pt x="113328" y="62171"/>
                </a:lnTo>
                <a:lnTo>
                  <a:pt x="113460" y="62668"/>
                </a:lnTo>
                <a:lnTo>
                  <a:pt x="113609" y="63156"/>
                </a:lnTo>
                <a:lnTo>
                  <a:pt x="113773" y="63633"/>
                </a:lnTo>
                <a:lnTo>
                  <a:pt x="113952" y="64101"/>
                </a:lnTo>
                <a:lnTo>
                  <a:pt x="114148" y="64559"/>
                </a:lnTo>
                <a:lnTo>
                  <a:pt x="114358" y="65007"/>
                </a:lnTo>
                <a:lnTo>
                  <a:pt x="114585" y="65445"/>
                </a:lnTo>
                <a:lnTo>
                  <a:pt x="114827" y="65873"/>
                </a:lnTo>
                <a:lnTo>
                  <a:pt x="115085" y="66292"/>
                </a:lnTo>
                <a:lnTo>
                  <a:pt x="115358" y="66700"/>
                </a:lnTo>
                <a:lnTo>
                  <a:pt x="115647" y="67099"/>
                </a:lnTo>
                <a:lnTo>
                  <a:pt x="115951" y="67488"/>
                </a:lnTo>
                <a:lnTo>
                  <a:pt x="116272" y="67866"/>
                </a:lnTo>
                <a:lnTo>
                  <a:pt x="116607" y="68235"/>
                </a:lnTo>
                <a:lnTo>
                  <a:pt x="116959" y="68594"/>
                </a:lnTo>
                <a:lnTo>
                  <a:pt x="117326" y="68944"/>
                </a:lnTo>
                <a:lnTo>
                  <a:pt x="117707" y="69281"/>
                </a:lnTo>
                <a:lnTo>
                  <a:pt x="118099" y="69603"/>
                </a:lnTo>
                <a:lnTo>
                  <a:pt x="118502" y="69912"/>
                </a:lnTo>
                <a:lnTo>
                  <a:pt x="118917" y="70206"/>
                </a:lnTo>
                <a:lnTo>
                  <a:pt x="119344" y="70486"/>
                </a:lnTo>
                <a:lnTo>
                  <a:pt x="119782" y="70751"/>
                </a:lnTo>
                <a:lnTo>
                  <a:pt x="120231" y="71002"/>
                </a:lnTo>
                <a:lnTo>
                  <a:pt x="120692" y="71239"/>
                </a:lnTo>
                <a:lnTo>
                  <a:pt x="121165" y="71461"/>
                </a:lnTo>
                <a:lnTo>
                  <a:pt x="121649" y="71669"/>
                </a:lnTo>
                <a:lnTo>
                  <a:pt x="122144" y="71863"/>
                </a:lnTo>
                <a:lnTo>
                  <a:pt x="122651" y="72042"/>
                </a:lnTo>
                <a:lnTo>
                  <a:pt x="123169" y="72207"/>
                </a:lnTo>
                <a:lnTo>
                  <a:pt x="123699" y="72357"/>
                </a:lnTo>
                <a:lnTo>
                  <a:pt x="124240" y="72494"/>
                </a:lnTo>
                <a:lnTo>
                  <a:pt x="124793" y="72616"/>
                </a:lnTo>
                <a:lnTo>
                  <a:pt x="125357" y="72723"/>
                </a:lnTo>
                <a:lnTo>
                  <a:pt x="125933" y="72816"/>
                </a:lnTo>
                <a:lnTo>
                  <a:pt x="126520" y="72895"/>
                </a:lnTo>
                <a:lnTo>
                  <a:pt x="127119" y="72960"/>
                </a:lnTo>
                <a:lnTo>
                  <a:pt x="127729" y="73010"/>
                </a:lnTo>
                <a:lnTo>
                  <a:pt x="128350" y="73046"/>
                </a:lnTo>
                <a:lnTo>
                  <a:pt x="128983" y="73067"/>
                </a:lnTo>
                <a:lnTo>
                  <a:pt x="129628" y="73075"/>
                </a:lnTo>
                <a:lnTo>
                  <a:pt x="130197" y="73069"/>
                </a:lnTo>
                <a:lnTo>
                  <a:pt x="130756" y="73052"/>
                </a:lnTo>
                <a:lnTo>
                  <a:pt x="131306" y="73023"/>
                </a:lnTo>
                <a:lnTo>
                  <a:pt x="131846" y="72983"/>
                </a:lnTo>
                <a:lnTo>
                  <a:pt x="132377" y="72931"/>
                </a:lnTo>
                <a:lnTo>
                  <a:pt x="132898" y="72868"/>
                </a:lnTo>
                <a:lnTo>
                  <a:pt x="133410" y="72794"/>
                </a:lnTo>
                <a:lnTo>
                  <a:pt x="133912" y="72707"/>
                </a:lnTo>
                <a:lnTo>
                  <a:pt x="134404" y="72610"/>
                </a:lnTo>
                <a:lnTo>
                  <a:pt x="134887" y="72501"/>
                </a:lnTo>
                <a:lnTo>
                  <a:pt x="135360" y="72380"/>
                </a:lnTo>
                <a:lnTo>
                  <a:pt x="135824" y="72249"/>
                </a:lnTo>
                <a:lnTo>
                  <a:pt x="136278" y="72105"/>
                </a:lnTo>
                <a:lnTo>
                  <a:pt x="136723" y="71950"/>
                </a:lnTo>
                <a:lnTo>
                  <a:pt x="137158" y="71784"/>
                </a:lnTo>
                <a:lnTo>
                  <a:pt x="137584" y="71606"/>
                </a:lnTo>
                <a:lnTo>
                  <a:pt x="138000" y="71417"/>
                </a:lnTo>
                <a:lnTo>
                  <a:pt x="138406" y="71216"/>
                </a:lnTo>
                <a:lnTo>
                  <a:pt x="138803" y="71004"/>
                </a:lnTo>
                <a:lnTo>
                  <a:pt x="139190" y="70780"/>
                </a:lnTo>
                <a:lnTo>
                  <a:pt x="139568" y="70545"/>
                </a:lnTo>
                <a:lnTo>
                  <a:pt x="139936" y="70298"/>
                </a:lnTo>
                <a:lnTo>
                  <a:pt x="140295" y="70040"/>
                </a:lnTo>
                <a:lnTo>
                  <a:pt x="140644" y="69770"/>
                </a:lnTo>
                <a:lnTo>
                  <a:pt x="140981" y="69491"/>
                </a:lnTo>
                <a:lnTo>
                  <a:pt x="141304" y="69203"/>
                </a:lnTo>
                <a:lnTo>
                  <a:pt x="141612" y="68908"/>
                </a:lnTo>
                <a:lnTo>
                  <a:pt x="141906" y="68605"/>
                </a:lnTo>
                <a:lnTo>
                  <a:pt x="142186" y="68294"/>
                </a:lnTo>
                <a:lnTo>
                  <a:pt x="142452" y="67974"/>
                </a:lnTo>
                <a:lnTo>
                  <a:pt x="142703" y="67647"/>
                </a:lnTo>
                <a:lnTo>
                  <a:pt x="142940" y="67312"/>
                </a:lnTo>
                <a:lnTo>
                  <a:pt x="143162" y="66969"/>
                </a:lnTo>
                <a:lnTo>
                  <a:pt x="143370" y="66618"/>
                </a:lnTo>
                <a:lnTo>
                  <a:pt x="143564" y="66259"/>
                </a:lnTo>
                <a:lnTo>
                  <a:pt x="143743" y="65892"/>
                </a:lnTo>
                <a:lnTo>
                  <a:pt x="143908" y="65517"/>
                </a:lnTo>
                <a:lnTo>
                  <a:pt x="144059" y="65134"/>
                </a:lnTo>
                <a:lnTo>
                  <a:pt x="144195" y="64743"/>
                </a:lnTo>
                <a:lnTo>
                  <a:pt x="144317" y="64344"/>
                </a:lnTo>
                <a:lnTo>
                  <a:pt x="144425" y="63937"/>
                </a:lnTo>
                <a:lnTo>
                  <a:pt x="144518" y="63522"/>
                </a:lnTo>
                <a:lnTo>
                  <a:pt x="144551" y="63345"/>
                </a:lnTo>
                <a:lnTo>
                  <a:pt x="144776" y="63345"/>
                </a:lnTo>
                <a:lnTo>
                  <a:pt x="144776" y="72157"/>
                </a:lnTo>
                <a:lnTo>
                  <a:pt x="155883" y="72157"/>
                </a:lnTo>
                <a:lnTo>
                  <a:pt x="155883" y="37914"/>
                </a:lnTo>
                <a:lnTo>
                  <a:pt x="155874" y="37262"/>
                </a:lnTo>
                <a:close/>
                <a:moveTo>
                  <a:pt x="131710" y="64356"/>
                </a:moveTo>
                <a:lnTo>
                  <a:pt x="131392" y="64317"/>
                </a:lnTo>
                <a:lnTo>
                  <a:pt x="131080" y="64270"/>
                </a:lnTo>
                <a:lnTo>
                  <a:pt x="130775" y="64216"/>
                </a:lnTo>
                <a:lnTo>
                  <a:pt x="130476" y="64155"/>
                </a:lnTo>
                <a:lnTo>
                  <a:pt x="130183" y="64087"/>
                </a:lnTo>
                <a:lnTo>
                  <a:pt x="129896" y="64012"/>
                </a:lnTo>
                <a:lnTo>
                  <a:pt x="129616" y="63929"/>
                </a:lnTo>
                <a:lnTo>
                  <a:pt x="129342" y="63840"/>
                </a:lnTo>
                <a:lnTo>
                  <a:pt x="129074" y="63743"/>
                </a:lnTo>
                <a:lnTo>
                  <a:pt x="128812" y="63639"/>
                </a:lnTo>
                <a:lnTo>
                  <a:pt x="128556" y="63528"/>
                </a:lnTo>
                <a:lnTo>
                  <a:pt x="128307" y="63410"/>
                </a:lnTo>
                <a:lnTo>
                  <a:pt x="128064" y="63284"/>
                </a:lnTo>
                <a:lnTo>
                  <a:pt x="127827" y="63152"/>
                </a:lnTo>
                <a:lnTo>
                  <a:pt x="127596" y="63012"/>
                </a:lnTo>
                <a:lnTo>
                  <a:pt x="127371" y="62865"/>
                </a:lnTo>
                <a:lnTo>
                  <a:pt x="127153" y="62711"/>
                </a:lnTo>
                <a:lnTo>
                  <a:pt x="126941" y="62549"/>
                </a:lnTo>
                <a:lnTo>
                  <a:pt x="126735" y="62381"/>
                </a:lnTo>
                <a:lnTo>
                  <a:pt x="126537" y="62206"/>
                </a:lnTo>
                <a:lnTo>
                  <a:pt x="126347" y="62026"/>
                </a:lnTo>
                <a:lnTo>
                  <a:pt x="126165" y="61841"/>
                </a:lnTo>
                <a:lnTo>
                  <a:pt x="125992" y="61650"/>
                </a:lnTo>
                <a:lnTo>
                  <a:pt x="125827" y="61454"/>
                </a:lnTo>
                <a:lnTo>
                  <a:pt x="125671" y="61253"/>
                </a:lnTo>
                <a:lnTo>
                  <a:pt x="125523" y="61047"/>
                </a:lnTo>
                <a:lnTo>
                  <a:pt x="125384" y="60835"/>
                </a:lnTo>
                <a:lnTo>
                  <a:pt x="125253" y="60618"/>
                </a:lnTo>
                <a:lnTo>
                  <a:pt x="125131" y="60396"/>
                </a:lnTo>
                <a:lnTo>
                  <a:pt x="125017" y="60169"/>
                </a:lnTo>
                <a:lnTo>
                  <a:pt x="124911" y="59936"/>
                </a:lnTo>
                <a:lnTo>
                  <a:pt x="124814" y="59698"/>
                </a:lnTo>
                <a:lnTo>
                  <a:pt x="124725" y="59455"/>
                </a:lnTo>
                <a:lnTo>
                  <a:pt x="124645" y="59207"/>
                </a:lnTo>
                <a:lnTo>
                  <a:pt x="124573" y="58953"/>
                </a:lnTo>
                <a:lnTo>
                  <a:pt x="124510" y="58694"/>
                </a:lnTo>
                <a:lnTo>
                  <a:pt x="124455" y="58430"/>
                </a:lnTo>
                <a:lnTo>
                  <a:pt x="124409" y="58160"/>
                </a:lnTo>
                <a:lnTo>
                  <a:pt x="124371" y="57886"/>
                </a:lnTo>
                <a:lnTo>
                  <a:pt x="124341" y="57606"/>
                </a:lnTo>
                <a:lnTo>
                  <a:pt x="124320" y="57320"/>
                </a:lnTo>
                <a:lnTo>
                  <a:pt x="124308" y="57030"/>
                </a:lnTo>
                <a:lnTo>
                  <a:pt x="124303" y="56734"/>
                </a:lnTo>
                <a:lnTo>
                  <a:pt x="124307" y="56461"/>
                </a:lnTo>
                <a:lnTo>
                  <a:pt x="124318" y="56192"/>
                </a:lnTo>
                <a:lnTo>
                  <a:pt x="124336" y="55928"/>
                </a:lnTo>
                <a:lnTo>
                  <a:pt x="124362" y="55668"/>
                </a:lnTo>
                <a:lnTo>
                  <a:pt x="124395" y="55413"/>
                </a:lnTo>
                <a:lnTo>
                  <a:pt x="124435" y="55162"/>
                </a:lnTo>
                <a:lnTo>
                  <a:pt x="124483" y="54916"/>
                </a:lnTo>
                <a:lnTo>
                  <a:pt x="124538" y="54674"/>
                </a:lnTo>
                <a:lnTo>
                  <a:pt x="124600" y="54436"/>
                </a:lnTo>
                <a:lnTo>
                  <a:pt x="124670" y="54203"/>
                </a:lnTo>
                <a:lnTo>
                  <a:pt x="124747" y="53975"/>
                </a:lnTo>
                <a:lnTo>
                  <a:pt x="124831" y="53751"/>
                </a:lnTo>
                <a:lnTo>
                  <a:pt x="124923" y="53531"/>
                </a:lnTo>
                <a:lnTo>
                  <a:pt x="125022" y="53316"/>
                </a:lnTo>
                <a:lnTo>
                  <a:pt x="125128" y="53105"/>
                </a:lnTo>
                <a:lnTo>
                  <a:pt x="125242" y="52899"/>
                </a:lnTo>
                <a:lnTo>
                  <a:pt x="125362" y="52697"/>
                </a:lnTo>
                <a:lnTo>
                  <a:pt x="125491" y="52500"/>
                </a:lnTo>
                <a:lnTo>
                  <a:pt x="125626" y="52307"/>
                </a:lnTo>
                <a:lnTo>
                  <a:pt x="125769" y="52119"/>
                </a:lnTo>
                <a:lnTo>
                  <a:pt x="125920" y="51935"/>
                </a:lnTo>
                <a:lnTo>
                  <a:pt x="126077" y="51755"/>
                </a:lnTo>
                <a:lnTo>
                  <a:pt x="126242" y="51580"/>
                </a:lnTo>
                <a:lnTo>
                  <a:pt x="126414" y="51410"/>
                </a:lnTo>
                <a:lnTo>
                  <a:pt x="126593" y="51245"/>
                </a:lnTo>
                <a:lnTo>
                  <a:pt x="126776" y="51087"/>
                </a:lnTo>
                <a:lnTo>
                  <a:pt x="126964" y="50936"/>
                </a:lnTo>
                <a:lnTo>
                  <a:pt x="127157" y="50793"/>
                </a:lnTo>
                <a:lnTo>
                  <a:pt x="127354" y="50656"/>
                </a:lnTo>
                <a:lnTo>
                  <a:pt x="127556" y="50526"/>
                </a:lnTo>
                <a:lnTo>
                  <a:pt x="127764" y="50403"/>
                </a:lnTo>
                <a:lnTo>
                  <a:pt x="127975" y="50288"/>
                </a:lnTo>
                <a:lnTo>
                  <a:pt x="128192" y="50179"/>
                </a:lnTo>
                <a:lnTo>
                  <a:pt x="128413" y="50077"/>
                </a:lnTo>
                <a:lnTo>
                  <a:pt x="128640" y="49982"/>
                </a:lnTo>
                <a:lnTo>
                  <a:pt x="128871" y="49895"/>
                </a:lnTo>
                <a:lnTo>
                  <a:pt x="129106" y="49814"/>
                </a:lnTo>
                <a:lnTo>
                  <a:pt x="129347" y="49740"/>
                </a:lnTo>
                <a:lnTo>
                  <a:pt x="129592" y="49674"/>
                </a:lnTo>
                <a:lnTo>
                  <a:pt x="129842" y="49614"/>
                </a:lnTo>
                <a:lnTo>
                  <a:pt x="130097" y="49562"/>
                </a:lnTo>
                <a:lnTo>
                  <a:pt x="130357" y="49516"/>
                </a:lnTo>
                <a:lnTo>
                  <a:pt x="130621" y="49477"/>
                </a:lnTo>
                <a:lnTo>
                  <a:pt x="130890" y="49446"/>
                </a:lnTo>
                <a:lnTo>
                  <a:pt x="131164" y="49421"/>
                </a:lnTo>
                <a:lnTo>
                  <a:pt x="131443" y="49404"/>
                </a:lnTo>
                <a:lnTo>
                  <a:pt x="131726" y="49393"/>
                </a:lnTo>
                <a:lnTo>
                  <a:pt x="132015" y="49390"/>
                </a:lnTo>
                <a:lnTo>
                  <a:pt x="144408" y="49390"/>
                </a:lnTo>
                <a:lnTo>
                  <a:pt x="144408" y="55541"/>
                </a:lnTo>
                <a:lnTo>
                  <a:pt x="144402" y="55867"/>
                </a:lnTo>
                <a:lnTo>
                  <a:pt x="144386" y="56188"/>
                </a:lnTo>
                <a:lnTo>
                  <a:pt x="144360" y="56505"/>
                </a:lnTo>
                <a:lnTo>
                  <a:pt x="144322" y="56816"/>
                </a:lnTo>
                <a:lnTo>
                  <a:pt x="144274" y="57122"/>
                </a:lnTo>
                <a:lnTo>
                  <a:pt x="144215" y="57423"/>
                </a:lnTo>
                <a:lnTo>
                  <a:pt x="144146" y="57719"/>
                </a:lnTo>
                <a:lnTo>
                  <a:pt x="144066" y="58009"/>
                </a:lnTo>
                <a:lnTo>
                  <a:pt x="143975" y="58295"/>
                </a:lnTo>
                <a:lnTo>
                  <a:pt x="143874" y="58575"/>
                </a:lnTo>
                <a:lnTo>
                  <a:pt x="143761" y="58851"/>
                </a:lnTo>
                <a:lnTo>
                  <a:pt x="143639" y="59121"/>
                </a:lnTo>
                <a:lnTo>
                  <a:pt x="143505" y="59386"/>
                </a:lnTo>
                <a:lnTo>
                  <a:pt x="143361" y="59647"/>
                </a:lnTo>
                <a:lnTo>
                  <a:pt x="143206" y="59902"/>
                </a:lnTo>
                <a:lnTo>
                  <a:pt x="143041" y="60152"/>
                </a:lnTo>
                <a:lnTo>
                  <a:pt x="142864" y="60396"/>
                </a:lnTo>
                <a:lnTo>
                  <a:pt x="142677" y="60636"/>
                </a:lnTo>
                <a:lnTo>
                  <a:pt x="142480" y="60871"/>
                </a:lnTo>
                <a:lnTo>
                  <a:pt x="142271" y="61100"/>
                </a:lnTo>
                <a:lnTo>
                  <a:pt x="142053" y="61325"/>
                </a:lnTo>
                <a:lnTo>
                  <a:pt x="141823" y="61544"/>
                </a:lnTo>
                <a:lnTo>
                  <a:pt x="141583" y="61758"/>
                </a:lnTo>
                <a:lnTo>
                  <a:pt x="141332" y="61968"/>
                </a:lnTo>
                <a:lnTo>
                  <a:pt x="141072" y="62170"/>
                </a:lnTo>
                <a:lnTo>
                  <a:pt x="140807" y="62363"/>
                </a:lnTo>
                <a:lnTo>
                  <a:pt x="140535" y="62548"/>
                </a:lnTo>
                <a:lnTo>
                  <a:pt x="140257" y="62725"/>
                </a:lnTo>
                <a:lnTo>
                  <a:pt x="139973" y="62893"/>
                </a:lnTo>
                <a:lnTo>
                  <a:pt x="139682" y="63052"/>
                </a:lnTo>
                <a:lnTo>
                  <a:pt x="139386" y="63202"/>
                </a:lnTo>
                <a:lnTo>
                  <a:pt x="139083" y="63344"/>
                </a:lnTo>
                <a:lnTo>
                  <a:pt x="138774" y="63478"/>
                </a:lnTo>
                <a:lnTo>
                  <a:pt x="138458" y="63602"/>
                </a:lnTo>
                <a:lnTo>
                  <a:pt x="138137" y="63719"/>
                </a:lnTo>
                <a:lnTo>
                  <a:pt x="137809" y="63826"/>
                </a:lnTo>
                <a:lnTo>
                  <a:pt x="137475" y="63925"/>
                </a:lnTo>
                <a:lnTo>
                  <a:pt x="137135" y="64015"/>
                </a:lnTo>
                <a:lnTo>
                  <a:pt x="136789" y="64097"/>
                </a:lnTo>
                <a:lnTo>
                  <a:pt x="136436" y="64170"/>
                </a:lnTo>
                <a:lnTo>
                  <a:pt x="136077" y="64235"/>
                </a:lnTo>
                <a:lnTo>
                  <a:pt x="135712" y="64291"/>
                </a:lnTo>
                <a:lnTo>
                  <a:pt x="135341" y="64338"/>
                </a:lnTo>
                <a:lnTo>
                  <a:pt x="134964" y="64377"/>
                </a:lnTo>
                <a:lnTo>
                  <a:pt x="134580" y="64407"/>
                </a:lnTo>
                <a:lnTo>
                  <a:pt x="134190" y="64428"/>
                </a:lnTo>
                <a:lnTo>
                  <a:pt x="133794" y="64441"/>
                </a:lnTo>
                <a:lnTo>
                  <a:pt x="133392" y="64446"/>
                </a:lnTo>
                <a:lnTo>
                  <a:pt x="133043" y="64442"/>
                </a:lnTo>
                <a:lnTo>
                  <a:pt x="132700" y="64431"/>
                </a:lnTo>
                <a:lnTo>
                  <a:pt x="132364" y="64413"/>
                </a:lnTo>
                <a:lnTo>
                  <a:pt x="132034" y="64388"/>
                </a:lnTo>
                <a:lnTo>
                  <a:pt x="131710" y="64356"/>
                </a:lnTo>
                <a:close/>
                <a:moveTo>
                  <a:pt x="267424" y="84826"/>
                </a:moveTo>
                <a:lnTo>
                  <a:pt x="267424" y="74452"/>
                </a:lnTo>
                <a:lnTo>
                  <a:pt x="223359" y="74452"/>
                </a:lnTo>
                <a:lnTo>
                  <a:pt x="223359" y="84826"/>
                </a:lnTo>
                <a:lnTo>
                  <a:pt x="267424" y="84826"/>
                </a:lnTo>
                <a:close/>
                <a:moveTo>
                  <a:pt x="528889" y="61772"/>
                </a:moveTo>
                <a:lnTo>
                  <a:pt x="528670" y="61758"/>
                </a:lnTo>
                <a:lnTo>
                  <a:pt x="528454" y="61738"/>
                </a:lnTo>
                <a:lnTo>
                  <a:pt x="528243" y="61713"/>
                </a:lnTo>
                <a:lnTo>
                  <a:pt x="528035" y="61682"/>
                </a:lnTo>
                <a:lnTo>
                  <a:pt x="527831" y="61646"/>
                </a:lnTo>
                <a:lnTo>
                  <a:pt x="527632" y="61604"/>
                </a:lnTo>
                <a:lnTo>
                  <a:pt x="527436" y="61557"/>
                </a:lnTo>
                <a:lnTo>
                  <a:pt x="527245" y="61504"/>
                </a:lnTo>
                <a:lnTo>
                  <a:pt x="527057" y="61445"/>
                </a:lnTo>
                <a:lnTo>
                  <a:pt x="526873" y="61381"/>
                </a:lnTo>
                <a:lnTo>
                  <a:pt x="526693" y="61312"/>
                </a:lnTo>
                <a:lnTo>
                  <a:pt x="526518" y="61236"/>
                </a:lnTo>
                <a:lnTo>
                  <a:pt x="526346" y="61156"/>
                </a:lnTo>
                <a:lnTo>
                  <a:pt x="526178" y="61069"/>
                </a:lnTo>
                <a:lnTo>
                  <a:pt x="526014" y="60977"/>
                </a:lnTo>
                <a:lnTo>
                  <a:pt x="525855" y="60880"/>
                </a:lnTo>
                <a:lnTo>
                  <a:pt x="525699" y="60777"/>
                </a:lnTo>
                <a:lnTo>
                  <a:pt x="525547" y="60668"/>
                </a:lnTo>
                <a:lnTo>
                  <a:pt x="525399" y="60554"/>
                </a:lnTo>
                <a:lnTo>
                  <a:pt x="525255" y="60434"/>
                </a:lnTo>
                <a:lnTo>
                  <a:pt x="525115" y="60308"/>
                </a:lnTo>
                <a:lnTo>
                  <a:pt x="524980" y="60177"/>
                </a:lnTo>
                <a:lnTo>
                  <a:pt x="524849" y="60042"/>
                </a:lnTo>
                <a:lnTo>
                  <a:pt x="524723" y="59902"/>
                </a:lnTo>
                <a:lnTo>
                  <a:pt x="524603" y="59758"/>
                </a:lnTo>
                <a:lnTo>
                  <a:pt x="524489" y="59610"/>
                </a:lnTo>
                <a:lnTo>
                  <a:pt x="524380" y="59458"/>
                </a:lnTo>
                <a:lnTo>
                  <a:pt x="524277" y="59302"/>
                </a:lnTo>
                <a:lnTo>
                  <a:pt x="524179" y="59143"/>
                </a:lnTo>
                <a:lnTo>
                  <a:pt x="524087" y="58979"/>
                </a:lnTo>
                <a:lnTo>
                  <a:pt x="524001" y="58811"/>
                </a:lnTo>
                <a:lnTo>
                  <a:pt x="523920" y="58639"/>
                </a:lnTo>
                <a:lnTo>
                  <a:pt x="523844" y="58464"/>
                </a:lnTo>
                <a:lnTo>
                  <a:pt x="523775" y="58284"/>
                </a:lnTo>
                <a:lnTo>
                  <a:pt x="523710" y="58100"/>
                </a:lnTo>
                <a:lnTo>
                  <a:pt x="523652" y="57912"/>
                </a:lnTo>
                <a:lnTo>
                  <a:pt x="523599" y="57721"/>
                </a:lnTo>
                <a:lnTo>
                  <a:pt x="523551" y="57525"/>
                </a:lnTo>
                <a:lnTo>
                  <a:pt x="523510" y="57326"/>
                </a:lnTo>
                <a:lnTo>
                  <a:pt x="523473" y="57122"/>
                </a:lnTo>
                <a:lnTo>
                  <a:pt x="523443" y="56914"/>
                </a:lnTo>
                <a:lnTo>
                  <a:pt x="523418" y="56703"/>
                </a:lnTo>
                <a:lnTo>
                  <a:pt x="523398" y="56487"/>
                </a:lnTo>
                <a:lnTo>
                  <a:pt x="523384" y="56268"/>
                </a:lnTo>
                <a:lnTo>
                  <a:pt x="523376" y="56044"/>
                </a:lnTo>
                <a:lnTo>
                  <a:pt x="523373" y="55817"/>
                </a:lnTo>
                <a:lnTo>
                  <a:pt x="523373" y="5141"/>
                </a:lnTo>
                <a:lnTo>
                  <a:pt x="495739" y="5141"/>
                </a:lnTo>
                <a:lnTo>
                  <a:pt x="495739" y="15514"/>
                </a:lnTo>
                <a:lnTo>
                  <a:pt x="511897" y="15514"/>
                </a:lnTo>
                <a:lnTo>
                  <a:pt x="511897" y="55817"/>
                </a:lnTo>
                <a:lnTo>
                  <a:pt x="511901" y="56220"/>
                </a:lnTo>
                <a:lnTo>
                  <a:pt x="511912" y="56620"/>
                </a:lnTo>
                <a:lnTo>
                  <a:pt x="511930" y="57015"/>
                </a:lnTo>
                <a:lnTo>
                  <a:pt x="511956" y="57406"/>
                </a:lnTo>
                <a:lnTo>
                  <a:pt x="511989" y="57794"/>
                </a:lnTo>
                <a:lnTo>
                  <a:pt x="512029" y="58177"/>
                </a:lnTo>
                <a:lnTo>
                  <a:pt x="512077" y="58557"/>
                </a:lnTo>
                <a:lnTo>
                  <a:pt x="512132" y="58933"/>
                </a:lnTo>
                <a:lnTo>
                  <a:pt x="512194" y="59304"/>
                </a:lnTo>
                <a:lnTo>
                  <a:pt x="512264" y="59672"/>
                </a:lnTo>
                <a:lnTo>
                  <a:pt x="512341" y="60035"/>
                </a:lnTo>
                <a:lnTo>
                  <a:pt x="512425" y="60395"/>
                </a:lnTo>
                <a:lnTo>
                  <a:pt x="512517" y="60750"/>
                </a:lnTo>
                <a:lnTo>
                  <a:pt x="512616" y="61102"/>
                </a:lnTo>
                <a:lnTo>
                  <a:pt x="512722" y="61450"/>
                </a:lnTo>
                <a:lnTo>
                  <a:pt x="512836" y="61793"/>
                </a:lnTo>
                <a:lnTo>
                  <a:pt x="512957" y="62133"/>
                </a:lnTo>
                <a:lnTo>
                  <a:pt x="513085" y="62469"/>
                </a:lnTo>
                <a:lnTo>
                  <a:pt x="513220" y="62801"/>
                </a:lnTo>
                <a:lnTo>
                  <a:pt x="513363" y="63128"/>
                </a:lnTo>
                <a:lnTo>
                  <a:pt x="513514" y="63452"/>
                </a:lnTo>
                <a:lnTo>
                  <a:pt x="513671" y="63772"/>
                </a:lnTo>
                <a:lnTo>
                  <a:pt x="513836" y="64088"/>
                </a:lnTo>
                <a:lnTo>
                  <a:pt x="514008" y="64399"/>
                </a:lnTo>
                <a:lnTo>
                  <a:pt x="514187" y="64706"/>
                </a:lnTo>
                <a:lnTo>
                  <a:pt x="514371" y="65007"/>
                </a:lnTo>
                <a:lnTo>
                  <a:pt x="514561" y="65302"/>
                </a:lnTo>
                <a:lnTo>
                  <a:pt x="514757" y="65592"/>
                </a:lnTo>
                <a:lnTo>
                  <a:pt x="514958" y="65875"/>
                </a:lnTo>
                <a:lnTo>
                  <a:pt x="515164" y="66152"/>
                </a:lnTo>
                <a:lnTo>
                  <a:pt x="515377" y="66424"/>
                </a:lnTo>
                <a:lnTo>
                  <a:pt x="515594" y="66689"/>
                </a:lnTo>
                <a:lnTo>
                  <a:pt x="515818" y="66949"/>
                </a:lnTo>
                <a:lnTo>
                  <a:pt x="516047" y="67203"/>
                </a:lnTo>
                <a:lnTo>
                  <a:pt x="516281" y="67451"/>
                </a:lnTo>
                <a:lnTo>
                  <a:pt x="516521" y="67693"/>
                </a:lnTo>
                <a:lnTo>
                  <a:pt x="516767" y="67929"/>
                </a:lnTo>
                <a:lnTo>
                  <a:pt x="517018" y="68159"/>
                </a:lnTo>
                <a:lnTo>
                  <a:pt x="517275" y="68383"/>
                </a:lnTo>
                <a:lnTo>
                  <a:pt x="517537" y="68602"/>
                </a:lnTo>
                <a:lnTo>
                  <a:pt x="517805" y="68814"/>
                </a:lnTo>
                <a:lnTo>
                  <a:pt x="518079" y="69021"/>
                </a:lnTo>
                <a:lnTo>
                  <a:pt x="518358" y="69222"/>
                </a:lnTo>
                <a:lnTo>
                  <a:pt x="518643" y="69417"/>
                </a:lnTo>
                <a:lnTo>
                  <a:pt x="518933" y="69606"/>
                </a:lnTo>
                <a:lnTo>
                  <a:pt x="519229" y="69789"/>
                </a:lnTo>
                <a:lnTo>
                  <a:pt x="519530" y="69966"/>
                </a:lnTo>
                <a:lnTo>
                  <a:pt x="519837" y="70137"/>
                </a:lnTo>
                <a:lnTo>
                  <a:pt x="520149" y="70302"/>
                </a:lnTo>
                <a:lnTo>
                  <a:pt x="520466" y="70460"/>
                </a:lnTo>
                <a:lnTo>
                  <a:pt x="520786" y="70611"/>
                </a:lnTo>
                <a:lnTo>
                  <a:pt x="521111" y="70754"/>
                </a:lnTo>
                <a:lnTo>
                  <a:pt x="521441" y="70891"/>
                </a:lnTo>
                <a:lnTo>
                  <a:pt x="521774" y="71021"/>
                </a:lnTo>
                <a:lnTo>
                  <a:pt x="522112" y="71144"/>
                </a:lnTo>
                <a:lnTo>
                  <a:pt x="522454" y="71259"/>
                </a:lnTo>
                <a:lnTo>
                  <a:pt x="522801" y="71368"/>
                </a:lnTo>
                <a:lnTo>
                  <a:pt x="523152" y="71470"/>
                </a:lnTo>
                <a:lnTo>
                  <a:pt x="523507" y="71564"/>
                </a:lnTo>
                <a:lnTo>
                  <a:pt x="523866" y="71652"/>
                </a:lnTo>
                <a:lnTo>
                  <a:pt x="524230" y="71733"/>
                </a:lnTo>
                <a:lnTo>
                  <a:pt x="524598" y="71806"/>
                </a:lnTo>
                <a:lnTo>
                  <a:pt x="524970" y="71873"/>
                </a:lnTo>
                <a:lnTo>
                  <a:pt x="525346" y="71933"/>
                </a:lnTo>
                <a:lnTo>
                  <a:pt x="525727" y="71985"/>
                </a:lnTo>
                <a:lnTo>
                  <a:pt x="526113" y="72031"/>
                </a:lnTo>
                <a:lnTo>
                  <a:pt x="526502" y="72069"/>
                </a:lnTo>
                <a:lnTo>
                  <a:pt x="526896" y="72101"/>
                </a:lnTo>
                <a:lnTo>
                  <a:pt x="527294" y="72126"/>
                </a:lnTo>
                <a:lnTo>
                  <a:pt x="527696" y="72143"/>
                </a:lnTo>
                <a:lnTo>
                  <a:pt x="528103" y="72154"/>
                </a:lnTo>
                <a:lnTo>
                  <a:pt x="528514" y="72157"/>
                </a:lnTo>
                <a:lnTo>
                  <a:pt x="544580" y="72157"/>
                </a:lnTo>
                <a:lnTo>
                  <a:pt x="544580" y="61783"/>
                </a:lnTo>
                <a:lnTo>
                  <a:pt x="529340" y="61783"/>
                </a:lnTo>
                <a:lnTo>
                  <a:pt x="529113" y="61780"/>
                </a:lnTo>
                <a:lnTo>
                  <a:pt x="528889" y="61772"/>
                </a:lnTo>
                <a:close/>
                <a:moveTo>
                  <a:pt x="474355" y="29295"/>
                </a:moveTo>
                <a:lnTo>
                  <a:pt x="474221" y="28878"/>
                </a:lnTo>
                <a:lnTo>
                  <a:pt x="474074" y="28470"/>
                </a:lnTo>
                <a:lnTo>
                  <a:pt x="473915" y="28071"/>
                </a:lnTo>
                <a:lnTo>
                  <a:pt x="473743" y="27681"/>
                </a:lnTo>
                <a:lnTo>
                  <a:pt x="473558" y="27300"/>
                </a:lnTo>
                <a:lnTo>
                  <a:pt x="473360" y="26929"/>
                </a:lnTo>
                <a:lnTo>
                  <a:pt x="473150" y="26566"/>
                </a:lnTo>
                <a:lnTo>
                  <a:pt x="472927" y="26212"/>
                </a:lnTo>
                <a:lnTo>
                  <a:pt x="472691" y="25868"/>
                </a:lnTo>
                <a:lnTo>
                  <a:pt x="472442" y="25532"/>
                </a:lnTo>
                <a:lnTo>
                  <a:pt x="472181" y="25206"/>
                </a:lnTo>
                <a:lnTo>
                  <a:pt x="471906" y="24889"/>
                </a:lnTo>
                <a:lnTo>
                  <a:pt x="471619" y="24581"/>
                </a:lnTo>
                <a:lnTo>
                  <a:pt x="471320" y="24282"/>
                </a:lnTo>
                <a:lnTo>
                  <a:pt x="471009" y="23993"/>
                </a:lnTo>
                <a:lnTo>
                  <a:pt x="470690" y="23717"/>
                </a:lnTo>
                <a:lnTo>
                  <a:pt x="470362" y="23453"/>
                </a:lnTo>
                <a:lnTo>
                  <a:pt x="470024" y="23202"/>
                </a:lnTo>
                <a:lnTo>
                  <a:pt x="469678" y="22962"/>
                </a:lnTo>
                <a:lnTo>
                  <a:pt x="469323" y="22735"/>
                </a:lnTo>
                <a:lnTo>
                  <a:pt x="468959" y="22521"/>
                </a:lnTo>
                <a:lnTo>
                  <a:pt x="468586" y="22318"/>
                </a:lnTo>
                <a:lnTo>
                  <a:pt x="468205" y="22128"/>
                </a:lnTo>
                <a:lnTo>
                  <a:pt x="467814" y="21950"/>
                </a:lnTo>
                <a:lnTo>
                  <a:pt x="467414" y="21784"/>
                </a:lnTo>
                <a:lnTo>
                  <a:pt x="467006" y="21631"/>
                </a:lnTo>
                <a:lnTo>
                  <a:pt x="466588" y="21490"/>
                </a:lnTo>
                <a:lnTo>
                  <a:pt x="466162" y="21361"/>
                </a:lnTo>
                <a:lnTo>
                  <a:pt x="465726" y="21244"/>
                </a:lnTo>
                <a:lnTo>
                  <a:pt x="465282" y="21140"/>
                </a:lnTo>
                <a:lnTo>
                  <a:pt x="464829" y="21048"/>
                </a:lnTo>
                <a:lnTo>
                  <a:pt x="464367" y="20968"/>
                </a:lnTo>
                <a:lnTo>
                  <a:pt x="463895" y="20901"/>
                </a:lnTo>
                <a:lnTo>
                  <a:pt x="463415" y="20846"/>
                </a:lnTo>
                <a:lnTo>
                  <a:pt x="462926" y="20803"/>
                </a:lnTo>
                <a:lnTo>
                  <a:pt x="462429" y="20772"/>
                </a:lnTo>
                <a:lnTo>
                  <a:pt x="461922" y="20754"/>
                </a:lnTo>
                <a:lnTo>
                  <a:pt x="461406" y="20747"/>
                </a:lnTo>
                <a:lnTo>
                  <a:pt x="460776" y="20756"/>
                </a:lnTo>
                <a:lnTo>
                  <a:pt x="460157" y="20784"/>
                </a:lnTo>
                <a:lnTo>
                  <a:pt x="459548" y="20829"/>
                </a:lnTo>
                <a:lnTo>
                  <a:pt x="458950" y="20893"/>
                </a:lnTo>
                <a:lnTo>
                  <a:pt x="458362" y="20975"/>
                </a:lnTo>
                <a:lnTo>
                  <a:pt x="457785" y="21074"/>
                </a:lnTo>
                <a:lnTo>
                  <a:pt x="457219" y="21193"/>
                </a:lnTo>
                <a:lnTo>
                  <a:pt x="456663" y="21329"/>
                </a:lnTo>
                <a:lnTo>
                  <a:pt x="456117" y="21483"/>
                </a:lnTo>
                <a:lnTo>
                  <a:pt x="455582" y="21656"/>
                </a:lnTo>
                <a:lnTo>
                  <a:pt x="455057" y="21847"/>
                </a:lnTo>
                <a:lnTo>
                  <a:pt x="454543" y="22056"/>
                </a:lnTo>
                <a:lnTo>
                  <a:pt x="454040" y="22283"/>
                </a:lnTo>
                <a:lnTo>
                  <a:pt x="453547" y="22528"/>
                </a:lnTo>
                <a:lnTo>
                  <a:pt x="453064" y="22792"/>
                </a:lnTo>
                <a:lnTo>
                  <a:pt x="452592" y="23073"/>
                </a:lnTo>
                <a:lnTo>
                  <a:pt x="452131" y="23373"/>
                </a:lnTo>
                <a:lnTo>
                  <a:pt x="451680" y="23691"/>
                </a:lnTo>
                <a:lnTo>
                  <a:pt x="451239" y="24027"/>
                </a:lnTo>
                <a:lnTo>
                  <a:pt x="450810" y="24382"/>
                </a:lnTo>
                <a:lnTo>
                  <a:pt x="450390" y="24754"/>
                </a:lnTo>
                <a:lnTo>
                  <a:pt x="449981" y="25145"/>
                </a:lnTo>
                <a:lnTo>
                  <a:pt x="449583" y="25554"/>
                </a:lnTo>
                <a:lnTo>
                  <a:pt x="449195" y="25981"/>
                </a:lnTo>
                <a:lnTo>
                  <a:pt x="448821" y="26423"/>
                </a:lnTo>
                <a:lnTo>
                  <a:pt x="448462" y="26878"/>
                </a:lnTo>
                <a:lnTo>
                  <a:pt x="448120" y="27346"/>
                </a:lnTo>
                <a:lnTo>
                  <a:pt x="447793" y="27827"/>
                </a:lnTo>
                <a:lnTo>
                  <a:pt x="447482" y="28320"/>
                </a:lnTo>
                <a:lnTo>
                  <a:pt x="447188" y="28826"/>
                </a:lnTo>
                <a:lnTo>
                  <a:pt x="446909" y="29345"/>
                </a:lnTo>
                <a:lnTo>
                  <a:pt x="446646" y="29877"/>
                </a:lnTo>
                <a:lnTo>
                  <a:pt x="446399" y="30421"/>
                </a:lnTo>
                <a:lnTo>
                  <a:pt x="446168" y="30979"/>
                </a:lnTo>
                <a:lnTo>
                  <a:pt x="445953" y="31548"/>
                </a:lnTo>
                <a:lnTo>
                  <a:pt x="445754" y="32131"/>
                </a:lnTo>
                <a:lnTo>
                  <a:pt x="445570" y="32726"/>
                </a:lnTo>
                <a:lnTo>
                  <a:pt x="445403" y="33335"/>
                </a:lnTo>
                <a:lnTo>
                  <a:pt x="445252" y="33956"/>
                </a:lnTo>
                <a:lnTo>
                  <a:pt x="445116" y="34589"/>
                </a:lnTo>
                <a:lnTo>
                  <a:pt x="444997" y="35236"/>
                </a:lnTo>
                <a:lnTo>
                  <a:pt x="444893" y="35895"/>
                </a:lnTo>
                <a:lnTo>
                  <a:pt x="444805" y="36567"/>
                </a:lnTo>
                <a:lnTo>
                  <a:pt x="444734" y="37252"/>
                </a:lnTo>
                <a:lnTo>
                  <a:pt x="444678" y="37949"/>
                </a:lnTo>
                <a:lnTo>
                  <a:pt x="444638" y="38659"/>
                </a:lnTo>
                <a:lnTo>
                  <a:pt x="444614" y="39382"/>
                </a:lnTo>
                <a:lnTo>
                  <a:pt x="444606" y="40118"/>
                </a:lnTo>
                <a:lnTo>
                  <a:pt x="444606" y="53797"/>
                </a:lnTo>
                <a:lnTo>
                  <a:pt x="444614" y="54525"/>
                </a:lnTo>
                <a:lnTo>
                  <a:pt x="444638" y="55241"/>
                </a:lnTo>
                <a:lnTo>
                  <a:pt x="444679" y="55944"/>
                </a:lnTo>
                <a:lnTo>
                  <a:pt x="444735" y="56635"/>
                </a:lnTo>
                <a:lnTo>
                  <a:pt x="444807" y="57313"/>
                </a:lnTo>
                <a:lnTo>
                  <a:pt x="444896" y="57979"/>
                </a:lnTo>
                <a:lnTo>
                  <a:pt x="445001" y="58633"/>
                </a:lnTo>
                <a:lnTo>
                  <a:pt x="445121" y="59274"/>
                </a:lnTo>
                <a:lnTo>
                  <a:pt x="445258" y="59903"/>
                </a:lnTo>
                <a:lnTo>
                  <a:pt x="445411" y="60519"/>
                </a:lnTo>
                <a:lnTo>
                  <a:pt x="445580" y="61123"/>
                </a:lnTo>
                <a:lnTo>
                  <a:pt x="445765" y="61714"/>
                </a:lnTo>
                <a:lnTo>
                  <a:pt x="445966" y="62293"/>
                </a:lnTo>
                <a:lnTo>
                  <a:pt x="446184" y="62860"/>
                </a:lnTo>
                <a:lnTo>
                  <a:pt x="446417" y="63414"/>
                </a:lnTo>
                <a:lnTo>
                  <a:pt x="446666" y="63956"/>
                </a:lnTo>
                <a:lnTo>
                  <a:pt x="446932" y="64485"/>
                </a:lnTo>
                <a:lnTo>
                  <a:pt x="447214" y="65002"/>
                </a:lnTo>
                <a:lnTo>
                  <a:pt x="447511" y="65507"/>
                </a:lnTo>
                <a:lnTo>
                  <a:pt x="447825" y="65999"/>
                </a:lnTo>
                <a:lnTo>
                  <a:pt x="448155" y="66478"/>
                </a:lnTo>
                <a:lnTo>
                  <a:pt x="448501" y="66946"/>
                </a:lnTo>
                <a:lnTo>
                  <a:pt x="448863" y="67400"/>
                </a:lnTo>
                <a:lnTo>
                  <a:pt x="449242" y="67843"/>
                </a:lnTo>
                <a:lnTo>
                  <a:pt x="449633" y="68270"/>
                </a:lnTo>
                <a:lnTo>
                  <a:pt x="450034" y="68678"/>
                </a:lnTo>
                <a:lnTo>
                  <a:pt x="450446" y="69069"/>
                </a:lnTo>
                <a:lnTo>
                  <a:pt x="450867" y="69441"/>
                </a:lnTo>
                <a:lnTo>
                  <a:pt x="451299" y="69796"/>
                </a:lnTo>
                <a:lnTo>
                  <a:pt x="451741" y="70132"/>
                </a:lnTo>
                <a:lnTo>
                  <a:pt x="452192" y="70450"/>
                </a:lnTo>
                <a:lnTo>
                  <a:pt x="452654" y="70749"/>
                </a:lnTo>
                <a:lnTo>
                  <a:pt x="453126" y="71031"/>
                </a:lnTo>
                <a:lnTo>
                  <a:pt x="453607" y="71294"/>
                </a:lnTo>
                <a:lnTo>
                  <a:pt x="454099" y="71540"/>
                </a:lnTo>
                <a:lnTo>
                  <a:pt x="454601" y="71767"/>
                </a:lnTo>
                <a:lnTo>
                  <a:pt x="455113" y="71976"/>
                </a:lnTo>
                <a:lnTo>
                  <a:pt x="455635" y="72166"/>
                </a:lnTo>
                <a:lnTo>
                  <a:pt x="456167" y="72339"/>
                </a:lnTo>
                <a:lnTo>
                  <a:pt x="456709" y="72493"/>
                </a:lnTo>
                <a:lnTo>
                  <a:pt x="457261" y="72630"/>
                </a:lnTo>
                <a:lnTo>
                  <a:pt x="457823" y="72748"/>
                </a:lnTo>
                <a:lnTo>
                  <a:pt x="458395" y="72848"/>
                </a:lnTo>
                <a:lnTo>
                  <a:pt x="458977" y="72929"/>
                </a:lnTo>
                <a:lnTo>
                  <a:pt x="459569" y="72993"/>
                </a:lnTo>
                <a:lnTo>
                  <a:pt x="460172" y="73038"/>
                </a:lnTo>
                <a:lnTo>
                  <a:pt x="460784" y="73066"/>
                </a:lnTo>
                <a:lnTo>
                  <a:pt x="461406" y="73075"/>
                </a:lnTo>
                <a:lnTo>
                  <a:pt x="461922" y="73069"/>
                </a:lnTo>
                <a:lnTo>
                  <a:pt x="462429" y="73050"/>
                </a:lnTo>
                <a:lnTo>
                  <a:pt x="462926" y="73019"/>
                </a:lnTo>
                <a:lnTo>
                  <a:pt x="463415" y="72976"/>
                </a:lnTo>
                <a:lnTo>
                  <a:pt x="463895" y="72921"/>
                </a:lnTo>
                <a:lnTo>
                  <a:pt x="464367" y="72854"/>
                </a:lnTo>
                <a:lnTo>
                  <a:pt x="464829" y="72774"/>
                </a:lnTo>
                <a:lnTo>
                  <a:pt x="465282" y="72682"/>
                </a:lnTo>
                <a:lnTo>
                  <a:pt x="465726" y="72578"/>
                </a:lnTo>
                <a:lnTo>
                  <a:pt x="466162" y="72461"/>
                </a:lnTo>
                <a:lnTo>
                  <a:pt x="466588" y="72332"/>
                </a:lnTo>
                <a:lnTo>
                  <a:pt x="467006" y="72191"/>
                </a:lnTo>
                <a:lnTo>
                  <a:pt x="467414" y="72038"/>
                </a:lnTo>
                <a:lnTo>
                  <a:pt x="467814" y="71872"/>
                </a:lnTo>
                <a:lnTo>
                  <a:pt x="468205" y="71694"/>
                </a:lnTo>
                <a:lnTo>
                  <a:pt x="468586" y="71504"/>
                </a:lnTo>
                <a:lnTo>
                  <a:pt x="468959" y="71301"/>
                </a:lnTo>
                <a:lnTo>
                  <a:pt x="469323" y="71087"/>
                </a:lnTo>
                <a:lnTo>
                  <a:pt x="469678" y="70860"/>
                </a:lnTo>
                <a:lnTo>
                  <a:pt x="470024" y="70620"/>
                </a:lnTo>
                <a:lnTo>
                  <a:pt x="470362" y="70369"/>
                </a:lnTo>
                <a:lnTo>
                  <a:pt x="470690" y="70105"/>
                </a:lnTo>
                <a:lnTo>
                  <a:pt x="471009" y="69829"/>
                </a:lnTo>
                <a:lnTo>
                  <a:pt x="471320" y="69540"/>
                </a:lnTo>
                <a:lnTo>
                  <a:pt x="471619" y="69241"/>
                </a:lnTo>
                <a:lnTo>
                  <a:pt x="471906" y="68933"/>
                </a:lnTo>
                <a:lnTo>
                  <a:pt x="472181" y="68616"/>
                </a:lnTo>
                <a:lnTo>
                  <a:pt x="472442" y="68290"/>
                </a:lnTo>
                <a:lnTo>
                  <a:pt x="472691" y="67954"/>
                </a:lnTo>
                <a:lnTo>
                  <a:pt x="472927" y="67610"/>
                </a:lnTo>
                <a:lnTo>
                  <a:pt x="473150" y="67256"/>
                </a:lnTo>
                <a:lnTo>
                  <a:pt x="473360" y="66893"/>
                </a:lnTo>
                <a:lnTo>
                  <a:pt x="473558" y="66522"/>
                </a:lnTo>
                <a:lnTo>
                  <a:pt x="473743" y="66141"/>
                </a:lnTo>
                <a:lnTo>
                  <a:pt x="473915" y="65751"/>
                </a:lnTo>
                <a:lnTo>
                  <a:pt x="474074" y="65352"/>
                </a:lnTo>
                <a:lnTo>
                  <a:pt x="474221" y="64944"/>
                </a:lnTo>
                <a:lnTo>
                  <a:pt x="474355" y="64527"/>
                </a:lnTo>
                <a:lnTo>
                  <a:pt x="474476" y="64100"/>
                </a:lnTo>
                <a:lnTo>
                  <a:pt x="474585" y="63665"/>
                </a:lnTo>
                <a:lnTo>
                  <a:pt x="474680" y="63221"/>
                </a:lnTo>
                <a:lnTo>
                  <a:pt x="474763" y="62767"/>
                </a:lnTo>
                <a:lnTo>
                  <a:pt x="474801" y="62518"/>
                </a:lnTo>
                <a:lnTo>
                  <a:pt x="474993" y="62518"/>
                </a:lnTo>
                <a:lnTo>
                  <a:pt x="474993" y="72157"/>
                </a:lnTo>
                <a:lnTo>
                  <a:pt x="486192" y="72157"/>
                </a:lnTo>
                <a:lnTo>
                  <a:pt x="486192" y="5141"/>
                </a:lnTo>
                <a:lnTo>
                  <a:pt x="474717" y="5141"/>
                </a:lnTo>
                <a:lnTo>
                  <a:pt x="474717" y="19278"/>
                </a:lnTo>
                <a:lnTo>
                  <a:pt x="475084" y="31304"/>
                </a:lnTo>
                <a:lnTo>
                  <a:pt x="474801" y="31304"/>
                </a:lnTo>
                <a:lnTo>
                  <a:pt x="474763" y="31055"/>
                </a:lnTo>
                <a:lnTo>
                  <a:pt x="474680" y="30601"/>
                </a:lnTo>
                <a:lnTo>
                  <a:pt x="474585" y="30157"/>
                </a:lnTo>
                <a:lnTo>
                  <a:pt x="474476" y="29722"/>
                </a:lnTo>
                <a:lnTo>
                  <a:pt x="474355" y="29295"/>
                </a:lnTo>
                <a:close/>
                <a:moveTo>
                  <a:pt x="463692" y="63048"/>
                </a:moveTo>
                <a:lnTo>
                  <a:pt x="463362" y="62999"/>
                </a:lnTo>
                <a:lnTo>
                  <a:pt x="463038" y="62941"/>
                </a:lnTo>
                <a:lnTo>
                  <a:pt x="462721" y="62874"/>
                </a:lnTo>
                <a:lnTo>
                  <a:pt x="462411" y="62798"/>
                </a:lnTo>
                <a:lnTo>
                  <a:pt x="462107" y="62713"/>
                </a:lnTo>
                <a:lnTo>
                  <a:pt x="461810" y="62620"/>
                </a:lnTo>
                <a:lnTo>
                  <a:pt x="461520" y="62517"/>
                </a:lnTo>
                <a:lnTo>
                  <a:pt x="461236" y="62406"/>
                </a:lnTo>
                <a:lnTo>
                  <a:pt x="460960" y="62285"/>
                </a:lnTo>
                <a:lnTo>
                  <a:pt x="460689" y="62156"/>
                </a:lnTo>
                <a:lnTo>
                  <a:pt x="460426" y="62017"/>
                </a:lnTo>
                <a:lnTo>
                  <a:pt x="460169" y="61870"/>
                </a:lnTo>
                <a:lnTo>
                  <a:pt x="459919" y="61714"/>
                </a:lnTo>
                <a:lnTo>
                  <a:pt x="459676" y="61549"/>
                </a:lnTo>
                <a:lnTo>
                  <a:pt x="459439" y="61375"/>
                </a:lnTo>
                <a:lnTo>
                  <a:pt x="459209" y="61192"/>
                </a:lnTo>
                <a:lnTo>
                  <a:pt x="458986" y="61000"/>
                </a:lnTo>
                <a:lnTo>
                  <a:pt x="458770" y="60799"/>
                </a:lnTo>
                <a:lnTo>
                  <a:pt x="458560" y="60589"/>
                </a:lnTo>
                <a:lnTo>
                  <a:pt x="458358" y="60371"/>
                </a:lnTo>
                <a:lnTo>
                  <a:pt x="458164" y="60146"/>
                </a:lnTo>
                <a:lnTo>
                  <a:pt x="457979" y="59912"/>
                </a:lnTo>
                <a:lnTo>
                  <a:pt x="457803" y="59671"/>
                </a:lnTo>
                <a:lnTo>
                  <a:pt x="457635" y="59423"/>
                </a:lnTo>
                <a:lnTo>
                  <a:pt x="457476" y="59166"/>
                </a:lnTo>
                <a:lnTo>
                  <a:pt x="457325" y="58902"/>
                </a:lnTo>
                <a:lnTo>
                  <a:pt x="457183" y="58631"/>
                </a:lnTo>
                <a:lnTo>
                  <a:pt x="457050" y="58352"/>
                </a:lnTo>
                <a:lnTo>
                  <a:pt x="456925" y="58065"/>
                </a:lnTo>
                <a:lnTo>
                  <a:pt x="456809" y="57770"/>
                </a:lnTo>
                <a:lnTo>
                  <a:pt x="456701" y="57468"/>
                </a:lnTo>
                <a:lnTo>
                  <a:pt x="456602" y="57158"/>
                </a:lnTo>
                <a:lnTo>
                  <a:pt x="456512" y="56841"/>
                </a:lnTo>
                <a:lnTo>
                  <a:pt x="456430" y="56516"/>
                </a:lnTo>
                <a:lnTo>
                  <a:pt x="456357" y="56183"/>
                </a:lnTo>
                <a:lnTo>
                  <a:pt x="456292" y="55843"/>
                </a:lnTo>
                <a:lnTo>
                  <a:pt x="456237" y="55495"/>
                </a:lnTo>
                <a:lnTo>
                  <a:pt x="456189" y="55139"/>
                </a:lnTo>
                <a:lnTo>
                  <a:pt x="456151" y="54776"/>
                </a:lnTo>
                <a:lnTo>
                  <a:pt x="456120" y="54405"/>
                </a:lnTo>
                <a:lnTo>
                  <a:pt x="456099" y="54026"/>
                </a:lnTo>
                <a:lnTo>
                  <a:pt x="456086" y="53640"/>
                </a:lnTo>
                <a:lnTo>
                  <a:pt x="456082" y="53246"/>
                </a:lnTo>
                <a:lnTo>
                  <a:pt x="456082" y="40577"/>
                </a:lnTo>
                <a:lnTo>
                  <a:pt x="456086" y="40183"/>
                </a:lnTo>
                <a:lnTo>
                  <a:pt x="456099" y="39797"/>
                </a:lnTo>
                <a:lnTo>
                  <a:pt x="456120" y="39418"/>
                </a:lnTo>
                <a:lnTo>
                  <a:pt x="456151" y="39047"/>
                </a:lnTo>
                <a:lnTo>
                  <a:pt x="456189" y="38684"/>
                </a:lnTo>
                <a:lnTo>
                  <a:pt x="456237" y="38328"/>
                </a:lnTo>
                <a:lnTo>
                  <a:pt x="456292" y="37980"/>
                </a:lnTo>
                <a:lnTo>
                  <a:pt x="456357" y="37639"/>
                </a:lnTo>
                <a:lnTo>
                  <a:pt x="456430" y="37307"/>
                </a:lnTo>
                <a:lnTo>
                  <a:pt x="456512" y="36982"/>
                </a:lnTo>
                <a:lnTo>
                  <a:pt x="456602" y="36664"/>
                </a:lnTo>
                <a:lnTo>
                  <a:pt x="456701" y="36354"/>
                </a:lnTo>
                <a:lnTo>
                  <a:pt x="456809" y="36052"/>
                </a:lnTo>
                <a:lnTo>
                  <a:pt x="456925" y="35757"/>
                </a:lnTo>
                <a:lnTo>
                  <a:pt x="457050" y="35471"/>
                </a:lnTo>
                <a:lnTo>
                  <a:pt x="457183" y="35191"/>
                </a:lnTo>
                <a:lnTo>
                  <a:pt x="457325" y="34920"/>
                </a:lnTo>
                <a:lnTo>
                  <a:pt x="457476" y="34656"/>
                </a:lnTo>
                <a:lnTo>
                  <a:pt x="457635" y="34399"/>
                </a:lnTo>
                <a:lnTo>
                  <a:pt x="457803" y="34151"/>
                </a:lnTo>
                <a:lnTo>
                  <a:pt x="457979" y="33910"/>
                </a:lnTo>
                <a:lnTo>
                  <a:pt x="458164" y="33677"/>
                </a:lnTo>
                <a:lnTo>
                  <a:pt x="458358" y="33451"/>
                </a:lnTo>
                <a:lnTo>
                  <a:pt x="458560" y="33233"/>
                </a:lnTo>
                <a:lnTo>
                  <a:pt x="458770" y="33023"/>
                </a:lnTo>
                <a:lnTo>
                  <a:pt x="458986" y="32822"/>
                </a:lnTo>
                <a:lnTo>
                  <a:pt x="459209" y="32630"/>
                </a:lnTo>
                <a:lnTo>
                  <a:pt x="459439" y="32447"/>
                </a:lnTo>
                <a:lnTo>
                  <a:pt x="459676" y="32273"/>
                </a:lnTo>
                <a:lnTo>
                  <a:pt x="459919" y="32108"/>
                </a:lnTo>
                <a:lnTo>
                  <a:pt x="460169" y="31952"/>
                </a:lnTo>
                <a:lnTo>
                  <a:pt x="460426" y="31805"/>
                </a:lnTo>
                <a:lnTo>
                  <a:pt x="460689" y="31666"/>
                </a:lnTo>
                <a:lnTo>
                  <a:pt x="460960" y="31537"/>
                </a:lnTo>
                <a:lnTo>
                  <a:pt x="461236" y="31417"/>
                </a:lnTo>
                <a:lnTo>
                  <a:pt x="461520" y="31305"/>
                </a:lnTo>
                <a:lnTo>
                  <a:pt x="461810" y="31202"/>
                </a:lnTo>
                <a:lnTo>
                  <a:pt x="462107" y="31109"/>
                </a:lnTo>
                <a:lnTo>
                  <a:pt x="462411" y="31024"/>
                </a:lnTo>
                <a:lnTo>
                  <a:pt x="462721" y="30948"/>
                </a:lnTo>
                <a:lnTo>
                  <a:pt x="463038" y="30881"/>
                </a:lnTo>
                <a:lnTo>
                  <a:pt x="463362" y="30823"/>
                </a:lnTo>
                <a:lnTo>
                  <a:pt x="463692" y="30774"/>
                </a:lnTo>
                <a:lnTo>
                  <a:pt x="464029" y="30734"/>
                </a:lnTo>
                <a:lnTo>
                  <a:pt x="464373" y="30702"/>
                </a:lnTo>
                <a:lnTo>
                  <a:pt x="464724" y="30680"/>
                </a:lnTo>
                <a:lnTo>
                  <a:pt x="465081" y="30667"/>
                </a:lnTo>
                <a:lnTo>
                  <a:pt x="465445" y="30662"/>
                </a:lnTo>
                <a:lnTo>
                  <a:pt x="465809" y="30667"/>
                </a:lnTo>
                <a:lnTo>
                  <a:pt x="466165" y="30680"/>
                </a:lnTo>
                <a:lnTo>
                  <a:pt x="466516" y="30703"/>
                </a:lnTo>
                <a:lnTo>
                  <a:pt x="466859" y="30735"/>
                </a:lnTo>
                <a:lnTo>
                  <a:pt x="467195" y="30776"/>
                </a:lnTo>
                <a:lnTo>
                  <a:pt x="467525" y="30826"/>
                </a:lnTo>
                <a:lnTo>
                  <a:pt x="467847" y="30885"/>
                </a:lnTo>
                <a:lnTo>
                  <a:pt x="468163" y="30953"/>
                </a:lnTo>
                <a:lnTo>
                  <a:pt x="468472" y="31030"/>
                </a:lnTo>
                <a:lnTo>
                  <a:pt x="468774" y="31117"/>
                </a:lnTo>
                <a:lnTo>
                  <a:pt x="469069" y="31212"/>
                </a:lnTo>
                <a:lnTo>
                  <a:pt x="469358" y="31317"/>
                </a:lnTo>
                <a:lnTo>
                  <a:pt x="469639" y="31430"/>
                </a:lnTo>
                <a:lnTo>
                  <a:pt x="469914" y="31553"/>
                </a:lnTo>
                <a:lnTo>
                  <a:pt x="470182" y="31684"/>
                </a:lnTo>
                <a:lnTo>
                  <a:pt x="470443" y="31825"/>
                </a:lnTo>
                <a:lnTo>
                  <a:pt x="470697" y="31975"/>
                </a:lnTo>
                <a:lnTo>
                  <a:pt x="470944" y="32134"/>
                </a:lnTo>
                <a:lnTo>
                  <a:pt x="471184" y="32302"/>
                </a:lnTo>
                <a:lnTo>
                  <a:pt x="471418" y="32479"/>
                </a:lnTo>
                <a:lnTo>
                  <a:pt x="471645" y="32666"/>
                </a:lnTo>
                <a:lnTo>
                  <a:pt x="471864" y="32861"/>
                </a:lnTo>
                <a:lnTo>
                  <a:pt x="472077" y="33066"/>
                </a:lnTo>
                <a:lnTo>
                  <a:pt x="472283" y="33279"/>
                </a:lnTo>
                <a:lnTo>
                  <a:pt x="472482" y="33501"/>
                </a:lnTo>
                <a:lnTo>
                  <a:pt x="472672" y="33729"/>
                </a:lnTo>
                <a:lnTo>
                  <a:pt x="472854" y="33965"/>
                </a:lnTo>
                <a:lnTo>
                  <a:pt x="473027" y="34208"/>
                </a:lnTo>
                <a:lnTo>
                  <a:pt x="473192" y="34458"/>
                </a:lnTo>
                <a:lnTo>
                  <a:pt x="473348" y="34716"/>
                </a:lnTo>
                <a:lnTo>
                  <a:pt x="473496" y="34981"/>
                </a:lnTo>
                <a:lnTo>
                  <a:pt x="473635" y="35252"/>
                </a:lnTo>
                <a:lnTo>
                  <a:pt x="473766" y="35531"/>
                </a:lnTo>
                <a:lnTo>
                  <a:pt x="473889" y="35817"/>
                </a:lnTo>
                <a:lnTo>
                  <a:pt x="474003" y="36111"/>
                </a:lnTo>
                <a:lnTo>
                  <a:pt x="474108" y="36411"/>
                </a:lnTo>
                <a:lnTo>
                  <a:pt x="474206" y="36719"/>
                </a:lnTo>
                <a:lnTo>
                  <a:pt x="474294" y="37034"/>
                </a:lnTo>
                <a:lnTo>
                  <a:pt x="474374" y="37356"/>
                </a:lnTo>
                <a:lnTo>
                  <a:pt x="474446" y="37685"/>
                </a:lnTo>
                <a:lnTo>
                  <a:pt x="474510" y="38021"/>
                </a:lnTo>
                <a:lnTo>
                  <a:pt x="474565" y="38365"/>
                </a:lnTo>
                <a:lnTo>
                  <a:pt x="474611" y="38716"/>
                </a:lnTo>
                <a:lnTo>
                  <a:pt x="474649" y="39074"/>
                </a:lnTo>
                <a:lnTo>
                  <a:pt x="474679" y="39439"/>
                </a:lnTo>
                <a:lnTo>
                  <a:pt x="474700" y="39811"/>
                </a:lnTo>
                <a:lnTo>
                  <a:pt x="474712" y="40191"/>
                </a:lnTo>
                <a:lnTo>
                  <a:pt x="474717" y="40577"/>
                </a:lnTo>
                <a:lnTo>
                  <a:pt x="474717" y="53246"/>
                </a:lnTo>
                <a:lnTo>
                  <a:pt x="474712" y="53633"/>
                </a:lnTo>
                <a:lnTo>
                  <a:pt x="474700" y="54012"/>
                </a:lnTo>
                <a:lnTo>
                  <a:pt x="474679" y="54384"/>
                </a:lnTo>
                <a:lnTo>
                  <a:pt x="474649" y="54749"/>
                </a:lnTo>
                <a:lnTo>
                  <a:pt x="474611" y="55107"/>
                </a:lnTo>
                <a:lnTo>
                  <a:pt x="474565" y="55458"/>
                </a:lnTo>
                <a:lnTo>
                  <a:pt x="474510" y="55801"/>
                </a:lnTo>
                <a:lnTo>
                  <a:pt x="474446" y="56138"/>
                </a:lnTo>
                <a:lnTo>
                  <a:pt x="474374" y="56467"/>
                </a:lnTo>
                <a:lnTo>
                  <a:pt x="474294" y="56789"/>
                </a:lnTo>
                <a:lnTo>
                  <a:pt x="474206" y="57104"/>
                </a:lnTo>
                <a:lnTo>
                  <a:pt x="474108" y="57411"/>
                </a:lnTo>
                <a:lnTo>
                  <a:pt x="474003" y="57712"/>
                </a:lnTo>
                <a:lnTo>
                  <a:pt x="473889" y="58005"/>
                </a:lnTo>
                <a:lnTo>
                  <a:pt x="473766" y="58292"/>
                </a:lnTo>
                <a:lnTo>
                  <a:pt x="473635" y="58571"/>
                </a:lnTo>
                <a:lnTo>
                  <a:pt x="473496" y="58842"/>
                </a:lnTo>
                <a:lnTo>
                  <a:pt x="473348" y="59107"/>
                </a:lnTo>
                <a:lnTo>
                  <a:pt x="473192" y="59364"/>
                </a:lnTo>
                <a:lnTo>
                  <a:pt x="473027" y="59615"/>
                </a:lnTo>
                <a:lnTo>
                  <a:pt x="472854" y="59858"/>
                </a:lnTo>
                <a:lnTo>
                  <a:pt x="472672" y="60094"/>
                </a:lnTo>
                <a:lnTo>
                  <a:pt x="472482" y="60323"/>
                </a:lnTo>
                <a:lnTo>
                  <a:pt x="472283" y="60544"/>
                </a:lnTo>
                <a:lnTo>
                  <a:pt x="472077" y="60758"/>
                </a:lnTo>
                <a:lnTo>
                  <a:pt x="471864" y="60962"/>
                </a:lnTo>
                <a:lnTo>
                  <a:pt x="471645" y="61157"/>
                </a:lnTo>
                <a:lnTo>
                  <a:pt x="471418" y="61344"/>
                </a:lnTo>
                <a:lnTo>
                  <a:pt x="471184" y="61521"/>
                </a:lnTo>
                <a:lnTo>
                  <a:pt x="470944" y="61689"/>
                </a:lnTo>
                <a:lnTo>
                  <a:pt x="470697" y="61848"/>
                </a:lnTo>
                <a:lnTo>
                  <a:pt x="470443" y="61997"/>
                </a:lnTo>
                <a:lnTo>
                  <a:pt x="470182" y="62138"/>
                </a:lnTo>
                <a:lnTo>
                  <a:pt x="469914" y="62270"/>
                </a:lnTo>
                <a:lnTo>
                  <a:pt x="469639" y="62392"/>
                </a:lnTo>
                <a:lnTo>
                  <a:pt x="469358" y="62506"/>
                </a:lnTo>
                <a:lnTo>
                  <a:pt x="469069" y="62610"/>
                </a:lnTo>
                <a:lnTo>
                  <a:pt x="468774" y="62706"/>
                </a:lnTo>
                <a:lnTo>
                  <a:pt x="468472" y="62792"/>
                </a:lnTo>
                <a:lnTo>
                  <a:pt x="468163" y="62869"/>
                </a:lnTo>
                <a:lnTo>
                  <a:pt x="467847" y="62937"/>
                </a:lnTo>
                <a:lnTo>
                  <a:pt x="467525" y="62996"/>
                </a:lnTo>
                <a:lnTo>
                  <a:pt x="467195" y="63046"/>
                </a:lnTo>
                <a:lnTo>
                  <a:pt x="466859" y="63087"/>
                </a:lnTo>
                <a:lnTo>
                  <a:pt x="466516" y="63119"/>
                </a:lnTo>
                <a:lnTo>
                  <a:pt x="466165" y="63142"/>
                </a:lnTo>
                <a:lnTo>
                  <a:pt x="465809" y="63155"/>
                </a:lnTo>
                <a:lnTo>
                  <a:pt x="465445" y="63160"/>
                </a:lnTo>
                <a:lnTo>
                  <a:pt x="465081" y="63155"/>
                </a:lnTo>
                <a:lnTo>
                  <a:pt x="464724" y="63142"/>
                </a:lnTo>
                <a:lnTo>
                  <a:pt x="464373" y="63120"/>
                </a:lnTo>
                <a:lnTo>
                  <a:pt x="464029" y="63088"/>
                </a:lnTo>
                <a:lnTo>
                  <a:pt x="463692" y="63048"/>
                </a:lnTo>
                <a:close/>
                <a:moveTo>
                  <a:pt x="733694" y="72157"/>
                </a:moveTo>
                <a:lnTo>
                  <a:pt x="733694" y="40577"/>
                </a:lnTo>
                <a:lnTo>
                  <a:pt x="733698" y="40176"/>
                </a:lnTo>
                <a:lnTo>
                  <a:pt x="733711" y="39782"/>
                </a:lnTo>
                <a:lnTo>
                  <a:pt x="733732" y="39395"/>
                </a:lnTo>
                <a:lnTo>
                  <a:pt x="733762" y="39016"/>
                </a:lnTo>
                <a:lnTo>
                  <a:pt x="733800" y="38645"/>
                </a:lnTo>
                <a:lnTo>
                  <a:pt x="733846" y="38282"/>
                </a:lnTo>
                <a:lnTo>
                  <a:pt x="733901" y="37926"/>
                </a:lnTo>
                <a:lnTo>
                  <a:pt x="733965" y="37578"/>
                </a:lnTo>
                <a:lnTo>
                  <a:pt x="734036" y="37238"/>
                </a:lnTo>
                <a:lnTo>
                  <a:pt x="734117" y="36905"/>
                </a:lnTo>
                <a:lnTo>
                  <a:pt x="734205" y="36580"/>
                </a:lnTo>
                <a:lnTo>
                  <a:pt x="734302" y="36262"/>
                </a:lnTo>
                <a:lnTo>
                  <a:pt x="734408" y="35952"/>
                </a:lnTo>
                <a:lnTo>
                  <a:pt x="734522" y="35650"/>
                </a:lnTo>
                <a:lnTo>
                  <a:pt x="734645" y="35356"/>
                </a:lnTo>
                <a:lnTo>
                  <a:pt x="734776" y="35069"/>
                </a:lnTo>
                <a:lnTo>
                  <a:pt x="734915" y="34789"/>
                </a:lnTo>
                <a:lnTo>
                  <a:pt x="735063" y="34518"/>
                </a:lnTo>
                <a:lnTo>
                  <a:pt x="735219" y="34254"/>
                </a:lnTo>
                <a:lnTo>
                  <a:pt x="735384" y="33998"/>
                </a:lnTo>
                <a:lnTo>
                  <a:pt x="735557" y="33749"/>
                </a:lnTo>
                <a:lnTo>
                  <a:pt x="735739" y="33508"/>
                </a:lnTo>
                <a:lnTo>
                  <a:pt x="735929" y="33275"/>
                </a:lnTo>
                <a:lnTo>
                  <a:pt x="736127" y="33049"/>
                </a:lnTo>
                <a:lnTo>
                  <a:pt x="736334" y="32832"/>
                </a:lnTo>
                <a:lnTo>
                  <a:pt x="736547" y="32624"/>
                </a:lnTo>
                <a:lnTo>
                  <a:pt x="736768" y="32425"/>
                </a:lnTo>
                <a:lnTo>
                  <a:pt x="736996" y="32236"/>
                </a:lnTo>
                <a:lnTo>
                  <a:pt x="737231" y="32055"/>
                </a:lnTo>
                <a:lnTo>
                  <a:pt x="737473" y="31884"/>
                </a:lnTo>
                <a:lnTo>
                  <a:pt x="737722" y="31722"/>
                </a:lnTo>
                <a:lnTo>
                  <a:pt x="737979" y="31570"/>
                </a:lnTo>
                <a:lnTo>
                  <a:pt x="738243" y="31427"/>
                </a:lnTo>
                <a:lnTo>
                  <a:pt x="738514" y="31293"/>
                </a:lnTo>
                <a:lnTo>
                  <a:pt x="738792" y="31168"/>
                </a:lnTo>
                <a:lnTo>
                  <a:pt x="739077" y="31052"/>
                </a:lnTo>
                <a:lnTo>
                  <a:pt x="739369" y="30946"/>
                </a:lnTo>
                <a:lnTo>
                  <a:pt x="739669" y="30849"/>
                </a:lnTo>
                <a:lnTo>
                  <a:pt x="739975" y="30761"/>
                </a:lnTo>
                <a:lnTo>
                  <a:pt x="740289" y="30682"/>
                </a:lnTo>
                <a:lnTo>
                  <a:pt x="740610" y="30613"/>
                </a:lnTo>
                <a:lnTo>
                  <a:pt x="740939" y="30553"/>
                </a:lnTo>
                <a:lnTo>
                  <a:pt x="741274" y="30502"/>
                </a:lnTo>
                <a:lnTo>
                  <a:pt x="741617" y="30460"/>
                </a:lnTo>
                <a:lnTo>
                  <a:pt x="741966" y="30428"/>
                </a:lnTo>
                <a:lnTo>
                  <a:pt x="742323" y="30405"/>
                </a:lnTo>
                <a:lnTo>
                  <a:pt x="742687" y="30391"/>
                </a:lnTo>
                <a:lnTo>
                  <a:pt x="743059" y="30386"/>
                </a:lnTo>
                <a:lnTo>
                  <a:pt x="743423" y="30391"/>
                </a:lnTo>
                <a:lnTo>
                  <a:pt x="743780" y="30405"/>
                </a:lnTo>
                <a:lnTo>
                  <a:pt x="744131" y="30428"/>
                </a:lnTo>
                <a:lnTo>
                  <a:pt x="744475" y="30460"/>
                </a:lnTo>
                <a:lnTo>
                  <a:pt x="744813" y="30502"/>
                </a:lnTo>
                <a:lnTo>
                  <a:pt x="745144" y="30553"/>
                </a:lnTo>
                <a:lnTo>
                  <a:pt x="745469" y="30613"/>
                </a:lnTo>
                <a:lnTo>
                  <a:pt x="745787" y="30682"/>
                </a:lnTo>
                <a:lnTo>
                  <a:pt x="746099" y="30761"/>
                </a:lnTo>
                <a:lnTo>
                  <a:pt x="746404" y="30849"/>
                </a:lnTo>
                <a:lnTo>
                  <a:pt x="746703" y="30946"/>
                </a:lnTo>
                <a:lnTo>
                  <a:pt x="746995" y="31052"/>
                </a:lnTo>
                <a:lnTo>
                  <a:pt x="747280" y="31168"/>
                </a:lnTo>
                <a:lnTo>
                  <a:pt x="747559" y="31293"/>
                </a:lnTo>
                <a:lnTo>
                  <a:pt x="747832" y="31427"/>
                </a:lnTo>
                <a:lnTo>
                  <a:pt x="748098" y="31570"/>
                </a:lnTo>
                <a:lnTo>
                  <a:pt x="748357" y="31722"/>
                </a:lnTo>
                <a:lnTo>
                  <a:pt x="748610" y="31884"/>
                </a:lnTo>
                <a:lnTo>
                  <a:pt x="748856" y="32055"/>
                </a:lnTo>
                <a:lnTo>
                  <a:pt x="749096" y="32236"/>
                </a:lnTo>
                <a:lnTo>
                  <a:pt x="749329" y="32425"/>
                </a:lnTo>
                <a:lnTo>
                  <a:pt x="749556" y="32624"/>
                </a:lnTo>
                <a:lnTo>
                  <a:pt x="749776" y="32832"/>
                </a:lnTo>
                <a:lnTo>
                  <a:pt x="749990" y="33049"/>
                </a:lnTo>
                <a:lnTo>
                  <a:pt x="750196" y="33275"/>
                </a:lnTo>
                <a:lnTo>
                  <a:pt x="750393" y="33508"/>
                </a:lnTo>
                <a:lnTo>
                  <a:pt x="750581" y="33749"/>
                </a:lnTo>
                <a:lnTo>
                  <a:pt x="750761" y="33998"/>
                </a:lnTo>
                <a:lnTo>
                  <a:pt x="750932" y="34254"/>
                </a:lnTo>
                <a:lnTo>
                  <a:pt x="751094" y="34518"/>
                </a:lnTo>
                <a:lnTo>
                  <a:pt x="751248" y="34789"/>
                </a:lnTo>
                <a:lnTo>
                  <a:pt x="751392" y="35069"/>
                </a:lnTo>
                <a:lnTo>
                  <a:pt x="751528" y="35356"/>
                </a:lnTo>
                <a:lnTo>
                  <a:pt x="751655" y="35650"/>
                </a:lnTo>
                <a:lnTo>
                  <a:pt x="751773" y="35952"/>
                </a:lnTo>
                <a:lnTo>
                  <a:pt x="751883" y="36262"/>
                </a:lnTo>
                <a:lnTo>
                  <a:pt x="751984" y="36580"/>
                </a:lnTo>
                <a:lnTo>
                  <a:pt x="752076" y="36905"/>
                </a:lnTo>
                <a:lnTo>
                  <a:pt x="752159" y="37238"/>
                </a:lnTo>
                <a:lnTo>
                  <a:pt x="752234" y="37578"/>
                </a:lnTo>
                <a:lnTo>
                  <a:pt x="752299" y="37926"/>
                </a:lnTo>
                <a:lnTo>
                  <a:pt x="752356" y="38282"/>
                </a:lnTo>
                <a:lnTo>
                  <a:pt x="752404" y="38645"/>
                </a:lnTo>
                <a:lnTo>
                  <a:pt x="752444" y="39016"/>
                </a:lnTo>
                <a:lnTo>
                  <a:pt x="752475" y="39395"/>
                </a:lnTo>
                <a:lnTo>
                  <a:pt x="752497" y="39782"/>
                </a:lnTo>
                <a:lnTo>
                  <a:pt x="752510" y="40176"/>
                </a:lnTo>
                <a:lnTo>
                  <a:pt x="752514" y="40577"/>
                </a:lnTo>
                <a:lnTo>
                  <a:pt x="752514" y="43422"/>
                </a:lnTo>
                <a:lnTo>
                  <a:pt x="764540" y="43422"/>
                </a:lnTo>
                <a:lnTo>
                  <a:pt x="764540" y="39751"/>
                </a:lnTo>
                <a:lnTo>
                  <a:pt x="764532" y="39015"/>
                </a:lnTo>
                <a:lnTo>
                  <a:pt x="764507" y="38293"/>
                </a:lnTo>
                <a:lnTo>
                  <a:pt x="764467" y="37585"/>
                </a:lnTo>
                <a:lnTo>
                  <a:pt x="764410" y="36890"/>
                </a:lnTo>
                <a:lnTo>
                  <a:pt x="764337" y="36208"/>
                </a:lnTo>
                <a:lnTo>
                  <a:pt x="764247" y="35539"/>
                </a:lnTo>
                <a:lnTo>
                  <a:pt x="764142" y="34884"/>
                </a:lnTo>
                <a:lnTo>
                  <a:pt x="764020" y="34243"/>
                </a:lnTo>
                <a:lnTo>
                  <a:pt x="763882" y="33614"/>
                </a:lnTo>
                <a:lnTo>
                  <a:pt x="763727" y="33000"/>
                </a:lnTo>
                <a:lnTo>
                  <a:pt x="763557" y="32398"/>
                </a:lnTo>
                <a:lnTo>
                  <a:pt x="763370" y="31810"/>
                </a:lnTo>
                <a:lnTo>
                  <a:pt x="763166" y="31235"/>
                </a:lnTo>
                <a:lnTo>
                  <a:pt x="762947" y="30674"/>
                </a:lnTo>
                <a:lnTo>
                  <a:pt x="762711" y="30126"/>
                </a:lnTo>
                <a:lnTo>
                  <a:pt x="762459" y="29591"/>
                </a:lnTo>
                <a:lnTo>
                  <a:pt x="762191" y="29070"/>
                </a:lnTo>
                <a:lnTo>
                  <a:pt x="761907" y="28563"/>
                </a:lnTo>
                <a:lnTo>
                  <a:pt x="761606" y="28068"/>
                </a:lnTo>
                <a:lnTo>
                  <a:pt x="761289" y="27587"/>
                </a:lnTo>
                <a:lnTo>
                  <a:pt x="760956" y="27120"/>
                </a:lnTo>
                <a:lnTo>
                  <a:pt x="760606" y="26666"/>
                </a:lnTo>
                <a:lnTo>
                  <a:pt x="760240" y="26225"/>
                </a:lnTo>
                <a:lnTo>
                  <a:pt x="759858" y="25797"/>
                </a:lnTo>
                <a:lnTo>
                  <a:pt x="759462" y="25385"/>
                </a:lnTo>
                <a:lnTo>
                  <a:pt x="759054" y="24991"/>
                </a:lnTo>
                <a:lnTo>
                  <a:pt x="758634" y="24614"/>
                </a:lnTo>
                <a:lnTo>
                  <a:pt x="758201" y="24254"/>
                </a:lnTo>
                <a:lnTo>
                  <a:pt x="757756" y="23912"/>
                </a:lnTo>
                <a:lnTo>
                  <a:pt x="757300" y="23588"/>
                </a:lnTo>
                <a:lnTo>
                  <a:pt x="756831" y="23281"/>
                </a:lnTo>
                <a:lnTo>
                  <a:pt x="756350" y="22992"/>
                </a:lnTo>
                <a:lnTo>
                  <a:pt x="755857" y="22720"/>
                </a:lnTo>
                <a:lnTo>
                  <a:pt x="755351" y="22466"/>
                </a:lnTo>
                <a:lnTo>
                  <a:pt x="754834" y="22229"/>
                </a:lnTo>
                <a:lnTo>
                  <a:pt x="754305" y="22010"/>
                </a:lnTo>
                <a:lnTo>
                  <a:pt x="753763" y="21808"/>
                </a:lnTo>
                <a:lnTo>
                  <a:pt x="753209" y="21624"/>
                </a:lnTo>
                <a:lnTo>
                  <a:pt x="752644" y="21458"/>
                </a:lnTo>
                <a:lnTo>
                  <a:pt x="752066" y="21308"/>
                </a:lnTo>
                <a:lnTo>
                  <a:pt x="751476" y="21177"/>
                </a:lnTo>
                <a:lnTo>
                  <a:pt x="750873" y="21063"/>
                </a:lnTo>
                <a:lnTo>
                  <a:pt x="750259" y="20967"/>
                </a:lnTo>
                <a:lnTo>
                  <a:pt x="749633" y="20888"/>
                </a:lnTo>
                <a:lnTo>
                  <a:pt x="748994" y="20826"/>
                </a:lnTo>
                <a:lnTo>
                  <a:pt x="748344" y="20782"/>
                </a:lnTo>
                <a:lnTo>
                  <a:pt x="747681" y="20756"/>
                </a:lnTo>
                <a:lnTo>
                  <a:pt x="747006" y="20747"/>
                </a:lnTo>
                <a:lnTo>
                  <a:pt x="746415" y="20755"/>
                </a:lnTo>
                <a:lnTo>
                  <a:pt x="745837" y="20776"/>
                </a:lnTo>
                <a:lnTo>
                  <a:pt x="745270" y="20812"/>
                </a:lnTo>
                <a:lnTo>
                  <a:pt x="744716" y="20862"/>
                </a:lnTo>
                <a:lnTo>
                  <a:pt x="744174" y="20927"/>
                </a:lnTo>
                <a:lnTo>
                  <a:pt x="743644" y="21006"/>
                </a:lnTo>
                <a:lnTo>
                  <a:pt x="743126" y="21099"/>
                </a:lnTo>
                <a:lnTo>
                  <a:pt x="742620" y="21206"/>
                </a:lnTo>
                <a:lnTo>
                  <a:pt x="742126" y="21328"/>
                </a:lnTo>
                <a:lnTo>
                  <a:pt x="741644" y="21465"/>
                </a:lnTo>
                <a:lnTo>
                  <a:pt x="741175" y="21615"/>
                </a:lnTo>
                <a:lnTo>
                  <a:pt x="740717" y="21780"/>
                </a:lnTo>
                <a:lnTo>
                  <a:pt x="740272" y="21959"/>
                </a:lnTo>
                <a:lnTo>
                  <a:pt x="739839" y="22153"/>
                </a:lnTo>
                <a:lnTo>
                  <a:pt x="739417" y="22361"/>
                </a:lnTo>
                <a:lnTo>
                  <a:pt x="739008" y="22583"/>
                </a:lnTo>
                <a:lnTo>
                  <a:pt x="738611" y="22820"/>
                </a:lnTo>
                <a:lnTo>
                  <a:pt x="738227" y="23071"/>
                </a:lnTo>
                <a:lnTo>
                  <a:pt x="737854" y="23336"/>
                </a:lnTo>
                <a:lnTo>
                  <a:pt x="737493" y="23616"/>
                </a:lnTo>
                <a:lnTo>
                  <a:pt x="737145" y="23910"/>
                </a:lnTo>
                <a:lnTo>
                  <a:pt x="736809" y="24219"/>
                </a:lnTo>
                <a:lnTo>
                  <a:pt x="736484" y="24541"/>
                </a:lnTo>
                <a:lnTo>
                  <a:pt x="736172" y="24878"/>
                </a:lnTo>
                <a:lnTo>
                  <a:pt x="735873" y="25230"/>
                </a:lnTo>
                <a:lnTo>
                  <a:pt x="735586" y="25595"/>
                </a:lnTo>
                <a:lnTo>
                  <a:pt x="735312" y="25974"/>
                </a:lnTo>
                <a:lnTo>
                  <a:pt x="735050" y="26368"/>
                </a:lnTo>
                <a:lnTo>
                  <a:pt x="734802" y="26775"/>
                </a:lnTo>
                <a:lnTo>
                  <a:pt x="734566" y="27196"/>
                </a:lnTo>
                <a:lnTo>
                  <a:pt x="734343" y="27632"/>
                </a:lnTo>
                <a:lnTo>
                  <a:pt x="734132" y="28081"/>
                </a:lnTo>
                <a:lnTo>
                  <a:pt x="733935" y="28545"/>
                </a:lnTo>
                <a:lnTo>
                  <a:pt x="733750" y="29022"/>
                </a:lnTo>
                <a:lnTo>
                  <a:pt x="733578" y="29514"/>
                </a:lnTo>
                <a:lnTo>
                  <a:pt x="733419" y="30019"/>
                </a:lnTo>
                <a:lnTo>
                  <a:pt x="733272" y="30539"/>
                </a:lnTo>
                <a:lnTo>
                  <a:pt x="733138" y="31073"/>
                </a:lnTo>
                <a:lnTo>
                  <a:pt x="733087" y="31304"/>
                </a:lnTo>
                <a:lnTo>
                  <a:pt x="733053" y="31304"/>
                </a:lnTo>
                <a:lnTo>
                  <a:pt x="733053" y="21665"/>
                </a:lnTo>
                <a:lnTo>
                  <a:pt x="722219" y="21665"/>
                </a:lnTo>
                <a:lnTo>
                  <a:pt x="722219" y="72157"/>
                </a:lnTo>
                <a:lnTo>
                  <a:pt x="733694" y="72157"/>
                </a:lnTo>
                <a:close/>
                <a:moveTo>
                  <a:pt x="629520" y="40383"/>
                </a:moveTo>
                <a:lnTo>
                  <a:pt x="629558" y="40162"/>
                </a:lnTo>
                <a:lnTo>
                  <a:pt x="629595" y="39938"/>
                </a:lnTo>
                <a:lnTo>
                  <a:pt x="629633" y="39713"/>
                </a:lnTo>
                <a:lnTo>
                  <a:pt x="629670" y="39485"/>
                </a:lnTo>
                <a:lnTo>
                  <a:pt x="629707" y="39255"/>
                </a:lnTo>
                <a:lnTo>
                  <a:pt x="629744" y="39024"/>
                </a:lnTo>
                <a:lnTo>
                  <a:pt x="629780" y="38790"/>
                </a:lnTo>
                <a:lnTo>
                  <a:pt x="629817" y="38554"/>
                </a:lnTo>
                <a:lnTo>
                  <a:pt x="629853" y="38316"/>
                </a:lnTo>
                <a:lnTo>
                  <a:pt x="629890" y="38076"/>
                </a:lnTo>
                <a:lnTo>
                  <a:pt x="629926" y="37833"/>
                </a:lnTo>
                <a:lnTo>
                  <a:pt x="629962" y="37589"/>
                </a:lnTo>
                <a:lnTo>
                  <a:pt x="629997" y="37343"/>
                </a:lnTo>
                <a:lnTo>
                  <a:pt x="630033" y="37094"/>
                </a:lnTo>
                <a:lnTo>
                  <a:pt x="630068" y="36844"/>
                </a:lnTo>
                <a:lnTo>
                  <a:pt x="630104" y="36591"/>
                </a:lnTo>
                <a:lnTo>
                  <a:pt x="630139" y="36337"/>
                </a:lnTo>
                <a:lnTo>
                  <a:pt x="630174" y="36080"/>
                </a:lnTo>
                <a:lnTo>
                  <a:pt x="630209" y="35821"/>
                </a:lnTo>
                <a:lnTo>
                  <a:pt x="630243" y="35561"/>
                </a:lnTo>
                <a:lnTo>
                  <a:pt x="630278" y="35298"/>
                </a:lnTo>
                <a:lnTo>
                  <a:pt x="630312" y="35036"/>
                </a:lnTo>
                <a:lnTo>
                  <a:pt x="630346" y="34778"/>
                </a:lnTo>
                <a:lnTo>
                  <a:pt x="630379" y="34524"/>
                </a:lnTo>
                <a:lnTo>
                  <a:pt x="630412" y="34274"/>
                </a:lnTo>
                <a:lnTo>
                  <a:pt x="630444" y="34028"/>
                </a:lnTo>
                <a:lnTo>
                  <a:pt x="630476" y="33786"/>
                </a:lnTo>
                <a:lnTo>
                  <a:pt x="630507" y="33548"/>
                </a:lnTo>
                <a:lnTo>
                  <a:pt x="630538" y="33314"/>
                </a:lnTo>
                <a:lnTo>
                  <a:pt x="630568" y="33084"/>
                </a:lnTo>
                <a:lnTo>
                  <a:pt x="630598" y="32858"/>
                </a:lnTo>
                <a:lnTo>
                  <a:pt x="630628" y="32636"/>
                </a:lnTo>
                <a:lnTo>
                  <a:pt x="630657" y="32418"/>
                </a:lnTo>
                <a:lnTo>
                  <a:pt x="630685" y="32203"/>
                </a:lnTo>
                <a:lnTo>
                  <a:pt x="630713" y="31993"/>
                </a:lnTo>
                <a:lnTo>
                  <a:pt x="630741" y="31787"/>
                </a:lnTo>
                <a:lnTo>
                  <a:pt x="630768" y="31585"/>
                </a:lnTo>
                <a:lnTo>
                  <a:pt x="630794" y="31387"/>
                </a:lnTo>
                <a:lnTo>
                  <a:pt x="630820" y="31193"/>
                </a:lnTo>
                <a:lnTo>
                  <a:pt x="630846" y="31003"/>
                </a:lnTo>
                <a:lnTo>
                  <a:pt x="630871" y="30817"/>
                </a:lnTo>
                <a:lnTo>
                  <a:pt x="630896" y="30634"/>
                </a:lnTo>
                <a:lnTo>
                  <a:pt x="630920" y="30456"/>
                </a:lnTo>
                <a:lnTo>
                  <a:pt x="630944" y="30282"/>
                </a:lnTo>
                <a:lnTo>
                  <a:pt x="630967" y="30112"/>
                </a:lnTo>
                <a:lnTo>
                  <a:pt x="630990" y="30282"/>
                </a:lnTo>
                <a:lnTo>
                  <a:pt x="631014" y="30456"/>
                </a:lnTo>
                <a:lnTo>
                  <a:pt x="631039" y="30634"/>
                </a:lnTo>
                <a:lnTo>
                  <a:pt x="631064" y="30817"/>
                </a:lnTo>
                <a:lnTo>
                  <a:pt x="631089" y="31003"/>
                </a:lnTo>
                <a:lnTo>
                  <a:pt x="631116" y="31193"/>
                </a:lnTo>
                <a:lnTo>
                  <a:pt x="631143" y="31387"/>
                </a:lnTo>
                <a:lnTo>
                  <a:pt x="631171" y="31585"/>
                </a:lnTo>
                <a:lnTo>
                  <a:pt x="631199" y="31787"/>
                </a:lnTo>
                <a:lnTo>
                  <a:pt x="631228" y="31993"/>
                </a:lnTo>
                <a:lnTo>
                  <a:pt x="631258" y="32203"/>
                </a:lnTo>
                <a:lnTo>
                  <a:pt x="631288" y="32418"/>
                </a:lnTo>
                <a:lnTo>
                  <a:pt x="631319" y="32636"/>
                </a:lnTo>
                <a:lnTo>
                  <a:pt x="631350" y="32858"/>
                </a:lnTo>
                <a:lnTo>
                  <a:pt x="631382" y="33084"/>
                </a:lnTo>
                <a:lnTo>
                  <a:pt x="631415" y="33314"/>
                </a:lnTo>
                <a:lnTo>
                  <a:pt x="631449" y="33548"/>
                </a:lnTo>
                <a:lnTo>
                  <a:pt x="631483" y="33786"/>
                </a:lnTo>
                <a:lnTo>
                  <a:pt x="631518" y="34028"/>
                </a:lnTo>
                <a:lnTo>
                  <a:pt x="631553" y="34274"/>
                </a:lnTo>
                <a:lnTo>
                  <a:pt x="631589" y="34524"/>
                </a:lnTo>
                <a:lnTo>
                  <a:pt x="631626" y="34778"/>
                </a:lnTo>
                <a:lnTo>
                  <a:pt x="631663" y="35036"/>
                </a:lnTo>
                <a:lnTo>
                  <a:pt x="631701" y="35298"/>
                </a:lnTo>
                <a:lnTo>
                  <a:pt x="631739" y="35561"/>
                </a:lnTo>
                <a:lnTo>
                  <a:pt x="631777" y="35821"/>
                </a:lnTo>
                <a:lnTo>
                  <a:pt x="631814" y="36080"/>
                </a:lnTo>
                <a:lnTo>
                  <a:pt x="631852" y="36337"/>
                </a:lnTo>
                <a:lnTo>
                  <a:pt x="631888" y="36591"/>
                </a:lnTo>
                <a:lnTo>
                  <a:pt x="631925" y="36844"/>
                </a:lnTo>
                <a:lnTo>
                  <a:pt x="631961" y="37094"/>
                </a:lnTo>
                <a:lnTo>
                  <a:pt x="631997" y="37343"/>
                </a:lnTo>
                <a:lnTo>
                  <a:pt x="632033" y="37589"/>
                </a:lnTo>
                <a:lnTo>
                  <a:pt x="632068" y="37833"/>
                </a:lnTo>
                <a:lnTo>
                  <a:pt x="632103" y="38076"/>
                </a:lnTo>
                <a:lnTo>
                  <a:pt x="632137" y="38316"/>
                </a:lnTo>
                <a:lnTo>
                  <a:pt x="632172" y="38554"/>
                </a:lnTo>
                <a:lnTo>
                  <a:pt x="632206" y="38790"/>
                </a:lnTo>
                <a:lnTo>
                  <a:pt x="632239" y="39024"/>
                </a:lnTo>
                <a:lnTo>
                  <a:pt x="632273" y="39255"/>
                </a:lnTo>
                <a:lnTo>
                  <a:pt x="632306" y="39485"/>
                </a:lnTo>
                <a:lnTo>
                  <a:pt x="632338" y="39713"/>
                </a:lnTo>
                <a:lnTo>
                  <a:pt x="632371" y="39938"/>
                </a:lnTo>
                <a:lnTo>
                  <a:pt x="632403" y="40162"/>
                </a:lnTo>
                <a:lnTo>
                  <a:pt x="632434" y="40383"/>
                </a:lnTo>
                <a:lnTo>
                  <a:pt x="632466" y="40603"/>
                </a:lnTo>
                <a:lnTo>
                  <a:pt x="632497" y="40820"/>
                </a:lnTo>
                <a:lnTo>
                  <a:pt x="632528" y="41035"/>
                </a:lnTo>
                <a:lnTo>
                  <a:pt x="636934" y="72157"/>
                </a:lnTo>
                <a:lnTo>
                  <a:pt x="648777" y="72157"/>
                </a:lnTo>
                <a:lnTo>
                  <a:pt x="656672" y="21665"/>
                </a:lnTo>
                <a:lnTo>
                  <a:pt x="647491" y="21665"/>
                </a:lnTo>
                <a:lnTo>
                  <a:pt x="642993" y="52603"/>
                </a:lnTo>
                <a:lnTo>
                  <a:pt x="642970" y="52819"/>
                </a:lnTo>
                <a:lnTo>
                  <a:pt x="642946" y="53036"/>
                </a:lnTo>
                <a:lnTo>
                  <a:pt x="642922" y="53257"/>
                </a:lnTo>
                <a:lnTo>
                  <a:pt x="642897" y="53479"/>
                </a:lnTo>
                <a:lnTo>
                  <a:pt x="642872" y="53704"/>
                </a:lnTo>
                <a:lnTo>
                  <a:pt x="642846" y="53932"/>
                </a:lnTo>
                <a:lnTo>
                  <a:pt x="642820" y="54161"/>
                </a:lnTo>
                <a:lnTo>
                  <a:pt x="642794" y="54393"/>
                </a:lnTo>
                <a:lnTo>
                  <a:pt x="642767" y="54628"/>
                </a:lnTo>
                <a:lnTo>
                  <a:pt x="642739" y="54865"/>
                </a:lnTo>
                <a:lnTo>
                  <a:pt x="642711" y="55104"/>
                </a:lnTo>
                <a:lnTo>
                  <a:pt x="642683" y="55346"/>
                </a:lnTo>
                <a:lnTo>
                  <a:pt x="642654" y="55590"/>
                </a:lnTo>
                <a:lnTo>
                  <a:pt x="642624" y="55837"/>
                </a:lnTo>
                <a:lnTo>
                  <a:pt x="642594" y="56086"/>
                </a:lnTo>
                <a:lnTo>
                  <a:pt x="642564" y="56337"/>
                </a:lnTo>
                <a:lnTo>
                  <a:pt x="642533" y="56591"/>
                </a:lnTo>
                <a:lnTo>
                  <a:pt x="642502" y="56847"/>
                </a:lnTo>
                <a:lnTo>
                  <a:pt x="642470" y="57105"/>
                </a:lnTo>
                <a:lnTo>
                  <a:pt x="642438" y="57366"/>
                </a:lnTo>
                <a:lnTo>
                  <a:pt x="642405" y="57629"/>
                </a:lnTo>
                <a:lnTo>
                  <a:pt x="642372" y="57895"/>
                </a:lnTo>
                <a:lnTo>
                  <a:pt x="642338" y="58163"/>
                </a:lnTo>
                <a:lnTo>
                  <a:pt x="642304" y="58433"/>
                </a:lnTo>
                <a:lnTo>
                  <a:pt x="642270" y="58703"/>
                </a:lnTo>
                <a:lnTo>
                  <a:pt x="642237" y="58969"/>
                </a:lnTo>
                <a:lnTo>
                  <a:pt x="642204" y="59231"/>
                </a:lnTo>
                <a:lnTo>
                  <a:pt x="642173" y="59490"/>
                </a:lnTo>
                <a:lnTo>
                  <a:pt x="642142" y="59745"/>
                </a:lnTo>
                <a:lnTo>
                  <a:pt x="642112" y="59997"/>
                </a:lnTo>
                <a:lnTo>
                  <a:pt x="642083" y="60244"/>
                </a:lnTo>
                <a:lnTo>
                  <a:pt x="642055" y="60488"/>
                </a:lnTo>
                <a:lnTo>
                  <a:pt x="642027" y="60729"/>
                </a:lnTo>
                <a:lnTo>
                  <a:pt x="642000" y="60965"/>
                </a:lnTo>
                <a:lnTo>
                  <a:pt x="641974" y="61199"/>
                </a:lnTo>
                <a:lnTo>
                  <a:pt x="641949" y="61428"/>
                </a:lnTo>
                <a:lnTo>
                  <a:pt x="641925" y="61654"/>
                </a:lnTo>
                <a:lnTo>
                  <a:pt x="641901" y="61876"/>
                </a:lnTo>
                <a:lnTo>
                  <a:pt x="641878" y="62094"/>
                </a:lnTo>
                <a:lnTo>
                  <a:pt x="641856" y="62309"/>
                </a:lnTo>
                <a:lnTo>
                  <a:pt x="641835" y="62520"/>
                </a:lnTo>
                <a:lnTo>
                  <a:pt x="641814" y="62727"/>
                </a:lnTo>
                <a:lnTo>
                  <a:pt x="641795" y="62931"/>
                </a:lnTo>
                <a:lnTo>
                  <a:pt x="641776" y="63131"/>
                </a:lnTo>
                <a:lnTo>
                  <a:pt x="641758" y="63328"/>
                </a:lnTo>
                <a:lnTo>
                  <a:pt x="641741" y="63521"/>
                </a:lnTo>
                <a:lnTo>
                  <a:pt x="641724" y="63710"/>
                </a:lnTo>
                <a:lnTo>
                  <a:pt x="641708" y="63895"/>
                </a:lnTo>
                <a:lnTo>
                  <a:pt x="641685" y="63717"/>
                </a:lnTo>
                <a:lnTo>
                  <a:pt x="641661" y="63535"/>
                </a:lnTo>
                <a:lnTo>
                  <a:pt x="641637" y="63349"/>
                </a:lnTo>
                <a:lnTo>
                  <a:pt x="641611" y="63159"/>
                </a:lnTo>
                <a:lnTo>
                  <a:pt x="641585" y="62965"/>
                </a:lnTo>
                <a:lnTo>
                  <a:pt x="641559" y="62767"/>
                </a:lnTo>
                <a:lnTo>
                  <a:pt x="641532" y="62565"/>
                </a:lnTo>
                <a:lnTo>
                  <a:pt x="641504" y="62360"/>
                </a:lnTo>
                <a:lnTo>
                  <a:pt x="641476" y="62150"/>
                </a:lnTo>
                <a:lnTo>
                  <a:pt x="641447" y="61936"/>
                </a:lnTo>
                <a:lnTo>
                  <a:pt x="641417" y="61718"/>
                </a:lnTo>
                <a:lnTo>
                  <a:pt x="641387" y="61496"/>
                </a:lnTo>
                <a:lnTo>
                  <a:pt x="641356" y="61270"/>
                </a:lnTo>
                <a:lnTo>
                  <a:pt x="641324" y="61041"/>
                </a:lnTo>
                <a:lnTo>
                  <a:pt x="641292" y="60807"/>
                </a:lnTo>
                <a:lnTo>
                  <a:pt x="641259" y="60569"/>
                </a:lnTo>
                <a:lnTo>
                  <a:pt x="641225" y="60328"/>
                </a:lnTo>
                <a:lnTo>
                  <a:pt x="641191" y="60082"/>
                </a:lnTo>
                <a:lnTo>
                  <a:pt x="641156" y="59832"/>
                </a:lnTo>
                <a:lnTo>
                  <a:pt x="641121" y="59579"/>
                </a:lnTo>
                <a:lnTo>
                  <a:pt x="641085" y="59321"/>
                </a:lnTo>
                <a:lnTo>
                  <a:pt x="641048" y="59060"/>
                </a:lnTo>
                <a:lnTo>
                  <a:pt x="641011" y="58794"/>
                </a:lnTo>
                <a:lnTo>
                  <a:pt x="640973" y="58524"/>
                </a:lnTo>
                <a:lnTo>
                  <a:pt x="640935" y="58254"/>
                </a:lnTo>
                <a:lnTo>
                  <a:pt x="640897" y="57985"/>
                </a:lnTo>
                <a:lnTo>
                  <a:pt x="640860" y="57719"/>
                </a:lnTo>
                <a:lnTo>
                  <a:pt x="640823" y="57454"/>
                </a:lnTo>
                <a:lnTo>
                  <a:pt x="640786" y="57192"/>
                </a:lnTo>
                <a:lnTo>
                  <a:pt x="640750" y="56932"/>
                </a:lnTo>
                <a:lnTo>
                  <a:pt x="640713" y="56674"/>
                </a:lnTo>
                <a:lnTo>
                  <a:pt x="640678" y="56418"/>
                </a:lnTo>
                <a:lnTo>
                  <a:pt x="640642" y="56164"/>
                </a:lnTo>
                <a:lnTo>
                  <a:pt x="640607" y="55912"/>
                </a:lnTo>
                <a:lnTo>
                  <a:pt x="640572" y="55662"/>
                </a:lnTo>
                <a:lnTo>
                  <a:pt x="640537" y="55414"/>
                </a:lnTo>
                <a:lnTo>
                  <a:pt x="640503" y="55169"/>
                </a:lnTo>
                <a:lnTo>
                  <a:pt x="640469" y="54925"/>
                </a:lnTo>
                <a:lnTo>
                  <a:pt x="640435" y="54683"/>
                </a:lnTo>
                <a:lnTo>
                  <a:pt x="640402" y="54444"/>
                </a:lnTo>
                <a:lnTo>
                  <a:pt x="640369" y="54207"/>
                </a:lnTo>
                <a:lnTo>
                  <a:pt x="640336" y="53971"/>
                </a:lnTo>
                <a:lnTo>
                  <a:pt x="640304" y="53738"/>
                </a:lnTo>
                <a:lnTo>
                  <a:pt x="640272" y="53507"/>
                </a:lnTo>
                <a:lnTo>
                  <a:pt x="640240" y="53278"/>
                </a:lnTo>
                <a:lnTo>
                  <a:pt x="640209" y="53051"/>
                </a:lnTo>
                <a:lnTo>
                  <a:pt x="640177" y="52826"/>
                </a:lnTo>
                <a:lnTo>
                  <a:pt x="640147" y="52603"/>
                </a:lnTo>
                <a:lnTo>
                  <a:pt x="635465" y="21665"/>
                </a:lnTo>
                <a:lnTo>
                  <a:pt x="626560" y="21665"/>
                </a:lnTo>
                <a:lnTo>
                  <a:pt x="621786" y="52603"/>
                </a:lnTo>
                <a:lnTo>
                  <a:pt x="621755" y="52826"/>
                </a:lnTo>
                <a:lnTo>
                  <a:pt x="621724" y="53051"/>
                </a:lnTo>
                <a:lnTo>
                  <a:pt x="621693" y="53277"/>
                </a:lnTo>
                <a:lnTo>
                  <a:pt x="621661" y="53506"/>
                </a:lnTo>
                <a:lnTo>
                  <a:pt x="621629" y="53736"/>
                </a:lnTo>
                <a:lnTo>
                  <a:pt x="621597" y="53968"/>
                </a:lnTo>
                <a:lnTo>
                  <a:pt x="621564" y="54203"/>
                </a:lnTo>
                <a:lnTo>
                  <a:pt x="621531" y="54439"/>
                </a:lnTo>
                <a:lnTo>
                  <a:pt x="621498" y="54677"/>
                </a:lnTo>
                <a:lnTo>
                  <a:pt x="621464" y="54917"/>
                </a:lnTo>
                <a:lnTo>
                  <a:pt x="621430" y="55159"/>
                </a:lnTo>
                <a:lnTo>
                  <a:pt x="621396" y="55403"/>
                </a:lnTo>
                <a:lnTo>
                  <a:pt x="621361" y="55648"/>
                </a:lnTo>
                <a:lnTo>
                  <a:pt x="621326" y="55896"/>
                </a:lnTo>
                <a:lnTo>
                  <a:pt x="621291" y="56146"/>
                </a:lnTo>
                <a:lnTo>
                  <a:pt x="621256" y="56397"/>
                </a:lnTo>
                <a:lnTo>
                  <a:pt x="621220" y="56651"/>
                </a:lnTo>
                <a:lnTo>
                  <a:pt x="621184" y="56906"/>
                </a:lnTo>
                <a:lnTo>
                  <a:pt x="621147" y="57163"/>
                </a:lnTo>
                <a:lnTo>
                  <a:pt x="621110" y="57422"/>
                </a:lnTo>
                <a:lnTo>
                  <a:pt x="621073" y="57683"/>
                </a:lnTo>
                <a:lnTo>
                  <a:pt x="621036" y="57946"/>
                </a:lnTo>
                <a:lnTo>
                  <a:pt x="620998" y="58211"/>
                </a:lnTo>
                <a:lnTo>
                  <a:pt x="620960" y="58478"/>
                </a:lnTo>
                <a:lnTo>
                  <a:pt x="620922" y="58744"/>
                </a:lnTo>
                <a:lnTo>
                  <a:pt x="620885" y="59006"/>
                </a:lnTo>
                <a:lnTo>
                  <a:pt x="620848" y="59264"/>
                </a:lnTo>
                <a:lnTo>
                  <a:pt x="620812" y="59519"/>
                </a:lnTo>
                <a:lnTo>
                  <a:pt x="620777" y="59769"/>
                </a:lnTo>
                <a:lnTo>
                  <a:pt x="620742" y="60016"/>
                </a:lnTo>
                <a:lnTo>
                  <a:pt x="620708" y="60259"/>
                </a:lnTo>
                <a:lnTo>
                  <a:pt x="620674" y="60498"/>
                </a:lnTo>
                <a:lnTo>
                  <a:pt x="620642" y="60733"/>
                </a:lnTo>
                <a:lnTo>
                  <a:pt x="620610" y="60965"/>
                </a:lnTo>
                <a:lnTo>
                  <a:pt x="620578" y="61192"/>
                </a:lnTo>
                <a:lnTo>
                  <a:pt x="620547" y="61416"/>
                </a:lnTo>
                <a:lnTo>
                  <a:pt x="620517" y="61636"/>
                </a:lnTo>
                <a:lnTo>
                  <a:pt x="620487" y="61852"/>
                </a:lnTo>
                <a:lnTo>
                  <a:pt x="620458" y="62064"/>
                </a:lnTo>
                <a:lnTo>
                  <a:pt x="620430" y="62273"/>
                </a:lnTo>
                <a:lnTo>
                  <a:pt x="620402" y="62477"/>
                </a:lnTo>
                <a:lnTo>
                  <a:pt x="620375" y="62678"/>
                </a:lnTo>
                <a:lnTo>
                  <a:pt x="620348" y="62875"/>
                </a:lnTo>
                <a:lnTo>
                  <a:pt x="620323" y="63068"/>
                </a:lnTo>
                <a:lnTo>
                  <a:pt x="620297" y="63258"/>
                </a:lnTo>
                <a:lnTo>
                  <a:pt x="620273" y="63443"/>
                </a:lnTo>
                <a:lnTo>
                  <a:pt x="620249" y="63625"/>
                </a:lnTo>
                <a:lnTo>
                  <a:pt x="620226" y="63803"/>
                </a:lnTo>
                <a:lnTo>
                  <a:pt x="620210" y="63625"/>
                </a:lnTo>
                <a:lnTo>
                  <a:pt x="620194" y="63443"/>
                </a:lnTo>
                <a:lnTo>
                  <a:pt x="620178" y="63258"/>
                </a:lnTo>
                <a:lnTo>
                  <a:pt x="620161" y="63068"/>
                </a:lnTo>
                <a:lnTo>
                  <a:pt x="620143" y="62875"/>
                </a:lnTo>
                <a:lnTo>
                  <a:pt x="620125" y="62678"/>
                </a:lnTo>
                <a:lnTo>
                  <a:pt x="620107" y="62477"/>
                </a:lnTo>
                <a:lnTo>
                  <a:pt x="620088" y="62273"/>
                </a:lnTo>
                <a:lnTo>
                  <a:pt x="620068" y="62064"/>
                </a:lnTo>
                <a:lnTo>
                  <a:pt x="620049" y="61852"/>
                </a:lnTo>
                <a:lnTo>
                  <a:pt x="620028" y="61636"/>
                </a:lnTo>
                <a:lnTo>
                  <a:pt x="620007" y="61416"/>
                </a:lnTo>
                <a:lnTo>
                  <a:pt x="619986" y="61192"/>
                </a:lnTo>
                <a:lnTo>
                  <a:pt x="619964" y="60965"/>
                </a:lnTo>
                <a:lnTo>
                  <a:pt x="619942" y="60733"/>
                </a:lnTo>
                <a:lnTo>
                  <a:pt x="619919" y="60498"/>
                </a:lnTo>
                <a:lnTo>
                  <a:pt x="619896" y="60259"/>
                </a:lnTo>
                <a:lnTo>
                  <a:pt x="619872" y="60016"/>
                </a:lnTo>
                <a:lnTo>
                  <a:pt x="619848" y="59769"/>
                </a:lnTo>
                <a:lnTo>
                  <a:pt x="619823" y="59519"/>
                </a:lnTo>
                <a:lnTo>
                  <a:pt x="619798" y="59264"/>
                </a:lnTo>
                <a:lnTo>
                  <a:pt x="619773" y="59006"/>
                </a:lnTo>
                <a:lnTo>
                  <a:pt x="619747" y="58744"/>
                </a:lnTo>
                <a:lnTo>
                  <a:pt x="619720" y="58478"/>
                </a:lnTo>
                <a:lnTo>
                  <a:pt x="619693" y="58211"/>
                </a:lnTo>
                <a:lnTo>
                  <a:pt x="619666" y="57946"/>
                </a:lnTo>
                <a:lnTo>
                  <a:pt x="619639" y="57683"/>
                </a:lnTo>
                <a:lnTo>
                  <a:pt x="619612" y="57422"/>
                </a:lnTo>
                <a:lnTo>
                  <a:pt x="619584" y="57163"/>
                </a:lnTo>
                <a:lnTo>
                  <a:pt x="619557" y="56906"/>
                </a:lnTo>
                <a:lnTo>
                  <a:pt x="619529" y="56651"/>
                </a:lnTo>
                <a:lnTo>
                  <a:pt x="619501" y="56397"/>
                </a:lnTo>
                <a:lnTo>
                  <a:pt x="619473" y="56146"/>
                </a:lnTo>
                <a:lnTo>
                  <a:pt x="619445" y="55896"/>
                </a:lnTo>
                <a:lnTo>
                  <a:pt x="619416" y="55648"/>
                </a:lnTo>
                <a:lnTo>
                  <a:pt x="619388" y="55403"/>
                </a:lnTo>
                <a:lnTo>
                  <a:pt x="619359" y="55159"/>
                </a:lnTo>
                <a:lnTo>
                  <a:pt x="619330" y="54917"/>
                </a:lnTo>
                <a:lnTo>
                  <a:pt x="619301" y="54677"/>
                </a:lnTo>
                <a:lnTo>
                  <a:pt x="619272" y="54439"/>
                </a:lnTo>
                <a:lnTo>
                  <a:pt x="619242" y="54203"/>
                </a:lnTo>
                <a:lnTo>
                  <a:pt x="619213" y="53968"/>
                </a:lnTo>
                <a:lnTo>
                  <a:pt x="619183" y="53736"/>
                </a:lnTo>
                <a:lnTo>
                  <a:pt x="619153" y="53506"/>
                </a:lnTo>
                <a:lnTo>
                  <a:pt x="619123" y="53277"/>
                </a:lnTo>
                <a:lnTo>
                  <a:pt x="619093" y="53051"/>
                </a:lnTo>
                <a:lnTo>
                  <a:pt x="619063" y="52826"/>
                </a:lnTo>
                <a:lnTo>
                  <a:pt x="619032" y="52603"/>
                </a:lnTo>
                <a:lnTo>
                  <a:pt x="614809" y="21665"/>
                </a:lnTo>
                <a:lnTo>
                  <a:pt x="605262" y="21665"/>
                </a:lnTo>
                <a:lnTo>
                  <a:pt x="612974" y="72157"/>
                </a:lnTo>
                <a:lnTo>
                  <a:pt x="624816" y="72157"/>
                </a:lnTo>
                <a:lnTo>
                  <a:pt x="629407" y="41035"/>
                </a:lnTo>
                <a:lnTo>
                  <a:pt x="629445" y="40820"/>
                </a:lnTo>
                <a:lnTo>
                  <a:pt x="629483" y="40603"/>
                </a:lnTo>
                <a:lnTo>
                  <a:pt x="629520" y="40383"/>
                </a:lnTo>
                <a:close/>
                <a:moveTo>
                  <a:pt x="579237" y="72905"/>
                </a:moveTo>
                <a:lnTo>
                  <a:pt x="579864" y="72831"/>
                </a:lnTo>
                <a:lnTo>
                  <a:pt x="580482" y="72743"/>
                </a:lnTo>
                <a:lnTo>
                  <a:pt x="581092" y="72641"/>
                </a:lnTo>
                <a:lnTo>
                  <a:pt x="581693" y="72526"/>
                </a:lnTo>
                <a:lnTo>
                  <a:pt x="582286" y="72397"/>
                </a:lnTo>
                <a:lnTo>
                  <a:pt x="582871" y="72255"/>
                </a:lnTo>
                <a:lnTo>
                  <a:pt x="583447" y="72099"/>
                </a:lnTo>
                <a:lnTo>
                  <a:pt x="584015" y="71930"/>
                </a:lnTo>
                <a:lnTo>
                  <a:pt x="584574" y="71747"/>
                </a:lnTo>
                <a:lnTo>
                  <a:pt x="585125" y="71551"/>
                </a:lnTo>
                <a:lnTo>
                  <a:pt x="585667" y="71341"/>
                </a:lnTo>
                <a:lnTo>
                  <a:pt x="586201" y="71117"/>
                </a:lnTo>
                <a:lnTo>
                  <a:pt x="586726" y="70880"/>
                </a:lnTo>
                <a:lnTo>
                  <a:pt x="587243" y="70630"/>
                </a:lnTo>
                <a:lnTo>
                  <a:pt x="587752" y="70365"/>
                </a:lnTo>
                <a:lnTo>
                  <a:pt x="588252" y="70088"/>
                </a:lnTo>
                <a:lnTo>
                  <a:pt x="588743" y="69797"/>
                </a:lnTo>
                <a:lnTo>
                  <a:pt x="589226" y="69492"/>
                </a:lnTo>
                <a:lnTo>
                  <a:pt x="589701" y="69173"/>
                </a:lnTo>
                <a:lnTo>
                  <a:pt x="590164" y="68844"/>
                </a:lnTo>
                <a:lnTo>
                  <a:pt x="590611" y="68505"/>
                </a:lnTo>
                <a:lnTo>
                  <a:pt x="591044" y="68157"/>
                </a:lnTo>
                <a:lnTo>
                  <a:pt x="591462" y="67800"/>
                </a:lnTo>
                <a:lnTo>
                  <a:pt x="591864" y="67434"/>
                </a:lnTo>
                <a:lnTo>
                  <a:pt x="592251" y="67059"/>
                </a:lnTo>
                <a:lnTo>
                  <a:pt x="592623" y="66675"/>
                </a:lnTo>
                <a:lnTo>
                  <a:pt x="592980" y="66282"/>
                </a:lnTo>
                <a:lnTo>
                  <a:pt x="593322" y="65879"/>
                </a:lnTo>
                <a:lnTo>
                  <a:pt x="593648" y="65468"/>
                </a:lnTo>
                <a:lnTo>
                  <a:pt x="593960" y="65048"/>
                </a:lnTo>
                <a:lnTo>
                  <a:pt x="594256" y="64618"/>
                </a:lnTo>
                <a:lnTo>
                  <a:pt x="594538" y="64179"/>
                </a:lnTo>
                <a:lnTo>
                  <a:pt x="594804" y="63732"/>
                </a:lnTo>
                <a:lnTo>
                  <a:pt x="595055" y="63275"/>
                </a:lnTo>
                <a:lnTo>
                  <a:pt x="595290" y="62809"/>
                </a:lnTo>
                <a:lnTo>
                  <a:pt x="595511" y="62334"/>
                </a:lnTo>
                <a:lnTo>
                  <a:pt x="595717" y="61850"/>
                </a:lnTo>
                <a:lnTo>
                  <a:pt x="595907" y="61356"/>
                </a:lnTo>
                <a:lnTo>
                  <a:pt x="596082" y="60854"/>
                </a:lnTo>
                <a:lnTo>
                  <a:pt x="596243" y="60343"/>
                </a:lnTo>
                <a:lnTo>
                  <a:pt x="596388" y="59822"/>
                </a:lnTo>
                <a:lnTo>
                  <a:pt x="596517" y="59293"/>
                </a:lnTo>
                <a:lnTo>
                  <a:pt x="596632" y="58754"/>
                </a:lnTo>
                <a:lnTo>
                  <a:pt x="585340" y="58754"/>
                </a:lnTo>
                <a:lnTo>
                  <a:pt x="585284" y="58966"/>
                </a:lnTo>
                <a:lnTo>
                  <a:pt x="585221" y="59174"/>
                </a:lnTo>
                <a:lnTo>
                  <a:pt x="585152" y="59377"/>
                </a:lnTo>
                <a:lnTo>
                  <a:pt x="585077" y="59577"/>
                </a:lnTo>
                <a:lnTo>
                  <a:pt x="584997" y="59771"/>
                </a:lnTo>
                <a:lnTo>
                  <a:pt x="584910" y="59962"/>
                </a:lnTo>
                <a:lnTo>
                  <a:pt x="584817" y="60148"/>
                </a:lnTo>
                <a:lnTo>
                  <a:pt x="584718" y="60330"/>
                </a:lnTo>
                <a:lnTo>
                  <a:pt x="584613" y="60508"/>
                </a:lnTo>
                <a:lnTo>
                  <a:pt x="584502" y="60681"/>
                </a:lnTo>
                <a:lnTo>
                  <a:pt x="584384" y="60850"/>
                </a:lnTo>
                <a:lnTo>
                  <a:pt x="584261" y="61015"/>
                </a:lnTo>
                <a:lnTo>
                  <a:pt x="584132" y="61175"/>
                </a:lnTo>
                <a:lnTo>
                  <a:pt x="583997" y="61331"/>
                </a:lnTo>
                <a:lnTo>
                  <a:pt x="583855" y="61483"/>
                </a:lnTo>
                <a:lnTo>
                  <a:pt x="583708" y="61630"/>
                </a:lnTo>
                <a:lnTo>
                  <a:pt x="583554" y="61774"/>
                </a:lnTo>
                <a:lnTo>
                  <a:pt x="583395" y="61913"/>
                </a:lnTo>
                <a:lnTo>
                  <a:pt x="583229" y="62047"/>
                </a:lnTo>
                <a:lnTo>
                  <a:pt x="583057" y="62177"/>
                </a:lnTo>
                <a:lnTo>
                  <a:pt x="582880" y="62303"/>
                </a:lnTo>
                <a:lnTo>
                  <a:pt x="582696" y="62425"/>
                </a:lnTo>
                <a:lnTo>
                  <a:pt x="582506" y="62542"/>
                </a:lnTo>
                <a:lnTo>
                  <a:pt x="582310" y="62655"/>
                </a:lnTo>
                <a:lnTo>
                  <a:pt x="582109" y="62764"/>
                </a:lnTo>
                <a:lnTo>
                  <a:pt x="581902" y="62868"/>
                </a:lnTo>
                <a:lnTo>
                  <a:pt x="581691" y="62967"/>
                </a:lnTo>
                <a:lnTo>
                  <a:pt x="581474" y="63062"/>
                </a:lnTo>
                <a:lnTo>
                  <a:pt x="581252" y="63152"/>
                </a:lnTo>
                <a:lnTo>
                  <a:pt x="581025" y="63238"/>
                </a:lnTo>
                <a:lnTo>
                  <a:pt x="580793" y="63318"/>
                </a:lnTo>
                <a:lnTo>
                  <a:pt x="580556" y="63395"/>
                </a:lnTo>
                <a:lnTo>
                  <a:pt x="580314" y="63466"/>
                </a:lnTo>
                <a:lnTo>
                  <a:pt x="580066" y="63533"/>
                </a:lnTo>
                <a:lnTo>
                  <a:pt x="579814" y="63596"/>
                </a:lnTo>
                <a:lnTo>
                  <a:pt x="579556" y="63654"/>
                </a:lnTo>
                <a:lnTo>
                  <a:pt x="579294" y="63707"/>
                </a:lnTo>
                <a:lnTo>
                  <a:pt x="579026" y="63755"/>
                </a:lnTo>
                <a:lnTo>
                  <a:pt x="578753" y="63799"/>
                </a:lnTo>
                <a:lnTo>
                  <a:pt x="578475" y="63838"/>
                </a:lnTo>
                <a:lnTo>
                  <a:pt x="578192" y="63873"/>
                </a:lnTo>
                <a:lnTo>
                  <a:pt x="577904" y="63903"/>
                </a:lnTo>
                <a:lnTo>
                  <a:pt x="577611" y="63928"/>
                </a:lnTo>
                <a:lnTo>
                  <a:pt x="577312" y="63949"/>
                </a:lnTo>
                <a:lnTo>
                  <a:pt x="577009" y="63965"/>
                </a:lnTo>
                <a:lnTo>
                  <a:pt x="576701" y="63977"/>
                </a:lnTo>
                <a:lnTo>
                  <a:pt x="576387" y="63984"/>
                </a:lnTo>
                <a:lnTo>
                  <a:pt x="576068" y="63986"/>
                </a:lnTo>
                <a:lnTo>
                  <a:pt x="575652" y="63981"/>
                </a:lnTo>
                <a:lnTo>
                  <a:pt x="575244" y="63967"/>
                </a:lnTo>
                <a:lnTo>
                  <a:pt x="574844" y="63944"/>
                </a:lnTo>
                <a:lnTo>
                  <a:pt x="574454" y="63911"/>
                </a:lnTo>
                <a:lnTo>
                  <a:pt x="574072" y="63869"/>
                </a:lnTo>
                <a:lnTo>
                  <a:pt x="573698" y="63817"/>
                </a:lnTo>
                <a:lnTo>
                  <a:pt x="573333" y="63756"/>
                </a:lnTo>
                <a:lnTo>
                  <a:pt x="572977" y="63685"/>
                </a:lnTo>
                <a:lnTo>
                  <a:pt x="572629" y="63605"/>
                </a:lnTo>
                <a:lnTo>
                  <a:pt x="572290" y="63516"/>
                </a:lnTo>
                <a:lnTo>
                  <a:pt x="571960" y="63417"/>
                </a:lnTo>
                <a:lnTo>
                  <a:pt x="571638" y="63309"/>
                </a:lnTo>
                <a:lnTo>
                  <a:pt x="571325" y="63192"/>
                </a:lnTo>
                <a:lnTo>
                  <a:pt x="571020" y="63065"/>
                </a:lnTo>
                <a:lnTo>
                  <a:pt x="570724" y="62928"/>
                </a:lnTo>
                <a:lnTo>
                  <a:pt x="570437" y="62783"/>
                </a:lnTo>
                <a:lnTo>
                  <a:pt x="570158" y="62628"/>
                </a:lnTo>
                <a:lnTo>
                  <a:pt x="569888" y="62463"/>
                </a:lnTo>
                <a:lnTo>
                  <a:pt x="569626" y="62289"/>
                </a:lnTo>
                <a:lnTo>
                  <a:pt x="569374" y="62106"/>
                </a:lnTo>
                <a:lnTo>
                  <a:pt x="569129" y="61913"/>
                </a:lnTo>
                <a:lnTo>
                  <a:pt x="568893" y="61711"/>
                </a:lnTo>
                <a:lnTo>
                  <a:pt x="568666" y="61499"/>
                </a:lnTo>
                <a:lnTo>
                  <a:pt x="568448" y="61278"/>
                </a:lnTo>
                <a:lnTo>
                  <a:pt x="568238" y="61048"/>
                </a:lnTo>
                <a:lnTo>
                  <a:pt x="568037" y="60809"/>
                </a:lnTo>
                <a:lnTo>
                  <a:pt x="567845" y="60561"/>
                </a:lnTo>
                <a:lnTo>
                  <a:pt x="567662" y="60303"/>
                </a:lnTo>
                <a:lnTo>
                  <a:pt x="567488" y="60037"/>
                </a:lnTo>
                <a:lnTo>
                  <a:pt x="567323" y="59761"/>
                </a:lnTo>
                <a:lnTo>
                  <a:pt x="567167" y="59476"/>
                </a:lnTo>
                <a:lnTo>
                  <a:pt x="567020" y="59183"/>
                </a:lnTo>
                <a:lnTo>
                  <a:pt x="566881" y="58880"/>
                </a:lnTo>
                <a:lnTo>
                  <a:pt x="566752" y="58568"/>
                </a:lnTo>
                <a:lnTo>
                  <a:pt x="566632" y="58247"/>
                </a:lnTo>
                <a:lnTo>
                  <a:pt x="566520" y="57916"/>
                </a:lnTo>
                <a:lnTo>
                  <a:pt x="566417" y="57577"/>
                </a:lnTo>
                <a:lnTo>
                  <a:pt x="566324" y="57229"/>
                </a:lnTo>
                <a:lnTo>
                  <a:pt x="566239" y="56872"/>
                </a:lnTo>
                <a:lnTo>
                  <a:pt x="566163" y="56505"/>
                </a:lnTo>
                <a:lnTo>
                  <a:pt x="566096" y="56130"/>
                </a:lnTo>
                <a:lnTo>
                  <a:pt x="566038" y="55745"/>
                </a:lnTo>
                <a:lnTo>
                  <a:pt x="565989" y="55351"/>
                </a:lnTo>
                <a:lnTo>
                  <a:pt x="565949" y="54948"/>
                </a:lnTo>
                <a:lnTo>
                  <a:pt x="565917" y="54536"/>
                </a:lnTo>
                <a:lnTo>
                  <a:pt x="565895" y="54115"/>
                </a:lnTo>
                <a:lnTo>
                  <a:pt x="565882" y="53685"/>
                </a:lnTo>
                <a:lnTo>
                  <a:pt x="565877" y="53246"/>
                </a:lnTo>
                <a:lnTo>
                  <a:pt x="565877" y="49666"/>
                </a:lnTo>
                <a:lnTo>
                  <a:pt x="596999" y="49666"/>
                </a:lnTo>
                <a:lnTo>
                  <a:pt x="596999" y="40577"/>
                </a:lnTo>
                <a:lnTo>
                  <a:pt x="596995" y="40083"/>
                </a:lnTo>
                <a:lnTo>
                  <a:pt x="596981" y="39593"/>
                </a:lnTo>
                <a:lnTo>
                  <a:pt x="596958" y="39109"/>
                </a:lnTo>
                <a:lnTo>
                  <a:pt x="596926" y="38630"/>
                </a:lnTo>
                <a:lnTo>
                  <a:pt x="596886" y="38157"/>
                </a:lnTo>
                <a:lnTo>
                  <a:pt x="596836" y="37688"/>
                </a:lnTo>
                <a:lnTo>
                  <a:pt x="596777" y="37225"/>
                </a:lnTo>
                <a:lnTo>
                  <a:pt x="596708" y="36767"/>
                </a:lnTo>
                <a:lnTo>
                  <a:pt x="596631" y="36315"/>
                </a:lnTo>
                <a:lnTo>
                  <a:pt x="596545" y="35868"/>
                </a:lnTo>
                <a:lnTo>
                  <a:pt x="596449" y="35425"/>
                </a:lnTo>
                <a:lnTo>
                  <a:pt x="596345" y="34989"/>
                </a:lnTo>
                <a:lnTo>
                  <a:pt x="596231" y="34557"/>
                </a:lnTo>
                <a:lnTo>
                  <a:pt x="596109" y="34131"/>
                </a:lnTo>
                <a:lnTo>
                  <a:pt x="595977" y="33710"/>
                </a:lnTo>
                <a:lnTo>
                  <a:pt x="595836" y="33294"/>
                </a:lnTo>
                <a:lnTo>
                  <a:pt x="595686" y="32884"/>
                </a:lnTo>
                <a:lnTo>
                  <a:pt x="595527" y="32479"/>
                </a:lnTo>
                <a:lnTo>
                  <a:pt x="595359" y="32079"/>
                </a:lnTo>
                <a:lnTo>
                  <a:pt x="595182" y="31684"/>
                </a:lnTo>
                <a:lnTo>
                  <a:pt x="594996" y="31295"/>
                </a:lnTo>
                <a:lnTo>
                  <a:pt x="594800" y="30911"/>
                </a:lnTo>
                <a:lnTo>
                  <a:pt x="594596" y="30532"/>
                </a:lnTo>
                <a:lnTo>
                  <a:pt x="594382" y="30158"/>
                </a:lnTo>
                <a:lnTo>
                  <a:pt x="594161" y="29790"/>
                </a:lnTo>
                <a:lnTo>
                  <a:pt x="593932" y="29430"/>
                </a:lnTo>
                <a:lnTo>
                  <a:pt x="593696" y="29076"/>
                </a:lnTo>
                <a:lnTo>
                  <a:pt x="593452" y="28729"/>
                </a:lnTo>
                <a:lnTo>
                  <a:pt x="593201" y="28388"/>
                </a:lnTo>
                <a:lnTo>
                  <a:pt x="592943" y="28055"/>
                </a:lnTo>
                <a:lnTo>
                  <a:pt x="592677" y="27728"/>
                </a:lnTo>
                <a:lnTo>
                  <a:pt x="592404" y="27409"/>
                </a:lnTo>
                <a:lnTo>
                  <a:pt x="592124" y="27096"/>
                </a:lnTo>
                <a:lnTo>
                  <a:pt x="591836" y="26790"/>
                </a:lnTo>
                <a:lnTo>
                  <a:pt x="591541" y="26491"/>
                </a:lnTo>
                <a:lnTo>
                  <a:pt x="591239" y="26199"/>
                </a:lnTo>
                <a:lnTo>
                  <a:pt x="590929" y="25913"/>
                </a:lnTo>
                <a:lnTo>
                  <a:pt x="590612" y="25635"/>
                </a:lnTo>
                <a:lnTo>
                  <a:pt x="590288" y="25363"/>
                </a:lnTo>
                <a:lnTo>
                  <a:pt x="589956" y="25098"/>
                </a:lnTo>
                <a:lnTo>
                  <a:pt x="589617" y="24840"/>
                </a:lnTo>
                <a:lnTo>
                  <a:pt x="589270" y="24589"/>
                </a:lnTo>
                <a:lnTo>
                  <a:pt x="588917" y="24345"/>
                </a:lnTo>
                <a:lnTo>
                  <a:pt x="588556" y="24108"/>
                </a:lnTo>
                <a:lnTo>
                  <a:pt x="588187" y="23877"/>
                </a:lnTo>
                <a:lnTo>
                  <a:pt x="587811" y="23654"/>
                </a:lnTo>
                <a:lnTo>
                  <a:pt x="587428" y="23437"/>
                </a:lnTo>
                <a:lnTo>
                  <a:pt x="587038" y="23227"/>
                </a:lnTo>
                <a:lnTo>
                  <a:pt x="586641" y="23025"/>
                </a:lnTo>
                <a:lnTo>
                  <a:pt x="586239" y="22831"/>
                </a:lnTo>
                <a:lnTo>
                  <a:pt x="585831" y="22646"/>
                </a:lnTo>
                <a:lnTo>
                  <a:pt x="585417" y="22469"/>
                </a:lnTo>
                <a:lnTo>
                  <a:pt x="584998" y="22301"/>
                </a:lnTo>
                <a:lnTo>
                  <a:pt x="584574" y="22142"/>
                </a:lnTo>
                <a:lnTo>
                  <a:pt x="584143" y="21991"/>
                </a:lnTo>
                <a:lnTo>
                  <a:pt x="583708" y="21849"/>
                </a:lnTo>
                <a:lnTo>
                  <a:pt x="583266" y="21716"/>
                </a:lnTo>
                <a:lnTo>
                  <a:pt x="582819" y="21591"/>
                </a:lnTo>
                <a:lnTo>
                  <a:pt x="582367" y="21475"/>
                </a:lnTo>
                <a:lnTo>
                  <a:pt x="581909" y="21367"/>
                </a:lnTo>
                <a:lnTo>
                  <a:pt x="581445" y="21268"/>
                </a:lnTo>
                <a:lnTo>
                  <a:pt x="580976" y="21178"/>
                </a:lnTo>
                <a:lnTo>
                  <a:pt x="580501" y="21096"/>
                </a:lnTo>
                <a:lnTo>
                  <a:pt x="580020" y="21023"/>
                </a:lnTo>
                <a:lnTo>
                  <a:pt x="579534" y="20958"/>
                </a:lnTo>
                <a:lnTo>
                  <a:pt x="579043" y="20902"/>
                </a:lnTo>
                <a:lnTo>
                  <a:pt x="578545" y="20855"/>
                </a:lnTo>
                <a:lnTo>
                  <a:pt x="578043" y="20816"/>
                </a:lnTo>
                <a:lnTo>
                  <a:pt x="577534" y="20786"/>
                </a:lnTo>
                <a:lnTo>
                  <a:pt x="577020" y="20765"/>
                </a:lnTo>
                <a:lnTo>
                  <a:pt x="576501" y="20752"/>
                </a:lnTo>
                <a:lnTo>
                  <a:pt x="575976" y="20747"/>
                </a:lnTo>
                <a:lnTo>
                  <a:pt x="575443" y="20752"/>
                </a:lnTo>
                <a:lnTo>
                  <a:pt x="574916" y="20765"/>
                </a:lnTo>
                <a:lnTo>
                  <a:pt x="574395" y="20786"/>
                </a:lnTo>
                <a:lnTo>
                  <a:pt x="573880" y="20816"/>
                </a:lnTo>
                <a:lnTo>
                  <a:pt x="573370" y="20855"/>
                </a:lnTo>
                <a:lnTo>
                  <a:pt x="572866" y="20902"/>
                </a:lnTo>
                <a:lnTo>
                  <a:pt x="572368" y="20958"/>
                </a:lnTo>
                <a:lnTo>
                  <a:pt x="571876" y="21023"/>
                </a:lnTo>
                <a:lnTo>
                  <a:pt x="571389" y="21096"/>
                </a:lnTo>
                <a:lnTo>
                  <a:pt x="570908" y="21178"/>
                </a:lnTo>
                <a:lnTo>
                  <a:pt x="570433" y="21268"/>
                </a:lnTo>
                <a:lnTo>
                  <a:pt x="569963" y="21367"/>
                </a:lnTo>
                <a:lnTo>
                  <a:pt x="569499" y="21475"/>
                </a:lnTo>
                <a:lnTo>
                  <a:pt x="569041" y="21591"/>
                </a:lnTo>
                <a:lnTo>
                  <a:pt x="568589" y="21716"/>
                </a:lnTo>
                <a:lnTo>
                  <a:pt x="568142" y="21849"/>
                </a:lnTo>
                <a:lnTo>
                  <a:pt x="567702" y="21991"/>
                </a:lnTo>
                <a:lnTo>
                  <a:pt x="567266" y="22142"/>
                </a:lnTo>
                <a:lnTo>
                  <a:pt x="566837" y="22301"/>
                </a:lnTo>
                <a:lnTo>
                  <a:pt x="566413" y="22469"/>
                </a:lnTo>
                <a:lnTo>
                  <a:pt x="565996" y="22646"/>
                </a:lnTo>
                <a:lnTo>
                  <a:pt x="565583" y="22831"/>
                </a:lnTo>
                <a:lnTo>
                  <a:pt x="565177" y="23025"/>
                </a:lnTo>
                <a:lnTo>
                  <a:pt x="564776" y="23227"/>
                </a:lnTo>
                <a:lnTo>
                  <a:pt x="564382" y="23437"/>
                </a:lnTo>
                <a:lnTo>
                  <a:pt x="563996" y="23654"/>
                </a:lnTo>
                <a:lnTo>
                  <a:pt x="563617" y="23877"/>
                </a:lnTo>
                <a:lnTo>
                  <a:pt x="563245" y="24108"/>
                </a:lnTo>
                <a:lnTo>
                  <a:pt x="562881" y="24345"/>
                </a:lnTo>
                <a:lnTo>
                  <a:pt x="562524" y="24589"/>
                </a:lnTo>
                <a:lnTo>
                  <a:pt x="562175" y="24840"/>
                </a:lnTo>
                <a:lnTo>
                  <a:pt x="561833" y="25098"/>
                </a:lnTo>
                <a:lnTo>
                  <a:pt x="561499" y="25363"/>
                </a:lnTo>
                <a:lnTo>
                  <a:pt x="561173" y="25635"/>
                </a:lnTo>
                <a:lnTo>
                  <a:pt x="560853" y="25913"/>
                </a:lnTo>
                <a:lnTo>
                  <a:pt x="560542" y="26199"/>
                </a:lnTo>
                <a:lnTo>
                  <a:pt x="560237" y="26491"/>
                </a:lnTo>
                <a:lnTo>
                  <a:pt x="559941" y="26790"/>
                </a:lnTo>
                <a:lnTo>
                  <a:pt x="559652" y="27096"/>
                </a:lnTo>
                <a:lnTo>
                  <a:pt x="559370" y="27409"/>
                </a:lnTo>
                <a:lnTo>
                  <a:pt x="559096" y="27728"/>
                </a:lnTo>
                <a:lnTo>
                  <a:pt x="558829" y="28055"/>
                </a:lnTo>
                <a:lnTo>
                  <a:pt x="558570" y="28388"/>
                </a:lnTo>
                <a:lnTo>
                  <a:pt x="558318" y="28729"/>
                </a:lnTo>
                <a:lnTo>
                  <a:pt x="558073" y="29076"/>
                </a:lnTo>
                <a:lnTo>
                  <a:pt x="557837" y="29430"/>
                </a:lnTo>
                <a:lnTo>
                  <a:pt x="557607" y="29790"/>
                </a:lnTo>
                <a:lnTo>
                  <a:pt x="557386" y="30158"/>
                </a:lnTo>
                <a:lnTo>
                  <a:pt x="557172" y="30532"/>
                </a:lnTo>
                <a:lnTo>
                  <a:pt x="556968" y="30911"/>
                </a:lnTo>
                <a:lnTo>
                  <a:pt x="556773" y="31295"/>
                </a:lnTo>
                <a:lnTo>
                  <a:pt x="556586" y="31684"/>
                </a:lnTo>
                <a:lnTo>
                  <a:pt x="556409" y="32079"/>
                </a:lnTo>
                <a:lnTo>
                  <a:pt x="556241" y="32479"/>
                </a:lnTo>
                <a:lnTo>
                  <a:pt x="556082" y="32884"/>
                </a:lnTo>
                <a:lnTo>
                  <a:pt x="555933" y="33294"/>
                </a:lnTo>
                <a:lnTo>
                  <a:pt x="555792" y="33710"/>
                </a:lnTo>
                <a:lnTo>
                  <a:pt x="555660" y="34131"/>
                </a:lnTo>
                <a:lnTo>
                  <a:pt x="555538" y="34557"/>
                </a:lnTo>
                <a:lnTo>
                  <a:pt x="555424" y="34989"/>
                </a:lnTo>
                <a:lnTo>
                  <a:pt x="555320" y="35425"/>
                </a:lnTo>
                <a:lnTo>
                  <a:pt x="555224" y="35868"/>
                </a:lnTo>
                <a:lnTo>
                  <a:pt x="555138" y="36315"/>
                </a:lnTo>
                <a:lnTo>
                  <a:pt x="555061" y="36767"/>
                </a:lnTo>
                <a:lnTo>
                  <a:pt x="554993" y="37225"/>
                </a:lnTo>
                <a:lnTo>
                  <a:pt x="554934" y="37688"/>
                </a:lnTo>
                <a:lnTo>
                  <a:pt x="554884" y="38157"/>
                </a:lnTo>
                <a:lnTo>
                  <a:pt x="554843" y="38630"/>
                </a:lnTo>
                <a:lnTo>
                  <a:pt x="554811" y="39109"/>
                </a:lnTo>
                <a:lnTo>
                  <a:pt x="554788" y="39593"/>
                </a:lnTo>
                <a:lnTo>
                  <a:pt x="554775" y="40083"/>
                </a:lnTo>
                <a:lnTo>
                  <a:pt x="554770" y="40577"/>
                </a:lnTo>
                <a:lnTo>
                  <a:pt x="554770" y="53246"/>
                </a:lnTo>
                <a:lnTo>
                  <a:pt x="554775" y="53741"/>
                </a:lnTo>
                <a:lnTo>
                  <a:pt x="554788" y="54230"/>
                </a:lnTo>
                <a:lnTo>
                  <a:pt x="554811" y="54714"/>
                </a:lnTo>
                <a:lnTo>
                  <a:pt x="554843" y="55193"/>
                </a:lnTo>
                <a:lnTo>
                  <a:pt x="554884" y="55666"/>
                </a:lnTo>
                <a:lnTo>
                  <a:pt x="554934" y="56135"/>
                </a:lnTo>
                <a:lnTo>
                  <a:pt x="554993" y="56598"/>
                </a:lnTo>
                <a:lnTo>
                  <a:pt x="555061" y="57055"/>
                </a:lnTo>
                <a:lnTo>
                  <a:pt x="555138" y="57508"/>
                </a:lnTo>
                <a:lnTo>
                  <a:pt x="555224" y="57955"/>
                </a:lnTo>
                <a:lnTo>
                  <a:pt x="555320" y="58397"/>
                </a:lnTo>
                <a:lnTo>
                  <a:pt x="555424" y="58834"/>
                </a:lnTo>
                <a:lnTo>
                  <a:pt x="555538" y="59266"/>
                </a:lnTo>
                <a:lnTo>
                  <a:pt x="555660" y="59692"/>
                </a:lnTo>
                <a:lnTo>
                  <a:pt x="555792" y="60113"/>
                </a:lnTo>
                <a:lnTo>
                  <a:pt x="555933" y="60529"/>
                </a:lnTo>
                <a:lnTo>
                  <a:pt x="556082" y="60939"/>
                </a:lnTo>
                <a:lnTo>
                  <a:pt x="556241" y="61344"/>
                </a:lnTo>
                <a:lnTo>
                  <a:pt x="556409" y="61744"/>
                </a:lnTo>
                <a:lnTo>
                  <a:pt x="556586" y="62139"/>
                </a:lnTo>
                <a:lnTo>
                  <a:pt x="556773" y="62528"/>
                </a:lnTo>
                <a:lnTo>
                  <a:pt x="556968" y="62913"/>
                </a:lnTo>
                <a:lnTo>
                  <a:pt x="557172" y="63292"/>
                </a:lnTo>
                <a:lnTo>
                  <a:pt x="557386" y="63665"/>
                </a:lnTo>
                <a:lnTo>
                  <a:pt x="557607" y="64033"/>
                </a:lnTo>
                <a:lnTo>
                  <a:pt x="557837" y="64394"/>
                </a:lnTo>
                <a:lnTo>
                  <a:pt x="558073" y="64748"/>
                </a:lnTo>
                <a:lnTo>
                  <a:pt x="558318" y="65095"/>
                </a:lnTo>
                <a:lnTo>
                  <a:pt x="558570" y="65435"/>
                </a:lnTo>
                <a:lnTo>
                  <a:pt x="558829" y="65768"/>
                </a:lnTo>
                <a:lnTo>
                  <a:pt x="559096" y="66094"/>
                </a:lnTo>
                <a:lnTo>
                  <a:pt x="559370" y="66414"/>
                </a:lnTo>
                <a:lnTo>
                  <a:pt x="559652" y="66727"/>
                </a:lnTo>
                <a:lnTo>
                  <a:pt x="559941" y="67033"/>
                </a:lnTo>
                <a:lnTo>
                  <a:pt x="560237" y="67332"/>
                </a:lnTo>
                <a:lnTo>
                  <a:pt x="560542" y="67624"/>
                </a:lnTo>
                <a:lnTo>
                  <a:pt x="560853" y="67909"/>
                </a:lnTo>
                <a:lnTo>
                  <a:pt x="561173" y="68188"/>
                </a:lnTo>
                <a:lnTo>
                  <a:pt x="561499" y="68460"/>
                </a:lnTo>
                <a:lnTo>
                  <a:pt x="561833" y="68725"/>
                </a:lnTo>
                <a:lnTo>
                  <a:pt x="562175" y="68982"/>
                </a:lnTo>
                <a:lnTo>
                  <a:pt x="562524" y="69234"/>
                </a:lnTo>
                <a:lnTo>
                  <a:pt x="562881" y="69478"/>
                </a:lnTo>
                <a:lnTo>
                  <a:pt x="563245" y="69715"/>
                </a:lnTo>
                <a:lnTo>
                  <a:pt x="563617" y="69946"/>
                </a:lnTo>
                <a:lnTo>
                  <a:pt x="563996" y="70170"/>
                </a:lnTo>
                <a:lnTo>
                  <a:pt x="564382" y="70387"/>
                </a:lnTo>
                <a:lnTo>
                  <a:pt x="564776" y="70597"/>
                </a:lnTo>
                <a:lnTo>
                  <a:pt x="565177" y="70799"/>
                </a:lnTo>
                <a:lnTo>
                  <a:pt x="565583" y="70992"/>
                </a:lnTo>
                <a:lnTo>
                  <a:pt x="565996" y="71177"/>
                </a:lnTo>
                <a:lnTo>
                  <a:pt x="566413" y="71354"/>
                </a:lnTo>
                <a:lnTo>
                  <a:pt x="566837" y="71522"/>
                </a:lnTo>
                <a:lnTo>
                  <a:pt x="567266" y="71681"/>
                </a:lnTo>
                <a:lnTo>
                  <a:pt x="567702" y="71831"/>
                </a:lnTo>
                <a:lnTo>
                  <a:pt x="568142" y="71973"/>
                </a:lnTo>
                <a:lnTo>
                  <a:pt x="568589" y="72107"/>
                </a:lnTo>
                <a:lnTo>
                  <a:pt x="569041" y="72231"/>
                </a:lnTo>
                <a:lnTo>
                  <a:pt x="569499" y="72348"/>
                </a:lnTo>
                <a:lnTo>
                  <a:pt x="569963" y="72455"/>
                </a:lnTo>
                <a:lnTo>
                  <a:pt x="570433" y="72554"/>
                </a:lnTo>
                <a:lnTo>
                  <a:pt x="570908" y="72644"/>
                </a:lnTo>
                <a:lnTo>
                  <a:pt x="571389" y="72726"/>
                </a:lnTo>
                <a:lnTo>
                  <a:pt x="571876" y="72799"/>
                </a:lnTo>
                <a:lnTo>
                  <a:pt x="572368" y="72864"/>
                </a:lnTo>
                <a:lnTo>
                  <a:pt x="572866" y="72920"/>
                </a:lnTo>
                <a:lnTo>
                  <a:pt x="573370" y="72967"/>
                </a:lnTo>
                <a:lnTo>
                  <a:pt x="573880" y="73006"/>
                </a:lnTo>
                <a:lnTo>
                  <a:pt x="574395" y="73036"/>
                </a:lnTo>
                <a:lnTo>
                  <a:pt x="574916" y="73057"/>
                </a:lnTo>
                <a:lnTo>
                  <a:pt x="575443" y="73070"/>
                </a:lnTo>
                <a:lnTo>
                  <a:pt x="575976" y="73075"/>
                </a:lnTo>
                <a:lnTo>
                  <a:pt x="576645" y="73068"/>
                </a:lnTo>
                <a:lnTo>
                  <a:pt x="577305" y="73048"/>
                </a:lnTo>
                <a:lnTo>
                  <a:pt x="577958" y="73014"/>
                </a:lnTo>
                <a:lnTo>
                  <a:pt x="578601" y="72966"/>
                </a:lnTo>
                <a:lnTo>
                  <a:pt x="579237" y="72905"/>
                </a:lnTo>
                <a:close/>
                <a:moveTo>
                  <a:pt x="565882" y="40145"/>
                </a:moveTo>
                <a:lnTo>
                  <a:pt x="565895" y="39722"/>
                </a:lnTo>
                <a:lnTo>
                  <a:pt x="565917" y="39306"/>
                </a:lnTo>
                <a:lnTo>
                  <a:pt x="565949" y="38899"/>
                </a:lnTo>
                <a:lnTo>
                  <a:pt x="565989" y="38500"/>
                </a:lnTo>
                <a:lnTo>
                  <a:pt x="566038" y="38110"/>
                </a:lnTo>
                <a:lnTo>
                  <a:pt x="566096" y="37728"/>
                </a:lnTo>
                <a:lnTo>
                  <a:pt x="566163" y="37354"/>
                </a:lnTo>
                <a:lnTo>
                  <a:pt x="566239" y="36988"/>
                </a:lnTo>
                <a:lnTo>
                  <a:pt x="566324" y="36631"/>
                </a:lnTo>
                <a:lnTo>
                  <a:pt x="566417" y="36282"/>
                </a:lnTo>
                <a:lnTo>
                  <a:pt x="566520" y="35941"/>
                </a:lnTo>
                <a:lnTo>
                  <a:pt x="566632" y="35608"/>
                </a:lnTo>
                <a:lnTo>
                  <a:pt x="566752" y="35284"/>
                </a:lnTo>
                <a:lnTo>
                  <a:pt x="566881" y="34968"/>
                </a:lnTo>
                <a:lnTo>
                  <a:pt x="567020" y="34661"/>
                </a:lnTo>
                <a:lnTo>
                  <a:pt x="567167" y="34362"/>
                </a:lnTo>
                <a:lnTo>
                  <a:pt x="567323" y="34071"/>
                </a:lnTo>
                <a:lnTo>
                  <a:pt x="567488" y="33788"/>
                </a:lnTo>
                <a:lnTo>
                  <a:pt x="567662" y="33513"/>
                </a:lnTo>
                <a:lnTo>
                  <a:pt x="567845" y="33247"/>
                </a:lnTo>
                <a:lnTo>
                  <a:pt x="568037" y="32990"/>
                </a:lnTo>
                <a:lnTo>
                  <a:pt x="568238" y="32740"/>
                </a:lnTo>
                <a:lnTo>
                  <a:pt x="568448" y="32499"/>
                </a:lnTo>
                <a:lnTo>
                  <a:pt x="568666" y="32267"/>
                </a:lnTo>
                <a:lnTo>
                  <a:pt x="568893" y="32044"/>
                </a:lnTo>
                <a:lnTo>
                  <a:pt x="569128" y="31832"/>
                </a:lnTo>
                <a:lnTo>
                  <a:pt x="569371" y="31629"/>
                </a:lnTo>
                <a:lnTo>
                  <a:pt x="569622" y="31436"/>
                </a:lnTo>
                <a:lnTo>
                  <a:pt x="569882" y="31253"/>
                </a:lnTo>
                <a:lnTo>
                  <a:pt x="570150" y="31081"/>
                </a:lnTo>
                <a:lnTo>
                  <a:pt x="570427" y="30917"/>
                </a:lnTo>
                <a:lnTo>
                  <a:pt x="570711" y="30764"/>
                </a:lnTo>
                <a:lnTo>
                  <a:pt x="571004" y="30621"/>
                </a:lnTo>
                <a:lnTo>
                  <a:pt x="571306" y="30487"/>
                </a:lnTo>
                <a:lnTo>
                  <a:pt x="571615" y="30364"/>
                </a:lnTo>
                <a:lnTo>
                  <a:pt x="571933" y="30250"/>
                </a:lnTo>
                <a:lnTo>
                  <a:pt x="572259" y="30147"/>
                </a:lnTo>
                <a:lnTo>
                  <a:pt x="572593" y="30053"/>
                </a:lnTo>
                <a:lnTo>
                  <a:pt x="572936" y="29969"/>
                </a:lnTo>
                <a:lnTo>
                  <a:pt x="573287" y="29894"/>
                </a:lnTo>
                <a:lnTo>
                  <a:pt x="573646" y="29830"/>
                </a:lnTo>
                <a:lnTo>
                  <a:pt x="574014" y="29776"/>
                </a:lnTo>
                <a:lnTo>
                  <a:pt x="574390" y="29731"/>
                </a:lnTo>
                <a:lnTo>
                  <a:pt x="574774" y="29697"/>
                </a:lnTo>
                <a:lnTo>
                  <a:pt x="575166" y="29672"/>
                </a:lnTo>
                <a:lnTo>
                  <a:pt x="575567" y="29657"/>
                </a:lnTo>
                <a:lnTo>
                  <a:pt x="575976" y="29652"/>
                </a:lnTo>
                <a:lnTo>
                  <a:pt x="576385" y="29657"/>
                </a:lnTo>
                <a:lnTo>
                  <a:pt x="576785" y="29672"/>
                </a:lnTo>
                <a:lnTo>
                  <a:pt x="577176" y="29696"/>
                </a:lnTo>
                <a:lnTo>
                  <a:pt x="577559" y="29730"/>
                </a:lnTo>
                <a:lnTo>
                  <a:pt x="577934" y="29774"/>
                </a:lnTo>
                <a:lnTo>
                  <a:pt x="578300" y="29827"/>
                </a:lnTo>
                <a:lnTo>
                  <a:pt x="578657" y="29891"/>
                </a:lnTo>
                <a:lnTo>
                  <a:pt x="579005" y="29963"/>
                </a:lnTo>
                <a:lnTo>
                  <a:pt x="579345" y="30046"/>
                </a:lnTo>
                <a:lnTo>
                  <a:pt x="579677" y="30138"/>
                </a:lnTo>
                <a:lnTo>
                  <a:pt x="579999" y="30241"/>
                </a:lnTo>
                <a:lnTo>
                  <a:pt x="580313" y="30352"/>
                </a:lnTo>
                <a:lnTo>
                  <a:pt x="580619" y="30474"/>
                </a:lnTo>
                <a:lnTo>
                  <a:pt x="580916" y="30605"/>
                </a:lnTo>
                <a:lnTo>
                  <a:pt x="581204" y="30746"/>
                </a:lnTo>
                <a:lnTo>
                  <a:pt x="581484" y="30897"/>
                </a:lnTo>
                <a:lnTo>
                  <a:pt x="581755" y="31057"/>
                </a:lnTo>
                <a:lnTo>
                  <a:pt x="582017" y="31227"/>
                </a:lnTo>
                <a:lnTo>
                  <a:pt x="582271" y="31407"/>
                </a:lnTo>
                <a:lnTo>
                  <a:pt x="582516" y="31597"/>
                </a:lnTo>
                <a:lnTo>
                  <a:pt x="582753" y="31796"/>
                </a:lnTo>
                <a:lnTo>
                  <a:pt x="582981" y="32005"/>
                </a:lnTo>
                <a:lnTo>
                  <a:pt x="583200" y="32224"/>
                </a:lnTo>
                <a:lnTo>
                  <a:pt x="583411" y="32453"/>
                </a:lnTo>
                <a:lnTo>
                  <a:pt x="583614" y="32690"/>
                </a:lnTo>
                <a:lnTo>
                  <a:pt x="583807" y="32936"/>
                </a:lnTo>
                <a:lnTo>
                  <a:pt x="583992" y="33191"/>
                </a:lnTo>
                <a:lnTo>
                  <a:pt x="584169" y="33454"/>
                </a:lnTo>
                <a:lnTo>
                  <a:pt x="584337" y="33725"/>
                </a:lnTo>
                <a:lnTo>
                  <a:pt x="584496" y="34005"/>
                </a:lnTo>
                <a:lnTo>
                  <a:pt x="584647" y="34293"/>
                </a:lnTo>
                <a:lnTo>
                  <a:pt x="584789" y="34590"/>
                </a:lnTo>
                <a:lnTo>
                  <a:pt x="584922" y="34895"/>
                </a:lnTo>
                <a:lnTo>
                  <a:pt x="585047" y="35208"/>
                </a:lnTo>
                <a:lnTo>
                  <a:pt x="585163" y="35530"/>
                </a:lnTo>
                <a:lnTo>
                  <a:pt x="585271" y="35861"/>
                </a:lnTo>
                <a:lnTo>
                  <a:pt x="585370" y="36200"/>
                </a:lnTo>
                <a:lnTo>
                  <a:pt x="585460" y="36547"/>
                </a:lnTo>
                <a:lnTo>
                  <a:pt x="585542" y="36903"/>
                </a:lnTo>
                <a:lnTo>
                  <a:pt x="585615" y="37267"/>
                </a:lnTo>
                <a:lnTo>
                  <a:pt x="585680" y="37640"/>
                </a:lnTo>
                <a:lnTo>
                  <a:pt x="585736" y="38021"/>
                </a:lnTo>
                <a:lnTo>
                  <a:pt x="585783" y="38410"/>
                </a:lnTo>
                <a:lnTo>
                  <a:pt x="585822" y="38808"/>
                </a:lnTo>
                <a:lnTo>
                  <a:pt x="585852" y="39215"/>
                </a:lnTo>
                <a:lnTo>
                  <a:pt x="585873" y="39630"/>
                </a:lnTo>
                <a:lnTo>
                  <a:pt x="585886" y="40053"/>
                </a:lnTo>
                <a:lnTo>
                  <a:pt x="585891" y="40485"/>
                </a:lnTo>
                <a:lnTo>
                  <a:pt x="585891" y="42329"/>
                </a:lnTo>
                <a:lnTo>
                  <a:pt x="565877" y="42505"/>
                </a:lnTo>
                <a:lnTo>
                  <a:pt x="565877" y="40577"/>
                </a:lnTo>
                <a:lnTo>
                  <a:pt x="565882" y="40145"/>
                </a:lnTo>
                <a:close/>
                <a:moveTo>
                  <a:pt x="706694" y="37262"/>
                </a:moveTo>
                <a:lnTo>
                  <a:pt x="706666" y="36621"/>
                </a:lnTo>
                <a:lnTo>
                  <a:pt x="706619" y="35992"/>
                </a:lnTo>
                <a:lnTo>
                  <a:pt x="706554" y="35373"/>
                </a:lnTo>
                <a:lnTo>
                  <a:pt x="706470" y="34766"/>
                </a:lnTo>
                <a:lnTo>
                  <a:pt x="706368" y="34171"/>
                </a:lnTo>
                <a:lnTo>
                  <a:pt x="706247" y="33586"/>
                </a:lnTo>
                <a:lnTo>
                  <a:pt x="706107" y="33013"/>
                </a:lnTo>
                <a:lnTo>
                  <a:pt x="705948" y="32451"/>
                </a:lnTo>
                <a:lnTo>
                  <a:pt x="705771" y="31901"/>
                </a:lnTo>
                <a:lnTo>
                  <a:pt x="705575" y="31362"/>
                </a:lnTo>
                <a:lnTo>
                  <a:pt x="705361" y="30834"/>
                </a:lnTo>
                <a:lnTo>
                  <a:pt x="705128" y="30318"/>
                </a:lnTo>
                <a:lnTo>
                  <a:pt x="704876" y="29813"/>
                </a:lnTo>
                <a:lnTo>
                  <a:pt x="704605" y="29319"/>
                </a:lnTo>
                <a:lnTo>
                  <a:pt x="704316" y="28836"/>
                </a:lnTo>
                <a:lnTo>
                  <a:pt x="704009" y="28365"/>
                </a:lnTo>
                <a:lnTo>
                  <a:pt x="703682" y="27905"/>
                </a:lnTo>
                <a:lnTo>
                  <a:pt x="703337" y="27457"/>
                </a:lnTo>
                <a:lnTo>
                  <a:pt x="702974" y="27020"/>
                </a:lnTo>
                <a:lnTo>
                  <a:pt x="702591" y="26594"/>
                </a:lnTo>
                <a:lnTo>
                  <a:pt x="702191" y="26179"/>
                </a:lnTo>
                <a:lnTo>
                  <a:pt x="701771" y="25776"/>
                </a:lnTo>
                <a:lnTo>
                  <a:pt x="701333" y="25384"/>
                </a:lnTo>
                <a:lnTo>
                  <a:pt x="700878" y="25006"/>
                </a:lnTo>
                <a:lnTo>
                  <a:pt x="700411" y="24643"/>
                </a:lnTo>
                <a:lnTo>
                  <a:pt x="699929" y="24297"/>
                </a:lnTo>
                <a:lnTo>
                  <a:pt x="699435" y="23967"/>
                </a:lnTo>
                <a:lnTo>
                  <a:pt x="698926" y="23653"/>
                </a:lnTo>
                <a:lnTo>
                  <a:pt x="698404" y="23356"/>
                </a:lnTo>
                <a:lnTo>
                  <a:pt x="697869" y="23074"/>
                </a:lnTo>
                <a:lnTo>
                  <a:pt x="697320" y="22808"/>
                </a:lnTo>
                <a:lnTo>
                  <a:pt x="696757" y="22559"/>
                </a:lnTo>
                <a:lnTo>
                  <a:pt x="696181" y="22325"/>
                </a:lnTo>
                <a:lnTo>
                  <a:pt x="695591" y="22108"/>
                </a:lnTo>
                <a:lnTo>
                  <a:pt x="694988" y="21907"/>
                </a:lnTo>
                <a:lnTo>
                  <a:pt x="694371" y="21721"/>
                </a:lnTo>
                <a:lnTo>
                  <a:pt x="693741" y="21552"/>
                </a:lnTo>
                <a:lnTo>
                  <a:pt x="693097" y="21399"/>
                </a:lnTo>
                <a:lnTo>
                  <a:pt x="692439" y="21263"/>
                </a:lnTo>
                <a:lnTo>
                  <a:pt x="691768" y="21142"/>
                </a:lnTo>
                <a:lnTo>
                  <a:pt x="691084" y="21037"/>
                </a:lnTo>
                <a:lnTo>
                  <a:pt x="690385" y="20949"/>
                </a:lnTo>
                <a:lnTo>
                  <a:pt x="689674" y="20876"/>
                </a:lnTo>
                <a:lnTo>
                  <a:pt x="688948" y="20820"/>
                </a:lnTo>
                <a:lnTo>
                  <a:pt x="688210" y="20780"/>
                </a:lnTo>
                <a:lnTo>
                  <a:pt x="687457" y="20755"/>
                </a:lnTo>
                <a:lnTo>
                  <a:pt x="686691" y="20747"/>
                </a:lnTo>
                <a:lnTo>
                  <a:pt x="685970" y="20755"/>
                </a:lnTo>
                <a:lnTo>
                  <a:pt x="685260" y="20777"/>
                </a:lnTo>
                <a:lnTo>
                  <a:pt x="684560" y="20813"/>
                </a:lnTo>
                <a:lnTo>
                  <a:pt x="683871" y="20865"/>
                </a:lnTo>
                <a:lnTo>
                  <a:pt x="683193" y="20931"/>
                </a:lnTo>
                <a:lnTo>
                  <a:pt x="682526" y="21011"/>
                </a:lnTo>
                <a:lnTo>
                  <a:pt x="681869" y="21107"/>
                </a:lnTo>
                <a:lnTo>
                  <a:pt x="681224" y="21217"/>
                </a:lnTo>
                <a:lnTo>
                  <a:pt x="680589" y="21341"/>
                </a:lnTo>
                <a:lnTo>
                  <a:pt x="679965" y="21481"/>
                </a:lnTo>
                <a:lnTo>
                  <a:pt x="679352" y="21635"/>
                </a:lnTo>
                <a:lnTo>
                  <a:pt x="678750" y="21803"/>
                </a:lnTo>
                <a:lnTo>
                  <a:pt x="678159" y="21987"/>
                </a:lnTo>
                <a:lnTo>
                  <a:pt x="677578" y="22185"/>
                </a:lnTo>
                <a:lnTo>
                  <a:pt x="677009" y="22397"/>
                </a:lnTo>
                <a:lnTo>
                  <a:pt x="676450" y="22624"/>
                </a:lnTo>
                <a:lnTo>
                  <a:pt x="675902" y="22866"/>
                </a:lnTo>
                <a:lnTo>
                  <a:pt x="675365" y="23123"/>
                </a:lnTo>
                <a:lnTo>
                  <a:pt x="674839" y="23394"/>
                </a:lnTo>
                <a:lnTo>
                  <a:pt x="674323" y="23680"/>
                </a:lnTo>
                <a:lnTo>
                  <a:pt x="673818" y="23981"/>
                </a:lnTo>
                <a:lnTo>
                  <a:pt x="673325" y="24296"/>
                </a:lnTo>
                <a:lnTo>
                  <a:pt x="672842" y="24626"/>
                </a:lnTo>
                <a:lnTo>
                  <a:pt x="672370" y="24971"/>
                </a:lnTo>
                <a:lnTo>
                  <a:pt x="671911" y="25328"/>
                </a:lnTo>
                <a:lnTo>
                  <a:pt x="671469" y="25695"/>
                </a:lnTo>
                <a:lnTo>
                  <a:pt x="671044" y="26072"/>
                </a:lnTo>
                <a:lnTo>
                  <a:pt x="670635" y="26460"/>
                </a:lnTo>
                <a:lnTo>
                  <a:pt x="670243" y="26858"/>
                </a:lnTo>
                <a:lnTo>
                  <a:pt x="669868" y="27266"/>
                </a:lnTo>
                <a:lnTo>
                  <a:pt x="669509" y="27684"/>
                </a:lnTo>
                <a:lnTo>
                  <a:pt x="669166" y="28112"/>
                </a:lnTo>
                <a:lnTo>
                  <a:pt x="668841" y="28551"/>
                </a:lnTo>
                <a:lnTo>
                  <a:pt x="668531" y="28999"/>
                </a:lnTo>
                <a:lnTo>
                  <a:pt x="668239" y="29458"/>
                </a:lnTo>
                <a:lnTo>
                  <a:pt x="667963" y="29928"/>
                </a:lnTo>
                <a:lnTo>
                  <a:pt x="667703" y="30407"/>
                </a:lnTo>
                <a:lnTo>
                  <a:pt x="667460" y="30897"/>
                </a:lnTo>
                <a:lnTo>
                  <a:pt x="667234" y="31396"/>
                </a:lnTo>
                <a:lnTo>
                  <a:pt x="667024" y="31906"/>
                </a:lnTo>
                <a:lnTo>
                  <a:pt x="666831" y="32427"/>
                </a:lnTo>
                <a:lnTo>
                  <a:pt x="666654" y="32957"/>
                </a:lnTo>
                <a:lnTo>
                  <a:pt x="666494" y="33498"/>
                </a:lnTo>
                <a:lnTo>
                  <a:pt x="666351" y="34048"/>
                </a:lnTo>
                <a:lnTo>
                  <a:pt x="666224" y="34610"/>
                </a:lnTo>
                <a:lnTo>
                  <a:pt x="666114" y="35181"/>
                </a:lnTo>
                <a:lnTo>
                  <a:pt x="666020" y="35762"/>
                </a:lnTo>
                <a:lnTo>
                  <a:pt x="665943" y="36354"/>
                </a:lnTo>
                <a:lnTo>
                  <a:pt x="677144" y="36354"/>
                </a:lnTo>
                <a:lnTo>
                  <a:pt x="677185" y="36119"/>
                </a:lnTo>
                <a:lnTo>
                  <a:pt x="677234" y="35888"/>
                </a:lnTo>
                <a:lnTo>
                  <a:pt x="677290" y="35661"/>
                </a:lnTo>
                <a:lnTo>
                  <a:pt x="677352" y="35438"/>
                </a:lnTo>
                <a:lnTo>
                  <a:pt x="677422" y="35220"/>
                </a:lnTo>
                <a:lnTo>
                  <a:pt x="677499" y="35005"/>
                </a:lnTo>
                <a:lnTo>
                  <a:pt x="677583" y="34795"/>
                </a:lnTo>
                <a:lnTo>
                  <a:pt x="677673" y="34589"/>
                </a:lnTo>
                <a:lnTo>
                  <a:pt x="677771" y="34387"/>
                </a:lnTo>
                <a:lnTo>
                  <a:pt x="677876" y="34189"/>
                </a:lnTo>
                <a:lnTo>
                  <a:pt x="677988" y="33996"/>
                </a:lnTo>
                <a:lnTo>
                  <a:pt x="678107" y="33806"/>
                </a:lnTo>
                <a:lnTo>
                  <a:pt x="678232" y="33621"/>
                </a:lnTo>
                <a:lnTo>
                  <a:pt x="678365" y="33440"/>
                </a:lnTo>
                <a:lnTo>
                  <a:pt x="678505" y="33263"/>
                </a:lnTo>
                <a:lnTo>
                  <a:pt x="678652" y="33090"/>
                </a:lnTo>
                <a:lnTo>
                  <a:pt x="678806" y="32921"/>
                </a:lnTo>
                <a:lnTo>
                  <a:pt x="678967" y="32756"/>
                </a:lnTo>
                <a:lnTo>
                  <a:pt x="679135" y="32596"/>
                </a:lnTo>
                <a:lnTo>
                  <a:pt x="679310" y="32440"/>
                </a:lnTo>
                <a:lnTo>
                  <a:pt x="679492" y="32287"/>
                </a:lnTo>
                <a:lnTo>
                  <a:pt x="679681" y="32139"/>
                </a:lnTo>
                <a:lnTo>
                  <a:pt x="679877" y="31996"/>
                </a:lnTo>
                <a:lnTo>
                  <a:pt x="680080" y="31856"/>
                </a:lnTo>
                <a:lnTo>
                  <a:pt x="680288" y="31721"/>
                </a:lnTo>
                <a:lnTo>
                  <a:pt x="680502" y="31592"/>
                </a:lnTo>
                <a:lnTo>
                  <a:pt x="680720" y="31468"/>
                </a:lnTo>
                <a:lnTo>
                  <a:pt x="680942" y="31351"/>
                </a:lnTo>
                <a:lnTo>
                  <a:pt x="681168" y="31239"/>
                </a:lnTo>
                <a:lnTo>
                  <a:pt x="681400" y="31133"/>
                </a:lnTo>
                <a:lnTo>
                  <a:pt x="681635" y="31032"/>
                </a:lnTo>
                <a:lnTo>
                  <a:pt x="681875" y="30938"/>
                </a:lnTo>
                <a:lnTo>
                  <a:pt x="682120" y="30849"/>
                </a:lnTo>
                <a:lnTo>
                  <a:pt x="682369" y="30765"/>
                </a:lnTo>
                <a:lnTo>
                  <a:pt x="682622" y="30688"/>
                </a:lnTo>
                <a:lnTo>
                  <a:pt x="682880" y="30616"/>
                </a:lnTo>
                <a:lnTo>
                  <a:pt x="683143" y="30550"/>
                </a:lnTo>
                <a:lnTo>
                  <a:pt x="683409" y="30490"/>
                </a:lnTo>
                <a:lnTo>
                  <a:pt x="683681" y="30435"/>
                </a:lnTo>
                <a:lnTo>
                  <a:pt x="683956" y="30387"/>
                </a:lnTo>
                <a:lnTo>
                  <a:pt x="684237" y="30343"/>
                </a:lnTo>
                <a:lnTo>
                  <a:pt x="684521" y="30306"/>
                </a:lnTo>
                <a:lnTo>
                  <a:pt x="684810" y="30275"/>
                </a:lnTo>
                <a:lnTo>
                  <a:pt x="685104" y="30249"/>
                </a:lnTo>
                <a:lnTo>
                  <a:pt x="685402" y="30229"/>
                </a:lnTo>
                <a:lnTo>
                  <a:pt x="685705" y="30214"/>
                </a:lnTo>
                <a:lnTo>
                  <a:pt x="686012" y="30206"/>
                </a:lnTo>
                <a:lnTo>
                  <a:pt x="686323" y="30203"/>
                </a:lnTo>
                <a:lnTo>
                  <a:pt x="686664" y="30206"/>
                </a:lnTo>
                <a:lnTo>
                  <a:pt x="687000" y="30217"/>
                </a:lnTo>
                <a:lnTo>
                  <a:pt x="687329" y="30235"/>
                </a:lnTo>
                <a:lnTo>
                  <a:pt x="687652" y="30260"/>
                </a:lnTo>
                <a:lnTo>
                  <a:pt x="687969" y="30293"/>
                </a:lnTo>
                <a:lnTo>
                  <a:pt x="688280" y="30332"/>
                </a:lnTo>
                <a:lnTo>
                  <a:pt x="688585" y="30379"/>
                </a:lnTo>
                <a:lnTo>
                  <a:pt x="688884" y="30432"/>
                </a:lnTo>
                <a:lnTo>
                  <a:pt x="689177" y="30493"/>
                </a:lnTo>
                <a:lnTo>
                  <a:pt x="689463" y="30562"/>
                </a:lnTo>
                <a:lnTo>
                  <a:pt x="689744" y="30637"/>
                </a:lnTo>
                <a:lnTo>
                  <a:pt x="690019" y="30719"/>
                </a:lnTo>
                <a:lnTo>
                  <a:pt x="690287" y="30809"/>
                </a:lnTo>
                <a:lnTo>
                  <a:pt x="690550" y="30906"/>
                </a:lnTo>
                <a:lnTo>
                  <a:pt x="690806" y="31010"/>
                </a:lnTo>
                <a:lnTo>
                  <a:pt x="691057" y="31121"/>
                </a:lnTo>
                <a:lnTo>
                  <a:pt x="691301" y="31240"/>
                </a:lnTo>
                <a:lnTo>
                  <a:pt x="691539" y="31365"/>
                </a:lnTo>
                <a:lnTo>
                  <a:pt x="691771" y="31498"/>
                </a:lnTo>
                <a:lnTo>
                  <a:pt x="691997" y="31638"/>
                </a:lnTo>
                <a:lnTo>
                  <a:pt x="692217" y="31785"/>
                </a:lnTo>
                <a:lnTo>
                  <a:pt x="692431" y="31939"/>
                </a:lnTo>
                <a:lnTo>
                  <a:pt x="692639" y="32100"/>
                </a:lnTo>
                <a:lnTo>
                  <a:pt x="692841" y="32269"/>
                </a:lnTo>
                <a:lnTo>
                  <a:pt x="693036" y="32444"/>
                </a:lnTo>
                <a:lnTo>
                  <a:pt x="693222" y="32624"/>
                </a:lnTo>
                <a:lnTo>
                  <a:pt x="693400" y="32810"/>
                </a:lnTo>
                <a:lnTo>
                  <a:pt x="693570" y="33002"/>
                </a:lnTo>
                <a:lnTo>
                  <a:pt x="693732" y="33199"/>
                </a:lnTo>
                <a:lnTo>
                  <a:pt x="693885" y="33402"/>
                </a:lnTo>
                <a:lnTo>
                  <a:pt x="694030" y="33610"/>
                </a:lnTo>
                <a:lnTo>
                  <a:pt x="694167" y="33824"/>
                </a:lnTo>
                <a:lnTo>
                  <a:pt x="694296" y="34044"/>
                </a:lnTo>
                <a:lnTo>
                  <a:pt x="694416" y="34269"/>
                </a:lnTo>
                <a:lnTo>
                  <a:pt x="694528" y="34500"/>
                </a:lnTo>
                <a:lnTo>
                  <a:pt x="694631" y="34736"/>
                </a:lnTo>
                <a:lnTo>
                  <a:pt x="694727" y="34978"/>
                </a:lnTo>
                <a:lnTo>
                  <a:pt x="694814" y="35225"/>
                </a:lnTo>
                <a:lnTo>
                  <a:pt x="694892" y="35478"/>
                </a:lnTo>
                <a:lnTo>
                  <a:pt x="694963" y="35737"/>
                </a:lnTo>
                <a:lnTo>
                  <a:pt x="695025" y="36001"/>
                </a:lnTo>
                <a:lnTo>
                  <a:pt x="695079" y="36271"/>
                </a:lnTo>
                <a:lnTo>
                  <a:pt x="695124" y="36546"/>
                </a:lnTo>
                <a:lnTo>
                  <a:pt x="695162" y="36827"/>
                </a:lnTo>
                <a:lnTo>
                  <a:pt x="695191" y="37114"/>
                </a:lnTo>
                <a:lnTo>
                  <a:pt x="695211" y="37406"/>
                </a:lnTo>
                <a:lnTo>
                  <a:pt x="695224" y="37703"/>
                </a:lnTo>
                <a:lnTo>
                  <a:pt x="695228" y="38007"/>
                </a:lnTo>
                <a:lnTo>
                  <a:pt x="695228" y="42321"/>
                </a:lnTo>
                <a:lnTo>
                  <a:pt x="682652" y="42321"/>
                </a:lnTo>
                <a:lnTo>
                  <a:pt x="681901" y="42328"/>
                </a:lnTo>
                <a:lnTo>
                  <a:pt x="681165" y="42349"/>
                </a:lnTo>
                <a:lnTo>
                  <a:pt x="680444" y="42384"/>
                </a:lnTo>
                <a:lnTo>
                  <a:pt x="679737" y="42433"/>
                </a:lnTo>
                <a:lnTo>
                  <a:pt x="679044" y="42497"/>
                </a:lnTo>
                <a:lnTo>
                  <a:pt x="678365" y="42574"/>
                </a:lnTo>
                <a:lnTo>
                  <a:pt x="677701" y="42665"/>
                </a:lnTo>
                <a:lnTo>
                  <a:pt x="677052" y="42770"/>
                </a:lnTo>
                <a:lnTo>
                  <a:pt x="676416" y="42889"/>
                </a:lnTo>
                <a:lnTo>
                  <a:pt x="675795" y="43023"/>
                </a:lnTo>
                <a:lnTo>
                  <a:pt x="675188" y="43170"/>
                </a:lnTo>
                <a:lnTo>
                  <a:pt x="674596" y="43331"/>
                </a:lnTo>
                <a:lnTo>
                  <a:pt x="674018" y="43507"/>
                </a:lnTo>
                <a:lnTo>
                  <a:pt x="673454" y="43696"/>
                </a:lnTo>
                <a:lnTo>
                  <a:pt x="672905" y="43899"/>
                </a:lnTo>
                <a:lnTo>
                  <a:pt x="672370" y="44117"/>
                </a:lnTo>
                <a:lnTo>
                  <a:pt x="671849" y="44348"/>
                </a:lnTo>
                <a:lnTo>
                  <a:pt x="671343" y="44594"/>
                </a:lnTo>
                <a:lnTo>
                  <a:pt x="670850" y="44853"/>
                </a:lnTo>
                <a:lnTo>
                  <a:pt x="670373" y="45127"/>
                </a:lnTo>
                <a:lnTo>
                  <a:pt x="669910" y="45414"/>
                </a:lnTo>
                <a:lnTo>
                  <a:pt x="669461" y="45716"/>
                </a:lnTo>
                <a:lnTo>
                  <a:pt x="669026" y="46032"/>
                </a:lnTo>
                <a:lnTo>
                  <a:pt x="668606" y="46361"/>
                </a:lnTo>
                <a:lnTo>
                  <a:pt x="668201" y="46704"/>
                </a:lnTo>
                <a:lnTo>
                  <a:pt x="667814" y="47058"/>
                </a:lnTo>
                <a:lnTo>
                  <a:pt x="667444" y="47424"/>
                </a:lnTo>
                <a:lnTo>
                  <a:pt x="667091" y="47802"/>
                </a:lnTo>
                <a:lnTo>
                  <a:pt x="666755" y="48191"/>
                </a:lnTo>
                <a:lnTo>
                  <a:pt x="666437" y="48593"/>
                </a:lnTo>
                <a:lnTo>
                  <a:pt x="666135" y="49006"/>
                </a:lnTo>
                <a:lnTo>
                  <a:pt x="665851" y="49431"/>
                </a:lnTo>
                <a:lnTo>
                  <a:pt x="665585" y="49868"/>
                </a:lnTo>
                <a:lnTo>
                  <a:pt x="665335" y="50316"/>
                </a:lnTo>
                <a:lnTo>
                  <a:pt x="665103" y="50777"/>
                </a:lnTo>
                <a:lnTo>
                  <a:pt x="664887" y="51249"/>
                </a:lnTo>
                <a:lnTo>
                  <a:pt x="664690" y="51733"/>
                </a:lnTo>
                <a:lnTo>
                  <a:pt x="664509" y="52229"/>
                </a:lnTo>
                <a:lnTo>
                  <a:pt x="664345" y="52736"/>
                </a:lnTo>
                <a:lnTo>
                  <a:pt x="664199" y="53256"/>
                </a:lnTo>
                <a:lnTo>
                  <a:pt x="664070" y="53787"/>
                </a:lnTo>
                <a:lnTo>
                  <a:pt x="663958" y="54330"/>
                </a:lnTo>
                <a:lnTo>
                  <a:pt x="663863" y="54885"/>
                </a:lnTo>
                <a:lnTo>
                  <a:pt x="663786" y="55451"/>
                </a:lnTo>
                <a:lnTo>
                  <a:pt x="663726" y="56029"/>
                </a:lnTo>
                <a:lnTo>
                  <a:pt x="663683" y="56620"/>
                </a:lnTo>
                <a:lnTo>
                  <a:pt x="663657" y="57222"/>
                </a:lnTo>
                <a:lnTo>
                  <a:pt x="663648" y="57835"/>
                </a:lnTo>
                <a:lnTo>
                  <a:pt x="663656" y="58412"/>
                </a:lnTo>
                <a:lnTo>
                  <a:pt x="663679" y="58978"/>
                </a:lnTo>
                <a:lnTo>
                  <a:pt x="663718" y="59535"/>
                </a:lnTo>
                <a:lnTo>
                  <a:pt x="663773" y="60082"/>
                </a:lnTo>
                <a:lnTo>
                  <a:pt x="663843" y="60619"/>
                </a:lnTo>
                <a:lnTo>
                  <a:pt x="663929" y="61146"/>
                </a:lnTo>
                <a:lnTo>
                  <a:pt x="664031" y="61663"/>
                </a:lnTo>
                <a:lnTo>
                  <a:pt x="664148" y="62171"/>
                </a:lnTo>
                <a:lnTo>
                  <a:pt x="664281" y="62668"/>
                </a:lnTo>
                <a:lnTo>
                  <a:pt x="664429" y="63156"/>
                </a:lnTo>
                <a:lnTo>
                  <a:pt x="664593" y="63633"/>
                </a:lnTo>
                <a:lnTo>
                  <a:pt x="664773" y="64101"/>
                </a:lnTo>
                <a:lnTo>
                  <a:pt x="664968" y="64559"/>
                </a:lnTo>
                <a:lnTo>
                  <a:pt x="665179" y="65007"/>
                </a:lnTo>
                <a:lnTo>
                  <a:pt x="665405" y="65445"/>
                </a:lnTo>
                <a:lnTo>
                  <a:pt x="665647" y="65873"/>
                </a:lnTo>
                <a:lnTo>
                  <a:pt x="665905" y="66292"/>
                </a:lnTo>
                <a:lnTo>
                  <a:pt x="666178" y="66700"/>
                </a:lnTo>
                <a:lnTo>
                  <a:pt x="666467" y="67099"/>
                </a:lnTo>
                <a:lnTo>
                  <a:pt x="666772" y="67488"/>
                </a:lnTo>
                <a:lnTo>
                  <a:pt x="667092" y="67866"/>
                </a:lnTo>
                <a:lnTo>
                  <a:pt x="667428" y="68235"/>
                </a:lnTo>
                <a:lnTo>
                  <a:pt x="667779" y="68594"/>
                </a:lnTo>
                <a:lnTo>
                  <a:pt x="668146" y="68944"/>
                </a:lnTo>
                <a:lnTo>
                  <a:pt x="668527" y="69281"/>
                </a:lnTo>
                <a:lnTo>
                  <a:pt x="668919" y="69603"/>
                </a:lnTo>
                <a:lnTo>
                  <a:pt x="669323" y="69912"/>
                </a:lnTo>
                <a:lnTo>
                  <a:pt x="669738" y="70206"/>
                </a:lnTo>
                <a:lnTo>
                  <a:pt x="670164" y="70486"/>
                </a:lnTo>
                <a:lnTo>
                  <a:pt x="670602" y="70751"/>
                </a:lnTo>
                <a:lnTo>
                  <a:pt x="671052" y="71002"/>
                </a:lnTo>
                <a:lnTo>
                  <a:pt x="671513" y="71239"/>
                </a:lnTo>
                <a:lnTo>
                  <a:pt x="671985" y="71461"/>
                </a:lnTo>
                <a:lnTo>
                  <a:pt x="672469" y="71669"/>
                </a:lnTo>
                <a:lnTo>
                  <a:pt x="672964" y="71863"/>
                </a:lnTo>
                <a:lnTo>
                  <a:pt x="673471" y="72042"/>
                </a:lnTo>
                <a:lnTo>
                  <a:pt x="673990" y="72207"/>
                </a:lnTo>
                <a:lnTo>
                  <a:pt x="674519" y="72357"/>
                </a:lnTo>
                <a:lnTo>
                  <a:pt x="675061" y="72494"/>
                </a:lnTo>
                <a:lnTo>
                  <a:pt x="675613" y="72616"/>
                </a:lnTo>
                <a:lnTo>
                  <a:pt x="676178" y="72723"/>
                </a:lnTo>
                <a:lnTo>
                  <a:pt x="676753" y="72816"/>
                </a:lnTo>
                <a:lnTo>
                  <a:pt x="677340" y="72895"/>
                </a:lnTo>
                <a:lnTo>
                  <a:pt x="677939" y="72960"/>
                </a:lnTo>
                <a:lnTo>
                  <a:pt x="678549" y="73010"/>
                </a:lnTo>
                <a:lnTo>
                  <a:pt x="679171" y="73046"/>
                </a:lnTo>
                <a:lnTo>
                  <a:pt x="679804" y="73067"/>
                </a:lnTo>
                <a:lnTo>
                  <a:pt x="680448" y="73075"/>
                </a:lnTo>
                <a:lnTo>
                  <a:pt x="681017" y="73069"/>
                </a:lnTo>
                <a:lnTo>
                  <a:pt x="681576" y="73052"/>
                </a:lnTo>
                <a:lnTo>
                  <a:pt x="682126" y="73023"/>
                </a:lnTo>
                <a:lnTo>
                  <a:pt x="682667" y="72983"/>
                </a:lnTo>
                <a:lnTo>
                  <a:pt x="683197" y="72931"/>
                </a:lnTo>
                <a:lnTo>
                  <a:pt x="683718" y="72868"/>
                </a:lnTo>
                <a:lnTo>
                  <a:pt x="684230" y="72794"/>
                </a:lnTo>
                <a:lnTo>
                  <a:pt x="684732" y="72707"/>
                </a:lnTo>
                <a:lnTo>
                  <a:pt x="685224" y="72610"/>
                </a:lnTo>
                <a:lnTo>
                  <a:pt x="685707" y="72501"/>
                </a:lnTo>
                <a:lnTo>
                  <a:pt x="686181" y="72380"/>
                </a:lnTo>
                <a:lnTo>
                  <a:pt x="686645" y="72249"/>
                </a:lnTo>
                <a:lnTo>
                  <a:pt x="687099" y="72105"/>
                </a:lnTo>
                <a:lnTo>
                  <a:pt x="687543" y="71950"/>
                </a:lnTo>
                <a:lnTo>
                  <a:pt x="687978" y="71784"/>
                </a:lnTo>
                <a:lnTo>
                  <a:pt x="688404" y="71606"/>
                </a:lnTo>
                <a:lnTo>
                  <a:pt x="688820" y="71417"/>
                </a:lnTo>
                <a:lnTo>
                  <a:pt x="689226" y="71216"/>
                </a:lnTo>
                <a:lnTo>
                  <a:pt x="689623" y="71004"/>
                </a:lnTo>
                <a:lnTo>
                  <a:pt x="690011" y="70780"/>
                </a:lnTo>
                <a:lnTo>
                  <a:pt x="690388" y="70545"/>
                </a:lnTo>
                <a:lnTo>
                  <a:pt x="690756" y="70298"/>
                </a:lnTo>
                <a:lnTo>
                  <a:pt x="691115" y="70040"/>
                </a:lnTo>
                <a:lnTo>
                  <a:pt x="691464" y="69770"/>
                </a:lnTo>
                <a:lnTo>
                  <a:pt x="691801" y="69491"/>
                </a:lnTo>
                <a:lnTo>
                  <a:pt x="692124" y="69203"/>
                </a:lnTo>
                <a:lnTo>
                  <a:pt x="692433" y="68908"/>
                </a:lnTo>
                <a:lnTo>
                  <a:pt x="692727" y="68605"/>
                </a:lnTo>
                <a:lnTo>
                  <a:pt x="693006" y="68294"/>
                </a:lnTo>
                <a:lnTo>
                  <a:pt x="693272" y="67974"/>
                </a:lnTo>
                <a:lnTo>
                  <a:pt x="693523" y="67647"/>
                </a:lnTo>
                <a:lnTo>
                  <a:pt x="693760" y="67312"/>
                </a:lnTo>
                <a:lnTo>
                  <a:pt x="693982" y="66969"/>
                </a:lnTo>
                <a:lnTo>
                  <a:pt x="694190" y="66618"/>
                </a:lnTo>
                <a:lnTo>
                  <a:pt x="694384" y="66259"/>
                </a:lnTo>
                <a:lnTo>
                  <a:pt x="694563" y="65892"/>
                </a:lnTo>
                <a:lnTo>
                  <a:pt x="694728" y="65517"/>
                </a:lnTo>
                <a:lnTo>
                  <a:pt x="694879" y="65134"/>
                </a:lnTo>
                <a:lnTo>
                  <a:pt x="695015" y="64743"/>
                </a:lnTo>
                <a:lnTo>
                  <a:pt x="695137" y="64344"/>
                </a:lnTo>
                <a:lnTo>
                  <a:pt x="695245" y="63937"/>
                </a:lnTo>
                <a:lnTo>
                  <a:pt x="695338" y="63522"/>
                </a:lnTo>
                <a:lnTo>
                  <a:pt x="695371" y="63345"/>
                </a:lnTo>
                <a:lnTo>
                  <a:pt x="695596" y="63345"/>
                </a:lnTo>
                <a:lnTo>
                  <a:pt x="695596" y="72157"/>
                </a:lnTo>
                <a:lnTo>
                  <a:pt x="706703" y="72157"/>
                </a:lnTo>
                <a:lnTo>
                  <a:pt x="706703" y="37914"/>
                </a:lnTo>
                <a:lnTo>
                  <a:pt x="706694" y="37262"/>
                </a:lnTo>
                <a:close/>
                <a:moveTo>
                  <a:pt x="682530" y="64356"/>
                </a:moveTo>
                <a:lnTo>
                  <a:pt x="682212" y="64317"/>
                </a:lnTo>
                <a:lnTo>
                  <a:pt x="681901" y="64270"/>
                </a:lnTo>
                <a:lnTo>
                  <a:pt x="681595" y="64216"/>
                </a:lnTo>
                <a:lnTo>
                  <a:pt x="681296" y="64155"/>
                </a:lnTo>
                <a:lnTo>
                  <a:pt x="681003" y="64087"/>
                </a:lnTo>
                <a:lnTo>
                  <a:pt x="680717" y="64012"/>
                </a:lnTo>
                <a:lnTo>
                  <a:pt x="680436" y="63929"/>
                </a:lnTo>
                <a:lnTo>
                  <a:pt x="680162" y="63840"/>
                </a:lnTo>
                <a:lnTo>
                  <a:pt x="679894" y="63743"/>
                </a:lnTo>
                <a:lnTo>
                  <a:pt x="679632" y="63639"/>
                </a:lnTo>
                <a:lnTo>
                  <a:pt x="679376" y="63528"/>
                </a:lnTo>
                <a:lnTo>
                  <a:pt x="679127" y="63410"/>
                </a:lnTo>
                <a:lnTo>
                  <a:pt x="678884" y="63284"/>
                </a:lnTo>
                <a:lnTo>
                  <a:pt x="678647" y="63152"/>
                </a:lnTo>
                <a:lnTo>
                  <a:pt x="678416" y="63012"/>
                </a:lnTo>
                <a:lnTo>
                  <a:pt x="678192" y="62865"/>
                </a:lnTo>
                <a:lnTo>
                  <a:pt x="677973" y="62711"/>
                </a:lnTo>
                <a:lnTo>
                  <a:pt x="677761" y="62549"/>
                </a:lnTo>
                <a:lnTo>
                  <a:pt x="677555" y="62381"/>
                </a:lnTo>
                <a:lnTo>
                  <a:pt x="677357" y="62206"/>
                </a:lnTo>
                <a:lnTo>
                  <a:pt x="677167" y="62026"/>
                </a:lnTo>
                <a:lnTo>
                  <a:pt x="676985" y="61841"/>
                </a:lnTo>
                <a:lnTo>
                  <a:pt x="676812" y="61650"/>
                </a:lnTo>
                <a:lnTo>
                  <a:pt x="676648" y="61454"/>
                </a:lnTo>
                <a:lnTo>
                  <a:pt x="676491" y="61253"/>
                </a:lnTo>
                <a:lnTo>
                  <a:pt x="676344" y="61047"/>
                </a:lnTo>
                <a:lnTo>
                  <a:pt x="676204" y="60835"/>
                </a:lnTo>
                <a:lnTo>
                  <a:pt x="676073" y="60618"/>
                </a:lnTo>
                <a:lnTo>
                  <a:pt x="675951" y="60396"/>
                </a:lnTo>
                <a:lnTo>
                  <a:pt x="675837" y="60169"/>
                </a:lnTo>
                <a:lnTo>
                  <a:pt x="675732" y="59936"/>
                </a:lnTo>
                <a:lnTo>
                  <a:pt x="675634" y="59698"/>
                </a:lnTo>
                <a:lnTo>
                  <a:pt x="675546" y="59455"/>
                </a:lnTo>
                <a:lnTo>
                  <a:pt x="675466" y="59207"/>
                </a:lnTo>
                <a:lnTo>
                  <a:pt x="675394" y="58953"/>
                </a:lnTo>
                <a:lnTo>
                  <a:pt x="675330" y="58694"/>
                </a:lnTo>
                <a:lnTo>
                  <a:pt x="675276" y="58430"/>
                </a:lnTo>
                <a:lnTo>
                  <a:pt x="675229" y="58160"/>
                </a:lnTo>
                <a:lnTo>
                  <a:pt x="675191" y="57886"/>
                </a:lnTo>
                <a:lnTo>
                  <a:pt x="675162" y="57606"/>
                </a:lnTo>
                <a:lnTo>
                  <a:pt x="675140" y="57320"/>
                </a:lnTo>
                <a:lnTo>
                  <a:pt x="675128" y="57030"/>
                </a:lnTo>
                <a:lnTo>
                  <a:pt x="675124" y="56734"/>
                </a:lnTo>
                <a:lnTo>
                  <a:pt x="675127" y="56461"/>
                </a:lnTo>
                <a:lnTo>
                  <a:pt x="675138" y="56192"/>
                </a:lnTo>
                <a:lnTo>
                  <a:pt x="675157" y="55928"/>
                </a:lnTo>
                <a:lnTo>
                  <a:pt x="675182" y="55668"/>
                </a:lnTo>
                <a:lnTo>
                  <a:pt x="675215" y="55413"/>
                </a:lnTo>
                <a:lnTo>
                  <a:pt x="675255" y="55162"/>
                </a:lnTo>
                <a:lnTo>
                  <a:pt x="675303" y="54916"/>
                </a:lnTo>
                <a:lnTo>
                  <a:pt x="675358" y="54674"/>
                </a:lnTo>
                <a:lnTo>
                  <a:pt x="675420" y="54436"/>
                </a:lnTo>
                <a:lnTo>
                  <a:pt x="675490" y="54203"/>
                </a:lnTo>
                <a:lnTo>
                  <a:pt x="675567" y="53975"/>
                </a:lnTo>
                <a:lnTo>
                  <a:pt x="675651" y="53751"/>
                </a:lnTo>
                <a:lnTo>
                  <a:pt x="675743" y="53531"/>
                </a:lnTo>
                <a:lnTo>
                  <a:pt x="675842" y="53316"/>
                </a:lnTo>
                <a:lnTo>
                  <a:pt x="675948" y="53105"/>
                </a:lnTo>
                <a:lnTo>
                  <a:pt x="676062" y="52899"/>
                </a:lnTo>
                <a:lnTo>
                  <a:pt x="676183" y="52697"/>
                </a:lnTo>
                <a:lnTo>
                  <a:pt x="676311" y="52500"/>
                </a:lnTo>
                <a:lnTo>
                  <a:pt x="676447" y="52307"/>
                </a:lnTo>
                <a:lnTo>
                  <a:pt x="676590" y="52119"/>
                </a:lnTo>
                <a:lnTo>
                  <a:pt x="676740" y="51935"/>
                </a:lnTo>
                <a:lnTo>
                  <a:pt x="676897" y="51755"/>
                </a:lnTo>
                <a:lnTo>
                  <a:pt x="677062" y="51580"/>
                </a:lnTo>
                <a:lnTo>
                  <a:pt x="677235" y="51410"/>
                </a:lnTo>
                <a:lnTo>
                  <a:pt x="677413" y="51245"/>
                </a:lnTo>
                <a:lnTo>
                  <a:pt x="677596" y="51087"/>
                </a:lnTo>
                <a:lnTo>
                  <a:pt x="677784" y="50936"/>
                </a:lnTo>
                <a:lnTo>
                  <a:pt x="677977" y="50793"/>
                </a:lnTo>
                <a:lnTo>
                  <a:pt x="678174" y="50656"/>
                </a:lnTo>
                <a:lnTo>
                  <a:pt x="678377" y="50526"/>
                </a:lnTo>
                <a:lnTo>
                  <a:pt x="678584" y="50403"/>
                </a:lnTo>
                <a:lnTo>
                  <a:pt x="678796" y="50288"/>
                </a:lnTo>
                <a:lnTo>
                  <a:pt x="679012" y="50179"/>
                </a:lnTo>
                <a:lnTo>
                  <a:pt x="679234" y="50077"/>
                </a:lnTo>
                <a:lnTo>
                  <a:pt x="679460" y="49982"/>
                </a:lnTo>
                <a:lnTo>
                  <a:pt x="679691" y="49895"/>
                </a:lnTo>
                <a:lnTo>
                  <a:pt x="679927" y="49814"/>
                </a:lnTo>
                <a:lnTo>
                  <a:pt x="680167" y="49740"/>
                </a:lnTo>
                <a:lnTo>
                  <a:pt x="680412" y="49674"/>
                </a:lnTo>
                <a:lnTo>
                  <a:pt x="680663" y="49614"/>
                </a:lnTo>
                <a:lnTo>
                  <a:pt x="680917" y="49562"/>
                </a:lnTo>
                <a:lnTo>
                  <a:pt x="681177" y="49516"/>
                </a:lnTo>
                <a:lnTo>
                  <a:pt x="681441" y="49477"/>
                </a:lnTo>
                <a:lnTo>
                  <a:pt x="681711" y="49446"/>
                </a:lnTo>
                <a:lnTo>
                  <a:pt x="681985" y="49421"/>
                </a:lnTo>
                <a:lnTo>
                  <a:pt x="682263" y="49404"/>
                </a:lnTo>
                <a:lnTo>
                  <a:pt x="682547" y="49393"/>
                </a:lnTo>
                <a:lnTo>
                  <a:pt x="682835" y="49390"/>
                </a:lnTo>
                <a:lnTo>
                  <a:pt x="695228" y="49390"/>
                </a:lnTo>
                <a:lnTo>
                  <a:pt x="695228" y="55541"/>
                </a:lnTo>
                <a:lnTo>
                  <a:pt x="695223" y="55867"/>
                </a:lnTo>
                <a:lnTo>
                  <a:pt x="695207" y="56188"/>
                </a:lnTo>
                <a:lnTo>
                  <a:pt x="695180" y="56505"/>
                </a:lnTo>
                <a:lnTo>
                  <a:pt x="695143" y="56816"/>
                </a:lnTo>
                <a:lnTo>
                  <a:pt x="695094" y="57122"/>
                </a:lnTo>
                <a:lnTo>
                  <a:pt x="695036" y="57423"/>
                </a:lnTo>
                <a:lnTo>
                  <a:pt x="694966" y="57719"/>
                </a:lnTo>
                <a:lnTo>
                  <a:pt x="694886" y="58009"/>
                </a:lnTo>
                <a:lnTo>
                  <a:pt x="694795" y="58295"/>
                </a:lnTo>
                <a:lnTo>
                  <a:pt x="694694" y="58575"/>
                </a:lnTo>
                <a:lnTo>
                  <a:pt x="694582" y="58851"/>
                </a:lnTo>
                <a:lnTo>
                  <a:pt x="694459" y="59121"/>
                </a:lnTo>
                <a:lnTo>
                  <a:pt x="694325" y="59386"/>
                </a:lnTo>
                <a:lnTo>
                  <a:pt x="694181" y="59647"/>
                </a:lnTo>
                <a:lnTo>
                  <a:pt x="694026" y="59902"/>
                </a:lnTo>
                <a:lnTo>
                  <a:pt x="693861" y="60152"/>
                </a:lnTo>
                <a:lnTo>
                  <a:pt x="693685" y="60396"/>
                </a:lnTo>
                <a:lnTo>
                  <a:pt x="693498" y="60636"/>
                </a:lnTo>
                <a:lnTo>
                  <a:pt x="693300" y="60871"/>
                </a:lnTo>
                <a:lnTo>
                  <a:pt x="693092" y="61100"/>
                </a:lnTo>
                <a:lnTo>
                  <a:pt x="692873" y="61325"/>
                </a:lnTo>
                <a:lnTo>
                  <a:pt x="692643" y="61544"/>
                </a:lnTo>
                <a:lnTo>
                  <a:pt x="692403" y="61758"/>
                </a:lnTo>
                <a:lnTo>
                  <a:pt x="692152" y="61968"/>
                </a:lnTo>
                <a:lnTo>
                  <a:pt x="691892" y="62170"/>
                </a:lnTo>
                <a:lnTo>
                  <a:pt x="691627" y="62363"/>
                </a:lnTo>
                <a:lnTo>
                  <a:pt x="691355" y="62548"/>
                </a:lnTo>
                <a:lnTo>
                  <a:pt x="691077" y="62725"/>
                </a:lnTo>
                <a:lnTo>
                  <a:pt x="690793" y="62893"/>
                </a:lnTo>
                <a:lnTo>
                  <a:pt x="690503" y="63052"/>
                </a:lnTo>
                <a:lnTo>
                  <a:pt x="690206" y="63202"/>
                </a:lnTo>
                <a:lnTo>
                  <a:pt x="689903" y="63344"/>
                </a:lnTo>
                <a:lnTo>
                  <a:pt x="689594" y="63478"/>
                </a:lnTo>
                <a:lnTo>
                  <a:pt x="689279" y="63602"/>
                </a:lnTo>
                <a:lnTo>
                  <a:pt x="688957" y="63719"/>
                </a:lnTo>
                <a:lnTo>
                  <a:pt x="688629" y="63826"/>
                </a:lnTo>
                <a:lnTo>
                  <a:pt x="688296" y="63925"/>
                </a:lnTo>
                <a:lnTo>
                  <a:pt x="687955" y="64015"/>
                </a:lnTo>
                <a:lnTo>
                  <a:pt x="687609" y="64097"/>
                </a:lnTo>
                <a:lnTo>
                  <a:pt x="687256" y="64170"/>
                </a:lnTo>
                <a:lnTo>
                  <a:pt x="686898" y="64235"/>
                </a:lnTo>
                <a:lnTo>
                  <a:pt x="686533" y="64291"/>
                </a:lnTo>
                <a:lnTo>
                  <a:pt x="686161" y="64338"/>
                </a:lnTo>
                <a:lnTo>
                  <a:pt x="685784" y="64377"/>
                </a:lnTo>
                <a:lnTo>
                  <a:pt x="685400" y="64407"/>
                </a:lnTo>
                <a:lnTo>
                  <a:pt x="685010" y="64428"/>
                </a:lnTo>
                <a:lnTo>
                  <a:pt x="684614" y="64441"/>
                </a:lnTo>
                <a:lnTo>
                  <a:pt x="684212" y="64446"/>
                </a:lnTo>
                <a:lnTo>
                  <a:pt x="683863" y="64442"/>
                </a:lnTo>
                <a:lnTo>
                  <a:pt x="683521" y="64431"/>
                </a:lnTo>
                <a:lnTo>
                  <a:pt x="683184" y="64413"/>
                </a:lnTo>
                <a:lnTo>
                  <a:pt x="682854" y="64388"/>
                </a:lnTo>
                <a:lnTo>
                  <a:pt x="682530" y="64356"/>
                </a:lnTo>
                <a:close/>
                <a:moveTo>
                  <a:pt x="799565" y="72905"/>
                </a:moveTo>
                <a:lnTo>
                  <a:pt x="800191" y="72831"/>
                </a:lnTo>
                <a:lnTo>
                  <a:pt x="800810" y="72743"/>
                </a:lnTo>
                <a:lnTo>
                  <a:pt x="801420" y="72641"/>
                </a:lnTo>
                <a:lnTo>
                  <a:pt x="802021" y="72526"/>
                </a:lnTo>
                <a:lnTo>
                  <a:pt x="802614" y="72397"/>
                </a:lnTo>
                <a:lnTo>
                  <a:pt x="803199" y="72255"/>
                </a:lnTo>
                <a:lnTo>
                  <a:pt x="803775" y="72099"/>
                </a:lnTo>
                <a:lnTo>
                  <a:pt x="804342" y="71930"/>
                </a:lnTo>
                <a:lnTo>
                  <a:pt x="804902" y="71747"/>
                </a:lnTo>
                <a:lnTo>
                  <a:pt x="805452" y="71551"/>
                </a:lnTo>
                <a:lnTo>
                  <a:pt x="805995" y="71341"/>
                </a:lnTo>
                <a:lnTo>
                  <a:pt x="806529" y="71117"/>
                </a:lnTo>
                <a:lnTo>
                  <a:pt x="807054" y="70880"/>
                </a:lnTo>
                <a:lnTo>
                  <a:pt x="807571" y="70630"/>
                </a:lnTo>
                <a:lnTo>
                  <a:pt x="808079" y="70365"/>
                </a:lnTo>
                <a:lnTo>
                  <a:pt x="808579" y="70088"/>
                </a:lnTo>
                <a:lnTo>
                  <a:pt x="809071" y="69797"/>
                </a:lnTo>
                <a:lnTo>
                  <a:pt x="809554" y="69492"/>
                </a:lnTo>
                <a:lnTo>
                  <a:pt x="810029" y="69173"/>
                </a:lnTo>
                <a:lnTo>
                  <a:pt x="810492" y="68844"/>
                </a:lnTo>
                <a:lnTo>
                  <a:pt x="810939" y="68505"/>
                </a:lnTo>
                <a:lnTo>
                  <a:pt x="811372" y="68157"/>
                </a:lnTo>
                <a:lnTo>
                  <a:pt x="811789" y="67800"/>
                </a:lnTo>
                <a:lnTo>
                  <a:pt x="812192" y="67434"/>
                </a:lnTo>
                <a:lnTo>
                  <a:pt x="812579" y="67059"/>
                </a:lnTo>
                <a:lnTo>
                  <a:pt x="812951" y="66675"/>
                </a:lnTo>
                <a:lnTo>
                  <a:pt x="813308" y="66282"/>
                </a:lnTo>
                <a:lnTo>
                  <a:pt x="813650" y="65879"/>
                </a:lnTo>
                <a:lnTo>
                  <a:pt x="813976" y="65468"/>
                </a:lnTo>
                <a:lnTo>
                  <a:pt x="814288" y="65048"/>
                </a:lnTo>
                <a:lnTo>
                  <a:pt x="814584" y="64618"/>
                </a:lnTo>
                <a:lnTo>
                  <a:pt x="814865" y="64179"/>
                </a:lnTo>
                <a:lnTo>
                  <a:pt x="815131" y="63732"/>
                </a:lnTo>
                <a:lnTo>
                  <a:pt x="815382" y="63275"/>
                </a:lnTo>
                <a:lnTo>
                  <a:pt x="815618" y="62809"/>
                </a:lnTo>
                <a:lnTo>
                  <a:pt x="815839" y="62334"/>
                </a:lnTo>
                <a:lnTo>
                  <a:pt x="816044" y="61850"/>
                </a:lnTo>
                <a:lnTo>
                  <a:pt x="816235" y="61356"/>
                </a:lnTo>
                <a:lnTo>
                  <a:pt x="816410" y="60854"/>
                </a:lnTo>
                <a:lnTo>
                  <a:pt x="816570" y="60343"/>
                </a:lnTo>
                <a:lnTo>
                  <a:pt x="816715" y="59822"/>
                </a:lnTo>
                <a:lnTo>
                  <a:pt x="816845" y="59293"/>
                </a:lnTo>
                <a:lnTo>
                  <a:pt x="816960" y="58754"/>
                </a:lnTo>
                <a:lnTo>
                  <a:pt x="805668" y="58754"/>
                </a:lnTo>
                <a:lnTo>
                  <a:pt x="805611" y="58966"/>
                </a:lnTo>
                <a:lnTo>
                  <a:pt x="805549" y="59174"/>
                </a:lnTo>
                <a:lnTo>
                  <a:pt x="805480" y="59377"/>
                </a:lnTo>
                <a:lnTo>
                  <a:pt x="805405" y="59577"/>
                </a:lnTo>
                <a:lnTo>
                  <a:pt x="805324" y="59771"/>
                </a:lnTo>
                <a:lnTo>
                  <a:pt x="805238" y="59962"/>
                </a:lnTo>
                <a:lnTo>
                  <a:pt x="805145" y="60148"/>
                </a:lnTo>
                <a:lnTo>
                  <a:pt x="805046" y="60330"/>
                </a:lnTo>
                <a:lnTo>
                  <a:pt x="804941" y="60508"/>
                </a:lnTo>
                <a:lnTo>
                  <a:pt x="804829" y="60681"/>
                </a:lnTo>
                <a:lnTo>
                  <a:pt x="804712" y="60850"/>
                </a:lnTo>
                <a:lnTo>
                  <a:pt x="804589" y="61015"/>
                </a:lnTo>
                <a:lnTo>
                  <a:pt x="804460" y="61175"/>
                </a:lnTo>
                <a:lnTo>
                  <a:pt x="804324" y="61331"/>
                </a:lnTo>
                <a:lnTo>
                  <a:pt x="804183" y="61483"/>
                </a:lnTo>
                <a:lnTo>
                  <a:pt x="804036" y="61630"/>
                </a:lnTo>
                <a:lnTo>
                  <a:pt x="803882" y="61774"/>
                </a:lnTo>
                <a:lnTo>
                  <a:pt x="803723" y="61913"/>
                </a:lnTo>
                <a:lnTo>
                  <a:pt x="803557" y="62047"/>
                </a:lnTo>
                <a:lnTo>
                  <a:pt x="803385" y="62177"/>
                </a:lnTo>
                <a:lnTo>
                  <a:pt x="803208" y="62303"/>
                </a:lnTo>
                <a:lnTo>
                  <a:pt x="803024" y="62425"/>
                </a:lnTo>
                <a:lnTo>
                  <a:pt x="802834" y="62542"/>
                </a:lnTo>
                <a:lnTo>
                  <a:pt x="802638" y="62655"/>
                </a:lnTo>
                <a:lnTo>
                  <a:pt x="802437" y="62764"/>
                </a:lnTo>
                <a:lnTo>
                  <a:pt x="802230" y="62868"/>
                </a:lnTo>
                <a:lnTo>
                  <a:pt x="802018" y="62967"/>
                </a:lnTo>
                <a:lnTo>
                  <a:pt x="801802" y="63062"/>
                </a:lnTo>
                <a:lnTo>
                  <a:pt x="801580" y="63152"/>
                </a:lnTo>
                <a:lnTo>
                  <a:pt x="801353" y="63238"/>
                </a:lnTo>
                <a:lnTo>
                  <a:pt x="801121" y="63318"/>
                </a:lnTo>
                <a:lnTo>
                  <a:pt x="800884" y="63395"/>
                </a:lnTo>
                <a:lnTo>
                  <a:pt x="800641" y="63466"/>
                </a:lnTo>
                <a:lnTo>
                  <a:pt x="800394" y="63533"/>
                </a:lnTo>
                <a:lnTo>
                  <a:pt x="800142" y="63596"/>
                </a:lnTo>
                <a:lnTo>
                  <a:pt x="799884" y="63654"/>
                </a:lnTo>
                <a:lnTo>
                  <a:pt x="799621" y="63707"/>
                </a:lnTo>
                <a:lnTo>
                  <a:pt x="799354" y="63755"/>
                </a:lnTo>
                <a:lnTo>
                  <a:pt x="799081" y="63799"/>
                </a:lnTo>
                <a:lnTo>
                  <a:pt x="798803" y="63838"/>
                </a:lnTo>
                <a:lnTo>
                  <a:pt x="798520" y="63873"/>
                </a:lnTo>
                <a:lnTo>
                  <a:pt x="798232" y="63903"/>
                </a:lnTo>
                <a:lnTo>
                  <a:pt x="797939" y="63928"/>
                </a:lnTo>
                <a:lnTo>
                  <a:pt x="797640" y="63949"/>
                </a:lnTo>
                <a:lnTo>
                  <a:pt x="797337" y="63965"/>
                </a:lnTo>
                <a:lnTo>
                  <a:pt x="797028" y="63977"/>
                </a:lnTo>
                <a:lnTo>
                  <a:pt x="796715" y="63984"/>
                </a:lnTo>
                <a:lnTo>
                  <a:pt x="796396" y="63986"/>
                </a:lnTo>
                <a:lnTo>
                  <a:pt x="795980" y="63981"/>
                </a:lnTo>
                <a:lnTo>
                  <a:pt x="795572" y="63967"/>
                </a:lnTo>
                <a:lnTo>
                  <a:pt x="795172" y="63944"/>
                </a:lnTo>
                <a:lnTo>
                  <a:pt x="794782" y="63911"/>
                </a:lnTo>
                <a:lnTo>
                  <a:pt x="794400" y="63869"/>
                </a:lnTo>
                <a:lnTo>
                  <a:pt x="794026" y="63817"/>
                </a:lnTo>
                <a:lnTo>
                  <a:pt x="793661" y="63756"/>
                </a:lnTo>
                <a:lnTo>
                  <a:pt x="793305" y="63685"/>
                </a:lnTo>
                <a:lnTo>
                  <a:pt x="792957" y="63605"/>
                </a:lnTo>
                <a:lnTo>
                  <a:pt x="792618" y="63516"/>
                </a:lnTo>
                <a:lnTo>
                  <a:pt x="792288" y="63417"/>
                </a:lnTo>
                <a:lnTo>
                  <a:pt x="791966" y="63309"/>
                </a:lnTo>
                <a:lnTo>
                  <a:pt x="791653" y="63192"/>
                </a:lnTo>
                <a:lnTo>
                  <a:pt x="791348" y="63065"/>
                </a:lnTo>
                <a:lnTo>
                  <a:pt x="791052" y="62928"/>
                </a:lnTo>
                <a:lnTo>
                  <a:pt x="790765" y="62783"/>
                </a:lnTo>
                <a:lnTo>
                  <a:pt x="790486" y="62628"/>
                </a:lnTo>
                <a:lnTo>
                  <a:pt x="790216" y="62463"/>
                </a:lnTo>
                <a:lnTo>
                  <a:pt x="789954" y="62289"/>
                </a:lnTo>
                <a:lnTo>
                  <a:pt x="789701" y="62106"/>
                </a:lnTo>
                <a:lnTo>
                  <a:pt x="789457" y="61913"/>
                </a:lnTo>
                <a:lnTo>
                  <a:pt x="789221" y="61711"/>
                </a:lnTo>
                <a:lnTo>
                  <a:pt x="788994" y="61499"/>
                </a:lnTo>
                <a:lnTo>
                  <a:pt x="788776" y="61278"/>
                </a:lnTo>
                <a:lnTo>
                  <a:pt x="788566" y="61048"/>
                </a:lnTo>
                <a:lnTo>
                  <a:pt x="788365" y="60809"/>
                </a:lnTo>
                <a:lnTo>
                  <a:pt x="788173" y="60561"/>
                </a:lnTo>
                <a:lnTo>
                  <a:pt x="787990" y="60303"/>
                </a:lnTo>
                <a:lnTo>
                  <a:pt x="787816" y="60037"/>
                </a:lnTo>
                <a:lnTo>
                  <a:pt x="787651" y="59761"/>
                </a:lnTo>
                <a:lnTo>
                  <a:pt x="787495" y="59476"/>
                </a:lnTo>
                <a:lnTo>
                  <a:pt x="787348" y="59183"/>
                </a:lnTo>
                <a:lnTo>
                  <a:pt x="787209" y="58880"/>
                </a:lnTo>
                <a:lnTo>
                  <a:pt x="787080" y="58568"/>
                </a:lnTo>
                <a:lnTo>
                  <a:pt x="786959" y="58247"/>
                </a:lnTo>
                <a:lnTo>
                  <a:pt x="786848" y="57916"/>
                </a:lnTo>
                <a:lnTo>
                  <a:pt x="786745" y="57577"/>
                </a:lnTo>
                <a:lnTo>
                  <a:pt x="786651" y="57229"/>
                </a:lnTo>
                <a:lnTo>
                  <a:pt x="786567" y="56872"/>
                </a:lnTo>
                <a:lnTo>
                  <a:pt x="786491" y="56505"/>
                </a:lnTo>
                <a:lnTo>
                  <a:pt x="786424" y="56130"/>
                </a:lnTo>
                <a:lnTo>
                  <a:pt x="786366" y="55745"/>
                </a:lnTo>
                <a:lnTo>
                  <a:pt x="786317" y="55351"/>
                </a:lnTo>
                <a:lnTo>
                  <a:pt x="786277" y="54948"/>
                </a:lnTo>
                <a:lnTo>
                  <a:pt x="786245" y="54536"/>
                </a:lnTo>
                <a:lnTo>
                  <a:pt x="786223" y="54115"/>
                </a:lnTo>
                <a:lnTo>
                  <a:pt x="786210" y="53685"/>
                </a:lnTo>
                <a:lnTo>
                  <a:pt x="786205" y="53246"/>
                </a:lnTo>
                <a:lnTo>
                  <a:pt x="786205" y="49666"/>
                </a:lnTo>
                <a:lnTo>
                  <a:pt x="817327" y="49666"/>
                </a:lnTo>
                <a:lnTo>
                  <a:pt x="817327" y="40577"/>
                </a:lnTo>
                <a:lnTo>
                  <a:pt x="817322" y="40083"/>
                </a:lnTo>
                <a:lnTo>
                  <a:pt x="817309" y="39593"/>
                </a:lnTo>
                <a:lnTo>
                  <a:pt x="817286" y="39109"/>
                </a:lnTo>
                <a:lnTo>
                  <a:pt x="817254" y="38630"/>
                </a:lnTo>
                <a:lnTo>
                  <a:pt x="817213" y="38157"/>
                </a:lnTo>
                <a:lnTo>
                  <a:pt x="817163" y="37688"/>
                </a:lnTo>
                <a:lnTo>
                  <a:pt x="817104" y="37225"/>
                </a:lnTo>
                <a:lnTo>
                  <a:pt x="817036" y="36767"/>
                </a:lnTo>
                <a:lnTo>
                  <a:pt x="816959" y="36315"/>
                </a:lnTo>
                <a:lnTo>
                  <a:pt x="816873" y="35868"/>
                </a:lnTo>
                <a:lnTo>
                  <a:pt x="816777" y="35425"/>
                </a:lnTo>
                <a:lnTo>
                  <a:pt x="816673" y="34989"/>
                </a:lnTo>
                <a:lnTo>
                  <a:pt x="816559" y="34557"/>
                </a:lnTo>
                <a:lnTo>
                  <a:pt x="816437" y="34131"/>
                </a:lnTo>
                <a:lnTo>
                  <a:pt x="816305" y="33710"/>
                </a:lnTo>
                <a:lnTo>
                  <a:pt x="816164" y="33294"/>
                </a:lnTo>
                <a:lnTo>
                  <a:pt x="816014" y="32884"/>
                </a:lnTo>
                <a:lnTo>
                  <a:pt x="815855" y="32479"/>
                </a:lnTo>
                <a:lnTo>
                  <a:pt x="815687" y="32079"/>
                </a:lnTo>
                <a:lnTo>
                  <a:pt x="815510" y="31684"/>
                </a:lnTo>
                <a:lnTo>
                  <a:pt x="815324" y="31295"/>
                </a:lnTo>
                <a:lnTo>
                  <a:pt x="815128" y="30911"/>
                </a:lnTo>
                <a:lnTo>
                  <a:pt x="814924" y="30532"/>
                </a:lnTo>
                <a:lnTo>
                  <a:pt x="814710" y="30158"/>
                </a:lnTo>
                <a:lnTo>
                  <a:pt x="814489" y="29790"/>
                </a:lnTo>
                <a:lnTo>
                  <a:pt x="814260" y="29430"/>
                </a:lnTo>
                <a:lnTo>
                  <a:pt x="814023" y="29076"/>
                </a:lnTo>
                <a:lnTo>
                  <a:pt x="813780" y="28729"/>
                </a:lnTo>
                <a:lnTo>
                  <a:pt x="813529" y="28388"/>
                </a:lnTo>
                <a:lnTo>
                  <a:pt x="813270" y="28055"/>
                </a:lnTo>
                <a:lnTo>
                  <a:pt x="813005" y="27728"/>
                </a:lnTo>
                <a:lnTo>
                  <a:pt x="812732" y="27409"/>
                </a:lnTo>
                <a:lnTo>
                  <a:pt x="812451" y="27096"/>
                </a:lnTo>
                <a:lnTo>
                  <a:pt x="812164" y="26790"/>
                </a:lnTo>
                <a:lnTo>
                  <a:pt x="811869" y="26491"/>
                </a:lnTo>
                <a:lnTo>
                  <a:pt x="811566" y="26199"/>
                </a:lnTo>
                <a:lnTo>
                  <a:pt x="811257" y="25913"/>
                </a:lnTo>
                <a:lnTo>
                  <a:pt x="810940" y="25635"/>
                </a:lnTo>
                <a:lnTo>
                  <a:pt x="810615" y="25363"/>
                </a:lnTo>
                <a:lnTo>
                  <a:pt x="810284" y="25098"/>
                </a:lnTo>
                <a:lnTo>
                  <a:pt x="809945" y="24840"/>
                </a:lnTo>
                <a:lnTo>
                  <a:pt x="809598" y="24589"/>
                </a:lnTo>
                <a:lnTo>
                  <a:pt x="809245" y="24345"/>
                </a:lnTo>
                <a:lnTo>
                  <a:pt x="808883" y="24108"/>
                </a:lnTo>
                <a:lnTo>
                  <a:pt x="808515" y="23877"/>
                </a:lnTo>
                <a:lnTo>
                  <a:pt x="808139" y="23654"/>
                </a:lnTo>
                <a:lnTo>
                  <a:pt x="807756" y="23437"/>
                </a:lnTo>
                <a:lnTo>
                  <a:pt x="807366" y="23227"/>
                </a:lnTo>
                <a:lnTo>
                  <a:pt x="806969" y="23025"/>
                </a:lnTo>
                <a:lnTo>
                  <a:pt x="806567" y="22831"/>
                </a:lnTo>
                <a:lnTo>
                  <a:pt x="806159" y="22646"/>
                </a:lnTo>
                <a:lnTo>
                  <a:pt x="805745" y="22469"/>
                </a:lnTo>
                <a:lnTo>
                  <a:pt x="805326" y="22301"/>
                </a:lnTo>
                <a:lnTo>
                  <a:pt x="804901" y="22142"/>
                </a:lnTo>
                <a:lnTo>
                  <a:pt x="804471" y="21991"/>
                </a:lnTo>
                <a:lnTo>
                  <a:pt x="804035" y="21849"/>
                </a:lnTo>
                <a:lnTo>
                  <a:pt x="803594" y="21716"/>
                </a:lnTo>
                <a:lnTo>
                  <a:pt x="803147" y="21591"/>
                </a:lnTo>
                <a:lnTo>
                  <a:pt x="802694" y="21475"/>
                </a:lnTo>
                <a:lnTo>
                  <a:pt x="802236" y="21367"/>
                </a:lnTo>
                <a:lnTo>
                  <a:pt x="801773" y="21268"/>
                </a:lnTo>
                <a:lnTo>
                  <a:pt x="801303" y="21178"/>
                </a:lnTo>
                <a:lnTo>
                  <a:pt x="800828" y="21096"/>
                </a:lnTo>
                <a:lnTo>
                  <a:pt x="800348" y="21023"/>
                </a:lnTo>
                <a:lnTo>
                  <a:pt x="799862" y="20958"/>
                </a:lnTo>
                <a:lnTo>
                  <a:pt x="799370" y="20902"/>
                </a:lnTo>
                <a:lnTo>
                  <a:pt x="798873" y="20855"/>
                </a:lnTo>
                <a:lnTo>
                  <a:pt x="798370" y="20816"/>
                </a:lnTo>
                <a:lnTo>
                  <a:pt x="797862" y="20786"/>
                </a:lnTo>
                <a:lnTo>
                  <a:pt x="797348" y="20765"/>
                </a:lnTo>
                <a:lnTo>
                  <a:pt x="796829" y="20752"/>
                </a:lnTo>
                <a:lnTo>
                  <a:pt x="796304" y="20747"/>
                </a:lnTo>
                <a:lnTo>
                  <a:pt x="795771" y="20752"/>
                </a:lnTo>
                <a:lnTo>
                  <a:pt x="795244" y="20765"/>
                </a:lnTo>
                <a:lnTo>
                  <a:pt x="794723" y="20786"/>
                </a:lnTo>
                <a:lnTo>
                  <a:pt x="794208" y="20816"/>
                </a:lnTo>
                <a:lnTo>
                  <a:pt x="793698" y="20855"/>
                </a:lnTo>
                <a:lnTo>
                  <a:pt x="793194" y="20902"/>
                </a:lnTo>
                <a:lnTo>
                  <a:pt x="792696" y="20958"/>
                </a:lnTo>
                <a:lnTo>
                  <a:pt x="792203" y="21023"/>
                </a:lnTo>
                <a:lnTo>
                  <a:pt x="791717" y="21096"/>
                </a:lnTo>
                <a:lnTo>
                  <a:pt x="791236" y="21178"/>
                </a:lnTo>
                <a:lnTo>
                  <a:pt x="790760" y="21268"/>
                </a:lnTo>
                <a:lnTo>
                  <a:pt x="790291" y="21367"/>
                </a:lnTo>
                <a:lnTo>
                  <a:pt x="789827" y="21475"/>
                </a:lnTo>
                <a:lnTo>
                  <a:pt x="789369" y="21591"/>
                </a:lnTo>
                <a:lnTo>
                  <a:pt x="788917" y="21716"/>
                </a:lnTo>
                <a:lnTo>
                  <a:pt x="788470" y="21849"/>
                </a:lnTo>
                <a:lnTo>
                  <a:pt x="788029" y="21991"/>
                </a:lnTo>
                <a:lnTo>
                  <a:pt x="787594" y="22142"/>
                </a:lnTo>
                <a:lnTo>
                  <a:pt x="787165" y="22301"/>
                </a:lnTo>
                <a:lnTo>
                  <a:pt x="786741" y="22469"/>
                </a:lnTo>
                <a:lnTo>
                  <a:pt x="786323" y="22646"/>
                </a:lnTo>
                <a:lnTo>
                  <a:pt x="785911" y="22831"/>
                </a:lnTo>
                <a:lnTo>
                  <a:pt x="785505" y="23025"/>
                </a:lnTo>
                <a:lnTo>
                  <a:pt x="785104" y="23227"/>
                </a:lnTo>
                <a:lnTo>
                  <a:pt x="784710" y="23437"/>
                </a:lnTo>
                <a:lnTo>
                  <a:pt x="784323" y="23654"/>
                </a:lnTo>
                <a:lnTo>
                  <a:pt x="783944" y="23877"/>
                </a:lnTo>
                <a:lnTo>
                  <a:pt x="783573" y="24108"/>
                </a:lnTo>
                <a:lnTo>
                  <a:pt x="783209" y="24345"/>
                </a:lnTo>
                <a:lnTo>
                  <a:pt x="782852" y="24589"/>
                </a:lnTo>
                <a:lnTo>
                  <a:pt x="782503" y="24840"/>
                </a:lnTo>
                <a:lnTo>
                  <a:pt x="782161" y="25098"/>
                </a:lnTo>
                <a:lnTo>
                  <a:pt x="781827" y="25363"/>
                </a:lnTo>
                <a:lnTo>
                  <a:pt x="781500" y="25635"/>
                </a:lnTo>
                <a:lnTo>
                  <a:pt x="781181" y="25913"/>
                </a:lnTo>
                <a:lnTo>
                  <a:pt x="780869" y="26199"/>
                </a:lnTo>
                <a:lnTo>
                  <a:pt x="780565" y="26491"/>
                </a:lnTo>
                <a:lnTo>
                  <a:pt x="780269" y="26790"/>
                </a:lnTo>
                <a:lnTo>
                  <a:pt x="779979" y="27096"/>
                </a:lnTo>
                <a:lnTo>
                  <a:pt x="779698" y="27409"/>
                </a:lnTo>
                <a:lnTo>
                  <a:pt x="779423" y="27728"/>
                </a:lnTo>
                <a:lnTo>
                  <a:pt x="779157" y="28055"/>
                </a:lnTo>
                <a:lnTo>
                  <a:pt x="778897" y="28388"/>
                </a:lnTo>
                <a:lnTo>
                  <a:pt x="778646" y="28729"/>
                </a:lnTo>
                <a:lnTo>
                  <a:pt x="778401" y="29076"/>
                </a:lnTo>
                <a:lnTo>
                  <a:pt x="778165" y="29430"/>
                </a:lnTo>
                <a:lnTo>
                  <a:pt x="777935" y="29790"/>
                </a:lnTo>
                <a:lnTo>
                  <a:pt x="777713" y="30158"/>
                </a:lnTo>
                <a:lnTo>
                  <a:pt x="777500" y="30532"/>
                </a:lnTo>
                <a:lnTo>
                  <a:pt x="777296" y="30911"/>
                </a:lnTo>
                <a:lnTo>
                  <a:pt x="777100" y="31295"/>
                </a:lnTo>
                <a:lnTo>
                  <a:pt x="776914" y="31684"/>
                </a:lnTo>
                <a:lnTo>
                  <a:pt x="776737" y="32079"/>
                </a:lnTo>
                <a:lnTo>
                  <a:pt x="776569" y="32479"/>
                </a:lnTo>
                <a:lnTo>
                  <a:pt x="776410" y="32884"/>
                </a:lnTo>
                <a:lnTo>
                  <a:pt x="776260" y="33294"/>
                </a:lnTo>
                <a:lnTo>
                  <a:pt x="776120" y="33710"/>
                </a:lnTo>
                <a:lnTo>
                  <a:pt x="775988" y="34131"/>
                </a:lnTo>
                <a:lnTo>
                  <a:pt x="775865" y="34557"/>
                </a:lnTo>
                <a:lnTo>
                  <a:pt x="775752" y="34989"/>
                </a:lnTo>
                <a:lnTo>
                  <a:pt x="775648" y="35425"/>
                </a:lnTo>
                <a:lnTo>
                  <a:pt x="775552" y="35868"/>
                </a:lnTo>
                <a:lnTo>
                  <a:pt x="775466" y="36315"/>
                </a:lnTo>
                <a:lnTo>
                  <a:pt x="775389" y="36767"/>
                </a:lnTo>
                <a:lnTo>
                  <a:pt x="775321" y="37225"/>
                </a:lnTo>
                <a:lnTo>
                  <a:pt x="775262" y="37688"/>
                </a:lnTo>
                <a:lnTo>
                  <a:pt x="775212" y="38157"/>
                </a:lnTo>
                <a:lnTo>
                  <a:pt x="775171" y="38630"/>
                </a:lnTo>
                <a:lnTo>
                  <a:pt x="775139" y="39109"/>
                </a:lnTo>
                <a:lnTo>
                  <a:pt x="775116" y="39593"/>
                </a:lnTo>
                <a:lnTo>
                  <a:pt x="775103" y="40083"/>
                </a:lnTo>
                <a:lnTo>
                  <a:pt x="775098" y="40577"/>
                </a:lnTo>
                <a:lnTo>
                  <a:pt x="775098" y="53246"/>
                </a:lnTo>
                <a:lnTo>
                  <a:pt x="775103" y="53741"/>
                </a:lnTo>
                <a:lnTo>
                  <a:pt x="775116" y="54230"/>
                </a:lnTo>
                <a:lnTo>
                  <a:pt x="775139" y="54714"/>
                </a:lnTo>
                <a:lnTo>
                  <a:pt x="775171" y="55193"/>
                </a:lnTo>
                <a:lnTo>
                  <a:pt x="775212" y="55666"/>
                </a:lnTo>
                <a:lnTo>
                  <a:pt x="775262" y="56135"/>
                </a:lnTo>
                <a:lnTo>
                  <a:pt x="775321" y="56598"/>
                </a:lnTo>
                <a:lnTo>
                  <a:pt x="775389" y="57055"/>
                </a:lnTo>
                <a:lnTo>
                  <a:pt x="775466" y="57508"/>
                </a:lnTo>
                <a:lnTo>
                  <a:pt x="775552" y="57955"/>
                </a:lnTo>
                <a:lnTo>
                  <a:pt x="775648" y="58397"/>
                </a:lnTo>
                <a:lnTo>
                  <a:pt x="775752" y="58834"/>
                </a:lnTo>
                <a:lnTo>
                  <a:pt x="775865" y="59266"/>
                </a:lnTo>
                <a:lnTo>
                  <a:pt x="775988" y="59692"/>
                </a:lnTo>
                <a:lnTo>
                  <a:pt x="776120" y="60113"/>
                </a:lnTo>
                <a:lnTo>
                  <a:pt x="776260" y="60529"/>
                </a:lnTo>
                <a:lnTo>
                  <a:pt x="776410" y="60939"/>
                </a:lnTo>
                <a:lnTo>
                  <a:pt x="776569" y="61344"/>
                </a:lnTo>
                <a:lnTo>
                  <a:pt x="776737" y="61744"/>
                </a:lnTo>
                <a:lnTo>
                  <a:pt x="776914" y="62139"/>
                </a:lnTo>
                <a:lnTo>
                  <a:pt x="777100" y="62528"/>
                </a:lnTo>
                <a:lnTo>
                  <a:pt x="777296" y="62913"/>
                </a:lnTo>
                <a:lnTo>
                  <a:pt x="777500" y="63292"/>
                </a:lnTo>
                <a:lnTo>
                  <a:pt x="777713" y="63665"/>
                </a:lnTo>
                <a:lnTo>
                  <a:pt x="777935" y="64033"/>
                </a:lnTo>
                <a:lnTo>
                  <a:pt x="778165" y="64394"/>
                </a:lnTo>
                <a:lnTo>
                  <a:pt x="778401" y="64748"/>
                </a:lnTo>
                <a:lnTo>
                  <a:pt x="778646" y="65095"/>
                </a:lnTo>
                <a:lnTo>
                  <a:pt x="778897" y="65435"/>
                </a:lnTo>
                <a:lnTo>
                  <a:pt x="779157" y="65768"/>
                </a:lnTo>
                <a:lnTo>
                  <a:pt x="779423" y="66094"/>
                </a:lnTo>
                <a:lnTo>
                  <a:pt x="779698" y="66414"/>
                </a:lnTo>
                <a:lnTo>
                  <a:pt x="779979" y="66727"/>
                </a:lnTo>
                <a:lnTo>
                  <a:pt x="780269" y="67033"/>
                </a:lnTo>
                <a:lnTo>
                  <a:pt x="780565" y="67332"/>
                </a:lnTo>
                <a:lnTo>
                  <a:pt x="780869" y="67624"/>
                </a:lnTo>
                <a:lnTo>
                  <a:pt x="781181" y="67909"/>
                </a:lnTo>
                <a:lnTo>
                  <a:pt x="781500" y="68188"/>
                </a:lnTo>
                <a:lnTo>
                  <a:pt x="781827" y="68460"/>
                </a:lnTo>
                <a:lnTo>
                  <a:pt x="782161" y="68725"/>
                </a:lnTo>
                <a:lnTo>
                  <a:pt x="782503" y="68982"/>
                </a:lnTo>
                <a:lnTo>
                  <a:pt x="782852" y="69234"/>
                </a:lnTo>
                <a:lnTo>
                  <a:pt x="783209" y="69478"/>
                </a:lnTo>
                <a:lnTo>
                  <a:pt x="783573" y="69715"/>
                </a:lnTo>
                <a:lnTo>
                  <a:pt x="783944" y="69946"/>
                </a:lnTo>
                <a:lnTo>
                  <a:pt x="784323" y="70170"/>
                </a:lnTo>
                <a:lnTo>
                  <a:pt x="784710" y="70387"/>
                </a:lnTo>
                <a:lnTo>
                  <a:pt x="785104" y="70597"/>
                </a:lnTo>
                <a:lnTo>
                  <a:pt x="785505" y="70799"/>
                </a:lnTo>
                <a:lnTo>
                  <a:pt x="785911" y="70992"/>
                </a:lnTo>
                <a:lnTo>
                  <a:pt x="786323" y="71177"/>
                </a:lnTo>
                <a:lnTo>
                  <a:pt x="786741" y="71354"/>
                </a:lnTo>
                <a:lnTo>
                  <a:pt x="787165" y="71522"/>
                </a:lnTo>
                <a:lnTo>
                  <a:pt x="787594" y="71681"/>
                </a:lnTo>
                <a:lnTo>
                  <a:pt x="788029" y="71831"/>
                </a:lnTo>
                <a:lnTo>
                  <a:pt x="788470" y="71973"/>
                </a:lnTo>
                <a:lnTo>
                  <a:pt x="788917" y="72107"/>
                </a:lnTo>
                <a:lnTo>
                  <a:pt x="789369" y="72231"/>
                </a:lnTo>
                <a:lnTo>
                  <a:pt x="789827" y="72348"/>
                </a:lnTo>
                <a:lnTo>
                  <a:pt x="790291" y="72455"/>
                </a:lnTo>
                <a:lnTo>
                  <a:pt x="790760" y="72554"/>
                </a:lnTo>
                <a:lnTo>
                  <a:pt x="791236" y="72644"/>
                </a:lnTo>
                <a:lnTo>
                  <a:pt x="791717" y="72726"/>
                </a:lnTo>
                <a:lnTo>
                  <a:pt x="792203" y="72799"/>
                </a:lnTo>
                <a:lnTo>
                  <a:pt x="792696" y="72864"/>
                </a:lnTo>
                <a:lnTo>
                  <a:pt x="793194" y="72920"/>
                </a:lnTo>
                <a:lnTo>
                  <a:pt x="793698" y="72967"/>
                </a:lnTo>
                <a:lnTo>
                  <a:pt x="794208" y="73006"/>
                </a:lnTo>
                <a:lnTo>
                  <a:pt x="794723" y="73036"/>
                </a:lnTo>
                <a:lnTo>
                  <a:pt x="795244" y="73057"/>
                </a:lnTo>
                <a:lnTo>
                  <a:pt x="795771" y="73070"/>
                </a:lnTo>
                <a:lnTo>
                  <a:pt x="796304" y="73075"/>
                </a:lnTo>
                <a:lnTo>
                  <a:pt x="796973" y="73068"/>
                </a:lnTo>
                <a:lnTo>
                  <a:pt x="797633" y="73048"/>
                </a:lnTo>
                <a:lnTo>
                  <a:pt x="798286" y="73014"/>
                </a:lnTo>
                <a:lnTo>
                  <a:pt x="798929" y="72966"/>
                </a:lnTo>
                <a:lnTo>
                  <a:pt x="799565" y="72905"/>
                </a:lnTo>
                <a:close/>
                <a:moveTo>
                  <a:pt x="786210" y="40145"/>
                </a:moveTo>
                <a:lnTo>
                  <a:pt x="786223" y="39722"/>
                </a:lnTo>
                <a:lnTo>
                  <a:pt x="786245" y="39306"/>
                </a:lnTo>
                <a:lnTo>
                  <a:pt x="786277" y="38899"/>
                </a:lnTo>
                <a:lnTo>
                  <a:pt x="786317" y="38500"/>
                </a:lnTo>
                <a:lnTo>
                  <a:pt x="786366" y="38110"/>
                </a:lnTo>
                <a:lnTo>
                  <a:pt x="786424" y="37728"/>
                </a:lnTo>
                <a:lnTo>
                  <a:pt x="786491" y="37354"/>
                </a:lnTo>
                <a:lnTo>
                  <a:pt x="786567" y="36988"/>
                </a:lnTo>
                <a:lnTo>
                  <a:pt x="786651" y="36631"/>
                </a:lnTo>
                <a:lnTo>
                  <a:pt x="786745" y="36282"/>
                </a:lnTo>
                <a:lnTo>
                  <a:pt x="786848" y="35941"/>
                </a:lnTo>
                <a:lnTo>
                  <a:pt x="786959" y="35608"/>
                </a:lnTo>
                <a:lnTo>
                  <a:pt x="787080" y="35284"/>
                </a:lnTo>
                <a:lnTo>
                  <a:pt x="787209" y="34968"/>
                </a:lnTo>
                <a:lnTo>
                  <a:pt x="787348" y="34661"/>
                </a:lnTo>
                <a:lnTo>
                  <a:pt x="787495" y="34362"/>
                </a:lnTo>
                <a:lnTo>
                  <a:pt x="787651" y="34071"/>
                </a:lnTo>
                <a:lnTo>
                  <a:pt x="787816" y="33788"/>
                </a:lnTo>
                <a:lnTo>
                  <a:pt x="787990" y="33513"/>
                </a:lnTo>
                <a:lnTo>
                  <a:pt x="788173" y="33247"/>
                </a:lnTo>
                <a:lnTo>
                  <a:pt x="788365" y="32990"/>
                </a:lnTo>
                <a:lnTo>
                  <a:pt x="788566" y="32740"/>
                </a:lnTo>
                <a:lnTo>
                  <a:pt x="788776" y="32499"/>
                </a:lnTo>
                <a:lnTo>
                  <a:pt x="788994" y="32267"/>
                </a:lnTo>
                <a:lnTo>
                  <a:pt x="789221" y="32044"/>
                </a:lnTo>
                <a:lnTo>
                  <a:pt x="789456" y="31832"/>
                </a:lnTo>
                <a:lnTo>
                  <a:pt x="789699" y="31629"/>
                </a:lnTo>
                <a:lnTo>
                  <a:pt x="789950" y="31436"/>
                </a:lnTo>
                <a:lnTo>
                  <a:pt x="790210" y="31253"/>
                </a:lnTo>
                <a:lnTo>
                  <a:pt x="790478" y="31081"/>
                </a:lnTo>
                <a:lnTo>
                  <a:pt x="790755" y="30917"/>
                </a:lnTo>
                <a:lnTo>
                  <a:pt x="791039" y="30764"/>
                </a:lnTo>
                <a:lnTo>
                  <a:pt x="791332" y="30621"/>
                </a:lnTo>
                <a:lnTo>
                  <a:pt x="791633" y="30487"/>
                </a:lnTo>
                <a:lnTo>
                  <a:pt x="791943" y="30364"/>
                </a:lnTo>
                <a:lnTo>
                  <a:pt x="792261" y="30250"/>
                </a:lnTo>
                <a:lnTo>
                  <a:pt x="792587" y="30147"/>
                </a:lnTo>
                <a:lnTo>
                  <a:pt x="792921" y="30053"/>
                </a:lnTo>
                <a:lnTo>
                  <a:pt x="793264" y="29969"/>
                </a:lnTo>
                <a:lnTo>
                  <a:pt x="793615" y="29894"/>
                </a:lnTo>
                <a:lnTo>
                  <a:pt x="793974" y="29830"/>
                </a:lnTo>
                <a:lnTo>
                  <a:pt x="794342" y="29776"/>
                </a:lnTo>
                <a:lnTo>
                  <a:pt x="794717" y="29731"/>
                </a:lnTo>
                <a:lnTo>
                  <a:pt x="795102" y="29697"/>
                </a:lnTo>
                <a:lnTo>
                  <a:pt x="795494" y="29672"/>
                </a:lnTo>
                <a:lnTo>
                  <a:pt x="795895" y="29657"/>
                </a:lnTo>
                <a:lnTo>
                  <a:pt x="796304" y="29652"/>
                </a:lnTo>
                <a:lnTo>
                  <a:pt x="796712" y="29657"/>
                </a:lnTo>
                <a:lnTo>
                  <a:pt x="797113" y="29672"/>
                </a:lnTo>
                <a:lnTo>
                  <a:pt x="797504" y="29696"/>
                </a:lnTo>
                <a:lnTo>
                  <a:pt x="797887" y="29730"/>
                </a:lnTo>
                <a:lnTo>
                  <a:pt x="798262" y="29774"/>
                </a:lnTo>
                <a:lnTo>
                  <a:pt x="798627" y="29827"/>
                </a:lnTo>
                <a:lnTo>
                  <a:pt x="798985" y="29891"/>
                </a:lnTo>
                <a:lnTo>
                  <a:pt x="799333" y="29963"/>
                </a:lnTo>
                <a:lnTo>
                  <a:pt x="799673" y="30046"/>
                </a:lnTo>
                <a:lnTo>
                  <a:pt x="800004" y="30138"/>
                </a:lnTo>
                <a:lnTo>
                  <a:pt x="800327" y="30241"/>
                </a:lnTo>
                <a:lnTo>
                  <a:pt x="800641" y="30352"/>
                </a:lnTo>
                <a:lnTo>
                  <a:pt x="800947" y="30474"/>
                </a:lnTo>
                <a:lnTo>
                  <a:pt x="801244" y="30605"/>
                </a:lnTo>
                <a:lnTo>
                  <a:pt x="801532" y="30746"/>
                </a:lnTo>
                <a:lnTo>
                  <a:pt x="801812" y="30897"/>
                </a:lnTo>
                <a:lnTo>
                  <a:pt x="802083" y="31057"/>
                </a:lnTo>
                <a:lnTo>
                  <a:pt x="802345" y="31227"/>
                </a:lnTo>
                <a:lnTo>
                  <a:pt x="802599" y="31407"/>
                </a:lnTo>
                <a:lnTo>
                  <a:pt x="802844" y="31597"/>
                </a:lnTo>
                <a:lnTo>
                  <a:pt x="803081" y="31796"/>
                </a:lnTo>
                <a:lnTo>
                  <a:pt x="803309" y="32005"/>
                </a:lnTo>
                <a:lnTo>
                  <a:pt x="803528" y="32224"/>
                </a:lnTo>
                <a:lnTo>
                  <a:pt x="803739" y="32453"/>
                </a:lnTo>
                <a:lnTo>
                  <a:pt x="803941" y="32690"/>
                </a:lnTo>
                <a:lnTo>
                  <a:pt x="804135" y="32936"/>
                </a:lnTo>
                <a:lnTo>
                  <a:pt x="804320" y="33191"/>
                </a:lnTo>
                <a:lnTo>
                  <a:pt x="804497" y="33454"/>
                </a:lnTo>
                <a:lnTo>
                  <a:pt x="804665" y="33725"/>
                </a:lnTo>
                <a:lnTo>
                  <a:pt x="804824" y="34005"/>
                </a:lnTo>
                <a:lnTo>
                  <a:pt x="804974" y="34293"/>
                </a:lnTo>
                <a:lnTo>
                  <a:pt x="805117" y="34590"/>
                </a:lnTo>
                <a:lnTo>
                  <a:pt x="805250" y="34895"/>
                </a:lnTo>
                <a:lnTo>
                  <a:pt x="805375" y="35208"/>
                </a:lnTo>
                <a:lnTo>
                  <a:pt x="805491" y="35530"/>
                </a:lnTo>
                <a:lnTo>
                  <a:pt x="805599" y="35861"/>
                </a:lnTo>
                <a:lnTo>
                  <a:pt x="805698" y="36200"/>
                </a:lnTo>
                <a:lnTo>
                  <a:pt x="805788" y="36547"/>
                </a:lnTo>
                <a:lnTo>
                  <a:pt x="805870" y="36903"/>
                </a:lnTo>
                <a:lnTo>
                  <a:pt x="805943" y="37267"/>
                </a:lnTo>
                <a:lnTo>
                  <a:pt x="806008" y="37640"/>
                </a:lnTo>
                <a:lnTo>
                  <a:pt x="806064" y="38021"/>
                </a:lnTo>
                <a:lnTo>
                  <a:pt x="806111" y="38410"/>
                </a:lnTo>
                <a:lnTo>
                  <a:pt x="806150" y="38808"/>
                </a:lnTo>
                <a:lnTo>
                  <a:pt x="806180" y="39215"/>
                </a:lnTo>
                <a:lnTo>
                  <a:pt x="806201" y="39630"/>
                </a:lnTo>
                <a:lnTo>
                  <a:pt x="806214" y="40053"/>
                </a:lnTo>
                <a:lnTo>
                  <a:pt x="806219" y="40485"/>
                </a:lnTo>
                <a:lnTo>
                  <a:pt x="806219" y="42329"/>
                </a:lnTo>
                <a:lnTo>
                  <a:pt x="786205" y="42505"/>
                </a:lnTo>
                <a:lnTo>
                  <a:pt x="786205" y="40577"/>
                </a:lnTo>
                <a:lnTo>
                  <a:pt x="786210" y="401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Text .">
            <a:extLst xmlns:a="http://schemas.openxmlformats.org/drawingml/2006/main">
              <a:ext uri="{FF2B5EF4-FFF2-40B4-BE49-F238E27FC236}">
                <a16:creationId xmlns:a16="http://schemas.microsoft.com/office/drawing/2014/main" id="{D1605259-CEC5-4447-8B36-2CE16D82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072" y="5276422"/>
            <a:ext cx="111174" cy="17167"/>
          </a:xfrm>
          <a:custGeom xmlns:a="http://schemas.openxmlformats.org/drawingml/2006/main">
            <a:pathLst>
              <a:path w="111174" h="17167">
                <a:moveTo>
                  <a:pt x="8630" y="17167"/>
                </a:moveTo>
                <a:cubicBezTo>
                  <a:pt x="5999" y="17167"/>
                  <a:pt x="3903" y="16402"/>
                  <a:pt x="2342" y="14872"/>
                </a:cubicBezTo>
                <a:cubicBezTo>
                  <a:pt x="781" y="13343"/>
                  <a:pt x="0" y="11262"/>
                  <a:pt x="0" y="8630"/>
                </a:cubicBezTo>
                <a:cubicBezTo>
                  <a:pt x="0" y="5998"/>
                  <a:pt x="781" y="3901"/>
                  <a:pt x="2342" y="2341"/>
                </a:cubicBezTo>
                <a:cubicBezTo>
                  <a:pt x="3903" y="780"/>
                  <a:pt x="5999" y="0"/>
                  <a:pt x="8630" y="0"/>
                </a:cubicBezTo>
                <a:cubicBezTo>
                  <a:pt x="11262" y="0"/>
                  <a:pt x="13358" y="780"/>
                  <a:pt x="14919" y="2341"/>
                </a:cubicBezTo>
                <a:cubicBezTo>
                  <a:pt x="16479" y="3901"/>
                  <a:pt x="17259" y="5998"/>
                  <a:pt x="17259" y="8630"/>
                </a:cubicBezTo>
                <a:cubicBezTo>
                  <a:pt x="17259" y="11262"/>
                  <a:pt x="16479" y="13343"/>
                  <a:pt x="14919" y="14872"/>
                </a:cubicBezTo>
                <a:cubicBezTo>
                  <a:pt x="13358" y="16402"/>
                  <a:pt x="11262" y="17167"/>
                  <a:pt x="8630" y="17167"/>
                </a:cubicBezTo>
                <a:moveTo>
                  <a:pt x="55541" y="17167"/>
                </a:moveTo>
                <a:cubicBezTo>
                  <a:pt x="52909" y="17167"/>
                  <a:pt x="50813" y="16402"/>
                  <a:pt x="49252" y="14872"/>
                </a:cubicBezTo>
                <a:cubicBezTo>
                  <a:pt x="47691" y="13343"/>
                  <a:pt x="46910" y="11262"/>
                  <a:pt x="46910" y="8630"/>
                </a:cubicBezTo>
                <a:cubicBezTo>
                  <a:pt x="46910" y="5998"/>
                  <a:pt x="47691" y="3901"/>
                  <a:pt x="49252" y="2341"/>
                </a:cubicBezTo>
                <a:cubicBezTo>
                  <a:pt x="50813" y="780"/>
                  <a:pt x="52909" y="0"/>
                  <a:pt x="55541" y="0"/>
                </a:cubicBezTo>
                <a:cubicBezTo>
                  <a:pt x="58172" y="0"/>
                  <a:pt x="60268" y="780"/>
                  <a:pt x="61829" y="2341"/>
                </a:cubicBezTo>
                <a:cubicBezTo>
                  <a:pt x="63389" y="3901"/>
                  <a:pt x="64170" y="5998"/>
                  <a:pt x="64170" y="8630"/>
                </a:cubicBezTo>
                <a:cubicBezTo>
                  <a:pt x="64170" y="11262"/>
                  <a:pt x="63389" y="13343"/>
                  <a:pt x="61829" y="14872"/>
                </a:cubicBezTo>
                <a:cubicBezTo>
                  <a:pt x="60268" y="16402"/>
                  <a:pt x="58172" y="17167"/>
                  <a:pt x="55541" y="17167"/>
                </a:cubicBezTo>
                <a:moveTo>
                  <a:pt x="102545" y="17167"/>
                </a:moveTo>
                <a:cubicBezTo>
                  <a:pt x="99913" y="17167"/>
                  <a:pt x="97817" y="16402"/>
                  <a:pt x="96255" y="14872"/>
                </a:cubicBezTo>
                <a:cubicBezTo>
                  <a:pt x="94695" y="13343"/>
                  <a:pt x="93914" y="11262"/>
                  <a:pt x="93914" y="8630"/>
                </a:cubicBezTo>
                <a:cubicBezTo>
                  <a:pt x="93914" y="5998"/>
                  <a:pt x="94695" y="3901"/>
                  <a:pt x="96255" y="2341"/>
                </a:cubicBezTo>
                <a:cubicBezTo>
                  <a:pt x="97817" y="780"/>
                  <a:pt x="99913" y="0"/>
                  <a:pt x="102545" y="0"/>
                </a:cubicBezTo>
                <a:cubicBezTo>
                  <a:pt x="105177" y="0"/>
                  <a:pt x="107273" y="780"/>
                  <a:pt x="108833" y="2341"/>
                </a:cubicBezTo>
                <a:cubicBezTo>
                  <a:pt x="110394" y="3901"/>
                  <a:pt x="111174" y="5998"/>
                  <a:pt x="111174" y="8630"/>
                </a:cubicBezTo>
                <a:cubicBezTo>
                  <a:pt x="111174" y="11262"/>
                  <a:pt x="110394" y="13343"/>
                  <a:pt x="108833" y="14872"/>
                </a:cubicBezTo>
                <a:cubicBezTo>
                  <a:pt x="107273" y="16402"/>
                  <a:pt x="105177" y="17167"/>
                  <a:pt x="102545" y="171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9b7e517fc4eb0"/>
          <a:stretch xmlns:a="http://schemas.openxmlformats.org/drawingml/2006/main"/>
        </p:blipFill>
        <p:spPr>
          <a:xfrm xmlns:a="http://schemas.openxmlformats.org/drawingml/2006/main">
            <a:off x="8136936" y="3399962"/>
            <a:ext cx="1625699" cy="1001751"/>
          </a:xfrm>
          <a:prstGeom xmlns:a="http://schemas.openxmlformats.org/drawingml/2006/main" prst="rect">
            <a:avLst/>
          </a:prstGeom>
        </p:spPr>
      </p:pic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218557-1347-48A7-BAF9-285706A6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965" y="3477421"/>
            <a:ext cx="1403640" cy="777980"/>
          </a:xfrm>
          <a:custGeom xmlns:a="http://schemas.openxmlformats.org/drawingml/2006/main">
            <a:pathLst>
              <a:path w="1403640" h="777980">
                <a:moveTo>
                  <a:pt x="0" y="65327"/>
                </a:moveTo>
                <a:lnTo>
                  <a:pt x="0" y="65327"/>
                </a:lnTo>
                <a:cubicBezTo>
                  <a:pt x="0" y="29248"/>
                  <a:pt x="29248" y="0"/>
                  <a:pt x="65327" y="0"/>
                </a:cubicBezTo>
                <a:lnTo>
                  <a:pt x="1338313" y="0"/>
                </a:lnTo>
                <a:cubicBezTo>
                  <a:pt x="1355639" y="0"/>
                  <a:pt x="1372255" y="6883"/>
                  <a:pt x="1384506" y="19134"/>
                </a:cubicBezTo>
                <a:cubicBezTo>
                  <a:pt x="1396757" y="31385"/>
                  <a:pt x="1403640" y="48001"/>
                  <a:pt x="1403640" y="65327"/>
                </a:cubicBezTo>
                <a:lnTo>
                  <a:pt x="1403640" y="712653"/>
                </a:lnTo>
                <a:cubicBezTo>
                  <a:pt x="1403640" y="748732"/>
                  <a:pt x="1374392" y="777980"/>
                  <a:pt x="1338313" y="777980"/>
                </a:cubicBezTo>
                <a:lnTo>
                  <a:pt x="65327" y="777980"/>
                </a:lnTo>
                <a:cubicBezTo>
                  <a:pt x="29248" y="777980"/>
                  <a:pt x="0" y="748732"/>
                  <a:pt x="0" y="712653"/>
                </a:cubicBezTo>
                <a:lnTo>
                  <a:pt x="0" y="65327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E4191E-2412-4209-AF7B-4CF7C3BD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965" y="3477421"/>
            <a:ext cx="1403640" cy="777980"/>
          </a:xfrm>
          <a:custGeom xmlns:a="http://schemas.openxmlformats.org/drawingml/2006/main">
            <a:pathLst>
              <a:path w="1403640" h="777980" fill="none">
                <a:moveTo>
                  <a:pt x="0" y="65327"/>
                </a:moveTo>
                <a:lnTo>
                  <a:pt x="0" y="65327"/>
                </a:lnTo>
                <a:cubicBezTo>
                  <a:pt x="0" y="29248"/>
                  <a:pt x="29248" y="0"/>
                  <a:pt x="65327" y="0"/>
                </a:cubicBezTo>
                <a:lnTo>
                  <a:pt x="1338313" y="0"/>
                </a:lnTo>
                <a:cubicBezTo>
                  <a:pt x="1355639" y="0"/>
                  <a:pt x="1372255" y="6883"/>
                  <a:pt x="1384506" y="19134"/>
                </a:cubicBezTo>
                <a:cubicBezTo>
                  <a:pt x="1396757" y="31385"/>
                  <a:pt x="1403640" y="48001"/>
                  <a:pt x="1403640" y="65327"/>
                </a:cubicBezTo>
                <a:lnTo>
                  <a:pt x="1403640" y="712653"/>
                </a:lnTo>
                <a:cubicBezTo>
                  <a:pt x="1403640" y="748732"/>
                  <a:pt x="1374392" y="777980"/>
                  <a:pt x="1338313" y="777980"/>
                </a:cubicBezTo>
                <a:lnTo>
                  <a:pt x="65327" y="777980"/>
                </a:lnTo>
                <a:cubicBezTo>
                  <a:pt x="29248" y="777980"/>
                  <a:pt x="0" y="748732"/>
                  <a:pt x="0" y="712653"/>
                </a:cubicBezTo>
                <a:lnTo>
                  <a:pt x="0" y="6532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213" cap="flat">
            <a:solidFill>
              <a:srgbClr val="CC0000"/>
            </a:solidFill>
            <a:round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F5E1DE-A65E-4CD6-A41B-795843D0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479" y="3370664"/>
            <a:ext cx="1049610" cy="528593"/>
          </a:xfrm>
          <a:custGeom xmlns:a="http://schemas.openxmlformats.org/drawingml/2006/main">
            <a:pathLst>
              <a:path w="1049610" h="528593">
                <a:moveTo>
                  <a:pt x="0" y="0"/>
                </a:moveTo>
                <a:lnTo>
                  <a:pt x="1049610" y="0"/>
                </a:lnTo>
                <a:lnTo>
                  <a:pt x="1049610" y="528593"/>
                </a:lnTo>
                <a:lnTo>
                  <a:pt x="0" y="5285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Text Issue:">
            <a:extLst xmlns:a="http://schemas.openxmlformats.org/drawingml/2006/main">
              <a:ext uri="{FF2B5EF4-FFF2-40B4-BE49-F238E27FC236}">
                <a16:creationId xmlns:a16="http://schemas.microsoft.com/office/drawing/2014/main" id="{D4B9729C-4CD6-4F3C-97DE-01EB1A1B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8359" y="3567032"/>
            <a:ext cx="486869" cy="114386"/>
          </a:xfrm>
          <a:custGeom xmlns:a="http://schemas.openxmlformats.org/drawingml/2006/main">
            <a:pathLst>
              <a:path w="486869" h="114386">
                <a:moveTo>
                  <a:pt x="27473" y="0"/>
                </a:moveTo>
                <a:lnTo>
                  <a:pt x="27473" y="112780"/>
                </a:lnTo>
                <a:lnTo>
                  <a:pt x="0" y="112780"/>
                </a:lnTo>
                <a:lnTo>
                  <a:pt x="0" y="0"/>
                </a:lnTo>
                <a:lnTo>
                  <a:pt x="27473" y="0"/>
                </a:lnTo>
                <a:close/>
                <a:moveTo>
                  <a:pt x="83863" y="114064"/>
                </a:moveTo>
                <a:cubicBezTo>
                  <a:pt x="76044" y="114064"/>
                  <a:pt x="69082" y="112726"/>
                  <a:pt x="62977" y="110049"/>
                </a:cubicBezTo>
                <a:cubicBezTo>
                  <a:pt x="56873" y="107370"/>
                  <a:pt x="52053" y="103702"/>
                  <a:pt x="48518" y="99045"/>
                </a:cubicBezTo>
                <a:cubicBezTo>
                  <a:pt x="44983" y="94385"/>
                  <a:pt x="43002" y="89164"/>
                  <a:pt x="42574" y="83380"/>
                </a:cubicBezTo>
                <a:lnTo>
                  <a:pt x="69725" y="83380"/>
                </a:lnTo>
                <a:cubicBezTo>
                  <a:pt x="70046" y="86485"/>
                  <a:pt x="71491" y="89002"/>
                  <a:pt x="74062" y="90930"/>
                </a:cubicBezTo>
                <a:cubicBezTo>
                  <a:pt x="76633" y="92859"/>
                  <a:pt x="79793" y="93823"/>
                  <a:pt x="83542" y="93823"/>
                </a:cubicBezTo>
                <a:cubicBezTo>
                  <a:pt x="86969" y="93823"/>
                  <a:pt x="89620" y="93154"/>
                  <a:pt x="91494" y="91815"/>
                </a:cubicBezTo>
                <a:cubicBezTo>
                  <a:pt x="93369" y="90475"/>
                  <a:pt x="94306" y="88735"/>
                  <a:pt x="94306" y="86594"/>
                </a:cubicBezTo>
                <a:cubicBezTo>
                  <a:pt x="94306" y="84023"/>
                  <a:pt x="92967" y="82122"/>
                  <a:pt x="90288" y="80889"/>
                </a:cubicBezTo>
                <a:cubicBezTo>
                  <a:pt x="87611" y="79657"/>
                  <a:pt x="83274" y="78292"/>
                  <a:pt x="77276" y="76793"/>
                </a:cubicBezTo>
                <a:cubicBezTo>
                  <a:pt x="70850" y="75293"/>
                  <a:pt x="65494" y="73713"/>
                  <a:pt x="61209" y="72055"/>
                </a:cubicBezTo>
                <a:cubicBezTo>
                  <a:pt x="56926" y="70394"/>
                  <a:pt x="53231" y="67770"/>
                  <a:pt x="50124" y="64183"/>
                </a:cubicBezTo>
                <a:cubicBezTo>
                  <a:pt x="47019" y="60594"/>
                  <a:pt x="45466" y="55747"/>
                  <a:pt x="45466" y="49641"/>
                </a:cubicBezTo>
                <a:cubicBezTo>
                  <a:pt x="45466" y="44501"/>
                  <a:pt x="46885" y="39816"/>
                  <a:pt x="49722" y="35585"/>
                </a:cubicBezTo>
                <a:cubicBezTo>
                  <a:pt x="52561" y="31354"/>
                  <a:pt x="56738" y="28007"/>
                  <a:pt x="62254" y="25544"/>
                </a:cubicBezTo>
                <a:cubicBezTo>
                  <a:pt x="67769" y="23081"/>
                  <a:pt x="74329" y="21849"/>
                  <a:pt x="81934" y="21849"/>
                </a:cubicBezTo>
                <a:cubicBezTo>
                  <a:pt x="93181" y="21849"/>
                  <a:pt x="102044" y="24634"/>
                  <a:pt x="108524" y="30204"/>
                </a:cubicBezTo>
                <a:cubicBezTo>
                  <a:pt x="115004" y="35772"/>
                  <a:pt x="118725" y="43161"/>
                  <a:pt x="119688" y="52372"/>
                </a:cubicBezTo>
                <a:lnTo>
                  <a:pt x="94306" y="52372"/>
                </a:lnTo>
                <a:cubicBezTo>
                  <a:pt x="93878" y="49267"/>
                  <a:pt x="92512" y="46804"/>
                  <a:pt x="90210" y="44984"/>
                </a:cubicBezTo>
                <a:cubicBezTo>
                  <a:pt x="87907" y="43163"/>
                  <a:pt x="84881" y="42253"/>
                  <a:pt x="81132" y="42253"/>
                </a:cubicBezTo>
                <a:cubicBezTo>
                  <a:pt x="77919" y="42253"/>
                  <a:pt x="75455" y="42869"/>
                  <a:pt x="73741" y="44101"/>
                </a:cubicBezTo>
                <a:cubicBezTo>
                  <a:pt x="72028" y="45332"/>
                  <a:pt x="71172" y="47018"/>
                  <a:pt x="71172" y="49161"/>
                </a:cubicBezTo>
                <a:cubicBezTo>
                  <a:pt x="71172" y="51731"/>
                  <a:pt x="72537" y="53659"/>
                  <a:pt x="75268" y="54944"/>
                </a:cubicBezTo>
                <a:cubicBezTo>
                  <a:pt x="77999" y="56228"/>
                  <a:pt x="82256" y="57514"/>
                  <a:pt x="88040" y="58800"/>
                </a:cubicBezTo>
                <a:cubicBezTo>
                  <a:pt x="94680" y="60512"/>
                  <a:pt x="100089" y="62199"/>
                  <a:pt x="104266" y="63859"/>
                </a:cubicBezTo>
                <a:cubicBezTo>
                  <a:pt x="108443" y="65520"/>
                  <a:pt x="112111" y="68198"/>
                  <a:pt x="115270" y="71893"/>
                </a:cubicBezTo>
                <a:cubicBezTo>
                  <a:pt x="118431" y="75588"/>
                  <a:pt x="120065" y="80541"/>
                  <a:pt x="120171" y="86753"/>
                </a:cubicBezTo>
                <a:cubicBezTo>
                  <a:pt x="120171" y="92001"/>
                  <a:pt x="118698" y="96687"/>
                  <a:pt x="115753" y="100812"/>
                </a:cubicBezTo>
                <a:cubicBezTo>
                  <a:pt x="112808" y="104935"/>
                  <a:pt x="108577" y="108175"/>
                  <a:pt x="103060" y="110532"/>
                </a:cubicBezTo>
                <a:cubicBezTo>
                  <a:pt x="97544" y="112887"/>
                  <a:pt x="91145" y="114064"/>
                  <a:pt x="83863" y="114064"/>
                </a:cubicBezTo>
                <a:close/>
                <a:moveTo>
                  <a:pt x="173509" y="114064"/>
                </a:moveTo>
                <a:cubicBezTo>
                  <a:pt x="165691" y="114064"/>
                  <a:pt x="158729" y="112726"/>
                  <a:pt x="152623" y="110049"/>
                </a:cubicBezTo>
                <a:cubicBezTo>
                  <a:pt x="146519" y="107370"/>
                  <a:pt x="141700" y="103702"/>
                  <a:pt x="138165" y="99045"/>
                </a:cubicBezTo>
                <a:cubicBezTo>
                  <a:pt x="134630" y="94385"/>
                  <a:pt x="132648" y="89164"/>
                  <a:pt x="132220" y="83380"/>
                </a:cubicBezTo>
                <a:lnTo>
                  <a:pt x="159372" y="83380"/>
                </a:lnTo>
                <a:cubicBezTo>
                  <a:pt x="159692" y="86485"/>
                  <a:pt x="161138" y="89002"/>
                  <a:pt x="163709" y="90930"/>
                </a:cubicBezTo>
                <a:cubicBezTo>
                  <a:pt x="166279" y="92859"/>
                  <a:pt x="169439" y="93823"/>
                  <a:pt x="173188" y="93823"/>
                </a:cubicBezTo>
                <a:cubicBezTo>
                  <a:pt x="176615" y="93823"/>
                  <a:pt x="179266" y="93154"/>
                  <a:pt x="181141" y="91815"/>
                </a:cubicBezTo>
                <a:cubicBezTo>
                  <a:pt x="183015" y="90475"/>
                  <a:pt x="183952" y="88735"/>
                  <a:pt x="183952" y="86594"/>
                </a:cubicBezTo>
                <a:cubicBezTo>
                  <a:pt x="183952" y="84023"/>
                  <a:pt x="182613" y="82122"/>
                  <a:pt x="179935" y="80889"/>
                </a:cubicBezTo>
                <a:cubicBezTo>
                  <a:pt x="177258" y="79657"/>
                  <a:pt x="172920" y="78292"/>
                  <a:pt x="166922" y="76793"/>
                </a:cubicBezTo>
                <a:cubicBezTo>
                  <a:pt x="160496" y="75293"/>
                  <a:pt x="155141" y="73713"/>
                  <a:pt x="150856" y="72055"/>
                </a:cubicBezTo>
                <a:cubicBezTo>
                  <a:pt x="146572" y="70394"/>
                  <a:pt x="142877" y="67770"/>
                  <a:pt x="139771" y="64183"/>
                </a:cubicBezTo>
                <a:cubicBezTo>
                  <a:pt x="136665" y="60594"/>
                  <a:pt x="135113" y="55747"/>
                  <a:pt x="135113" y="49641"/>
                </a:cubicBezTo>
                <a:cubicBezTo>
                  <a:pt x="135113" y="44501"/>
                  <a:pt x="136531" y="39816"/>
                  <a:pt x="139369" y="35585"/>
                </a:cubicBezTo>
                <a:cubicBezTo>
                  <a:pt x="142207" y="31354"/>
                  <a:pt x="146385" y="28007"/>
                  <a:pt x="151900" y="25544"/>
                </a:cubicBezTo>
                <a:cubicBezTo>
                  <a:pt x="157416" y="23081"/>
                  <a:pt x="163976" y="21849"/>
                  <a:pt x="171580" y="21849"/>
                </a:cubicBezTo>
                <a:cubicBezTo>
                  <a:pt x="182827" y="21849"/>
                  <a:pt x="191691" y="24634"/>
                  <a:pt x="198171" y="30204"/>
                </a:cubicBezTo>
                <a:cubicBezTo>
                  <a:pt x="204651" y="35772"/>
                  <a:pt x="208372" y="43161"/>
                  <a:pt x="209334" y="52372"/>
                </a:cubicBezTo>
                <a:lnTo>
                  <a:pt x="183952" y="52372"/>
                </a:lnTo>
                <a:cubicBezTo>
                  <a:pt x="183524" y="49267"/>
                  <a:pt x="182159" y="46804"/>
                  <a:pt x="179856" y="44984"/>
                </a:cubicBezTo>
                <a:cubicBezTo>
                  <a:pt x="177553" y="43163"/>
                  <a:pt x="174528" y="42253"/>
                  <a:pt x="170779" y="42253"/>
                </a:cubicBezTo>
                <a:cubicBezTo>
                  <a:pt x="167566" y="42253"/>
                  <a:pt x="165102" y="42869"/>
                  <a:pt x="163388" y="44101"/>
                </a:cubicBezTo>
                <a:cubicBezTo>
                  <a:pt x="161675" y="45332"/>
                  <a:pt x="160818" y="47018"/>
                  <a:pt x="160818" y="49161"/>
                </a:cubicBezTo>
                <a:cubicBezTo>
                  <a:pt x="160818" y="51731"/>
                  <a:pt x="162184" y="53659"/>
                  <a:pt x="164915" y="54944"/>
                </a:cubicBezTo>
                <a:cubicBezTo>
                  <a:pt x="167646" y="56228"/>
                  <a:pt x="171903" y="57514"/>
                  <a:pt x="177687" y="58800"/>
                </a:cubicBezTo>
                <a:cubicBezTo>
                  <a:pt x="184327" y="60512"/>
                  <a:pt x="189735" y="62199"/>
                  <a:pt x="193913" y="63859"/>
                </a:cubicBezTo>
                <a:cubicBezTo>
                  <a:pt x="198090" y="65520"/>
                  <a:pt x="201758" y="68198"/>
                  <a:pt x="204917" y="71893"/>
                </a:cubicBezTo>
                <a:cubicBezTo>
                  <a:pt x="208078" y="75588"/>
                  <a:pt x="209711" y="80541"/>
                  <a:pt x="209817" y="86753"/>
                </a:cubicBezTo>
                <a:cubicBezTo>
                  <a:pt x="209817" y="92001"/>
                  <a:pt x="208345" y="96687"/>
                  <a:pt x="205400" y="100812"/>
                </a:cubicBezTo>
                <a:cubicBezTo>
                  <a:pt x="202455" y="104935"/>
                  <a:pt x="198224" y="108175"/>
                  <a:pt x="192706" y="110532"/>
                </a:cubicBezTo>
                <a:cubicBezTo>
                  <a:pt x="187191" y="112887"/>
                  <a:pt x="180792" y="114064"/>
                  <a:pt x="173509" y="114064"/>
                </a:cubicBezTo>
                <a:close/>
                <a:moveTo>
                  <a:pt x="315209" y="23134"/>
                </a:moveTo>
                <a:lnTo>
                  <a:pt x="315209" y="112780"/>
                </a:lnTo>
                <a:lnTo>
                  <a:pt x="287736" y="112780"/>
                </a:lnTo>
                <a:lnTo>
                  <a:pt x="287736" y="100569"/>
                </a:lnTo>
                <a:cubicBezTo>
                  <a:pt x="284951" y="104533"/>
                  <a:pt x="281175" y="107719"/>
                  <a:pt x="276408" y="110130"/>
                </a:cubicBezTo>
                <a:cubicBezTo>
                  <a:pt x="271642" y="112539"/>
                  <a:pt x="266367" y="113743"/>
                  <a:pt x="260584" y="113743"/>
                </a:cubicBezTo>
                <a:cubicBezTo>
                  <a:pt x="253730" y="113743"/>
                  <a:pt x="247678" y="112218"/>
                  <a:pt x="242428" y="109167"/>
                </a:cubicBezTo>
                <a:cubicBezTo>
                  <a:pt x="237181" y="106114"/>
                  <a:pt x="233111" y="101695"/>
                  <a:pt x="230220" y="95912"/>
                </a:cubicBezTo>
                <a:cubicBezTo>
                  <a:pt x="227329" y="90128"/>
                  <a:pt x="225884" y="83327"/>
                  <a:pt x="225884" y="75509"/>
                </a:cubicBezTo>
                <a:lnTo>
                  <a:pt x="225884" y="23134"/>
                </a:lnTo>
                <a:lnTo>
                  <a:pt x="253195" y="23134"/>
                </a:lnTo>
                <a:lnTo>
                  <a:pt x="253195" y="71812"/>
                </a:lnTo>
                <a:cubicBezTo>
                  <a:pt x="253195" y="77810"/>
                  <a:pt x="254748" y="82469"/>
                  <a:pt x="257853" y="85790"/>
                </a:cubicBezTo>
                <a:cubicBezTo>
                  <a:pt x="260960" y="89111"/>
                  <a:pt x="265137" y="90771"/>
                  <a:pt x="270384" y="90771"/>
                </a:cubicBezTo>
                <a:cubicBezTo>
                  <a:pt x="275740" y="90771"/>
                  <a:pt x="279970" y="89111"/>
                  <a:pt x="283075" y="85790"/>
                </a:cubicBezTo>
                <a:cubicBezTo>
                  <a:pt x="286182" y="82469"/>
                  <a:pt x="287736" y="77810"/>
                  <a:pt x="287736" y="71812"/>
                </a:cubicBezTo>
                <a:lnTo>
                  <a:pt x="287736" y="23134"/>
                </a:lnTo>
                <a:lnTo>
                  <a:pt x="315209" y="23134"/>
                </a:lnTo>
                <a:close/>
                <a:moveTo>
                  <a:pt x="419473" y="66512"/>
                </a:moveTo>
                <a:cubicBezTo>
                  <a:pt x="419473" y="69081"/>
                  <a:pt x="419313" y="71758"/>
                  <a:pt x="418992" y="74543"/>
                </a:cubicBezTo>
                <a:lnTo>
                  <a:pt x="356817" y="74543"/>
                </a:lnTo>
                <a:cubicBezTo>
                  <a:pt x="357245" y="80112"/>
                  <a:pt x="359039" y="84370"/>
                  <a:pt x="362198" y="87317"/>
                </a:cubicBezTo>
                <a:cubicBezTo>
                  <a:pt x="365359" y="90262"/>
                  <a:pt x="369242" y="91734"/>
                  <a:pt x="373847" y="91734"/>
                </a:cubicBezTo>
                <a:cubicBezTo>
                  <a:pt x="380701" y="91734"/>
                  <a:pt x="385468" y="88843"/>
                  <a:pt x="388146" y="83059"/>
                </a:cubicBezTo>
                <a:lnTo>
                  <a:pt x="417384" y="83059"/>
                </a:lnTo>
                <a:cubicBezTo>
                  <a:pt x="415886" y="88949"/>
                  <a:pt x="413182" y="94250"/>
                  <a:pt x="409272" y="98964"/>
                </a:cubicBezTo>
                <a:cubicBezTo>
                  <a:pt x="405363" y="103675"/>
                  <a:pt x="400463" y="107370"/>
                  <a:pt x="394571" y="110049"/>
                </a:cubicBezTo>
                <a:cubicBezTo>
                  <a:pt x="388681" y="112726"/>
                  <a:pt x="382094" y="114064"/>
                  <a:pt x="374810" y="114064"/>
                </a:cubicBezTo>
                <a:cubicBezTo>
                  <a:pt x="366028" y="114064"/>
                  <a:pt x="358209" y="112191"/>
                  <a:pt x="351355" y="108443"/>
                </a:cubicBezTo>
                <a:cubicBezTo>
                  <a:pt x="344501" y="104694"/>
                  <a:pt x="339146" y="99339"/>
                  <a:pt x="335289" y="92377"/>
                </a:cubicBezTo>
                <a:cubicBezTo>
                  <a:pt x="331433" y="85415"/>
                  <a:pt x="329506" y="77274"/>
                  <a:pt x="329506" y="67956"/>
                </a:cubicBezTo>
                <a:cubicBezTo>
                  <a:pt x="329506" y="58639"/>
                  <a:pt x="331406" y="50499"/>
                  <a:pt x="335208" y="43537"/>
                </a:cubicBezTo>
                <a:cubicBezTo>
                  <a:pt x="339011" y="36575"/>
                  <a:pt x="344339" y="31220"/>
                  <a:pt x="351194" y="27473"/>
                </a:cubicBezTo>
                <a:cubicBezTo>
                  <a:pt x="358049" y="23724"/>
                  <a:pt x="365922" y="21849"/>
                  <a:pt x="374810" y="21849"/>
                </a:cubicBezTo>
                <a:cubicBezTo>
                  <a:pt x="383487" y="21849"/>
                  <a:pt x="391198" y="23670"/>
                  <a:pt x="397944" y="27311"/>
                </a:cubicBezTo>
                <a:cubicBezTo>
                  <a:pt x="404692" y="30952"/>
                  <a:pt x="409967" y="36147"/>
                  <a:pt x="413768" y="42895"/>
                </a:cubicBezTo>
                <a:cubicBezTo>
                  <a:pt x="417571" y="49643"/>
                  <a:pt x="419473" y="57515"/>
                  <a:pt x="419473" y="66512"/>
                </a:cubicBezTo>
                <a:moveTo>
                  <a:pt x="391358" y="59283"/>
                </a:moveTo>
                <a:cubicBezTo>
                  <a:pt x="391358" y="54569"/>
                  <a:pt x="389751" y="50820"/>
                  <a:pt x="386538" y="48036"/>
                </a:cubicBezTo>
                <a:cubicBezTo>
                  <a:pt x="383325" y="45251"/>
                  <a:pt x="379309" y="43858"/>
                  <a:pt x="374489" y="43858"/>
                </a:cubicBezTo>
                <a:cubicBezTo>
                  <a:pt x="369884" y="43858"/>
                  <a:pt x="366001" y="45198"/>
                  <a:pt x="362840" y="47876"/>
                </a:cubicBezTo>
                <a:cubicBezTo>
                  <a:pt x="359681" y="50553"/>
                  <a:pt x="357727" y="54355"/>
                  <a:pt x="356979" y="59283"/>
                </a:cubicBezTo>
                <a:lnTo>
                  <a:pt x="391358" y="59283"/>
                </a:lnTo>
                <a:close/>
                <a:moveTo>
                  <a:pt x="471927" y="49803"/>
                </a:moveTo>
                <a:cubicBezTo>
                  <a:pt x="467428" y="49803"/>
                  <a:pt x="463813" y="48545"/>
                  <a:pt x="461082" y="46028"/>
                </a:cubicBezTo>
                <a:cubicBezTo>
                  <a:pt x="458351" y="43511"/>
                  <a:pt x="456986" y="40271"/>
                  <a:pt x="456986" y="36308"/>
                </a:cubicBezTo>
                <a:cubicBezTo>
                  <a:pt x="456986" y="32237"/>
                  <a:pt x="458351" y="28970"/>
                  <a:pt x="461082" y="26507"/>
                </a:cubicBezTo>
                <a:cubicBezTo>
                  <a:pt x="463813" y="24044"/>
                  <a:pt x="467428" y="22813"/>
                  <a:pt x="471927" y="22813"/>
                </a:cubicBezTo>
                <a:cubicBezTo>
                  <a:pt x="476425" y="22813"/>
                  <a:pt x="480039" y="24044"/>
                  <a:pt x="482770" y="26507"/>
                </a:cubicBezTo>
                <a:cubicBezTo>
                  <a:pt x="485503" y="28970"/>
                  <a:pt x="486869" y="32237"/>
                  <a:pt x="486869" y="36308"/>
                </a:cubicBezTo>
                <a:cubicBezTo>
                  <a:pt x="486869" y="40271"/>
                  <a:pt x="485503" y="43511"/>
                  <a:pt x="482770" y="46028"/>
                </a:cubicBezTo>
                <a:cubicBezTo>
                  <a:pt x="480039" y="48545"/>
                  <a:pt x="476425" y="49803"/>
                  <a:pt x="471927" y="49803"/>
                </a:cubicBezTo>
                <a:moveTo>
                  <a:pt x="471927" y="114386"/>
                </a:moveTo>
                <a:cubicBezTo>
                  <a:pt x="467428" y="114386"/>
                  <a:pt x="463813" y="113154"/>
                  <a:pt x="461082" y="110691"/>
                </a:cubicBezTo>
                <a:cubicBezTo>
                  <a:pt x="458351" y="108228"/>
                  <a:pt x="456986" y="104962"/>
                  <a:pt x="456986" y="100891"/>
                </a:cubicBezTo>
                <a:cubicBezTo>
                  <a:pt x="456986" y="96821"/>
                  <a:pt x="458351" y="93555"/>
                  <a:pt x="461082" y="91092"/>
                </a:cubicBezTo>
                <a:cubicBezTo>
                  <a:pt x="463813" y="88628"/>
                  <a:pt x="467428" y="87395"/>
                  <a:pt x="471927" y="87395"/>
                </a:cubicBezTo>
                <a:cubicBezTo>
                  <a:pt x="476425" y="87395"/>
                  <a:pt x="480039" y="88628"/>
                  <a:pt x="482770" y="91092"/>
                </a:cubicBezTo>
                <a:cubicBezTo>
                  <a:pt x="485503" y="93555"/>
                  <a:pt x="486869" y="96821"/>
                  <a:pt x="486869" y="100891"/>
                </a:cubicBezTo>
                <a:cubicBezTo>
                  <a:pt x="486869" y="104962"/>
                  <a:pt x="485503" y="108228"/>
                  <a:pt x="482770" y="110691"/>
                </a:cubicBezTo>
                <a:cubicBezTo>
                  <a:pt x="480039" y="113154"/>
                  <a:pt x="476425" y="114386"/>
                  <a:pt x="471927" y="1143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CA561E-5D39-4DA6-AC6D-4DC21CE0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7239" y="3538368"/>
            <a:ext cx="171275" cy="171275"/>
          </a:xfrm>
          <a:custGeom xmlns:a="http://schemas.openxmlformats.org/drawingml/2006/main">
            <a:pathLst>
              <a:path w="171275" h="171275">
                <a:moveTo>
                  <a:pt x="0" y="0"/>
                </a:moveTo>
                <a:lnTo>
                  <a:pt x="171275" y="0"/>
                </a:lnTo>
                <a:lnTo>
                  <a:pt x="171275" y="171275"/>
                </a:lnTo>
                <a:lnTo>
                  <a:pt x="0" y="1712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a0d9e4c9c4da9"/>
          <a:stretch xmlns:a="http://schemas.openxmlformats.org/drawingml/2006/main"/>
        </p:blipFill>
        <p:spPr>
          <a:xfrm xmlns:a="http://schemas.openxmlformats.org/drawingml/2006/main">
            <a:off x="8287240" y="3538368"/>
            <a:ext cx="171275" cy="171275"/>
          </a:xfrm>
          <a:prstGeom xmlns:a="http://schemas.openxmlformats.org/drawingml/2006/main" prst="rect">
            <a:avLst/>
          </a:prstGeom>
        </p:spPr>
      </p:pic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03A095-705C-425F-9137-A4F6E626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7563" y="3744722"/>
            <a:ext cx="1304404" cy="360527"/>
          </a:xfrm>
          <a:custGeom xmlns:a="http://schemas.openxmlformats.org/drawingml/2006/main">
            <a:pathLst>
              <a:path w="1304404" h="360527">
                <a:moveTo>
                  <a:pt x="0" y="15265"/>
                </a:moveTo>
                <a:lnTo>
                  <a:pt x="0" y="15265"/>
                </a:lnTo>
                <a:cubicBezTo>
                  <a:pt x="0" y="6834"/>
                  <a:pt x="6834" y="0"/>
                  <a:pt x="15265" y="0"/>
                </a:cubicBezTo>
                <a:lnTo>
                  <a:pt x="1289140" y="0"/>
                </a:lnTo>
                <a:cubicBezTo>
                  <a:pt x="1293188" y="0"/>
                  <a:pt x="1297071" y="1608"/>
                  <a:pt x="1299934" y="4471"/>
                </a:cubicBezTo>
                <a:cubicBezTo>
                  <a:pt x="1302796" y="7334"/>
                  <a:pt x="1304404" y="11217"/>
                  <a:pt x="1304404" y="15265"/>
                </a:cubicBezTo>
                <a:lnTo>
                  <a:pt x="1304404" y="345263"/>
                </a:lnTo>
                <a:cubicBezTo>
                  <a:pt x="1304404" y="353693"/>
                  <a:pt x="1297571" y="360527"/>
                  <a:pt x="1289140" y="360527"/>
                </a:cubicBezTo>
                <a:lnTo>
                  <a:pt x="15265" y="360527"/>
                </a:lnTo>
                <a:cubicBezTo>
                  <a:pt x="6834" y="360527"/>
                  <a:pt x="0" y="353693"/>
                  <a:pt x="0" y="345263"/>
                </a:cubicBezTo>
                <a:lnTo>
                  <a:pt x="0" y="1526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Text Lambdif">
            <a:extLst xmlns:a="http://schemas.openxmlformats.org/drawingml/2006/main">
              <a:ext uri="{FF2B5EF4-FFF2-40B4-BE49-F238E27FC236}">
                <a16:creationId xmlns:a16="http://schemas.microsoft.com/office/drawing/2014/main" id="{664CF3F1-FAA4-423A-BDC6-8EC1A07B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3044" y="3763791"/>
            <a:ext cx="393193" cy="74268"/>
          </a:xfrm>
          <a:custGeom xmlns:a="http://schemas.openxmlformats.org/drawingml/2006/main">
            <a:pathLst>
              <a:path w="393193" h="74268">
                <a:moveTo>
                  <a:pt x="17810" y="61599"/>
                </a:moveTo>
                <a:lnTo>
                  <a:pt x="38374" y="61599"/>
                </a:lnTo>
                <a:lnTo>
                  <a:pt x="36263" y="73534"/>
                </a:lnTo>
                <a:lnTo>
                  <a:pt x="0" y="73534"/>
                </a:lnTo>
                <a:lnTo>
                  <a:pt x="11383" y="9088"/>
                </a:lnTo>
                <a:lnTo>
                  <a:pt x="27082" y="9088"/>
                </a:lnTo>
                <a:lnTo>
                  <a:pt x="17810" y="61599"/>
                </a:lnTo>
                <a:close/>
                <a:moveTo>
                  <a:pt x="45258" y="47829"/>
                </a:moveTo>
                <a:cubicBezTo>
                  <a:pt x="46177" y="42566"/>
                  <a:pt x="47983" y="37945"/>
                  <a:pt x="50675" y="33967"/>
                </a:cubicBezTo>
                <a:cubicBezTo>
                  <a:pt x="53369" y="29989"/>
                  <a:pt x="56612" y="26929"/>
                  <a:pt x="60407" y="24787"/>
                </a:cubicBezTo>
                <a:cubicBezTo>
                  <a:pt x="64201" y="22645"/>
                  <a:pt x="68210" y="21574"/>
                  <a:pt x="72433" y="21574"/>
                </a:cubicBezTo>
                <a:cubicBezTo>
                  <a:pt x="76044" y="21574"/>
                  <a:pt x="79073" y="22308"/>
                  <a:pt x="81521" y="23777"/>
                </a:cubicBezTo>
                <a:cubicBezTo>
                  <a:pt x="83970" y="25245"/>
                  <a:pt x="85745" y="27173"/>
                  <a:pt x="86846" y="29560"/>
                </a:cubicBezTo>
                <a:lnTo>
                  <a:pt x="88132" y="22308"/>
                </a:lnTo>
                <a:lnTo>
                  <a:pt x="103829" y="22308"/>
                </a:lnTo>
                <a:lnTo>
                  <a:pt x="94741" y="73534"/>
                </a:lnTo>
                <a:lnTo>
                  <a:pt x="79043" y="73534"/>
                </a:lnTo>
                <a:lnTo>
                  <a:pt x="80420" y="66282"/>
                </a:lnTo>
                <a:cubicBezTo>
                  <a:pt x="78462" y="68669"/>
                  <a:pt x="75983" y="70597"/>
                  <a:pt x="72983" y="72066"/>
                </a:cubicBezTo>
                <a:cubicBezTo>
                  <a:pt x="69985" y="73534"/>
                  <a:pt x="66680" y="74268"/>
                  <a:pt x="63068" y="74268"/>
                </a:cubicBezTo>
                <a:cubicBezTo>
                  <a:pt x="59458" y="74268"/>
                  <a:pt x="56260" y="73442"/>
                  <a:pt x="53476" y="71790"/>
                </a:cubicBezTo>
                <a:cubicBezTo>
                  <a:pt x="50691" y="70137"/>
                  <a:pt x="48533" y="67796"/>
                  <a:pt x="47002" y="64766"/>
                </a:cubicBezTo>
                <a:cubicBezTo>
                  <a:pt x="45473" y="61737"/>
                  <a:pt x="44708" y="58172"/>
                  <a:pt x="44708" y="54071"/>
                </a:cubicBezTo>
                <a:cubicBezTo>
                  <a:pt x="44708" y="52113"/>
                  <a:pt x="44891" y="50032"/>
                  <a:pt x="45258" y="47829"/>
                </a:cubicBezTo>
                <a:moveTo>
                  <a:pt x="83634" y="47920"/>
                </a:moveTo>
                <a:cubicBezTo>
                  <a:pt x="83817" y="46819"/>
                  <a:pt x="83908" y="45810"/>
                  <a:pt x="83908" y="44892"/>
                </a:cubicBezTo>
                <a:cubicBezTo>
                  <a:pt x="83908" y="41893"/>
                  <a:pt x="83036" y="39537"/>
                  <a:pt x="81291" y="37823"/>
                </a:cubicBezTo>
                <a:cubicBezTo>
                  <a:pt x="79548" y="36109"/>
                  <a:pt x="77329" y="35251"/>
                  <a:pt x="74636" y="35251"/>
                </a:cubicBezTo>
                <a:cubicBezTo>
                  <a:pt x="71515" y="35251"/>
                  <a:pt x="68669" y="36369"/>
                  <a:pt x="66098" y="38604"/>
                </a:cubicBezTo>
                <a:cubicBezTo>
                  <a:pt x="63528" y="40837"/>
                  <a:pt x="61907" y="43913"/>
                  <a:pt x="61233" y="47829"/>
                </a:cubicBezTo>
                <a:cubicBezTo>
                  <a:pt x="61049" y="48931"/>
                  <a:pt x="60957" y="49941"/>
                  <a:pt x="60957" y="50859"/>
                </a:cubicBezTo>
                <a:cubicBezTo>
                  <a:pt x="60957" y="53858"/>
                  <a:pt x="61829" y="56229"/>
                  <a:pt x="63574" y="57974"/>
                </a:cubicBezTo>
                <a:cubicBezTo>
                  <a:pt x="65318" y="59717"/>
                  <a:pt x="67507" y="60589"/>
                  <a:pt x="70138" y="60589"/>
                </a:cubicBezTo>
                <a:cubicBezTo>
                  <a:pt x="73259" y="60589"/>
                  <a:pt x="76105" y="59457"/>
                  <a:pt x="78675" y="57194"/>
                </a:cubicBezTo>
                <a:cubicBezTo>
                  <a:pt x="81246" y="54929"/>
                  <a:pt x="82899" y="51838"/>
                  <a:pt x="83634" y="47920"/>
                </a:cubicBezTo>
                <a:close/>
                <a:moveTo>
                  <a:pt x="180669" y="21757"/>
                </a:moveTo>
                <a:cubicBezTo>
                  <a:pt x="186177" y="21757"/>
                  <a:pt x="190476" y="23211"/>
                  <a:pt x="193566" y="26118"/>
                </a:cubicBezTo>
                <a:cubicBezTo>
                  <a:pt x="196657" y="29025"/>
                  <a:pt x="198203" y="33080"/>
                  <a:pt x="198203" y="38281"/>
                </a:cubicBezTo>
                <a:cubicBezTo>
                  <a:pt x="198203" y="39873"/>
                  <a:pt x="198019" y="41647"/>
                  <a:pt x="197652" y="43606"/>
                </a:cubicBezTo>
                <a:lnTo>
                  <a:pt x="192328" y="73534"/>
                </a:lnTo>
                <a:lnTo>
                  <a:pt x="176721" y="73534"/>
                </a:lnTo>
                <a:lnTo>
                  <a:pt x="181679" y="45718"/>
                </a:lnTo>
                <a:cubicBezTo>
                  <a:pt x="181801" y="45106"/>
                  <a:pt x="181862" y="44279"/>
                  <a:pt x="181862" y="43239"/>
                </a:cubicBezTo>
                <a:cubicBezTo>
                  <a:pt x="181862" y="40669"/>
                  <a:pt x="181143" y="38710"/>
                  <a:pt x="179705" y="37364"/>
                </a:cubicBezTo>
                <a:cubicBezTo>
                  <a:pt x="178267" y="36017"/>
                  <a:pt x="176262" y="35344"/>
                  <a:pt x="173691" y="35344"/>
                </a:cubicBezTo>
                <a:cubicBezTo>
                  <a:pt x="170632" y="35344"/>
                  <a:pt x="168062" y="36247"/>
                  <a:pt x="165980" y="38053"/>
                </a:cubicBezTo>
                <a:cubicBezTo>
                  <a:pt x="163899" y="39858"/>
                  <a:pt x="162583" y="42413"/>
                  <a:pt x="162032" y="45718"/>
                </a:cubicBezTo>
                <a:lnTo>
                  <a:pt x="157075" y="73534"/>
                </a:lnTo>
                <a:lnTo>
                  <a:pt x="141469" y="73534"/>
                </a:lnTo>
                <a:lnTo>
                  <a:pt x="146426" y="45718"/>
                </a:lnTo>
                <a:cubicBezTo>
                  <a:pt x="146548" y="45106"/>
                  <a:pt x="146609" y="44279"/>
                  <a:pt x="146609" y="43239"/>
                </a:cubicBezTo>
                <a:cubicBezTo>
                  <a:pt x="146609" y="40669"/>
                  <a:pt x="145890" y="38710"/>
                  <a:pt x="144452" y="37364"/>
                </a:cubicBezTo>
                <a:cubicBezTo>
                  <a:pt x="143014" y="36017"/>
                  <a:pt x="141010" y="35344"/>
                  <a:pt x="138440" y="35344"/>
                </a:cubicBezTo>
                <a:cubicBezTo>
                  <a:pt x="135380" y="35344"/>
                  <a:pt x="132809" y="36247"/>
                  <a:pt x="130727" y="38053"/>
                </a:cubicBezTo>
                <a:cubicBezTo>
                  <a:pt x="128646" y="39858"/>
                  <a:pt x="127331" y="42413"/>
                  <a:pt x="126780" y="45718"/>
                </a:cubicBezTo>
                <a:lnTo>
                  <a:pt x="126780" y="45259"/>
                </a:lnTo>
                <a:lnTo>
                  <a:pt x="121824" y="73534"/>
                </a:lnTo>
                <a:lnTo>
                  <a:pt x="106125" y="73534"/>
                </a:lnTo>
                <a:lnTo>
                  <a:pt x="115121" y="22308"/>
                </a:lnTo>
                <a:lnTo>
                  <a:pt x="130820" y="22308"/>
                </a:lnTo>
                <a:lnTo>
                  <a:pt x="129719" y="28826"/>
                </a:lnTo>
                <a:cubicBezTo>
                  <a:pt x="131677" y="26623"/>
                  <a:pt x="134048" y="24894"/>
                  <a:pt x="136833" y="23640"/>
                </a:cubicBezTo>
                <a:cubicBezTo>
                  <a:pt x="139618" y="22385"/>
                  <a:pt x="142632" y="21757"/>
                  <a:pt x="145875" y="21757"/>
                </a:cubicBezTo>
                <a:cubicBezTo>
                  <a:pt x="149792" y="21757"/>
                  <a:pt x="153112" y="22584"/>
                  <a:pt x="155835" y="24237"/>
                </a:cubicBezTo>
                <a:cubicBezTo>
                  <a:pt x="158559" y="25889"/>
                  <a:pt x="160503" y="28275"/>
                  <a:pt x="161665" y="31396"/>
                </a:cubicBezTo>
                <a:cubicBezTo>
                  <a:pt x="163930" y="28520"/>
                  <a:pt x="166745" y="26195"/>
                  <a:pt x="170111" y="24420"/>
                </a:cubicBezTo>
                <a:cubicBezTo>
                  <a:pt x="173477" y="22645"/>
                  <a:pt x="176997" y="21757"/>
                  <a:pt x="180669" y="21757"/>
                </a:cubicBezTo>
                <a:close/>
                <a:moveTo>
                  <a:pt x="226755" y="29560"/>
                </a:moveTo>
                <a:cubicBezTo>
                  <a:pt x="228714" y="27173"/>
                  <a:pt x="231192" y="25245"/>
                  <a:pt x="234191" y="23777"/>
                </a:cubicBezTo>
                <a:cubicBezTo>
                  <a:pt x="237189" y="22308"/>
                  <a:pt x="240464" y="21574"/>
                  <a:pt x="244013" y="21574"/>
                </a:cubicBezTo>
                <a:cubicBezTo>
                  <a:pt x="249522" y="21574"/>
                  <a:pt x="253975" y="23364"/>
                  <a:pt x="257371" y="26945"/>
                </a:cubicBezTo>
                <a:cubicBezTo>
                  <a:pt x="260768" y="30524"/>
                  <a:pt x="262466" y="35405"/>
                  <a:pt x="262466" y="41586"/>
                </a:cubicBezTo>
                <a:cubicBezTo>
                  <a:pt x="262466" y="43545"/>
                  <a:pt x="262283" y="45626"/>
                  <a:pt x="261916" y="47829"/>
                </a:cubicBezTo>
                <a:cubicBezTo>
                  <a:pt x="260998" y="53093"/>
                  <a:pt x="259192" y="57729"/>
                  <a:pt x="256499" y="61738"/>
                </a:cubicBezTo>
                <a:cubicBezTo>
                  <a:pt x="253806" y="65746"/>
                  <a:pt x="250562" y="68837"/>
                  <a:pt x="246767" y="71010"/>
                </a:cubicBezTo>
                <a:cubicBezTo>
                  <a:pt x="242973" y="73182"/>
                  <a:pt x="238964" y="74268"/>
                  <a:pt x="234741" y="74268"/>
                </a:cubicBezTo>
                <a:cubicBezTo>
                  <a:pt x="231131" y="74268"/>
                  <a:pt x="228101" y="73549"/>
                  <a:pt x="225653" y="72111"/>
                </a:cubicBezTo>
                <a:cubicBezTo>
                  <a:pt x="223205" y="70673"/>
                  <a:pt x="221430" y="68760"/>
                  <a:pt x="220328" y="66373"/>
                </a:cubicBezTo>
                <a:lnTo>
                  <a:pt x="219044" y="73534"/>
                </a:lnTo>
                <a:lnTo>
                  <a:pt x="203345" y="73534"/>
                </a:lnTo>
                <a:lnTo>
                  <a:pt x="215371" y="5599"/>
                </a:lnTo>
                <a:lnTo>
                  <a:pt x="231070" y="5599"/>
                </a:lnTo>
                <a:lnTo>
                  <a:pt x="226755" y="29560"/>
                </a:lnTo>
                <a:moveTo>
                  <a:pt x="246033" y="47829"/>
                </a:moveTo>
                <a:cubicBezTo>
                  <a:pt x="246217" y="46789"/>
                  <a:pt x="246309" y="45840"/>
                  <a:pt x="246309" y="44983"/>
                </a:cubicBezTo>
                <a:cubicBezTo>
                  <a:pt x="246309" y="41923"/>
                  <a:pt x="245437" y="39537"/>
                  <a:pt x="243692" y="37823"/>
                </a:cubicBezTo>
                <a:cubicBezTo>
                  <a:pt x="241948" y="36109"/>
                  <a:pt x="239729" y="35251"/>
                  <a:pt x="237037" y="35251"/>
                </a:cubicBezTo>
                <a:cubicBezTo>
                  <a:pt x="233915" y="35251"/>
                  <a:pt x="231069" y="36384"/>
                  <a:pt x="228498" y="38648"/>
                </a:cubicBezTo>
                <a:cubicBezTo>
                  <a:pt x="225928" y="40913"/>
                  <a:pt x="224276" y="44004"/>
                  <a:pt x="223542" y="47920"/>
                </a:cubicBezTo>
                <a:cubicBezTo>
                  <a:pt x="223358" y="49022"/>
                  <a:pt x="223266" y="50032"/>
                  <a:pt x="223266" y="50950"/>
                </a:cubicBezTo>
                <a:cubicBezTo>
                  <a:pt x="223266" y="53949"/>
                  <a:pt x="224123" y="56305"/>
                  <a:pt x="225836" y="58019"/>
                </a:cubicBezTo>
                <a:cubicBezTo>
                  <a:pt x="227550" y="59732"/>
                  <a:pt x="229753" y="60589"/>
                  <a:pt x="232447" y="60589"/>
                </a:cubicBezTo>
                <a:cubicBezTo>
                  <a:pt x="235568" y="60589"/>
                  <a:pt x="238429" y="59442"/>
                  <a:pt x="241029" y="57147"/>
                </a:cubicBezTo>
                <a:cubicBezTo>
                  <a:pt x="243631" y="54852"/>
                  <a:pt x="245299" y="51746"/>
                  <a:pt x="246033" y="47829"/>
                </a:cubicBezTo>
                <a:close/>
                <a:moveTo>
                  <a:pt x="267147" y="47829"/>
                </a:moveTo>
                <a:cubicBezTo>
                  <a:pt x="268066" y="42566"/>
                  <a:pt x="269872" y="37945"/>
                  <a:pt x="272564" y="33967"/>
                </a:cubicBezTo>
                <a:cubicBezTo>
                  <a:pt x="275257" y="29989"/>
                  <a:pt x="278501" y="26929"/>
                  <a:pt x="282296" y="24787"/>
                </a:cubicBezTo>
                <a:cubicBezTo>
                  <a:pt x="286090" y="22645"/>
                  <a:pt x="290099" y="21574"/>
                  <a:pt x="294322" y="21574"/>
                </a:cubicBezTo>
                <a:cubicBezTo>
                  <a:pt x="297688" y="21574"/>
                  <a:pt x="300641" y="22278"/>
                  <a:pt x="303180" y="23685"/>
                </a:cubicBezTo>
                <a:cubicBezTo>
                  <a:pt x="305720" y="25092"/>
                  <a:pt x="307572" y="26989"/>
                  <a:pt x="308734" y="29376"/>
                </a:cubicBezTo>
                <a:lnTo>
                  <a:pt x="312958" y="5599"/>
                </a:lnTo>
                <a:lnTo>
                  <a:pt x="328657" y="5599"/>
                </a:lnTo>
                <a:lnTo>
                  <a:pt x="316629" y="73534"/>
                </a:lnTo>
                <a:lnTo>
                  <a:pt x="300932" y="73534"/>
                </a:lnTo>
                <a:lnTo>
                  <a:pt x="302217" y="66190"/>
                </a:lnTo>
                <a:cubicBezTo>
                  <a:pt x="300258" y="68638"/>
                  <a:pt x="297810" y="70597"/>
                  <a:pt x="294872" y="72066"/>
                </a:cubicBezTo>
                <a:cubicBezTo>
                  <a:pt x="291935" y="73534"/>
                  <a:pt x="288661" y="74268"/>
                  <a:pt x="285050" y="74268"/>
                </a:cubicBezTo>
                <a:cubicBezTo>
                  <a:pt x="281438" y="74268"/>
                  <a:pt x="278240" y="73442"/>
                  <a:pt x="275455" y="71790"/>
                </a:cubicBezTo>
                <a:cubicBezTo>
                  <a:pt x="272672" y="70137"/>
                  <a:pt x="270499" y="67781"/>
                  <a:pt x="268937" y="64722"/>
                </a:cubicBezTo>
                <a:cubicBezTo>
                  <a:pt x="267377" y="61661"/>
                  <a:pt x="266597" y="58081"/>
                  <a:pt x="266597" y="53980"/>
                </a:cubicBezTo>
                <a:cubicBezTo>
                  <a:pt x="266597" y="52083"/>
                  <a:pt x="266780" y="50032"/>
                  <a:pt x="267147" y="47829"/>
                </a:cubicBezTo>
                <a:moveTo>
                  <a:pt x="305522" y="47920"/>
                </a:moveTo>
                <a:cubicBezTo>
                  <a:pt x="305705" y="46819"/>
                  <a:pt x="305797" y="45810"/>
                  <a:pt x="305797" y="44892"/>
                </a:cubicBezTo>
                <a:cubicBezTo>
                  <a:pt x="305797" y="41893"/>
                  <a:pt x="304925" y="39537"/>
                  <a:pt x="303180" y="37823"/>
                </a:cubicBezTo>
                <a:cubicBezTo>
                  <a:pt x="301437" y="36109"/>
                  <a:pt x="299218" y="35251"/>
                  <a:pt x="296525" y="35251"/>
                </a:cubicBezTo>
                <a:cubicBezTo>
                  <a:pt x="293404" y="35251"/>
                  <a:pt x="290558" y="36369"/>
                  <a:pt x="287987" y="38604"/>
                </a:cubicBezTo>
                <a:cubicBezTo>
                  <a:pt x="285417" y="40837"/>
                  <a:pt x="283795" y="43913"/>
                  <a:pt x="283122" y="47829"/>
                </a:cubicBezTo>
                <a:cubicBezTo>
                  <a:pt x="282938" y="48931"/>
                  <a:pt x="282846" y="49941"/>
                  <a:pt x="282846" y="50859"/>
                </a:cubicBezTo>
                <a:cubicBezTo>
                  <a:pt x="282846" y="53858"/>
                  <a:pt x="283718" y="56229"/>
                  <a:pt x="285463" y="57974"/>
                </a:cubicBezTo>
                <a:cubicBezTo>
                  <a:pt x="287207" y="59717"/>
                  <a:pt x="289395" y="60589"/>
                  <a:pt x="292027" y="60589"/>
                </a:cubicBezTo>
                <a:cubicBezTo>
                  <a:pt x="295148" y="60589"/>
                  <a:pt x="297994" y="59457"/>
                  <a:pt x="300564" y="57194"/>
                </a:cubicBezTo>
                <a:cubicBezTo>
                  <a:pt x="303135" y="54929"/>
                  <a:pt x="304787" y="51838"/>
                  <a:pt x="305522" y="47920"/>
                </a:cubicBezTo>
                <a:close/>
                <a:moveTo>
                  <a:pt x="345915" y="16983"/>
                </a:moveTo>
                <a:cubicBezTo>
                  <a:pt x="343468" y="16983"/>
                  <a:pt x="341525" y="16326"/>
                  <a:pt x="340087" y="15010"/>
                </a:cubicBezTo>
                <a:cubicBezTo>
                  <a:pt x="338648" y="13694"/>
                  <a:pt x="337929" y="12026"/>
                  <a:pt x="337929" y="10006"/>
                </a:cubicBezTo>
                <a:cubicBezTo>
                  <a:pt x="337929" y="7252"/>
                  <a:pt x="339000" y="4896"/>
                  <a:pt x="341141" y="2938"/>
                </a:cubicBezTo>
                <a:cubicBezTo>
                  <a:pt x="343284" y="979"/>
                  <a:pt x="345885" y="0"/>
                  <a:pt x="348945" y="0"/>
                </a:cubicBezTo>
                <a:cubicBezTo>
                  <a:pt x="351394" y="0"/>
                  <a:pt x="353322" y="658"/>
                  <a:pt x="354729" y="1974"/>
                </a:cubicBezTo>
                <a:cubicBezTo>
                  <a:pt x="356137" y="3290"/>
                  <a:pt x="356840" y="4988"/>
                  <a:pt x="356840" y="7068"/>
                </a:cubicBezTo>
                <a:cubicBezTo>
                  <a:pt x="356840" y="9762"/>
                  <a:pt x="355769" y="12088"/>
                  <a:pt x="353627" y="14046"/>
                </a:cubicBezTo>
                <a:cubicBezTo>
                  <a:pt x="351485" y="16004"/>
                  <a:pt x="348915" y="16983"/>
                  <a:pt x="345915" y="16983"/>
                </a:cubicBezTo>
                <a:moveTo>
                  <a:pt x="352709" y="22308"/>
                </a:moveTo>
                <a:lnTo>
                  <a:pt x="343713" y="73534"/>
                </a:lnTo>
                <a:lnTo>
                  <a:pt x="328014" y="73534"/>
                </a:lnTo>
                <a:lnTo>
                  <a:pt x="337010" y="22308"/>
                </a:lnTo>
                <a:lnTo>
                  <a:pt x="352709" y="22308"/>
                </a:lnTo>
                <a:close/>
                <a:moveTo>
                  <a:pt x="390899" y="14963"/>
                </a:moveTo>
                <a:cubicBezTo>
                  <a:pt x="387900" y="14779"/>
                  <a:pt x="385712" y="15208"/>
                  <a:pt x="384335" y="16249"/>
                </a:cubicBezTo>
                <a:cubicBezTo>
                  <a:pt x="382958" y="17290"/>
                  <a:pt x="382025" y="19156"/>
                  <a:pt x="381534" y="21848"/>
                </a:cubicBezTo>
                <a:lnTo>
                  <a:pt x="381443" y="22308"/>
                </a:lnTo>
                <a:lnTo>
                  <a:pt x="389889" y="22308"/>
                </a:lnTo>
                <a:lnTo>
                  <a:pt x="387594" y="35344"/>
                </a:lnTo>
                <a:lnTo>
                  <a:pt x="379147" y="35344"/>
                </a:lnTo>
                <a:lnTo>
                  <a:pt x="372446" y="73534"/>
                </a:lnTo>
                <a:lnTo>
                  <a:pt x="356656" y="73534"/>
                </a:lnTo>
                <a:lnTo>
                  <a:pt x="363358" y="35344"/>
                </a:lnTo>
                <a:lnTo>
                  <a:pt x="357666" y="35344"/>
                </a:lnTo>
                <a:lnTo>
                  <a:pt x="359961" y="22308"/>
                </a:lnTo>
                <a:lnTo>
                  <a:pt x="365653" y="22308"/>
                </a:lnTo>
                <a:lnTo>
                  <a:pt x="365928" y="20838"/>
                </a:lnTo>
                <a:cubicBezTo>
                  <a:pt x="367091" y="14535"/>
                  <a:pt x="369768" y="9746"/>
                  <a:pt x="373960" y="6472"/>
                </a:cubicBezTo>
                <a:cubicBezTo>
                  <a:pt x="378153" y="3198"/>
                  <a:pt x="383738" y="1561"/>
                  <a:pt x="390715" y="1561"/>
                </a:cubicBezTo>
                <a:cubicBezTo>
                  <a:pt x="391817" y="1561"/>
                  <a:pt x="392643" y="1591"/>
                  <a:pt x="393193" y="1652"/>
                </a:cubicBezTo>
                <a:lnTo>
                  <a:pt x="390899" y="149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Text ymisinter">
            <a:extLst xmlns:a="http://schemas.openxmlformats.org/drawingml/2006/main">
              <a:ext uri="{FF2B5EF4-FFF2-40B4-BE49-F238E27FC236}">
                <a16:creationId xmlns:a16="http://schemas.microsoft.com/office/drawing/2014/main" id="{0C2EC8A5-3C1C-4F53-8C79-A870450E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271" y="3763791"/>
            <a:ext cx="479397" cy="97862"/>
          </a:xfrm>
          <a:custGeom xmlns:a="http://schemas.openxmlformats.org/drawingml/2006/main">
            <a:pathLst>
              <a:path w="479397" h="97862">
                <a:moveTo>
                  <a:pt x="21665" y="22308"/>
                </a:moveTo>
                <a:lnTo>
                  <a:pt x="27907" y="54347"/>
                </a:lnTo>
                <a:lnTo>
                  <a:pt x="45350" y="22308"/>
                </a:lnTo>
                <a:lnTo>
                  <a:pt x="62333" y="22308"/>
                </a:lnTo>
                <a:lnTo>
                  <a:pt x="16891" y="97862"/>
                </a:lnTo>
                <a:lnTo>
                  <a:pt x="0" y="97862"/>
                </a:lnTo>
                <a:lnTo>
                  <a:pt x="16340" y="71790"/>
                </a:lnTo>
                <a:lnTo>
                  <a:pt x="4222" y="22308"/>
                </a:lnTo>
                <a:lnTo>
                  <a:pt x="21665" y="22308"/>
                </a:lnTo>
                <a:close/>
                <a:moveTo>
                  <a:pt x="154688" y="21757"/>
                </a:moveTo>
                <a:cubicBezTo>
                  <a:pt x="160196" y="21757"/>
                  <a:pt x="164495" y="23211"/>
                  <a:pt x="167585" y="26118"/>
                </a:cubicBezTo>
                <a:cubicBezTo>
                  <a:pt x="170676" y="29025"/>
                  <a:pt x="172221" y="33080"/>
                  <a:pt x="172221" y="38281"/>
                </a:cubicBezTo>
                <a:cubicBezTo>
                  <a:pt x="172221" y="39873"/>
                  <a:pt x="172038" y="41647"/>
                  <a:pt x="171671" y="43606"/>
                </a:cubicBezTo>
                <a:lnTo>
                  <a:pt x="166346" y="73534"/>
                </a:lnTo>
                <a:lnTo>
                  <a:pt x="150740" y="73534"/>
                </a:lnTo>
                <a:lnTo>
                  <a:pt x="155698" y="45718"/>
                </a:lnTo>
                <a:cubicBezTo>
                  <a:pt x="155820" y="45106"/>
                  <a:pt x="155881" y="44279"/>
                  <a:pt x="155881" y="43239"/>
                </a:cubicBezTo>
                <a:cubicBezTo>
                  <a:pt x="155881" y="40669"/>
                  <a:pt x="155162" y="38710"/>
                  <a:pt x="153724" y="37364"/>
                </a:cubicBezTo>
                <a:cubicBezTo>
                  <a:pt x="152286" y="36017"/>
                  <a:pt x="150281" y="35344"/>
                  <a:pt x="147710" y="35344"/>
                </a:cubicBezTo>
                <a:cubicBezTo>
                  <a:pt x="144651" y="35344"/>
                  <a:pt x="142080" y="36247"/>
                  <a:pt x="139999" y="38053"/>
                </a:cubicBezTo>
                <a:cubicBezTo>
                  <a:pt x="137918" y="39858"/>
                  <a:pt x="136602" y="42413"/>
                  <a:pt x="136051" y="45718"/>
                </a:cubicBezTo>
                <a:lnTo>
                  <a:pt x="131094" y="73534"/>
                </a:lnTo>
                <a:lnTo>
                  <a:pt x="115487" y="73534"/>
                </a:lnTo>
                <a:lnTo>
                  <a:pt x="120445" y="45718"/>
                </a:lnTo>
                <a:cubicBezTo>
                  <a:pt x="120567" y="45106"/>
                  <a:pt x="120628" y="44279"/>
                  <a:pt x="120628" y="43239"/>
                </a:cubicBezTo>
                <a:cubicBezTo>
                  <a:pt x="120628" y="40669"/>
                  <a:pt x="119909" y="38710"/>
                  <a:pt x="118471" y="37364"/>
                </a:cubicBezTo>
                <a:cubicBezTo>
                  <a:pt x="117033" y="36017"/>
                  <a:pt x="115029" y="35344"/>
                  <a:pt x="112459" y="35344"/>
                </a:cubicBezTo>
                <a:cubicBezTo>
                  <a:pt x="109398" y="35344"/>
                  <a:pt x="106827" y="36247"/>
                  <a:pt x="104746" y="38053"/>
                </a:cubicBezTo>
                <a:cubicBezTo>
                  <a:pt x="102665" y="39858"/>
                  <a:pt x="101349" y="42413"/>
                  <a:pt x="100798" y="45718"/>
                </a:cubicBezTo>
                <a:lnTo>
                  <a:pt x="100798" y="45259"/>
                </a:lnTo>
                <a:lnTo>
                  <a:pt x="95842" y="73534"/>
                </a:lnTo>
                <a:lnTo>
                  <a:pt x="80143" y="73534"/>
                </a:lnTo>
                <a:lnTo>
                  <a:pt x="89139" y="22308"/>
                </a:lnTo>
                <a:lnTo>
                  <a:pt x="104838" y="22308"/>
                </a:lnTo>
                <a:lnTo>
                  <a:pt x="103737" y="28826"/>
                </a:lnTo>
                <a:cubicBezTo>
                  <a:pt x="105696" y="26623"/>
                  <a:pt x="108067" y="24894"/>
                  <a:pt x="110852" y="23640"/>
                </a:cubicBezTo>
                <a:cubicBezTo>
                  <a:pt x="113637" y="22385"/>
                  <a:pt x="116651" y="21757"/>
                  <a:pt x="119894" y="21757"/>
                </a:cubicBezTo>
                <a:cubicBezTo>
                  <a:pt x="123811" y="21757"/>
                  <a:pt x="127131" y="22584"/>
                  <a:pt x="129854" y="24237"/>
                </a:cubicBezTo>
                <a:cubicBezTo>
                  <a:pt x="132578" y="25889"/>
                  <a:pt x="134521" y="28275"/>
                  <a:pt x="135684" y="31396"/>
                </a:cubicBezTo>
                <a:cubicBezTo>
                  <a:pt x="137949" y="28520"/>
                  <a:pt x="140764" y="26195"/>
                  <a:pt x="144130" y="24420"/>
                </a:cubicBezTo>
                <a:cubicBezTo>
                  <a:pt x="147496" y="22645"/>
                  <a:pt x="151016" y="21757"/>
                  <a:pt x="154688" y="21757"/>
                </a:cubicBezTo>
                <a:close/>
                <a:moveTo>
                  <a:pt x="195265" y="16983"/>
                </a:moveTo>
                <a:cubicBezTo>
                  <a:pt x="192817" y="16983"/>
                  <a:pt x="190874" y="16326"/>
                  <a:pt x="189436" y="15010"/>
                </a:cubicBezTo>
                <a:cubicBezTo>
                  <a:pt x="187998" y="13694"/>
                  <a:pt x="187279" y="12026"/>
                  <a:pt x="187279" y="10006"/>
                </a:cubicBezTo>
                <a:cubicBezTo>
                  <a:pt x="187279" y="7252"/>
                  <a:pt x="188350" y="4896"/>
                  <a:pt x="190491" y="2938"/>
                </a:cubicBezTo>
                <a:cubicBezTo>
                  <a:pt x="192633" y="979"/>
                  <a:pt x="195235" y="0"/>
                  <a:pt x="198295" y="0"/>
                </a:cubicBezTo>
                <a:cubicBezTo>
                  <a:pt x="200744" y="0"/>
                  <a:pt x="202672" y="658"/>
                  <a:pt x="204079" y="1974"/>
                </a:cubicBezTo>
                <a:cubicBezTo>
                  <a:pt x="205486" y="3290"/>
                  <a:pt x="206190" y="4988"/>
                  <a:pt x="206190" y="7068"/>
                </a:cubicBezTo>
                <a:cubicBezTo>
                  <a:pt x="206190" y="9762"/>
                  <a:pt x="205119" y="12088"/>
                  <a:pt x="202977" y="14046"/>
                </a:cubicBezTo>
                <a:cubicBezTo>
                  <a:pt x="200835" y="16004"/>
                  <a:pt x="198265" y="16983"/>
                  <a:pt x="195265" y="16983"/>
                </a:cubicBezTo>
                <a:moveTo>
                  <a:pt x="202059" y="22308"/>
                </a:moveTo>
                <a:lnTo>
                  <a:pt x="193063" y="73534"/>
                </a:lnTo>
                <a:lnTo>
                  <a:pt x="177364" y="73534"/>
                </a:lnTo>
                <a:lnTo>
                  <a:pt x="186360" y="22308"/>
                </a:lnTo>
                <a:lnTo>
                  <a:pt x="202059" y="22308"/>
                </a:lnTo>
                <a:close/>
                <a:moveTo>
                  <a:pt x="225744" y="74268"/>
                </a:moveTo>
                <a:cubicBezTo>
                  <a:pt x="221705" y="74268"/>
                  <a:pt x="218079" y="73626"/>
                  <a:pt x="214865" y="72341"/>
                </a:cubicBezTo>
                <a:cubicBezTo>
                  <a:pt x="211653" y="71056"/>
                  <a:pt x="209128" y="69266"/>
                  <a:pt x="207291" y="66971"/>
                </a:cubicBezTo>
                <a:cubicBezTo>
                  <a:pt x="205455" y="64676"/>
                  <a:pt x="204537" y="62028"/>
                  <a:pt x="204537" y="59029"/>
                </a:cubicBezTo>
                <a:cubicBezTo>
                  <a:pt x="204537" y="58601"/>
                  <a:pt x="204599" y="57836"/>
                  <a:pt x="204722" y="56734"/>
                </a:cubicBezTo>
                <a:lnTo>
                  <a:pt x="219869" y="56734"/>
                </a:lnTo>
                <a:cubicBezTo>
                  <a:pt x="219747" y="58632"/>
                  <a:pt x="220313" y="60147"/>
                  <a:pt x="221567" y="61278"/>
                </a:cubicBezTo>
                <a:cubicBezTo>
                  <a:pt x="222822" y="62410"/>
                  <a:pt x="224612" y="62976"/>
                  <a:pt x="226938" y="62976"/>
                </a:cubicBezTo>
                <a:cubicBezTo>
                  <a:pt x="228896" y="62976"/>
                  <a:pt x="230518" y="62609"/>
                  <a:pt x="231803" y="61875"/>
                </a:cubicBezTo>
                <a:cubicBezTo>
                  <a:pt x="233088" y="61140"/>
                  <a:pt x="233731" y="60100"/>
                  <a:pt x="233731" y="58754"/>
                </a:cubicBezTo>
                <a:cubicBezTo>
                  <a:pt x="233731" y="57468"/>
                  <a:pt x="233043" y="56443"/>
                  <a:pt x="231665" y="55678"/>
                </a:cubicBezTo>
                <a:cubicBezTo>
                  <a:pt x="230289" y="54913"/>
                  <a:pt x="228009" y="53980"/>
                  <a:pt x="224826" y="52878"/>
                </a:cubicBezTo>
                <a:cubicBezTo>
                  <a:pt x="221522" y="51777"/>
                  <a:pt x="218752" y="50691"/>
                  <a:pt x="216518" y="49619"/>
                </a:cubicBezTo>
                <a:cubicBezTo>
                  <a:pt x="214284" y="48548"/>
                  <a:pt x="212372" y="47003"/>
                  <a:pt x="210781" y="44984"/>
                </a:cubicBezTo>
                <a:cubicBezTo>
                  <a:pt x="209189" y="42964"/>
                  <a:pt x="208394" y="40424"/>
                  <a:pt x="208394" y="37364"/>
                </a:cubicBezTo>
                <a:cubicBezTo>
                  <a:pt x="208394" y="34365"/>
                  <a:pt x="209281" y="31657"/>
                  <a:pt x="211055" y="29239"/>
                </a:cubicBezTo>
                <a:cubicBezTo>
                  <a:pt x="212830" y="26821"/>
                  <a:pt x="215324" y="24940"/>
                  <a:pt x="218537" y="23594"/>
                </a:cubicBezTo>
                <a:cubicBezTo>
                  <a:pt x="221750" y="22247"/>
                  <a:pt x="225469" y="21574"/>
                  <a:pt x="229692" y="21574"/>
                </a:cubicBezTo>
                <a:cubicBezTo>
                  <a:pt x="233914" y="21574"/>
                  <a:pt x="237586" y="22263"/>
                  <a:pt x="240707" y="23640"/>
                </a:cubicBezTo>
                <a:cubicBezTo>
                  <a:pt x="243829" y="25017"/>
                  <a:pt x="246247" y="26929"/>
                  <a:pt x="247961" y="29378"/>
                </a:cubicBezTo>
                <a:cubicBezTo>
                  <a:pt x="249675" y="31825"/>
                  <a:pt x="250531" y="34579"/>
                  <a:pt x="250531" y="37638"/>
                </a:cubicBezTo>
                <a:lnTo>
                  <a:pt x="250439" y="39015"/>
                </a:lnTo>
                <a:lnTo>
                  <a:pt x="236209" y="39015"/>
                </a:lnTo>
                <a:cubicBezTo>
                  <a:pt x="236332" y="37179"/>
                  <a:pt x="235781" y="35711"/>
                  <a:pt x="234557" y="34610"/>
                </a:cubicBezTo>
                <a:cubicBezTo>
                  <a:pt x="233333" y="33508"/>
                  <a:pt x="231589" y="32957"/>
                  <a:pt x="229324" y="32957"/>
                </a:cubicBezTo>
                <a:cubicBezTo>
                  <a:pt x="227550" y="32957"/>
                  <a:pt x="226097" y="33324"/>
                  <a:pt x="224964" y="34059"/>
                </a:cubicBezTo>
                <a:cubicBezTo>
                  <a:pt x="223832" y="34793"/>
                  <a:pt x="223266" y="35803"/>
                  <a:pt x="223266" y="37088"/>
                </a:cubicBezTo>
                <a:cubicBezTo>
                  <a:pt x="223266" y="38434"/>
                  <a:pt x="224015" y="39552"/>
                  <a:pt x="225514" y="40440"/>
                </a:cubicBezTo>
                <a:cubicBezTo>
                  <a:pt x="227014" y="41327"/>
                  <a:pt x="229355" y="42321"/>
                  <a:pt x="232538" y="43422"/>
                </a:cubicBezTo>
                <a:cubicBezTo>
                  <a:pt x="235843" y="44524"/>
                  <a:pt x="238582" y="45611"/>
                  <a:pt x="240754" y="46682"/>
                </a:cubicBezTo>
                <a:cubicBezTo>
                  <a:pt x="242927" y="47753"/>
                  <a:pt x="244794" y="49252"/>
                  <a:pt x="246354" y="51180"/>
                </a:cubicBezTo>
                <a:cubicBezTo>
                  <a:pt x="247915" y="53108"/>
                  <a:pt x="248695" y="55510"/>
                  <a:pt x="248695" y="58387"/>
                </a:cubicBezTo>
                <a:cubicBezTo>
                  <a:pt x="248695" y="61692"/>
                  <a:pt x="247700" y="64538"/>
                  <a:pt x="245711" y="66925"/>
                </a:cubicBezTo>
                <a:cubicBezTo>
                  <a:pt x="243722" y="69311"/>
                  <a:pt x="240998" y="71132"/>
                  <a:pt x="237540" y="72387"/>
                </a:cubicBezTo>
                <a:cubicBezTo>
                  <a:pt x="234083" y="73641"/>
                  <a:pt x="230151" y="74268"/>
                  <a:pt x="225744" y="74268"/>
                </a:cubicBezTo>
                <a:close/>
                <a:moveTo>
                  <a:pt x="273573" y="16983"/>
                </a:moveTo>
                <a:cubicBezTo>
                  <a:pt x="271126" y="16983"/>
                  <a:pt x="269183" y="16326"/>
                  <a:pt x="267745" y="15010"/>
                </a:cubicBezTo>
                <a:cubicBezTo>
                  <a:pt x="266307" y="13694"/>
                  <a:pt x="265587" y="12026"/>
                  <a:pt x="265587" y="10006"/>
                </a:cubicBezTo>
                <a:cubicBezTo>
                  <a:pt x="265587" y="7252"/>
                  <a:pt x="266658" y="4896"/>
                  <a:pt x="268800" y="2938"/>
                </a:cubicBezTo>
                <a:cubicBezTo>
                  <a:pt x="270942" y="979"/>
                  <a:pt x="273543" y="0"/>
                  <a:pt x="276603" y="0"/>
                </a:cubicBezTo>
                <a:cubicBezTo>
                  <a:pt x="279052" y="0"/>
                  <a:pt x="280980" y="658"/>
                  <a:pt x="282387" y="1974"/>
                </a:cubicBezTo>
                <a:cubicBezTo>
                  <a:pt x="283795" y="3290"/>
                  <a:pt x="284498" y="4988"/>
                  <a:pt x="284498" y="7068"/>
                </a:cubicBezTo>
                <a:cubicBezTo>
                  <a:pt x="284498" y="9762"/>
                  <a:pt x="283427" y="12088"/>
                  <a:pt x="281285" y="14046"/>
                </a:cubicBezTo>
                <a:cubicBezTo>
                  <a:pt x="279144" y="16004"/>
                  <a:pt x="276573" y="16983"/>
                  <a:pt x="273573" y="16983"/>
                </a:cubicBezTo>
                <a:moveTo>
                  <a:pt x="280367" y="22308"/>
                </a:moveTo>
                <a:lnTo>
                  <a:pt x="271371" y="73534"/>
                </a:lnTo>
                <a:lnTo>
                  <a:pt x="255673" y="73534"/>
                </a:lnTo>
                <a:lnTo>
                  <a:pt x="264669" y="22308"/>
                </a:lnTo>
                <a:lnTo>
                  <a:pt x="280367" y="22308"/>
                </a:lnTo>
                <a:close/>
                <a:moveTo>
                  <a:pt x="323056" y="21757"/>
                </a:moveTo>
                <a:cubicBezTo>
                  <a:pt x="328197" y="21757"/>
                  <a:pt x="332236" y="23196"/>
                  <a:pt x="335174" y="26072"/>
                </a:cubicBezTo>
                <a:cubicBezTo>
                  <a:pt x="338112" y="28948"/>
                  <a:pt x="339581" y="32957"/>
                  <a:pt x="339581" y="38098"/>
                </a:cubicBezTo>
                <a:cubicBezTo>
                  <a:pt x="339581" y="39811"/>
                  <a:pt x="339397" y="41647"/>
                  <a:pt x="339029" y="43606"/>
                </a:cubicBezTo>
                <a:lnTo>
                  <a:pt x="333705" y="73534"/>
                </a:lnTo>
                <a:lnTo>
                  <a:pt x="318098" y="73534"/>
                </a:lnTo>
                <a:lnTo>
                  <a:pt x="323056" y="45718"/>
                </a:lnTo>
                <a:cubicBezTo>
                  <a:pt x="323240" y="44677"/>
                  <a:pt x="323332" y="43759"/>
                  <a:pt x="323332" y="42964"/>
                </a:cubicBezTo>
                <a:cubicBezTo>
                  <a:pt x="323332" y="40393"/>
                  <a:pt x="322613" y="38404"/>
                  <a:pt x="321174" y="36997"/>
                </a:cubicBezTo>
                <a:cubicBezTo>
                  <a:pt x="319736" y="35589"/>
                  <a:pt x="317732" y="34884"/>
                  <a:pt x="315161" y="34884"/>
                </a:cubicBezTo>
                <a:cubicBezTo>
                  <a:pt x="312101" y="34884"/>
                  <a:pt x="309530" y="35833"/>
                  <a:pt x="307449" y="37731"/>
                </a:cubicBezTo>
                <a:cubicBezTo>
                  <a:pt x="305369" y="39628"/>
                  <a:pt x="304022" y="42291"/>
                  <a:pt x="303409" y="45718"/>
                </a:cubicBezTo>
                <a:lnTo>
                  <a:pt x="303409" y="45259"/>
                </a:lnTo>
                <a:lnTo>
                  <a:pt x="298453" y="73534"/>
                </a:lnTo>
                <a:lnTo>
                  <a:pt x="282754" y="73534"/>
                </a:lnTo>
                <a:lnTo>
                  <a:pt x="291750" y="22308"/>
                </a:lnTo>
                <a:lnTo>
                  <a:pt x="307449" y="22308"/>
                </a:lnTo>
                <a:lnTo>
                  <a:pt x="306256" y="29193"/>
                </a:lnTo>
                <a:cubicBezTo>
                  <a:pt x="308276" y="26928"/>
                  <a:pt x="310739" y="25123"/>
                  <a:pt x="313647" y="23777"/>
                </a:cubicBezTo>
                <a:cubicBezTo>
                  <a:pt x="316554" y="22431"/>
                  <a:pt x="319690" y="21757"/>
                  <a:pt x="323056" y="21757"/>
                </a:cubicBezTo>
                <a:close/>
                <a:moveTo>
                  <a:pt x="365928" y="55908"/>
                </a:moveTo>
                <a:cubicBezTo>
                  <a:pt x="365867" y="56214"/>
                  <a:pt x="365837" y="56612"/>
                  <a:pt x="365837" y="57101"/>
                </a:cubicBezTo>
                <a:cubicBezTo>
                  <a:pt x="365837" y="58203"/>
                  <a:pt x="366158" y="58999"/>
                  <a:pt x="366801" y="59488"/>
                </a:cubicBezTo>
                <a:cubicBezTo>
                  <a:pt x="367443" y="59978"/>
                  <a:pt x="368499" y="60222"/>
                  <a:pt x="369968" y="60222"/>
                </a:cubicBezTo>
                <a:lnTo>
                  <a:pt x="375568" y="60222"/>
                </a:lnTo>
                <a:lnTo>
                  <a:pt x="373182" y="73534"/>
                </a:lnTo>
                <a:lnTo>
                  <a:pt x="365194" y="73534"/>
                </a:lnTo>
                <a:cubicBezTo>
                  <a:pt x="354912" y="73534"/>
                  <a:pt x="349771" y="69219"/>
                  <a:pt x="349771" y="60589"/>
                </a:cubicBezTo>
                <a:cubicBezTo>
                  <a:pt x="349771" y="59304"/>
                  <a:pt x="349924" y="57683"/>
                  <a:pt x="350231" y="55724"/>
                </a:cubicBezTo>
                <a:lnTo>
                  <a:pt x="353902" y="35344"/>
                </a:lnTo>
                <a:lnTo>
                  <a:pt x="347660" y="35344"/>
                </a:lnTo>
                <a:lnTo>
                  <a:pt x="349955" y="22308"/>
                </a:lnTo>
                <a:lnTo>
                  <a:pt x="356197" y="22308"/>
                </a:lnTo>
                <a:lnTo>
                  <a:pt x="358400" y="9822"/>
                </a:lnTo>
                <a:lnTo>
                  <a:pt x="374099" y="9822"/>
                </a:lnTo>
                <a:lnTo>
                  <a:pt x="371896" y="22308"/>
                </a:lnTo>
                <a:lnTo>
                  <a:pt x="382178" y="22308"/>
                </a:lnTo>
                <a:lnTo>
                  <a:pt x="379883" y="35344"/>
                </a:lnTo>
                <a:lnTo>
                  <a:pt x="369601" y="35344"/>
                </a:lnTo>
                <a:lnTo>
                  <a:pt x="365928" y="55908"/>
                </a:lnTo>
                <a:close/>
                <a:moveTo>
                  <a:pt x="413849" y="21574"/>
                </a:moveTo>
                <a:cubicBezTo>
                  <a:pt x="420459" y="21574"/>
                  <a:pt x="425707" y="23364"/>
                  <a:pt x="429593" y="26945"/>
                </a:cubicBezTo>
                <a:cubicBezTo>
                  <a:pt x="433479" y="30524"/>
                  <a:pt x="435423" y="35405"/>
                  <a:pt x="435423" y="41586"/>
                </a:cubicBezTo>
                <a:cubicBezTo>
                  <a:pt x="435423" y="43606"/>
                  <a:pt x="435270" y="45411"/>
                  <a:pt x="434965" y="47003"/>
                </a:cubicBezTo>
                <a:cubicBezTo>
                  <a:pt x="434720" y="48410"/>
                  <a:pt x="434353" y="49909"/>
                  <a:pt x="433862" y="51501"/>
                </a:cubicBezTo>
                <a:lnTo>
                  <a:pt x="398335" y="51501"/>
                </a:lnTo>
                <a:cubicBezTo>
                  <a:pt x="398273" y="51869"/>
                  <a:pt x="398242" y="52451"/>
                  <a:pt x="398242" y="53246"/>
                </a:cubicBezTo>
                <a:cubicBezTo>
                  <a:pt x="398242" y="55939"/>
                  <a:pt x="398977" y="57989"/>
                  <a:pt x="400446" y="59397"/>
                </a:cubicBezTo>
                <a:cubicBezTo>
                  <a:pt x="401915" y="60804"/>
                  <a:pt x="403873" y="61508"/>
                  <a:pt x="406321" y="61508"/>
                </a:cubicBezTo>
                <a:cubicBezTo>
                  <a:pt x="410239" y="61508"/>
                  <a:pt x="413238" y="59856"/>
                  <a:pt x="415318" y="56551"/>
                </a:cubicBezTo>
                <a:lnTo>
                  <a:pt x="432027" y="56551"/>
                </a:lnTo>
                <a:cubicBezTo>
                  <a:pt x="429823" y="61752"/>
                  <a:pt x="426242" y="66006"/>
                  <a:pt x="421284" y="69311"/>
                </a:cubicBezTo>
                <a:cubicBezTo>
                  <a:pt x="416327" y="72616"/>
                  <a:pt x="410758" y="74268"/>
                  <a:pt x="404577" y="74268"/>
                </a:cubicBezTo>
                <a:cubicBezTo>
                  <a:pt x="397967" y="74268"/>
                  <a:pt x="392688" y="72432"/>
                  <a:pt x="388741" y="68760"/>
                </a:cubicBezTo>
                <a:cubicBezTo>
                  <a:pt x="384793" y="65088"/>
                  <a:pt x="382820" y="60100"/>
                  <a:pt x="382820" y="53797"/>
                </a:cubicBezTo>
                <a:cubicBezTo>
                  <a:pt x="382820" y="51899"/>
                  <a:pt x="383003" y="49940"/>
                  <a:pt x="383370" y="47920"/>
                </a:cubicBezTo>
                <a:cubicBezTo>
                  <a:pt x="384289" y="42596"/>
                  <a:pt x="386187" y="37945"/>
                  <a:pt x="389063" y="33967"/>
                </a:cubicBezTo>
                <a:cubicBezTo>
                  <a:pt x="391939" y="29989"/>
                  <a:pt x="395519" y="26929"/>
                  <a:pt x="399803" y="24787"/>
                </a:cubicBezTo>
                <a:cubicBezTo>
                  <a:pt x="404088" y="22645"/>
                  <a:pt x="408770" y="21574"/>
                  <a:pt x="413849" y="21574"/>
                </a:cubicBezTo>
                <a:moveTo>
                  <a:pt x="419542" y="43515"/>
                </a:moveTo>
                <a:cubicBezTo>
                  <a:pt x="419664" y="42657"/>
                  <a:pt x="419725" y="42076"/>
                  <a:pt x="419725" y="41771"/>
                </a:cubicBezTo>
                <a:cubicBezTo>
                  <a:pt x="419725" y="39322"/>
                  <a:pt x="418960" y="37440"/>
                  <a:pt x="417429" y="36124"/>
                </a:cubicBezTo>
                <a:cubicBezTo>
                  <a:pt x="415900" y="34808"/>
                  <a:pt x="413880" y="34150"/>
                  <a:pt x="411371" y="34150"/>
                </a:cubicBezTo>
                <a:cubicBezTo>
                  <a:pt x="408678" y="34150"/>
                  <a:pt x="406306" y="34961"/>
                  <a:pt x="404255" y="36584"/>
                </a:cubicBezTo>
                <a:cubicBezTo>
                  <a:pt x="402205" y="38205"/>
                  <a:pt x="400721" y="40515"/>
                  <a:pt x="399803" y="43515"/>
                </a:cubicBezTo>
                <a:lnTo>
                  <a:pt x="419542" y="43515"/>
                </a:lnTo>
                <a:close/>
                <a:moveTo>
                  <a:pt x="461495" y="31580"/>
                </a:moveTo>
                <a:cubicBezTo>
                  <a:pt x="463882" y="28520"/>
                  <a:pt x="466620" y="26118"/>
                  <a:pt x="469710" y="24374"/>
                </a:cubicBezTo>
                <a:cubicBezTo>
                  <a:pt x="472802" y="22630"/>
                  <a:pt x="476030" y="21757"/>
                  <a:pt x="479397" y="21757"/>
                </a:cubicBezTo>
                <a:lnTo>
                  <a:pt x="476460" y="38374"/>
                </a:lnTo>
                <a:lnTo>
                  <a:pt x="472145" y="38374"/>
                </a:lnTo>
                <a:cubicBezTo>
                  <a:pt x="468227" y="38374"/>
                  <a:pt x="465136" y="39215"/>
                  <a:pt x="462872" y="40898"/>
                </a:cubicBezTo>
                <a:cubicBezTo>
                  <a:pt x="460608" y="42581"/>
                  <a:pt x="459109" y="45534"/>
                  <a:pt x="458374" y="49757"/>
                </a:cubicBezTo>
                <a:lnTo>
                  <a:pt x="454152" y="73534"/>
                </a:lnTo>
                <a:lnTo>
                  <a:pt x="438453" y="73534"/>
                </a:lnTo>
                <a:lnTo>
                  <a:pt x="447449" y="22308"/>
                </a:lnTo>
                <a:lnTo>
                  <a:pt x="463148" y="22308"/>
                </a:lnTo>
                <a:lnTo>
                  <a:pt x="461495" y="315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Text prets">
            <a:extLst xmlns:a="http://schemas.openxmlformats.org/drawingml/2006/main">
              <a:ext uri="{FF2B5EF4-FFF2-40B4-BE49-F238E27FC236}">
                <a16:creationId xmlns:a16="http://schemas.microsoft.com/office/drawing/2014/main" id="{35BC8536-F732-4FE4-AE89-99BC2787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701" y="3773613"/>
            <a:ext cx="245850" cy="88132"/>
          </a:xfrm>
          <a:custGeom xmlns:a="http://schemas.openxmlformats.org/drawingml/2006/main">
            <a:pathLst>
              <a:path w="245850" h="88132">
                <a:moveTo>
                  <a:pt x="27725" y="19737"/>
                </a:moveTo>
                <a:cubicBezTo>
                  <a:pt x="29683" y="17350"/>
                  <a:pt x="32146" y="15423"/>
                  <a:pt x="35114" y="13955"/>
                </a:cubicBezTo>
                <a:cubicBezTo>
                  <a:pt x="38083" y="12486"/>
                  <a:pt x="41372" y="11751"/>
                  <a:pt x="44983" y="11751"/>
                </a:cubicBezTo>
                <a:cubicBezTo>
                  <a:pt x="50492" y="11751"/>
                  <a:pt x="54944" y="13557"/>
                  <a:pt x="58341" y="17168"/>
                </a:cubicBezTo>
                <a:cubicBezTo>
                  <a:pt x="61737" y="20779"/>
                  <a:pt x="63436" y="25675"/>
                  <a:pt x="63436" y="31856"/>
                </a:cubicBezTo>
                <a:cubicBezTo>
                  <a:pt x="63436" y="33753"/>
                  <a:pt x="63252" y="35804"/>
                  <a:pt x="62885" y="38007"/>
                </a:cubicBezTo>
                <a:cubicBezTo>
                  <a:pt x="61967" y="43270"/>
                  <a:pt x="60162" y="47906"/>
                  <a:pt x="57468" y="51915"/>
                </a:cubicBezTo>
                <a:cubicBezTo>
                  <a:pt x="54776" y="55924"/>
                  <a:pt x="51532" y="59014"/>
                  <a:pt x="47737" y="61187"/>
                </a:cubicBezTo>
                <a:cubicBezTo>
                  <a:pt x="43942" y="63360"/>
                  <a:pt x="39934" y="64446"/>
                  <a:pt x="35711" y="64446"/>
                </a:cubicBezTo>
                <a:cubicBezTo>
                  <a:pt x="32161" y="64446"/>
                  <a:pt x="29162" y="63712"/>
                  <a:pt x="26713" y="62244"/>
                </a:cubicBezTo>
                <a:cubicBezTo>
                  <a:pt x="24266" y="60775"/>
                  <a:pt x="22461" y="58877"/>
                  <a:pt x="21298" y="56551"/>
                </a:cubicBezTo>
                <a:lnTo>
                  <a:pt x="15697" y="88132"/>
                </a:lnTo>
                <a:lnTo>
                  <a:pt x="0" y="88132"/>
                </a:lnTo>
                <a:lnTo>
                  <a:pt x="13310" y="12485"/>
                </a:lnTo>
                <a:lnTo>
                  <a:pt x="29009" y="12485"/>
                </a:lnTo>
                <a:lnTo>
                  <a:pt x="27725" y="19737"/>
                </a:lnTo>
                <a:moveTo>
                  <a:pt x="47003" y="38007"/>
                </a:moveTo>
                <a:cubicBezTo>
                  <a:pt x="47187" y="36966"/>
                  <a:pt x="47279" y="36018"/>
                  <a:pt x="47279" y="35160"/>
                </a:cubicBezTo>
                <a:cubicBezTo>
                  <a:pt x="47279" y="32101"/>
                  <a:pt x="46406" y="29714"/>
                  <a:pt x="44662" y="28001"/>
                </a:cubicBezTo>
                <a:cubicBezTo>
                  <a:pt x="42918" y="26286"/>
                  <a:pt x="40699" y="25429"/>
                  <a:pt x="38007" y="25429"/>
                </a:cubicBezTo>
                <a:cubicBezTo>
                  <a:pt x="34885" y="25429"/>
                  <a:pt x="32038" y="26561"/>
                  <a:pt x="29467" y="28826"/>
                </a:cubicBezTo>
                <a:cubicBezTo>
                  <a:pt x="26897" y="31091"/>
                  <a:pt x="25245" y="34181"/>
                  <a:pt x="24511" y="38098"/>
                </a:cubicBezTo>
                <a:cubicBezTo>
                  <a:pt x="24327" y="39200"/>
                  <a:pt x="24235" y="40210"/>
                  <a:pt x="24235" y="41128"/>
                </a:cubicBezTo>
                <a:cubicBezTo>
                  <a:pt x="24235" y="44126"/>
                  <a:pt x="25092" y="46483"/>
                  <a:pt x="26806" y="48196"/>
                </a:cubicBezTo>
                <a:cubicBezTo>
                  <a:pt x="28520" y="49910"/>
                  <a:pt x="30723" y="50767"/>
                  <a:pt x="33416" y="50767"/>
                </a:cubicBezTo>
                <a:cubicBezTo>
                  <a:pt x="36537" y="50767"/>
                  <a:pt x="39398" y="49619"/>
                  <a:pt x="41999" y="47325"/>
                </a:cubicBezTo>
                <a:cubicBezTo>
                  <a:pt x="44601" y="45030"/>
                  <a:pt x="46269" y="41923"/>
                  <a:pt x="47003" y="38007"/>
                </a:cubicBezTo>
                <a:close/>
                <a:moveTo>
                  <a:pt x="89691" y="21757"/>
                </a:moveTo>
                <a:cubicBezTo>
                  <a:pt x="92078" y="18697"/>
                  <a:pt x="94817" y="16295"/>
                  <a:pt x="97907" y="14552"/>
                </a:cubicBezTo>
                <a:cubicBezTo>
                  <a:pt x="100998" y="12807"/>
                  <a:pt x="104227" y="11935"/>
                  <a:pt x="107594" y="11935"/>
                </a:cubicBezTo>
                <a:lnTo>
                  <a:pt x="104656" y="28551"/>
                </a:lnTo>
                <a:lnTo>
                  <a:pt x="100342" y="28551"/>
                </a:lnTo>
                <a:cubicBezTo>
                  <a:pt x="96424" y="28551"/>
                  <a:pt x="93333" y="29393"/>
                  <a:pt x="91068" y="31076"/>
                </a:cubicBezTo>
                <a:cubicBezTo>
                  <a:pt x="88805" y="32758"/>
                  <a:pt x="87305" y="35711"/>
                  <a:pt x="86570" y="39934"/>
                </a:cubicBezTo>
                <a:lnTo>
                  <a:pt x="82348" y="63712"/>
                </a:lnTo>
                <a:lnTo>
                  <a:pt x="66649" y="63712"/>
                </a:lnTo>
                <a:lnTo>
                  <a:pt x="75645" y="12485"/>
                </a:lnTo>
                <a:lnTo>
                  <a:pt x="91344" y="12485"/>
                </a:lnTo>
                <a:lnTo>
                  <a:pt x="89691" y="21757"/>
                </a:lnTo>
                <a:close/>
                <a:moveTo>
                  <a:pt x="137888" y="11751"/>
                </a:moveTo>
                <a:cubicBezTo>
                  <a:pt x="144498" y="11751"/>
                  <a:pt x="149746" y="13542"/>
                  <a:pt x="153631" y="17122"/>
                </a:cubicBezTo>
                <a:cubicBezTo>
                  <a:pt x="157518" y="20702"/>
                  <a:pt x="159462" y="25582"/>
                  <a:pt x="159462" y="31763"/>
                </a:cubicBezTo>
                <a:cubicBezTo>
                  <a:pt x="159462" y="33783"/>
                  <a:pt x="159309" y="35589"/>
                  <a:pt x="159004" y="37180"/>
                </a:cubicBezTo>
                <a:cubicBezTo>
                  <a:pt x="158759" y="38588"/>
                  <a:pt x="158391" y="40087"/>
                  <a:pt x="157901" y="41678"/>
                </a:cubicBezTo>
                <a:lnTo>
                  <a:pt x="122374" y="41678"/>
                </a:lnTo>
                <a:cubicBezTo>
                  <a:pt x="122312" y="42046"/>
                  <a:pt x="122281" y="42628"/>
                  <a:pt x="122281" y="43424"/>
                </a:cubicBezTo>
                <a:cubicBezTo>
                  <a:pt x="122281" y="46116"/>
                  <a:pt x="123016" y="48166"/>
                  <a:pt x="124485" y="49575"/>
                </a:cubicBezTo>
                <a:cubicBezTo>
                  <a:pt x="125954" y="50982"/>
                  <a:pt x="127912" y="51686"/>
                  <a:pt x="130360" y="51686"/>
                </a:cubicBezTo>
                <a:cubicBezTo>
                  <a:pt x="134277" y="51686"/>
                  <a:pt x="137277" y="50033"/>
                  <a:pt x="139357" y="46728"/>
                </a:cubicBezTo>
                <a:lnTo>
                  <a:pt x="156066" y="46728"/>
                </a:lnTo>
                <a:cubicBezTo>
                  <a:pt x="153862" y="51930"/>
                  <a:pt x="150281" y="56183"/>
                  <a:pt x="145323" y="59488"/>
                </a:cubicBezTo>
                <a:cubicBezTo>
                  <a:pt x="140366" y="62793"/>
                  <a:pt x="134797" y="64446"/>
                  <a:pt x="128616" y="64446"/>
                </a:cubicBezTo>
                <a:cubicBezTo>
                  <a:pt x="122006" y="64446"/>
                  <a:pt x="116727" y="62610"/>
                  <a:pt x="112780" y="58938"/>
                </a:cubicBezTo>
                <a:cubicBezTo>
                  <a:pt x="108832" y="55266"/>
                  <a:pt x="106858" y="50278"/>
                  <a:pt x="106858" y="43974"/>
                </a:cubicBezTo>
                <a:cubicBezTo>
                  <a:pt x="106858" y="42077"/>
                  <a:pt x="107042" y="40118"/>
                  <a:pt x="107409" y="38098"/>
                </a:cubicBezTo>
                <a:cubicBezTo>
                  <a:pt x="108328" y="32774"/>
                  <a:pt x="110226" y="28123"/>
                  <a:pt x="113102" y="24144"/>
                </a:cubicBezTo>
                <a:cubicBezTo>
                  <a:pt x="115978" y="20166"/>
                  <a:pt x="119558" y="17106"/>
                  <a:pt x="123842" y="14965"/>
                </a:cubicBezTo>
                <a:cubicBezTo>
                  <a:pt x="128126" y="12823"/>
                  <a:pt x="132808" y="11751"/>
                  <a:pt x="137888" y="11751"/>
                </a:cubicBezTo>
                <a:moveTo>
                  <a:pt x="143581" y="33692"/>
                </a:moveTo>
                <a:cubicBezTo>
                  <a:pt x="143703" y="32835"/>
                  <a:pt x="143764" y="32254"/>
                  <a:pt x="143764" y="31948"/>
                </a:cubicBezTo>
                <a:cubicBezTo>
                  <a:pt x="143764" y="29500"/>
                  <a:pt x="142999" y="27617"/>
                  <a:pt x="141468" y="26302"/>
                </a:cubicBezTo>
                <a:cubicBezTo>
                  <a:pt x="139939" y="24986"/>
                  <a:pt x="137919" y="24328"/>
                  <a:pt x="135410" y="24328"/>
                </a:cubicBezTo>
                <a:cubicBezTo>
                  <a:pt x="132716" y="24328"/>
                  <a:pt x="130344" y="25139"/>
                  <a:pt x="128294" y="26761"/>
                </a:cubicBezTo>
                <a:cubicBezTo>
                  <a:pt x="126244" y="28382"/>
                  <a:pt x="124760" y="30693"/>
                  <a:pt x="123842" y="33692"/>
                </a:cubicBezTo>
                <a:lnTo>
                  <a:pt x="143581" y="33692"/>
                </a:lnTo>
                <a:close/>
                <a:moveTo>
                  <a:pt x="183789" y="46085"/>
                </a:moveTo>
                <a:cubicBezTo>
                  <a:pt x="183729" y="46392"/>
                  <a:pt x="183698" y="46789"/>
                  <a:pt x="183698" y="47279"/>
                </a:cubicBezTo>
                <a:cubicBezTo>
                  <a:pt x="183698" y="48381"/>
                  <a:pt x="184020" y="49176"/>
                  <a:pt x="184662" y="49666"/>
                </a:cubicBezTo>
                <a:cubicBezTo>
                  <a:pt x="185305" y="50155"/>
                  <a:pt x="186360" y="50400"/>
                  <a:pt x="187829" y="50400"/>
                </a:cubicBezTo>
                <a:lnTo>
                  <a:pt x="193430" y="50400"/>
                </a:lnTo>
                <a:lnTo>
                  <a:pt x="191043" y="63712"/>
                </a:lnTo>
                <a:lnTo>
                  <a:pt x="183055" y="63712"/>
                </a:lnTo>
                <a:cubicBezTo>
                  <a:pt x="172773" y="63712"/>
                  <a:pt x="167632" y="59397"/>
                  <a:pt x="167632" y="50767"/>
                </a:cubicBezTo>
                <a:cubicBezTo>
                  <a:pt x="167632" y="49482"/>
                  <a:pt x="167786" y="47860"/>
                  <a:pt x="168092" y="45902"/>
                </a:cubicBezTo>
                <a:lnTo>
                  <a:pt x="171763" y="25521"/>
                </a:lnTo>
                <a:lnTo>
                  <a:pt x="165521" y="25521"/>
                </a:lnTo>
                <a:lnTo>
                  <a:pt x="167816" y="12485"/>
                </a:lnTo>
                <a:lnTo>
                  <a:pt x="174058" y="12485"/>
                </a:lnTo>
                <a:lnTo>
                  <a:pt x="176261" y="0"/>
                </a:lnTo>
                <a:lnTo>
                  <a:pt x="191960" y="0"/>
                </a:lnTo>
                <a:lnTo>
                  <a:pt x="189757" y="12485"/>
                </a:lnTo>
                <a:lnTo>
                  <a:pt x="200039" y="12485"/>
                </a:lnTo>
                <a:lnTo>
                  <a:pt x="197744" y="25521"/>
                </a:lnTo>
                <a:lnTo>
                  <a:pt x="187462" y="25521"/>
                </a:lnTo>
                <a:lnTo>
                  <a:pt x="183789" y="46085"/>
                </a:lnTo>
                <a:close/>
                <a:moveTo>
                  <a:pt x="221063" y="64446"/>
                </a:moveTo>
                <a:cubicBezTo>
                  <a:pt x="217024" y="64446"/>
                  <a:pt x="213397" y="63803"/>
                  <a:pt x="210184" y="62518"/>
                </a:cubicBezTo>
                <a:cubicBezTo>
                  <a:pt x="206971" y="61233"/>
                  <a:pt x="204447" y="59443"/>
                  <a:pt x="202610" y="57149"/>
                </a:cubicBezTo>
                <a:cubicBezTo>
                  <a:pt x="200774" y="54853"/>
                  <a:pt x="199856" y="52206"/>
                  <a:pt x="199856" y="49206"/>
                </a:cubicBezTo>
                <a:cubicBezTo>
                  <a:pt x="199856" y="48779"/>
                  <a:pt x="199917" y="48014"/>
                  <a:pt x="200041" y="46912"/>
                </a:cubicBezTo>
                <a:lnTo>
                  <a:pt x="215188" y="46912"/>
                </a:lnTo>
                <a:cubicBezTo>
                  <a:pt x="215065" y="48809"/>
                  <a:pt x="215631" y="50324"/>
                  <a:pt x="216885" y="51456"/>
                </a:cubicBezTo>
                <a:cubicBezTo>
                  <a:pt x="218140" y="52588"/>
                  <a:pt x="219931" y="53154"/>
                  <a:pt x="222256" y="53154"/>
                </a:cubicBezTo>
                <a:cubicBezTo>
                  <a:pt x="224214" y="53154"/>
                  <a:pt x="225836" y="52787"/>
                  <a:pt x="227121" y="52053"/>
                </a:cubicBezTo>
                <a:cubicBezTo>
                  <a:pt x="228407" y="51318"/>
                  <a:pt x="229050" y="50277"/>
                  <a:pt x="229050" y="48932"/>
                </a:cubicBezTo>
                <a:cubicBezTo>
                  <a:pt x="229050" y="47646"/>
                  <a:pt x="228361" y="46620"/>
                  <a:pt x="226984" y="45856"/>
                </a:cubicBezTo>
                <a:cubicBezTo>
                  <a:pt x="225607" y="45091"/>
                  <a:pt x="223328" y="44157"/>
                  <a:pt x="220145" y="43055"/>
                </a:cubicBezTo>
                <a:cubicBezTo>
                  <a:pt x="216840" y="41954"/>
                  <a:pt x="214071" y="40868"/>
                  <a:pt x="211837" y="39797"/>
                </a:cubicBezTo>
                <a:cubicBezTo>
                  <a:pt x="209603" y="38726"/>
                  <a:pt x="207690" y="37181"/>
                  <a:pt x="206099" y="35162"/>
                </a:cubicBezTo>
                <a:cubicBezTo>
                  <a:pt x="204508" y="33142"/>
                  <a:pt x="203712" y="30602"/>
                  <a:pt x="203712" y="27541"/>
                </a:cubicBezTo>
                <a:cubicBezTo>
                  <a:pt x="203712" y="24543"/>
                  <a:pt x="204599" y="21834"/>
                  <a:pt x="206374" y="19417"/>
                </a:cubicBezTo>
                <a:cubicBezTo>
                  <a:pt x="208149" y="16999"/>
                  <a:pt x="210643" y="15117"/>
                  <a:pt x="213855" y="13771"/>
                </a:cubicBezTo>
                <a:cubicBezTo>
                  <a:pt x="217069" y="12425"/>
                  <a:pt x="220787" y="11751"/>
                  <a:pt x="225010" y="11751"/>
                </a:cubicBezTo>
                <a:cubicBezTo>
                  <a:pt x="229233" y="11751"/>
                  <a:pt x="232905" y="12440"/>
                  <a:pt x="236026" y="13818"/>
                </a:cubicBezTo>
                <a:cubicBezTo>
                  <a:pt x="239148" y="15194"/>
                  <a:pt x="241566" y="17107"/>
                  <a:pt x="243279" y="19555"/>
                </a:cubicBezTo>
                <a:cubicBezTo>
                  <a:pt x="244993" y="22003"/>
                  <a:pt x="245850" y="24757"/>
                  <a:pt x="245850" y="27816"/>
                </a:cubicBezTo>
                <a:lnTo>
                  <a:pt x="245757" y="29193"/>
                </a:lnTo>
                <a:lnTo>
                  <a:pt x="231528" y="29193"/>
                </a:lnTo>
                <a:cubicBezTo>
                  <a:pt x="231650" y="27357"/>
                  <a:pt x="231099" y="25888"/>
                  <a:pt x="229875" y="24787"/>
                </a:cubicBezTo>
                <a:cubicBezTo>
                  <a:pt x="228652" y="23685"/>
                  <a:pt x="226908" y="23134"/>
                  <a:pt x="224643" y="23134"/>
                </a:cubicBezTo>
                <a:cubicBezTo>
                  <a:pt x="222869" y="23134"/>
                  <a:pt x="221415" y="23502"/>
                  <a:pt x="220282" y="24237"/>
                </a:cubicBezTo>
                <a:cubicBezTo>
                  <a:pt x="219150" y="24971"/>
                  <a:pt x="218585" y="25980"/>
                  <a:pt x="218585" y="27265"/>
                </a:cubicBezTo>
                <a:cubicBezTo>
                  <a:pt x="218585" y="28612"/>
                  <a:pt x="219334" y="29729"/>
                  <a:pt x="220833" y="30618"/>
                </a:cubicBezTo>
                <a:cubicBezTo>
                  <a:pt x="222333" y="31505"/>
                  <a:pt x="224674" y="32499"/>
                  <a:pt x="227856" y="33600"/>
                </a:cubicBezTo>
                <a:cubicBezTo>
                  <a:pt x="231161" y="34702"/>
                  <a:pt x="233900" y="35788"/>
                  <a:pt x="236072" y="36860"/>
                </a:cubicBezTo>
                <a:cubicBezTo>
                  <a:pt x="238245" y="37931"/>
                  <a:pt x="240112" y="39430"/>
                  <a:pt x="241673" y="41358"/>
                </a:cubicBezTo>
                <a:cubicBezTo>
                  <a:pt x="243233" y="43285"/>
                  <a:pt x="244013" y="45687"/>
                  <a:pt x="244013" y="48565"/>
                </a:cubicBezTo>
                <a:cubicBezTo>
                  <a:pt x="244013" y="51870"/>
                  <a:pt x="243019" y="54716"/>
                  <a:pt x="241030" y="57103"/>
                </a:cubicBezTo>
                <a:cubicBezTo>
                  <a:pt x="239041" y="59489"/>
                  <a:pt x="236317" y="61309"/>
                  <a:pt x="232859" y="62564"/>
                </a:cubicBezTo>
                <a:cubicBezTo>
                  <a:pt x="229402" y="63819"/>
                  <a:pt x="225469" y="64446"/>
                  <a:pt x="221063" y="644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Text somematri">
            <a:extLst xmlns:a="http://schemas.openxmlformats.org/drawingml/2006/main">
              <a:ext uri="{FF2B5EF4-FFF2-40B4-BE49-F238E27FC236}">
                <a16:creationId xmlns:a16="http://schemas.microsoft.com/office/drawing/2014/main" id="{545D8EB2-2990-4490-BFA9-1BA28318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3135" y="3867070"/>
            <a:ext cx="549536" cy="74268"/>
          </a:xfrm>
          <a:custGeom xmlns:a="http://schemas.openxmlformats.org/drawingml/2006/main">
            <a:pathLst>
              <a:path w="549536" h="74268">
                <a:moveTo>
                  <a:pt x="21207" y="74268"/>
                </a:moveTo>
                <a:cubicBezTo>
                  <a:pt x="17168" y="74268"/>
                  <a:pt x="13542" y="73626"/>
                  <a:pt x="10328" y="72341"/>
                </a:cubicBezTo>
                <a:cubicBezTo>
                  <a:pt x="7116" y="71056"/>
                  <a:pt x="4591" y="69266"/>
                  <a:pt x="2754" y="66971"/>
                </a:cubicBezTo>
                <a:cubicBezTo>
                  <a:pt x="918" y="64676"/>
                  <a:pt x="0" y="62028"/>
                  <a:pt x="0" y="59029"/>
                </a:cubicBezTo>
                <a:cubicBezTo>
                  <a:pt x="0" y="58601"/>
                  <a:pt x="62" y="57836"/>
                  <a:pt x="185" y="56734"/>
                </a:cubicBezTo>
                <a:lnTo>
                  <a:pt x="15332" y="56734"/>
                </a:lnTo>
                <a:cubicBezTo>
                  <a:pt x="15210" y="58632"/>
                  <a:pt x="15775" y="60147"/>
                  <a:pt x="17030" y="61278"/>
                </a:cubicBezTo>
                <a:cubicBezTo>
                  <a:pt x="18285" y="62410"/>
                  <a:pt x="20075" y="62976"/>
                  <a:pt x="22400" y="62976"/>
                </a:cubicBezTo>
                <a:cubicBezTo>
                  <a:pt x="24359" y="62976"/>
                  <a:pt x="25980" y="62609"/>
                  <a:pt x="27265" y="61875"/>
                </a:cubicBezTo>
                <a:cubicBezTo>
                  <a:pt x="28551" y="61140"/>
                  <a:pt x="29194" y="60100"/>
                  <a:pt x="29194" y="58754"/>
                </a:cubicBezTo>
                <a:cubicBezTo>
                  <a:pt x="29194" y="57468"/>
                  <a:pt x="28506" y="56443"/>
                  <a:pt x="27128" y="55678"/>
                </a:cubicBezTo>
                <a:cubicBezTo>
                  <a:pt x="25752" y="54913"/>
                  <a:pt x="23472" y="53980"/>
                  <a:pt x="20289" y="52878"/>
                </a:cubicBezTo>
                <a:cubicBezTo>
                  <a:pt x="16984" y="51777"/>
                  <a:pt x="14215" y="50691"/>
                  <a:pt x="11981" y="49619"/>
                </a:cubicBezTo>
                <a:cubicBezTo>
                  <a:pt x="9747" y="48548"/>
                  <a:pt x="7835" y="47003"/>
                  <a:pt x="6243" y="44984"/>
                </a:cubicBezTo>
                <a:cubicBezTo>
                  <a:pt x="4652" y="42964"/>
                  <a:pt x="3856" y="40424"/>
                  <a:pt x="3856" y="37364"/>
                </a:cubicBezTo>
                <a:cubicBezTo>
                  <a:pt x="3856" y="34365"/>
                  <a:pt x="4744" y="31657"/>
                  <a:pt x="6518" y="29239"/>
                </a:cubicBezTo>
                <a:cubicBezTo>
                  <a:pt x="8293" y="26821"/>
                  <a:pt x="10787" y="24940"/>
                  <a:pt x="14000" y="23594"/>
                </a:cubicBezTo>
                <a:cubicBezTo>
                  <a:pt x="17213" y="22247"/>
                  <a:pt x="20931" y="21574"/>
                  <a:pt x="25154" y="21574"/>
                </a:cubicBezTo>
                <a:cubicBezTo>
                  <a:pt x="29377" y="21574"/>
                  <a:pt x="33049" y="22263"/>
                  <a:pt x="36170" y="23640"/>
                </a:cubicBezTo>
                <a:cubicBezTo>
                  <a:pt x="39292" y="25017"/>
                  <a:pt x="41710" y="26929"/>
                  <a:pt x="43424" y="29378"/>
                </a:cubicBezTo>
                <a:cubicBezTo>
                  <a:pt x="45137" y="31825"/>
                  <a:pt x="45994" y="34579"/>
                  <a:pt x="45994" y="37638"/>
                </a:cubicBezTo>
                <a:lnTo>
                  <a:pt x="45902" y="39015"/>
                </a:lnTo>
                <a:lnTo>
                  <a:pt x="31672" y="39015"/>
                </a:lnTo>
                <a:cubicBezTo>
                  <a:pt x="31795" y="37179"/>
                  <a:pt x="31244" y="35711"/>
                  <a:pt x="30019" y="34610"/>
                </a:cubicBezTo>
                <a:cubicBezTo>
                  <a:pt x="28796" y="33508"/>
                  <a:pt x="27052" y="32957"/>
                  <a:pt x="24787" y="32957"/>
                </a:cubicBezTo>
                <a:cubicBezTo>
                  <a:pt x="23013" y="32957"/>
                  <a:pt x="21559" y="33324"/>
                  <a:pt x="20427" y="34059"/>
                </a:cubicBezTo>
                <a:cubicBezTo>
                  <a:pt x="19295" y="34793"/>
                  <a:pt x="18729" y="35803"/>
                  <a:pt x="18729" y="37088"/>
                </a:cubicBezTo>
                <a:cubicBezTo>
                  <a:pt x="18729" y="38434"/>
                  <a:pt x="19478" y="39552"/>
                  <a:pt x="20977" y="40440"/>
                </a:cubicBezTo>
                <a:cubicBezTo>
                  <a:pt x="22477" y="41327"/>
                  <a:pt x="24818" y="42321"/>
                  <a:pt x="28001" y="43422"/>
                </a:cubicBezTo>
                <a:cubicBezTo>
                  <a:pt x="31306" y="44524"/>
                  <a:pt x="34044" y="45611"/>
                  <a:pt x="36217" y="46682"/>
                </a:cubicBezTo>
                <a:cubicBezTo>
                  <a:pt x="38390" y="47753"/>
                  <a:pt x="40256" y="49252"/>
                  <a:pt x="41817" y="51180"/>
                </a:cubicBezTo>
                <a:cubicBezTo>
                  <a:pt x="43377" y="53108"/>
                  <a:pt x="44158" y="55510"/>
                  <a:pt x="44158" y="58387"/>
                </a:cubicBezTo>
                <a:cubicBezTo>
                  <a:pt x="44158" y="61692"/>
                  <a:pt x="43163" y="64538"/>
                  <a:pt x="41174" y="66925"/>
                </a:cubicBezTo>
                <a:cubicBezTo>
                  <a:pt x="39185" y="69311"/>
                  <a:pt x="36461" y="71132"/>
                  <a:pt x="33003" y="72387"/>
                </a:cubicBezTo>
                <a:cubicBezTo>
                  <a:pt x="29546" y="73641"/>
                  <a:pt x="25614" y="74268"/>
                  <a:pt x="21207" y="74268"/>
                </a:cubicBezTo>
                <a:close/>
                <a:moveTo>
                  <a:pt x="74546" y="74268"/>
                </a:moveTo>
                <a:cubicBezTo>
                  <a:pt x="70139" y="74268"/>
                  <a:pt x="66222" y="73381"/>
                  <a:pt x="62794" y="71607"/>
                </a:cubicBezTo>
                <a:cubicBezTo>
                  <a:pt x="59367" y="69831"/>
                  <a:pt x="56720" y="67322"/>
                  <a:pt x="54853" y="64079"/>
                </a:cubicBezTo>
                <a:cubicBezTo>
                  <a:pt x="52986" y="60834"/>
                  <a:pt x="52053" y="57070"/>
                  <a:pt x="52053" y="52787"/>
                </a:cubicBezTo>
                <a:cubicBezTo>
                  <a:pt x="52053" y="46972"/>
                  <a:pt x="53430" y="41678"/>
                  <a:pt x="56184" y="36904"/>
                </a:cubicBezTo>
                <a:cubicBezTo>
                  <a:pt x="58938" y="32130"/>
                  <a:pt x="62732" y="28382"/>
                  <a:pt x="67567" y="25659"/>
                </a:cubicBezTo>
                <a:cubicBezTo>
                  <a:pt x="72402" y="22935"/>
                  <a:pt x="77789" y="21574"/>
                  <a:pt x="83725" y="21574"/>
                </a:cubicBezTo>
                <a:cubicBezTo>
                  <a:pt x="88132" y="21574"/>
                  <a:pt x="92064" y="22476"/>
                  <a:pt x="95521" y="24282"/>
                </a:cubicBezTo>
                <a:cubicBezTo>
                  <a:pt x="98980" y="26087"/>
                  <a:pt x="101657" y="28612"/>
                  <a:pt x="103555" y="31856"/>
                </a:cubicBezTo>
                <a:cubicBezTo>
                  <a:pt x="105453" y="35099"/>
                  <a:pt x="106402" y="38863"/>
                  <a:pt x="106402" y="43148"/>
                </a:cubicBezTo>
                <a:cubicBezTo>
                  <a:pt x="106402" y="49023"/>
                  <a:pt x="105009" y="54332"/>
                  <a:pt x="102224" y="59075"/>
                </a:cubicBezTo>
                <a:cubicBezTo>
                  <a:pt x="99439" y="63818"/>
                  <a:pt x="95614" y="67536"/>
                  <a:pt x="90749" y="70230"/>
                </a:cubicBezTo>
                <a:cubicBezTo>
                  <a:pt x="85883" y="72922"/>
                  <a:pt x="80482" y="74268"/>
                  <a:pt x="74546" y="74268"/>
                </a:cubicBezTo>
                <a:moveTo>
                  <a:pt x="76748" y="60773"/>
                </a:moveTo>
                <a:cubicBezTo>
                  <a:pt x="79319" y="60773"/>
                  <a:pt x="81629" y="59992"/>
                  <a:pt x="83679" y="58432"/>
                </a:cubicBezTo>
                <a:cubicBezTo>
                  <a:pt x="85730" y="56871"/>
                  <a:pt x="87321" y="54852"/>
                  <a:pt x="88453" y="52373"/>
                </a:cubicBezTo>
                <a:cubicBezTo>
                  <a:pt x="89586" y="49895"/>
                  <a:pt x="90152" y="47309"/>
                  <a:pt x="90152" y="44616"/>
                </a:cubicBezTo>
                <a:cubicBezTo>
                  <a:pt x="90152" y="41555"/>
                  <a:pt x="89326" y="39199"/>
                  <a:pt x="87673" y="37547"/>
                </a:cubicBezTo>
                <a:cubicBezTo>
                  <a:pt x="86021" y="35894"/>
                  <a:pt x="83940" y="35068"/>
                  <a:pt x="81431" y="35068"/>
                </a:cubicBezTo>
                <a:cubicBezTo>
                  <a:pt x="78799" y="35068"/>
                  <a:pt x="76489" y="35849"/>
                  <a:pt x="74499" y="37410"/>
                </a:cubicBezTo>
                <a:cubicBezTo>
                  <a:pt x="72510" y="38971"/>
                  <a:pt x="70965" y="41005"/>
                  <a:pt x="69863" y="43515"/>
                </a:cubicBezTo>
                <a:cubicBezTo>
                  <a:pt x="68762" y="46024"/>
                  <a:pt x="68211" y="48656"/>
                  <a:pt x="68211" y="51410"/>
                </a:cubicBezTo>
                <a:cubicBezTo>
                  <a:pt x="68211" y="54408"/>
                  <a:pt x="69006" y="56719"/>
                  <a:pt x="70597" y="58341"/>
                </a:cubicBezTo>
                <a:cubicBezTo>
                  <a:pt x="72188" y="59962"/>
                  <a:pt x="74238" y="60773"/>
                  <a:pt x="76748" y="60773"/>
                </a:cubicBezTo>
                <a:close/>
                <a:moveTo>
                  <a:pt x="184158" y="21757"/>
                </a:moveTo>
                <a:cubicBezTo>
                  <a:pt x="189666" y="21757"/>
                  <a:pt x="193965" y="23211"/>
                  <a:pt x="197055" y="26118"/>
                </a:cubicBezTo>
                <a:cubicBezTo>
                  <a:pt x="200147" y="29025"/>
                  <a:pt x="201692" y="33080"/>
                  <a:pt x="201692" y="38281"/>
                </a:cubicBezTo>
                <a:cubicBezTo>
                  <a:pt x="201692" y="39873"/>
                  <a:pt x="201509" y="41647"/>
                  <a:pt x="201142" y="43606"/>
                </a:cubicBezTo>
                <a:lnTo>
                  <a:pt x="195817" y="73534"/>
                </a:lnTo>
                <a:lnTo>
                  <a:pt x="180211" y="73534"/>
                </a:lnTo>
                <a:lnTo>
                  <a:pt x="185168" y="45718"/>
                </a:lnTo>
                <a:cubicBezTo>
                  <a:pt x="185291" y="45106"/>
                  <a:pt x="185352" y="44279"/>
                  <a:pt x="185352" y="43239"/>
                </a:cubicBezTo>
                <a:cubicBezTo>
                  <a:pt x="185352" y="40669"/>
                  <a:pt x="184633" y="38710"/>
                  <a:pt x="183194" y="37364"/>
                </a:cubicBezTo>
                <a:cubicBezTo>
                  <a:pt x="181756" y="36017"/>
                  <a:pt x="179752" y="35344"/>
                  <a:pt x="177181" y="35344"/>
                </a:cubicBezTo>
                <a:cubicBezTo>
                  <a:pt x="174121" y="35344"/>
                  <a:pt x="171551" y="36247"/>
                  <a:pt x="169469" y="38053"/>
                </a:cubicBezTo>
                <a:cubicBezTo>
                  <a:pt x="167389" y="39858"/>
                  <a:pt x="166073" y="42413"/>
                  <a:pt x="165522" y="45718"/>
                </a:cubicBezTo>
                <a:lnTo>
                  <a:pt x="160564" y="73534"/>
                </a:lnTo>
                <a:lnTo>
                  <a:pt x="144958" y="73534"/>
                </a:lnTo>
                <a:lnTo>
                  <a:pt x="149915" y="45718"/>
                </a:lnTo>
                <a:cubicBezTo>
                  <a:pt x="150038" y="45106"/>
                  <a:pt x="150099" y="44279"/>
                  <a:pt x="150099" y="43239"/>
                </a:cubicBezTo>
                <a:cubicBezTo>
                  <a:pt x="150099" y="40669"/>
                  <a:pt x="149380" y="38710"/>
                  <a:pt x="147942" y="37364"/>
                </a:cubicBezTo>
                <a:cubicBezTo>
                  <a:pt x="146503" y="36017"/>
                  <a:pt x="144499" y="35344"/>
                  <a:pt x="141929" y="35344"/>
                </a:cubicBezTo>
                <a:cubicBezTo>
                  <a:pt x="138869" y="35344"/>
                  <a:pt x="136298" y="36247"/>
                  <a:pt x="134217" y="38053"/>
                </a:cubicBezTo>
                <a:cubicBezTo>
                  <a:pt x="132136" y="39858"/>
                  <a:pt x="130820" y="42413"/>
                  <a:pt x="130269" y="45718"/>
                </a:cubicBezTo>
                <a:lnTo>
                  <a:pt x="130269" y="45259"/>
                </a:lnTo>
                <a:lnTo>
                  <a:pt x="125313" y="73534"/>
                </a:lnTo>
                <a:lnTo>
                  <a:pt x="109614" y="73534"/>
                </a:lnTo>
                <a:lnTo>
                  <a:pt x="118610" y="22308"/>
                </a:lnTo>
                <a:lnTo>
                  <a:pt x="134309" y="22308"/>
                </a:lnTo>
                <a:lnTo>
                  <a:pt x="133208" y="28826"/>
                </a:lnTo>
                <a:cubicBezTo>
                  <a:pt x="135166" y="26623"/>
                  <a:pt x="137538" y="24894"/>
                  <a:pt x="140323" y="23640"/>
                </a:cubicBezTo>
                <a:cubicBezTo>
                  <a:pt x="143107" y="22385"/>
                  <a:pt x="146122" y="21757"/>
                  <a:pt x="149365" y="21757"/>
                </a:cubicBezTo>
                <a:cubicBezTo>
                  <a:pt x="153282" y="21757"/>
                  <a:pt x="156601" y="22584"/>
                  <a:pt x="159325" y="24237"/>
                </a:cubicBezTo>
                <a:cubicBezTo>
                  <a:pt x="162049" y="25889"/>
                  <a:pt x="163992" y="28275"/>
                  <a:pt x="165155" y="31396"/>
                </a:cubicBezTo>
                <a:cubicBezTo>
                  <a:pt x="167419" y="28520"/>
                  <a:pt x="170235" y="26195"/>
                  <a:pt x="173600" y="24420"/>
                </a:cubicBezTo>
                <a:cubicBezTo>
                  <a:pt x="176967" y="22645"/>
                  <a:pt x="180486" y="21757"/>
                  <a:pt x="184158" y="21757"/>
                </a:cubicBezTo>
                <a:close/>
                <a:moveTo>
                  <a:pt x="238781" y="21574"/>
                </a:moveTo>
                <a:cubicBezTo>
                  <a:pt x="245391" y="21574"/>
                  <a:pt x="250639" y="23364"/>
                  <a:pt x="254525" y="26945"/>
                </a:cubicBezTo>
                <a:cubicBezTo>
                  <a:pt x="258412" y="30524"/>
                  <a:pt x="260355" y="35405"/>
                  <a:pt x="260355" y="41586"/>
                </a:cubicBezTo>
                <a:cubicBezTo>
                  <a:pt x="260355" y="43606"/>
                  <a:pt x="260203" y="45411"/>
                  <a:pt x="259897" y="47003"/>
                </a:cubicBezTo>
                <a:cubicBezTo>
                  <a:pt x="259653" y="48410"/>
                  <a:pt x="259285" y="49909"/>
                  <a:pt x="258795" y="51501"/>
                </a:cubicBezTo>
                <a:lnTo>
                  <a:pt x="223267" y="51501"/>
                </a:lnTo>
                <a:cubicBezTo>
                  <a:pt x="223206" y="51869"/>
                  <a:pt x="223175" y="52451"/>
                  <a:pt x="223175" y="53246"/>
                </a:cubicBezTo>
                <a:cubicBezTo>
                  <a:pt x="223175" y="55939"/>
                  <a:pt x="223909" y="57989"/>
                  <a:pt x="225378" y="59397"/>
                </a:cubicBezTo>
                <a:cubicBezTo>
                  <a:pt x="226847" y="60804"/>
                  <a:pt x="228806" y="61508"/>
                  <a:pt x="231253" y="61508"/>
                </a:cubicBezTo>
                <a:cubicBezTo>
                  <a:pt x="235171" y="61508"/>
                  <a:pt x="238170" y="59856"/>
                  <a:pt x="240251" y="56551"/>
                </a:cubicBezTo>
                <a:lnTo>
                  <a:pt x="256960" y="56551"/>
                </a:lnTo>
                <a:cubicBezTo>
                  <a:pt x="254756" y="61752"/>
                  <a:pt x="251175" y="66006"/>
                  <a:pt x="246217" y="69311"/>
                </a:cubicBezTo>
                <a:cubicBezTo>
                  <a:pt x="241260" y="72616"/>
                  <a:pt x="235691" y="74268"/>
                  <a:pt x="229509" y="74268"/>
                </a:cubicBezTo>
                <a:cubicBezTo>
                  <a:pt x="222899" y="74268"/>
                  <a:pt x="217621" y="72432"/>
                  <a:pt x="213673" y="68760"/>
                </a:cubicBezTo>
                <a:cubicBezTo>
                  <a:pt x="209726" y="65088"/>
                  <a:pt x="207752" y="60100"/>
                  <a:pt x="207752" y="53797"/>
                </a:cubicBezTo>
                <a:cubicBezTo>
                  <a:pt x="207752" y="51899"/>
                  <a:pt x="207936" y="49940"/>
                  <a:pt x="208303" y="47920"/>
                </a:cubicBezTo>
                <a:cubicBezTo>
                  <a:pt x="209222" y="42596"/>
                  <a:pt x="211119" y="37945"/>
                  <a:pt x="213995" y="33967"/>
                </a:cubicBezTo>
                <a:cubicBezTo>
                  <a:pt x="216872" y="29989"/>
                  <a:pt x="220452" y="26929"/>
                  <a:pt x="224735" y="24787"/>
                </a:cubicBezTo>
                <a:cubicBezTo>
                  <a:pt x="229020" y="22645"/>
                  <a:pt x="233702" y="21574"/>
                  <a:pt x="238781" y="21574"/>
                </a:cubicBezTo>
                <a:moveTo>
                  <a:pt x="244474" y="43515"/>
                </a:moveTo>
                <a:cubicBezTo>
                  <a:pt x="244597" y="42657"/>
                  <a:pt x="244658" y="42076"/>
                  <a:pt x="244658" y="41771"/>
                </a:cubicBezTo>
                <a:cubicBezTo>
                  <a:pt x="244658" y="39322"/>
                  <a:pt x="243892" y="37440"/>
                  <a:pt x="242362" y="36124"/>
                </a:cubicBezTo>
                <a:cubicBezTo>
                  <a:pt x="240832" y="34808"/>
                  <a:pt x="238813" y="34150"/>
                  <a:pt x="236303" y="34150"/>
                </a:cubicBezTo>
                <a:cubicBezTo>
                  <a:pt x="233610" y="34150"/>
                  <a:pt x="231238" y="34961"/>
                  <a:pt x="229187" y="36584"/>
                </a:cubicBezTo>
                <a:cubicBezTo>
                  <a:pt x="227137" y="38205"/>
                  <a:pt x="225653" y="40515"/>
                  <a:pt x="224735" y="43515"/>
                </a:cubicBezTo>
                <a:lnTo>
                  <a:pt x="244474" y="43515"/>
                </a:lnTo>
                <a:close/>
                <a:moveTo>
                  <a:pt x="359135" y="21757"/>
                </a:moveTo>
                <a:cubicBezTo>
                  <a:pt x="364643" y="21757"/>
                  <a:pt x="368943" y="23211"/>
                  <a:pt x="372033" y="26118"/>
                </a:cubicBezTo>
                <a:cubicBezTo>
                  <a:pt x="375124" y="29025"/>
                  <a:pt x="376669" y="33080"/>
                  <a:pt x="376669" y="38281"/>
                </a:cubicBezTo>
                <a:cubicBezTo>
                  <a:pt x="376669" y="39873"/>
                  <a:pt x="376486" y="41647"/>
                  <a:pt x="376119" y="43606"/>
                </a:cubicBezTo>
                <a:lnTo>
                  <a:pt x="370794" y="73534"/>
                </a:lnTo>
                <a:lnTo>
                  <a:pt x="355188" y="73534"/>
                </a:lnTo>
                <a:lnTo>
                  <a:pt x="360145" y="45718"/>
                </a:lnTo>
                <a:cubicBezTo>
                  <a:pt x="360268" y="45106"/>
                  <a:pt x="360329" y="44279"/>
                  <a:pt x="360329" y="43239"/>
                </a:cubicBezTo>
                <a:cubicBezTo>
                  <a:pt x="360329" y="40669"/>
                  <a:pt x="359610" y="38710"/>
                  <a:pt x="358172" y="37364"/>
                </a:cubicBezTo>
                <a:cubicBezTo>
                  <a:pt x="356734" y="36017"/>
                  <a:pt x="354729" y="35344"/>
                  <a:pt x="352158" y="35344"/>
                </a:cubicBezTo>
                <a:cubicBezTo>
                  <a:pt x="349099" y="35344"/>
                  <a:pt x="346528" y="36247"/>
                  <a:pt x="344447" y="38053"/>
                </a:cubicBezTo>
                <a:cubicBezTo>
                  <a:pt x="342366" y="39858"/>
                  <a:pt x="341050" y="42413"/>
                  <a:pt x="340499" y="45718"/>
                </a:cubicBezTo>
                <a:lnTo>
                  <a:pt x="335542" y="73534"/>
                </a:lnTo>
                <a:lnTo>
                  <a:pt x="319935" y="73534"/>
                </a:lnTo>
                <a:lnTo>
                  <a:pt x="324893" y="45718"/>
                </a:lnTo>
                <a:cubicBezTo>
                  <a:pt x="325015" y="45106"/>
                  <a:pt x="325076" y="44279"/>
                  <a:pt x="325076" y="43239"/>
                </a:cubicBezTo>
                <a:cubicBezTo>
                  <a:pt x="325076" y="40669"/>
                  <a:pt x="324357" y="38710"/>
                  <a:pt x="322919" y="37364"/>
                </a:cubicBezTo>
                <a:cubicBezTo>
                  <a:pt x="321481" y="36017"/>
                  <a:pt x="319477" y="35344"/>
                  <a:pt x="316907" y="35344"/>
                </a:cubicBezTo>
                <a:cubicBezTo>
                  <a:pt x="313846" y="35344"/>
                  <a:pt x="311275" y="36247"/>
                  <a:pt x="309194" y="38053"/>
                </a:cubicBezTo>
                <a:cubicBezTo>
                  <a:pt x="307113" y="39858"/>
                  <a:pt x="305797" y="42413"/>
                  <a:pt x="305246" y="45718"/>
                </a:cubicBezTo>
                <a:lnTo>
                  <a:pt x="305246" y="45259"/>
                </a:lnTo>
                <a:lnTo>
                  <a:pt x="300290" y="73534"/>
                </a:lnTo>
                <a:lnTo>
                  <a:pt x="284591" y="73534"/>
                </a:lnTo>
                <a:lnTo>
                  <a:pt x="293587" y="22308"/>
                </a:lnTo>
                <a:lnTo>
                  <a:pt x="309286" y="22308"/>
                </a:lnTo>
                <a:lnTo>
                  <a:pt x="308185" y="28826"/>
                </a:lnTo>
                <a:cubicBezTo>
                  <a:pt x="310144" y="26623"/>
                  <a:pt x="312515" y="24894"/>
                  <a:pt x="315300" y="23640"/>
                </a:cubicBezTo>
                <a:cubicBezTo>
                  <a:pt x="318085" y="22385"/>
                  <a:pt x="321099" y="21757"/>
                  <a:pt x="324342" y="21757"/>
                </a:cubicBezTo>
                <a:cubicBezTo>
                  <a:pt x="328259" y="21757"/>
                  <a:pt x="331579" y="22584"/>
                  <a:pt x="334302" y="24237"/>
                </a:cubicBezTo>
                <a:cubicBezTo>
                  <a:pt x="337026" y="25889"/>
                  <a:pt x="338969" y="28275"/>
                  <a:pt x="340132" y="31396"/>
                </a:cubicBezTo>
                <a:cubicBezTo>
                  <a:pt x="342397" y="28520"/>
                  <a:pt x="345212" y="26195"/>
                  <a:pt x="348578" y="24420"/>
                </a:cubicBezTo>
                <a:cubicBezTo>
                  <a:pt x="351944" y="22645"/>
                  <a:pt x="355463" y="21757"/>
                  <a:pt x="359135" y="21757"/>
                </a:cubicBezTo>
                <a:close/>
                <a:moveTo>
                  <a:pt x="383280" y="47829"/>
                </a:moveTo>
                <a:cubicBezTo>
                  <a:pt x="384199" y="42566"/>
                  <a:pt x="386004" y="37945"/>
                  <a:pt x="388697" y="33967"/>
                </a:cubicBezTo>
                <a:cubicBezTo>
                  <a:pt x="391390" y="29989"/>
                  <a:pt x="394634" y="26929"/>
                  <a:pt x="398428" y="24787"/>
                </a:cubicBezTo>
                <a:cubicBezTo>
                  <a:pt x="402223" y="22645"/>
                  <a:pt x="406231" y="21574"/>
                  <a:pt x="410454" y="21574"/>
                </a:cubicBezTo>
                <a:cubicBezTo>
                  <a:pt x="414065" y="21574"/>
                  <a:pt x="417095" y="22308"/>
                  <a:pt x="419543" y="23777"/>
                </a:cubicBezTo>
                <a:cubicBezTo>
                  <a:pt x="421991" y="25245"/>
                  <a:pt x="423766" y="27173"/>
                  <a:pt x="424867" y="29560"/>
                </a:cubicBezTo>
                <a:lnTo>
                  <a:pt x="426153" y="22308"/>
                </a:lnTo>
                <a:lnTo>
                  <a:pt x="441851" y="22308"/>
                </a:lnTo>
                <a:lnTo>
                  <a:pt x="432762" y="73534"/>
                </a:lnTo>
                <a:lnTo>
                  <a:pt x="417065" y="73534"/>
                </a:lnTo>
                <a:lnTo>
                  <a:pt x="418442" y="66282"/>
                </a:lnTo>
                <a:cubicBezTo>
                  <a:pt x="416483" y="68669"/>
                  <a:pt x="414004" y="70597"/>
                  <a:pt x="411005" y="72066"/>
                </a:cubicBezTo>
                <a:cubicBezTo>
                  <a:pt x="408006" y="73534"/>
                  <a:pt x="404701" y="74268"/>
                  <a:pt x="401090" y="74268"/>
                </a:cubicBezTo>
                <a:cubicBezTo>
                  <a:pt x="397479" y="74268"/>
                  <a:pt x="394282" y="73442"/>
                  <a:pt x="391497" y="71790"/>
                </a:cubicBezTo>
                <a:cubicBezTo>
                  <a:pt x="388712" y="70137"/>
                  <a:pt x="386554" y="67796"/>
                  <a:pt x="385024" y="64766"/>
                </a:cubicBezTo>
                <a:cubicBezTo>
                  <a:pt x="383494" y="61737"/>
                  <a:pt x="382729" y="58172"/>
                  <a:pt x="382729" y="54071"/>
                </a:cubicBezTo>
                <a:cubicBezTo>
                  <a:pt x="382729" y="52113"/>
                  <a:pt x="382913" y="50032"/>
                  <a:pt x="383280" y="47829"/>
                </a:cubicBezTo>
                <a:moveTo>
                  <a:pt x="421655" y="47920"/>
                </a:moveTo>
                <a:cubicBezTo>
                  <a:pt x="421838" y="46819"/>
                  <a:pt x="421930" y="45810"/>
                  <a:pt x="421930" y="44892"/>
                </a:cubicBezTo>
                <a:cubicBezTo>
                  <a:pt x="421930" y="41893"/>
                  <a:pt x="421057" y="39537"/>
                  <a:pt x="419313" y="37823"/>
                </a:cubicBezTo>
                <a:cubicBezTo>
                  <a:pt x="417569" y="36109"/>
                  <a:pt x="415351" y="35251"/>
                  <a:pt x="412658" y="35251"/>
                </a:cubicBezTo>
                <a:cubicBezTo>
                  <a:pt x="409537" y="35251"/>
                  <a:pt x="406691" y="36369"/>
                  <a:pt x="404120" y="38604"/>
                </a:cubicBezTo>
                <a:cubicBezTo>
                  <a:pt x="401550" y="40837"/>
                  <a:pt x="399928" y="43913"/>
                  <a:pt x="399255" y="47829"/>
                </a:cubicBezTo>
                <a:cubicBezTo>
                  <a:pt x="399071" y="48931"/>
                  <a:pt x="398979" y="49941"/>
                  <a:pt x="398979" y="50859"/>
                </a:cubicBezTo>
                <a:cubicBezTo>
                  <a:pt x="398979" y="53858"/>
                  <a:pt x="399851" y="56229"/>
                  <a:pt x="401595" y="57974"/>
                </a:cubicBezTo>
                <a:cubicBezTo>
                  <a:pt x="403340" y="59717"/>
                  <a:pt x="405528" y="60589"/>
                  <a:pt x="408160" y="60589"/>
                </a:cubicBezTo>
                <a:cubicBezTo>
                  <a:pt x="411281" y="60589"/>
                  <a:pt x="414126" y="59457"/>
                  <a:pt x="416696" y="57194"/>
                </a:cubicBezTo>
                <a:cubicBezTo>
                  <a:pt x="419267" y="54929"/>
                  <a:pt x="420920" y="51838"/>
                  <a:pt x="421655" y="47920"/>
                </a:cubicBezTo>
                <a:close/>
                <a:moveTo>
                  <a:pt x="465444" y="55908"/>
                </a:moveTo>
                <a:cubicBezTo>
                  <a:pt x="465383" y="56214"/>
                  <a:pt x="465352" y="56612"/>
                  <a:pt x="465352" y="57101"/>
                </a:cubicBezTo>
                <a:cubicBezTo>
                  <a:pt x="465352" y="58203"/>
                  <a:pt x="465674" y="58999"/>
                  <a:pt x="466316" y="59488"/>
                </a:cubicBezTo>
                <a:cubicBezTo>
                  <a:pt x="466959" y="59978"/>
                  <a:pt x="468014" y="60222"/>
                  <a:pt x="469483" y="60222"/>
                </a:cubicBezTo>
                <a:lnTo>
                  <a:pt x="475084" y="60222"/>
                </a:lnTo>
                <a:lnTo>
                  <a:pt x="472697" y="73534"/>
                </a:lnTo>
                <a:lnTo>
                  <a:pt x="464710" y="73534"/>
                </a:lnTo>
                <a:cubicBezTo>
                  <a:pt x="454428" y="73534"/>
                  <a:pt x="449287" y="69219"/>
                  <a:pt x="449287" y="60589"/>
                </a:cubicBezTo>
                <a:cubicBezTo>
                  <a:pt x="449287" y="59304"/>
                  <a:pt x="449440" y="57683"/>
                  <a:pt x="449746" y="55724"/>
                </a:cubicBezTo>
                <a:lnTo>
                  <a:pt x="453418" y="35344"/>
                </a:lnTo>
                <a:lnTo>
                  <a:pt x="447176" y="35344"/>
                </a:lnTo>
                <a:lnTo>
                  <a:pt x="449470" y="22308"/>
                </a:lnTo>
                <a:lnTo>
                  <a:pt x="455712" y="22308"/>
                </a:lnTo>
                <a:lnTo>
                  <a:pt x="457916" y="9822"/>
                </a:lnTo>
                <a:lnTo>
                  <a:pt x="473614" y="9822"/>
                </a:lnTo>
                <a:lnTo>
                  <a:pt x="471411" y="22308"/>
                </a:lnTo>
                <a:lnTo>
                  <a:pt x="481693" y="22308"/>
                </a:lnTo>
                <a:lnTo>
                  <a:pt x="479398" y="35344"/>
                </a:lnTo>
                <a:lnTo>
                  <a:pt x="469116" y="35344"/>
                </a:lnTo>
                <a:lnTo>
                  <a:pt x="465444" y="55908"/>
                </a:lnTo>
                <a:close/>
                <a:moveTo>
                  <a:pt x="504460" y="31580"/>
                </a:moveTo>
                <a:cubicBezTo>
                  <a:pt x="506847" y="28520"/>
                  <a:pt x="509585" y="26118"/>
                  <a:pt x="512676" y="24374"/>
                </a:cubicBezTo>
                <a:cubicBezTo>
                  <a:pt x="515767" y="22630"/>
                  <a:pt x="518996" y="21757"/>
                  <a:pt x="522362" y="21757"/>
                </a:cubicBezTo>
                <a:lnTo>
                  <a:pt x="519425" y="38374"/>
                </a:lnTo>
                <a:lnTo>
                  <a:pt x="515110" y="38374"/>
                </a:lnTo>
                <a:cubicBezTo>
                  <a:pt x="511193" y="38374"/>
                  <a:pt x="508102" y="39215"/>
                  <a:pt x="505837" y="40898"/>
                </a:cubicBezTo>
                <a:cubicBezTo>
                  <a:pt x="503573" y="42581"/>
                  <a:pt x="502074" y="45534"/>
                  <a:pt x="501339" y="49757"/>
                </a:cubicBezTo>
                <a:lnTo>
                  <a:pt x="497117" y="73534"/>
                </a:lnTo>
                <a:lnTo>
                  <a:pt x="481418" y="73534"/>
                </a:lnTo>
                <a:lnTo>
                  <a:pt x="490414" y="22308"/>
                </a:lnTo>
                <a:lnTo>
                  <a:pt x="506113" y="22308"/>
                </a:lnTo>
                <a:lnTo>
                  <a:pt x="504460" y="31580"/>
                </a:lnTo>
                <a:close/>
                <a:moveTo>
                  <a:pt x="538611" y="16983"/>
                </a:moveTo>
                <a:cubicBezTo>
                  <a:pt x="536164" y="16983"/>
                  <a:pt x="534221" y="16326"/>
                  <a:pt x="532783" y="15010"/>
                </a:cubicBezTo>
                <a:cubicBezTo>
                  <a:pt x="531344" y="13694"/>
                  <a:pt x="530625" y="12026"/>
                  <a:pt x="530625" y="10006"/>
                </a:cubicBezTo>
                <a:cubicBezTo>
                  <a:pt x="530625" y="7252"/>
                  <a:pt x="531696" y="4896"/>
                  <a:pt x="533837" y="2938"/>
                </a:cubicBezTo>
                <a:cubicBezTo>
                  <a:pt x="535980" y="979"/>
                  <a:pt x="538581" y="0"/>
                  <a:pt x="541641" y="0"/>
                </a:cubicBezTo>
                <a:cubicBezTo>
                  <a:pt x="544090" y="0"/>
                  <a:pt x="546018" y="658"/>
                  <a:pt x="547425" y="1974"/>
                </a:cubicBezTo>
                <a:cubicBezTo>
                  <a:pt x="548833" y="3290"/>
                  <a:pt x="549536" y="4988"/>
                  <a:pt x="549536" y="7068"/>
                </a:cubicBezTo>
                <a:cubicBezTo>
                  <a:pt x="549536" y="9762"/>
                  <a:pt x="548465" y="12088"/>
                  <a:pt x="546323" y="14046"/>
                </a:cubicBezTo>
                <a:cubicBezTo>
                  <a:pt x="544181" y="16004"/>
                  <a:pt x="541611" y="16983"/>
                  <a:pt x="538611" y="16983"/>
                </a:cubicBezTo>
                <a:moveTo>
                  <a:pt x="545405" y="22308"/>
                </a:moveTo>
                <a:lnTo>
                  <a:pt x="536409" y="73534"/>
                </a:lnTo>
                <a:lnTo>
                  <a:pt x="520710" y="73534"/>
                </a:lnTo>
                <a:lnTo>
                  <a:pt x="529706" y="22308"/>
                </a:lnTo>
                <a:lnTo>
                  <a:pt x="545405" y="223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Text xex">
            <a:extLst xmlns:a="http://schemas.openxmlformats.org/drawingml/2006/main">
              <a:ext uri="{FF2B5EF4-FFF2-40B4-BE49-F238E27FC236}">
                <a16:creationId xmlns:a16="http://schemas.microsoft.com/office/drawing/2014/main" id="{5B7AE3FA-8342-453C-9E9B-F67BA50A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6153" y="3888643"/>
            <a:ext cx="192971" cy="52694"/>
          </a:xfrm>
          <a:custGeom xmlns:a="http://schemas.openxmlformats.org/drawingml/2006/main">
            <a:pathLst>
              <a:path w="192971" h="52694">
                <a:moveTo>
                  <a:pt x="39567" y="26622"/>
                </a:moveTo>
                <a:lnTo>
                  <a:pt x="52696" y="51960"/>
                </a:lnTo>
                <a:lnTo>
                  <a:pt x="35069" y="51960"/>
                </a:lnTo>
                <a:lnTo>
                  <a:pt x="27725" y="37822"/>
                </a:lnTo>
                <a:lnTo>
                  <a:pt x="16983" y="51960"/>
                </a:lnTo>
                <a:lnTo>
                  <a:pt x="0" y="51960"/>
                </a:lnTo>
                <a:lnTo>
                  <a:pt x="21481" y="25796"/>
                </a:lnTo>
                <a:lnTo>
                  <a:pt x="8538" y="734"/>
                </a:lnTo>
                <a:lnTo>
                  <a:pt x="26164" y="734"/>
                </a:lnTo>
                <a:lnTo>
                  <a:pt x="33509" y="14963"/>
                </a:lnTo>
                <a:lnTo>
                  <a:pt x="44249" y="734"/>
                </a:lnTo>
                <a:lnTo>
                  <a:pt x="61234" y="734"/>
                </a:lnTo>
                <a:lnTo>
                  <a:pt x="39567" y="26622"/>
                </a:lnTo>
                <a:close/>
                <a:moveTo>
                  <a:pt x="111907" y="0"/>
                </a:moveTo>
                <a:cubicBezTo>
                  <a:pt x="118517" y="0"/>
                  <a:pt x="123765" y="1790"/>
                  <a:pt x="127651" y="5371"/>
                </a:cubicBezTo>
                <a:cubicBezTo>
                  <a:pt x="131538" y="8950"/>
                  <a:pt x="133481" y="13831"/>
                  <a:pt x="133481" y="20012"/>
                </a:cubicBezTo>
                <a:cubicBezTo>
                  <a:pt x="133481" y="22032"/>
                  <a:pt x="133329" y="23838"/>
                  <a:pt x="133023" y="25429"/>
                </a:cubicBezTo>
                <a:cubicBezTo>
                  <a:pt x="132779" y="26836"/>
                  <a:pt x="132411" y="28336"/>
                  <a:pt x="131921" y="29927"/>
                </a:cubicBezTo>
                <a:lnTo>
                  <a:pt x="96393" y="29927"/>
                </a:lnTo>
                <a:cubicBezTo>
                  <a:pt x="96332" y="30295"/>
                  <a:pt x="96301" y="30877"/>
                  <a:pt x="96301" y="31672"/>
                </a:cubicBezTo>
                <a:cubicBezTo>
                  <a:pt x="96301" y="34365"/>
                  <a:pt x="97035" y="36415"/>
                  <a:pt x="98504" y="37823"/>
                </a:cubicBezTo>
                <a:cubicBezTo>
                  <a:pt x="99973" y="39231"/>
                  <a:pt x="101932" y="39934"/>
                  <a:pt x="104379" y="39934"/>
                </a:cubicBezTo>
                <a:cubicBezTo>
                  <a:pt x="108297" y="39934"/>
                  <a:pt x="111296" y="38282"/>
                  <a:pt x="113377" y="34977"/>
                </a:cubicBezTo>
                <a:lnTo>
                  <a:pt x="130086" y="34977"/>
                </a:lnTo>
                <a:cubicBezTo>
                  <a:pt x="127882" y="40178"/>
                  <a:pt x="124301" y="44432"/>
                  <a:pt x="119343" y="47737"/>
                </a:cubicBezTo>
                <a:cubicBezTo>
                  <a:pt x="114386" y="51042"/>
                  <a:pt x="108817" y="52694"/>
                  <a:pt x="102635" y="52694"/>
                </a:cubicBezTo>
                <a:cubicBezTo>
                  <a:pt x="96025" y="52694"/>
                  <a:pt x="90747" y="50858"/>
                  <a:pt x="86799" y="47186"/>
                </a:cubicBezTo>
                <a:cubicBezTo>
                  <a:pt x="82852" y="43514"/>
                  <a:pt x="80878" y="38526"/>
                  <a:pt x="80878" y="32223"/>
                </a:cubicBezTo>
                <a:cubicBezTo>
                  <a:pt x="80878" y="30325"/>
                  <a:pt x="81062" y="28366"/>
                  <a:pt x="81429" y="26346"/>
                </a:cubicBezTo>
                <a:cubicBezTo>
                  <a:pt x="82347" y="21022"/>
                  <a:pt x="84245" y="16371"/>
                  <a:pt x="87121" y="12393"/>
                </a:cubicBezTo>
                <a:cubicBezTo>
                  <a:pt x="89998" y="8415"/>
                  <a:pt x="93578" y="5355"/>
                  <a:pt x="97861" y="3213"/>
                </a:cubicBezTo>
                <a:cubicBezTo>
                  <a:pt x="102146" y="1071"/>
                  <a:pt x="106828" y="0"/>
                  <a:pt x="111907" y="0"/>
                </a:cubicBezTo>
                <a:moveTo>
                  <a:pt x="117600" y="21941"/>
                </a:moveTo>
                <a:cubicBezTo>
                  <a:pt x="117723" y="21084"/>
                  <a:pt x="117784" y="20502"/>
                  <a:pt x="117784" y="20197"/>
                </a:cubicBezTo>
                <a:cubicBezTo>
                  <a:pt x="117784" y="17748"/>
                  <a:pt x="117018" y="15866"/>
                  <a:pt x="115488" y="14550"/>
                </a:cubicBezTo>
                <a:cubicBezTo>
                  <a:pt x="113958" y="13234"/>
                  <a:pt x="111939" y="12576"/>
                  <a:pt x="109429" y="12576"/>
                </a:cubicBezTo>
                <a:cubicBezTo>
                  <a:pt x="106736" y="12576"/>
                  <a:pt x="104364" y="13388"/>
                  <a:pt x="102313" y="15010"/>
                </a:cubicBezTo>
                <a:cubicBezTo>
                  <a:pt x="100263" y="16631"/>
                  <a:pt x="98779" y="18941"/>
                  <a:pt x="97861" y="21941"/>
                </a:cubicBezTo>
                <a:lnTo>
                  <a:pt x="117600" y="21941"/>
                </a:lnTo>
                <a:close/>
                <a:moveTo>
                  <a:pt x="171304" y="26622"/>
                </a:moveTo>
                <a:lnTo>
                  <a:pt x="184433" y="51960"/>
                </a:lnTo>
                <a:lnTo>
                  <a:pt x="166806" y="51960"/>
                </a:lnTo>
                <a:lnTo>
                  <a:pt x="159462" y="37822"/>
                </a:lnTo>
                <a:lnTo>
                  <a:pt x="148720" y="51960"/>
                </a:lnTo>
                <a:lnTo>
                  <a:pt x="131737" y="51960"/>
                </a:lnTo>
                <a:lnTo>
                  <a:pt x="153218" y="25796"/>
                </a:lnTo>
                <a:lnTo>
                  <a:pt x="140275" y="734"/>
                </a:lnTo>
                <a:lnTo>
                  <a:pt x="157901" y="734"/>
                </a:lnTo>
                <a:lnTo>
                  <a:pt x="165246" y="14963"/>
                </a:lnTo>
                <a:lnTo>
                  <a:pt x="175986" y="734"/>
                </a:lnTo>
                <a:lnTo>
                  <a:pt x="192971" y="734"/>
                </a:lnTo>
                <a:lnTo>
                  <a:pt x="171304" y="266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Text pressions">
            <a:extLst xmlns:a="http://schemas.openxmlformats.org/drawingml/2006/main">
              <a:ext uri="{FF2B5EF4-FFF2-40B4-BE49-F238E27FC236}">
                <a16:creationId xmlns:a16="http://schemas.microsoft.com/office/drawing/2014/main" id="{7ED7442E-FC24-4E87-AE0B-2738F749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2331" y="3867070"/>
            <a:ext cx="458467" cy="97954"/>
          </a:xfrm>
          <a:custGeom xmlns:a="http://schemas.openxmlformats.org/drawingml/2006/main">
            <a:pathLst>
              <a:path w="458467" h="97954">
                <a:moveTo>
                  <a:pt x="27725" y="29560"/>
                </a:moveTo>
                <a:cubicBezTo>
                  <a:pt x="29683" y="27173"/>
                  <a:pt x="32146" y="25245"/>
                  <a:pt x="35114" y="23777"/>
                </a:cubicBezTo>
                <a:cubicBezTo>
                  <a:pt x="38083" y="22308"/>
                  <a:pt x="41372" y="21574"/>
                  <a:pt x="44983" y="21574"/>
                </a:cubicBezTo>
                <a:cubicBezTo>
                  <a:pt x="50492" y="21574"/>
                  <a:pt x="54944" y="23380"/>
                  <a:pt x="58341" y="26991"/>
                </a:cubicBezTo>
                <a:cubicBezTo>
                  <a:pt x="61737" y="30601"/>
                  <a:pt x="63436" y="35497"/>
                  <a:pt x="63436" y="41678"/>
                </a:cubicBezTo>
                <a:cubicBezTo>
                  <a:pt x="63436" y="43576"/>
                  <a:pt x="63252" y="45626"/>
                  <a:pt x="62885" y="47829"/>
                </a:cubicBezTo>
                <a:cubicBezTo>
                  <a:pt x="61967" y="53093"/>
                  <a:pt x="60162" y="57729"/>
                  <a:pt x="57468" y="61738"/>
                </a:cubicBezTo>
                <a:cubicBezTo>
                  <a:pt x="54776" y="65746"/>
                  <a:pt x="51532" y="68837"/>
                  <a:pt x="47737" y="71010"/>
                </a:cubicBezTo>
                <a:cubicBezTo>
                  <a:pt x="43942" y="73182"/>
                  <a:pt x="39934" y="74268"/>
                  <a:pt x="35711" y="74268"/>
                </a:cubicBezTo>
                <a:cubicBezTo>
                  <a:pt x="32161" y="74268"/>
                  <a:pt x="29162" y="73534"/>
                  <a:pt x="26713" y="72066"/>
                </a:cubicBezTo>
                <a:cubicBezTo>
                  <a:pt x="24266" y="70597"/>
                  <a:pt x="22461" y="68699"/>
                  <a:pt x="21298" y="66373"/>
                </a:cubicBezTo>
                <a:lnTo>
                  <a:pt x="15697" y="97954"/>
                </a:lnTo>
                <a:lnTo>
                  <a:pt x="0" y="97954"/>
                </a:lnTo>
                <a:lnTo>
                  <a:pt x="13310" y="22308"/>
                </a:lnTo>
                <a:lnTo>
                  <a:pt x="29009" y="22308"/>
                </a:lnTo>
                <a:lnTo>
                  <a:pt x="27725" y="29560"/>
                </a:lnTo>
                <a:moveTo>
                  <a:pt x="47003" y="47829"/>
                </a:moveTo>
                <a:cubicBezTo>
                  <a:pt x="47187" y="46789"/>
                  <a:pt x="47279" y="45840"/>
                  <a:pt x="47279" y="44983"/>
                </a:cubicBezTo>
                <a:cubicBezTo>
                  <a:pt x="47279" y="41923"/>
                  <a:pt x="46406" y="39537"/>
                  <a:pt x="44662" y="37823"/>
                </a:cubicBezTo>
                <a:cubicBezTo>
                  <a:pt x="42918" y="36109"/>
                  <a:pt x="40699" y="35251"/>
                  <a:pt x="38007" y="35251"/>
                </a:cubicBezTo>
                <a:cubicBezTo>
                  <a:pt x="34885" y="35251"/>
                  <a:pt x="32038" y="36384"/>
                  <a:pt x="29467" y="38648"/>
                </a:cubicBezTo>
                <a:cubicBezTo>
                  <a:pt x="26897" y="40913"/>
                  <a:pt x="25245" y="44004"/>
                  <a:pt x="24511" y="47920"/>
                </a:cubicBezTo>
                <a:cubicBezTo>
                  <a:pt x="24327" y="49022"/>
                  <a:pt x="24235" y="50032"/>
                  <a:pt x="24235" y="50950"/>
                </a:cubicBezTo>
                <a:cubicBezTo>
                  <a:pt x="24235" y="53949"/>
                  <a:pt x="25092" y="56305"/>
                  <a:pt x="26806" y="58019"/>
                </a:cubicBezTo>
                <a:cubicBezTo>
                  <a:pt x="28520" y="59732"/>
                  <a:pt x="30723" y="60589"/>
                  <a:pt x="33416" y="60589"/>
                </a:cubicBezTo>
                <a:cubicBezTo>
                  <a:pt x="36537" y="60589"/>
                  <a:pt x="39398" y="59442"/>
                  <a:pt x="41999" y="57147"/>
                </a:cubicBezTo>
                <a:cubicBezTo>
                  <a:pt x="44601" y="54852"/>
                  <a:pt x="46269" y="51746"/>
                  <a:pt x="47003" y="47829"/>
                </a:cubicBezTo>
                <a:close/>
                <a:moveTo>
                  <a:pt x="89691" y="31580"/>
                </a:moveTo>
                <a:cubicBezTo>
                  <a:pt x="92078" y="28520"/>
                  <a:pt x="94817" y="26118"/>
                  <a:pt x="97907" y="24374"/>
                </a:cubicBezTo>
                <a:cubicBezTo>
                  <a:pt x="100998" y="22630"/>
                  <a:pt x="104227" y="21757"/>
                  <a:pt x="107593" y="21757"/>
                </a:cubicBezTo>
                <a:lnTo>
                  <a:pt x="104656" y="38374"/>
                </a:lnTo>
                <a:lnTo>
                  <a:pt x="100341" y="38374"/>
                </a:lnTo>
                <a:cubicBezTo>
                  <a:pt x="96424" y="38374"/>
                  <a:pt x="93333" y="39215"/>
                  <a:pt x="91068" y="40898"/>
                </a:cubicBezTo>
                <a:cubicBezTo>
                  <a:pt x="88804" y="42581"/>
                  <a:pt x="87305" y="45534"/>
                  <a:pt x="86570" y="49757"/>
                </a:cubicBezTo>
                <a:lnTo>
                  <a:pt x="82348" y="73534"/>
                </a:lnTo>
                <a:lnTo>
                  <a:pt x="66649" y="73534"/>
                </a:lnTo>
                <a:lnTo>
                  <a:pt x="75645" y="22308"/>
                </a:lnTo>
                <a:lnTo>
                  <a:pt x="91344" y="22308"/>
                </a:lnTo>
                <a:lnTo>
                  <a:pt x="89691" y="31580"/>
                </a:lnTo>
                <a:close/>
                <a:moveTo>
                  <a:pt x="137888" y="21574"/>
                </a:moveTo>
                <a:cubicBezTo>
                  <a:pt x="144498" y="21574"/>
                  <a:pt x="149746" y="23364"/>
                  <a:pt x="153632" y="26945"/>
                </a:cubicBezTo>
                <a:cubicBezTo>
                  <a:pt x="157519" y="30524"/>
                  <a:pt x="159462" y="35405"/>
                  <a:pt x="159462" y="41586"/>
                </a:cubicBezTo>
                <a:cubicBezTo>
                  <a:pt x="159462" y="43606"/>
                  <a:pt x="159310" y="45411"/>
                  <a:pt x="159004" y="47003"/>
                </a:cubicBezTo>
                <a:cubicBezTo>
                  <a:pt x="158759" y="48410"/>
                  <a:pt x="158392" y="49909"/>
                  <a:pt x="157902" y="51501"/>
                </a:cubicBezTo>
                <a:lnTo>
                  <a:pt x="122374" y="51501"/>
                </a:lnTo>
                <a:cubicBezTo>
                  <a:pt x="122313" y="51869"/>
                  <a:pt x="122282" y="52451"/>
                  <a:pt x="122282" y="53246"/>
                </a:cubicBezTo>
                <a:cubicBezTo>
                  <a:pt x="122282" y="55939"/>
                  <a:pt x="123016" y="57989"/>
                  <a:pt x="124485" y="59397"/>
                </a:cubicBezTo>
                <a:cubicBezTo>
                  <a:pt x="125954" y="60804"/>
                  <a:pt x="127913" y="61508"/>
                  <a:pt x="130360" y="61508"/>
                </a:cubicBezTo>
                <a:cubicBezTo>
                  <a:pt x="134278" y="61508"/>
                  <a:pt x="137277" y="59856"/>
                  <a:pt x="139358" y="56551"/>
                </a:cubicBezTo>
                <a:lnTo>
                  <a:pt x="156067" y="56551"/>
                </a:lnTo>
                <a:cubicBezTo>
                  <a:pt x="153863" y="61752"/>
                  <a:pt x="150282" y="66006"/>
                  <a:pt x="145324" y="69311"/>
                </a:cubicBezTo>
                <a:cubicBezTo>
                  <a:pt x="140367" y="72616"/>
                  <a:pt x="134798" y="74268"/>
                  <a:pt x="128616" y="74268"/>
                </a:cubicBezTo>
                <a:cubicBezTo>
                  <a:pt x="122006" y="74268"/>
                  <a:pt x="116728" y="72432"/>
                  <a:pt x="112780" y="68760"/>
                </a:cubicBezTo>
                <a:cubicBezTo>
                  <a:pt x="108833" y="65088"/>
                  <a:pt x="106859" y="60100"/>
                  <a:pt x="106859" y="53797"/>
                </a:cubicBezTo>
                <a:cubicBezTo>
                  <a:pt x="106859" y="51899"/>
                  <a:pt x="107043" y="49940"/>
                  <a:pt x="107410" y="47920"/>
                </a:cubicBezTo>
                <a:cubicBezTo>
                  <a:pt x="108328" y="42596"/>
                  <a:pt x="110226" y="37945"/>
                  <a:pt x="113102" y="33967"/>
                </a:cubicBezTo>
                <a:cubicBezTo>
                  <a:pt x="115979" y="29989"/>
                  <a:pt x="119559" y="26929"/>
                  <a:pt x="123842" y="24787"/>
                </a:cubicBezTo>
                <a:cubicBezTo>
                  <a:pt x="128127" y="22645"/>
                  <a:pt x="132809" y="21574"/>
                  <a:pt x="137888" y="21574"/>
                </a:cubicBezTo>
                <a:moveTo>
                  <a:pt x="143581" y="43515"/>
                </a:moveTo>
                <a:cubicBezTo>
                  <a:pt x="143704" y="42657"/>
                  <a:pt x="143765" y="42076"/>
                  <a:pt x="143765" y="41771"/>
                </a:cubicBezTo>
                <a:cubicBezTo>
                  <a:pt x="143765" y="39322"/>
                  <a:pt x="142999" y="37440"/>
                  <a:pt x="141469" y="36124"/>
                </a:cubicBezTo>
                <a:cubicBezTo>
                  <a:pt x="139939" y="34808"/>
                  <a:pt x="137920" y="34150"/>
                  <a:pt x="135410" y="34150"/>
                </a:cubicBezTo>
                <a:cubicBezTo>
                  <a:pt x="132717" y="34150"/>
                  <a:pt x="130345" y="34961"/>
                  <a:pt x="128294" y="36584"/>
                </a:cubicBezTo>
                <a:cubicBezTo>
                  <a:pt x="126244" y="38205"/>
                  <a:pt x="124760" y="40515"/>
                  <a:pt x="123842" y="43515"/>
                </a:cubicBezTo>
                <a:lnTo>
                  <a:pt x="143581" y="43515"/>
                </a:lnTo>
                <a:close/>
                <a:moveTo>
                  <a:pt x="183790" y="74268"/>
                </a:moveTo>
                <a:cubicBezTo>
                  <a:pt x="179751" y="74268"/>
                  <a:pt x="176125" y="73626"/>
                  <a:pt x="172912" y="72341"/>
                </a:cubicBezTo>
                <a:cubicBezTo>
                  <a:pt x="169699" y="71056"/>
                  <a:pt x="167175" y="69266"/>
                  <a:pt x="165338" y="66971"/>
                </a:cubicBezTo>
                <a:cubicBezTo>
                  <a:pt x="163502" y="64676"/>
                  <a:pt x="162584" y="62028"/>
                  <a:pt x="162584" y="59029"/>
                </a:cubicBezTo>
                <a:cubicBezTo>
                  <a:pt x="162584" y="58601"/>
                  <a:pt x="162645" y="57836"/>
                  <a:pt x="162769" y="56734"/>
                </a:cubicBezTo>
                <a:lnTo>
                  <a:pt x="177915" y="56734"/>
                </a:lnTo>
                <a:cubicBezTo>
                  <a:pt x="177793" y="58632"/>
                  <a:pt x="178359" y="60147"/>
                  <a:pt x="179613" y="61278"/>
                </a:cubicBezTo>
                <a:cubicBezTo>
                  <a:pt x="180868" y="62410"/>
                  <a:pt x="182659" y="62976"/>
                  <a:pt x="184984" y="62976"/>
                </a:cubicBezTo>
                <a:cubicBezTo>
                  <a:pt x="186942" y="62976"/>
                  <a:pt x="188564" y="62609"/>
                  <a:pt x="189849" y="61875"/>
                </a:cubicBezTo>
                <a:cubicBezTo>
                  <a:pt x="191135" y="61140"/>
                  <a:pt x="191778" y="60100"/>
                  <a:pt x="191778" y="58754"/>
                </a:cubicBezTo>
                <a:cubicBezTo>
                  <a:pt x="191778" y="57468"/>
                  <a:pt x="191089" y="56443"/>
                  <a:pt x="189712" y="55678"/>
                </a:cubicBezTo>
                <a:cubicBezTo>
                  <a:pt x="188335" y="54913"/>
                  <a:pt x="186056" y="53980"/>
                  <a:pt x="182873" y="52878"/>
                </a:cubicBezTo>
                <a:cubicBezTo>
                  <a:pt x="179568" y="51777"/>
                  <a:pt x="176799" y="50691"/>
                  <a:pt x="174565" y="49619"/>
                </a:cubicBezTo>
                <a:cubicBezTo>
                  <a:pt x="172331" y="48548"/>
                  <a:pt x="170418" y="47003"/>
                  <a:pt x="168827" y="44984"/>
                </a:cubicBezTo>
                <a:cubicBezTo>
                  <a:pt x="167236" y="42964"/>
                  <a:pt x="166440" y="40424"/>
                  <a:pt x="166440" y="37364"/>
                </a:cubicBezTo>
                <a:cubicBezTo>
                  <a:pt x="166440" y="34365"/>
                  <a:pt x="167327" y="31657"/>
                  <a:pt x="169102" y="29239"/>
                </a:cubicBezTo>
                <a:cubicBezTo>
                  <a:pt x="170877" y="26821"/>
                  <a:pt x="173371" y="24940"/>
                  <a:pt x="176583" y="23594"/>
                </a:cubicBezTo>
                <a:cubicBezTo>
                  <a:pt x="179797" y="22247"/>
                  <a:pt x="183515" y="21574"/>
                  <a:pt x="187738" y="21574"/>
                </a:cubicBezTo>
                <a:cubicBezTo>
                  <a:pt x="191961" y="21574"/>
                  <a:pt x="195633" y="22263"/>
                  <a:pt x="198754" y="23640"/>
                </a:cubicBezTo>
                <a:cubicBezTo>
                  <a:pt x="201876" y="25017"/>
                  <a:pt x="204294" y="26929"/>
                  <a:pt x="206007" y="29378"/>
                </a:cubicBezTo>
                <a:cubicBezTo>
                  <a:pt x="207721" y="31825"/>
                  <a:pt x="208578" y="34579"/>
                  <a:pt x="208578" y="37638"/>
                </a:cubicBezTo>
                <a:lnTo>
                  <a:pt x="208485" y="39015"/>
                </a:lnTo>
                <a:lnTo>
                  <a:pt x="194256" y="39015"/>
                </a:lnTo>
                <a:cubicBezTo>
                  <a:pt x="194378" y="37179"/>
                  <a:pt x="193827" y="35711"/>
                  <a:pt x="192603" y="34610"/>
                </a:cubicBezTo>
                <a:cubicBezTo>
                  <a:pt x="191380" y="33508"/>
                  <a:pt x="189636" y="32957"/>
                  <a:pt x="187371" y="32957"/>
                </a:cubicBezTo>
                <a:cubicBezTo>
                  <a:pt x="185597" y="32957"/>
                  <a:pt x="184143" y="33324"/>
                  <a:pt x="183010" y="34059"/>
                </a:cubicBezTo>
                <a:cubicBezTo>
                  <a:pt x="181878" y="34793"/>
                  <a:pt x="181312" y="35803"/>
                  <a:pt x="181312" y="37088"/>
                </a:cubicBezTo>
                <a:cubicBezTo>
                  <a:pt x="181312" y="38434"/>
                  <a:pt x="182062" y="39552"/>
                  <a:pt x="183561" y="40440"/>
                </a:cubicBezTo>
                <a:cubicBezTo>
                  <a:pt x="185061" y="41327"/>
                  <a:pt x="187402" y="42321"/>
                  <a:pt x="190584" y="43422"/>
                </a:cubicBezTo>
                <a:cubicBezTo>
                  <a:pt x="193889" y="44524"/>
                  <a:pt x="196628" y="45611"/>
                  <a:pt x="198800" y="46682"/>
                </a:cubicBezTo>
                <a:cubicBezTo>
                  <a:pt x="200973" y="47753"/>
                  <a:pt x="202840" y="49252"/>
                  <a:pt x="204401" y="51180"/>
                </a:cubicBezTo>
                <a:cubicBezTo>
                  <a:pt x="205961" y="53108"/>
                  <a:pt x="206741" y="55510"/>
                  <a:pt x="206741" y="58387"/>
                </a:cubicBezTo>
                <a:cubicBezTo>
                  <a:pt x="206741" y="61692"/>
                  <a:pt x="205747" y="64538"/>
                  <a:pt x="203758" y="66925"/>
                </a:cubicBezTo>
                <a:cubicBezTo>
                  <a:pt x="201768" y="69311"/>
                  <a:pt x="199045" y="71132"/>
                  <a:pt x="195587" y="72387"/>
                </a:cubicBezTo>
                <a:cubicBezTo>
                  <a:pt x="192129" y="73641"/>
                  <a:pt x="188197" y="74268"/>
                  <a:pt x="183790" y="74268"/>
                </a:cubicBezTo>
                <a:close/>
                <a:moveTo>
                  <a:pt x="235017" y="74268"/>
                </a:moveTo>
                <a:cubicBezTo>
                  <a:pt x="230978" y="74268"/>
                  <a:pt x="227351" y="73626"/>
                  <a:pt x="224138" y="72341"/>
                </a:cubicBezTo>
                <a:cubicBezTo>
                  <a:pt x="220925" y="71056"/>
                  <a:pt x="218401" y="69266"/>
                  <a:pt x="216564" y="66971"/>
                </a:cubicBezTo>
                <a:cubicBezTo>
                  <a:pt x="214728" y="64676"/>
                  <a:pt x="213810" y="62028"/>
                  <a:pt x="213810" y="59029"/>
                </a:cubicBezTo>
                <a:cubicBezTo>
                  <a:pt x="213810" y="58601"/>
                  <a:pt x="213871" y="57836"/>
                  <a:pt x="213995" y="56734"/>
                </a:cubicBezTo>
                <a:lnTo>
                  <a:pt x="229142" y="56734"/>
                </a:lnTo>
                <a:cubicBezTo>
                  <a:pt x="229019" y="58632"/>
                  <a:pt x="229585" y="60147"/>
                  <a:pt x="230839" y="61278"/>
                </a:cubicBezTo>
                <a:cubicBezTo>
                  <a:pt x="232094" y="62410"/>
                  <a:pt x="233885" y="62976"/>
                  <a:pt x="236210" y="62976"/>
                </a:cubicBezTo>
                <a:cubicBezTo>
                  <a:pt x="238168" y="62976"/>
                  <a:pt x="239790" y="62609"/>
                  <a:pt x="241075" y="61875"/>
                </a:cubicBezTo>
                <a:cubicBezTo>
                  <a:pt x="242361" y="61140"/>
                  <a:pt x="243004" y="60100"/>
                  <a:pt x="243004" y="58754"/>
                </a:cubicBezTo>
                <a:cubicBezTo>
                  <a:pt x="243004" y="57468"/>
                  <a:pt x="242315" y="56443"/>
                  <a:pt x="240938" y="55678"/>
                </a:cubicBezTo>
                <a:cubicBezTo>
                  <a:pt x="239561" y="54913"/>
                  <a:pt x="237282" y="53980"/>
                  <a:pt x="234099" y="52878"/>
                </a:cubicBezTo>
                <a:cubicBezTo>
                  <a:pt x="230794" y="51777"/>
                  <a:pt x="228025" y="50691"/>
                  <a:pt x="225791" y="49619"/>
                </a:cubicBezTo>
                <a:cubicBezTo>
                  <a:pt x="223557" y="48548"/>
                  <a:pt x="221644" y="47003"/>
                  <a:pt x="220053" y="44984"/>
                </a:cubicBezTo>
                <a:cubicBezTo>
                  <a:pt x="218462" y="42964"/>
                  <a:pt x="217666" y="40424"/>
                  <a:pt x="217666" y="37364"/>
                </a:cubicBezTo>
                <a:cubicBezTo>
                  <a:pt x="217666" y="34365"/>
                  <a:pt x="218553" y="31657"/>
                  <a:pt x="220328" y="29239"/>
                </a:cubicBezTo>
                <a:cubicBezTo>
                  <a:pt x="222103" y="26821"/>
                  <a:pt x="224597" y="24940"/>
                  <a:pt x="227809" y="23594"/>
                </a:cubicBezTo>
                <a:cubicBezTo>
                  <a:pt x="231023" y="22247"/>
                  <a:pt x="234741" y="21574"/>
                  <a:pt x="238964" y="21574"/>
                </a:cubicBezTo>
                <a:cubicBezTo>
                  <a:pt x="243187" y="21574"/>
                  <a:pt x="246859" y="22263"/>
                  <a:pt x="249980" y="23640"/>
                </a:cubicBezTo>
                <a:cubicBezTo>
                  <a:pt x="253102" y="25017"/>
                  <a:pt x="255520" y="26929"/>
                  <a:pt x="257233" y="29378"/>
                </a:cubicBezTo>
                <a:cubicBezTo>
                  <a:pt x="258947" y="31825"/>
                  <a:pt x="259804" y="34579"/>
                  <a:pt x="259804" y="37638"/>
                </a:cubicBezTo>
                <a:lnTo>
                  <a:pt x="259711" y="39015"/>
                </a:lnTo>
                <a:lnTo>
                  <a:pt x="245482" y="39015"/>
                </a:lnTo>
                <a:cubicBezTo>
                  <a:pt x="245604" y="37179"/>
                  <a:pt x="245053" y="35711"/>
                  <a:pt x="243829" y="34610"/>
                </a:cubicBezTo>
                <a:cubicBezTo>
                  <a:pt x="242606" y="33508"/>
                  <a:pt x="240862" y="32957"/>
                  <a:pt x="238597" y="32957"/>
                </a:cubicBezTo>
                <a:cubicBezTo>
                  <a:pt x="236823" y="32957"/>
                  <a:pt x="235369" y="33324"/>
                  <a:pt x="234236" y="34059"/>
                </a:cubicBezTo>
                <a:cubicBezTo>
                  <a:pt x="233104" y="34793"/>
                  <a:pt x="232539" y="35803"/>
                  <a:pt x="232539" y="37088"/>
                </a:cubicBezTo>
                <a:cubicBezTo>
                  <a:pt x="232539" y="38434"/>
                  <a:pt x="233288" y="39552"/>
                  <a:pt x="234787" y="40440"/>
                </a:cubicBezTo>
                <a:cubicBezTo>
                  <a:pt x="236287" y="41327"/>
                  <a:pt x="238628" y="42321"/>
                  <a:pt x="241811" y="43422"/>
                </a:cubicBezTo>
                <a:cubicBezTo>
                  <a:pt x="245115" y="44524"/>
                  <a:pt x="247854" y="45611"/>
                  <a:pt x="250026" y="46682"/>
                </a:cubicBezTo>
                <a:cubicBezTo>
                  <a:pt x="252199" y="47753"/>
                  <a:pt x="254066" y="49252"/>
                  <a:pt x="255627" y="51180"/>
                </a:cubicBezTo>
                <a:cubicBezTo>
                  <a:pt x="257187" y="53108"/>
                  <a:pt x="257967" y="55510"/>
                  <a:pt x="257967" y="58387"/>
                </a:cubicBezTo>
                <a:cubicBezTo>
                  <a:pt x="257967" y="61692"/>
                  <a:pt x="256973" y="64538"/>
                  <a:pt x="254984" y="66925"/>
                </a:cubicBezTo>
                <a:cubicBezTo>
                  <a:pt x="252995" y="69311"/>
                  <a:pt x="250271" y="71132"/>
                  <a:pt x="246813" y="72387"/>
                </a:cubicBezTo>
                <a:cubicBezTo>
                  <a:pt x="243356" y="73641"/>
                  <a:pt x="239424" y="74268"/>
                  <a:pt x="235017" y="74268"/>
                </a:cubicBezTo>
                <a:close/>
                <a:moveTo>
                  <a:pt x="282845" y="16983"/>
                </a:moveTo>
                <a:cubicBezTo>
                  <a:pt x="280397" y="16983"/>
                  <a:pt x="278455" y="16326"/>
                  <a:pt x="277016" y="15010"/>
                </a:cubicBezTo>
                <a:cubicBezTo>
                  <a:pt x="275578" y="13694"/>
                  <a:pt x="274859" y="12026"/>
                  <a:pt x="274859" y="10006"/>
                </a:cubicBezTo>
                <a:cubicBezTo>
                  <a:pt x="274859" y="7252"/>
                  <a:pt x="275930" y="4896"/>
                  <a:pt x="278071" y="2938"/>
                </a:cubicBezTo>
                <a:cubicBezTo>
                  <a:pt x="280214" y="979"/>
                  <a:pt x="282815" y="0"/>
                  <a:pt x="285875" y="0"/>
                </a:cubicBezTo>
                <a:cubicBezTo>
                  <a:pt x="288324" y="0"/>
                  <a:pt x="290252" y="658"/>
                  <a:pt x="291659" y="1974"/>
                </a:cubicBezTo>
                <a:cubicBezTo>
                  <a:pt x="293066" y="3290"/>
                  <a:pt x="293770" y="4988"/>
                  <a:pt x="293770" y="7068"/>
                </a:cubicBezTo>
                <a:cubicBezTo>
                  <a:pt x="293770" y="9762"/>
                  <a:pt x="292699" y="12088"/>
                  <a:pt x="290557" y="14046"/>
                </a:cubicBezTo>
                <a:cubicBezTo>
                  <a:pt x="288415" y="16004"/>
                  <a:pt x="285845" y="16983"/>
                  <a:pt x="282845" y="16983"/>
                </a:cubicBezTo>
                <a:moveTo>
                  <a:pt x="289639" y="22308"/>
                </a:moveTo>
                <a:lnTo>
                  <a:pt x="280643" y="73534"/>
                </a:lnTo>
                <a:lnTo>
                  <a:pt x="264944" y="73534"/>
                </a:lnTo>
                <a:lnTo>
                  <a:pt x="273940" y="22308"/>
                </a:lnTo>
                <a:lnTo>
                  <a:pt x="289639" y="22308"/>
                </a:lnTo>
                <a:close/>
                <a:moveTo>
                  <a:pt x="315437" y="74268"/>
                </a:moveTo>
                <a:cubicBezTo>
                  <a:pt x="311030" y="74268"/>
                  <a:pt x="307113" y="73381"/>
                  <a:pt x="303686" y="71607"/>
                </a:cubicBezTo>
                <a:cubicBezTo>
                  <a:pt x="300259" y="69831"/>
                  <a:pt x="297612" y="67322"/>
                  <a:pt x="295745" y="64079"/>
                </a:cubicBezTo>
                <a:cubicBezTo>
                  <a:pt x="293878" y="60834"/>
                  <a:pt x="292945" y="57070"/>
                  <a:pt x="292945" y="52787"/>
                </a:cubicBezTo>
                <a:cubicBezTo>
                  <a:pt x="292945" y="46972"/>
                  <a:pt x="294322" y="41678"/>
                  <a:pt x="297076" y="36904"/>
                </a:cubicBezTo>
                <a:cubicBezTo>
                  <a:pt x="299830" y="32130"/>
                  <a:pt x="303624" y="28382"/>
                  <a:pt x="308459" y="25659"/>
                </a:cubicBezTo>
                <a:cubicBezTo>
                  <a:pt x="313294" y="22935"/>
                  <a:pt x="318680" y="21574"/>
                  <a:pt x="324617" y="21574"/>
                </a:cubicBezTo>
                <a:cubicBezTo>
                  <a:pt x="329024" y="21574"/>
                  <a:pt x="332956" y="22476"/>
                  <a:pt x="336413" y="24282"/>
                </a:cubicBezTo>
                <a:cubicBezTo>
                  <a:pt x="339871" y="26087"/>
                  <a:pt x="342549" y="28612"/>
                  <a:pt x="344447" y="31856"/>
                </a:cubicBezTo>
                <a:cubicBezTo>
                  <a:pt x="346344" y="35099"/>
                  <a:pt x="347293" y="38863"/>
                  <a:pt x="347293" y="43148"/>
                </a:cubicBezTo>
                <a:cubicBezTo>
                  <a:pt x="347293" y="49023"/>
                  <a:pt x="345901" y="54332"/>
                  <a:pt x="343116" y="59075"/>
                </a:cubicBezTo>
                <a:cubicBezTo>
                  <a:pt x="340331" y="63818"/>
                  <a:pt x="336506" y="67536"/>
                  <a:pt x="331641" y="70230"/>
                </a:cubicBezTo>
                <a:cubicBezTo>
                  <a:pt x="326775" y="72922"/>
                  <a:pt x="321374" y="74268"/>
                  <a:pt x="315437" y="74268"/>
                </a:cubicBezTo>
                <a:moveTo>
                  <a:pt x="317639" y="60773"/>
                </a:moveTo>
                <a:cubicBezTo>
                  <a:pt x="320210" y="60773"/>
                  <a:pt x="322521" y="59992"/>
                  <a:pt x="324571" y="58432"/>
                </a:cubicBezTo>
                <a:cubicBezTo>
                  <a:pt x="326621" y="56871"/>
                  <a:pt x="328213" y="54852"/>
                  <a:pt x="329345" y="52373"/>
                </a:cubicBezTo>
                <a:cubicBezTo>
                  <a:pt x="330477" y="49895"/>
                  <a:pt x="331044" y="47309"/>
                  <a:pt x="331044" y="44616"/>
                </a:cubicBezTo>
                <a:cubicBezTo>
                  <a:pt x="331044" y="41555"/>
                  <a:pt x="330217" y="39199"/>
                  <a:pt x="328564" y="37547"/>
                </a:cubicBezTo>
                <a:cubicBezTo>
                  <a:pt x="326912" y="35894"/>
                  <a:pt x="324832" y="35068"/>
                  <a:pt x="322322" y="35068"/>
                </a:cubicBezTo>
                <a:cubicBezTo>
                  <a:pt x="319691" y="35068"/>
                  <a:pt x="317380" y="35849"/>
                  <a:pt x="315391" y="37410"/>
                </a:cubicBezTo>
                <a:cubicBezTo>
                  <a:pt x="313402" y="38971"/>
                  <a:pt x="311856" y="41005"/>
                  <a:pt x="310754" y="43515"/>
                </a:cubicBezTo>
                <a:cubicBezTo>
                  <a:pt x="309653" y="46024"/>
                  <a:pt x="309103" y="48656"/>
                  <a:pt x="309103" y="51410"/>
                </a:cubicBezTo>
                <a:cubicBezTo>
                  <a:pt x="309103" y="54408"/>
                  <a:pt x="309898" y="56719"/>
                  <a:pt x="311488" y="58341"/>
                </a:cubicBezTo>
                <a:cubicBezTo>
                  <a:pt x="313080" y="59962"/>
                  <a:pt x="315130" y="60773"/>
                  <a:pt x="317639" y="60773"/>
                </a:cubicBezTo>
                <a:close/>
                <a:moveTo>
                  <a:pt x="390807" y="21757"/>
                </a:moveTo>
                <a:cubicBezTo>
                  <a:pt x="395948" y="21757"/>
                  <a:pt x="399988" y="23196"/>
                  <a:pt x="402926" y="26072"/>
                </a:cubicBezTo>
                <a:cubicBezTo>
                  <a:pt x="405864" y="28948"/>
                  <a:pt x="407333" y="32957"/>
                  <a:pt x="407333" y="38098"/>
                </a:cubicBezTo>
                <a:cubicBezTo>
                  <a:pt x="407333" y="39811"/>
                  <a:pt x="407149" y="41647"/>
                  <a:pt x="406781" y="43606"/>
                </a:cubicBezTo>
                <a:lnTo>
                  <a:pt x="401456" y="73534"/>
                </a:lnTo>
                <a:lnTo>
                  <a:pt x="385850" y="73534"/>
                </a:lnTo>
                <a:lnTo>
                  <a:pt x="390807" y="45718"/>
                </a:lnTo>
                <a:cubicBezTo>
                  <a:pt x="390991" y="44677"/>
                  <a:pt x="391083" y="43759"/>
                  <a:pt x="391083" y="42964"/>
                </a:cubicBezTo>
                <a:cubicBezTo>
                  <a:pt x="391083" y="40393"/>
                  <a:pt x="390364" y="38404"/>
                  <a:pt x="388926" y="36997"/>
                </a:cubicBezTo>
                <a:cubicBezTo>
                  <a:pt x="387488" y="35589"/>
                  <a:pt x="385483" y="34884"/>
                  <a:pt x="382912" y="34884"/>
                </a:cubicBezTo>
                <a:cubicBezTo>
                  <a:pt x="379852" y="34884"/>
                  <a:pt x="377282" y="35833"/>
                  <a:pt x="375201" y="37731"/>
                </a:cubicBezTo>
                <a:cubicBezTo>
                  <a:pt x="373120" y="39628"/>
                  <a:pt x="371774" y="42291"/>
                  <a:pt x="371161" y="45718"/>
                </a:cubicBezTo>
                <a:lnTo>
                  <a:pt x="371161" y="45259"/>
                </a:lnTo>
                <a:lnTo>
                  <a:pt x="366205" y="73534"/>
                </a:lnTo>
                <a:lnTo>
                  <a:pt x="350506" y="73534"/>
                </a:lnTo>
                <a:lnTo>
                  <a:pt x="359502" y="22308"/>
                </a:lnTo>
                <a:lnTo>
                  <a:pt x="375201" y="22308"/>
                </a:lnTo>
                <a:lnTo>
                  <a:pt x="374007" y="29193"/>
                </a:lnTo>
                <a:cubicBezTo>
                  <a:pt x="376027" y="26928"/>
                  <a:pt x="378491" y="25123"/>
                  <a:pt x="381398" y="23777"/>
                </a:cubicBezTo>
                <a:cubicBezTo>
                  <a:pt x="384305" y="22431"/>
                  <a:pt x="387442" y="21757"/>
                  <a:pt x="390807" y="21757"/>
                </a:cubicBezTo>
                <a:close/>
                <a:moveTo>
                  <a:pt x="433679" y="74268"/>
                </a:moveTo>
                <a:cubicBezTo>
                  <a:pt x="429640" y="74268"/>
                  <a:pt x="426014" y="73626"/>
                  <a:pt x="422801" y="72341"/>
                </a:cubicBezTo>
                <a:cubicBezTo>
                  <a:pt x="419588" y="71056"/>
                  <a:pt x="417063" y="69266"/>
                  <a:pt x="415227" y="66971"/>
                </a:cubicBezTo>
                <a:cubicBezTo>
                  <a:pt x="413391" y="64676"/>
                  <a:pt x="412473" y="62028"/>
                  <a:pt x="412473" y="59029"/>
                </a:cubicBezTo>
                <a:cubicBezTo>
                  <a:pt x="412473" y="58601"/>
                  <a:pt x="412534" y="57836"/>
                  <a:pt x="412657" y="56734"/>
                </a:cubicBezTo>
                <a:lnTo>
                  <a:pt x="427804" y="56734"/>
                </a:lnTo>
                <a:cubicBezTo>
                  <a:pt x="427682" y="58632"/>
                  <a:pt x="428248" y="60147"/>
                  <a:pt x="429502" y="61278"/>
                </a:cubicBezTo>
                <a:cubicBezTo>
                  <a:pt x="430757" y="62410"/>
                  <a:pt x="432548" y="62976"/>
                  <a:pt x="434873" y="62976"/>
                </a:cubicBezTo>
                <a:cubicBezTo>
                  <a:pt x="436831" y="62976"/>
                  <a:pt x="438453" y="62609"/>
                  <a:pt x="439738" y="61875"/>
                </a:cubicBezTo>
                <a:cubicBezTo>
                  <a:pt x="441024" y="61140"/>
                  <a:pt x="441667" y="60100"/>
                  <a:pt x="441667" y="58754"/>
                </a:cubicBezTo>
                <a:cubicBezTo>
                  <a:pt x="441667" y="57468"/>
                  <a:pt x="440978" y="56443"/>
                  <a:pt x="439601" y="55678"/>
                </a:cubicBezTo>
                <a:cubicBezTo>
                  <a:pt x="438224" y="54913"/>
                  <a:pt x="435945" y="53980"/>
                  <a:pt x="432762" y="52878"/>
                </a:cubicBezTo>
                <a:cubicBezTo>
                  <a:pt x="429457" y="51777"/>
                  <a:pt x="426688" y="50691"/>
                  <a:pt x="424454" y="49619"/>
                </a:cubicBezTo>
                <a:cubicBezTo>
                  <a:pt x="422220" y="48548"/>
                  <a:pt x="420307" y="47003"/>
                  <a:pt x="418716" y="44984"/>
                </a:cubicBezTo>
                <a:cubicBezTo>
                  <a:pt x="417125" y="42964"/>
                  <a:pt x="416329" y="40424"/>
                  <a:pt x="416329" y="37364"/>
                </a:cubicBezTo>
                <a:cubicBezTo>
                  <a:pt x="416329" y="34365"/>
                  <a:pt x="417216" y="31657"/>
                  <a:pt x="418991" y="29239"/>
                </a:cubicBezTo>
                <a:cubicBezTo>
                  <a:pt x="420766" y="26821"/>
                  <a:pt x="423260" y="24940"/>
                  <a:pt x="426472" y="23594"/>
                </a:cubicBezTo>
                <a:cubicBezTo>
                  <a:pt x="429686" y="22247"/>
                  <a:pt x="433404" y="21574"/>
                  <a:pt x="437627" y="21574"/>
                </a:cubicBezTo>
                <a:cubicBezTo>
                  <a:pt x="441850" y="21574"/>
                  <a:pt x="445522" y="22263"/>
                  <a:pt x="448643" y="23640"/>
                </a:cubicBezTo>
                <a:cubicBezTo>
                  <a:pt x="451765" y="25017"/>
                  <a:pt x="454183" y="26929"/>
                  <a:pt x="455896" y="29378"/>
                </a:cubicBezTo>
                <a:cubicBezTo>
                  <a:pt x="457610" y="31825"/>
                  <a:pt x="458467" y="34579"/>
                  <a:pt x="458467" y="37638"/>
                </a:cubicBezTo>
                <a:lnTo>
                  <a:pt x="458374" y="39015"/>
                </a:lnTo>
                <a:lnTo>
                  <a:pt x="444145" y="39015"/>
                </a:lnTo>
                <a:cubicBezTo>
                  <a:pt x="444267" y="37179"/>
                  <a:pt x="443716" y="35711"/>
                  <a:pt x="442492" y="34610"/>
                </a:cubicBezTo>
                <a:cubicBezTo>
                  <a:pt x="441269" y="33508"/>
                  <a:pt x="439525" y="32957"/>
                  <a:pt x="437260" y="32957"/>
                </a:cubicBezTo>
                <a:cubicBezTo>
                  <a:pt x="435486" y="32957"/>
                  <a:pt x="434032" y="33324"/>
                  <a:pt x="432899" y="34059"/>
                </a:cubicBezTo>
                <a:cubicBezTo>
                  <a:pt x="431767" y="34793"/>
                  <a:pt x="431201" y="35803"/>
                  <a:pt x="431201" y="37088"/>
                </a:cubicBezTo>
                <a:cubicBezTo>
                  <a:pt x="431201" y="38434"/>
                  <a:pt x="431951" y="39552"/>
                  <a:pt x="433450" y="40440"/>
                </a:cubicBezTo>
                <a:cubicBezTo>
                  <a:pt x="434949" y="41327"/>
                  <a:pt x="437291" y="42321"/>
                  <a:pt x="440473" y="43422"/>
                </a:cubicBezTo>
                <a:cubicBezTo>
                  <a:pt x="443778" y="44524"/>
                  <a:pt x="446517" y="45611"/>
                  <a:pt x="448689" y="46682"/>
                </a:cubicBezTo>
                <a:cubicBezTo>
                  <a:pt x="450862" y="47753"/>
                  <a:pt x="452729" y="49252"/>
                  <a:pt x="454290" y="51180"/>
                </a:cubicBezTo>
                <a:cubicBezTo>
                  <a:pt x="455850" y="53108"/>
                  <a:pt x="456630" y="55510"/>
                  <a:pt x="456630" y="58387"/>
                </a:cubicBezTo>
                <a:cubicBezTo>
                  <a:pt x="456630" y="61692"/>
                  <a:pt x="455636" y="64538"/>
                  <a:pt x="453647" y="66925"/>
                </a:cubicBezTo>
                <a:cubicBezTo>
                  <a:pt x="451657" y="69311"/>
                  <a:pt x="448934" y="71132"/>
                  <a:pt x="445476" y="72387"/>
                </a:cubicBezTo>
                <a:cubicBezTo>
                  <a:pt x="442018" y="73641"/>
                  <a:pt x="438086" y="74268"/>
                  <a:pt x="433679" y="742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Text Usinglambdif">
            <a:extLst xmlns:a="http://schemas.openxmlformats.org/drawingml/2006/main">
              <a:ext uri="{FF2B5EF4-FFF2-40B4-BE49-F238E27FC236}">
                <a16:creationId xmlns:a16="http://schemas.microsoft.com/office/drawing/2014/main" id="{0333D1A1-ACEA-4EFC-833D-6D8DD54B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6899" y="3970348"/>
            <a:ext cx="661077" cy="98780"/>
          </a:xfrm>
          <a:custGeom xmlns:a="http://schemas.openxmlformats.org/drawingml/2006/main">
            <a:pathLst>
              <a:path w="661077" h="98780">
                <a:moveTo>
                  <a:pt x="22951" y="9088"/>
                </a:moveTo>
                <a:lnTo>
                  <a:pt x="16158" y="47553"/>
                </a:lnTo>
                <a:cubicBezTo>
                  <a:pt x="15914" y="49145"/>
                  <a:pt x="15791" y="50247"/>
                  <a:pt x="15791" y="50859"/>
                </a:cubicBezTo>
                <a:cubicBezTo>
                  <a:pt x="15791" y="53674"/>
                  <a:pt x="16587" y="55831"/>
                  <a:pt x="18177" y="57331"/>
                </a:cubicBezTo>
                <a:cubicBezTo>
                  <a:pt x="19768" y="58831"/>
                  <a:pt x="22125" y="59581"/>
                  <a:pt x="25247" y="59581"/>
                </a:cubicBezTo>
                <a:cubicBezTo>
                  <a:pt x="28919" y="59581"/>
                  <a:pt x="31917" y="58540"/>
                  <a:pt x="34243" y="56460"/>
                </a:cubicBezTo>
                <a:cubicBezTo>
                  <a:pt x="36569" y="54378"/>
                  <a:pt x="38069" y="51409"/>
                  <a:pt x="38742" y="47553"/>
                </a:cubicBezTo>
                <a:lnTo>
                  <a:pt x="45535" y="9088"/>
                </a:lnTo>
                <a:lnTo>
                  <a:pt x="61234" y="9088"/>
                </a:lnTo>
                <a:lnTo>
                  <a:pt x="54440" y="47553"/>
                </a:lnTo>
                <a:cubicBezTo>
                  <a:pt x="53399" y="53368"/>
                  <a:pt x="51334" y="58279"/>
                  <a:pt x="48242" y="62288"/>
                </a:cubicBezTo>
                <a:cubicBezTo>
                  <a:pt x="45152" y="66297"/>
                  <a:pt x="41388" y="69280"/>
                  <a:pt x="36951" y="71240"/>
                </a:cubicBezTo>
                <a:cubicBezTo>
                  <a:pt x="32514" y="73198"/>
                  <a:pt x="27694" y="74177"/>
                  <a:pt x="22493" y="74177"/>
                </a:cubicBezTo>
                <a:cubicBezTo>
                  <a:pt x="15761" y="74177"/>
                  <a:pt x="10329" y="72433"/>
                  <a:pt x="6197" y="68945"/>
                </a:cubicBezTo>
                <a:cubicBezTo>
                  <a:pt x="2066" y="65456"/>
                  <a:pt x="0" y="60407"/>
                  <a:pt x="0" y="53797"/>
                </a:cubicBezTo>
                <a:cubicBezTo>
                  <a:pt x="0" y="51838"/>
                  <a:pt x="184" y="49757"/>
                  <a:pt x="552" y="47553"/>
                </a:cubicBezTo>
                <a:lnTo>
                  <a:pt x="7253" y="9088"/>
                </a:lnTo>
                <a:lnTo>
                  <a:pt x="22951" y="9088"/>
                </a:lnTo>
                <a:close/>
                <a:moveTo>
                  <a:pt x="82164" y="74268"/>
                </a:moveTo>
                <a:cubicBezTo>
                  <a:pt x="78125" y="74268"/>
                  <a:pt x="74498" y="73626"/>
                  <a:pt x="71285" y="72341"/>
                </a:cubicBezTo>
                <a:cubicBezTo>
                  <a:pt x="68072" y="71056"/>
                  <a:pt x="65548" y="69266"/>
                  <a:pt x="63711" y="66971"/>
                </a:cubicBezTo>
                <a:cubicBezTo>
                  <a:pt x="61875" y="64676"/>
                  <a:pt x="60957" y="62028"/>
                  <a:pt x="60957" y="59029"/>
                </a:cubicBezTo>
                <a:cubicBezTo>
                  <a:pt x="60957" y="58601"/>
                  <a:pt x="61018" y="57836"/>
                  <a:pt x="61142" y="56734"/>
                </a:cubicBezTo>
                <a:lnTo>
                  <a:pt x="76289" y="56734"/>
                </a:lnTo>
                <a:cubicBezTo>
                  <a:pt x="76166" y="58632"/>
                  <a:pt x="76732" y="60147"/>
                  <a:pt x="77986" y="61278"/>
                </a:cubicBezTo>
                <a:cubicBezTo>
                  <a:pt x="79241" y="62410"/>
                  <a:pt x="81032" y="62976"/>
                  <a:pt x="83357" y="62976"/>
                </a:cubicBezTo>
                <a:cubicBezTo>
                  <a:pt x="85315" y="62976"/>
                  <a:pt x="86937" y="62609"/>
                  <a:pt x="88222" y="61875"/>
                </a:cubicBezTo>
                <a:cubicBezTo>
                  <a:pt x="89508" y="61140"/>
                  <a:pt x="90151" y="60100"/>
                  <a:pt x="90151" y="58754"/>
                </a:cubicBezTo>
                <a:cubicBezTo>
                  <a:pt x="90151" y="57468"/>
                  <a:pt x="89462" y="56443"/>
                  <a:pt x="88085" y="55678"/>
                </a:cubicBezTo>
                <a:cubicBezTo>
                  <a:pt x="86708" y="54913"/>
                  <a:pt x="84429" y="53980"/>
                  <a:pt x="81246" y="52878"/>
                </a:cubicBezTo>
                <a:cubicBezTo>
                  <a:pt x="77941" y="51777"/>
                  <a:pt x="75172" y="50691"/>
                  <a:pt x="72938" y="49619"/>
                </a:cubicBezTo>
                <a:cubicBezTo>
                  <a:pt x="70704" y="48548"/>
                  <a:pt x="68791" y="47003"/>
                  <a:pt x="67200" y="44984"/>
                </a:cubicBezTo>
                <a:cubicBezTo>
                  <a:pt x="65609" y="42964"/>
                  <a:pt x="64813" y="40424"/>
                  <a:pt x="64813" y="37364"/>
                </a:cubicBezTo>
                <a:cubicBezTo>
                  <a:pt x="64813" y="34365"/>
                  <a:pt x="65700" y="31657"/>
                  <a:pt x="67475" y="29239"/>
                </a:cubicBezTo>
                <a:cubicBezTo>
                  <a:pt x="69250" y="26821"/>
                  <a:pt x="71744" y="24940"/>
                  <a:pt x="74956" y="23594"/>
                </a:cubicBezTo>
                <a:cubicBezTo>
                  <a:pt x="78170" y="22247"/>
                  <a:pt x="81888" y="21574"/>
                  <a:pt x="86111" y="21574"/>
                </a:cubicBezTo>
                <a:cubicBezTo>
                  <a:pt x="90334" y="21574"/>
                  <a:pt x="94006" y="22263"/>
                  <a:pt x="97127" y="23640"/>
                </a:cubicBezTo>
                <a:cubicBezTo>
                  <a:pt x="100249" y="25017"/>
                  <a:pt x="102667" y="26929"/>
                  <a:pt x="104380" y="29378"/>
                </a:cubicBezTo>
                <a:cubicBezTo>
                  <a:pt x="106094" y="31825"/>
                  <a:pt x="106951" y="34579"/>
                  <a:pt x="106951" y="37638"/>
                </a:cubicBezTo>
                <a:lnTo>
                  <a:pt x="106858" y="39015"/>
                </a:lnTo>
                <a:lnTo>
                  <a:pt x="92629" y="39015"/>
                </a:lnTo>
                <a:cubicBezTo>
                  <a:pt x="92751" y="37179"/>
                  <a:pt x="92200" y="35711"/>
                  <a:pt x="90976" y="34610"/>
                </a:cubicBezTo>
                <a:cubicBezTo>
                  <a:pt x="89753" y="33508"/>
                  <a:pt x="88009" y="32957"/>
                  <a:pt x="85744" y="32957"/>
                </a:cubicBezTo>
                <a:cubicBezTo>
                  <a:pt x="83970" y="32957"/>
                  <a:pt x="82516" y="33324"/>
                  <a:pt x="81383" y="34059"/>
                </a:cubicBezTo>
                <a:cubicBezTo>
                  <a:pt x="80251" y="34793"/>
                  <a:pt x="79686" y="35803"/>
                  <a:pt x="79686" y="37088"/>
                </a:cubicBezTo>
                <a:cubicBezTo>
                  <a:pt x="79686" y="38434"/>
                  <a:pt x="80435" y="39552"/>
                  <a:pt x="81934" y="40440"/>
                </a:cubicBezTo>
                <a:cubicBezTo>
                  <a:pt x="83434" y="41327"/>
                  <a:pt x="85775" y="42321"/>
                  <a:pt x="88957" y="43422"/>
                </a:cubicBezTo>
                <a:cubicBezTo>
                  <a:pt x="92262" y="44524"/>
                  <a:pt x="95001" y="45611"/>
                  <a:pt x="97173" y="46682"/>
                </a:cubicBezTo>
                <a:cubicBezTo>
                  <a:pt x="99346" y="47753"/>
                  <a:pt x="101213" y="49252"/>
                  <a:pt x="102774" y="51180"/>
                </a:cubicBezTo>
                <a:cubicBezTo>
                  <a:pt x="104334" y="53108"/>
                  <a:pt x="105114" y="55510"/>
                  <a:pt x="105114" y="58387"/>
                </a:cubicBezTo>
                <a:cubicBezTo>
                  <a:pt x="105114" y="61692"/>
                  <a:pt x="104120" y="64538"/>
                  <a:pt x="102131" y="66925"/>
                </a:cubicBezTo>
                <a:cubicBezTo>
                  <a:pt x="100142" y="69311"/>
                  <a:pt x="97418" y="71132"/>
                  <a:pt x="93960" y="72387"/>
                </a:cubicBezTo>
                <a:cubicBezTo>
                  <a:pt x="90503" y="73641"/>
                  <a:pt x="86570" y="74268"/>
                  <a:pt x="82164" y="74268"/>
                </a:cubicBezTo>
                <a:close/>
                <a:moveTo>
                  <a:pt x="129994" y="16983"/>
                </a:moveTo>
                <a:cubicBezTo>
                  <a:pt x="127546" y="16983"/>
                  <a:pt x="125604" y="16326"/>
                  <a:pt x="124165" y="15010"/>
                </a:cubicBezTo>
                <a:cubicBezTo>
                  <a:pt x="122727" y="13694"/>
                  <a:pt x="122008" y="12026"/>
                  <a:pt x="122008" y="10006"/>
                </a:cubicBezTo>
                <a:cubicBezTo>
                  <a:pt x="122008" y="7252"/>
                  <a:pt x="123079" y="4896"/>
                  <a:pt x="125220" y="2938"/>
                </a:cubicBezTo>
                <a:cubicBezTo>
                  <a:pt x="127362" y="979"/>
                  <a:pt x="129964" y="0"/>
                  <a:pt x="133024" y="0"/>
                </a:cubicBezTo>
                <a:cubicBezTo>
                  <a:pt x="135473" y="0"/>
                  <a:pt x="137401" y="658"/>
                  <a:pt x="138808" y="1974"/>
                </a:cubicBezTo>
                <a:cubicBezTo>
                  <a:pt x="140215" y="3290"/>
                  <a:pt x="140919" y="4988"/>
                  <a:pt x="140919" y="7068"/>
                </a:cubicBezTo>
                <a:cubicBezTo>
                  <a:pt x="140919" y="9762"/>
                  <a:pt x="139848" y="12088"/>
                  <a:pt x="137706" y="14046"/>
                </a:cubicBezTo>
                <a:cubicBezTo>
                  <a:pt x="135564" y="16004"/>
                  <a:pt x="132994" y="16983"/>
                  <a:pt x="129994" y="16983"/>
                </a:cubicBezTo>
                <a:moveTo>
                  <a:pt x="136788" y="22308"/>
                </a:moveTo>
                <a:lnTo>
                  <a:pt x="127792" y="73534"/>
                </a:lnTo>
                <a:lnTo>
                  <a:pt x="112093" y="73534"/>
                </a:lnTo>
                <a:lnTo>
                  <a:pt x="121089" y="22308"/>
                </a:lnTo>
                <a:lnTo>
                  <a:pt x="136788" y="22308"/>
                </a:lnTo>
                <a:close/>
                <a:moveTo>
                  <a:pt x="179476" y="21757"/>
                </a:moveTo>
                <a:cubicBezTo>
                  <a:pt x="184617" y="21757"/>
                  <a:pt x="188657" y="23196"/>
                  <a:pt x="191595" y="26072"/>
                </a:cubicBezTo>
                <a:cubicBezTo>
                  <a:pt x="194533" y="28948"/>
                  <a:pt x="196002" y="32957"/>
                  <a:pt x="196002" y="38098"/>
                </a:cubicBezTo>
                <a:cubicBezTo>
                  <a:pt x="196002" y="39811"/>
                  <a:pt x="195818" y="41647"/>
                  <a:pt x="195450" y="43606"/>
                </a:cubicBezTo>
                <a:lnTo>
                  <a:pt x="190125" y="73534"/>
                </a:lnTo>
                <a:lnTo>
                  <a:pt x="174519" y="73534"/>
                </a:lnTo>
                <a:lnTo>
                  <a:pt x="179476" y="45718"/>
                </a:lnTo>
                <a:cubicBezTo>
                  <a:pt x="179660" y="44677"/>
                  <a:pt x="179752" y="43759"/>
                  <a:pt x="179752" y="42964"/>
                </a:cubicBezTo>
                <a:cubicBezTo>
                  <a:pt x="179752" y="40393"/>
                  <a:pt x="179033" y="38404"/>
                  <a:pt x="177595" y="36997"/>
                </a:cubicBezTo>
                <a:cubicBezTo>
                  <a:pt x="176157" y="35589"/>
                  <a:pt x="174152" y="34884"/>
                  <a:pt x="171581" y="34884"/>
                </a:cubicBezTo>
                <a:cubicBezTo>
                  <a:pt x="168521" y="34884"/>
                  <a:pt x="165951" y="35833"/>
                  <a:pt x="163870" y="37731"/>
                </a:cubicBezTo>
                <a:cubicBezTo>
                  <a:pt x="161789" y="39628"/>
                  <a:pt x="160443" y="42291"/>
                  <a:pt x="159830" y="45718"/>
                </a:cubicBezTo>
                <a:lnTo>
                  <a:pt x="159830" y="45259"/>
                </a:lnTo>
                <a:lnTo>
                  <a:pt x="154874" y="73534"/>
                </a:lnTo>
                <a:lnTo>
                  <a:pt x="139175" y="73534"/>
                </a:lnTo>
                <a:lnTo>
                  <a:pt x="148171" y="22308"/>
                </a:lnTo>
                <a:lnTo>
                  <a:pt x="163870" y="22308"/>
                </a:lnTo>
                <a:lnTo>
                  <a:pt x="162677" y="29193"/>
                </a:lnTo>
                <a:cubicBezTo>
                  <a:pt x="164696" y="26928"/>
                  <a:pt x="167160" y="25123"/>
                  <a:pt x="170067" y="23777"/>
                </a:cubicBezTo>
                <a:cubicBezTo>
                  <a:pt x="172974" y="22431"/>
                  <a:pt x="176111" y="21757"/>
                  <a:pt x="179476" y="21757"/>
                </a:cubicBezTo>
                <a:close/>
                <a:moveTo>
                  <a:pt x="229692" y="21574"/>
                </a:moveTo>
                <a:cubicBezTo>
                  <a:pt x="233304" y="21574"/>
                  <a:pt x="236364" y="22308"/>
                  <a:pt x="238873" y="23777"/>
                </a:cubicBezTo>
                <a:cubicBezTo>
                  <a:pt x="241383" y="25245"/>
                  <a:pt x="243127" y="27173"/>
                  <a:pt x="244105" y="29560"/>
                </a:cubicBezTo>
                <a:lnTo>
                  <a:pt x="245391" y="22308"/>
                </a:lnTo>
                <a:lnTo>
                  <a:pt x="261089" y="22308"/>
                </a:lnTo>
                <a:lnTo>
                  <a:pt x="252093" y="73442"/>
                </a:lnTo>
                <a:cubicBezTo>
                  <a:pt x="251235" y="78155"/>
                  <a:pt x="249537" y="82424"/>
                  <a:pt x="246997" y="86249"/>
                </a:cubicBezTo>
                <a:cubicBezTo>
                  <a:pt x="244457" y="90074"/>
                  <a:pt x="241061" y="93119"/>
                  <a:pt x="236807" y="95383"/>
                </a:cubicBezTo>
                <a:cubicBezTo>
                  <a:pt x="232553" y="97647"/>
                  <a:pt x="227611" y="98780"/>
                  <a:pt x="221981" y="98780"/>
                </a:cubicBezTo>
                <a:cubicBezTo>
                  <a:pt x="214392" y="98780"/>
                  <a:pt x="208548" y="96989"/>
                  <a:pt x="204447" y="93409"/>
                </a:cubicBezTo>
                <a:cubicBezTo>
                  <a:pt x="200346" y="89829"/>
                  <a:pt x="198510" y="84979"/>
                  <a:pt x="198939" y="78859"/>
                </a:cubicBezTo>
                <a:lnTo>
                  <a:pt x="214453" y="78859"/>
                </a:lnTo>
                <a:cubicBezTo>
                  <a:pt x="214637" y="80817"/>
                  <a:pt x="215540" y="82362"/>
                  <a:pt x="217161" y="83494"/>
                </a:cubicBezTo>
                <a:cubicBezTo>
                  <a:pt x="218783" y="84627"/>
                  <a:pt x="220941" y="85193"/>
                  <a:pt x="223634" y="85193"/>
                </a:cubicBezTo>
                <a:cubicBezTo>
                  <a:pt x="226877" y="85193"/>
                  <a:pt x="229631" y="84260"/>
                  <a:pt x="231896" y="82393"/>
                </a:cubicBezTo>
                <a:cubicBezTo>
                  <a:pt x="234160" y="80526"/>
                  <a:pt x="235660" y="77542"/>
                  <a:pt x="236394" y="73442"/>
                </a:cubicBezTo>
                <a:lnTo>
                  <a:pt x="237680" y="66190"/>
                </a:lnTo>
                <a:cubicBezTo>
                  <a:pt x="235721" y="68577"/>
                  <a:pt x="233258" y="70520"/>
                  <a:pt x="230289" y="72020"/>
                </a:cubicBezTo>
                <a:cubicBezTo>
                  <a:pt x="227321" y="73519"/>
                  <a:pt x="224032" y="74268"/>
                  <a:pt x="220420" y="74268"/>
                </a:cubicBezTo>
                <a:cubicBezTo>
                  <a:pt x="216809" y="74268"/>
                  <a:pt x="213611" y="73442"/>
                  <a:pt x="210826" y="71790"/>
                </a:cubicBezTo>
                <a:cubicBezTo>
                  <a:pt x="208042" y="70137"/>
                  <a:pt x="205870" y="67781"/>
                  <a:pt x="204308" y="64722"/>
                </a:cubicBezTo>
                <a:cubicBezTo>
                  <a:pt x="202748" y="61661"/>
                  <a:pt x="201968" y="58081"/>
                  <a:pt x="201968" y="53980"/>
                </a:cubicBezTo>
                <a:cubicBezTo>
                  <a:pt x="201968" y="52083"/>
                  <a:pt x="202151" y="50032"/>
                  <a:pt x="202518" y="47829"/>
                </a:cubicBezTo>
                <a:cubicBezTo>
                  <a:pt x="203437" y="42566"/>
                  <a:pt x="205243" y="37945"/>
                  <a:pt x="207935" y="33967"/>
                </a:cubicBezTo>
                <a:cubicBezTo>
                  <a:pt x="210628" y="29989"/>
                  <a:pt x="213872" y="26929"/>
                  <a:pt x="217666" y="24787"/>
                </a:cubicBezTo>
                <a:cubicBezTo>
                  <a:pt x="221461" y="22645"/>
                  <a:pt x="225469" y="21574"/>
                  <a:pt x="229692" y="21574"/>
                </a:cubicBezTo>
                <a:moveTo>
                  <a:pt x="240893" y="47920"/>
                </a:moveTo>
                <a:cubicBezTo>
                  <a:pt x="241076" y="46819"/>
                  <a:pt x="241168" y="45810"/>
                  <a:pt x="241168" y="44892"/>
                </a:cubicBezTo>
                <a:cubicBezTo>
                  <a:pt x="241168" y="41893"/>
                  <a:pt x="240296" y="39537"/>
                  <a:pt x="238551" y="37823"/>
                </a:cubicBezTo>
                <a:cubicBezTo>
                  <a:pt x="236808" y="36109"/>
                  <a:pt x="234589" y="35251"/>
                  <a:pt x="231896" y="35251"/>
                </a:cubicBezTo>
                <a:cubicBezTo>
                  <a:pt x="228775" y="35251"/>
                  <a:pt x="225929" y="36369"/>
                  <a:pt x="223358" y="38604"/>
                </a:cubicBezTo>
                <a:cubicBezTo>
                  <a:pt x="220788" y="40837"/>
                  <a:pt x="219166" y="43913"/>
                  <a:pt x="218493" y="47829"/>
                </a:cubicBezTo>
                <a:cubicBezTo>
                  <a:pt x="218309" y="48931"/>
                  <a:pt x="218217" y="49941"/>
                  <a:pt x="218217" y="50859"/>
                </a:cubicBezTo>
                <a:cubicBezTo>
                  <a:pt x="218217" y="53858"/>
                  <a:pt x="219089" y="56229"/>
                  <a:pt x="220834" y="57974"/>
                </a:cubicBezTo>
                <a:cubicBezTo>
                  <a:pt x="222578" y="59717"/>
                  <a:pt x="224766" y="60589"/>
                  <a:pt x="227398" y="60589"/>
                </a:cubicBezTo>
                <a:cubicBezTo>
                  <a:pt x="230519" y="60589"/>
                  <a:pt x="233364" y="59457"/>
                  <a:pt x="235934" y="57194"/>
                </a:cubicBezTo>
                <a:cubicBezTo>
                  <a:pt x="238505" y="54929"/>
                  <a:pt x="240158" y="51838"/>
                  <a:pt x="240893" y="47920"/>
                </a:cubicBezTo>
                <a:close/>
                <a:moveTo>
                  <a:pt x="312316" y="5599"/>
                </a:moveTo>
                <a:lnTo>
                  <a:pt x="300290" y="73534"/>
                </a:lnTo>
                <a:lnTo>
                  <a:pt x="284591" y="73534"/>
                </a:lnTo>
                <a:lnTo>
                  <a:pt x="296617" y="5599"/>
                </a:lnTo>
                <a:lnTo>
                  <a:pt x="312316" y="5599"/>
                </a:lnTo>
                <a:close/>
                <a:moveTo>
                  <a:pt x="313142" y="47829"/>
                </a:moveTo>
                <a:cubicBezTo>
                  <a:pt x="314061" y="42566"/>
                  <a:pt x="315866" y="37945"/>
                  <a:pt x="318559" y="33967"/>
                </a:cubicBezTo>
                <a:cubicBezTo>
                  <a:pt x="321252" y="29989"/>
                  <a:pt x="324496" y="26929"/>
                  <a:pt x="328290" y="24787"/>
                </a:cubicBezTo>
                <a:cubicBezTo>
                  <a:pt x="332084" y="22645"/>
                  <a:pt x="336093" y="21574"/>
                  <a:pt x="340316" y="21574"/>
                </a:cubicBezTo>
                <a:cubicBezTo>
                  <a:pt x="343927" y="21574"/>
                  <a:pt x="346957" y="22308"/>
                  <a:pt x="349404" y="23777"/>
                </a:cubicBezTo>
                <a:cubicBezTo>
                  <a:pt x="351853" y="25245"/>
                  <a:pt x="353628" y="27173"/>
                  <a:pt x="354729" y="29560"/>
                </a:cubicBezTo>
                <a:lnTo>
                  <a:pt x="356015" y="22308"/>
                </a:lnTo>
                <a:lnTo>
                  <a:pt x="371712" y="22308"/>
                </a:lnTo>
                <a:lnTo>
                  <a:pt x="362624" y="73534"/>
                </a:lnTo>
                <a:lnTo>
                  <a:pt x="346926" y="73534"/>
                </a:lnTo>
                <a:lnTo>
                  <a:pt x="348303" y="66282"/>
                </a:lnTo>
                <a:cubicBezTo>
                  <a:pt x="346345" y="68669"/>
                  <a:pt x="343866" y="70597"/>
                  <a:pt x="340866" y="72066"/>
                </a:cubicBezTo>
                <a:cubicBezTo>
                  <a:pt x="337868" y="73534"/>
                  <a:pt x="334563" y="74268"/>
                  <a:pt x="330951" y="74268"/>
                </a:cubicBezTo>
                <a:cubicBezTo>
                  <a:pt x="327341" y="74268"/>
                  <a:pt x="324144" y="73442"/>
                  <a:pt x="321359" y="71790"/>
                </a:cubicBezTo>
                <a:cubicBezTo>
                  <a:pt x="318574" y="70137"/>
                  <a:pt x="316416" y="67796"/>
                  <a:pt x="314886" y="64766"/>
                </a:cubicBezTo>
                <a:cubicBezTo>
                  <a:pt x="313356" y="61737"/>
                  <a:pt x="312591" y="58172"/>
                  <a:pt x="312591" y="54071"/>
                </a:cubicBezTo>
                <a:cubicBezTo>
                  <a:pt x="312591" y="52113"/>
                  <a:pt x="312775" y="50032"/>
                  <a:pt x="313142" y="47829"/>
                </a:cubicBezTo>
                <a:moveTo>
                  <a:pt x="351517" y="47920"/>
                </a:moveTo>
                <a:cubicBezTo>
                  <a:pt x="351700" y="46819"/>
                  <a:pt x="351791" y="45810"/>
                  <a:pt x="351791" y="44892"/>
                </a:cubicBezTo>
                <a:cubicBezTo>
                  <a:pt x="351791" y="41893"/>
                  <a:pt x="350919" y="39537"/>
                  <a:pt x="349175" y="37823"/>
                </a:cubicBezTo>
                <a:cubicBezTo>
                  <a:pt x="347431" y="36109"/>
                  <a:pt x="345213" y="35251"/>
                  <a:pt x="342519" y="35251"/>
                </a:cubicBezTo>
                <a:cubicBezTo>
                  <a:pt x="339398" y="35251"/>
                  <a:pt x="336552" y="36369"/>
                  <a:pt x="333981" y="38604"/>
                </a:cubicBezTo>
                <a:cubicBezTo>
                  <a:pt x="331411" y="40837"/>
                  <a:pt x="329790" y="43913"/>
                  <a:pt x="329116" y="47829"/>
                </a:cubicBezTo>
                <a:cubicBezTo>
                  <a:pt x="328932" y="48931"/>
                  <a:pt x="328840" y="49941"/>
                  <a:pt x="328840" y="50859"/>
                </a:cubicBezTo>
                <a:cubicBezTo>
                  <a:pt x="328840" y="53858"/>
                  <a:pt x="329713" y="56229"/>
                  <a:pt x="331457" y="57974"/>
                </a:cubicBezTo>
                <a:cubicBezTo>
                  <a:pt x="333202" y="59717"/>
                  <a:pt x="335390" y="60589"/>
                  <a:pt x="338021" y="60589"/>
                </a:cubicBezTo>
                <a:cubicBezTo>
                  <a:pt x="341142" y="60589"/>
                  <a:pt x="343988" y="59457"/>
                  <a:pt x="346558" y="57194"/>
                </a:cubicBezTo>
                <a:cubicBezTo>
                  <a:pt x="349129" y="54929"/>
                  <a:pt x="350782" y="51838"/>
                  <a:pt x="351517" y="47920"/>
                </a:cubicBezTo>
                <a:close/>
                <a:moveTo>
                  <a:pt x="448553" y="21757"/>
                </a:moveTo>
                <a:cubicBezTo>
                  <a:pt x="454061" y="21757"/>
                  <a:pt x="458360" y="23211"/>
                  <a:pt x="461450" y="26118"/>
                </a:cubicBezTo>
                <a:cubicBezTo>
                  <a:pt x="464541" y="29025"/>
                  <a:pt x="466087" y="33080"/>
                  <a:pt x="466087" y="38281"/>
                </a:cubicBezTo>
                <a:cubicBezTo>
                  <a:pt x="466087" y="39873"/>
                  <a:pt x="465903" y="41647"/>
                  <a:pt x="465536" y="43606"/>
                </a:cubicBezTo>
                <a:lnTo>
                  <a:pt x="460212" y="73534"/>
                </a:lnTo>
                <a:lnTo>
                  <a:pt x="444605" y="73534"/>
                </a:lnTo>
                <a:lnTo>
                  <a:pt x="449563" y="45718"/>
                </a:lnTo>
                <a:cubicBezTo>
                  <a:pt x="449685" y="45106"/>
                  <a:pt x="449746" y="44279"/>
                  <a:pt x="449746" y="43239"/>
                </a:cubicBezTo>
                <a:cubicBezTo>
                  <a:pt x="449746" y="40669"/>
                  <a:pt x="449027" y="38710"/>
                  <a:pt x="447589" y="37364"/>
                </a:cubicBezTo>
                <a:cubicBezTo>
                  <a:pt x="446151" y="36017"/>
                  <a:pt x="444146" y="35344"/>
                  <a:pt x="441575" y="35344"/>
                </a:cubicBezTo>
                <a:cubicBezTo>
                  <a:pt x="438516" y="35344"/>
                  <a:pt x="435945" y="36247"/>
                  <a:pt x="433864" y="38053"/>
                </a:cubicBezTo>
                <a:cubicBezTo>
                  <a:pt x="431783" y="39858"/>
                  <a:pt x="430467" y="42413"/>
                  <a:pt x="429916" y="45718"/>
                </a:cubicBezTo>
                <a:lnTo>
                  <a:pt x="424959" y="73534"/>
                </a:lnTo>
                <a:lnTo>
                  <a:pt x="409352" y="73534"/>
                </a:lnTo>
                <a:lnTo>
                  <a:pt x="414310" y="45718"/>
                </a:lnTo>
                <a:cubicBezTo>
                  <a:pt x="414432" y="45106"/>
                  <a:pt x="414493" y="44279"/>
                  <a:pt x="414493" y="43239"/>
                </a:cubicBezTo>
                <a:cubicBezTo>
                  <a:pt x="414493" y="40669"/>
                  <a:pt x="413774" y="38710"/>
                  <a:pt x="412336" y="37364"/>
                </a:cubicBezTo>
                <a:cubicBezTo>
                  <a:pt x="410898" y="36017"/>
                  <a:pt x="408894" y="35344"/>
                  <a:pt x="406324" y="35344"/>
                </a:cubicBezTo>
                <a:cubicBezTo>
                  <a:pt x="403263" y="35344"/>
                  <a:pt x="400693" y="36247"/>
                  <a:pt x="398611" y="38053"/>
                </a:cubicBezTo>
                <a:cubicBezTo>
                  <a:pt x="396530" y="39858"/>
                  <a:pt x="395214" y="42413"/>
                  <a:pt x="394663" y="45718"/>
                </a:cubicBezTo>
                <a:lnTo>
                  <a:pt x="394663" y="45259"/>
                </a:lnTo>
                <a:lnTo>
                  <a:pt x="389707" y="73534"/>
                </a:lnTo>
                <a:lnTo>
                  <a:pt x="374008" y="73534"/>
                </a:lnTo>
                <a:lnTo>
                  <a:pt x="383004" y="22308"/>
                </a:lnTo>
                <a:lnTo>
                  <a:pt x="398703" y="22308"/>
                </a:lnTo>
                <a:lnTo>
                  <a:pt x="397602" y="28826"/>
                </a:lnTo>
                <a:cubicBezTo>
                  <a:pt x="399561" y="26623"/>
                  <a:pt x="401932" y="24894"/>
                  <a:pt x="404717" y="23640"/>
                </a:cubicBezTo>
                <a:cubicBezTo>
                  <a:pt x="407502" y="22385"/>
                  <a:pt x="410516" y="21757"/>
                  <a:pt x="413759" y="21757"/>
                </a:cubicBezTo>
                <a:cubicBezTo>
                  <a:pt x="417676" y="21757"/>
                  <a:pt x="420996" y="22584"/>
                  <a:pt x="423719" y="24237"/>
                </a:cubicBezTo>
                <a:cubicBezTo>
                  <a:pt x="426443" y="25889"/>
                  <a:pt x="428387" y="28275"/>
                  <a:pt x="429549" y="31396"/>
                </a:cubicBezTo>
                <a:cubicBezTo>
                  <a:pt x="431814" y="28520"/>
                  <a:pt x="434629" y="26195"/>
                  <a:pt x="437995" y="24420"/>
                </a:cubicBezTo>
                <a:cubicBezTo>
                  <a:pt x="441361" y="22645"/>
                  <a:pt x="444881" y="21757"/>
                  <a:pt x="448553" y="21757"/>
                </a:cubicBezTo>
                <a:close/>
                <a:moveTo>
                  <a:pt x="494638" y="29560"/>
                </a:moveTo>
                <a:cubicBezTo>
                  <a:pt x="496597" y="27173"/>
                  <a:pt x="499075" y="25245"/>
                  <a:pt x="502074" y="23777"/>
                </a:cubicBezTo>
                <a:cubicBezTo>
                  <a:pt x="505073" y="22308"/>
                  <a:pt x="508347" y="21574"/>
                  <a:pt x="511896" y="21574"/>
                </a:cubicBezTo>
                <a:cubicBezTo>
                  <a:pt x="517405" y="21574"/>
                  <a:pt x="521858" y="23364"/>
                  <a:pt x="525254" y="26945"/>
                </a:cubicBezTo>
                <a:cubicBezTo>
                  <a:pt x="528651" y="30524"/>
                  <a:pt x="530349" y="35405"/>
                  <a:pt x="530349" y="41586"/>
                </a:cubicBezTo>
                <a:cubicBezTo>
                  <a:pt x="530349" y="43545"/>
                  <a:pt x="530166" y="45626"/>
                  <a:pt x="529799" y="47829"/>
                </a:cubicBezTo>
                <a:cubicBezTo>
                  <a:pt x="528881" y="53093"/>
                  <a:pt x="527075" y="57729"/>
                  <a:pt x="524382" y="61738"/>
                </a:cubicBezTo>
                <a:cubicBezTo>
                  <a:pt x="521689" y="65746"/>
                  <a:pt x="518446" y="68837"/>
                  <a:pt x="514650" y="71010"/>
                </a:cubicBezTo>
                <a:cubicBezTo>
                  <a:pt x="510856" y="73182"/>
                  <a:pt x="506847" y="74268"/>
                  <a:pt x="502624" y="74268"/>
                </a:cubicBezTo>
                <a:cubicBezTo>
                  <a:pt x="499014" y="74268"/>
                  <a:pt x="495985" y="73549"/>
                  <a:pt x="493536" y="72111"/>
                </a:cubicBezTo>
                <a:cubicBezTo>
                  <a:pt x="491088" y="70673"/>
                  <a:pt x="489313" y="68760"/>
                  <a:pt x="488211" y="66373"/>
                </a:cubicBezTo>
                <a:lnTo>
                  <a:pt x="486927" y="73534"/>
                </a:lnTo>
                <a:lnTo>
                  <a:pt x="471228" y="73534"/>
                </a:lnTo>
                <a:lnTo>
                  <a:pt x="483254" y="5599"/>
                </a:lnTo>
                <a:lnTo>
                  <a:pt x="498953" y="5599"/>
                </a:lnTo>
                <a:lnTo>
                  <a:pt x="494638" y="29560"/>
                </a:lnTo>
                <a:moveTo>
                  <a:pt x="513916" y="47829"/>
                </a:moveTo>
                <a:cubicBezTo>
                  <a:pt x="514100" y="46789"/>
                  <a:pt x="514192" y="45840"/>
                  <a:pt x="514192" y="44983"/>
                </a:cubicBezTo>
                <a:cubicBezTo>
                  <a:pt x="514192" y="41923"/>
                  <a:pt x="513320" y="39537"/>
                  <a:pt x="511576" y="37823"/>
                </a:cubicBezTo>
                <a:cubicBezTo>
                  <a:pt x="509831" y="36109"/>
                  <a:pt x="507613" y="35251"/>
                  <a:pt x="504920" y="35251"/>
                </a:cubicBezTo>
                <a:cubicBezTo>
                  <a:pt x="501798" y="35251"/>
                  <a:pt x="498952" y="36384"/>
                  <a:pt x="496381" y="38648"/>
                </a:cubicBezTo>
                <a:cubicBezTo>
                  <a:pt x="493811" y="40913"/>
                  <a:pt x="492159" y="44004"/>
                  <a:pt x="491425" y="47920"/>
                </a:cubicBezTo>
                <a:cubicBezTo>
                  <a:pt x="491241" y="49022"/>
                  <a:pt x="491149" y="50032"/>
                  <a:pt x="491149" y="50950"/>
                </a:cubicBezTo>
                <a:cubicBezTo>
                  <a:pt x="491149" y="53949"/>
                  <a:pt x="492006" y="56305"/>
                  <a:pt x="493719" y="58019"/>
                </a:cubicBezTo>
                <a:cubicBezTo>
                  <a:pt x="495433" y="59732"/>
                  <a:pt x="497637" y="60589"/>
                  <a:pt x="500330" y="60589"/>
                </a:cubicBezTo>
                <a:cubicBezTo>
                  <a:pt x="503451" y="60589"/>
                  <a:pt x="506312" y="59442"/>
                  <a:pt x="508913" y="57147"/>
                </a:cubicBezTo>
                <a:cubicBezTo>
                  <a:pt x="511514" y="54852"/>
                  <a:pt x="513182" y="51746"/>
                  <a:pt x="513916" y="47829"/>
                </a:cubicBezTo>
                <a:close/>
                <a:moveTo>
                  <a:pt x="535030" y="47829"/>
                </a:moveTo>
                <a:cubicBezTo>
                  <a:pt x="535949" y="42566"/>
                  <a:pt x="537754" y="37945"/>
                  <a:pt x="540447" y="33967"/>
                </a:cubicBezTo>
                <a:cubicBezTo>
                  <a:pt x="543140" y="29989"/>
                  <a:pt x="546384" y="26929"/>
                  <a:pt x="550178" y="24787"/>
                </a:cubicBezTo>
                <a:cubicBezTo>
                  <a:pt x="553973" y="22645"/>
                  <a:pt x="557981" y="21574"/>
                  <a:pt x="562204" y="21574"/>
                </a:cubicBezTo>
                <a:cubicBezTo>
                  <a:pt x="565571" y="21574"/>
                  <a:pt x="568524" y="22278"/>
                  <a:pt x="571063" y="23685"/>
                </a:cubicBezTo>
                <a:cubicBezTo>
                  <a:pt x="573603" y="25092"/>
                  <a:pt x="575454" y="26989"/>
                  <a:pt x="576617" y="29376"/>
                </a:cubicBezTo>
                <a:lnTo>
                  <a:pt x="580841" y="5599"/>
                </a:lnTo>
                <a:lnTo>
                  <a:pt x="596539" y="5599"/>
                </a:lnTo>
                <a:lnTo>
                  <a:pt x="584512" y="73534"/>
                </a:lnTo>
                <a:lnTo>
                  <a:pt x="568815" y="73534"/>
                </a:lnTo>
                <a:lnTo>
                  <a:pt x="570099" y="66190"/>
                </a:lnTo>
                <a:cubicBezTo>
                  <a:pt x="568141" y="68638"/>
                  <a:pt x="565693" y="70597"/>
                  <a:pt x="562755" y="72066"/>
                </a:cubicBezTo>
                <a:cubicBezTo>
                  <a:pt x="559818" y="73534"/>
                  <a:pt x="556544" y="74268"/>
                  <a:pt x="552932" y="74268"/>
                </a:cubicBezTo>
                <a:cubicBezTo>
                  <a:pt x="549321" y="74268"/>
                  <a:pt x="546123" y="73442"/>
                  <a:pt x="543338" y="71790"/>
                </a:cubicBezTo>
                <a:cubicBezTo>
                  <a:pt x="540554" y="70137"/>
                  <a:pt x="538382" y="67781"/>
                  <a:pt x="536820" y="64722"/>
                </a:cubicBezTo>
                <a:cubicBezTo>
                  <a:pt x="535260" y="61661"/>
                  <a:pt x="534479" y="58081"/>
                  <a:pt x="534479" y="53980"/>
                </a:cubicBezTo>
                <a:cubicBezTo>
                  <a:pt x="534479" y="52083"/>
                  <a:pt x="534663" y="50032"/>
                  <a:pt x="535030" y="47829"/>
                </a:cubicBezTo>
                <a:moveTo>
                  <a:pt x="573405" y="47920"/>
                </a:moveTo>
                <a:cubicBezTo>
                  <a:pt x="573588" y="46819"/>
                  <a:pt x="573680" y="45810"/>
                  <a:pt x="573680" y="44892"/>
                </a:cubicBezTo>
                <a:cubicBezTo>
                  <a:pt x="573680" y="41893"/>
                  <a:pt x="572807" y="39537"/>
                  <a:pt x="571063" y="37823"/>
                </a:cubicBezTo>
                <a:cubicBezTo>
                  <a:pt x="569319" y="36109"/>
                  <a:pt x="567101" y="35251"/>
                  <a:pt x="564408" y="35251"/>
                </a:cubicBezTo>
                <a:cubicBezTo>
                  <a:pt x="561287" y="35251"/>
                  <a:pt x="558441" y="36369"/>
                  <a:pt x="555870" y="38604"/>
                </a:cubicBezTo>
                <a:cubicBezTo>
                  <a:pt x="553300" y="40837"/>
                  <a:pt x="551678" y="43913"/>
                  <a:pt x="551005" y="47829"/>
                </a:cubicBezTo>
                <a:cubicBezTo>
                  <a:pt x="550821" y="48931"/>
                  <a:pt x="550729" y="49941"/>
                  <a:pt x="550729" y="50859"/>
                </a:cubicBezTo>
                <a:cubicBezTo>
                  <a:pt x="550729" y="53858"/>
                  <a:pt x="551601" y="56229"/>
                  <a:pt x="553345" y="57974"/>
                </a:cubicBezTo>
                <a:cubicBezTo>
                  <a:pt x="555090" y="59717"/>
                  <a:pt x="557278" y="60589"/>
                  <a:pt x="559910" y="60589"/>
                </a:cubicBezTo>
                <a:cubicBezTo>
                  <a:pt x="563031" y="60589"/>
                  <a:pt x="565876" y="59457"/>
                  <a:pt x="568446" y="57194"/>
                </a:cubicBezTo>
                <a:cubicBezTo>
                  <a:pt x="571017" y="54929"/>
                  <a:pt x="572670" y="51838"/>
                  <a:pt x="573405" y="47920"/>
                </a:cubicBezTo>
                <a:close/>
                <a:moveTo>
                  <a:pt x="613798" y="16983"/>
                </a:moveTo>
                <a:cubicBezTo>
                  <a:pt x="611351" y="16983"/>
                  <a:pt x="609408" y="16326"/>
                  <a:pt x="607970" y="15010"/>
                </a:cubicBezTo>
                <a:cubicBezTo>
                  <a:pt x="606531" y="13694"/>
                  <a:pt x="605812" y="12026"/>
                  <a:pt x="605812" y="10006"/>
                </a:cubicBezTo>
                <a:cubicBezTo>
                  <a:pt x="605812" y="7252"/>
                  <a:pt x="606883" y="4896"/>
                  <a:pt x="609024" y="2938"/>
                </a:cubicBezTo>
                <a:cubicBezTo>
                  <a:pt x="611167" y="979"/>
                  <a:pt x="613768" y="0"/>
                  <a:pt x="616828" y="0"/>
                </a:cubicBezTo>
                <a:cubicBezTo>
                  <a:pt x="619277" y="0"/>
                  <a:pt x="621205" y="658"/>
                  <a:pt x="622612" y="1974"/>
                </a:cubicBezTo>
                <a:cubicBezTo>
                  <a:pt x="624020" y="3290"/>
                  <a:pt x="624723" y="4988"/>
                  <a:pt x="624723" y="7068"/>
                </a:cubicBezTo>
                <a:cubicBezTo>
                  <a:pt x="624723" y="9762"/>
                  <a:pt x="623652" y="12088"/>
                  <a:pt x="621510" y="14046"/>
                </a:cubicBezTo>
                <a:cubicBezTo>
                  <a:pt x="619368" y="16004"/>
                  <a:pt x="616798" y="16983"/>
                  <a:pt x="613798" y="16983"/>
                </a:cubicBezTo>
                <a:moveTo>
                  <a:pt x="620592" y="22308"/>
                </a:moveTo>
                <a:lnTo>
                  <a:pt x="611596" y="73534"/>
                </a:lnTo>
                <a:lnTo>
                  <a:pt x="595897" y="73534"/>
                </a:lnTo>
                <a:lnTo>
                  <a:pt x="604893" y="22308"/>
                </a:lnTo>
                <a:lnTo>
                  <a:pt x="620592" y="22308"/>
                </a:lnTo>
                <a:close/>
                <a:moveTo>
                  <a:pt x="658782" y="14963"/>
                </a:moveTo>
                <a:cubicBezTo>
                  <a:pt x="655783" y="14779"/>
                  <a:pt x="653595" y="15208"/>
                  <a:pt x="652218" y="16249"/>
                </a:cubicBezTo>
                <a:cubicBezTo>
                  <a:pt x="650841" y="17290"/>
                  <a:pt x="649908" y="19156"/>
                  <a:pt x="649418" y="21848"/>
                </a:cubicBezTo>
                <a:lnTo>
                  <a:pt x="649327" y="22308"/>
                </a:lnTo>
                <a:lnTo>
                  <a:pt x="657772" y="22308"/>
                </a:lnTo>
                <a:lnTo>
                  <a:pt x="655478" y="35344"/>
                </a:lnTo>
                <a:lnTo>
                  <a:pt x="647031" y="35344"/>
                </a:lnTo>
                <a:lnTo>
                  <a:pt x="640329" y="73534"/>
                </a:lnTo>
                <a:lnTo>
                  <a:pt x="624539" y="73534"/>
                </a:lnTo>
                <a:lnTo>
                  <a:pt x="631241" y="35344"/>
                </a:lnTo>
                <a:lnTo>
                  <a:pt x="625549" y="35344"/>
                </a:lnTo>
                <a:lnTo>
                  <a:pt x="627844" y="22308"/>
                </a:lnTo>
                <a:lnTo>
                  <a:pt x="633537" y="22308"/>
                </a:lnTo>
                <a:lnTo>
                  <a:pt x="633811" y="20838"/>
                </a:lnTo>
                <a:cubicBezTo>
                  <a:pt x="634974" y="14535"/>
                  <a:pt x="637651" y="9746"/>
                  <a:pt x="641843" y="6472"/>
                </a:cubicBezTo>
                <a:cubicBezTo>
                  <a:pt x="646037" y="3198"/>
                  <a:pt x="651622" y="1561"/>
                  <a:pt x="658599" y="1561"/>
                </a:cubicBezTo>
                <a:cubicBezTo>
                  <a:pt x="659701" y="1561"/>
                  <a:pt x="660527" y="1591"/>
                  <a:pt x="661077" y="1652"/>
                </a:cubicBezTo>
                <a:lnTo>
                  <a:pt x="658782" y="149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Text yonan...">
            <a:extLst xmlns:a="http://schemas.openxmlformats.org/drawingml/2006/main">
              <a:ext uri="{FF2B5EF4-FFF2-40B4-BE49-F238E27FC236}">
                <a16:creationId xmlns:a16="http://schemas.microsoft.com/office/drawing/2014/main" id="{D45643B7-8376-4B8B-86D3-1B97102D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010" y="3991922"/>
            <a:ext cx="436983" cy="76288"/>
          </a:xfrm>
          <a:custGeom xmlns:a="http://schemas.openxmlformats.org/drawingml/2006/main">
            <a:pathLst>
              <a:path w="436983" h="76288">
                <a:moveTo>
                  <a:pt x="21665" y="734"/>
                </a:moveTo>
                <a:lnTo>
                  <a:pt x="27907" y="32773"/>
                </a:lnTo>
                <a:lnTo>
                  <a:pt x="45350" y="734"/>
                </a:lnTo>
                <a:lnTo>
                  <a:pt x="62333" y="734"/>
                </a:lnTo>
                <a:lnTo>
                  <a:pt x="16891" y="76288"/>
                </a:lnTo>
                <a:lnTo>
                  <a:pt x="0" y="76288"/>
                </a:lnTo>
                <a:lnTo>
                  <a:pt x="16340" y="50216"/>
                </a:lnTo>
                <a:lnTo>
                  <a:pt x="4222" y="734"/>
                </a:lnTo>
                <a:lnTo>
                  <a:pt x="21665" y="734"/>
                </a:lnTo>
                <a:close/>
                <a:moveTo>
                  <a:pt x="103554" y="52694"/>
                </a:moveTo>
                <a:cubicBezTo>
                  <a:pt x="99147" y="52694"/>
                  <a:pt x="95230" y="51807"/>
                  <a:pt x="91802" y="50033"/>
                </a:cubicBezTo>
                <a:cubicBezTo>
                  <a:pt x="88375" y="48257"/>
                  <a:pt x="85728" y="45748"/>
                  <a:pt x="83861" y="42505"/>
                </a:cubicBezTo>
                <a:cubicBezTo>
                  <a:pt x="81994" y="39261"/>
                  <a:pt x="81061" y="35497"/>
                  <a:pt x="81061" y="31213"/>
                </a:cubicBezTo>
                <a:cubicBezTo>
                  <a:pt x="81061" y="25399"/>
                  <a:pt x="82438" y="20104"/>
                  <a:pt x="85192" y="15330"/>
                </a:cubicBezTo>
                <a:cubicBezTo>
                  <a:pt x="87946" y="10557"/>
                  <a:pt x="91740" y="6808"/>
                  <a:pt x="96575" y="4085"/>
                </a:cubicBezTo>
                <a:cubicBezTo>
                  <a:pt x="101411" y="1362"/>
                  <a:pt x="106797" y="0"/>
                  <a:pt x="112733" y="0"/>
                </a:cubicBezTo>
                <a:cubicBezTo>
                  <a:pt x="117140" y="0"/>
                  <a:pt x="121072" y="903"/>
                  <a:pt x="124529" y="2708"/>
                </a:cubicBezTo>
                <a:cubicBezTo>
                  <a:pt x="127988" y="4513"/>
                  <a:pt x="130666" y="7038"/>
                  <a:pt x="132563" y="10282"/>
                </a:cubicBezTo>
                <a:cubicBezTo>
                  <a:pt x="134461" y="13525"/>
                  <a:pt x="135410" y="17289"/>
                  <a:pt x="135410" y="21574"/>
                </a:cubicBezTo>
                <a:cubicBezTo>
                  <a:pt x="135410" y="27449"/>
                  <a:pt x="134017" y="32758"/>
                  <a:pt x="131232" y="37501"/>
                </a:cubicBezTo>
                <a:cubicBezTo>
                  <a:pt x="128448" y="42244"/>
                  <a:pt x="124622" y="45962"/>
                  <a:pt x="119757" y="48656"/>
                </a:cubicBezTo>
                <a:cubicBezTo>
                  <a:pt x="114891" y="51348"/>
                  <a:pt x="109490" y="52694"/>
                  <a:pt x="103554" y="52694"/>
                </a:cubicBezTo>
                <a:moveTo>
                  <a:pt x="105756" y="39199"/>
                </a:moveTo>
                <a:cubicBezTo>
                  <a:pt x="108327" y="39199"/>
                  <a:pt x="110637" y="38419"/>
                  <a:pt x="112687" y="36858"/>
                </a:cubicBezTo>
                <a:cubicBezTo>
                  <a:pt x="114738" y="35298"/>
                  <a:pt x="116329" y="33278"/>
                  <a:pt x="117461" y="30800"/>
                </a:cubicBezTo>
                <a:cubicBezTo>
                  <a:pt x="118594" y="28321"/>
                  <a:pt x="119160" y="25735"/>
                  <a:pt x="119160" y="23042"/>
                </a:cubicBezTo>
                <a:cubicBezTo>
                  <a:pt x="119160" y="19982"/>
                  <a:pt x="118334" y="17625"/>
                  <a:pt x="116681" y="15973"/>
                </a:cubicBezTo>
                <a:cubicBezTo>
                  <a:pt x="115029" y="14320"/>
                  <a:pt x="112948" y="13494"/>
                  <a:pt x="110439" y="13494"/>
                </a:cubicBezTo>
                <a:cubicBezTo>
                  <a:pt x="107807" y="13494"/>
                  <a:pt x="105497" y="14275"/>
                  <a:pt x="103508" y="15836"/>
                </a:cubicBezTo>
                <a:cubicBezTo>
                  <a:pt x="101518" y="17397"/>
                  <a:pt x="99973" y="19432"/>
                  <a:pt x="98871" y="21941"/>
                </a:cubicBezTo>
                <a:cubicBezTo>
                  <a:pt x="97770" y="24450"/>
                  <a:pt x="97219" y="27082"/>
                  <a:pt x="97219" y="29836"/>
                </a:cubicBezTo>
                <a:cubicBezTo>
                  <a:pt x="97219" y="32835"/>
                  <a:pt x="98014" y="35145"/>
                  <a:pt x="99605" y="36767"/>
                </a:cubicBezTo>
                <a:cubicBezTo>
                  <a:pt x="101196" y="38388"/>
                  <a:pt x="103247" y="39199"/>
                  <a:pt x="105756" y="39199"/>
                </a:cubicBezTo>
                <a:close/>
                <a:moveTo>
                  <a:pt x="178924" y="184"/>
                </a:moveTo>
                <a:cubicBezTo>
                  <a:pt x="184065" y="184"/>
                  <a:pt x="188104" y="1622"/>
                  <a:pt x="191042" y="4498"/>
                </a:cubicBezTo>
                <a:cubicBezTo>
                  <a:pt x="193980" y="7374"/>
                  <a:pt x="195449" y="11383"/>
                  <a:pt x="195449" y="16524"/>
                </a:cubicBezTo>
                <a:cubicBezTo>
                  <a:pt x="195449" y="18238"/>
                  <a:pt x="195265" y="20074"/>
                  <a:pt x="194897" y="22032"/>
                </a:cubicBezTo>
                <a:lnTo>
                  <a:pt x="189573" y="51960"/>
                </a:lnTo>
                <a:lnTo>
                  <a:pt x="173966" y="51960"/>
                </a:lnTo>
                <a:lnTo>
                  <a:pt x="178924" y="24144"/>
                </a:lnTo>
                <a:cubicBezTo>
                  <a:pt x="179108" y="23103"/>
                  <a:pt x="179200" y="22185"/>
                  <a:pt x="179200" y="21390"/>
                </a:cubicBezTo>
                <a:cubicBezTo>
                  <a:pt x="179200" y="18819"/>
                  <a:pt x="178481" y="16830"/>
                  <a:pt x="177042" y="15423"/>
                </a:cubicBezTo>
                <a:cubicBezTo>
                  <a:pt x="175604" y="14015"/>
                  <a:pt x="173600" y="13310"/>
                  <a:pt x="171029" y="13310"/>
                </a:cubicBezTo>
                <a:cubicBezTo>
                  <a:pt x="167968" y="13310"/>
                  <a:pt x="165398" y="14259"/>
                  <a:pt x="163317" y="16157"/>
                </a:cubicBezTo>
                <a:cubicBezTo>
                  <a:pt x="161237" y="18055"/>
                  <a:pt x="159890" y="20717"/>
                  <a:pt x="159277" y="24144"/>
                </a:cubicBezTo>
                <a:lnTo>
                  <a:pt x="159277" y="23685"/>
                </a:lnTo>
                <a:lnTo>
                  <a:pt x="154321" y="51960"/>
                </a:lnTo>
                <a:lnTo>
                  <a:pt x="138622" y="51960"/>
                </a:lnTo>
                <a:lnTo>
                  <a:pt x="147618" y="734"/>
                </a:lnTo>
                <a:lnTo>
                  <a:pt x="163317" y="734"/>
                </a:lnTo>
                <a:lnTo>
                  <a:pt x="162124" y="7619"/>
                </a:lnTo>
                <a:cubicBezTo>
                  <a:pt x="164144" y="5354"/>
                  <a:pt x="166607" y="3549"/>
                  <a:pt x="169515" y="2203"/>
                </a:cubicBezTo>
                <a:cubicBezTo>
                  <a:pt x="172422" y="857"/>
                  <a:pt x="175558" y="184"/>
                  <a:pt x="178924" y="184"/>
                </a:cubicBezTo>
                <a:close/>
                <a:moveTo>
                  <a:pt x="223172" y="26255"/>
                </a:moveTo>
                <a:cubicBezTo>
                  <a:pt x="224091" y="20992"/>
                  <a:pt x="225897" y="16371"/>
                  <a:pt x="228589" y="12393"/>
                </a:cubicBezTo>
                <a:cubicBezTo>
                  <a:pt x="231283" y="8415"/>
                  <a:pt x="234526" y="5355"/>
                  <a:pt x="238321" y="3213"/>
                </a:cubicBezTo>
                <a:cubicBezTo>
                  <a:pt x="242115" y="1071"/>
                  <a:pt x="246124" y="0"/>
                  <a:pt x="250347" y="0"/>
                </a:cubicBezTo>
                <a:cubicBezTo>
                  <a:pt x="253958" y="0"/>
                  <a:pt x="256987" y="734"/>
                  <a:pt x="259435" y="2203"/>
                </a:cubicBezTo>
                <a:cubicBezTo>
                  <a:pt x="261884" y="3672"/>
                  <a:pt x="263659" y="5599"/>
                  <a:pt x="264760" y="7986"/>
                </a:cubicBezTo>
                <a:lnTo>
                  <a:pt x="266046" y="734"/>
                </a:lnTo>
                <a:lnTo>
                  <a:pt x="281743" y="734"/>
                </a:lnTo>
                <a:lnTo>
                  <a:pt x="272655" y="51960"/>
                </a:lnTo>
                <a:lnTo>
                  <a:pt x="256957" y="51960"/>
                </a:lnTo>
                <a:lnTo>
                  <a:pt x="258334" y="44708"/>
                </a:lnTo>
                <a:cubicBezTo>
                  <a:pt x="256376" y="47095"/>
                  <a:pt x="253897" y="49023"/>
                  <a:pt x="250897" y="50492"/>
                </a:cubicBezTo>
                <a:cubicBezTo>
                  <a:pt x="247898" y="51960"/>
                  <a:pt x="244594" y="52694"/>
                  <a:pt x="240982" y="52694"/>
                </a:cubicBezTo>
                <a:cubicBezTo>
                  <a:pt x="237372" y="52694"/>
                  <a:pt x="234174" y="51868"/>
                  <a:pt x="231389" y="50216"/>
                </a:cubicBezTo>
                <a:cubicBezTo>
                  <a:pt x="228605" y="48563"/>
                  <a:pt x="226447" y="46222"/>
                  <a:pt x="224916" y="43193"/>
                </a:cubicBezTo>
                <a:cubicBezTo>
                  <a:pt x="223387" y="40163"/>
                  <a:pt x="222622" y="36598"/>
                  <a:pt x="222622" y="32497"/>
                </a:cubicBezTo>
                <a:cubicBezTo>
                  <a:pt x="222622" y="30539"/>
                  <a:pt x="222805" y="28458"/>
                  <a:pt x="223172" y="26255"/>
                </a:cubicBezTo>
                <a:moveTo>
                  <a:pt x="261548" y="26346"/>
                </a:moveTo>
                <a:cubicBezTo>
                  <a:pt x="261731" y="25245"/>
                  <a:pt x="261822" y="24236"/>
                  <a:pt x="261822" y="23318"/>
                </a:cubicBezTo>
                <a:cubicBezTo>
                  <a:pt x="261822" y="20319"/>
                  <a:pt x="260950" y="17963"/>
                  <a:pt x="259205" y="16249"/>
                </a:cubicBezTo>
                <a:cubicBezTo>
                  <a:pt x="257462" y="14535"/>
                  <a:pt x="255243" y="13678"/>
                  <a:pt x="252550" y="13678"/>
                </a:cubicBezTo>
                <a:cubicBezTo>
                  <a:pt x="249429" y="13678"/>
                  <a:pt x="246583" y="14795"/>
                  <a:pt x="244012" y="17030"/>
                </a:cubicBezTo>
                <a:cubicBezTo>
                  <a:pt x="241442" y="19263"/>
                  <a:pt x="239820" y="22339"/>
                  <a:pt x="239147" y="26255"/>
                </a:cubicBezTo>
                <a:cubicBezTo>
                  <a:pt x="238963" y="27357"/>
                  <a:pt x="238871" y="28367"/>
                  <a:pt x="238871" y="29285"/>
                </a:cubicBezTo>
                <a:cubicBezTo>
                  <a:pt x="238871" y="32284"/>
                  <a:pt x="239743" y="34656"/>
                  <a:pt x="241488" y="36400"/>
                </a:cubicBezTo>
                <a:cubicBezTo>
                  <a:pt x="243232" y="38144"/>
                  <a:pt x="245420" y="39015"/>
                  <a:pt x="248052" y="39015"/>
                </a:cubicBezTo>
                <a:cubicBezTo>
                  <a:pt x="251173" y="39015"/>
                  <a:pt x="254019" y="37884"/>
                  <a:pt x="256589" y="35620"/>
                </a:cubicBezTo>
                <a:cubicBezTo>
                  <a:pt x="259160" y="33355"/>
                  <a:pt x="260813" y="30264"/>
                  <a:pt x="261548" y="26346"/>
                </a:cubicBezTo>
                <a:close/>
                <a:moveTo>
                  <a:pt x="324341" y="184"/>
                </a:moveTo>
                <a:cubicBezTo>
                  <a:pt x="329482" y="184"/>
                  <a:pt x="333521" y="1622"/>
                  <a:pt x="336459" y="4498"/>
                </a:cubicBezTo>
                <a:cubicBezTo>
                  <a:pt x="339397" y="7374"/>
                  <a:pt x="340866" y="11383"/>
                  <a:pt x="340866" y="16524"/>
                </a:cubicBezTo>
                <a:cubicBezTo>
                  <a:pt x="340866" y="18238"/>
                  <a:pt x="340682" y="20074"/>
                  <a:pt x="340314" y="22032"/>
                </a:cubicBezTo>
                <a:lnTo>
                  <a:pt x="334990" y="51960"/>
                </a:lnTo>
                <a:lnTo>
                  <a:pt x="319383" y="51960"/>
                </a:lnTo>
                <a:lnTo>
                  <a:pt x="324341" y="24144"/>
                </a:lnTo>
                <a:cubicBezTo>
                  <a:pt x="324525" y="23103"/>
                  <a:pt x="324617" y="22185"/>
                  <a:pt x="324617" y="21390"/>
                </a:cubicBezTo>
                <a:cubicBezTo>
                  <a:pt x="324617" y="18819"/>
                  <a:pt x="323898" y="16830"/>
                  <a:pt x="322459" y="15423"/>
                </a:cubicBezTo>
                <a:cubicBezTo>
                  <a:pt x="321021" y="14015"/>
                  <a:pt x="319017" y="13310"/>
                  <a:pt x="316446" y="13310"/>
                </a:cubicBezTo>
                <a:cubicBezTo>
                  <a:pt x="313386" y="13310"/>
                  <a:pt x="310815" y="14259"/>
                  <a:pt x="308734" y="16157"/>
                </a:cubicBezTo>
                <a:cubicBezTo>
                  <a:pt x="306654" y="18055"/>
                  <a:pt x="305307" y="20717"/>
                  <a:pt x="304694" y="24144"/>
                </a:cubicBezTo>
                <a:lnTo>
                  <a:pt x="304694" y="23685"/>
                </a:lnTo>
                <a:lnTo>
                  <a:pt x="299738" y="51960"/>
                </a:lnTo>
                <a:lnTo>
                  <a:pt x="284039" y="51960"/>
                </a:lnTo>
                <a:lnTo>
                  <a:pt x="293035" y="734"/>
                </a:lnTo>
                <a:lnTo>
                  <a:pt x="308734" y="734"/>
                </a:lnTo>
                <a:lnTo>
                  <a:pt x="307541" y="7619"/>
                </a:lnTo>
                <a:cubicBezTo>
                  <a:pt x="309561" y="5354"/>
                  <a:pt x="312024" y="3549"/>
                  <a:pt x="314932" y="2203"/>
                </a:cubicBezTo>
                <a:cubicBezTo>
                  <a:pt x="317839" y="857"/>
                  <a:pt x="320975" y="184"/>
                  <a:pt x="324341" y="184"/>
                </a:cubicBezTo>
                <a:close/>
                <a:moveTo>
                  <a:pt x="374373" y="52694"/>
                </a:moveTo>
                <a:cubicBezTo>
                  <a:pt x="371926" y="52694"/>
                  <a:pt x="369983" y="52036"/>
                  <a:pt x="368545" y="50721"/>
                </a:cubicBezTo>
                <a:cubicBezTo>
                  <a:pt x="367106" y="49405"/>
                  <a:pt x="366387" y="47737"/>
                  <a:pt x="366387" y="45718"/>
                </a:cubicBezTo>
                <a:cubicBezTo>
                  <a:pt x="366387" y="42903"/>
                  <a:pt x="367443" y="40516"/>
                  <a:pt x="369555" y="38557"/>
                </a:cubicBezTo>
                <a:cubicBezTo>
                  <a:pt x="371666" y="36599"/>
                  <a:pt x="374282" y="35620"/>
                  <a:pt x="377403" y="35620"/>
                </a:cubicBezTo>
                <a:cubicBezTo>
                  <a:pt x="379790" y="35620"/>
                  <a:pt x="381687" y="36278"/>
                  <a:pt x="383095" y="37594"/>
                </a:cubicBezTo>
                <a:cubicBezTo>
                  <a:pt x="384502" y="38909"/>
                  <a:pt x="385206" y="40608"/>
                  <a:pt x="385206" y="42688"/>
                </a:cubicBezTo>
                <a:cubicBezTo>
                  <a:pt x="385206" y="45442"/>
                  <a:pt x="384150" y="47798"/>
                  <a:pt x="382039" y="49757"/>
                </a:cubicBezTo>
                <a:cubicBezTo>
                  <a:pt x="379928" y="51715"/>
                  <a:pt x="377373" y="52694"/>
                  <a:pt x="374373" y="52694"/>
                </a:cubicBezTo>
                <a:close/>
                <a:moveTo>
                  <a:pt x="400263" y="52694"/>
                </a:moveTo>
                <a:cubicBezTo>
                  <a:pt x="397815" y="52694"/>
                  <a:pt x="395872" y="52036"/>
                  <a:pt x="394434" y="50721"/>
                </a:cubicBezTo>
                <a:cubicBezTo>
                  <a:pt x="392996" y="49405"/>
                  <a:pt x="392277" y="47737"/>
                  <a:pt x="392277" y="45718"/>
                </a:cubicBezTo>
                <a:cubicBezTo>
                  <a:pt x="392277" y="42903"/>
                  <a:pt x="393332" y="40516"/>
                  <a:pt x="395444" y="38557"/>
                </a:cubicBezTo>
                <a:cubicBezTo>
                  <a:pt x="397555" y="36599"/>
                  <a:pt x="400171" y="35620"/>
                  <a:pt x="403292" y="35620"/>
                </a:cubicBezTo>
                <a:cubicBezTo>
                  <a:pt x="405679" y="35620"/>
                  <a:pt x="407577" y="36278"/>
                  <a:pt x="408984" y="37594"/>
                </a:cubicBezTo>
                <a:cubicBezTo>
                  <a:pt x="410391" y="38909"/>
                  <a:pt x="411095" y="40608"/>
                  <a:pt x="411095" y="42688"/>
                </a:cubicBezTo>
                <a:cubicBezTo>
                  <a:pt x="411095" y="45442"/>
                  <a:pt x="410039" y="47798"/>
                  <a:pt x="407928" y="49757"/>
                </a:cubicBezTo>
                <a:cubicBezTo>
                  <a:pt x="405817" y="51715"/>
                  <a:pt x="403262" y="52694"/>
                  <a:pt x="400263" y="52694"/>
                </a:cubicBezTo>
                <a:close/>
                <a:moveTo>
                  <a:pt x="426150" y="52694"/>
                </a:moveTo>
                <a:cubicBezTo>
                  <a:pt x="423703" y="52694"/>
                  <a:pt x="421760" y="52036"/>
                  <a:pt x="420322" y="50721"/>
                </a:cubicBezTo>
                <a:cubicBezTo>
                  <a:pt x="418883" y="49405"/>
                  <a:pt x="418164" y="47737"/>
                  <a:pt x="418164" y="45718"/>
                </a:cubicBezTo>
                <a:cubicBezTo>
                  <a:pt x="418164" y="42903"/>
                  <a:pt x="419220" y="40516"/>
                  <a:pt x="421332" y="38557"/>
                </a:cubicBezTo>
                <a:cubicBezTo>
                  <a:pt x="423443" y="36599"/>
                  <a:pt x="426059" y="35620"/>
                  <a:pt x="429180" y="35620"/>
                </a:cubicBezTo>
                <a:cubicBezTo>
                  <a:pt x="431567" y="35620"/>
                  <a:pt x="433464" y="36278"/>
                  <a:pt x="434872" y="37594"/>
                </a:cubicBezTo>
                <a:cubicBezTo>
                  <a:pt x="436279" y="38909"/>
                  <a:pt x="436983" y="40608"/>
                  <a:pt x="436983" y="42688"/>
                </a:cubicBezTo>
                <a:cubicBezTo>
                  <a:pt x="436983" y="45442"/>
                  <a:pt x="435927" y="47798"/>
                  <a:pt x="433816" y="49757"/>
                </a:cubicBezTo>
                <a:cubicBezTo>
                  <a:pt x="431705" y="51715"/>
                  <a:pt x="429150" y="52694"/>
                  <a:pt x="426150" y="526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18FCB1-8B4B-4DF6-8607-6BCBFD2F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924" y="5171335"/>
            <a:ext cx="1504999" cy="500401"/>
          </a:xfrm>
          <a:custGeom xmlns:a="http://schemas.openxmlformats.org/drawingml/2006/main">
            <a:pathLst>
              <a:path w="1504999" h="500401">
                <a:moveTo>
                  <a:pt x="0" y="0"/>
                </a:moveTo>
                <a:lnTo>
                  <a:pt x="1504999" y="0"/>
                </a:lnTo>
                <a:lnTo>
                  <a:pt x="1504999" y="500401"/>
                </a:lnTo>
                <a:lnTo>
                  <a:pt x="0" y="5004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Text class:Handler">
            <a:extLst xmlns:a="http://schemas.openxmlformats.org/drawingml/2006/main">
              <a:ext uri="{FF2B5EF4-FFF2-40B4-BE49-F238E27FC236}">
                <a16:creationId xmlns:a16="http://schemas.microsoft.com/office/drawing/2014/main" id="{401AC52A-7FDE-4F12-B280-AC15B2B0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4" y="5357927"/>
            <a:ext cx="1140885" cy="101901"/>
          </a:xfrm>
          <a:custGeom xmlns:a="http://schemas.openxmlformats.org/drawingml/2006/main">
            <a:pathLst>
              <a:path w="1140885" h="101901">
                <a:moveTo>
                  <a:pt x="446651" y="46454"/>
                </a:moveTo>
                <a:lnTo>
                  <a:pt x="447097" y="46404"/>
                </a:lnTo>
                <a:lnTo>
                  <a:pt x="447535" y="46342"/>
                </a:lnTo>
                <a:lnTo>
                  <a:pt x="447966" y="46269"/>
                </a:lnTo>
                <a:lnTo>
                  <a:pt x="448389" y="46184"/>
                </a:lnTo>
                <a:lnTo>
                  <a:pt x="448804" y="46089"/>
                </a:lnTo>
                <a:lnTo>
                  <a:pt x="449211" y="45982"/>
                </a:lnTo>
                <a:lnTo>
                  <a:pt x="449610" y="45864"/>
                </a:lnTo>
                <a:lnTo>
                  <a:pt x="450001" y="45735"/>
                </a:lnTo>
                <a:lnTo>
                  <a:pt x="450384" y="45595"/>
                </a:lnTo>
                <a:lnTo>
                  <a:pt x="450759" y="45443"/>
                </a:lnTo>
                <a:lnTo>
                  <a:pt x="451127" y="45280"/>
                </a:lnTo>
                <a:lnTo>
                  <a:pt x="451487" y="45106"/>
                </a:lnTo>
                <a:lnTo>
                  <a:pt x="451838" y="44920"/>
                </a:lnTo>
                <a:lnTo>
                  <a:pt x="452182" y="44724"/>
                </a:lnTo>
                <a:lnTo>
                  <a:pt x="452518" y="44516"/>
                </a:lnTo>
                <a:lnTo>
                  <a:pt x="452846" y="44297"/>
                </a:lnTo>
                <a:lnTo>
                  <a:pt x="453167" y="44067"/>
                </a:lnTo>
                <a:lnTo>
                  <a:pt x="453479" y="43825"/>
                </a:lnTo>
                <a:lnTo>
                  <a:pt x="453783" y="43572"/>
                </a:lnTo>
                <a:lnTo>
                  <a:pt x="454080" y="43308"/>
                </a:lnTo>
                <a:lnTo>
                  <a:pt x="454366" y="43035"/>
                </a:lnTo>
                <a:lnTo>
                  <a:pt x="454641" y="42756"/>
                </a:lnTo>
                <a:lnTo>
                  <a:pt x="454903" y="42470"/>
                </a:lnTo>
                <a:lnTo>
                  <a:pt x="455153" y="42178"/>
                </a:lnTo>
                <a:lnTo>
                  <a:pt x="455391" y="41879"/>
                </a:lnTo>
                <a:lnTo>
                  <a:pt x="455617" y="41574"/>
                </a:lnTo>
                <a:lnTo>
                  <a:pt x="455830" y="41262"/>
                </a:lnTo>
                <a:lnTo>
                  <a:pt x="456032" y="40944"/>
                </a:lnTo>
                <a:lnTo>
                  <a:pt x="456221" y="40620"/>
                </a:lnTo>
                <a:lnTo>
                  <a:pt x="456398" y="40289"/>
                </a:lnTo>
                <a:lnTo>
                  <a:pt x="456562" y="39951"/>
                </a:lnTo>
                <a:lnTo>
                  <a:pt x="456715" y="39607"/>
                </a:lnTo>
                <a:lnTo>
                  <a:pt x="456855" y="39257"/>
                </a:lnTo>
                <a:lnTo>
                  <a:pt x="456983" y="38900"/>
                </a:lnTo>
                <a:lnTo>
                  <a:pt x="457099" y="38537"/>
                </a:lnTo>
                <a:lnTo>
                  <a:pt x="457203" y="38167"/>
                </a:lnTo>
                <a:lnTo>
                  <a:pt x="457294" y="37791"/>
                </a:lnTo>
                <a:lnTo>
                  <a:pt x="457373" y="37408"/>
                </a:lnTo>
                <a:lnTo>
                  <a:pt x="457441" y="37019"/>
                </a:lnTo>
                <a:lnTo>
                  <a:pt x="457495" y="36624"/>
                </a:lnTo>
                <a:lnTo>
                  <a:pt x="457538" y="36222"/>
                </a:lnTo>
                <a:lnTo>
                  <a:pt x="457569" y="35813"/>
                </a:lnTo>
                <a:lnTo>
                  <a:pt x="457587" y="35398"/>
                </a:lnTo>
                <a:lnTo>
                  <a:pt x="457593" y="34977"/>
                </a:lnTo>
                <a:lnTo>
                  <a:pt x="457587" y="34544"/>
                </a:lnTo>
                <a:lnTo>
                  <a:pt x="457569" y="34119"/>
                </a:lnTo>
                <a:lnTo>
                  <a:pt x="457538" y="33701"/>
                </a:lnTo>
                <a:lnTo>
                  <a:pt x="457495" y="33290"/>
                </a:lnTo>
                <a:lnTo>
                  <a:pt x="457441" y="32886"/>
                </a:lnTo>
                <a:lnTo>
                  <a:pt x="457373" y="32489"/>
                </a:lnTo>
                <a:lnTo>
                  <a:pt x="457294" y="32099"/>
                </a:lnTo>
                <a:lnTo>
                  <a:pt x="457203" y="31717"/>
                </a:lnTo>
                <a:lnTo>
                  <a:pt x="457099" y="31342"/>
                </a:lnTo>
                <a:lnTo>
                  <a:pt x="456983" y="30974"/>
                </a:lnTo>
                <a:lnTo>
                  <a:pt x="456855" y="30613"/>
                </a:lnTo>
                <a:lnTo>
                  <a:pt x="456715" y="30260"/>
                </a:lnTo>
                <a:lnTo>
                  <a:pt x="456562" y="29913"/>
                </a:lnTo>
                <a:lnTo>
                  <a:pt x="456398" y="29574"/>
                </a:lnTo>
                <a:lnTo>
                  <a:pt x="456221" y="29242"/>
                </a:lnTo>
                <a:lnTo>
                  <a:pt x="456032" y="28917"/>
                </a:lnTo>
                <a:lnTo>
                  <a:pt x="455830" y="28599"/>
                </a:lnTo>
                <a:lnTo>
                  <a:pt x="455617" y="28289"/>
                </a:lnTo>
                <a:lnTo>
                  <a:pt x="455391" y="27985"/>
                </a:lnTo>
                <a:lnTo>
                  <a:pt x="455153" y="27689"/>
                </a:lnTo>
                <a:lnTo>
                  <a:pt x="454903" y="27400"/>
                </a:lnTo>
                <a:lnTo>
                  <a:pt x="454641" y="27118"/>
                </a:lnTo>
                <a:lnTo>
                  <a:pt x="454366" y="26844"/>
                </a:lnTo>
                <a:lnTo>
                  <a:pt x="454080" y="26576"/>
                </a:lnTo>
                <a:lnTo>
                  <a:pt x="453783" y="26318"/>
                </a:lnTo>
                <a:lnTo>
                  <a:pt x="453479" y="26070"/>
                </a:lnTo>
                <a:lnTo>
                  <a:pt x="453167" y="25834"/>
                </a:lnTo>
                <a:lnTo>
                  <a:pt x="452846" y="25609"/>
                </a:lnTo>
                <a:lnTo>
                  <a:pt x="452518" y="25394"/>
                </a:lnTo>
                <a:lnTo>
                  <a:pt x="452182" y="25191"/>
                </a:lnTo>
                <a:lnTo>
                  <a:pt x="451838" y="24998"/>
                </a:lnTo>
                <a:lnTo>
                  <a:pt x="451487" y="24817"/>
                </a:lnTo>
                <a:lnTo>
                  <a:pt x="451127" y="24647"/>
                </a:lnTo>
                <a:lnTo>
                  <a:pt x="450759" y="24487"/>
                </a:lnTo>
                <a:lnTo>
                  <a:pt x="450384" y="24339"/>
                </a:lnTo>
                <a:lnTo>
                  <a:pt x="450001" y="24201"/>
                </a:lnTo>
                <a:lnTo>
                  <a:pt x="449610" y="24075"/>
                </a:lnTo>
                <a:lnTo>
                  <a:pt x="449211" y="23959"/>
                </a:lnTo>
                <a:lnTo>
                  <a:pt x="448804" y="23855"/>
                </a:lnTo>
                <a:lnTo>
                  <a:pt x="448389" y="23761"/>
                </a:lnTo>
                <a:lnTo>
                  <a:pt x="447966" y="23679"/>
                </a:lnTo>
                <a:lnTo>
                  <a:pt x="447535" y="23608"/>
                </a:lnTo>
                <a:lnTo>
                  <a:pt x="447097" y="23547"/>
                </a:lnTo>
                <a:lnTo>
                  <a:pt x="446651" y="23498"/>
                </a:lnTo>
                <a:lnTo>
                  <a:pt x="446196" y="23459"/>
                </a:lnTo>
                <a:lnTo>
                  <a:pt x="445734" y="23432"/>
                </a:lnTo>
                <a:lnTo>
                  <a:pt x="445264" y="23415"/>
                </a:lnTo>
                <a:lnTo>
                  <a:pt x="444786" y="23410"/>
                </a:lnTo>
                <a:lnTo>
                  <a:pt x="444308" y="23415"/>
                </a:lnTo>
                <a:lnTo>
                  <a:pt x="443838" y="23432"/>
                </a:lnTo>
                <a:lnTo>
                  <a:pt x="443375" y="23459"/>
                </a:lnTo>
                <a:lnTo>
                  <a:pt x="442921" y="23498"/>
                </a:lnTo>
                <a:lnTo>
                  <a:pt x="442475" y="23547"/>
                </a:lnTo>
                <a:lnTo>
                  <a:pt x="442036" y="23608"/>
                </a:lnTo>
                <a:lnTo>
                  <a:pt x="441605" y="23679"/>
                </a:lnTo>
                <a:lnTo>
                  <a:pt x="441182" y="23761"/>
                </a:lnTo>
                <a:lnTo>
                  <a:pt x="440767" y="23855"/>
                </a:lnTo>
                <a:lnTo>
                  <a:pt x="440360" y="23959"/>
                </a:lnTo>
                <a:lnTo>
                  <a:pt x="439961" y="24075"/>
                </a:lnTo>
                <a:lnTo>
                  <a:pt x="439570" y="24201"/>
                </a:lnTo>
                <a:lnTo>
                  <a:pt x="439186" y="24339"/>
                </a:lnTo>
                <a:lnTo>
                  <a:pt x="438811" y="24487"/>
                </a:lnTo>
                <a:lnTo>
                  <a:pt x="438443" y="24647"/>
                </a:lnTo>
                <a:lnTo>
                  <a:pt x="438084" y="24817"/>
                </a:lnTo>
                <a:lnTo>
                  <a:pt x="437732" y="24998"/>
                </a:lnTo>
                <a:lnTo>
                  <a:pt x="437388" y="25191"/>
                </a:lnTo>
                <a:lnTo>
                  <a:pt x="437052" y="25394"/>
                </a:lnTo>
                <a:lnTo>
                  <a:pt x="436724" y="25609"/>
                </a:lnTo>
                <a:lnTo>
                  <a:pt x="436404" y="25834"/>
                </a:lnTo>
                <a:lnTo>
                  <a:pt x="436091" y="26070"/>
                </a:lnTo>
                <a:lnTo>
                  <a:pt x="435787" y="26318"/>
                </a:lnTo>
                <a:lnTo>
                  <a:pt x="435490" y="26576"/>
                </a:lnTo>
                <a:lnTo>
                  <a:pt x="435204" y="26844"/>
                </a:lnTo>
                <a:lnTo>
                  <a:pt x="434930" y="27118"/>
                </a:lnTo>
                <a:lnTo>
                  <a:pt x="434667" y="27400"/>
                </a:lnTo>
                <a:lnTo>
                  <a:pt x="434417" y="27689"/>
                </a:lnTo>
                <a:lnTo>
                  <a:pt x="434180" y="27985"/>
                </a:lnTo>
                <a:lnTo>
                  <a:pt x="433954" y="28289"/>
                </a:lnTo>
                <a:lnTo>
                  <a:pt x="433741" y="28599"/>
                </a:lnTo>
                <a:lnTo>
                  <a:pt x="433540" y="28917"/>
                </a:lnTo>
                <a:lnTo>
                  <a:pt x="433351" y="29242"/>
                </a:lnTo>
                <a:lnTo>
                  <a:pt x="433174" y="29574"/>
                </a:lnTo>
                <a:lnTo>
                  <a:pt x="433009" y="29913"/>
                </a:lnTo>
                <a:lnTo>
                  <a:pt x="432857" y="30260"/>
                </a:lnTo>
                <a:lnTo>
                  <a:pt x="432717" y="30613"/>
                </a:lnTo>
                <a:lnTo>
                  <a:pt x="432589" y="30974"/>
                </a:lnTo>
                <a:lnTo>
                  <a:pt x="432473" y="31342"/>
                </a:lnTo>
                <a:lnTo>
                  <a:pt x="432369" y="31717"/>
                </a:lnTo>
                <a:lnTo>
                  <a:pt x="432278" y="32099"/>
                </a:lnTo>
                <a:lnTo>
                  <a:pt x="432199" y="32489"/>
                </a:lnTo>
                <a:lnTo>
                  <a:pt x="432132" y="32886"/>
                </a:lnTo>
                <a:lnTo>
                  <a:pt x="432077" y="33290"/>
                </a:lnTo>
                <a:lnTo>
                  <a:pt x="432034" y="33701"/>
                </a:lnTo>
                <a:lnTo>
                  <a:pt x="432004" y="34119"/>
                </a:lnTo>
                <a:lnTo>
                  <a:pt x="431985" y="34544"/>
                </a:lnTo>
                <a:lnTo>
                  <a:pt x="431979" y="34977"/>
                </a:lnTo>
                <a:lnTo>
                  <a:pt x="431985" y="35398"/>
                </a:lnTo>
                <a:lnTo>
                  <a:pt x="432004" y="35813"/>
                </a:lnTo>
                <a:lnTo>
                  <a:pt x="432034" y="36222"/>
                </a:lnTo>
                <a:lnTo>
                  <a:pt x="432077" y="36624"/>
                </a:lnTo>
                <a:lnTo>
                  <a:pt x="432132" y="37019"/>
                </a:lnTo>
                <a:lnTo>
                  <a:pt x="432199" y="37408"/>
                </a:lnTo>
                <a:lnTo>
                  <a:pt x="432278" y="37791"/>
                </a:lnTo>
                <a:lnTo>
                  <a:pt x="432369" y="38167"/>
                </a:lnTo>
                <a:lnTo>
                  <a:pt x="432473" y="38537"/>
                </a:lnTo>
                <a:lnTo>
                  <a:pt x="432589" y="38900"/>
                </a:lnTo>
                <a:lnTo>
                  <a:pt x="432717" y="39257"/>
                </a:lnTo>
                <a:lnTo>
                  <a:pt x="432857" y="39607"/>
                </a:lnTo>
                <a:lnTo>
                  <a:pt x="433009" y="39951"/>
                </a:lnTo>
                <a:lnTo>
                  <a:pt x="433174" y="40289"/>
                </a:lnTo>
                <a:lnTo>
                  <a:pt x="433351" y="40620"/>
                </a:lnTo>
                <a:lnTo>
                  <a:pt x="433540" y="40944"/>
                </a:lnTo>
                <a:lnTo>
                  <a:pt x="433741" y="41262"/>
                </a:lnTo>
                <a:lnTo>
                  <a:pt x="433954" y="41574"/>
                </a:lnTo>
                <a:lnTo>
                  <a:pt x="434180" y="41879"/>
                </a:lnTo>
                <a:lnTo>
                  <a:pt x="434417" y="42178"/>
                </a:lnTo>
                <a:lnTo>
                  <a:pt x="434667" y="42470"/>
                </a:lnTo>
                <a:lnTo>
                  <a:pt x="434930" y="42756"/>
                </a:lnTo>
                <a:lnTo>
                  <a:pt x="435204" y="43035"/>
                </a:lnTo>
                <a:lnTo>
                  <a:pt x="435490" y="43308"/>
                </a:lnTo>
                <a:lnTo>
                  <a:pt x="435787" y="43572"/>
                </a:lnTo>
                <a:lnTo>
                  <a:pt x="436091" y="43825"/>
                </a:lnTo>
                <a:lnTo>
                  <a:pt x="436404" y="44067"/>
                </a:lnTo>
                <a:lnTo>
                  <a:pt x="436724" y="44297"/>
                </a:lnTo>
                <a:lnTo>
                  <a:pt x="437052" y="44516"/>
                </a:lnTo>
                <a:lnTo>
                  <a:pt x="437388" y="44724"/>
                </a:lnTo>
                <a:lnTo>
                  <a:pt x="437732" y="44920"/>
                </a:lnTo>
                <a:lnTo>
                  <a:pt x="438084" y="45106"/>
                </a:lnTo>
                <a:lnTo>
                  <a:pt x="438443" y="45280"/>
                </a:lnTo>
                <a:lnTo>
                  <a:pt x="438811" y="45443"/>
                </a:lnTo>
                <a:lnTo>
                  <a:pt x="439186" y="45595"/>
                </a:lnTo>
                <a:lnTo>
                  <a:pt x="439570" y="45735"/>
                </a:lnTo>
                <a:lnTo>
                  <a:pt x="439961" y="45864"/>
                </a:lnTo>
                <a:lnTo>
                  <a:pt x="440360" y="45982"/>
                </a:lnTo>
                <a:lnTo>
                  <a:pt x="440767" y="46089"/>
                </a:lnTo>
                <a:lnTo>
                  <a:pt x="441182" y="46184"/>
                </a:lnTo>
                <a:lnTo>
                  <a:pt x="441605" y="46269"/>
                </a:lnTo>
                <a:lnTo>
                  <a:pt x="442036" y="46342"/>
                </a:lnTo>
                <a:lnTo>
                  <a:pt x="442475" y="46404"/>
                </a:lnTo>
                <a:lnTo>
                  <a:pt x="442921" y="46454"/>
                </a:lnTo>
                <a:lnTo>
                  <a:pt x="443375" y="46493"/>
                </a:lnTo>
                <a:lnTo>
                  <a:pt x="443838" y="46522"/>
                </a:lnTo>
                <a:lnTo>
                  <a:pt x="444308" y="46538"/>
                </a:lnTo>
                <a:lnTo>
                  <a:pt x="444786" y="46544"/>
                </a:lnTo>
                <a:lnTo>
                  <a:pt x="445264" y="46538"/>
                </a:lnTo>
                <a:lnTo>
                  <a:pt x="445734" y="46522"/>
                </a:lnTo>
                <a:lnTo>
                  <a:pt x="446196" y="46493"/>
                </a:lnTo>
                <a:lnTo>
                  <a:pt x="446651" y="46454"/>
                </a:lnTo>
                <a:close/>
                <a:moveTo>
                  <a:pt x="126760" y="84958"/>
                </a:moveTo>
                <a:lnTo>
                  <a:pt x="126425" y="84946"/>
                </a:lnTo>
                <a:lnTo>
                  <a:pt x="126096" y="84925"/>
                </a:lnTo>
                <a:lnTo>
                  <a:pt x="125773" y="84896"/>
                </a:lnTo>
                <a:lnTo>
                  <a:pt x="125455" y="84858"/>
                </a:lnTo>
                <a:lnTo>
                  <a:pt x="125144" y="84812"/>
                </a:lnTo>
                <a:lnTo>
                  <a:pt x="124838" y="84758"/>
                </a:lnTo>
                <a:lnTo>
                  <a:pt x="124539" y="84695"/>
                </a:lnTo>
                <a:lnTo>
                  <a:pt x="124245" y="84624"/>
                </a:lnTo>
                <a:lnTo>
                  <a:pt x="123958" y="84545"/>
                </a:lnTo>
                <a:lnTo>
                  <a:pt x="123676" y="84457"/>
                </a:lnTo>
                <a:lnTo>
                  <a:pt x="123401" y="84361"/>
                </a:lnTo>
                <a:lnTo>
                  <a:pt x="123131" y="84256"/>
                </a:lnTo>
                <a:lnTo>
                  <a:pt x="122868" y="84143"/>
                </a:lnTo>
                <a:lnTo>
                  <a:pt x="122610" y="84022"/>
                </a:lnTo>
                <a:lnTo>
                  <a:pt x="122359" y="83892"/>
                </a:lnTo>
                <a:lnTo>
                  <a:pt x="122113" y="83754"/>
                </a:lnTo>
                <a:lnTo>
                  <a:pt x="121873" y="83608"/>
                </a:lnTo>
                <a:lnTo>
                  <a:pt x="121640" y="83453"/>
                </a:lnTo>
                <a:lnTo>
                  <a:pt x="121412" y="83290"/>
                </a:lnTo>
                <a:lnTo>
                  <a:pt x="121190" y="83119"/>
                </a:lnTo>
                <a:lnTo>
                  <a:pt x="120974" y="82939"/>
                </a:lnTo>
                <a:lnTo>
                  <a:pt x="120764" y="82751"/>
                </a:lnTo>
                <a:lnTo>
                  <a:pt x="120561" y="82555"/>
                </a:lnTo>
                <a:lnTo>
                  <a:pt x="120364" y="82351"/>
                </a:lnTo>
                <a:lnTo>
                  <a:pt x="120176" y="82141"/>
                </a:lnTo>
                <a:lnTo>
                  <a:pt x="119996" y="81925"/>
                </a:lnTo>
                <a:lnTo>
                  <a:pt x="119824" y="81703"/>
                </a:lnTo>
                <a:lnTo>
                  <a:pt x="119661" y="81476"/>
                </a:lnTo>
                <a:lnTo>
                  <a:pt x="119506" y="81242"/>
                </a:lnTo>
                <a:lnTo>
                  <a:pt x="119360" y="81002"/>
                </a:lnTo>
                <a:lnTo>
                  <a:pt x="119222" y="80757"/>
                </a:lnTo>
                <a:lnTo>
                  <a:pt x="119092" y="80505"/>
                </a:lnTo>
                <a:lnTo>
                  <a:pt x="118971" y="80247"/>
                </a:lnTo>
                <a:lnTo>
                  <a:pt x="118858" y="79984"/>
                </a:lnTo>
                <a:lnTo>
                  <a:pt x="118753" y="79714"/>
                </a:lnTo>
                <a:lnTo>
                  <a:pt x="118657" y="79439"/>
                </a:lnTo>
                <a:lnTo>
                  <a:pt x="118569" y="79157"/>
                </a:lnTo>
                <a:lnTo>
                  <a:pt x="118489" y="78870"/>
                </a:lnTo>
                <a:lnTo>
                  <a:pt x="118418" y="78576"/>
                </a:lnTo>
                <a:lnTo>
                  <a:pt x="118356" y="78277"/>
                </a:lnTo>
                <a:lnTo>
                  <a:pt x="118301" y="77971"/>
                </a:lnTo>
                <a:lnTo>
                  <a:pt x="118255" y="77660"/>
                </a:lnTo>
                <a:lnTo>
                  <a:pt x="118217" y="77343"/>
                </a:lnTo>
                <a:lnTo>
                  <a:pt x="118188" y="77019"/>
                </a:lnTo>
                <a:lnTo>
                  <a:pt x="118167" y="76690"/>
                </a:lnTo>
                <a:lnTo>
                  <a:pt x="118155" y="76355"/>
                </a:lnTo>
                <a:lnTo>
                  <a:pt x="118151" y="76014"/>
                </a:lnTo>
                <a:lnTo>
                  <a:pt x="118151" y="0"/>
                </a:lnTo>
                <a:lnTo>
                  <a:pt x="76700" y="0"/>
                </a:lnTo>
                <a:lnTo>
                  <a:pt x="76700" y="15559"/>
                </a:lnTo>
                <a:lnTo>
                  <a:pt x="100937" y="15559"/>
                </a:lnTo>
                <a:lnTo>
                  <a:pt x="100937" y="76014"/>
                </a:lnTo>
                <a:lnTo>
                  <a:pt x="100943" y="76619"/>
                </a:lnTo>
                <a:lnTo>
                  <a:pt x="100959" y="77218"/>
                </a:lnTo>
                <a:lnTo>
                  <a:pt x="100987" y="77811"/>
                </a:lnTo>
                <a:lnTo>
                  <a:pt x="101025" y="78398"/>
                </a:lnTo>
                <a:lnTo>
                  <a:pt x="101075" y="78979"/>
                </a:lnTo>
                <a:lnTo>
                  <a:pt x="101135" y="79555"/>
                </a:lnTo>
                <a:lnTo>
                  <a:pt x="101207" y="80124"/>
                </a:lnTo>
                <a:lnTo>
                  <a:pt x="101289" y="80687"/>
                </a:lnTo>
                <a:lnTo>
                  <a:pt x="101383" y="81245"/>
                </a:lnTo>
                <a:lnTo>
                  <a:pt x="101487" y="81796"/>
                </a:lnTo>
                <a:lnTo>
                  <a:pt x="101603" y="82341"/>
                </a:lnTo>
                <a:lnTo>
                  <a:pt x="101729" y="82881"/>
                </a:lnTo>
                <a:lnTo>
                  <a:pt x="101866" y="83414"/>
                </a:lnTo>
                <a:lnTo>
                  <a:pt x="102015" y="83942"/>
                </a:lnTo>
                <a:lnTo>
                  <a:pt x="102174" y="84463"/>
                </a:lnTo>
                <a:lnTo>
                  <a:pt x="102345" y="84979"/>
                </a:lnTo>
                <a:lnTo>
                  <a:pt x="102526" y="85488"/>
                </a:lnTo>
                <a:lnTo>
                  <a:pt x="102719" y="85992"/>
                </a:lnTo>
                <a:lnTo>
                  <a:pt x="102922" y="86489"/>
                </a:lnTo>
                <a:lnTo>
                  <a:pt x="103136" y="86981"/>
                </a:lnTo>
                <a:lnTo>
                  <a:pt x="103362" y="87467"/>
                </a:lnTo>
                <a:lnTo>
                  <a:pt x="103598" y="87946"/>
                </a:lnTo>
                <a:lnTo>
                  <a:pt x="103846" y="88420"/>
                </a:lnTo>
                <a:lnTo>
                  <a:pt x="104104" y="88888"/>
                </a:lnTo>
                <a:lnTo>
                  <a:pt x="104372" y="89348"/>
                </a:lnTo>
                <a:lnTo>
                  <a:pt x="104648" y="89799"/>
                </a:lnTo>
                <a:lnTo>
                  <a:pt x="104933" y="90242"/>
                </a:lnTo>
                <a:lnTo>
                  <a:pt x="105226" y="90676"/>
                </a:lnTo>
                <a:lnTo>
                  <a:pt x="105528" y="91101"/>
                </a:lnTo>
                <a:lnTo>
                  <a:pt x="105838" y="91517"/>
                </a:lnTo>
                <a:lnTo>
                  <a:pt x="106156" y="91924"/>
                </a:lnTo>
                <a:lnTo>
                  <a:pt x="106483" y="92322"/>
                </a:lnTo>
                <a:lnTo>
                  <a:pt x="106818" y="92712"/>
                </a:lnTo>
                <a:lnTo>
                  <a:pt x="107161" y="93093"/>
                </a:lnTo>
                <a:lnTo>
                  <a:pt x="107513" y="93465"/>
                </a:lnTo>
                <a:lnTo>
                  <a:pt x="107873" y="93828"/>
                </a:lnTo>
                <a:lnTo>
                  <a:pt x="108241" y="94182"/>
                </a:lnTo>
                <a:lnTo>
                  <a:pt x="108618" y="94527"/>
                </a:lnTo>
                <a:lnTo>
                  <a:pt x="109004" y="94864"/>
                </a:lnTo>
                <a:lnTo>
                  <a:pt x="109397" y="95191"/>
                </a:lnTo>
                <a:lnTo>
                  <a:pt x="109799" y="95510"/>
                </a:lnTo>
                <a:lnTo>
                  <a:pt x="110209" y="95820"/>
                </a:lnTo>
                <a:lnTo>
                  <a:pt x="110628" y="96121"/>
                </a:lnTo>
                <a:lnTo>
                  <a:pt x="111055" y="96414"/>
                </a:lnTo>
                <a:lnTo>
                  <a:pt x="111491" y="96697"/>
                </a:lnTo>
                <a:lnTo>
                  <a:pt x="111934" y="96972"/>
                </a:lnTo>
                <a:lnTo>
                  <a:pt x="112387" y="97237"/>
                </a:lnTo>
                <a:lnTo>
                  <a:pt x="112847" y="97494"/>
                </a:lnTo>
                <a:lnTo>
                  <a:pt x="113315" y="97741"/>
                </a:lnTo>
                <a:lnTo>
                  <a:pt x="113790" y="97978"/>
                </a:lnTo>
                <a:lnTo>
                  <a:pt x="114271" y="98204"/>
                </a:lnTo>
                <a:lnTo>
                  <a:pt x="114758" y="98420"/>
                </a:lnTo>
                <a:lnTo>
                  <a:pt x="115252" y="98625"/>
                </a:lnTo>
                <a:lnTo>
                  <a:pt x="115753" y="98820"/>
                </a:lnTo>
                <a:lnTo>
                  <a:pt x="116259" y="99004"/>
                </a:lnTo>
                <a:lnTo>
                  <a:pt x="116773" y="99178"/>
                </a:lnTo>
                <a:lnTo>
                  <a:pt x="117292" y="99341"/>
                </a:lnTo>
                <a:lnTo>
                  <a:pt x="117818" y="99493"/>
                </a:lnTo>
                <a:lnTo>
                  <a:pt x="118351" y="99635"/>
                </a:lnTo>
                <a:lnTo>
                  <a:pt x="118890" y="99767"/>
                </a:lnTo>
                <a:lnTo>
                  <a:pt x="119436" y="99888"/>
                </a:lnTo>
                <a:lnTo>
                  <a:pt x="119988" y="99998"/>
                </a:lnTo>
                <a:lnTo>
                  <a:pt x="120546" y="100098"/>
                </a:lnTo>
                <a:lnTo>
                  <a:pt x="121111" y="100188"/>
                </a:lnTo>
                <a:lnTo>
                  <a:pt x="121682" y="100266"/>
                </a:lnTo>
                <a:lnTo>
                  <a:pt x="122260" y="100335"/>
                </a:lnTo>
                <a:lnTo>
                  <a:pt x="122844" y="100393"/>
                </a:lnTo>
                <a:lnTo>
                  <a:pt x="123435" y="100440"/>
                </a:lnTo>
                <a:lnTo>
                  <a:pt x="124032" y="100477"/>
                </a:lnTo>
                <a:lnTo>
                  <a:pt x="124636" y="100503"/>
                </a:lnTo>
                <a:lnTo>
                  <a:pt x="125246" y="100519"/>
                </a:lnTo>
                <a:lnTo>
                  <a:pt x="125862" y="100524"/>
                </a:lnTo>
                <a:lnTo>
                  <a:pt x="149961" y="100524"/>
                </a:lnTo>
                <a:lnTo>
                  <a:pt x="149961" y="84963"/>
                </a:lnTo>
                <a:lnTo>
                  <a:pt x="127102" y="84963"/>
                </a:lnTo>
                <a:lnTo>
                  <a:pt x="126760" y="84958"/>
                </a:lnTo>
                <a:close/>
                <a:moveTo>
                  <a:pt x="623526" y="100524"/>
                </a:moveTo>
                <a:lnTo>
                  <a:pt x="640740" y="100524"/>
                </a:lnTo>
                <a:lnTo>
                  <a:pt x="640740" y="0"/>
                </a:lnTo>
                <a:lnTo>
                  <a:pt x="623526" y="0"/>
                </a:lnTo>
                <a:lnTo>
                  <a:pt x="623526" y="40348"/>
                </a:lnTo>
                <a:lnTo>
                  <a:pt x="596536" y="40348"/>
                </a:lnTo>
                <a:lnTo>
                  <a:pt x="596536" y="0"/>
                </a:lnTo>
                <a:lnTo>
                  <a:pt x="579323" y="0"/>
                </a:lnTo>
                <a:lnTo>
                  <a:pt x="579323" y="100524"/>
                </a:lnTo>
                <a:lnTo>
                  <a:pt x="596536" y="100524"/>
                </a:lnTo>
                <a:lnTo>
                  <a:pt x="596536" y="56321"/>
                </a:lnTo>
                <a:lnTo>
                  <a:pt x="623526" y="56321"/>
                </a:lnTo>
                <a:lnTo>
                  <a:pt x="623526" y="100524"/>
                </a:lnTo>
                <a:close/>
                <a:moveTo>
                  <a:pt x="287375" y="101594"/>
                </a:moveTo>
                <a:lnTo>
                  <a:pt x="288481" y="101498"/>
                </a:lnTo>
                <a:lnTo>
                  <a:pt x="289561" y="101381"/>
                </a:lnTo>
                <a:lnTo>
                  <a:pt x="290618" y="101243"/>
                </a:lnTo>
                <a:lnTo>
                  <a:pt x="291650" y="101083"/>
                </a:lnTo>
                <a:lnTo>
                  <a:pt x="292657" y="100902"/>
                </a:lnTo>
                <a:lnTo>
                  <a:pt x="293639" y="100700"/>
                </a:lnTo>
                <a:lnTo>
                  <a:pt x="294597" y="100477"/>
                </a:lnTo>
                <a:lnTo>
                  <a:pt x="295530" y="100232"/>
                </a:lnTo>
                <a:lnTo>
                  <a:pt x="296439" y="99966"/>
                </a:lnTo>
                <a:lnTo>
                  <a:pt x="297322" y="99679"/>
                </a:lnTo>
                <a:lnTo>
                  <a:pt x="298182" y="99371"/>
                </a:lnTo>
                <a:lnTo>
                  <a:pt x="299016" y="99041"/>
                </a:lnTo>
                <a:lnTo>
                  <a:pt x="299826" y="98690"/>
                </a:lnTo>
                <a:lnTo>
                  <a:pt x="300612" y="98317"/>
                </a:lnTo>
                <a:lnTo>
                  <a:pt x="301373" y="97924"/>
                </a:lnTo>
                <a:lnTo>
                  <a:pt x="302109" y="97509"/>
                </a:lnTo>
                <a:lnTo>
                  <a:pt x="302820" y="97073"/>
                </a:lnTo>
                <a:lnTo>
                  <a:pt x="303507" y="96615"/>
                </a:lnTo>
                <a:lnTo>
                  <a:pt x="304169" y="96137"/>
                </a:lnTo>
                <a:lnTo>
                  <a:pt x="304807" y="95637"/>
                </a:lnTo>
                <a:lnTo>
                  <a:pt x="305419" y="95118"/>
                </a:lnTo>
                <a:lnTo>
                  <a:pt x="306006" y="94581"/>
                </a:lnTo>
                <a:lnTo>
                  <a:pt x="306566" y="94028"/>
                </a:lnTo>
                <a:lnTo>
                  <a:pt x="307100" y="93458"/>
                </a:lnTo>
                <a:lnTo>
                  <a:pt x="307608" y="92871"/>
                </a:lnTo>
                <a:lnTo>
                  <a:pt x="308091" y="92267"/>
                </a:lnTo>
                <a:lnTo>
                  <a:pt x="308547" y="91646"/>
                </a:lnTo>
                <a:lnTo>
                  <a:pt x="308977" y="91008"/>
                </a:lnTo>
                <a:lnTo>
                  <a:pt x="309381" y="90353"/>
                </a:lnTo>
                <a:lnTo>
                  <a:pt x="309758" y="89681"/>
                </a:lnTo>
                <a:lnTo>
                  <a:pt x="310110" y="88992"/>
                </a:lnTo>
                <a:lnTo>
                  <a:pt x="310436" y="88286"/>
                </a:lnTo>
                <a:lnTo>
                  <a:pt x="310736" y="87563"/>
                </a:lnTo>
                <a:lnTo>
                  <a:pt x="311009" y="86823"/>
                </a:lnTo>
                <a:lnTo>
                  <a:pt x="311257" y="86066"/>
                </a:lnTo>
                <a:lnTo>
                  <a:pt x="311478" y="85292"/>
                </a:lnTo>
                <a:lnTo>
                  <a:pt x="311674" y="84501"/>
                </a:lnTo>
                <a:lnTo>
                  <a:pt x="311843" y="83694"/>
                </a:lnTo>
                <a:lnTo>
                  <a:pt x="311987" y="82869"/>
                </a:lnTo>
                <a:lnTo>
                  <a:pt x="312104" y="82027"/>
                </a:lnTo>
                <a:lnTo>
                  <a:pt x="312195" y="81169"/>
                </a:lnTo>
                <a:lnTo>
                  <a:pt x="312260" y="80293"/>
                </a:lnTo>
                <a:lnTo>
                  <a:pt x="312299" y="79400"/>
                </a:lnTo>
                <a:lnTo>
                  <a:pt x="312312" y="78491"/>
                </a:lnTo>
                <a:lnTo>
                  <a:pt x="312301" y="77639"/>
                </a:lnTo>
                <a:lnTo>
                  <a:pt x="312268" y="76805"/>
                </a:lnTo>
                <a:lnTo>
                  <a:pt x="312212" y="75988"/>
                </a:lnTo>
                <a:lnTo>
                  <a:pt x="312135" y="75188"/>
                </a:lnTo>
                <a:lnTo>
                  <a:pt x="312034" y="74406"/>
                </a:lnTo>
                <a:lnTo>
                  <a:pt x="311912" y="73641"/>
                </a:lnTo>
                <a:lnTo>
                  <a:pt x="311768" y="72894"/>
                </a:lnTo>
                <a:lnTo>
                  <a:pt x="311601" y="72164"/>
                </a:lnTo>
                <a:lnTo>
                  <a:pt x="311412" y="71452"/>
                </a:lnTo>
                <a:lnTo>
                  <a:pt x="311201" y="70757"/>
                </a:lnTo>
                <a:lnTo>
                  <a:pt x="310967" y="70080"/>
                </a:lnTo>
                <a:lnTo>
                  <a:pt x="310712" y="69420"/>
                </a:lnTo>
                <a:lnTo>
                  <a:pt x="310434" y="68777"/>
                </a:lnTo>
                <a:lnTo>
                  <a:pt x="310134" y="68152"/>
                </a:lnTo>
                <a:lnTo>
                  <a:pt x="309811" y="67545"/>
                </a:lnTo>
                <a:lnTo>
                  <a:pt x="309467" y="66955"/>
                </a:lnTo>
                <a:lnTo>
                  <a:pt x="309100" y="66382"/>
                </a:lnTo>
                <a:lnTo>
                  <a:pt x="308711" y="65827"/>
                </a:lnTo>
                <a:lnTo>
                  <a:pt x="308300" y="65289"/>
                </a:lnTo>
                <a:lnTo>
                  <a:pt x="307866" y="64769"/>
                </a:lnTo>
                <a:lnTo>
                  <a:pt x="307411" y="64266"/>
                </a:lnTo>
                <a:lnTo>
                  <a:pt x="306933" y="63781"/>
                </a:lnTo>
                <a:lnTo>
                  <a:pt x="306432" y="63313"/>
                </a:lnTo>
                <a:lnTo>
                  <a:pt x="305910" y="62862"/>
                </a:lnTo>
                <a:lnTo>
                  <a:pt x="305364" y="62426"/>
                </a:lnTo>
                <a:lnTo>
                  <a:pt x="304794" y="62002"/>
                </a:lnTo>
                <a:lnTo>
                  <a:pt x="304199" y="61589"/>
                </a:lnTo>
                <a:lnTo>
                  <a:pt x="303579" y="61189"/>
                </a:lnTo>
                <a:lnTo>
                  <a:pt x="302934" y="60800"/>
                </a:lnTo>
                <a:lnTo>
                  <a:pt x="302265" y="60422"/>
                </a:lnTo>
                <a:lnTo>
                  <a:pt x="301572" y="60056"/>
                </a:lnTo>
                <a:lnTo>
                  <a:pt x="300854" y="59703"/>
                </a:lnTo>
                <a:lnTo>
                  <a:pt x="300111" y="59360"/>
                </a:lnTo>
                <a:lnTo>
                  <a:pt x="299343" y="59030"/>
                </a:lnTo>
                <a:lnTo>
                  <a:pt x="298551" y="58711"/>
                </a:lnTo>
                <a:lnTo>
                  <a:pt x="297734" y="58404"/>
                </a:lnTo>
                <a:lnTo>
                  <a:pt x="296893" y="58108"/>
                </a:lnTo>
                <a:lnTo>
                  <a:pt x="296027" y="57825"/>
                </a:lnTo>
                <a:lnTo>
                  <a:pt x="295136" y="57553"/>
                </a:lnTo>
                <a:lnTo>
                  <a:pt x="294221" y="57292"/>
                </a:lnTo>
                <a:lnTo>
                  <a:pt x="293281" y="57044"/>
                </a:lnTo>
                <a:lnTo>
                  <a:pt x="292316" y="56807"/>
                </a:lnTo>
                <a:lnTo>
                  <a:pt x="291327" y="56582"/>
                </a:lnTo>
                <a:lnTo>
                  <a:pt x="290313" y="56368"/>
                </a:lnTo>
                <a:lnTo>
                  <a:pt x="289275" y="56167"/>
                </a:lnTo>
                <a:lnTo>
                  <a:pt x="288212" y="55977"/>
                </a:lnTo>
                <a:lnTo>
                  <a:pt x="287124" y="55798"/>
                </a:lnTo>
                <a:lnTo>
                  <a:pt x="286011" y="55632"/>
                </a:lnTo>
                <a:lnTo>
                  <a:pt x="276235" y="54255"/>
                </a:lnTo>
                <a:lnTo>
                  <a:pt x="275804" y="54185"/>
                </a:lnTo>
                <a:lnTo>
                  <a:pt x="275383" y="54111"/>
                </a:lnTo>
                <a:lnTo>
                  <a:pt x="274972" y="54033"/>
                </a:lnTo>
                <a:lnTo>
                  <a:pt x="274571" y="53951"/>
                </a:lnTo>
                <a:lnTo>
                  <a:pt x="274180" y="53867"/>
                </a:lnTo>
                <a:lnTo>
                  <a:pt x="273799" y="53778"/>
                </a:lnTo>
                <a:lnTo>
                  <a:pt x="273428" y="53686"/>
                </a:lnTo>
                <a:lnTo>
                  <a:pt x="273068" y="53590"/>
                </a:lnTo>
                <a:lnTo>
                  <a:pt x="272717" y="53491"/>
                </a:lnTo>
                <a:lnTo>
                  <a:pt x="272376" y="53388"/>
                </a:lnTo>
                <a:lnTo>
                  <a:pt x="272045" y="53281"/>
                </a:lnTo>
                <a:lnTo>
                  <a:pt x="271725" y="53171"/>
                </a:lnTo>
                <a:lnTo>
                  <a:pt x="271414" y="53058"/>
                </a:lnTo>
                <a:lnTo>
                  <a:pt x="271114" y="52940"/>
                </a:lnTo>
                <a:lnTo>
                  <a:pt x="270823" y="52819"/>
                </a:lnTo>
                <a:lnTo>
                  <a:pt x="270543" y="52695"/>
                </a:lnTo>
                <a:lnTo>
                  <a:pt x="270272" y="52567"/>
                </a:lnTo>
                <a:lnTo>
                  <a:pt x="270012" y="52435"/>
                </a:lnTo>
                <a:lnTo>
                  <a:pt x="269761" y="52300"/>
                </a:lnTo>
                <a:lnTo>
                  <a:pt x="269521" y="52161"/>
                </a:lnTo>
                <a:lnTo>
                  <a:pt x="269290" y="52019"/>
                </a:lnTo>
                <a:lnTo>
                  <a:pt x="269070" y="51873"/>
                </a:lnTo>
                <a:lnTo>
                  <a:pt x="268860" y="51723"/>
                </a:lnTo>
                <a:lnTo>
                  <a:pt x="268660" y="51570"/>
                </a:lnTo>
                <a:lnTo>
                  <a:pt x="268469" y="51412"/>
                </a:lnTo>
                <a:lnTo>
                  <a:pt x="268286" y="51246"/>
                </a:lnTo>
                <a:lnTo>
                  <a:pt x="268111" y="51074"/>
                </a:lnTo>
                <a:lnTo>
                  <a:pt x="267944" y="50895"/>
                </a:lnTo>
                <a:lnTo>
                  <a:pt x="267786" y="50709"/>
                </a:lnTo>
                <a:lnTo>
                  <a:pt x="267636" y="50516"/>
                </a:lnTo>
                <a:lnTo>
                  <a:pt x="267493" y="50316"/>
                </a:lnTo>
                <a:lnTo>
                  <a:pt x="267359" y="50109"/>
                </a:lnTo>
                <a:lnTo>
                  <a:pt x="267233" y="49895"/>
                </a:lnTo>
                <a:lnTo>
                  <a:pt x="267115" y="49674"/>
                </a:lnTo>
                <a:lnTo>
                  <a:pt x="267006" y="49446"/>
                </a:lnTo>
                <a:lnTo>
                  <a:pt x="266904" y="49211"/>
                </a:lnTo>
                <a:lnTo>
                  <a:pt x="266811" y="48970"/>
                </a:lnTo>
                <a:lnTo>
                  <a:pt x="266725" y="48721"/>
                </a:lnTo>
                <a:lnTo>
                  <a:pt x="266648" y="48466"/>
                </a:lnTo>
                <a:lnTo>
                  <a:pt x="266579" y="48203"/>
                </a:lnTo>
                <a:lnTo>
                  <a:pt x="266518" y="47934"/>
                </a:lnTo>
                <a:lnTo>
                  <a:pt x="266465" y="47658"/>
                </a:lnTo>
                <a:lnTo>
                  <a:pt x="266420" y="47375"/>
                </a:lnTo>
                <a:lnTo>
                  <a:pt x="266384" y="47085"/>
                </a:lnTo>
                <a:lnTo>
                  <a:pt x="266355" y="46788"/>
                </a:lnTo>
                <a:lnTo>
                  <a:pt x="266335" y="46484"/>
                </a:lnTo>
                <a:lnTo>
                  <a:pt x="266323" y="46173"/>
                </a:lnTo>
                <a:lnTo>
                  <a:pt x="266319" y="45855"/>
                </a:lnTo>
                <a:lnTo>
                  <a:pt x="266324" y="45514"/>
                </a:lnTo>
                <a:lnTo>
                  <a:pt x="266338" y="45180"/>
                </a:lnTo>
                <a:lnTo>
                  <a:pt x="266361" y="44853"/>
                </a:lnTo>
                <a:lnTo>
                  <a:pt x="266393" y="44533"/>
                </a:lnTo>
                <a:lnTo>
                  <a:pt x="266435" y="44220"/>
                </a:lnTo>
                <a:lnTo>
                  <a:pt x="266487" y="43914"/>
                </a:lnTo>
                <a:lnTo>
                  <a:pt x="266547" y="43615"/>
                </a:lnTo>
                <a:lnTo>
                  <a:pt x="266617" y="43323"/>
                </a:lnTo>
                <a:lnTo>
                  <a:pt x="266697" y="43038"/>
                </a:lnTo>
                <a:lnTo>
                  <a:pt x="266785" y="42759"/>
                </a:lnTo>
                <a:lnTo>
                  <a:pt x="266883" y="42488"/>
                </a:lnTo>
                <a:lnTo>
                  <a:pt x="266990" y="42223"/>
                </a:lnTo>
                <a:lnTo>
                  <a:pt x="267107" y="41966"/>
                </a:lnTo>
                <a:lnTo>
                  <a:pt x="267233" y="41715"/>
                </a:lnTo>
                <a:lnTo>
                  <a:pt x="267368" y="41472"/>
                </a:lnTo>
                <a:lnTo>
                  <a:pt x="267512" y="41235"/>
                </a:lnTo>
                <a:lnTo>
                  <a:pt x="267666" y="41005"/>
                </a:lnTo>
                <a:lnTo>
                  <a:pt x="267829" y="40782"/>
                </a:lnTo>
                <a:lnTo>
                  <a:pt x="268002" y="40566"/>
                </a:lnTo>
                <a:lnTo>
                  <a:pt x="268184" y="40358"/>
                </a:lnTo>
                <a:lnTo>
                  <a:pt x="268375" y="40155"/>
                </a:lnTo>
                <a:lnTo>
                  <a:pt x="268575" y="39960"/>
                </a:lnTo>
                <a:lnTo>
                  <a:pt x="268785" y="39772"/>
                </a:lnTo>
                <a:lnTo>
                  <a:pt x="269004" y="39591"/>
                </a:lnTo>
                <a:lnTo>
                  <a:pt x="269234" y="39417"/>
                </a:lnTo>
                <a:lnTo>
                  <a:pt x="269474" y="39250"/>
                </a:lnTo>
                <a:lnTo>
                  <a:pt x="269726" y="39091"/>
                </a:lnTo>
                <a:lnTo>
                  <a:pt x="269989" y="38939"/>
                </a:lnTo>
                <a:lnTo>
                  <a:pt x="270264" y="38794"/>
                </a:lnTo>
                <a:lnTo>
                  <a:pt x="270549" y="38657"/>
                </a:lnTo>
                <a:lnTo>
                  <a:pt x="270846" y="38527"/>
                </a:lnTo>
                <a:lnTo>
                  <a:pt x="271154" y="38405"/>
                </a:lnTo>
                <a:lnTo>
                  <a:pt x="271473" y="38290"/>
                </a:lnTo>
                <a:lnTo>
                  <a:pt x="271804" y="38183"/>
                </a:lnTo>
                <a:lnTo>
                  <a:pt x="272146" y="38083"/>
                </a:lnTo>
                <a:lnTo>
                  <a:pt x="272499" y="37990"/>
                </a:lnTo>
                <a:lnTo>
                  <a:pt x="272863" y="37905"/>
                </a:lnTo>
                <a:lnTo>
                  <a:pt x="273238" y="37827"/>
                </a:lnTo>
                <a:lnTo>
                  <a:pt x="273625" y="37756"/>
                </a:lnTo>
                <a:lnTo>
                  <a:pt x="274023" y="37693"/>
                </a:lnTo>
                <a:lnTo>
                  <a:pt x="274432" y="37638"/>
                </a:lnTo>
                <a:lnTo>
                  <a:pt x="274852" y="37590"/>
                </a:lnTo>
                <a:lnTo>
                  <a:pt x="275284" y="37549"/>
                </a:lnTo>
                <a:lnTo>
                  <a:pt x="275727" y="37516"/>
                </a:lnTo>
                <a:lnTo>
                  <a:pt x="276181" y="37490"/>
                </a:lnTo>
                <a:lnTo>
                  <a:pt x="276646" y="37471"/>
                </a:lnTo>
                <a:lnTo>
                  <a:pt x="277123" y="37460"/>
                </a:lnTo>
                <a:lnTo>
                  <a:pt x="277611" y="37456"/>
                </a:lnTo>
                <a:lnTo>
                  <a:pt x="282845" y="37456"/>
                </a:lnTo>
                <a:lnTo>
                  <a:pt x="283243" y="37460"/>
                </a:lnTo>
                <a:lnTo>
                  <a:pt x="283635" y="37470"/>
                </a:lnTo>
                <a:lnTo>
                  <a:pt x="284020" y="37486"/>
                </a:lnTo>
                <a:lnTo>
                  <a:pt x="284399" y="37510"/>
                </a:lnTo>
                <a:lnTo>
                  <a:pt x="284772" y="37540"/>
                </a:lnTo>
                <a:lnTo>
                  <a:pt x="285138" y="37577"/>
                </a:lnTo>
                <a:lnTo>
                  <a:pt x="285497" y="37620"/>
                </a:lnTo>
                <a:lnTo>
                  <a:pt x="285851" y="37671"/>
                </a:lnTo>
                <a:lnTo>
                  <a:pt x="286197" y="37728"/>
                </a:lnTo>
                <a:lnTo>
                  <a:pt x="286538" y="37791"/>
                </a:lnTo>
                <a:lnTo>
                  <a:pt x="286871" y="37861"/>
                </a:lnTo>
                <a:lnTo>
                  <a:pt x="287199" y="37938"/>
                </a:lnTo>
                <a:lnTo>
                  <a:pt x="287520" y="38022"/>
                </a:lnTo>
                <a:lnTo>
                  <a:pt x="287834" y="38113"/>
                </a:lnTo>
                <a:lnTo>
                  <a:pt x="288142" y="38210"/>
                </a:lnTo>
                <a:lnTo>
                  <a:pt x="288444" y="38314"/>
                </a:lnTo>
                <a:lnTo>
                  <a:pt x="288739" y="38424"/>
                </a:lnTo>
                <a:lnTo>
                  <a:pt x="289027" y="38541"/>
                </a:lnTo>
                <a:lnTo>
                  <a:pt x="289309" y="38665"/>
                </a:lnTo>
                <a:lnTo>
                  <a:pt x="289585" y="38796"/>
                </a:lnTo>
                <a:lnTo>
                  <a:pt x="289854" y="38933"/>
                </a:lnTo>
                <a:lnTo>
                  <a:pt x="290117" y="39077"/>
                </a:lnTo>
                <a:lnTo>
                  <a:pt x="290374" y="39228"/>
                </a:lnTo>
                <a:lnTo>
                  <a:pt x="290624" y="39385"/>
                </a:lnTo>
                <a:lnTo>
                  <a:pt x="290866" y="39548"/>
                </a:lnTo>
                <a:lnTo>
                  <a:pt x="291099" y="39714"/>
                </a:lnTo>
                <a:lnTo>
                  <a:pt x="291324" y="39884"/>
                </a:lnTo>
                <a:lnTo>
                  <a:pt x="291540" y="40058"/>
                </a:lnTo>
                <a:lnTo>
                  <a:pt x="291747" y="40236"/>
                </a:lnTo>
                <a:lnTo>
                  <a:pt x="291945" y="40417"/>
                </a:lnTo>
                <a:lnTo>
                  <a:pt x="292134" y="40603"/>
                </a:lnTo>
                <a:lnTo>
                  <a:pt x="292314" y="40792"/>
                </a:lnTo>
                <a:lnTo>
                  <a:pt x="292486" y="40985"/>
                </a:lnTo>
                <a:lnTo>
                  <a:pt x="292649" y="41182"/>
                </a:lnTo>
                <a:lnTo>
                  <a:pt x="292803" y="41383"/>
                </a:lnTo>
                <a:lnTo>
                  <a:pt x="292948" y="41587"/>
                </a:lnTo>
                <a:lnTo>
                  <a:pt x="293084" y="41796"/>
                </a:lnTo>
                <a:lnTo>
                  <a:pt x="293211" y="42008"/>
                </a:lnTo>
                <a:lnTo>
                  <a:pt x="293330" y="42224"/>
                </a:lnTo>
                <a:lnTo>
                  <a:pt x="293439" y="42444"/>
                </a:lnTo>
                <a:lnTo>
                  <a:pt x="293540" y="42667"/>
                </a:lnTo>
                <a:lnTo>
                  <a:pt x="293632" y="42895"/>
                </a:lnTo>
                <a:lnTo>
                  <a:pt x="293715" y="43126"/>
                </a:lnTo>
                <a:lnTo>
                  <a:pt x="293789" y="43361"/>
                </a:lnTo>
                <a:lnTo>
                  <a:pt x="293855" y="43600"/>
                </a:lnTo>
                <a:lnTo>
                  <a:pt x="293912" y="43843"/>
                </a:lnTo>
                <a:lnTo>
                  <a:pt x="293959" y="44089"/>
                </a:lnTo>
                <a:lnTo>
                  <a:pt x="293998" y="44340"/>
                </a:lnTo>
                <a:lnTo>
                  <a:pt x="311211" y="44340"/>
                </a:lnTo>
                <a:lnTo>
                  <a:pt x="311153" y="43555"/>
                </a:lnTo>
                <a:lnTo>
                  <a:pt x="311071" y="42783"/>
                </a:lnTo>
                <a:lnTo>
                  <a:pt x="310964" y="42025"/>
                </a:lnTo>
                <a:lnTo>
                  <a:pt x="310833" y="41280"/>
                </a:lnTo>
                <a:lnTo>
                  <a:pt x="310677" y="40548"/>
                </a:lnTo>
                <a:lnTo>
                  <a:pt x="310497" y="39830"/>
                </a:lnTo>
                <a:lnTo>
                  <a:pt x="310293" y="39125"/>
                </a:lnTo>
                <a:lnTo>
                  <a:pt x="310064" y="38434"/>
                </a:lnTo>
                <a:lnTo>
                  <a:pt x="309811" y="37756"/>
                </a:lnTo>
                <a:lnTo>
                  <a:pt x="309533" y="37091"/>
                </a:lnTo>
                <a:lnTo>
                  <a:pt x="309231" y="36440"/>
                </a:lnTo>
                <a:lnTo>
                  <a:pt x="308905" y="35802"/>
                </a:lnTo>
                <a:lnTo>
                  <a:pt x="308554" y="35178"/>
                </a:lnTo>
                <a:lnTo>
                  <a:pt x="308179" y="34567"/>
                </a:lnTo>
                <a:lnTo>
                  <a:pt x="307779" y="33969"/>
                </a:lnTo>
                <a:lnTo>
                  <a:pt x="307355" y="33385"/>
                </a:lnTo>
                <a:lnTo>
                  <a:pt x="306907" y="32814"/>
                </a:lnTo>
                <a:lnTo>
                  <a:pt x="306434" y="32256"/>
                </a:lnTo>
                <a:lnTo>
                  <a:pt x="305937" y="31712"/>
                </a:lnTo>
                <a:lnTo>
                  <a:pt x="305416" y="31181"/>
                </a:lnTo>
                <a:lnTo>
                  <a:pt x="304870" y="30664"/>
                </a:lnTo>
                <a:lnTo>
                  <a:pt x="304300" y="30160"/>
                </a:lnTo>
                <a:lnTo>
                  <a:pt x="303705" y="29669"/>
                </a:lnTo>
                <a:lnTo>
                  <a:pt x="303086" y="29192"/>
                </a:lnTo>
                <a:lnTo>
                  <a:pt x="302446" y="28731"/>
                </a:lnTo>
                <a:lnTo>
                  <a:pt x="301788" y="28290"/>
                </a:lnTo>
                <a:lnTo>
                  <a:pt x="301113" y="27869"/>
                </a:lnTo>
                <a:lnTo>
                  <a:pt x="300420" y="27467"/>
                </a:lnTo>
                <a:lnTo>
                  <a:pt x="299709" y="27085"/>
                </a:lnTo>
                <a:lnTo>
                  <a:pt x="298981" y="26722"/>
                </a:lnTo>
                <a:lnTo>
                  <a:pt x="298235" y="26379"/>
                </a:lnTo>
                <a:lnTo>
                  <a:pt x="297471" y="26056"/>
                </a:lnTo>
                <a:lnTo>
                  <a:pt x="296690" y="25752"/>
                </a:lnTo>
                <a:lnTo>
                  <a:pt x="295891" y="25467"/>
                </a:lnTo>
                <a:lnTo>
                  <a:pt x="295074" y="25203"/>
                </a:lnTo>
                <a:lnTo>
                  <a:pt x="294239" y="24958"/>
                </a:lnTo>
                <a:lnTo>
                  <a:pt x="293387" y="24732"/>
                </a:lnTo>
                <a:lnTo>
                  <a:pt x="292517" y="24526"/>
                </a:lnTo>
                <a:lnTo>
                  <a:pt x="291630" y="24340"/>
                </a:lnTo>
                <a:lnTo>
                  <a:pt x="290724" y="24174"/>
                </a:lnTo>
                <a:lnTo>
                  <a:pt x="289801" y="24027"/>
                </a:lnTo>
                <a:lnTo>
                  <a:pt x="288861" y="23899"/>
                </a:lnTo>
                <a:lnTo>
                  <a:pt x="287902" y="23791"/>
                </a:lnTo>
                <a:lnTo>
                  <a:pt x="286926" y="23703"/>
                </a:lnTo>
                <a:lnTo>
                  <a:pt x="285932" y="23634"/>
                </a:lnTo>
                <a:lnTo>
                  <a:pt x="284921" y="23585"/>
                </a:lnTo>
                <a:lnTo>
                  <a:pt x="283892" y="23556"/>
                </a:lnTo>
                <a:lnTo>
                  <a:pt x="282845" y="23546"/>
                </a:lnTo>
                <a:lnTo>
                  <a:pt x="277611" y="23546"/>
                </a:lnTo>
                <a:lnTo>
                  <a:pt x="276464" y="23556"/>
                </a:lnTo>
                <a:lnTo>
                  <a:pt x="275340" y="23587"/>
                </a:lnTo>
                <a:lnTo>
                  <a:pt x="274239" y="23638"/>
                </a:lnTo>
                <a:lnTo>
                  <a:pt x="273162" y="23709"/>
                </a:lnTo>
                <a:lnTo>
                  <a:pt x="272109" y="23800"/>
                </a:lnTo>
                <a:lnTo>
                  <a:pt x="271079" y="23912"/>
                </a:lnTo>
                <a:lnTo>
                  <a:pt x="270072" y="24044"/>
                </a:lnTo>
                <a:lnTo>
                  <a:pt x="269089" y="24197"/>
                </a:lnTo>
                <a:lnTo>
                  <a:pt x="268129" y="24369"/>
                </a:lnTo>
                <a:lnTo>
                  <a:pt x="267192" y="24563"/>
                </a:lnTo>
                <a:lnTo>
                  <a:pt x="266279" y="24776"/>
                </a:lnTo>
                <a:lnTo>
                  <a:pt x="265390" y="25010"/>
                </a:lnTo>
                <a:lnTo>
                  <a:pt x="264523" y="25264"/>
                </a:lnTo>
                <a:lnTo>
                  <a:pt x="263681" y="25538"/>
                </a:lnTo>
                <a:lnTo>
                  <a:pt x="262861" y="25833"/>
                </a:lnTo>
                <a:lnTo>
                  <a:pt x="262066" y="26148"/>
                </a:lnTo>
                <a:lnTo>
                  <a:pt x="261293" y="26483"/>
                </a:lnTo>
                <a:lnTo>
                  <a:pt x="260544" y="26839"/>
                </a:lnTo>
                <a:lnTo>
                  <a:pt x="259819" y="27215"/>
                </a:lnTo>
                <a:lnTo>
                  <a:pt x="259116" y="27611"/>
                </a:lnTo>
                <a:lnTo>
                  <a:pt x="258438" y="28028"/>
                </a:lnTo>
                <a:lnTo>
                  <a:pt x="257782" y="28465"/>
                </a:lnTo>
                <a:lnTo>
                  <a:pt x="257150" y="28923"/>
                </a:lnTo>
                <a:lnTo>
                  <a:pt x="256542" y="29400"/>
                </a:lnTo>
                <a:lnTo>
                  <a:pt x="255958" y="29896"/>
                </a:lnTo>
                <a:lnTo>
                  <a:pt x="255398" y="30408"/>
                </a:lnTo>
                <a:lnTo>
                  <a:pt x="254864" y="30937"/>
                </a:lnTo>
                <a:lnTo>
                  <a:pt x="254354" y="31483"/>
                </a:lnTo>
                <a:lnTo>
                  <a:pt x="253869" y="32045"/>
                </a:lnTo>
                <a:lnTo>
                  <a:pt x="253409" y="32623"/>
                </a:lnTo>
                <a:lnTo>
                  <a:pt x="252974" y="33218"/>
                </a:lnTo>
                <a:lnTo>
                  <a:pt x="252564" y="33829"/>
                </a:lnTo>
                <a:lnTo>
                  <a:pt x="252178" y="34457"/>
                </a:lnTo>
                <a:lnTo>
                  <a:pt x="251818" y="35102"/>
                </a:lnTo>
                <a:lnTo>
                  <a:pt x="251482" y="35762"/>
                </a:lnTo>
                <a:lnTo>
                  <a:pt x="251171" y="36440"/>
                </a:lnTo>
                <a:lnTo>
                  <a:pt x="250885" y="37134"/>
                </a:lnTo>
                <a:lnTo>
                  <a:pt x="250624" y="37844"/>
                </a:lnTo>
                <a:lnTo>
                  <a:pt x="250388" y="38571"/>
                </a:lnTo>
                <a:lnTo>
                  <a:pt x="250177" y="39314"/>
                </a:lnTo>
                <a:lnTo>
                  <a:pt x="249990" y="40074"/>
                </a:lnTo>
                <a:lnTo>
                  <a:pt x="249829" y="40850"/>
                </a:lnTo>
                <a:lnTo>
                  <a:pt x="249692" y="41643"/>
                </a:lnTo>
                <a:lnTo>
                  <a:pt x="249580" y="42453"/>
                </a:lnTo>
                <a:lnTo>
                  <a:pt x="249493" y="43278"/>
                </a:lnTo>
                <a:lnTo>
                  <a:pt x="249431" y="44121"/>
                </a:lnTo>
                <a:lnTo>
                  <a:pt x="249393" y="44979"/>
                </a:lnTo>
                <a:lnTo>
                  <a:pt x="249381" y="45855"/>
                </a:lnTo>
                <a:lnTo>
                  <a:pt x="249392" y="46695"/>
                </a:lnTo>
                <a:lnTo>
                  <a:pt x="249423" y="47518"/>
                </a:lnTo>
                <a:lnTo>
                  <a:pt x="249476" y="48323"/>
                </a:lnTo>
                <a:lnTo>
                  <a:pt x="249549" y="49110"/>
                </a:lnTo>
                <a:lnTo>
                  <a:pt x="249644" y="49880"/>
                </a:lnTo>
                <a:lnTo>
                  <a:pt x="249760" y="50632"/>
                </a:lnTo>
                <a:lnTo>
                  <a:pt x="249897" y="51366"/>
                </a:lnTo>
                <a:lnTo>
                  <a:pt x="250054" y="52083"/>
                </a:lnTo>
                <a:lnTo>
                  <a:pt x="250233" y="52781"/>
                </a:lnTo>
                <a:lnTo>
                  <a:pt x="250433" y="53463"/>
                </a:lnTo>
                <a:lnTo>
                  <a:pt x="250654" y="54126"/>
                </a:lnTo>
                <a:lnTo>
                  <a:pt x="250896" y="54772"/>
                </a:lnTo>
                <a:lnTo>
                  <a:pt x="251159" y="55400"/>
                </a:lnTo>
                <a:lnTo>
                  <a:pt x="251443" y="56010"/>
                </a:lnTo>
                <a:lnTo>
                  <a:pt x="251748" y="56603"/>
                </a:lnTo>
                <a:lnTo>
                  <a:pt x="252074" y="57178"/>
                </a:lnTo>
                <a:lnTo>
                  <a:pt x="252421" y="57735"/>
                </a:lnTo>
                <a:lnTo>
                  <a:pt x="252790" y="58275"/>
                </a:lnTo>
                <a:lnTo>
                  <a:pt x="253179" y="58797"/>
                </a:lnTo>
                <a:lnTo>
                  <a:pt x="253589" y="59301"/>
                </a:lnTo>
                <a:lnTo>
                  <a:pt x="254021" y="59788"/>
                </a:lnTo>
                <a:lnTo>
                  <a:pt x="254473" y="60257"/>
                </a:lnTo>
                <a:lnTo>
                  <a:pt x="254946" y="60708"/>
                </a:lnTo>
                <a:lnTo>
                  <a:pt x="255441" y="61141"/>
                </a:lnTo>
                <a:lnTo>
                  <a:pt x="255958" y="61560"/>
                </a:lnTo>
                <a:lnTo>
                  <a:pt x="256499" y="61967"/>
                </a:lnTo>
                <a:lnTo>
                  <a:pt x="257063" y="62363"/>
                </a:lnTo>
                <a:lnTo>
                  <a:pt x="257652" y="62748"/>
                </a:lnTo>
                <a:lnTo>
                  <a:pt x="258265" y="63121"/>
                </a:lnTo>
                <a:lnTo>
                  <a:pt x="258901" y="63482"/>
                </a:lnTo>
                <a:lnTo>
                  <a:pt x="259561" y="63832"/>
                </a:lnTo>
                <a:lnTo>
                  <a:pt x="260246" y="64171"/>
                </a:lnTo>
                <a:lnTo>
                  <a:pt x="260954" y="64498"/>
                </a:lnTo>
                <a:lnTo>
                  <a:pt x="261686" y="64814"/>
                </a:lnTo>
                <a:lnTo>
                  <a:pt x="262442" y="65118"/>
                </a:lnTo>
                <a:lnTo>
                  <a:pt x="263222" y="65410"/>
                </a:lnTo>
                <a:lnTo>
                  <a:pt x="264025" y="65691"/>
                </a:lnTo>
                <a:lnTo>
                  <a:pt x="264853" y="65961"/>
                </a:lnTo>
                <a:lnTo>
                  <a:pt x="265705" y="66219"/>
                </a:lnTo>
                <a:lnTo>
                  <a:pt x="266580" y="66466"/>
                </a:lnTo>
                <a:lnTo>
                  <a:pt x="267480" y="66701"/>
                </a:lnTo>
                <a:lnTo>
                  <a:pt x="268403" y="66925"/>
                </a:lnTo>
                <a:lnTo>
                  <a:pt x="269350" y="67137"/>
                </a:lnTo>
                <a:lnTo>
                  <a:pt x="270321" y="67338"/>
                </a:lnTo>
                <a:lnTo>
                  <a:pt x="271316" y="67528"/>
                </a:lnTo>
                <a:lnTo>
                  <a:pt x="272335" y="67705"/>
                </a:lnTo>
                <a:lnTo>
                  <a:pt x="273378" y="67872"/>
                </a:lnTo>
                <a:lnTo>
                  <a:pt x="274444" y="68027"/>
                </a:lnTo>
                <a:lnTo>
                  <a:pt x="283807" y="69403"/>
                </a:lnTo>
                <a:lnTo>
                  <a:pt x="284295" y="69463"/>
                </a:lnTo>
                <a:lnTo>
                  <a:pt x="284773" y="69529"/>
                </a:lnTo>
                <a:lnTo>
                  <a:pt x="285239" y="69600"/>
                </a:lnTo>
                <a:lnTo>
                  <a:pt x="285695" y="69677"/>
                </a:lnTo>
                <a:lnTo>
                  <a:pt x="286140" y="69759"/>
                </a:lnTo>
                <a:lnTo>
                  <a:pt x="286574" y="69847"/>
                </a:lnTo>
                <a:lnTo>
                  <a:pt x="286998" y="69940"/>
                </a:lnTo>
                <a:lnTo>
                  <a:pt x="287410" y="70038"/>
                </a:lnTo>
                <a:lnTo>
                  <a:pt x="287812" y="70143"/>
                </a:lnTo>
                <a:lnTo>
                  <a:pt x="288204" y="70252"/>
                </a:lnTo>
                <a:lnTo>
                  <a:pt x="288584" y="70367"/>
                </a:lnTo>
                <a:lnTo>
                  <a:pt x="288954" y="70488"/>
                </a:lnTo>
                <a:lnTo>
                  <a:pt x="289313" y="70614"/>
                </a:lnTo>
                <a:lnTo>
                  <a:pt x="289661" y="70746"/>
                </a:lnTo>
                <a:lnTo>
                  <a:pt x="289998" y="70883"/>
                </a:lnTo>
                <a:lnTo>
                  <a:pt x="290325" y="71025"/>
                </a:lnTo>
                <a:lnTo>
                  <a:pt x="290641" y="71173"/>
                </a:lnTo>
                <a:lnTo>
                  <a:pt x="290946" y="71327"/>
                </a:lnTo>
                <a:lnTo>
                  <a:pt x="291240" y="71486"/>
                </a:lnTo>
                <a:lnTo>
                  <a:pt x="291524" y="71651"/>
                </a:lnTo>
                <a:lnTo>
                  <a:pt x="291797" y="71821"/>
                </a:lnTo>
                <a:lnTo>
                  <a:pt x="292059" y="71996"/>
                </a:lnTo>
                <a:lnTo>
                  <a:pt x="292310" y="72177"/>
                </a:lnTo>
                <a:lnTo>
                  <a:pt x="292550" y="72364"/>
                </a:lnTo>
                <a:lnTo>
                  <a:pt x="292781" y="72556"/>
                </a:lnTo>
                <a:lnTo>
                  <a:pt x="293002" y="72754"/>
                </a:lnTo>
                <a:lnTo>
                  <a:pt x="293212" y="72959"/>
                </a:lnTo>
                <a:lnTo>
                  <a:pt x="293413" y="73169"/>
                </a:lnTo>
                <a:lnTo>
                  <a:pt x="293605" y="73385"/>
                </a:lnTo>
                <a:lnTo>
                  <a:pt x="293786" y="73607"/>
                </a:lnTo>
                <a:lnTo>
                  <a:pt x="293958" y="73835"/>
                </a:lnTo>
                <a:lnTo>
                  <a:pt x="294119" y="74069"/>
                </a:lnTo>
                <a:lnTo>
                  <a:pt x="294271" y="74310"/>
                </a:lnTo>
                <a:lnTo>
                  <a:pt x="294414" y="74556"/>
                </a:lnTo>
                <a:lnTo>
                  <a:pt x="294546" y="74808"/>
                </a:lnTo>
                <a:lnTo>
                  <a:pt x="294668" y="75066"/>
                </a:lnTo>
                <a:lnTo>
                  <a:pt x="294781" y="75330"/>
                </a:lnTo>
                <a:lnTo>
                  <a:pt x="294884" y="75600"/>
                </a:lnTo>
                <a:lnTo>
                  <a:pt x="294977" y="75876"/>
                </a:lnTo>
                <a:lnTo>
                  <a:pt x="295061" y="76158"/>
                </a:lnTo>
                <a:lnTo>
                  <a:pt x="295134" y="76446"/>
                </a:lnTo>
                <a:lnTo>
                  <a:pt x="295198" y="76740"/>
                </a:lnTo>
                <a:lnTo>
                  <a:pt x="295252" y="77040"/>
                </a:lnTo>
                <a:lnTo>
                  <a:pt x="295296" y="77346"/>
                </a:lnTo>
                <a:lnTo>
                  <a:pt x="295330" y="77658"/>
                </a:lnTo>
                <a:lnTo>
                  <a:pt x="295355" y="77976"/>
                </a:lnTo>
                <a:lnTo>
                  <a:pt x="295370" y="78300"/>
                </a:lnTo>
                <a:lnTo>
                  <a:pt x="295374" y="78630"/>
                </a:lnTo>
                <a:lnTo>
                  <a:pt x="295369" y="78982"/>
                </a:lnTo>
                <a:lnTo>
                  <a:pt x="295352" y="79328"/>
                </a:lnTo>
                <a:lnTo>
                  <a:pt x="295325" y="79669"/>
                </a:lnTo>
                <a:lnTo>
                  <a:pt x="295287" y="80002"/>
                </a:lnTo>
                <a:lnTo>
                  <a:pt x="295237" y="80330"/>
                </a:lnTo>
                <a:lnTo>
                  <a:pt x="295177" y="80652"/>
                </a:lnTo>
                <a:lnTo>
                  <a:pt x="295105" y="80967"/>
                </a:lnTo>
                <a:lnTo>
                  <a:pt x="295023" y="81276"/>
                </a:lnTo>
                <a:lnTo>
                  <a:pt x="294929" y="81579"/>
                </a:lnTo>
                <a:lnTo>
                  <a:pt x="294825" y="81875"/>
                </a:lnTo>
                <a:lnTo>
                  <a:pt x="294709" y="82166"/>
                </a:lnTo>
                <a:lnTo>
                  <a:pt x="294583" y="82450"/>
                </a:lnTo>
                <a:lnTo>
                  <a:pt x="294445" y="82728"/>
                </a:lnTo>
                <a:lnTo>
                  <a:pt x="294297" y="83000"/>
                </a:lnTo>
                <a:lnTo>
                  <a:pt x="294138" y="83266"/>
                </a:lnTo>
                <a:lnTo>
                  <a:pt x="293967" y="83525"/>
                </a:lnTo>
                <a:lnTo>
                  <a:pt x="293786" y="83778"/>
                </a:lnTo>
                <a:lnTo>
                  <a:pt x="293593" y="84025"/>
                </a:lnTo>
                <a:lnTo>
                  <a:pt x="293390" y="84266"/>
                </a:lnTo>
                <a:lnTo>
                  <a:pt x="293176" y="84500"/>
                </a:lnTo>
                <a:lnTo>
                  <a:pt x="292950" y="84729"/>
                </a:lnTo>
                <a:lnTo>
                  <a:pt x="292714" y="84951"/>
                </a:lnTo>
                <a:lnTo>
                  <a:pt x="292466" y="85167"/>
                </a:lnTo>
                <a:lnTo>
                  <a:pt x="292208" y="85377"/>
                </a:lnTo>
                <a:lnTo>
                  <a:pt x="291939" y="85579"/>
                </a:lnTo>
                <a:lnTo>
                  <a:pt x="291658" y="85773"/>
                </a:lnTo>
                <a:lnTo>
                  <a:pt x="291367" y="85958"/>
                </a:lnTo>
                <a:lnTo>
                  <a:pt x="291064" y="86134"/>
                </a:lnTo>
                <a:lnTo>
                  <a:pt x="290751" y="86302"/>
                </a:lnTo>
                <a:lnTo>
                  <a:pt x="290427" y="86461"/>
                </a:lnTo>
                <a:lnTo>
                  <a:pt x="290091" y="86612"/>
                </a:lnTo>
                <a:lnTo>
                  <a:pt x="289745" y="86754"/>
                </a:lnTo>
                <a:lnTo>
                  <a:pt x="289387" y="86887"/>
                </a:lnTo>
                <a:lnTo>
                  <a:pt x="289019" y="87012"/>
                </a:lnTo>
                <a:lnTo>
                  <a:pt x="288640" y="87129"/>
                </a:lnTo>
                <a:lnTo>
                  <a:pt x="288249" y="87236"/>
                </a:lnTo>
                <a:lnTo>
                  <a:pt x="287848" y="87335"/>
                </a:lnTo>
                <a:lnTo>
                  <a:pt x="287435" y="87426"/>
                </a:lnTo>
                <a:lnTo>
                  <a:pt x="287012" y="87507"/>
                </a:lnTo>
                <a:lnTo>
                  <a:pt x="286578" y="87580"/>
                </a:lnTo>
                <a:lnTo>
                  <a:pt x="286132" y="87645"/>
                </a:lnTo>
                <a:lnTo>
                  <a:pt x="285676" y="87701"/>
                </a:lnTo>
                <a:lnTo>
                  <a:pt x="285208" y="87748"/>
                </a:lnTo>
                <a:lnTo>
                  <a:pt x="284730" y="87787"/>
                </a:lnTo>
                <a:lnTo>
                  <a:pt x="284241" y="87817"/>
                </a:lnTo>
                <a:lnTo>
                  <a:pt x="283740" y="87839"/>
                </a:lnTo>
                <a:lnTo>
                  <a:pt x="283229" y="87852"/>
                </a:lnTo>
                <a:lnTo>
                  <a:pt x="282706" y="87856"/>
                </a:lnTo>
                <a:lnTo>
                  <a:pt x="276648" y="87856"/>
                </a:lnTo>
                <a:lnTo>
                  <a:pt x="276216" y="87852"/>
                </a:lnTo>
                <a:lnTo>
                  <a:pt x="275790" y="87841"/>
                </a:lnTo>
                <a:lnTo>
                  <a:pt x="275371" y="87822"/>
                </a:lnTo>
                <a:lnTo>
                  <a:pt x="274959" y="87795"/>
                </a:lnTo>
                <a:lnTo>
                  <a:pt x="274554" y="87760"/>
                </a:lnTo>
                <a:lnTo>
                  <a:pt x="274156" y="87718"/>
                </a:lnTo>
                <a:lnTo>
                  <a:pt x="273765" y="87669"/>
                </a:lnTo>
                <a:lnTo>
                  <a:pt x="273381" y="87611"/>
                </a:lnTo>
                <a:lnTo>
                  <a:pt x="273004" y="87546"/>
                </a:lnTo>
                <a:lnTo>
                  <a:pt x="272634" y="87474"/>
                </a:lnTo>
                <a:lnTo>
                  <a:pt x="272270" y="87393"/>
                </a:lnTo>
                <a:lnTo>
                  <a:pt x="271914" y="87305"/>
                </a:lnTo>
                <a:lnTo>
                  <a:pt x="271564" y="87210"/>
                </a:lnTo>
                <a:lnTo>
                  <a:pt x="271222" y="87107"/>
                </a:lnTo>
                <a:lnTo>
                  <a:pt x="270886" y="86996"/>
                </a:lnTo>
                <a:lnTo>
                  <a:pt x="270558" y="86877"/>
                </a:lnTo>
                <a:lnTo>
                  <a:pt x="270236" y="86751"/>
                </a:lnTo>
                <a:lnTo>
                  <a:pt x="269921" y="86617"/>
                </a:lnTo>
                <a:lnTo>
                  <a:pt x="269613" y="86476"/>
                </a:lnTo>
                <a:lnTo>
                  <a:pt x="269313" y="86327"/>
                </a:lnTo>
                <a:lnTo>
                  <a:pt x="269019" y="86170"/>
                </a:lnTo>
                <a:lnTo>
                  <a:pt x="268732" y="86006"/>
                </a:lnTo>
                <a:lnTo>
                  <a:pt x="268452" y="85834"/>
                </a:lnTo>
                <a:lnTo>
                  <a:pt x="268178" y="85654"/>
                </a:lnTo>
                <a:lnTo>
                  <a:pt x="267914" y="85468"/>
                </a:lnTo>
                <a:lnTo>
                  <a:pt x="267660" y="85277"/>
                </a:lnTo>
                <a:lnTo>
                  <a:pt x="267416" y="85081"/>
                </a:lnTo>
                <a:lnTo>
                  <a:pt x="267182" y="84881"/>
                </a:lnTo>
                <a:lnTo>
                  <a:pt x="266959" y="84676"/>
                </a:lnTo>
                <a:lnTo>
                  <a:pt x="266746" y="84466"/>
                </a:lnTo>
                <a:lnTo>
                  <a:pt x="266543" y="84251"/>
                </a:lnTo>
                <a:lnTo>
                  <a:pt x="266350" y="84032"/>
                </a:lnTo>
                <a:lnTo>
                  <a:pt x="266168" y="83807"/>
                </a:lnTo>
                <a:lnTo>
                  <a:pt x="265996" y="83578"/>
                </a:lnTo>
                <a:lnTo>
                  <a:pt x="265834" y="83344"/>
                </a:lnTo>
                <a:lnTo>
                  <a:pt x="265683" y="83106"/>
                </a:lnTo>
                <a:lnTo>
                  <a:pt x="265542" y="82862"/>
                </a:lnTo>
                <a:lnTo>
                  <a:pt x="265411" y="82614"/>
                </a:lnTo>
                <a:lnTo>
                  <a:pt x="265290" y="82361"/>
                </a:lnTo>
                <a:lnTo>
                  <a:pt x="265180" y="82103"/>
                </a:lnTo>
                <a:lnTo>
                  <a:pt x="265080" y="81841"/>
                </a:lnTo>
                <a:lnTo>
                  <a:pt x="264990" y="81573"/>
                </a:lnTo>
                <a:lnTo>
                  <a:pt x="264911" y="81301"/>
                </a:lnTo>
                <a:lnTo>
                  <a:pt x="264841" y="81025"/>
                </a:lnTo>
                <a:lnTo>
                  <a:pt x="264782" y="80743"/>
                </a:lnTo>
                <a:lnTo>
                  <a:pt x="264734" y="80456"/>
                </a:lnTo>
                <a:lnTo>
                  <a:pt x="264695" y="80165"/>
                </a:lnTo>
                <a:lnTo>
                  <a:pt x="264667" y="79869"/>
                </a:lnTo>
                <a:lnTo>
                  <a:pt x="247454" y="79869"/>
                </a:lnTo>
                <a:lnTo>
                  <a:pt x="247483" y="80417"/>
                </a:lnTo>
                <a:lnTo>
                  <a:pt x="247523" y="80959"/>
                </a:lnTo>
                <a:lnTo>
                  <a:pt x="247576" y="81494"/>
                </a:lnTo>
                <a:lnTo>
                  <a:pt x="247640" y="82024"/>
                </a:lnTo>
                <a:lnTo>
                  <a:pt x="247715" y="82548"/>
                </a:lnTo>
                <a:lnTo>
                  <a:pt x="247803" y="83066"/>
                </a:lnTo>
                <a:lnTo>
                  <a:pt x="247902" y="83578"/>
                </a:lnTo>
                <a:lnTo>
                  <a:pt x="248012" y="84084"/>
                </a:lnTo>
                <a:lnTo>
                  <a:pt x="248135" y="84584"/>
                </a:lnTo>
                <a:lnTo>
                  <a:pt x="248269" y="85078"/>
                </a:lnTo>
                <a:lnTo>
                  <a:pt x="248415" y="85566"/>
                </a:lnTo>
                <a:lnTo>
                  <a:pt x="248573" y="86048"/>
                </a:lnTo>
                <a:lnTo>
                  <a:pt x="248742" y="86524"/>
                </a:lnTo>
                <a:lnTo>
                  <a:pt x="248923" y="86994"/>
                </a:lnTo>
                <a:lnTo>
                  <a:pt x="249116" y="87458"/>
                </a:lnTo>
                <a:lnTo>
                  <a:pt x="249320" y="87916"/>
                </a:lnTo>
                <a:lnTo>
                  <a:pt x="249536" y="88369"/>
                </a:lnTo>
                <a:lnTo>
                  <a:pt x="249764" y="88815"/>
                </a:lnTo>
                <a:lnTo>
                  <a:pt x="250004" y="89255"/>
                </a:lnTo>
                <a:lnTo>
                  <a:pt x="250255" y="89690"/>
                </a:lnTo>
                <a:lnTo>
                  <a:pt x="250518" y="90118"/>
                </a:lnTo>
                <a:lnTo>
                  <a:pt x="250793" y="90540"/>
                </a:lnTo>
                <a:lnTo>
                  <a:pt x="251079" y="90957"/>
                </a:lnTo>
                <a:lnTo>
                  <a:pt x="251377" y="91367"/>
                </a:lnTo>
                <a:lnTo>
                  <a:pt x="251686" y="91771"/>
                </a:lnTo>
                <a:lnTo>
                  <a:pt x="252005" y="92167"/>
                </a:lnTo>
                <a:lnTo>
                  <a:pt x="252334" y="92556"/>
                </a:lnTo>
                <a:lnTo>
                  <a:pt x="252672" y="92937"/>
                </a:lnTo>
                <a:lnTo>
                  <a:pt x="253020" y="93311"/>
                </a:lnTo>
                <a:lnTo>
                  <a:pt x="253378" y="93678"/>
                </a:lnTo>
                <a:lnTo>
                  <a:pt x="253746" y="94037"/>
                </a:lnTo>
                <a:lnTo>
                  <a:pt x="254124" y="94388"/>
                </a:lnTo>
                <a:lnTo>
                  <a:pt x="254511" y="94733"/>
                </a:lnTo>
                <a:lnTo>
                  <a:pt x="254909" y="95070"/>
                </a:lnTo>
                <a:lnTo>
                  <a:pt x="255316" y="95399"/>
                </a:lnTo>
                <a:lnTo>
                  <a:pt x="255732" y="95721"/>
                </a:lnTo>
                <a:lnTo>
                  <a:pt x="256159" y="96036"/>
                </a:lnTo>
                <a:lnTo>
                  <a:pt x="256596" y="96343"/>
                </a:lnTo>
                <a:lnTo>
                  <a:pt x="257042" y="96643"/>
                </a:lnTo>
                <a:lnTo>
                  <a:pt x="257498" y="96936"/>
                </a:lnTo>
                <a:lnTo>
                  <a:pt x="257964" y="97221"/>
                </a:lnTo>
                <a:lnTo>
                  <a:pt x="258439" y="97499"/>
                </a:lnTo>
                <a:lnTo>
                  <a:pt x="258925" y="97769"/>
                </a:lnTo>
                <a:lnTo>
                  <a:pt x="259420" y="98032"/>
                </a:lnTo>
                <a:lnTo>
                  <a:pt x="259925" y="98287"/>
                </a:lnTo>
                <a:lnTo>
                  <a:pt x="260440" y="98535"/>
                </a:lnTo>
                <a:lnTo>
                  <a:pt x="260964" y="98776"/>
                </a:lnTo>
                <a:lnTo>
                  <a:pt x="261499" y="99009"/>
                </a:lnTo>
                <a:lnTo>
                  <a:pt x="262042" y="99234"/>
                </a:lnTo>
                <a:lnTo>
                  <a:pt x="262593" y="99449"/>
                </a:lnTo>
                <a:lnTo>
                  <a:pt x="263152" y="99655"/>
                </a:lnTo>
                <a:lnTo>
                  <a:pt x="263718" y="99851"/>
                </a:lnTo>
                <a:lnTo>
                  <a:pt x="264292" y="100037"/>
                </a:lnTo>
                <a:lnTo>
                  <a:pt x="264873" y="100214"/>
                </a:lnTo>
                <a:lnTo>
                  <a:pt x="265462" y="100382"/>
                </a:lnTo>
                <a:lnTo>
                  <a:pt x="266059" y="100540"/>
                </a:lnTo>
                <a:lnTo>
                  <a:pt x="266664" y="100688"/>
                </a:lnTo>
                <a:lnTo>
                  <a:pt x="267276" y="100827"/>
                </a:lnTo>
                <a:lnTo>
                  <a:pt x="267896" y="100956"/>
                </a:lnTo>
                <a:lnTo>
                  <a:pt x="268523" y="101075"/>
                </a:lnTo>
                <a:lnTo>
                  <a:pt x="269158" y="101185"/>
                </a:lnTo>
                <a:lnTo>
                  <a:pt x="269801" y="101286"/>
                </a:lnTo>
                <a:lnTo>
                  <a:pt x="270451" y="101377"/>
                </a:lnTo>
                <a:lnTo>
                  <a:pt x="271109" y="101458"/>
                </a:lnTo>
                <a:lnTo>
                  <a:pt x="271775" y="101530"/>
                </a:lnTo>
                <a:lnTo>
                  <a:pt x="272448" y="101592"/>
                </a:lnTo>
                <a:lnTo>
                  <a:pt x="273129" y="101644"/>
                </a:lnTo>
                <a:lnTo>
                  <a:pt x="273818" y="101687"/>
                </a:lnTo>
                <a:lnTo>
                  <a:pt x="274514" y="101721"/>
                </a:lnTo>
                <a:lnTo>
                  <a:pt x="275218" y="101745"/>
                </a:lnTo>
                <a:lnTo>
                  <a:pt x="275929" y="101759"/>
                </a:lnTo>
                <a:lnTo>
                  <a:pt x="276648" y="101764"/>
                </a:lnTo>
                <a:lnTo>
                  <a:pt x="282706" y="101764"/>
                </a:lnTo>
                <a:lnTo>
                  <a:pt x="283910" y="101753"/>
                </a:lnTo>
                <a:lnTo>
                  <a:pt x="285090" y="101721"/>
                </a:lnTo>
                <a:lnTo>
                  <a:pt x="286245" y="101668"/>
                </a:lnTo>
                <a:lnTo>
                  <a:pt x="287375" y="101594"/>
                </a:lnTo>
                <a:close/>
                <a:moveTo>
                  <a:pt x="369999" y="101594"/>
                </a:moveTo>
                <a:lnTo>
                  <a:pt x="371104" y="101498"/>
                </a:lnTo>
                <a:lnTo>
                  <a:pt x="372185" y="101381"/>
                </a:lnTo>
                <a:lnTo>
                  <a:pt x="373242" y="101243"/>
                </a:lnTo>
                <a:lnTo>
                  <a:pt x="374273" y="101083"/>
                </a:lnTo>
                <a:lnTo>
                  <a:pt x="375280" y="100902"/>
                </a:lnTo>
                <a:lnTo>
                  <a:pt x="376263" y="100700"/>
                </a:lnTo>
                <a:lnTo>
                  <a:pt x="377221" y="100477"/>
                </a:lnTo>
                <a:lnTo>
                  <a:pt x="378154" y="100232"/>
                </a:lnTo>
                <a:lnTo>
                  <a:pt x="379062" y="99966"/>
                </a:lnTo>
                <a:lnTo>
                  <a:pt x="379946" y="99679"/>
                </a:lnTo>
                <a:lnTo>
                  <a:pt x="380805" y="99371"/>
                </a:lnTo>
                <a:lnTo>
                  <a:pt x="381640" y="99041"/>
                </a:lnTo>
                <a:lnTo>
                  <a:pt x="382450" y="98690"/>
                </a:lnTo>
                <a:lnTo>
                  <a:pt x="383236" y="98317"/>
                </a:lnTo>
                <a:lnTo>
                  <a:pt x="383996" y="97924"/>
                </a:lnTo>
                <a:lnTo>
                  <a:pt x="384732" y="97509"/>
                </a:lnTo>
                <a:lnTo>
                  <a:pt x="385444" y="97073"/>
                </a:lnTo>
                <a:lnTo>
                  <a:pt x="386131" y="96615"/>
                </a:lnTo>
                <a:lnTo>
                  <a:pt x="386793" y="96137"/>
                </a:lnTo>
                <a:lnTo>
                  <a:pt x="387431" y="95637"/>
                </a:lnTo>
                <a:lnTo>
                  <a:pt x="388043" y="95118"/>
                </a:lnTo>
                <a:lnTo>
                  <a:pt x="388629" y="94581"/>
                </a:lnTo>
                <a:lnTo>
                  <a:pt x="389190" y="94028"/>
                </a:lnTo>
                <a:lnTo>
                  <a:pt x="389724" y="93458"/>
                </a:lnTo>
                <a:lnTo>
                  <a:pt x="390232" y="92871"/>
                </a:lnTo>
                <a:lnTo>
                  <a:pt x="390714" y="92267"/>
                </a:lnTo>
                <a:lnTo>
                  <a:pt x="391170" y="91646"/>
                </a:lnTo>
                <a:lnTo>
                  <a:pt x="391600" y="91008"/>
                </a:lnTo>
                <a:lnTo>
                  <a:pt x="392004" y="90353"/>
                </a:lnTo>
                <a:lnTo>
                  <a:pt x="392382" y="89681"/>
                </a:lnTo>
                <a:lnTo>
                  <a:pt x="392734" y="88992"/>
                </a:lnTo>
                <a:lnTo>
                  <a:pt x="393060" y="88286"/>
                </a:lnTo>
                <a:lnTo>
                  <a:pt x="393359" y="87563"/>
                </a:lnTo>
                <a:lnTo>
                  <a:pt x="393633" y="86823"/>
                </a:lnTo>
                <a:lnTo>
                  <a:pt x="393881" y="86066"/>
                </a:lnTo>
                <a:lnTo>
                  <a:pt x="394102" y="85292"/>
                </a:lnTo>
                <a:lnTo>
                  <a:pt x="394298" y="84501"/>
                </a:lnTo>
                <a:lnTo>
                  <a:pt x="394467" y="83694"/>
                </a:lnTo>
                <a:lnTo>
                  <a:pt x="394610" y="82869"/>
                </a:lnTo>
                <a:lnTo>
                  <a:pt x="394728" y="82027"/>
                </a:lnTo>
                <a:lnTo>
                  <a:pt x="394819" y="81169"/>
                </a:lnTo>
                <a:lnTo>
                  <a:pt x="394884" y="80293"/>
                </a:lnTo>
                <a:lnTo>
                  <a:pt x="394923" y="79400"/>
                </a:lnTo>
                <a:lnTo>
                  <a:pt x="394936" y="78491"/>
                </a:lnTo>
                <a:lnTo>
                  <a:pt x="394925" y="77639"/>
                </a:lnTo>
                <a:lnTo>
                  <a:pt x="394892" y="76805"/>
                </a:lnTo>
                <a:lnTo>
                  <a:pt x="394836" y="75988"/>
                </a:lnTo>
                <a:lnTo>
                  <a:pt x="394758" y="75188"/>
                </a:lnTo>
                <a:lnTo>
                  <a:pt x="394658" y="74406"/>
                </a:lnTo>
                <a:lnTo>
                  <a:pt x="394536" y="73641"/>
                </a:lnTo>
                <a:lnTo>
                  <a:pt x="394391" y="72894"/>
                </a:lnTo>
                <a:lnTo>
                  <a:pt x="394225" y="72164"/>
                </a:lnTo>
                <a:lnTo>
                  <a:pt x="394036" y="71452"/>
                </a:lnTo>
                <a:lnTo>
                  <a:pt x="393825" y="70757"/>
                </a:lnTo>
                <a:lnTo>
                  <a:pt x="393591" y="70080"/>
                </a:lnTo>
                <a:lnTo>
                  <a:pt x="393336" y="69420"/>
                </a:lnTo>
                <a:lnTo>
                  <a:pt x="393058" y="68777"/>
                </a:lnTo>
                <a:lnTo>
                  <a:pt x="392758" y="68152"/>
                </a:lnTo>
                <a:lnTo>
                  <a:pt x="392435" y="67545"/>
                </a:lnTo>
                <a:lnTo>
                  <a:pt x="392091" y="66955"/>
                </a:lnTo>
                <a:lnTo>
                  <a:pt x="391724" y="66382"/>
                </a:lnTo>
                <a:lnTo>
                  <a:pt x="391335" y="65827"/>
                </a:lnTo>
                <a:lnTo>
                  <a:pt x="390924" y="65289"/>
                </a:lnTo>
                <a:lnTo>
                  <a:pt x="390490" y="64769"/>
                </a:lnTo>
                <a:lnTo>
                  <a:pt x="390034" y="64266"/>
                </a:lnTo>
                <a:lnTo>
                  <a:pt x="389556" y="63781"/>
                </a:lnTo>
                <a:lnTo>
                  <a:pt x="389056" y="63313"/>
                </a:lnTo>
                <a:lnTo>
                  <a:pt x="388534" y="62862"/>
                </a:lnTo>
                <a:lnTo>
                  <a:pt x="387988" y="62426"/>
                </a:lnTo>
                <a:lnTo>
                  <a:pt x="387417" y="62002"/>
                </a:lnTo>
                <a:lnTo>
                  <a:pt x="386822" y="61589"/>
                </a:lnTo>
                <a:lnTo>
                  <a:pt x="386203" y="61189"/>
                </a:lnTo>
                <a:lnTo>
                  <a:pt x="385558" y="60800"/>
                </a:lnTo>
                <a:lnTo>
                  <a:pt x="384889" y="60422"/>
                </a:lnTo>
                <a:lnTo>
                  <a:pt x="384196" y="60056"/>
                </a:lnTo>
                <a:lnTo>
                  <a:pt x="383477" y="59703"/>
                </a:lnTo>
                <a:lnTo>
                  <a:pt x="382734" y="59360"/>
                </a:lnTo>
                <a:lnTo>
                  <a:pt x="381967" y="59030"/>
                </a:lnTo>
                <a:lnTo>
                  <a:pt x="381175" y="58711"/>
                </a:lnTo>
                <a:lnTo>
                  <a:pt x="380358" y="58404"/>
                </a:lnTo>
                <a:lnTo>
                  <a:pt x="379516" y="58108"/>
                </a:lnTo>
                <a:lnTo>
                  <a:pt x="378650" y="57825"/>
                </a:lnTo>
                <a:lnTo>
                  <a:pt x="377760" y="57553"/>
                </a:lnTo>
                <a:lnTo>
                  <a:pt x="376844" y="57292"/>
                </a:lnTo>
                <a:lnTo>
                  <a:pt x="375904" y="57044"/>
                </a:lnTo>
                <a:lnTo>
                  <a:pt x="374940" y="56807"/>
                </a:lnTo>
                <a:lnTo>
                  <a:pt x="373951" y="56582"/>
                </a:lnTo>
                <a:lnTo>
                  <a:pt x="372937" y="56368"/>
                </a:lnTo>
                <a:lnTo>
                  <a:pt x="371898" y="56167"/>
                </a:lnTo>
                <a:lnTo>
                  <a:pt x="370835" y="55977"/>
                </a:lnTo>
                <a:lnTo>
                  <a:pt x="369748" y="55798"/>
                </a:lnTo>
                <a:lnTo>
                  <a:pt x="368635" y="55632"/>
                </a:lnTo>
                <a:lnTo>
                  <a:pt x="358858" y="54255"/>
                </a:lnTo>
                <a:lnTo>
                  <a:pt x="358427" y="54185"/>
                </a:lnTo>
                <a:lnTo>
                  <a:pt x="358006" y="54111"/>
                </a:lnTo>
                <a:lnTo>
                  <a:pt x="357595" y="54033"/>
                </a:lnTo>
                <a:lnTo>
                  <a:pt x="357195" y="53951"/>
                </a:lnTo>
                <a:lnTo>
                  <a:pt x="356804" y="53867"/>
                </a:lnTo>
                <a:lnTo>
                  <a:pt x="356423" y="53778"/>
                </a:lnTo>
                <a:lnTo>
                  <a:pt x="356052" y="53686"/>
                </a:lnTo>
                <a:lnTo>
                  <a:pt x="355691" y="53590"/>
                </a:lnTo>
                <a:lnTo>
                  <a:pt x="355341" y="53491"/>
                </a:lnTo>
                <a:lnTo>
                  <a:pt x="355000" y="53388"/>
                </a:lnTo>
                <a:lnTo>
                  <a:pt x="354669" y="53281"/>
                </a:lnTo>
                <a:lnTo>
                  <a:pt x="354349" y="53171"/>
                </a:lnTo>
                <a:lnTo>
                  <a:pt x="354038" y="53058"/>
                </a:lnTo>
                <a:lnTo>
                  <a:pt x="353737" y="52940"/>
                </a:lnTo>
                <a:lnTo>
                  <a:pt x="353447" y="52819"/>
                </a:lnTo>
                <a:lnTo>
                  <a:pt x="353166" y="52695"/>
                </a:lnTo>
                <a:lnTo>
                  <a:pt x="352896" y="52567"/>
                </a:lnTo>
                <a:lnTo>
                  <a:pt x="352635" y="52435"/>
                </a:lnTo>
                <a:lnTo>
                  <a:pt x="352385" y="52300"/>
                </a:lnTo>
                <a:lnTo>
                  <a:pt x="352145" y="52161"/>
                </a:lnTo>
                <a:lnTo>
                  <a:pt x="351914" y="52019"/>
                </a:lnTo>
                <a:lnTo>
                  <a:pt x="351694" y="51873"/>
                </a:lnTo>
                <a:lnTo>
                  <a:pt x="351484" y="51723"/>
                </a:lnTo>
                <a:lnTo>
                  <a:pt x="351283" y="51570"/>
                </a:lnTo>
                <a:lnTo>
                  <a:pt x="351092" y="51412"/>
                </a:lnTo>
                <a:lnTo>
                  <a:pt x="350910" y="51246"/>
                </a:lnTo>
                <a:lnTo>
                  <a:pt x="350735" y="51074"/>
                </a:lnTo>
                <a:lnTo>
                  <a:pt x="350568" y="50895"/>
                </a:lnTo>
                <a:lnTo>
                  <a:pt x="350410" y="50709"/>
                </a:lnTo>
                <a:lnTo>
                  <a:pt x="350259" y="50516"/>
                </a:lnTo>
                <a:lnTo>
                  <a:pt x="350117" y="50316"/>
                </a:lnTo>
                <a:lnTo>
                  <a:pt x="349983" y="50109"/>
                </a:lnTo>
                <a:lnTo>
                  <a:pt x="349857" y="49895"/>
                </a:lnTo>
                <a:lnTo>
                  <a:pt x="349739" y="49674"/>
                </a:lnTo>
                <a:lnTo>
                  <a:pt x="349629" y="49446"/>
                </a:lnTo>
                <a:lnTo>
                  <a:pt x="349528" y="49211"/>
                </a:lnTo>
                <a:lnTo>
                  <a:pt x="349434" y="48970"/>
                </a:lnTo>
                <a:lnTo>
                  <a:pt x="349349" y="48721"/>
                </a:lnTo>
                <a:lnTo>
                  <a:pt x="349272" y="48466"/>
                </a:lnTo>
                <a:lnTo>
                  <a:pt x="349203" y="48203"/>
                </a:lnTo>
                <a:lnTo>
                  <a:pt x="349142" y="47934"/>
                </a:lnTo>
                <a:lnTo>
                  <a:pt x="349089" y="47658"/>
                </a:lnTo>
                <a:lnTo>
                  <a:pt x="349044" y="47375"/>
                </a:lnTo>
                <a:lnTo>
                  <a:pt x="349008" y="47085"/>
                </a:lnTo>
                <a:lnTo>
                  <a:pt x="348979" y="46788"/>
                </a:lnTo>
                <a:lnTo>
                  <a:pt x="348959" y="46484"/>
                </a:lnTo>
                <a:lnTo>
                  <a:pt x="348947" y="46173"/>
                </a:lnTo>
                <a:lnTo>
                  <a:pt x="348943" y="45855"/>
                </a:lnTo>
                <a:lnTo>
                  <a:pt x="348947" y="45514"/>
                </a:lnTo>
                <a:lnTo>
                  <a:pt x="348961" y="45180"/>
                </a:lnTo>
                <a:lnTo>
                  <a:pt x="348985" y="44853"/>
                </a:lnTo>
                <a:lnTo>
                  <a:pt x="349017" y="44533"/>
                </a:lnTo>
                <a:lnTo>
                  <a:pt x="349059" y="44220"/>
                </a:lnTo>
                <a:lnTo>
                  <a:pt x="349110" y="43914"/>
                </a:lnTo>
                <a:lnTo>
                  <a:pt x="349171" y="43615"/>
                </a:lnTo>
                <a:lnTo>
                  <a:pt x="349241" y="43323"/>
                </a:lnTo>
                <a:lnTo>
                  <a:pt x="349320" y="43038"/>
                </a:lnTo>
                <a:lnTo>
                  <a:pt x="349409" y="42759"/>
                </a:lnTo>
                <a:lnTo>
                  <a:pt x="349507" y="42488"/>
                </a:lnTo>
                <a:lnTo>
                  <a:pt x="349614" y="42223"/>
                </a:lnTo>
                <a:lnTo>
                  <a:pt x="349731" y="41966"/>
                </a:lnTo>
                <a:lnTo>
                  <a:pt x="349856" y="41715"/>
                </a:lnTo>
                <a:lnTo>
                  <a:pt x="349992" y="41472"/>
                </a:lnTo>
                <a:lnTo>
                  <a:pt x="350136" y="41235"/>
                </a:lnTo>
                <a:lnTo>
                  <a:pt x="350290" y="41005"/>
                </a:lnTo>
                <a:lnTo>
                  <a:pt x="350453" y="40782"/>
                </a:lnTo>
                <a:lnTo>
                  <a:pt x="350626" y="40566"/>
                </a:lnTo>
                <a:lnTo>
                  <a:pt x="350807" y="40358"/>
                </a:lnTo>
                <a:lnTo>
                  <a:pt x="350999" y="40155"/>
                </a:lnTo>
                <a:lnTo>
                  <a:pt x="351199" y="39960"/>
                </a:lnTo>
                <a:lnTo>
                  <a:pt x="351409" y="39772"/>
                </a:lnTo>
                <a:lnTo>
                  <a:pt x="351628" y="39591"/>
                </a:lnTo>
                <a:lnTo>
                  <a:pt x="351857" y="39417"/>
                </a:lnTo>
                <a:lnTo>
                  <a:pt x="352098" y="39250"/>
                </a:lnTo>
                <a:lnTo>
                  <a:pt x="352350" y="39091"/>
                </a:lnTo>
                <a:lnTo>
                  <a:pt x="352613" y="38939"/>
                </a:lnTo>
                <a:lnTo>
                  <a:pt x="352887" y="38794"/>
                </a:lnTo>
                <a:lnTo>
                  <a:pt x="353173" y="38657"/>
                </a:lnTo>
                <a:lnTo>
                  <a:pt x="353470" y="38527"/>
                </a:lnTo>
                <a:lnTo>
                  <a:pt x="353778" y="38405"/>
                </a:lnTo>
                <a:lnTo>
                  <a:pt x="354097" y="38290"/>
                </a:lnTo>
                <a:lnTo>
                  <a:pt x="354428" y="38183"/>
                </a:lnTo>
                <a:lnTo>
                  <a:pt x="354769" y="38083"/>
                </a:lnTo>
                <a:lnTo>
                  <a:pt x="355122" y="37990"/>
                </a:lnTo>
                <a:lnTo>
                  <a:pt x="355487" y="37905"/>
                </a:lnTo>
                <a:lnTo>
                  <a:pt x="355862" y="37827"/>
                </a:lnTo>
                <a:lnTo>
                  <a:pt x="356249" y="37756"/>
                </a:lnTo>
                <a:lnTo>
                  <a:pt x="356647" y="37693"/>
                </a:lnTo>
                <a:lnTo>
                  <a:pt x="357056" y="37638"/>
                </a:lnTo>
                <a:lnTo>
                  <a:pt x="357476" y="37590"/>
                </a:lnTo>
                <a:lnTo>
                  <a:pt x="357908" y="37549"/>
                </a:lnTo>
                <a:lnTo>
                  <a:pt x="358351" y="37516"/>
                </a:lnTo>
                <a:lnTo>
                  <a:pt x="358805" y="37490"/>
                </a:lnTo>
                <a:lnTo>
                  <a:pt x="359270" y="37471"/>
                </a:lnTo>
                <a:lnTo>
                  <a:pt x="359747" y="37460"/>
                </a:lnTo>
                <a:lnTo>
                  <a:pt x="360235" y="37456"/>
                </a:lnTo>
                <a:lnTo>
                  <a:pt x="365469" y="37456"/>
                </a:lnTo>
                <a:lnTo>
                  <a:pt x="365867" y="37460"/>
                </a:lnTo>
                <a:lnTo>
                  <a:pt x="366259" y="37470"/>
                </a:lnTo>
                <a:lnTo>
                  <a:pt x="366644" y="37486"/>
                </a:lnTo>
                <a:lnTo>
                  <a:pt x="367023" y="37510"/>
                </a:lnTo>
                <a:lnTo>
                  <a:pt x="367396" y="37540"/>
                </a:lnTo>
                <a:lnTo>
                  <a:pt x="367762" y="37577"/>
                </a:lnTo>
                <a:lnTo>
                  <a:pt x="368121" y="37620"/>
                </a:lnTo>
                <a:lnTo>
                  <a:pt x="368474" y="37671"/>
                </a:lnTo>
                <a:lnTo>
                  <a:pt x="368821" y="37728"/>
                </a:lnTo>
                <a:lnTo>
                  <a:pt x="369161" y="37791"/>
                </a:lnTo>
                <a:lnTo>
                  <a:pt x="369495" y="37861"/>
                </a:lnTo>
                <a:lnTo>
                  <a:pt x="369822" y="37938"/>
                </a:lnTo>
                <a:lnTo>
                  <a:pt x="370143" y="38022"/>
                </a:lnTo>
                <a:lnTo>
                  <a:pt x="370458" y="38113"/>
                </a:lnTo>
                <a:lnTo>
                  <a:pt x="370766" y="38210"/>
                </a:lnTo>
                <a:lnTo>
                  <a:pt x="371067" y="38314"/>
                </a:lnTo>
                <a:lnTo>
                  <a:pt x="371362" y="38424"/>
                </a:lnTo>
                <a:lnTo>
                  <a:pt x="371651" y="38541"/>
                </a:lnTo>
                <a:lnTo>
                  <a:pt x="371933" y="38665"/>
                </a:lnTo>
                <a:lnTo>
                  <a:pt x="372209" y="38796"/>
                </a:lnTo>
                <a:lnTo>
                  <a:pt x="372478" y="38933"/>
                </a:lnTo>
                <a:lnTo>
                  <a:pt x="372741" y="39077"/>
                </a:lnTo>
                <a:lnTo>
                  <a:pt x="372997" y="39228"/>
                </a:lnTo>
                <a:lnTo>
                  <a:pt x="373247" y="39385"/>
                </a:lnTo>
                <a:lnTo>
                  <a:pt x="373490" y="39548"/>
                </a:lnTo>
                <a:lnTo>
                  <a:pt x="373723" y="39714"/>
                </a:lnTo>
                <a:lnTo>
                  <a:pt x="373948" y="39884"/>
                </a:lnTo>
                <a:lnTo>
                  <a:pt x="374164" y="40058"/>
                </a:lnTo>
                <a:lnTo>
                  <a:pt x="374370" y="40236"/>
                </a:lnTo>
                <a:lnTo>
                  <a:pt x="374569" y="40417"/>
                </a:lnTo>
                <a:lnTo>
                  <a:pt x="374758" y="40603"/>
                </a:lnTo>
                <a:lnTo>
                  <a:pt x="374938" y="40792"/>
                </a:lnTo>
                <a:lnTo>
                  <a:pt x="375110" y="40985"/>
                </a:lnTo>
                <a:lnTo>
                  <a:pt x="375272" y="41182"/>
                </a:lnTo>
                <a:lnTo>
                  <a:pt x="375426" y="41383"/>
                </a:lnTo>
                <a:lnTo>
                  <a:pt x="375571" y="41587"/>
                </a:lnTo>
                <a:lnTo>
                  <a:pt x="375708" y="41796"/>
                </a:lnTo>
                <a:lnTo>
                  <a:pt x="375835" y="42008"/>
                </a:lnTo>
                <a:lnTo>
                  <a:pt x="375953" y="42224"/>
                </a:lnTo>
                <a:lnTo>
                  <a:pt x="376063" y="42444"/>
                </a:lnTo>
                <a:lnTo>
                  <a:pt x="376164" y="42667"/>
                </a:lnTo>
                <a:lnTo>
                  <a:pt x="376256" y="42895"/>
                </a:lnTo>
                <a:lnTo>
                  <a:pt x="376339" y="43126"/>
                </a:lnTo>
                <a:lnTo>
                  <a:pt x="376413" y="43361"/>
                </a:lnTo>
                <a:lnTo>
                  <a:pt x="376479" y="43600"/>
                </a:lnTo>
                <a:lnTo>
                  <a:pt x="376535" y="43843"/>
                </a:lnTo>
                <a:lnTo>
                  <a:pt x="376583" y="44089"/>
                </a:lnTo>
                <a:lnTo>
                  <a:pt x="376622" y="44340"/>
                </a:lnTo>
                <a:lnTo>
                  <a:pt x="393835" y="44340"/>
                </a:lnTo>
                <a:lnTo>
                  <a:pt x="393777" y="43555"/>
                </a:lnTo>
                <a:lnTo>
                  <a:pt x="393695" y="42783"/>
                </a:lnTo>
                <a:lnTo>
                  <a:pt x="393588" y="42025"/>
                </a:lnTo>
                <a:lnTo>
                  <a:pt x="393456" y="41280"/>
                </a:lnTo>
                <a:lnTo>
                  <a:pt x="393301" y="40548"/>
                </a:lnTo>
                <a:lnTo>
                  <a:pt x="393121" y="39830"/>
                </a:lnTo>
                <a:lnTo>
                  <a:pt x="392916" y="39125"/>
                </a:lnTo>
                <a:lnTo>
                  <a:pt x="392688" y="38434"/>
                </a:lnTo>
                <a:lnTo>
                  <a:pt x="392434" y="37756"/>
                </a:lnTo>
                <a:lnTo>
                  <a:pt x="392157" y="37091"/>
                </a:lnTo>
                <a:lnTo>
                  <a:pt x="391855" y="36440"/>
                </a:lnTo>
                <a:lnTo>
                  <a:pt x="391528" y="35802"/>
                </a:lnTo>
                <a:lnTo>
                  <a:pt x="391178" y="35178"/>
                </a:lnTo>
                <a:lnTo>
                  <a:pt x="390803" y="34567"/>
                </a:lnTo>
                <a:lnTo>
                  <a:pt x="390403" y="33969"/>
                </a:lnTo>
                <a:lnTo>
                  <a:pt x="389979" y="33385"/>
                </a:lnTo>
                <a:lnTo>
                  <a:pt x="389531" y="32814"/>
                </a:lnTo>
                <a:lnTo>
                  <a:pt x="389058" y="32256"/>
                </a:lnTo>
                <a:lnTo>
                  <a:pt x="388561" y="31712"/>
                </a:lnTo>
                <a:lnTo>
                  <a:pt x="388040" y="31181"/>
                </a:lnTo>
                <a:lnTo>
                  <a:pt x="387494" y="30664"/>
                </a:lnTo>
                <a:lnTo>
                  <a:pt x="386923" y="30160"/>
                </a:lnTo>
                <a:lnTo>
                  <a:pt x="386329" y="29669"/>
                </a:lnTo>
                <a:lnTo>
                  <a:pt x="385710" y="29192"/>
                </a:lnTo>
                <a:lnTo>
                  <a:pt x="385070" y="28731"/>
                </a:lnTo>
                <a:lnTo>
                  <a:pt x="384412" y="28290"/>
                </a:lnTo>
                <a:lnTo>
                  <a:pt x="383737" y="27869"/>
                </a:lnTo>
                <a:lnTo>
                  <a:pt x="383044" y="27467"/>
                </a:lnTo>
                <a:lnTo>
                  <a:pt x="382333" y="27085"/>
                </a:lnTo>
                <a:lnTo>
                  <a:pt x="381605" y="26722"/>
                </a:lnTo>
                <a:lnTo>
                  <a:pt x="380859" y="26379"/>
                </a:lnTo>
                <a:lnTo>
                  <a:pt x="380095" y="26056"/>
                </a:lnTo>
                <a:lnTo>
                  <a:pt x="379314" y="25752"/>
                </a:lnTo>
                <a:lnTo>
                  <a:pt x="378514" y="25467"/>
                </a:lnTo>
                <a:lnTo>
                  <a:pt x="377698" y="25203"/>
                </a:lnTo>
                <a:lnTo>
                  <a:pt x="376863" y="24958"/>
                </a:lnTo>
                <a:lnTo>
                  <a:pt x="376011" y="24732"/>
                </a:lnTo>
                <a:lnTo>
                  <a:pt x="375141" y="24526"/>
                </a:lnTo>
                <a:lnTo>
                  <a:pt x="374253" y="24340"/>
                </a:lnTo>
                <a:lnTo>
                  <a:pt x="373348" y="24174"/>
                </a:lnTo>
                <a:lnTo>
                  <a:pt x="372425" y="24027"/>
                </a:lnTo>
                <a:lnTo>
                  <a:pt x="371484" y="23899"/>
                </a:lnTo>
                <a:lnTo>
                  <a:pt x="370526" y="23791"/>
                </a:lnTo>
                <a:lnTo>
                  <a:pt x="369550" y="23703"/>
                </a:lnTo>
                <a:lnTo>
                  <a:pt x="368556" y="23634"/>
                </a:lnTo>
                <a:lnTo>
                  <a:pt x="367545" y="23585"/>
                </a:lnTo>
                <a:lnTo>
                  <a:pt x="366516" y="23556"/>
                </a:lnTo>
                <a:lnTo>
                  <a:pt x="365469" y="23546"/>
                </a:lnTo>
                <a:lnTo>
                  <a:pt x="360235" y="23546"/>
                </a:lnTo>
                <a:lnTo>
                  <a:pt x="359087" y="23556"/>
                </a:lnTo>
                <a:lnTo>
                  <a:pt x="357963" y="23587"/>
                </a:lnTo>
                <a:lnTo>
                  <a:pt x="356863" y="23638"/>
                </a:lnTo>
                <a:lnTo>
                  <a:pt x="355786" y="23709"/>
                </a:lnTo>
                <a:lnTo>
                  <a:pt x="354732" y="23800"/>
                </a:lnTo>
                <a:lnTo>
                  <a:pt x="353702" y="23912"/>
                </a:lnTo>
                <a:lnTo>
                  <a:pt x="352696" y="24044"/>
                </a:lnTo>
                <a:lnTo>
                  <a:pt x="351712" y="24197"/>
                </a:lnTo>
                <a:lnTo>
                  <a:pt x="350752" y="24369"/>
                </a:lnTo>
                <a:lnTo>
                  <a:pt x="349816" y="24563"/>
                </a:lnTo>
                <a:lnTo>
                  <a:pt x="348903" y="24776"/>
                </a:lnTo>
                <a:lnTo>
                  <a:pt x="348013" y="25010"/>
                </a:lnTo>
                <a:lnTo>
                  <a:pt x="347147" y="25264"/>
                </a:lnTo>
                <a:lnTo>
                  <a:pt x="346304" y="25538"/>
                </a:lnTo>
                <a:lnTo>
                  <a:pt x="345485" y="25833"/>
                </a:lnTo>
                <a:lnTo>
                  <a:pt x="344689" y="26148"/>
                </a:lnTo>
                <a:lnTo>
                  <a:pt x="343917" y="26483"/>
                </a:lnTo>
                <a:lnTo>
                  <a:pt x="343168" y="26839"/>
                </a:lnTo>
                <a:lnTo>
                  <a:pt x="342442" y="27215"/>
                </a:lnTo>
                <a:lnTo>
                  <a:pt x="341740" y="27611"/>
                </a:lnTo>
                <a:lnTo>
                  <a:pt x="341061" y="28028"/>
                </a:lnTo>
                <a:lnTo>
                  <a:pt x="340406" y="28465"/>
                </a:lnTo>
                <a:lnTo>
                  <a:pt x="339774" y="28923"/>
                </a:lnTo>
                <a:lnTo>
                  <a:pt x="339166" y="29400"/>
                </a:lnTo>
                <a:lnTo>
                  <a:pt x="338581" y="29896"/>
                </a:lnTo>
                <a:lnTo>
                  <a:pt x="338022" y="30408"/>
                </a:lnTo>
                <a:lnTo>
                  <a:pt x="337487" y="30937"/>
                </a:lnTo>
                <a:lnTo>
                  <a:pt x="336978" y="31483"/>
                </a:lnTo>
                <a:lnTo>
                  <a:pt x="336493" y="32045"/>
                </a:lnTo>
                <a:lnTo>
                  <a:pt x="336033" y="32623"/>
                </a:lnTo>
                <a:lnTo>
                  <a:pt x="335598" y="33218"/>
                </a:lnTo>
                <a:lnTo>
                  <a:pt x="335187" y="33829"/>
                </a:lnTo>
                <a:lnTo>
                  <a:pt x="334802" y="34457"/>
                </a:lnTo>
                <a:lnTo>
                  <a:pt x="334441" y="35102"/>
                </a:lnTo>
                <a:lnTo>
                  <a:pt x="334106" y="35762"/>
                </a:lnTo>
                <a:lnTo>
                  <a:pt x="333795" y="36440"/>
                </a:lnTo>
                <a:lnTo>
                  <a:pt x="333509" y="37134"/>
                </a:lnTo>
                <a:lnTo>
                  <a:pt x="333248" y="37844"/>
                </a:lnTo>
                <a:lnTo>
                  <a:pt x="333012" y="38571"/>
                </a:lnTo>
                <a:lnTo>
                  <a:pt x="332800" y="39314"/>
                </a:lnTo>
                <a:lnTo>
                  <a:pt x="332614" y="40074"/>
                </a:lnTo>
                <a:lnTo>
                  <a:pt x="332452" y="40850"/>
                </a:lnTo>
                <a:lnTo>
                  <a:pt x="332316" y="41643"/>
                </a:lnTo>
                <a:lnTo>
                  <a:pt x="332204" y="42453"/>
                </a:lnTo>
                <a:lnTo>
                  <a:pt x="332117" y="43278"/>
                </a:lnTo>
                <a:lnTo>
                  <a:pt x="332054" y="44121"/>
                </a:lnTo>
                <a:lnTo>
                  <a:pt x="332017" y="44979"/>
                </a:lnTo>
                <a:lnTo>
                  <a:pt x="332005" y="45855"/>
                </a:lnTo>
                <a:lnTo>
                  <a:pt x="332015" y="46695"/>
                </a:lnTo>
                <a:lnTo>
                  <a:pt x="332047" y="47518"/>
                </a:lnTo>
                <a:lnTo>
                  <a:pt x="332099" y="48323"/>
                </a:lnTo>
                <a:lnTo>
                  <a:pt x="332173" y="49110"/>
                </a:lnTo>
                <a:lnTo>
                  <a:pt x="332268" y="49880"/>
                </a:lnTo>
                <a:lnTo>
                  <a:pt x="332383" y="50632"/>
                </a:lnTo>
                <a:lnTo>
                  <a:pt x="332520" y="51366"/>
                </a:lnTo>
                <a:lnTo>
                  <a:pt x="332678" y="52083"/>
                </a:lnTo>
                <a:lnTo>
                  <a:pt x="332857" y="52781"/>
                </a:lnTo>
                <a:lnTo>
                  <a:pt x="333057" y="53463"/>
                </a:lnTo>
                <a:lnTo>
                  <a:pt x="333278" y="54126"/>
                </a:lnTo>
                <a:lnTo>
                  <a:pt x="333520" y="54772"/>
                </a:lnTo>
                <a:lnTo>
                  <a:pt x="333783" y="55400"/>
                </a:lnTo>
                <a:lnTo>
                  <a:pt x="334067" y="56010"/>
                </a:lnTo>
                <a:lnTo>
                  <a:pt x="334372" y="56603"/>
                </a:lnTo>
                <a:lnTo>
                  <a:pt x="334698" y="57178"/>
                </a:lnTo>
                <a:lnTo>
                  <a:pt x="335045" y="57735"/>
                </a:lnTo>
                <a:lnTo>
                  <a:pt x="335413" y="58275"/>
                </a:lnTo>
                <a:lnTo>
                  <a:pt x="335803" y="58797"/>
                </a:lnTo>
                <a:lnTo>
                  <a:pt x="336213" y="59301"/>
                </a:lnTo>
                <a:lnTo>
                  <a:pt x="336644" y="59788"/>
                </a:lnTo>
                <a:lnTo>
                  <a:pt x="337097" y="60257"/>
                </a:lnTo>
                <a:lnTo>
                  <a:pt x="337570" y="60708"/>
                </a:lnTo>
                <a:lnTo>
                  <a:pt x="338065" y="61141"/>
                </a:lnTo>
                <a:lnTo>
                  <a:pt x="338582" y="61560"/>
                </a:lnTo>
                <a:lnTo>
                  <a:pt x="339122" y="61967"/>
                </a:lnTo>
                <a:lnTo>
                  <a:pt x="339687" y="62363"/>
                </a:lnTo>
                <a:lnTo>
                  <a:pt x="340276" y="62748"/>
                </a:lnTo>
                <a:lnTo>
                  <a:pt x="340888" y="63121"/>
                </a:lnTo>
                <a:lnTo>
                  <a:pt x="341525" y="63482"/>
                </a:lnTo>
                <a:lnTo>
                  <a:pt x="342185" y="63832"/>
                </a:lnTo>
                <a:lnTo>
                  <a:pt x="342869" y="64171"/>
                </a:lnTo>
                <a:lnTo>
                  <a:pt x="343578" y="64498"/>
                </a:lnTo>
                <a:lnTo>
                  <a:pt x="344310" y="64814"/>
                </a:lnTo>
                <a:lnTo>
                  <a:pt x="345066" y="65118"/>
                </a:lnTo>
                <a:lnTo>
                  <a:pt x="345845" y="65410"/>
                </a:lnTo>
                <a:lnTo>
                  <a:pt x="346649" y="65691"/>
                </a:lnTo>
                <a:lnTo>
                  <a:pt x="347477" y="65961"/>
                </a:lnTo>
                <a:lnTo>
                  <a:pt x="348328" y="66219"/>
                </a:lnTo>
                <a:lnTo>
                  <a:pt x="349204" y="66466"/>
                </a:lnTo>
                <a:lnTo>
                  <a:pt x="350103" y="66701"/>
                </a:lnTo>
                <a:lnTo>
                  <a:pt x="351027" y="66925"/>
                </a:lnTo>
                <a:lnTo>
                  <a:pt x="351974" y="67137"/>
                </a:lnTo>
                <a:lnTo>
                  <a:pt x="352945" y="67338"/>
                </a:lnTo>
                <a:lnTo>
                  <a:pt x="353940" y="67528"/>
                </a:lnTo>
                <a:lnTo>
                  <a:pt x="354959" y="67705"/>
                </a:lnTo>
                <a:lnTo>
                  <a:pt x="356001" y="67872"/>
                </a:lnTo>
                <a:lnTo>
                  <a:pt x="357068" y="68027"/>
                </a:lnTo>
                <a:lnTo>
                  <a:pt x="366431" y="69403"/>
                </a:lnTo>
                <a:lnTo>
                  <a:pt x="366919" y="69463"/>
                </a:lnTo>
                <a:lnTo>
                  <a:pt x="367396" y="69529"/>
                </a:lnTo>
                <a:lnTo>
                  <a:pt x="367863" y="69600"/>
                </a:lnTo>
                <a:lnTo>
                  <a:pt x="368319" y="69677"/>
                </a:lnTo>
                <a:lnTo>
                  <a:pt x="368764" y="69759"/>
                </a:lnTo>
                <a:lnTo>
                  <a:pt x="369198" y="69847"/>
                </a:lnTo>
                <a:lnTo>
                  <a:pt x="369621" y="69940"/>
                </a:lnTo>
                <a:lnTo>
                  <a:pt x="370034" y="70038"/>
                </a:lnTo>
                <a:lnTo>
                  <a:pt x="370436" y="70143"/>
                </a:lnTo>
                <a:lnTo>
                  <a:pt x="370827" y="70252"/>
                </a:lnTo>
                <a:lnTo>
                  <a:pt x="371208" y="70367"/>
                </a:lnTo>
                <a:lnTo>
                  <a:pt x="371577" y="70488"/>
                </a:lnTo>
                <a:lnTo>
                  <a:pt x="371936" y="70614"/>
                </a:lnTo>
                <a:lnTo>
                  <a:pt x="372285" y="70746"/>
                </a:lnTo>
                <a:lnTo>
                  <a:pt x="372622" y="70883"/>
                </a:lnTo>
                <a:lnTo>
                  <a:pt x="372949" y="71025"/>
                </a:lnTo>
                <a:lnTo>
                  <a:pt x="373264" y="71173"/>
                </a:lnTo>
                <a:lnTo>
                  <a:pt x="373570" y="71327"/>
                </a:lnTo>
                <a:lnTo>
                  <a:pt x="373864" y="71486"/>
                </a:lnTo>
                <a:lnTo>
                  <a:pt x="374147" y="71651"/>
                </a:lnTo>
                <a:lnTo>
                  <a:pt x="374420" y="71821"/>
                </a:lnTo>
                <a:lnTo>
                  <a:pt x="374682" y="71996"/>
                </a:lnTo>
                <a:lnTo>
                  <a:pt x="374934" y="72177"/>
                </a:lnTo>
                <a:lnTo>
                  <a:pt x="375174" y="72364"/>
                </a:lnTo>
                <a:lnTo>
                  <a:pt x="375405" y="72556"/>
                </a:lnTo>
                <a:lnTo>
                  <a:pt x="375625" y="72754"/>
                </a:lnTo>
                <a:lnTo>
                  <a:pt x="375836" y="72959"/>
                </a:lnTo>
                <a:lnTo>
                  <a:pt x="376037" y="73169"/>
                </a:lnTo>
                <a:lnTo>
                  <a:pt x="376228" y="73385"/>
                </a:lnTo>
                <a:lnTo>
                  <a:pt x="376410" y="73607"/>
                </a:lnTo>
                <a:lnTo>
                  <a:pt x="376581" y="73835"/>
                </a:lnTo>
                <a:lnTo>
                  <a:pt x="376743" y="74069"/>
                </a:lnTo>
                <a:lnTo>
                  <a:pt x="376895" y="74310"/>
                </a:lnTo>
                <a:lnTo>
                  <a:pt x="377037" y="74556"/>
                </a:lnTo>
                <a:lnTo>
                  <a:pt x="377170" y="74808"/>
                </a:lnTo>
                <a:lnTo>
                  <a:pt x="377292" y="75066"/>
                </a:lnTo>
                <a:lnTo>
                  <a:pt x="377405" y="75330"/>
                </a:lnTo>
                <a:lnTo>
                  <a:pt x="377508" y="75600"/>
                </a:lnTo>
                <a:lnTo>
                  <a:pt x="377601" y="75876"/>
                </a:lnTo>
                <a:lnTo>
                  <a:pt x="377684" y="76158"/>
                </a:lnTo>
                <a:lnTo>
                  <a:pt x="377758" y="76446"/>
                </a:lnTo>
                <a:lnTo>
                  <a:pt x="377822" y="76740"/>
                </a:lnTo>
                <a:lnTo>
                  <a:pt x="377876" y="77040"/>
                </a:lnTo>
                <a:lnTo>
                  <a:pt x="377920" y="77346"/>
                </a:lnTo>
                <a:lnTo>
                  <a:pt x="377954" y="77658"/>
                </a:lnTo>
                <a:lnTo>
                  <a:pt x="377979" y="77976"/>
                </a:lnTo>
                <a:lnTo>
                  <a:pt x="377993" y="78300"/>
                </a:lnTo>
                <a:lnTo>
                  <a:pt x="377998" y="78630"/>
                </a:lnTo>
                <a:lnTo>
                  <a:pt x="377993" y="78982"/>
                </a:lnTo>
                <a:lnTo>
                  <a:pt x="377976" y="79328"/>
                </a:lnTo>
                <a:lnTo>
                  <a:pt x="377949" y="79669"/>
                </a:lnTo>
                <a:lnTo>
                  <a:pt x="377910" y="80002"/>
                </a:lnTo>
                <a:lnTo>
                  <a:pt x="377861" y="80330"/>
                </a:lnTo>
                <a:lnTo>
                  <a:pt x="377800" y="80652"/>
                </a:lnTo>
                <a:lnTo>
                  <a:pt x="377729" y="80967"/>
                </a:lnTo>
                <a:lnTo>
                  <a:pt x="377646" y="81276"/>
                </a:lnTo>
                <a:lnTo>
                  <a:pt x="377553" y="81579"/>
                </a:lnTo>
                <a:lnTo>
                  <a:pt x="377448" y="81875"/>
                </a:lnTo>
                <a:lnTo>
                  <a:pt x="377333" y="82166"/>
                </a:lnTo>
                <a:lnTo>
                  <a:pt x="377207" y="82450"/>
                </a:lnTo>
                <a:lnTo>
                  <a:pt x="377069" y="82728"/>
                </a:lnTo>
                <a:lnTo>
                  <a:pt x="376921" y="83000"/>
                </a:lnTo>
                <a:lnTo>
                  <a:pt x="376761" y="83266"/>
                </a:lnTo>
                <a:lnTo>
                  <a:pt x="376591" y="83525"/>
                </a:lnTo>
                <a:lnTo>
                  <a:pt x="376409" y="83778"/>
                </a:lnTo>
                <a:lnTo>
                  <a:pt x="376217" y="84025"/>
                </a:lnTo>
                <a:lnTo>
                  <a:pt x="376014" y="84266"/>
                </a:lnTo>
                <a:lnTo>
                  <a:pt x="375799" y="84500"/>
                </a:lnTo>
                <a:lnTo>
                  <a:pt x="375574" y="84729"/>
                </a:lnTo>
                <a:lnTo>
                  <a:pt x="375337" y="84951"/>
                </a:lnTo>
                <a:lnTo>
                  <a:pt x="375090" y="85167"/>
                </a:lnTo>
                <a:lnTo>
                  <a:pt x="374832" y="85377"/>
                </a:lnTo>
                <a:lnTo>
                  <a:pt x="374562" y="85579"/>
                </a:lnTo>
                <a:lnTo>
                  <a:pt x="374282" y="85773"/>
                </a:lnTo>
                <a:lnTo>
                  <a:pt x="373991" y="85958"/>
                </a:lnTo>
                <a:lnTo>
                  <a:pt x="373688" y="86134"/>
                </a:lnTo>
                <a:lnTo>
                  <a:pt x="373375" y="86302"/>
                </a:lnTo>
                <a:lnTo>
                  <a:pt x="373050" y="86461"/>
                </a:lnTo>
                <a:lnTo>
                  <a:pt x="372715" y="86612"/>
                </a:lnTo>
                <a:lnTo>
                  <a:pt x="372369" y="86754"/>
                </a:lnTo>
                <a:lnTo>
                  <a:pt x="372011" y="86887"/>
                </a:lnTo>
                <a:lnTo>
                  <a:pt x="371643" y="87012"/>
                </a:lnTo>
                <a:lnTo>
                  <a:pt x="371263" y="87129"/>
                </a:lnTo>
                <a:lnTo>
                  <a:pt x="370873" y="87236"/>
                </a:lnTo>
                <a:lnTo>
                  <a:pt x="370472" y="87335"/>
                </a:lnTo>
                <a:lnTo>
                  <a:pt x="370059" y="87426"/>
                </a:lnTo>
                <a:lnTo>
                  <a:pt x="369636" y="87507"/>
                </a:lnTo>
                <a:lnTo>
                  <a:pt x="369201" y="87580"/>
                </a:lnTo>
                <a:lnTo>
                  <a:pt x="368756" y="87645"/>
                </a:lnTo>
                <a:lnTo>
                  <a:pt x="368300" y="87701"/>
                </a:lnTo>
                <a:lnTo>
                  <a:pt x="367832" y="87748"/>
                </a:lnTo>
                <a:lnTo>
                  <a:pt x="367354" y="87787"/>
                </a:lnTo>
                <a:lnTo>
                  <a:pt x="366864" y="87817"/>
                </a:lnTo>
                <a:lnTo>
                  <a:pt x="366364" y="87839"/>
                </a:lnTo>
                <a:lnTo>
                  <a:pt x="365852" y="87852"/>
                </a:lnTo>
                <a:lnTo>
                  <a:pt x="365330" y="87856"/>
                </a:lnTo>
                <a:lnTo>
                  <a:pt x="359272" y="87856"/>
                </a:lnTo>
                <a:lnTo>
                  <a:pt x="358840" y="87852"/>
                </a:lnTo>
                <a:lnTo>
                  <a:pt x="358414" y="87841"/>
                </a:lnTo>
                <a:lnTo>
                  <a:pt x="357995" y="87822"/>
                </a:lnTo>
                <a:lnTo>
                  <a:pt x="357583" y="87795"/>
                </a:lnTo>
                <a:lnTo>
                  <a:pt x="357178" y="87760"/>
                </a:lnTo>
                <a:lnTo>
                  <a:pt x="356780" y="87718"/>
                </a:lnTo>
                <a:lnTo>
                  <a:pt x="356389" y="87669"/>
                </a:lnTo>
                <a:lnTo>
                  <a:pt x="356005" y="87611"/>
                </a:lnTo>
                <a:lnTo>
                  <a:pt x="355628" y="87546"/>
                </a:lnTo>
                <a:lnTo>
                  <a:pt x="355257" y="87474"/>
                </a:lnTo>
                <a:lnTo>
                  <a:pt x="354894" y="87393"/>
                </a:lnTo>
                <a:lnTo>
                  <a:pt x="354538" y="87305"/>
                </a:lnTo>
                <a:lnTo>
                  <a:pt x="354188" y="87210"/>
                </a:lnTo>
                <a:lnTo>
                  <a:pt x="353846" y="87107"/>
                </a:lnTo>
                <a:lnTo>
                  <a:pt x="353510" y="86996"/>
                </a:lnTo>
                <a:lnTo>
                  <a:pt x="353181" y="86877"/>
                </a:lnTo>
                <a:lnTo>
                  <a:pt x="352860" y="86751"/>
                </a:lnTo>
                <a:lnTo>
                  <a:pt x="352545" y="86617"/>
                </a:lnTo>
                <a:lnTo>
                  <a:pt x="352237" y="86476"/>
                </a:lnTo>
                <a:lnTo>
                  <a:pt x="351936" y="86327"/>
                </a:lnTo>
                <a:lnTo>
                  <a:pt x="351642" y="86170"/>
                </a:lnTo>
                <a:lnTo>
                  <a:pt x="351355" y="86006"/>
                </a:lnTo>
                <a:lnTo>
                  <a:pt x="351075" y="85834"/>
                </a:lnTo>
                <a:lnTo>
                  <a:pt x="350802" y="85654"/>
                </a:lnTo>
                <a:lnTo>
                  <a:pt x="350538" y="85468"/>
                </a:lnTo>
                <a:lnTo>
                  <a:pt x="350283" y="85277"/>
                </a:lnTo>
                <a:lnTo>
                  <a:pt x="350040" y="85081"/>
                </a:lnTo>
                <a:lnTo>
                  <a:pt x="349806" y="84881"/>
                </a:lnTo>
                <a:lnTo>
                  <a:pt x="349582" y="84676"/>
                </a:lnTo>
                <a:lnTo>
                  <a:pt x="349369" y="84466"/>
                </a:lnTo>
                <a:lnTo>
                  <a:pt x="349166" y="84251"/>
                </a:lnTo>
                <a:lnTo>
                  <a:pt x="348974" y="84032"/>
                </a:lnTo>
                <a:lnTo>
                  <a:pt x="348792" y="83807"/>
                </a:lnTo>
                <a:lnTo>
                  <a:pt x="348620" y="83578"/>
                </a:lnTo>
                <a:lnTo>
                  <a:pt x="348458" y="83344"/>
                </a:lnTo>
                <a:lnTo>
                  <a:pt x="348307" y="83106"/>
                </a:lnTo>
                <a:lnTo>
                  <a:pt x="348165" y="82862"/>
                </a:lnTo>
                <a:lnTo>
                  <a:pt x="348034" y="82614"/>
                </a:lnTo>
                <a:lnTo>
                  <a:pt x="347914" y="82361"/>
                </a:lnTo>
                <a:lnTo>
                  <a:pt x="347804" y="82103"/>
                </a:lnTo>
                <a:lnTo>
                  <a:pt x="347704" y="81841"/>
                </a:lnTo>
                <a:lnTo>
                  <a:pt x="347614" y="81573"/>
                </a:lnTo>
                <a:lnTo>
                  <a:pt x="347534" y="81301"/>
                </a:lnTo>
                <a:lnTo>
                  <a:pt x="347465" y="81025"/>
                </a:lnTo>
                <a:lnTo>
                  <a:pt x="347406" y="80743"/>
                </a:lnTo>
                <a:lnTo>
                  <a:pt x="347358" y="80456"/>
                </a:lnTo>
                <a:lnTo>
                  <a:pt x="347319" y="80165"/>
                </a:lnTo>
                <a:lnTo>
                  <a:pt x="347291" y="79869"/>
                </a:lnTo>
                <a:lnTo>
                  <a:pt x="330078" y="79869"/>
                </a:lnTo>
                <a:lnTo>
                  <a:pt x="330107" y="80417"/>
                </a:lnTo>
                <a:lnTo>
                  <a:pt x="330147" y="80959"/>
                </a:lnTo>
                <a:lnTo>
                  <a:pt x="330199" y="81494"/>
                </a:lnTo>
                <a:lnTo>
                  <a:pt x="330263" y="82024"/>
                </a:lnTo>
                <a:lnTo>
                  <a:pt x="330339" y="82548"/>
                </a:lnTo>
                <a:lnTo>
                  <a:pt x="330426" y="83066"/>
                </a:lnTo>
                <a:lnTo>
                  <a:pt x="330525" y="83578"/>
                </a:lnTo>
                <a:lnTo>
                  <a:pt x="330636" y="84084"/>
                </a:lnTo>
                <a:lnTo>
                  <a:pt x="330759" y="84584"/>
                </a:lnTo>
                <a:lnTo>
                  <a:pt x="330893" y="85078"/>
                </a:lnTo>
                <a:lnTo>
                  <a:pt x="331039" y="85566"/>
                </a:lnTo>
                <a:lnTo>
                  <a:pt x="331196" y="86048"/>
                </a:lnTo>
                <a:lnTo>
                  <a:pt x="331366" y="86524"/>
                </a:lnTo>
                <a:lnTo>
                  <a:pt x="331547" y="86994"/>
                </a:lnTo>
                <a:lnTo>
                  <a:pt x="331739" y="87458"/>
                </a:lnTo>
                <a:lnTo>
                  <a:pt x="331944" y="87916"/>
                </a:lnTo>
                <a:lnTo>
                  <a:pt x="332160" y="88369"/>
                </a:lnTo>
                <a:lnTo>
                  <a:pt x="332388" y="88815"/>
                </a:lnTo>
                <a:lnTo>
                  <a:pt x="332627" y="89255"/>
                </a:lnTo>
                <a:lnTo>
                  <a:pt x="332879" y="89690"/>
                </a:lnTo>
                <a:lnTo>
                  <a:pt x="333142" y="90118"/>
                </a:lnTo>
                <a:lnTo>
                  <a:pt x="333416" y="90540"/>
                </a:lnTo>
                <a:lnTo>
                  <a:pt x="333703" y="90957"/>
                </a:lnTo>
                <a:lnTo>
                  <a:pt x="334001" y="91367"/>
                </a:lnTo>
                <a:lnTo>
                  <a:pt x="334310" y="91771"/>
                </a:lnTo>
                <a:lnTo>
                  <a:pt x="334629" y="92167"/>
                </a:lnTo>
                <a:lnTo>
                  <a:pt x="334957" y="92556"/>
                </a:lnTo>
                <a:lnTo>
                  <a:pt x="335296" y="92937"/>
                </a:lnTo>
                <a:lnTo>
                  <a:pt x="335644" y="93311"/>
                </a:lnTo>
                <a:lnTo>
                  <a:pt x="336002" y="93678"/>
                </a:lnTo>
                <a:lnTo>
                  <a:pt x="336370" y="94037"/>
                </a:lnTo>
                <a:lnTo>
                  <a:pt x="336748" y="94388"/>
                </a:lnTo>
                <a:lnTo>
                  <a:pt x="337135" y="94733"/>
                </a:lnTo>
                <a:lnTo>
                  <a:pt x="337532" y="95070"/>
                </a:lnTo>
                <a:lnTo>
                  <a:pt x="337939" y="95399"/>
                </a:lnTo>
                <a:lnTo>
                  <a:pt x="338356" y="95721"/>
                </a:lnTo>
                <a:lnTo>
                  <a:pt x="338783" y="96036"/>
                </a:lnTo>
                <a:lnTo>
                  <a:pt x="339219" y="96343"/>
                </a:lnTo>
                <a:lnTo>
                  <a:pt x="339665" y="96643"/>
                </a:lnTo>
                <a:lnTo>
                  <a:pt x="340122" y="96936"/>
                </a:lnTo>
                <a:lnTo>
                  <a:pt x="340587" y="97221"/>
                </a:lnTo>
                <a:lnTo>
                  <a:pt x="341063" y="97499"/>
                </a:lnTo>
                <a:lnTo>
                  <a:pt x="341548" y="97769"/>
                </a:lnTo>
                <a:lnTo>
                  <a:pt x="342044" y="98032"/>
                </a:lnTo>
                <a:lnTo>
                  <a:pt x="342549" y="98287"/>
                </a:lnTo>
                <a:lnTo>
                  <a:pt x="343063" y="98535"/>
                </a:lnTo>
                <a:lnTo>
                  <a:pt x="343588" y="98776"/>
                </a:lnTo>
                <a:lnTo>
                  <a:pt x="344122" y="99009"/>
                </a:lnTo>
                <a:lnTo>
                  <a:pt x="344666" y="99234"/>
                </a:lnTo>
                <a:lnTo>
                  <a:pt x="345217" y="99449"/>
                </a:lnTo>
                <a:lnTo>
                  <a:pt x="345775" y="99655"/>
                </a:lnTo>
                <a:lnTo>
                  <a:pt x="346342" y="99851"/>
                </a:lnTo>
                <a:lnTo>
                  <a:pt x="346915" y="100037"/>
                </a:lnTo>
                <a:lnTo>
                  <a:pt x="347497" y="100214"/>
                </a:lnTo>
                <a:lnTo>
                  <a:pt x="348086" y="100382"/>
                </a:lnTo>
                <a:lnTo>
                  <a:pt x="348683" y="100540"/>
                </a:lnTo>
                <a:lnTo>
                  <a:pt x="349288" y="100688"/>
                </a:lnTo>
                <a:lnTo>
                  <a:pt x="349900" y="100827"/>
                </a:lnTo>
                <a:lnTo>
                  <a:pt x="350519" y="100956"/>
                </a:lnTo>
                <a:lnTo>
                  <a:pt x="351147" y="101075"/>
                </a:lnTo>
                <a:lnTo>
                  <a:pt x="351782" y="101185"/>
                </a:lnTo>
                <a:lnTo>
                  <a:pt x="352425" y="101286"/>
                </a:lnTo>
                <a:lnTo>
                  <a:pt x="353075" y="101377"/>
                </a:lnTo>
                <a:lnTo>
                  <a:pt x="353733" y="101458"/>
                </a:lnTo>
                <a:lnTo>
                  <a:pt x="354399" y="101530"/>
                </a:lnTo>
                <a:lnTo>
                  <a:pt x="355072" y="101592"/>
                </a:lnTo>
                <a:lnTo>
                  <a:pt x="355753" y="101644"/>
                </a:lnTo>
                <a:lnTo>
                  <a:pt x="356441" y="101687"/>
                </a:lnTo>
                <a:lnTo>
                  <a:pt x="357138" y="101721"/>
                </a:lnTo>
                <a:lnTo>
                  <a:pt x="357842" y="101745"/>
                </a:lnTo>
                <a:lnTo>
                  <a:pt x="358553" y="101759"/>
                </a:lnTo>
                <a:lnTo>
                  <a:pt x="359272" y="101764"/>
                </a:lnTo>
                <a:lnTo>
                  <a:pt x="365330" y="101764"/>
                </a:lnTo>
                <a:lnTo>
                  <a:pt x="366534" y="101753"/>
                </a:lnTo>
                <a:lnTo>
                  <a:pt x="367714" y="101721"/>
                </a:lnTo>
                <a:lnTo>
                  <a:pt x="368868" y="101668"/>
                </a:lnTo>
                <a:lnTo>
                  <a:pt x="369999" y="101594"/>
                </a:lnTo>
                <a:close/>
                <a:moveTo>
                  <a:pt x="36697" y="101696"/>
                </a:moveTo>
                <a:lnTo>
                  <a:pt x="37800" y="101581"/>
                </a:lnTo>
                <a:lnTo>
                  <a:pt x="38883" y="101440"/>
                </a:lnTo>
                <a:lnTo>
                  <a:pt x="39946" y="101274"/>
                </a:lnTo>
                <a:lnTo>
                  <a:pt x="40989" y="101082"/>
                </a:lnTo>
                <a:lnTo>
                  <a:pt x="42011" y="100865"/>
                </a:lnTo>
                <a:lnTo>
                  <a:pt x="43014" y="100622"/>
                </a:lnTo>
                <a:lnTo>
                  <a:pt x="43997" y="100353"/>
                </a:lnTo>
                <a:lnTo>
                  <a:pt x="44959" y="100059"/>
                </a:lnTo>
                <a:lnTo>
                  <a:pt x="45902" y="99739"/>
                </a:lnTo>
                <a:lnTo>
                  <a:pt x="46824" y="99394"/>
                </a:lnTo>
                <a:lnTo>
                  <a:pt x="47726" y="99023"/>
                </a:lnTo>
                <a:lnTo>
                  <a:pt x="48608" y="98626"/>
                </a:lnTo>
                <a:lnTo>
                  <a:pt x="49470" y="98204"/>
                </a:lnTo>
                <a:lnTo>
                  <a:pt x="50312" y="97757"/>
                </a:lnTo>
                <a:lnTo>
                  <a:pt x="51134" y="97283"/>
                </a:lnTo>
                <a:lnTo>
                  <a:pt x="51936" y="96785"/>
                </a:lnTo>
                <a:lnTo>
                  <a:pt x="52718" y="96260"/>
                </a:lnTo>
                <a:lnTo>
                  <a:pt x="53480" y="95710"/>
                </a:lnTo>
                <a:lnTo>
                  <a:pt x="54221" y="95135"/>
                </a:lnTo>
                <a:lnTo>
                  <a:pt x="54943" y="94534"/>
                </a:lnTo>
                <a:lnTo>
                  <a:pt x="55640" y="93911"/>
                </a:lnTo>
                <a:lnTo>
                  <a:pt x="56309" y="93269"/>
                </a:lnTo>
                <a:lnTo>
                  <a:pt x="56950" y="92609"/>
                </a:lnTo>
                <a:lnTo>
                  <a:pt x="57563" y="91931"/>
                </a:lnTo>
                <a:lnTo>
                  <a:pt x="58148" y="91234"/>
                </a:lnTo>
                <a:lnTo>
                  <a:pt x="58704" y="90519"/>
                </a:lnTo>
                <a:lnTo>
                  <a:pt x="59232" y="89785"/>
                </a:lnTo>
                <a:lnTo>
                  <a:pt x="59732" y="89033"/>
                </a:lnTo>
                <a:lnTo>
                  <a:pt x="60204" y="88263"/>
                </a:lnTo>
                <a:lnTo>
                  <a:pt x="60648" y="87474"/>
                </a:lnTo>
                <a:lnTo>
                  <a:pt x="61063" y="86667"/>
                </a:lnTo>
                <a:lnTo>
                  <a:pt x="61450" y="85841"/>
                </a:lnTo>
                <a:lnTo>
                  <a:pt x="61809" y="84997"/>
                </a:lnTo>
                <a:lnTo>
                  <a:pt x="62140" y="84135"/>
                </a:lnTo>
                <a:lnTo>
                  <a:pt x="62442" y="83254"/>
                </a:lnTo>
                <a:lnTo>
                  <a:pt x="62716" y="82355"/>
                </a:lnTo>
                <a:lnTo>
                  <a:pt x="62962" y="81437"/>
                </a:lnTo>
                <a:lnTo>
                  <a:pt x="63180" y="80501"/>
                </a:lnTo>
                <a:lnTo>
                  <a:pt x="63369" y="79547"/>
                </a:lnTo>
                <a:lnTo>
                  <a:pt x="63531" y="78574"/>
                </a:lnTo>
                <a:lnTo>
                  <a:pt x="63664" y="77583"/>
                </a:lnTo>
                <a:lnTo>
                  <a:pt x="63769" y="76573"/>
                </a:lnTo>
                <a:lnTo>
                  <a:pt x="63845" y="75545"/>
                </a:lnTo>
                <a:lnTo>
                  <a:pt x="63894" y="74499"/>
                </a:lnTo>
                <a:lnTo>
                  <a:pt x="46681" y="74499"/>
                </a:lnTo>
                <a:lnTo>
                  <a:pt x="46640" y="74987"/>
                </a:lnTo>
                <a:lnTo>
                  <a:pt x="46588" y="75467"/>
                </a:lnTo>
                <a:lnTo>
                  <a:pt x="46525" y="75937"/>
                </a:lnTo>
                <a:lnTo>
                  <a:pt x="46450" y="76398"/>
                </a:lnTo>
                <a:lnTo>
                  <a:pt x="46362" y="76849"/>
                </a:lnTo>
                <a:lnTo>
                  <a:pt x="46264" y="77291"/>
                </a:lnTo>
                <a:lnTo>
                  <a:pt x="46153" y="77724"/>
                </a:lnTo>
                <a:lnTo>
                  <a:pt x="46031" y="78148"/>
                </a:lnTo>
                <a:lnTo>
                  <a:pt x="45897" y="78562"/>
                </a:lnTo>
                <a:lnTo>
                  <a:pt x="45751" y="78967"/>
                </a:lnTo>
                <a:lnTo>
                  <a:pt x="45594" y="79362"/>
                </a:lnTo>
                <a:lnTo>
                  <a:pt x="45425" y="79748"/>
                </a:lnTo>
                <a:lnTo>
                  <a:pt x="45244" y="80125"/>
                </a:lnTo>
                <a:lnTo>
                  <a:pt x="45051" y="80493"/>
                </a:lnTo>
                <a:lnTo>
                  <a:pt x="44847" y="80851"/>
                </a:lnTo>
                <a:lnTo>
                  <a:pt x="44631" y="81200"/>
                </a:lnTo>
                <a:lnTo>
                  <a:pt x="44403" y="81540"/>
                </a:lnTo>
                <a:lnTo>
                  <a:pt x="44163" y="81870"/>
                </a:lnTo>
                <a:lnTo>
                  <a:pt x="43912" y="82191"/>
                </a:lnTo>
                <a:lnTo>
                  <a:pt x="43649" y="82502"/>
                </a:lnTo>
                <a:lnTo>
                  <a:pt x="43375" y="82805"/>
                </a:lnTo>
                <a:lnTo>
                  <a:pt x="43088" y="83098"/>
                </a:lnTo>
                <a:lnTo>
                  <a:pt x="42790" y="83381"/>
                </a:lnTo>
                <a:lnTo>
                  <a:pt x="42480" y="83656"/>
                </a:lnTo>
                <a:lnTo>
                  <a:pt x="42160" y="83920"/>
                </a:lnTo>
                <a:lnTo>
                  <a:pt x="41830" y="84173"/>
                </a:lnTo>
                <a:lnTo>
                  <a:pt x="41490" y="84414"/>
                </a:lnTo>
                <a:lnTo>
                  <a:pt x="41140" y="84644"/>
                </a:lnTo>
                <a:lnTo>
                  <a:pt x="40780" y="84863"/>
                </a:lnTo>
                <a:lnTo>
                  <a:pt x="40411" y="85071"/>
                </a:lnTo>
                <a:lnTo>
                  <a:pt x="40031" y="85268"/>
                </a:lnTo>
                <a:lnTo>
                  <a:pt x="39642" y="85453"/>
                </a:lnTo>
                <a:lnTo>
                  <a:pt x="39243" y="85628"/>
                </a:lnTo>
                <a:lnTo>
                  <a:pt x="38835" y="85790"/>
                </a:lnTo>
                <a:lnTo>
                  <a:pt x="38416" y="85942"/>
                </a:lnTo>
                <a:lnTo>
                  <a:pt x="37988" y="86083"/>
                </a:lnTo>
                <a:lnTo>
                  <a:pt x="37550" y="86212"/>
                </a:lnTo>
                <a:lnTo>
                  <a:pt x="37102" y="86330"/>
                </a:lnTo>
                <a:lnTo>
                  <a:pt x="36644" y="86436"/>
                </a:lnTo>
                <a:lnTo>
                  <a:pt x="36177" y="86532"/>
                </a:lnTo>
                <a:lnTo>
                  <a:pt x="35699" y="86616"/>
                </a:lnTo>
                <a:lnTo>
                  <a:pt x="35212" y="86689"/>
                </a:lnTo>
                <a:lnTo>
                  <a:pt x="34715" y="86751"/>
                </a:lnTo>
                <a:lnTo>
                  <a:pt x="34208" y="86802"/>
                </a:lnTo>
                <a:lnTo>
                  <a:pt x="33692" y="86841"/>
                </a:lnTo>
                <a:lnTo>
                  <a:pt x="33166" y="86869"/>
                </a:lnTo>
                <a:lnTo>
                  <a:pt x="32629" y="86886"/>
                </a:lnTo>
                <a:lnTo>
                  <a:pt x="32083" y="86892"/>
                </a:lnTo>
                <a:lnTo>
                  <a:pt x="31515" y="86885"/>
                </a:lnTo>
                <a:lnTo>
                  <a:pt x="30956" y="86865"/>
                </a:lnTo>
                <a:lnTo>
                  <a:pt x="30408" y="86831"/>
                </a:lnTo>
                <a:lnTo>
                  <a:pt x="29869" y="86784"/>
                </a:lnTo>
                <a:lnTo>
                  <a:pt x="29341" y="86724"/>
                </a:lnTo>
                <a:lnTo>
                  <a:pt x="28822" y="86651"/>
                </a:lnTo>
                <a:lnTo>
                  <a:pt x="28314" y="86564"/>
                </a:lnTo>
                <a:lnTo>
                  <a:pt x="27815" y="86463"/>
                </a:lnTo>
                <a:lnTo>
                  <a:pt x="27327" y="86349"/>
                </a:lnTo>
                <a:lnTo>
                  <a:pt x="26849" y="86222"/>
                </a:lnTo>
                <a:lnTo>
                  <a:pt x="26380" y="86082"/>
                </a:lnTo>
                <a:lnTo>
                  <a:pt x="25922" y="85928"/>
                </a:lnTo>
                <a:lnTo>
                  <a:pt x="25474" y="85760"/>
                </a:lnTo>
                <a:lnTo>
                  <a:pt x="25036" y="85580"/>
                </a:lnTo>
                <a:lnTo>
                  <a:pt x="24608" y="85385"/>
                </a:lnTo>
                <a:lnTo>
                  <a:pt x="24189" y="85178"/>
                </a:lnTo>
                <a:lnTo>
                  <a:pt x="23781" y="84957"/>
                </a:lnTo>
                <a:lnTo>
                  <a:pt x="23383" y="84723"/>
                </a:lnTo>
                <a:lnTo>
                  <a:pt x="22995" y="84475"/>
                </a:lnTo>
                <a:lnTo>
                  <a:pt x="22617" y="84214"/>
                </a:lnTo>
                <a:lnTo>
                  <a:pt x="22249" y="83939"/>
                </a:lnTo>
                <a:lnTo>
                  <a:pt x="21891" y="83652"/>
                </a:lnTo>
                <a:lnTo>
                  <a:pt x="21543" y="83350"/>
                </a:lnTo>
                <a:lnTo>
                  <a:pt x="21205" y="83036"/>
                </a:lnTo>
                <a:lnTo>
                  <a:pt x="20880" y="82709"/>
                </a:lnTo>
                <a:lnTo>
                  <a:pt x="20568" y="82371"/>
                </a:lnTo>
                <a:lnTo>
                  <a:pt x="20270" y="82022"/>
                </a:lnTo>
                <a:lnTo>
                  <a:pt x="19986" y="81663"/>
                </a:lnTo>
                <a:lnTo>
                  <a:pt x="19715" y="81292"/>
                </a:lnTo>
                <a:lnTo>
                  <a:pt x="19459" y="80910"/>
                </a:lnTo>
                <a:lnTo>
                  <a:pt x="19216" y="80517"/>
                </a:lnTo>
                <a:lnTo>
                  <a:pt x="18988" y="80113"/>
                </a:lnTo>
                <a:lnTo>
                  <a:pt x="18773" y="79699"/>
                </a:lnTo>
                <a:lnTo>
                  <a:pt x="18572" y="79273"/>
                </a:lnTo>
                <a:lnTo>
                  <a:pt x="18385" y="78836"/>
                </a:lnTo>
                <a:lnTo>
                  <a:pt x="18211" y="78388"/>
                </a:lnTo>
                <a:lnTo>
                  <a:pt x="18052" y="77930"/>
                </a:lnTo>
                <a:lnTo>
                  <a:pt x="17906" y="77460"/>
                </a:lnTo>
                <a:lnTo>
                  <a:pt x="17775" y="76979"/>
                </a:lnTo>
                <a:lnTo>
                  <a:pt x="17657" y="76487"/>
                </a:lnTo>
                <a:lnTo>
                  <a:pt x="17553" y="75985"/>
                </a:lnTo>
                <a:lnTo>
                  <a:pt x="17463" y="75471"/>
                </a:lnTo>
                <a:lnTo>
                  <a:pt x="17386" y="74946"/>
                </a:lnTo>
                <a:lnTo>
                  <a:pt x="17324" y="74411"/>
                </a:lnTo>
                <a:lnTo>
                  <a:pt x="17276" y="73864"/>
                </a:lnTo>
                <a:lnTo>
                  <a:pt x="17241" y="73306"/>
                </a:lnTo>
                <a:lnTo>
                  <a:pt x="17220" y="72738"/>
                </a:lnTo>
                <a:lnTo>
                  <a:pt x="17213" y="72158"/>
                </a:lnTo>
                <a:lnTo>
                  <a:pt x="17213" y="53016"/>
                </a:lnTo>
                <a:lnTo>
                  <a:pt x="17220" y="52436"/>
                </a:lnTo>
                <a:lnTo>
                  <a:pt x="17241" y="51868"/>
                </a:lnTo>
                <a:lnTo>
                  <a:pt x="17276" y="51311"/>
                </a:lnTo>
                <a:lnTo>
                  <a:pt x="17324" y="50765"/>
                </a:lnTo>
                <a:lnTo>
                  <a:pt x="17386" y="50230"/>
                </a:lnTo>
                <a:lnTo>
                  <a:pt x="17463" y="49707"/>
                </a:lnTo>
                <a:lnTo>
                  <a:pt x="17553" y="49195"/>
                </a:lnTo>
                <a:lnTo>
                  <a:pt x="17657" y="48694"/>
                </a:lnTo>
                <a:lnTo>
                  <a:pt x="17775" y="48204"/>
                </a:lnTo>
                <a:lnTo>
                  <a:pt x="17906" y="47726"/>
                </a:lnTo>
                <a:lnTo>
                  <a:pt x="18052" y="47258"/>
                </a:lnTo>
                <a:lnTo>
                  <a:pt x="18211" y="46802"/>
                </a:lnTo>
                <a:lnTo>
                  <a:pt x="18385" y="46358"/>
                </a:lnTo>
                <a:lnTo>
                  <a:pt x="18572" y="45924"/>
                </a:lnTo>
                <a:lnTo>
                  <a:pt x="18773" y="45502"/>
                </a:lnTo>
                <a:lnTo>
                  <a:pt x="18988" y="45091"/>
                </a:lnTo>
                <a:lnTo>
                  <a:pt x="19216" y="44691"/>
                </a:lnTo>
                <a:lnTo>
                  <a:pt x="19459" y="44303"/>
                </a:lnTo>
                <a:lnTo>
                  <a:pt x="19715" y="43925"/>
                </a:lnTo>
                <a:lnTo>
                  <a:pt x="19986" y="43559"/>
                </a:lnTo>
                <a:lnTo>
                  <a:pt x="20270" y="43204"/>
                </a:lnTo>
                <a:lnTo>
                  <a:pt x="20568" y="42861"/>
                </a:lnTo>
                <a:lnTo>
                  <a:pt x="20880" y="42528"/>
                </a:lnTo>
                <a:lnTo>
                  <a:pt x="21205" y="42207"/>
                </a:lnTo>
                <a:lnTo>
                  <a:pt x="21543" y="41898"/>
                </a:lnTo>
                <a:lnTo>
                  <a:pt x="21891" y="41602"/>
                </a:lnTo>
                <a:lnTo>
                  <a:pt x="22249" y="41319"/>
                </a:lnTo>
                <a:lnTo>
                  <a:pt x="22617" y="41050"/>
                </a:lnTo>
                <a:lnTo>
                  <a:pt x="22995" y="40793"/>
                </a:lnTo>
                <a:lnTo>
                  <a:pt x="23383" y="40550"/>
                </a:lnTo>
                <a:lnTo>
                  <a:pt x="23781" y="40319"/>
                </a:lnTo>
                <a:lnTo>
                  <a:pt x="24189" y="40102"/>
                </a:lnTo>
                <a:lnTo>
                  <a:pt x="24608" y="39898"/>
                </a:lnTo>
                <a:lnTo>
                  <a:pt x="25036" y="39708"/>
                </a:lnTo>
                <a:lnTo>
                  <a:pt x="25474" y="39530"/>
                </a:lnTo>
                <a:lnTo>
                  <a:pt x="25922" y="39366"/>
                </a:lnTo>
                <a:lnTo>
                  <a:pt x="26380" y="39214"/>
                </a:lnTo>
                <a:lnTo>
                  <a:pt x="26849" y="39076"/>
                </a:lnTo>
                <a:lnTo>
                  <a:pt x="27327" y="38951"/>
                </a:lnTo>
                <a:lnTo>
                  <a:pt x="27815" y="38840"/>
                </a:lnTo>
                <a:lnTo>
                  <a:pt x="28314" y="38741"/>
                </a:lnTo>
                <a:lnTo>
                  <a:pt x="28822" y="38655"/>
                </a:lnTo>
                <a:lnTo>
                  <a:pt x="29341" y="38583"/>
                </a:lnTo>
                <a:lnTo>
                  <a:pt x="29869" y="38524"/>
                </a:lnTo>
                <a:lnTo>
                  <a:pt x="30408" y="38478"/>
                </a:lnTo>
                <a:lnTo>
                  <a:pt x="30956" y="38445"/>
                </a:lnTo>
                <a:lnTo>
                  <a:pt x="31515" y="38425"/>
                </a:lnTo>
                <a:lnTo>
                  <a:pt x="32083" y="38419"/>
                </a:lnTo>
                <a:lnTo>
                  <a:pt x="32629" y="38424"/>
                </a:lnTo>
                <a:lnTo>
                  <a:pt x="33166" y="38441"/>
                </a:lnTo>
                <a:lnTo>
                  <a:pt x="33692" y="38469"/>
                </a:lnTo>
                <a:lnTo>
                  <a:pt x="34208" y="38508"/>
                </a:lnTo>
                <a:lnTo>
                  <a:pt x="34715" y="38559"/>
                </a:lnTo>
                <a:lnTo>
                  <a:pt x="35212" y="38621"/>
                </a:lnTo>
                <a:lnTo>
                  <a:pt x="35699" y="38694"/>
                </a:lnTo>
                <a:lnTo>
                  <a:pt x="36177" y="38778"/>
                </a:lnTo>
                <a:lnTo>
                  <a:pt x="36644" y="38874"/>
                </a:lnTo>
                <a:lnTo>
                  <a:pt x="37102" y="38980"/>
                </a:lnTo>
                <a:lnTo>
                  <a:pt x="37550" y="39098"/>
                </a:lnTo>
                <a:lnTo>
                  <a:pt x="37988" y="39228"/>
                </a:lnTo>
                <a:lnTo>
                  <a:pt x="38416" y="39368"/>
                </a:lnTo>
                <a:lnTo>
                  <a:pt x="38835" y="39520"/>
                </a:lnTo>
                <a:lnTo>
                  <a:pt x="39243" y="39683"/>
                </a:lnTo>
                <a:lnTo>
                  <a:pt x="39642" y="39857"/>
                </a:lnTo>
                <a:lnTo>
                  <a:pt x="40031" y="40042"/>
                </a:lnTo>
                <a:lnTo>
                  <a:pt x="40411" y="40239"/>
                </a:lnTo>
                <a:lnTo>
                  <a:pt x="40780" y="40447"/>
                </a:lnTo>
                <a:lnTo>
                  <a:pt x="41140" y="40666"/>
                </a:lnTo>
                <a:lnTo>
                  <a:pt x="41490" y="40896"/>
                </a:lnTo>
                <a:lnTo>
                  <a:pt x="41830" y="41138"/>
                </a:lnTo>
                <a:lnTo>
                  <a:pt x="42160" y="41390"/>
                </a:lnTo>
                <a:lnTo>
                  <a:pt x="42480" y="41654"/>
                </a:lnTo>
                <a:lnTo>
                  <a:pt x="42790" y="41929"/>
                </a:lnTo>
                <a:lnTo>
                  <a:pt x="43088" y="42212"/>
                </a:lnTo>
                <a:lnTo>
                  <a:pt x="43375" y="42505"/>
                </a:lnTo>
                <a:lnTo>
                  <a:pt x="43649" y="42808"/>
                </a:lnTo>
                <a:lnTo>
                  <a:pt x="43912" y="43119"/>
                </a:lnTo>
                <a:lnTo>
                  <a:pt x="44163" y="43440"/>
                </a:lnTo>
                <a:lnTo>
                  <a:pt x="44403" y="43771"/>
                </a:lnTo>
                <a:lnTo>
                  <a:pt x="44631" y="44110"/>
                </a:lnTo>
                <a:lnTo>
                  <a:pt x="44847" y="44459"/>
                </a:lnTo>
                <a:lnTo>
                  <a:pt x="45051" y="44818"/>
                </a:lnTo>
                <a:lnTo>
                  <a:pt x="45244" y="45185"/>
                </a:lnTo>
                <a:lnTo>
                  <a:pt x="45425" y="45562"/>
                </a:lnTo>
                <a:lnTo>
                  <a:pt x="45594" y="45949"/>
                </a:lnTo>
                <a:lnTo>
                  <a:pt x="45751" y="46344"/>
                </a:lnTo>
                <a:lnTo>
                  <a:pt x="45897" y="46749"/>
                </a:lnTo>
                <a:lnTo>
                  <a:pt x="46031" y="47163"/>
                </a:lnTo>
                <a:lnTo>
                  <a:pt x="46153" y="47587"/>
                </a:lnTo>
                <a:lnTo>
                  <a:pt x="46264" y="48020"/>
                </a:lnTo>
                <a:lnTo>
                  <a:pt x="46362" y="48462"/>
                </a:lnTo>
                <a:lnTo>
                  <a:pt x="46450" y="48914"/>
                </a:lnTo>
                <a:lnTo>
                  <a:pt x="46525" y="49375"/>
                </a:lnTo>
                <a:lnTo>
                  <a:pt x="46588" y="49845"/>
                </a:lnTo>
                <a:lnTo>
                  <a:pt x="46640" y="50325"/>
                </a:lnTo>
                <a:lnTo>
                  <a:pt x="46681" y="50814"/>
                </a:lnTo>
                <a:lnTo>
                  <a:pt x="63894" y="50814"/>
                </a:lnTo>
                <a:lnTo>
                  <a:pt x="63845" y="49767"/>
                </a:lnTo>
                <a:lnTo>
                  <a:pt x="63769" y="48739"/>
                </a:lnTo>
                <a:lnTo>
                  <a:pt x="63664" y="47729"/>
                </a:lnTo>
                <a:lnTo>
                  <a:pt x="63531" y="46738"/>
                </a:lnTo>
                <a:lnTo>
                  <a:pt x="63369" y="45765"/>
                </a:lnTo>
                <a:lnTo>
                  <a:pt x="63180" y="44810"/>
                </a:lnTo>
                <a:lnTo>
                  <a:pt x="62962" y="43874"/>
                </a:lnTo>
                <a:lnTo>
                  <a:pt x="62716" y="42956"/>
                </a:lnTo>
                <a:lnTo>
                  <a:pt x="62442" y="42057"/>
                </a:lnTo>
                <a:lnTo>
                  <a:pt x="62140" y="41176"/>
                </a:lnTo>
                <a:lnTo>
                  <a:pt x="61809" y="40313"/>
                </a:lnTo>
                <a:lnTo>
                  <a:pt x="61450" y="39469"/>
                </a:lnTo>
                <a:lnTo>
                  <a:pt x="61063" y="38644"/>
                </a:lnTo>
                <a:lnTo>
                  <a:pt x="60648" y="37836"/>
                </a:lnTo>
                <a:lnTo>
                  <a:pt x="60204" y="37047"/>
                </a:lnTo>
                <a:lnTo>
                  <a:pt x="59732" y="36277"/>
                </a:lnTo>
                <a:lnTo>
                  <a:pt x="59232" y="35525"/>
                </a:lnTo>
                <a:lnTo>
                  <a:pt x="58704" y="34791"/>
                </a:lnTo>
                <a:lnTo>
                  <a:pt x="58148" y="34076"/>
                </a:lnTo>
                <a:lnTo>
                  <a:pt x="57563" y="33379"/>
                </a:lnTo>
                <a:lnTo>
                  <a:pt x="56950" y="32701"/>
                </a:lnTo>
                <a:lnTo>
                  <a:pt x="56309" y="32041"/>
                </a:lnTo>
                <a:lnTo>
                  <a:pt x="55640" y="31400"/>
                </a:lnTo>
                <a:lnTo>
                  <a:pt x="54943" y="30776"/>
                </a:lnTo>
                <a:lnTo>
                  <a:pt x="54221" y="30175"/>
                </a:lnTo>
                <a:lnTo>
                  <a:pt x="53480" y="29600"/>
                </a:lnTo>
                <a:lnTo>
                  <a:pt x="52718" y="29050"/>
                </a:lnTo>
                <a:lnTo>
                  <a:pt x="51936" y="28526"/>
                </a:lnTo>
                <a:lnTo>
                  <a:pt x="51134" y="28027"/>
                </a:lnTo>
                <a:lnTo>
                  <a:pt x="50312" y="27553"/>
                </a:lnTo>
                <a:lnTo>
                  <a:pt x="49470" y="27106"/>
                </a:lnTo>
                <a:lnTo>
                  <a:pt x="48608" y="26684"/>
                </a:lnTo>
                <a:lnTo>
                  <a:pt x="47726" y="26287"/>
                </a:lnTo>
                <a:lnTo>
                  <a:pt x="46824" y="25916"/>
                </a:lnTo>
                <a:lnTo>
                  <a:pt x="45902" y="25571"/>
                </a:lnTo>
                <a:lnTo>
                  <a:pt x="44959" y="25251"/>
                </a:lnTo>
                <a:lnTo>
                  <a:pt x="43997" y="24957"/>
                </a:lnTo>
                <a:lnTo>
                  <a:pt x="43014" y="24689"/>
                </a:lnTo>
                <a:lnTo>
                  <a:pt x="42011" y="24446"/>
                </a:lnTo>
                <a:lnTo>
                  <a:pt x="40989" y="24228"/>
                </a:lnTo>
                <a:lnTo>
                  <a:pt x="39946" y="24036"/>
                </a:lnTo>
                <a:lnTo>
                  <a:pt x="38883" y="23870"/>
                </a:lnTo>
                <a:lnTo>
                  <a:pt x="37800" y="23729"/>
                </a:lnTo>
                <a:lnTo>
                  <a:pt x="36697" y="23614"/>
                </a:lnTo>
                <a:lnTo>
                  <a:pt x="35574" y="23525"/>
                </a:lnTo>
                <a:lnTo>
                  <a:pt x="34430" y="23461"/>
                </a:lnTo>
                <a:lnTo>
                  <a:pt x="33267" y="23422"/>
                </a:lnTo>
                <a:lnTo>
                  <a:pt x="32083" y="23410"/>
                </a:lnTo>
                <a:lnTo>
                  <a:pt x="31284" y="23416"/>
                </a:lnTo>
                <a:lnTo>
                  <a:pt x="30494" y="23435"/>
                </a:lnTo>
                <a:lnTo>
                  <a:pt x="29712" y="23467"/>
                </a:lnTo>
                <a:lnTo>
                  <a:pt x="28938" y="23511"/>
                </a:lnTo>
                <a:lnTo>
                  <a:pt x="28172" y="23568"/>
                </a:lnTo>
                <a:lnTo>
                  <a:pt x="27415" y="23638"/>
                </a:lnTo>
                <a:lnTo>
                  <a:pt x="26666" y="23720"/>
                </a:lnTo>
                <a:lnTo>
                  <a:pt x="25925" y="23815"/>
                </a:lnTo>
                <a:lnTo>
                  <a:pt x="25193" y="23923"/>
                </a:lnTo>
                <a:lnTo>
                  <a:pt x="24470" y="24043"/>
                </a:lnTo>
                <a:lnTo>
                  <a:pt x="23754" y="24176"/>
                </a:lnTo>
                <a:lnTo>
                  <a:pt x="23047" y="24322"/>
                </a:lnTo>
                <a:lnTo>
                  <a:pt x="22348" y="24480"/>
                </a:lnTo>
                <a:lnTo>
                  <a:pt x="21658" y="24652"/>
                </a:lnTo>
                <a:lnTo>
                  <a:pt x="20976" y="24835"/>
                </a:lnTo>
                <a:lnTo>
                  <a:pt x="20303" y="25032"/>
                </a:lnTo>
                <a:lnTo>
                  <a:pt x="19637" y="25241"/>
                </a:lnTo>
                <a:lnTo>
                  <a:pt x="18981" y="25463"/>
                </a:lnTo>
                <a:lnTo>
                  <a:pt x="18332" y="25697"/>
                </a:lnTo>
                <a:lnTo>
                  <a:pt x="17692" y="25944"/>
                </a:lnTo>
                <a:lnTo>
                  <a:pt x="17060" y="26204"/>
                </a:lnTo>
                <a:lnTo>
                  <a:pt x="16437" y="26476"/>
                </a:lnTo>
                <a:lnTo>
                  <a:pt x="15822" y="26762"/>
                </a:lnTo>
                <a:lnTo>
                  <a:pt x="15215" y="27059"/>
                </a:lnTo>
                <a:lnTo>
                  <a:pt x="14618" y="27369"/>
                </a:lnTo>
                <a:lnTo>
                  <a:pt x="14033" y="27688"/>
                </a:lnTo>
                <a:lnTo>
                  <a:pt x="13458" y="28018"/>
                </a:lnTo>
                <a:lnTo>
                  <a:pt x="12895" y="28358"/>
                </a:lnTo>
                <a:lnTo>
                  <a:pt x="12344" y="28708"/>
                </a:lnTo>
                <a:lnTo>
                  <a:pt x="11803" y="29068"/>
                </a:lnTo>
                <a:lnTo>
                  <a:pt x="11274" y="29439"/>
                </a:lnTo>
                <a:lnTo>
                  <a:pt x="10755" y="29820"/>
                </a:lnTo>
                <a:lnTo>
                  <a:pt x="10249" y="30212"/>
                </a:lnTo>
                <a:lnTo>
                  <a:pt x="9753" y="30614"/>
                </a:lnTo>
                <a:lnTo>
                  <a:pt x="9268" y="31026"/>
                </a:lnTo>
                <a:lnTo>
                  <a:pt x="8795" y="31448"/>
                </a:lnTo>
                <a:lnTo>
                  <a:pt x="8333" y="31880"/>
                </a:lnTo>
                <a:lnTo>
                  <a:pt x="7882" y="32323"/>
                </a:lnTo>
                <a:lnTo>
                  <a:pt x="7443" y="32776"/>
                </a:lnTo>
                <a:lnTo>
                  <a:pt x="7015" y="33240"/>
                </a:lnTo>
                <a:lnTo>
                  <a:pt x="6597" y="33714"/>
                </a:lnTo>
                <a:lnTo>
                  <a:pt x="6192" y="34198"/>
                </a:lnTo>
                <a:lnTo>
                  <a:pt x="5797" y="34692"/>
                </a:lnTo>
                <a:lnTo>
                  <a:pt x="5414" y="35196"/>
                </a:lnTo>
                <a:lnTo>
                  <a:pt x="5041" y="35711"/>
                </a:lnTo>
                <a:lnTo>
                  <a:pt x="4680" y="36236"/>
                </a:lnTo>
                <a:lnTo>
                  <a:pt x="4331" y="36772"/>
                </a:lnTo>
                <a:lnTo>
                  <a:pt x="3992" y="37318"/>
                </a:lnTo>
                <a:lnTo>
                  <a:pt x="3667" y="37873"/>
                </a:lnTo>
                <a:lnTo>
                  <a:pt x="3355" y="38437"/>
                </a:lnTo>
                <a:lnTo>
                  <a:pt x="3057" y="39011"/>
                </a:lnTo>
                <a:lnTo>
                  <a:pt x="2772" y="39594"/>
                </a:lnTo>
                <a:lnTo>
                  <a:pt x="2502" y="40185"/>
                </a:lnTo>
                <a:lnTo>
                  <a:pt x="2246" y="40786"/>
                </a:lnTo>
                <a:lnTo>
                  <a:pt x="2003" y="41396"/>
                </a:lnTo>
                <a:lnTo>
                  <a:pt x="1774" y="42015"/>
                </a:lnTo>
                <a:lnTo>
                  <a:pt x="1559" y="42643"/>
                </a:lnTo>
                <a:lnTo>
                  <a:pt x="1358" y="43280"/>
                </a:lnTo>
                <a:lnTo>
                  <a:pt x="1171" y="43927"/>
                </a:lnTo>
                <a:lnTo>
                  <a:pt x="998" y="44582"/>
                </a:lnTo>
                <a:lnTo>
                  <a:pt x="839" y="45246"/>
                </a:lnTo>
                <a:lnTo>
                  <a:pt x="693" y="45920"/>
                </a:lnTo>
                <a:lnTo>
                  <a:pt x="561" y="46602"/>
                </a:lnTo>
                <a:lnTo>
                  <a:pt x="444" y="47294"/>
                </a:lnTo>
                <a:lnTo>
                  <a:pt x="340" y="47995"/>
                </a:lnTo>
                <a:lnTo>
                  <a:pt x="250" y="48705"/>
                </a:lnTo>
                <a:lnTo>
                  <a:pt x="173" y="49424"/>
                </a:lnTo>
                <a:lnTo>
                  <a:pt x="111" y="50152"/>
                </a:lnTo>
                <a:lnTo>
                  <a:pt x="62" y="50889"/>
                </a:lnTo>
                <a:lnTo>
                  <a:pt x="28" y="51635"/>
                </a:lnTo>
                <a:lnTo>
                  <a:pt x="7" y="52390"/>
                </a:lnTo>
                <a:lnTo>
                  <a:pt x="0" y="53154"/>
                </a:lnTo>
                <a:lnTo>
                  <a:pt x="0" y="72158"/>
                </a:lnTo>
                <a:lnTo>
                  <a:pt x="7" y="72911"/>
                </a:lnTo>
                <a:lnTo>
                  <a:pt x="28" y="73656"/>
                </a:lnTo>
                <a:lnTo>
                  <a:pt x="62" y="74392"/>
                </a:lnTo>
                <a:lnTo>
                  <a:pt x="111" y="75120"/>
                </a:lnTo>
                <a:lnTo>
                  <a:pt x="173" y="75840"/>
                </a:lnTo>
                <a:lnTo>
                  <a:pt x="250" y="76551"/>
                </a:lnTo>
                <a:lnTo>
                  <a:pt x="340" y="77254"/>
                </a:lnTo>
                <a:lnTo>
                  <a:pt x="444" y="77949"/>
                </a:lnTo>
                <a:lnTo>
                  <a:pt x="561" y="78635"/>
                </a:lnTo>
                <a:lnTo>
                  <a:pt x="693" y="79313"/>
                </a:lnTo>
                <a:lnTo>
                  <a:pt x="839" y="79982"/>
                </a:lnTo>
                <a:lnTo>
                  <a:pt x="998" y="80644"/>
                </a:lnTo>
                <a:lnTo>
                  <a:pt x="1171" y="81296"/>
                </a:lnTo>
                <a:lnTo>
                  <a:pt x="1358" y="81941"/>
                </a:lnTo>
                <a:lnTo>
                  <a:pt x="1559" y="82577"/>
                </a:lnTo>
                <a:lnTo>
                  <a:pt x="1774" y="83205"/>
                </a:lnTo>
                <a:lnTo>
                  <a:pt x="2003" y="83824"/>
                </a:lnTo>
                <a:lnTo>
                  <a:pt x="2246" y="84435"/>
                </a:lnTo>
                <a:lnTo>
                  <a:pt x="2502" y="85038"/>
                </a:lnTo>
                <a:lnTo>
                  <a:pt x="2772" y="85632"/>
                </a:lnTo>
                <a:lnTo>
                  <a:pt x="3057" y="86218"/>
                </a:lnTo>
                <a:lnTo>
                  <a:pt x="3355" y="86795"/>
                </a:lnTo>
                <a:lnTo>
                  <a:pt x="3667" y="87365"/>
                </a:lnTo>
                <a:lnTo>
                  <a:pt x="3992" y="87925"/>
                </a:lnTo>
                <a:lnTo>
                  <a:pt x="4331" y="88477"/>
                </a:lnTo>
                <a:lnTo>
                  <a:pt x="4680" y="89017"/>
                </a:lnTo>
                <a:lnTo>
                  <a:pt x="5041" y="89547"/>
                </a:lnTo>
                <a:lnTo>
                  <a:pt x="5414" y="90067"/>
                </a:lnTo>
                <a:lnTo>
                  <a:pt x="5797" y="90576"/>
                </a:lnTo>
                <a:lnTo>
                  <a:pt x="6192" y="91075"/>
                </a:lnTo>
                <a:lnTo>
                  <a:pt x="6597" y="91563"/>
                </a:lnTo>
                <a:lnTo>
                  <a:pt x="7015" y="92041"/>
                </a:lnTo>
                <a:lnTo>
                  <a:pt x="7443" y="92508"/>
                </a:lnTo>
                <a:lnTo>
                  <a:pt x="7882" y="92964"/>
                </a:lnTo>
                <a:lnTo>
                  <a:pt x="8333" y="93410"/>
                </a:lnTo>
                <a:lnTo>
                  <a:pt x="8795" y="93846"/>
                </a:lnTo>
                <a:lnTo>
                  <a:pt x="9268" y="94271"/>
                </a:lnTo>
                <a:lnTo>
                  <a:pt x="9753" y="94686"/>
                </a:lnTo>
                <a:lnTo>
                  <a:pt x="10249" y="95090"/>
                </a:lnTo>
                <a:lnTo>
                  <a:pt x="10755" y="95483"/>
                </a:lnTo>
                <a:lnTo>
                  <a:pt x="11274" y="95866"/>
                </a:lnTo>
                <a:lnTo>
                  <a:pt x="11803" y="96239"/>
                </a:lnTo>
                <a:lnTo>
                  <a:pt x="12344" y="96601"/>
                </a:lnTo>
                <a:lnTo>
                  <a:pt x="12895" y="96952"/>
                </a:lnTo>
                <a:lnTo>
                  <a:pt x="13458" y="97293"/>
                </a:lnTo>
                <a:lnTo>
                  <a:pt x="14033" y="97623"/>
                </a:lnTo>
                <a:lnTo>
                  <a:pt x="14618" y="97943"/>
                </a:lnTo>
                <a:lnTo>
                  <a:pt x="15215" y="98253"/>
                </a:lnTo>
                <a:lnTo>
                  <a:pt x="15822" y="98550"/>
                </a:lnTo>
                <a:lnTo>
                  <a:pt x="16437" y="98835"/>
                </a:lnTo>
                <a:lnTo>
                  <a:pt x="17060" y="99108"/>
                </a:lnTo>
                <a:lnTo>
                  <a:pt x="17692" y="99367"/>
                </a:lnTo>
                <a:lnTo>
                  <a:pt x="18332" y="99614"/>
                </a:lnTo>
                <a:lnTo>
                  <a:pt x="18981" y="99849"/>
                </a:lnTo>
                <a:lnTo>
                  <a:pt x="19637" y="100070"/>
                </a:lnTo>
                <a:lnTo>
                  <a:pt x="20303" y="100279"/>
                </a:lnTo>
                <a:lnTo>
                  <a:pt x="20976" y="100476"/>
                </a:lnTo>
                <a:lnTo>
                  <a:pt x="21658" y="100659"/>
                </a:lnTo>
                <a:lnTo>
                  <a:pt x="22348" y="100830"/>
                </a:lnTo>
                <a:lnTo>
                  <a:pt x="23047" y="100989"/>
                </a:lnTo>
                <a:lnTo>
                  <a:pt x="23754" y="101134"/>
                </a:lnTo>
                <a:lnTo>
                  <a:pt x="24470" y="101267"/>
                </a:lnTo>
                <a:lnTo>
                  <a:pt x="25193" y="101388"/>
                </a:lnTo>
                <a:lnTo>
                  <a:pt x="25925" y="101495"/>
                </a:lnTo>
                <a:lnTo>
                  <a:pt x="26666" y="101590"/>
                </a:lnTo>
                <a:lnTo>
                  <a:pt x="27415" y="101673"/>
                </a:lnTo>
                <a:lnTo>
                  <a:pt x="28172" y="101742"/>
                </a:lnTo>
                <a:lnTo>
                  <a:pt x="28938" y="101799"/>
                </a:lnTo>
                <a:lnTo>
                  <a:pt x="29712" y="101844"/>
                </a:lnTo>
                <a:lnTo>
                  <a:pt x="30494" y="101875"/>
                </a:lnTo>
                <a:lnTo>
                  <a:pt x="31284" y="101894"/>
                </a:lnTo>
                <a:lnTo>
                  <a:pt x="32083" y="101901"/>
                </a:lnTo>
                <a:lnTo>
                  <a:pt x="33267" y="101888"/>
                </a:lnTo>
                <a:lnTo>
                  <a:pt x="34430" y="101849"/>
                </a:lnTo>
                <a:lnTo>
                  <a:pt x="35574" y="101785"/>
                </a:lnTo>
                <a:lnTo>
                  <a:pt x="36697" y="101696"/>
                </a:lnTo>
                <a:close/>
                <a:moveTo>
                  <a:pt x="227900" y="49160"/>
                </a:moveTo>
                <a:lnTo>
                  <a:pt x="227886" y="48182"/>
                </a:lnTo>
                <a:lnTo>
                  <a:pt x="227844" y="47220"/>
                </a:lnTo>
                <a:lnTo>
                  <a:pt x="227775" y="46276"/>
                </a:lnTo>
                <a:lnTo>
                  <a:pt x="227677" y="45348"/>
                </a:lnTo>
                <a:lnTo>
                  <a:pt x="227551" y="44438"/>
                </a:lnTo>
                <a:lnTo>
                  <a:pt x="227397" y="43544"/>
                </a:lnTo>
                <a:lnTo>
                  <a:pt x="227215" y="42668"/>
                </a:lnTo>
                <a:lnTo>
                  <a:pt x="227005" y="41808"/>
                </a:lnTo>
                <a:lnTo>
                  <a:pt x="226768" y="40966"/>
                </a:lnTo>
                <a:lnTo>
                  <a:pt x="226502" y="40140"/>
                </a:lnTo>
                <a:lnTo>
                  <a:pt x="226208" y="39332"/>
                </a:lnTo>
                <a:lnTo>
                  <a:pt x="225886" y="38540"/>
                </a:lnTo>
                <a:lnTo>
                  <a:pt x="225537" y="37765"/>
                </a:lnTo>
                <a:lnTo>
                  <a:pt x="225159" y="37008"/>
                </a:lnTo>
                <a:lnTo>
                  <a:pt x="224753" y="36267"/>
                </a:lnTo>
                <a:lnTo>
                  <a:pt x="224320" y="35543"/>
                </a:lnTo>
                <a:lnTo>
                  <a:pt x="223858" y="34836"/>
                </a:lnTo>
                <a:lnTo>
                  <a:pt x="223369" y="34147"/>
                </a:lnTo>
                <a:lnTo>
                  <a:pt x="222851" y="33474"/>
                </a:lnTo>
                <a:lnTo>
                  <a:pt x="222306" y="32818"/>
                </a:lnTo>
                <a:lnTo>
                  <a:pt x="221732" y="32179"/>
                </a:lnTo>
                <a:lnTo>
                  <a:pt x="221131" y="31557"/>
                </a:lnTo>
                <a:lnTo>
                  <a:pt x="220502" y="30953"/>
                </a:lnTo>
                <a:lnTo>
                  <a:pt x="219844" y="30365"/>
                </a:lnTo>
                <a:lnTo>
                  <a:pt x="219163" y="29797"/>
                </a:lnTo>
                <a:lnTo>
                  <a:pt x="218461" y="29254"/>
                </a:lnTo>
                <a:lnTo>
                  <a:pt x="217739" y="28735"/>
                </a:lnTo>
                <a:lnTo>
                  <a:pt x="216997" y="28240"/>
                </a:lnTo>
                <a:lnTo>
                  <a:pt x="216234" y="27769"/>
                </a:lnTo>
                <a:lnTo>
                  <a:pt x="215451" y="27322"/>
                </a:lnTo>
                <a:lnTo>
                  <a:pt x="214648" y="26899"/>
                </a:lnTo>
                <a:lnTo>
                  <a:pt x="213825" y="26501"/>
                </a:lnTo>
                <a:lnTo>
                  <a:pt x="212981" y="26126"/>
                </a:lnTo>
                <a:lnTo>
                  <a:pt x="212116" y="25776"/>
                </a:lnTo>
                <a:lnTo>
                  <a:pt x="211232" y="25450"/>
                </a:lnTo>
                <a:lnTo>
                  <a:pt x="210327" y="25148"/>
                </a:lnTo>
                <a:lnTo>
                  <a:pt x="209402" y="24871"/>
                </a:lnTo>
                <a:lnTo>
                  <a:pt x="208456" y="24617"/>
                </a:lnTo>
                <a:lnTo>
                  <a:pt x="207490" y="24388"/>
                </a:lnTo>
                <a:lnTo>
                  <a:pt x="206504" y="24182"/>
                </a:lnTo>
                <a:lnTo>
                  <a:pt x="205497" y="24001"/>
                </a:lnTo>
                <a:lnTo>
                  <a:pt x="204471" y="23844"/>
                </a:lnTo>
                <a:lnTo>
                  <a:pt x="203423" y="23711"/>
                </a:lnTo>
                <a:lnTo>
                  <a:pt x="202356" y="23603"/>
                </a:lnTo>
                <a:lnTo>
                  <a:pt x="201268" y="23518"/>
                </a:lnTo>
                <a:lnTo>
                  <a:pt x="200160" y="23458"/>
                </a:lnTo>
                <a:lnTo>
                  <a:pt x="199031" y="23422"/>
                </a:lnTo>
                <a:lnTo>
                  <a:pt x="197882" y="23410"/>
                </a:lnTo>
                <a:lnTo>
                  <a:pt x="196800" y="23421"/>
                </a:lnTo>
                <a:lnTo>
                  <a:pt x="195735" y="23454"/>
                </a:lnTo>
                <a:lnTo>
                  <a:pt x="194685" y="23509"/>
                </a:lnTo>
                <a:lnTo>
                  <a:pt x="193652" y="23586"/>
                </a:lnTo>
                <a:lnTo>
                  <a:pt x="192635" y="23685"/>
                </a:lnTo>
                <a:lnTo>
                  <a:pt x="191634" y="23806"/>
                </a:lnTo>
                <a:lnTo>
                  <a:pt x="190649" y="23949"/>
                </a:lnTo>
                <a:lnTo>
                  <a:pt x="189681" y="24114"/>
                </a:lnTo>
                <a:lnTo>
                  <a:pt x="188729" y="24301"/>
                </a:lnTo>
                <a:lnTo>
                  <a:pt x="187793" y="24509"/>
                </a:lnTo>
                <a:lnTo>
                  <a:pt x="186874" y="24740"/>
                </a:lnTo>
                <a:lnTo>
                  <a:pt x="185971" y="24993"/>
                </a:lnTo>
                <a:lnTo>
                  <a:pt x="185084" y="25268"/>
                </a:lnTo>
                <a:lnTo>
                  <a:pt x="184213" y="25565"/>
                </a:lnTo>
                <a:lnTo>
                  <a:pt x="183358" y="25884"/>
                </a:lnTo>
                <a:lnTo>
                  <a:pt x="182520" y="26225"/>
                </a:lnTo>
                <a:lnTo>
                  <a:pt x="181698" y="26588"/>
                </a:lnTo>
                <a:lnTo>
                  <a:pt x="180893" y="26973"/>
                </a:lnTo>
                <a:lnTo>
                  <a:pt x="180103" y="27380"/>
                </a:lnTo>
                <a:lnTo>
                  <a:pt x="179330" y="27809"/>
                </a:lnTo>
                <a:lnTo>
                  <a:pt x="178573" y="28260"/>
                </a:lnTo>
                <a:lnTo>
                  <a:pt x="177832" y="28733"/>
                </a:lnTo>
                <a:lnTo>
                  <a:pt x="177108" y="29228"/>
                </a:lnTo>
                <a:lnTo>
                  <a:pt x="176400" y="29745"/>
                </a:lnTo>
                <a:lnTo>
                  <a:pt x="175712" y="30280"/>
                </a:lnTo>
                <a:lnTo>
                  <a:pt x="175049" y="30831"/>
                </a:lnTo>
                <a:lnTo>
                  <a:pt x="174411" y="31397"/>
                </a:lnTo>
                <a:lnTo>
                  <a:pt x="173798" y="31978"/>
                </a:lnTo>
                <a:lnTo>
                  <a:pt x="173210" y="32575"/>
                </a:lnTo>
                <a:lnTo>
                  <a:pt x="172647" y="33187"/>
                </a:lnTo>
                <a:lnTo>
                  <a:pt x="172108" y="33814"/>
                </a:lnTo>
                <a:lnTo>
                  <a:pt x="171595" y="34457"/>
                </a:lnTo>
                <a:lnTo>
                  <a:pt x="171106" y="35115"/>
                </a:lnTo>
                <a:lnTo>
                  <a:pt x="170642" y="35788"/>
                </a:lnTo>
                <a:lnTo>
                  <a:pt x="170203" y="36476"/>
                </a:lnTo>
                <a:lnTo>
                  <a:pt x="169789" y="37180"/>
                </a:lnTo>
                <a:lnTo>
                  <a:pt x="169400" y="37899"/>
                </a:lnTo>
                <a:lnTo>
                  <a:pt x="169036" y="38633"/>
                </a:lnTo>
                <a:lnTo>
                  <a:pt x="168696" y="39383"/>
                </a:lnTo>
                <a:lnTo>
                  <a:pt x="168381" y="40148"/>
                </a:lnTo>
                <a:lnTo>
                  <a:pt x="168092" y="40928"/>
                </a:lnTo>
                <a:lnTo>
                  <a:pt x="167827" y="41724"/>
                </a:lnTo>
                <a:lnTo>
                  <a:pt x="167587" y="42535"/>
                </a:lnTo>
                <a:lnTo>
                  <a:pt x="167371" y="43361"/>
                </a:lnTo>
                <a:lnTo>
                  <a:pt x="167181" y="44203"/>
                </a:lnTo>
                <a:lnTo>
                  <a:pt x="167016" y="45060"/>
                </a:lnTo>
                <a:lnTo>
                  <a:pt x="166875" y="45932"/>
                </a:lnTo>
                <a:lnTo>
                  <a:pt x="166759" y="46819"/>
                </a:lnTo>
                <a:lnTo>
                  <a:pt x="183561" y="46819"/>
                </a:lnTo>
                <a:lnTo>
                  <a:pt x="183623" y="46467"/>
                </a:lnTo>
                <a:lnTo>
                  <a:pt x="183696" y="46120"/>
                </a:lnTo>
                <a:lnTo>
                  <a:pt x="183780" y="45780"/>
                </a:lnTo>
                <a:lnTo>
                  <a:pt x="183874" y="45446"/>
                </a:lnTo>
                <a:lnTo>
                  <a:pt x="183978" y="45118"/>
                </a:lnTo>
                <a:lnTo>
                  <a:pt x="184093" y="44796"/>
                </a:lnTo>
                <a:lnTo>
                  <a:pt x="184219" y="44481"/>
                </a:lnTo>
                <a:lnTo>
                  <a:pt x="184355" y="44172"/>
                </a:lnTo>
                <a:lnTo>
                  <a:pt x="184502" y="43869"/>
                </a:lnTo>
                <a:lnTo>
                  <a:pt x="184659" y="43572"/>
                </a:lnTo>
                <a:lnTo>
                  <a:pt x="184827" y="43282"/>
                </a:lnTo>
                <a:lnTo>
                  <a:pt x="185005" y="42998"/>
                </a:lnTo>
                <a:lnTo>
                  <a:pt x="185194" y="42720"/>
                </a:lnTo>
                <a:lnTo>
                  <a:pt x="185393" y="42448"/>
                </a:lnTo>
                <a:lnTo>
                  <a:pt x="185603" y="42182"/>
                </a:lnTo>
                <a:lnTo>
                  <a:pt x="185823" y="41923"/>
                </a:lnTo>
                <a:lnTo>
                  <a:pt x="186054" y="41670"/>
                </a:lnTo>
                <a:lnTo>
                  <a:pt x="186296" y="41423"/>
                </a:lnTo>
                <a:lnTo>
                  <a:pt x="186547" y="41182"/>
                </a:lnTo>
                <a:lnTo>
                  <a:pt x="186810" y="40948"/>
                </a:lnTo>
                <a:lnTo>
                  <a:pt x="187083" y="40720"/>
                </a:lnTo>
                <a:lnTo>
                  <a:pt x="187366" y="40498"/>
                </a:lnTo>
                <a:lnTo>
                  <a:pt x="187660" y="40282"/>
                </a:lnTo>
                <a:lnTo>
                  <a:pt x="187965" y="40072"/>
                </a:lnTo>
                <a:lnTo>
                  <a:pt x="188278" y="39870"/>
                </a:lnTo>
                <a:lnTo>
                  <a:pt x="188598" y="39676"/>
                </a:lnTo>
                <a:lnTo>
                  <a:pt x="188925" y="39491"/>
                </a:lnTo>
                <a:lnTo>
                  <a:pt x="189258" y="39315"/>
                </a:lnTo>
                <a:lnTo>
                  <a:pt x="189598" y="39147"/>
                </a:lnTo>
                <a:lnTo>
                  <a:pt x="189945" y="38988"/>
                </a:lnTo>
                <a:lnTo>
                  <a:pt x="190298" y="38837"/>
                </a:lnTo>
                <a:lnTo>
                  <a:pt x="190658" y="38695"/>
                </a:lnTo>
                <a:lnTo>
                  <a:pt x="191025" y="38561"/>
                </a:lnTo>
                <a:lnTo>
                  <a:pt x="191399" y="38437"/>
                </a:lnTo>
                <a:lnTo>
                  <a:pt x="191779" y="38320"/>
                </a:lnTo>
                <a:lnTo>
                  <a:pt x="192166" y="38213"/>
                </a:lnTo>
                <a:lnTo>
                  <a:pt x="192559" y="38114"/>
                </a:lnTo>
                <a:lnTo>
                  <a:pt x="192959" y="38023"/>
                </a:lnTo>
                <a:lnTo>
                  <a:pt x="193366" y="37941"/>
                </a:lnTo>
                <a:lnTo>
                  <a:pt x="193780" y="37868"/>
                </a:lnTo>
                <a:lnTo>
                  <a:pt x="194200" y="37804"/>
                </a:lnTo>
                <a:lnTo>
                  <a:pt x="194627" y="37748"/>
                </a:lnTo>
                <a:lnTo>
                  <a:pt x="195061" y="37700"/>
                </a:lnTo>
                <a:lnTo>
                  <a:pt x="195501" y="37662"/>
                </a:lnTo>
                <a:lnTo>
                  <a:pt x="195948" y="37632"/>
                </a:lnTo>
                <a:lnTo>
                  <a:pt x="196402" y="37610"/>
                </a:lnTo>
                <a:lnTo>
                  <a:pt x="196863" y="37597"/>
                </a:lnTo>
                <a:lnTo>
                  <a:pt x="197330" y="37593"/>
                </a:lnTo>
                <a:lnTo>
                  <a:pt x="197842" y="37598"/>
                </a:lnTo>
                <a:lnTo>
                  <a:pt x="198345" y="37614"/>
                </a:lnTo>
                <a:lnTo>
                  <a:pt x="198839" y="37641"/>
                </a:lnTo>
                <a:lnTo>
                  <a:pt x="199323" y="37679"/>
                </a:lnTo>
                <a:lnTo>
                  <a:pt x="199799" y="37727"/>
                </a:lnTo>
                <a:lnTo>
                  <a:pt x="200265" y="37787"/>
                </a:lnTo>
                <a:lnTo>
                  <a:pt x="200723" y="37856"/>
                </a:lnTo>
                <a:lnTo>
                  <a:pt x="201171" y="37937"/>
                </a:lnTo>
                <a:lnTo>
                  <a:pt x="201610" y="38029"/>
                </a:lnTo>
                <a:lnTo>
                  <a:pt x="202040" y="38131"/>
                </a:lnTo>
                <a:lnTo>
                  <a:pt x="202461" y="38244"/>
                </a:lnTo>
                <a:lnTo>
                  <a:pt x="202873" y="38368"/>
                </a:lnTo>
                <a:lnTo>
                  <a:pt x="203276" y="38502"/>
                </a:lnTo>
                <a:lnTo>
                  <a:pt x="203670" y="38647"/>
                </a:lnTo>
                <a:lnTo>
                  <a:pt x="204055" y="38803"/>
                </a:lnTo>
                <a:lnTo>
                  <a:pt x="204430" y="38970"/>
                </a:lnTo>
                <a:lnTo>
                  <a:pt x="204796" y="39148"/>
                </a:lnTo>
                <a:lnTo>
                  <a:pt x="205154" y="39336"/>
                </a:lnTo>
                <a:lnTo>
                  <a:pt x="205502" y="39535"/>
                </a:lnTo>
                <a:lnTo>
                  <a:pt x="205841" y="39745"/>
                </a:lnTo>
                <a:lnTo>
                  <a:pt x="206171" y="39966"/>
                </a:lnTo>
                <a:lnTo>
                  <a:pt x="206492" y="40197"/>
                </a:lnTo>
                <a:lnTo>
                  <a:pt x="206804" y="40439"/>
                </a:lnTo>
                <a:lnTo>
                  <a:pt x="207107" y="40692"/>
                </a:lnTo>
                <a:lnTo>
                  <a:pt x="207399" y="40954"/>
                </a:lnTo>
                <a:lnTo>
                  <a:pt x="207679" y="41225"/>
                </a:lnTo>
                <a:lnTo>
                  <a:pt x="207946" y="41504"/>
                </a:lnTo>
                <a:lnTo>
                  <a:pt x="208201" y="41792"/>
                </a:lnTo>
                <a:lnTo>
                  <a:pt x="208443" y="42087"/>
                </a:lnTo>
                <a:lnTo>
                  <a:pt x="208673" y="42391"/>
                </a:lnTo>
                <a:lnTo>
                  <a:pt x="208891" y="42704"/>
                </a:lnTo>
                <a:lnTo>
                  <a:pt x="209096" y="43025"/>
                </a:lnTo>
                <a:lnTo>
                  <a:pt x="209289" y="43354"/>
                </a:lnTo>
                <a:lnTo>
                  <a:pt x="209469" y="43692"/>
                </a:lnTo>
                <a:lnTo>
                  <a:pt x="209637" y="44038"/>
                </a:lnTo>
                <a:lnTo>
                  <a:pt x="209792" y="44392"/>
                </a:lnTo>
                <a:lnTo>
                  <a:pt x="209935" y="44755"/>
                </a:lnTo>
                <a:lnTo>
                  <a:pt x="210066" y="45126"/>
                </a:lnTo>
                <a:lnTo>
                  <a:pt x="210184" y="45506"/>
                </a:lnTo>
                <a:lnTo>
                  <a:pt x="210289" y="45894"/>
                </a:lnTo>
                <a:lnTo>
                  <a:pt x="210383" y="46290"/>
                </a:lnTo>
                <a:lnTo>
                  <a:pt x="210463" y="46695"/>
                </a:lnTo>
                <a:lnTo>
                  <a:pt x="210532" y="47108"/>
                </a:lnTo>
                <a:lnTo>
                  <a:pt x="210588" y="47529"/>
                </a:lnTo>
                <a:lnTo>
                  <a:pt x="210631" y="47959"/>
                </a:lnTo>
                <a:lnTo>
                  <a:pt x="210662" y="48397"/>
                </a:lnTo>
                <a:lnTo>
                  <a:pt x="210681" y="48844"/>
                </a:lnTo>
                <a:lnTo>
                  <a:pt x="210687" y="49299"/>
                </a:lnTo>
                <a:lnTo>
                  <a:pt x="210687" y="55770"/>
                </a:lnTo>
                <a:lnTo>
                  <a:pt x="191823" y="55770"/>
                </a:lnTo>
                <a:lnTo>
                  <a:pt x="190697" y="55781"/>
                </a:lnTo>
                <a:lnTo>
                  <a:pt x="189593" y="55813"/>
                </a:lnTo>
                <a:lnTo>
                  <a:pt x="188511" y="55865"/>
                </a:lnTo>
                <a:lnTo>
                  <a:pt x="187450" y="55939"/>
                </a:lnTo>
                <a:lnTo>
                  <a:pt x="186411" y="56033"/>
                </a:lnTo>
                <a:lnTo>
                  <a:pt x="185393" y="56149"/>
                </a:lnTo>
                <a:lnTo>
                  <a:pt x="184397" y="56286"/>
                </a:lnTo>
                <a:lnTo>
                  <a:pt x="183423" y="56444"/>
                </a:lnTo>
                <a:lnTo>
                  <a:pt x="182469" y="56623"/>
                </a:lnTo>
                <a:lnTo>
                  <a:pt x="181538" y="56823"/>
                </a:lnTo>
                <a:lnTo>
                  <a:pt x="180628" y="57043"/>
                </a:lnTo>
                <a:lnTo>
                  <a:pt x="179739" y="57285"/>
                </a:lnTo>
                <a:lnTo>
                  <a:pt x="178872" y="57548"/>
                </a:lnTo>
                <a:lnTo>
                  <a:pt x="178026" y="57832"/>
                </a:lnTo>
                <a:lnTo>
                  <a:pt x="177202" y="58138"/>
                </a:lnTo>
                <a:lnTo>
                  <a:pt x="176400" y="58464"/>
                </a:lnTo>
                <a:lnTo>
                  <a:pt x="175619" y="58811"/>
                </a:lnTo>
                <a:lnTo>
                  <a:pt x="174859" y="59179"/>
                </a:lnTo>
                <a:lnTo>
                  <a:pt x="174121" y="59568"/>
                </a:lnTo>
                <a:lnTo>
                  <a:pt x="173405" y="59979"/>
                </a:lnTo>
                <a:lnTo>
                  <a:pt x="172710" y="60410"/>
                </a:lnTo>
                <a:lnTo>
                  <a:pt x="172036" y="60862"/>
                </a:lnTo>
                <a:lnTo>
                  <a:pt x="171384" y="61336"/>
                </a:lnTo>
                <a:lnTo>
                  <a:pt x="170754" y="61830"/>
                </a:lnTo>
                <a:lnTo>
                  <a:pt x="170147" y="62344"/>
                </a:lnTo>
                <a:lnTo>
                  <a:pt x="169566" y="62875"/>
                </a:lnTo>
                <a:lnTo>
                  <a:pt x="169011" y="63424"/>
                </a:lnTo>
                <a:lnTo>
                  <a:pt x="168481" y="63991"/>
                </a:lnTo>
                <a:lnTo>
                  <a:pt x="167978" y="64576"/>
                </a:lnTo>
                <a:lnTo>
                  <a:pt x="167500" y="65178"/>
                </a:lnTo>
                <a:lnTo>
                  <a:pt x="167048" y="65798"/>
                </a:lnTo>
                <a:lnTo>
                  <a:pt x="166622" y="66435"/>
                </a:lnTo>
                <a:lnTo>
                  <a:pt x="166222" y="67090"/>
                </a:lnTo>
                <a:lnTo>
                  <a:pt x="165848" y="67763"/>
                </a:lnTo>
                <a:lnTo>
                  <a:pt x="165499" y="68454"/>
                </a:lnTo>
                <a:lnTo>
                  <a:pt x="165177" y="69162"/>
                </a:lnTo>
                <a:lnTo>
                  <a:pt x="164880" y="69888"/>
                </a:lnTo>
                <a:lnTo>
                  <a:pt x="164608" y="70632"/>
                </a:lnTo>
                <a:lnTo>
                  <a:pt x="164363" y="71393"/>
                </a:lnTo>
                <a:lnTo>
                  <a:pt x="164144" y="72172"/>
                </a:lnTo>
                <a:lnTo>
                  <a:pt x="163950" y="72969"/>
                </a:lnTo>
                <a:lnTo>
                  <a:pt x="163782" y="73783"/>
                </a:lnTo>
                <a:lnTo>
                  <a:pt x="163640" y="74615"/>
                </a:lnTo>
                <a:lnTo>
                  <a:pt x="163524" y="75465"/>
                </a:lnTo>
                <a:lnTo>
                  <a:pt x="163434" y="76333"/>
                </a:lnTo>
                <a:lnTo>
                  <a:pt x="163369" y="77218"/>
                </a:lnTo>
                <a:lnTo>
                  <a:pt x="163330" y="78121"/>
                </a:lnTo>
                <a:lnTo>
                  <a:pt x="163317" y="79041"/>
                </a:lnTo>
                <a:lnTo>
                  <a:pt x="163329" y="79906"/>
                </a:lnTo>
                <a:lnTo>
                  <a:pt x="163364" y="80756"/>
                </a:lnTo>
                <a:lnTo>
                  <a:pt x="163423" y="81591"/>
                </a:lnTo>
                <a:lnTo>
                  <a:pt x="163505" y="82412"/>
                </a:lnTo>
                <a:lnTo>
                  <a:pt x="163610" y="83217"/>
                </a:lnTo>
                <a:lnTo>
                  <a:pt x="163739" y="84008"/>
                </a:lnTo>
                <a:lnTo>
                  <a:pt x="163891" y="84783"/>
                </a:lnTo>
                <a:lnTo>
                  <a:pt x="164067" y="85544"/>
                </a:lnTo>
                <a:lnTo>
                  <a:pt x="164266" y="86291"/>
                </a:lnTo>
                <a:lnTo>
                  <a:pt x="164489" y="87022"/>
                </a:lnTo>
                <a:lnTo>
                  <a:pt x="164735" y="87738"/>
                </a:lnTo>
                <a:lnTo>
                  <a:pt x="165004" y="88440"/>
                </a:lnTo>
                <a:lnTo>
                  <a:pt x="165297" y="89127"/>
                </a:lnTo>
                <a:lnTo>
                  <a:pt x="165613" y="89799"/>
                </a:lnTo>
                <a:lnTo>
                  <a:pt x="165953" y="90456"/>
                </a:lnTo>
                <a:lnTo>
                  <a:pt x="166316" y="91099"/>
                </a:lnTo>
                <a:lnTo>
                  <a:pt x="166703" y="91726"/>
                </a:lnTo>
                <a:lnTo>
                  <a:pt x="167113" y="92339"/>
                </a:lnTo>
                <a:lnTo>
                  <a:pt x="167546" y="92937"/>
                </a:lnTo>
                <a:lnTo>
                  <a:pt x="168003" y="93520"/>
                </a:lnTo>
                <a:lnTo>
                  <a:pt x="168483" y="94088"/>
                </a:lnTo>
                <a:lnTo>
                  <a:pt x="168987" y="94642"/>
                </a:lnTo>
                <a:lnTo>
                  <a:pt x="169514" y="95180"/>
                </a:lnTo>
                <a:lnTo>
                  <a:pt x="170064" y="95704"/>
                </a:lnTo>
                <a:lnTo>
                  <a:pt x="170635" y="96210"/>
                </a:lnTo>
                <a:lnTo>
                  <a:pt x="171224" y="96694"/>
                </a:lnTo>
                <a:lnTo>
                  <a:pt x="171829" y="97156"/>
                </a:lnTo>
                <a:lnTo>
                  <a:pt x="172452" y="97597"/>
                </a:lnTo>
                <a:lnTo>
                  <a:pt x="173092" y="98017"/>
                </a:lnTo>
                <a:lnTo>
                  <a:pt x="173749" y="98415"/>
                </a:lnTo>
                <a:lnTo>
                  <a:pt x="174423" y="98792"/>
                </a:lnTo>
                <a:lnTo>
                  <a:pt x="175114" y="99147"/>
                </a:lnTo>
                <a:lnTo>
                  <a:pt x="175823" y="99480"/>
                </a:lnTo>
                <a:lnTo>
                  <a:pt x="176549" y="99792"/>
                </a:lnTo>
                <a:lnTo>
                  <a:pt x="177292" y="100082"/>
                </a:lnTo>
                <a:lnTo>
                  <a:pt x="178052" y="100351"/>
                </a:lnTo>
                <a:lnTo>
                  <a:pt x="178830" y="100599"/>
                </a:lnTo>
                <a:lnTo>
                  <a:pt x="179624" y="100825"/>
                </a:lnTo>
                <a:lnTo>
                  <a:pt x="180436" y="101029"/>
                </a:lnTo>
                <a:lnTo>
                  <a:pt x="181265" y="101212"/>
                </a:lnTo>
                <a:lnTo>
                  <a:pt x="182112" y="101373"/>
                </a:lnTo>
                <a:lnTo>
                  <a:pt x="182975" y="101513"/>
                </a:lnTo>
                <a:lnTo>
                  <a:pt x="183856" y="101632"/>
                </a:lnTo>
                <a:lnTo>
                  <a:pt x="184754" y="101728"/>
                </a:lnTo>
                <a:lnTo>
                  <a:pt x="185669" y="101804"/>
                </a:lnTo>
                <a:lnTo>
                  <a:pt x="186601" y="101857"/>
                </a:lnTo>
                <a:lnTo>
                  <a:pt x="187551" y="101890"/>
                </a:lnTo>
                <a:lnTo>
                  <a:pt x="188517" y="101901"/>
                </a:lnTo>
                <a:lnTo>
                  <a:pt x="189371" y="101892"/>
                </a:lnTo>
                <a:lnTo>
                  <a:pt x="190210" y="101866"/>
                </a:lnTo>
                <a:lnTo>
                  <a:pt x="191035" y="101823"/>
                </a:lnTo>
                <a:lnTo>
                  <a:pt x="191845" y="101763"/>
                </a:lnTo>
                <a:lnTo>
                  <a:pt x="192641" y="101685"/>
                </a:lnTo>
                <a:lnTo>
                  <a:pt x="193423" y="101591"/>
                </a:lnTo>
                <a:lnTo>
                  <a:pt x="194190" y="101479"/>
                </a:lnTo>
                <a:lnTo>
                  <a:pt x="194943" y="101350"/>
                </a:lnTo>
                <a:lnTo>
                  <a:pt x="195682" y="101203"/>
                </a:lnTo>
                <a:lnTo>
                  <a:pt x="196406" y="101040"/>
                </a:lnTo>
                <a:lnTo>
                  <a:pt x="197116" y="100859"/>
                </a:lnTo>
                <a:lnTo>
                  <a:pt x="197812" y="100661"/>
                </a:lnTo>
                <a:lnTo>
                  <a:pt x="198493" y="100446"/>
                </a:lnTo>
                <a:lnTo>
                  <a:pt x="199160" y="100214"/>
                </a:lnTo>
                <a:lnTo>
                  <a:pt x="199813" y="99964"/>
                </a:lnTo>
                <a:lnTo>
                  <a:pt x="200451" y="99698"/>
                </a:lnTo>
                <a:lnTo>
                  <a:pt x="201075" y="99414"/>
                </a:lnTo>
                <a:lnTo>
                  <a:pt x="201685" y="99112"/>
                </a:lnTo>
                <a:lnTo>
                  <a:pt x="202280" y="98794"/>
                </a:lnTo>
                <a:lnTo>
                  <a:pt x="202861" y="98458"/>
                </a:lnTo>
                <a:lnTo>
                  <a:pt x="203428" y="98105"/>
                </a:lnTo>
                <a:lnTo>
                  <a:pt x="203980" y="97735"/>
                </a:lnTo>
                <a:lnTo>
                  <a:pt x="204518" y="97348"/>
                </a:lnTo>
                <a:lnTo>
                  <a:pt x="205041" y="96944"/>
                </a:lnTo>
                <a:lnTo>
                  <a:pt x="205547" y="96525"/>
                </a:lnTo>
                <a:lnTo>
                  <a:pt x="206031" y="96094"/>
                </a:lnTo>
                <a:lnTo>
                  <a:pt x="206494" y="95651"/>
                </a:lnTo>
                <a:lnTo>
                  <a:pt x="206935" y="95196"/>
                </a:lnTo>
                <a:lnTo>
                  <a:pt x="207355" y="94729"/>
                </a:lnTo>
                <a:lnTo>
                  <a:pt x="207753" y="94250"/>
                </a:lnTo>
                <a:lnTo>
                  <a:pt x="208130" y="93759"/>
                </a:lnTo>
                <a:lnTo>
                  <a:pt x="208485" y="93257"/>
                </a:lnTo>
                <a:lnTo>
                  <a:pt x="208819" y="92742"/>
                </a:lnTo>
                <a:lnTo>
                  <a:pt x="209131" y="92215"/>
                </a:lnTo>
                <a:lnTo>
                  <a:pt x="209421" y="91677"/>
                </a:lnTo>
                <a:lnTo>
                  <a:pt x="209690" y="91126"/>
                </a:lnTo>
                <a:lnTo>
                  <a:pt x="209938" y="90563"/>
                </a:lnTo>
                <a:lnTo>
                  <a:pt x="210164" y="89989"/>
                </a:lnTo>
                <a:lnTo>
                  <a:pt x="210368" y="89403"/>
                </a:lnTo>
                <a:lnTo>
                  <a:pt x="210551" y="88804"/>
                </a:lnTo>
                <a:lnTo>
                  <a:pt x="210713" y="88194"/>
                </a:lnTo>
                <a:lnTo>
                  <a:pt x="210852" y="87571"/>
                </a:lnTo>
                <a:lnTo>
                  <a:pt x="210902" y="87305"/>
                </a:lnTo>
                <a:lnTo>
                  <a:pt x="211240" y="87305"/>
                </a:lnTo>
                <a:lnTo>
                  <a:pt x="211240" y="100524"/>
                </a:lnTo>
                <a:lnTo>
                  <a:pt x="227900" y="100524"/>
                </a:lnTo>
                <a:lnTo>
                  <a:pt x="227900" y="49160"/>
                </a:lnTo>
                <a:close/>
                <a:moveTo>
                  <a:pt x="192126" y="88871"/>
                </a:moveTo>
                <a:lnTo>
                  <a:pt x="191640" y="88823"/>
                </a:lnTo>
                <a:lnTo>
                  <a:pt x="191164" y="88763"/>
                </a:lnTo>
                <a:lnTo>
                  <a:pt x="190696" y="88694"/>
                </a:lnTo>
                <a:lnTo>
                  <a:pt x="190238" y="88613"/>
                </a:lnTo>
                <a:lnTo>
                  <a:pt x="189790" y="88521"/>
                </a:lnTo>
                <a:lnTo>
                  <a:pt x="189350" y="88419"/>
                </a:lnTo>
                <a:lnTo>
                  <a:pt x="188920" y="88306"/>
                </a:lnTo>
                <a:lnTo>
                  <a:pt x="188499" y="88183"/>
                </a:lnTo>
                <a:lnTo>
                  <a:pt x="188088" y="88048"/>
                </a:lnTo>
                <a:lnTo>
                  <a:pt x="187686" y="87903"/>
                </a:lnTo>
                <a:lnTo>
                  <a:pt x="187293" y="87747"/>
                </a:lnTo>
                <a:lnTo>
                  <a:pt x="186910" y="87580"/>
                </a:lnTo>
                <a:lnTo>
                  <a:pt x="186536" y="87403"/>
                </a:lnTo>
                <a:lnTo>
                  <a:pt x="186171" y="87215"/>
                </a:lnTo>
                <a:lnTo>
                  <a:pt x="185816" y="87016"/>
                </a:lnTo>
                <a:lnTo>
                  <a:pt x="185470" y="86806"/>
                </a:lnTo>
                <a:lnTo>
                  <a:pt x="185133" y="86586"/>
                </a:lnTo>
                <a:lnTo>
                  <a:pt x="184805" y="86355"/>
                </a:lnTo>
                <a:lnTo>
                  <a:pt x="184487" y="86113"/>
                </a:lnTo>
                <a:lnTo>
                  <a:pt x="184178" y="85860"/>
                </a:lnTo>
                <a:lnTo>
                  <a:pt x="183881" y="85598"/>
                </a:lnTo>
                <a:lnTo>
                  <a:pt x="183596" y="85328"/>
                </a:lnTo>
                <a:lnTo>
                  <a:pt x="183323" y="85050"/>
                </a:lnTo>
                <a:lnTo>
                  <a:pt x="183064" y="84764"/>
                </a:lnTo>
                <a:lnTo>
                  <a:pt x="182817" y="84470"/>
                </a:lnTo>
                <a:lnTo>
                  <a:pt x="182582" y="84168"/>
                </a:lnTo>
                <a:lnTo>
                  <a:pt x="182361" y="83859"/>
                </a:lnTo>
                <a:lnTo>
                  <a:pt x="182152" y="83541"/>
                </a:lnTo>
                <a:lnTo>
                  <a:pt x="181955" y="83216"/>
                </a:lnTo>
                <a:lnTo>
                  <a:pt x="181772" y="82883"/>
                </a:lnTo>
                <a:lnTo>
                  <a:pt x="181601" y="82542"/>
                </a:lnTo>
                <a:lnTo>
                  <a:pt x="181443" y="82193"/>
                </a:lnTo>
                <a:lnTo>
                  <a:pt x="181297" y="81836"/>
                </a:lnTo>
                <a:lnTo>
                  <a:pt x="181164" y="81471"/>
                </a:lnTo>
                <a:lnTo>
                  <a:pt x="181044" y="81098"/>
                </a:lnTo>
                <a:lnTo>
                  <a:pt x="180936" y="80718"/>
                </a:lnTo>
                <a:lnTo>
                  <a:pt x="180841" y="80330"/>
                </a:lnTo>
                <a:lnTo>
                  <a:pt x="180759" y="79933"/>
                </a:lnTo>
                <a:lnTo>
                  <a:pt x="180689" y="79529"/>
                </a:lnTo>
                <a:lnTo>
                  <a:pt x="180632" y="79117"/>
                </a:lnTo>
                <a:lnTo>
                  <a:pt x="180588" y="78697"/>
                </a:lnTo>
                <a:lnTo>
                  <a:pt x="180556" y="78269"/>
                </a:lnTo>
                <a:lnTo>
                  <a:pt x="180537" y="77833"/>
                </a:lnTo>
                <a:lnTo>
                  <a:pt x="180531" y="77390"/>
                </a:lnTo>
                <a:lnTo>
                  <a:pt x="180536" y="76980"/>
                </a:lnTo>
                <a:lnTo>
                  <a:pt x="180553" y="76577"/>
                </a:lnTo>
                <a:lnTo>
                  <a:pt x="180580" y="76181"/>
                </a:lnTo>
                <a:lnTo>
                  <a:pt x="180619" y="75791"/>
                </a:lnTo>
                <a:lnTo>
                  <a:pt x="180668" y="75408"/>
                </a:lnTo>
                <a:lnTo>
                  <a:pt x="180729" y="75032"/>
                </a:lnTo>
                <a:lnTo>
                  <a:pt x="180800" y="74662"/>
                </a:lnTo>
                <a:lnTo>
                  <a:pt x="180882" y="74299"/>
                </a:lnTo>
                <a:lnTo>
                  <a:pt x="180976" y="73943"/>
                </a:lnTo>
                <a:lnTo>
                  <a:pt x="181080" y="73594"/>
                </a:lnTo>
                <a:lnTo>
                  <a:pt x="181196" y="73251"/>
                </a:lnTo>
                <a:lnTo>
                  <a:pt x="181322" y="72915"/>
                </a:lnTo>
                <a:lnTo>
                  <a:pt x="181460" y="72585"/>
                </a:lnTo>
                <a:lnTo>
                  <a:pt x="181608" y="72263"/>
                </a:lnTo>
                <a:lnTo>
                  <a:pt x="181768" y="71947"/>
                </a:lnTo>
                <a:lnTo>
                  <a:pt x="181938" y="71637"/>
                </a:lnTo>
                <a:lnTo>
                  <a:pt x="182119" y="71335"/>
                </a:lnTo>
                <a:lnTo>
                  <a:pt x="182312" y="71039"/>
                </a:lnTo>
                <a:lnTo>
                  <a:pt x="182515" y="70749"/>
                </a:lnTo>
                <a:lnTo>
                  <a:pt x="182730" y="70467"/>
                </a:lnTo>
                <a:lnTo>
                  <a:pt x="182955" y="70191"/>
                </a:lnTo>
                <a:lnTo>
                  <a:pt x="183191" y="69921"/>
                </a:lnTo>
                <a:lnTo>
                  <a:pt x="183439" y="69659"/>
                </a:lnTo>
                <a:lnTo>
                  <a:pt x="183697" y="69403"/>
                </a:lnTo>
                <a:lnTo>
                  <a:pt x="183965" y="69156"/>
                </a:lnTo>
                <a:lnTo>
                  <a:pt x="184240" y="68919"/>
                </a:lnTo>
                <a:lnTo>
                  <a:pt x="184522" y="68693"/>
                </a:lnTo>
                <a:lnTo>
                  <a:pt x="184811" y="68477"/>
                </a:lnTo>
                <a:lnTo>
                  <a:pt x="185107" y="68272"/>
                </a:lnTo>
                <a:lnTo>
                  <a:pt x="185410" y="68078"/>
                </a:lnTo>
                <a:lnTo>
                  <a:pt x="185721" y="67893"/>
                </a:lnTo>
                <a:lnTo>
                  <a:pt x="186039" y="67720"/>
                </a:lnTo>
                <a:lnTo>
                  <a:pt x="186364" y="67557"/>
                </a:lnTo>
                <a:lnTo>
                  <a:pt x="186696" y="67404"/>
                </a:lnTo>
                <a:lnTo>
                  <a:pt x="187035" y="67262"/>
                </a:lnTo>
                <a:lnTo>
                  <a:pt x="187382" y="67131"/>
                </a:lnTo>
                <a:lnTo>
                  <a:pt x="187735" y="67010"/>
                </a:lnTo>
                <a:lnTo>
                  <a:pt x="188096" y="66899"/>
                </a:lnTo>
                <a:lnTo>
                  <a:pt x="188464" y="66799"/>
                </a:lnTo>
                <a:lnTo>
                  <a:pt x="188839" y="66710"/>
                </a:lnTo>
                <a:lnTo>
                  <a:pt x="189221" y="66631"/>
                </a:lnTo>
                <a:lnTo>
                  <a:pt x="189611" y="66563"/>
                </a:lnTo>
                <a:lnTo>
                  <a:pt x="190007" y="66505"/>
                </a:lnTo>
                <a:lnTo>
                  <a:pt x="190411" y="66457"/>
                </a:lnTo>
                <a:lnTo>
                  <a:pt x="190822" y="66421"/>
                </a:lnTo>
                <a:lnTo>
                  <a:pt x="191240" y="66394"/>
                </a:lnTo>
                <a:lnTo>
                  <a:pt x="191665" y="66378"/>
                </a:lnTo>
                <a:lnTo>
                  <a:pt x="192098" y="66373"/>
                </a:lnTo>
                <a:lnTo>
                  <a:pt x="210687" y="66373"/>
                </a:lnTo>
                <a:lnTo>
                  <a:pt x="210687" y="75600"/>
                </a:lnTo>
                <a:lnTo>
                  <a:pt x="210679" y="76089"/>
                </a:lnTo>
                <a:lnTo>
                  <a:pt x="210655" y="76571"/>
                </a:lnTo>
                <a:lnTo>
                  <a:pt x="210615" y="77046"/>
                </a:lnTo>
                <a:lnTo>
                  <a:pt x="210559" y="77512"/>
                </a:lnTo>
                <a:lnTo>
                  <a:pt x="210487" y="77971"/>
                </a:lnTo>
                <a:lnTo>
                  <a:pt x="210399" y="78423"/>
                </a:lnTo>
                <a:lnTo>
                  <a:pt x="210295" y="78866"/>
                </a:lnTo>
                <a:lnTo>
                  <a:pt x="210175" y="79302"/>
                </a:lnTo>
                <a:lnTo>
                  <a:pt x="210038" y="79731"/>
                </a:lnTo>
                <a:lnTo>
                  <a:pt x="209886" y="80152"/>
                </a:lnTo>
                <a:lnTo>
                  <a:pt x="209718" y="80565"/>
                </a:lnTo>
                <a:lnTo>
                  <a:pt x="209534" y="80970"/>
                </a:lnTo>
                <a:lnTo>
                  <a:pt x="209333" y="81368"/>
                </a:lnTo>
                <a:lnTo>
                  <a:pt x="209117" y="81758"/>
                </a:lnTo>
                <a:lnTo>
                  <a:pt x="208885" y="82141"/>
                </a:lnTo>
                <a:lnTo>
                  <a:pt x="208636" y="82516"/>
                </a:lnTo>
                <a:lnTo>
                  <a:pt x="208372" y="82883"/>
                </a:lnTo>
                <a:lnTo>
                  <a:pt x="208092" y="83243"/>
                </a:lnTo>
                <a:lnTo>
                  <a:pt x="207795" y="83595"/>
                </a:lnTo>
                <a:lnTo>
                  <a:pt x="207483" y="83939"/>
                </a:lnTo>
                <a:lnTo>
                  <a:pt x="207154" y="84276"/>
                </a:lnTo>
                <a:lnTo>
                  <a:pt x="206810" y="84605"/>
                </a:lnTo>
                <a:lnTo>
                  <a:pt x="206449" y="84926"/>
                </a:lnTo>
                <a:lnTo>
                  <a:pt x="206073" y="85240"/>
                </a:lnTo>
                <a:lnTo>
                  <a:pt x="205684" y="85543"/>
                </a:lnTo>
                <a:lnTo>
                  <a:pt x="205286" y="85834"/>
                </a:lnTo>
                <a:lnTo>
                  <a:pt x="204878" y="86111"/>
                </a:lnTo>
                <a:lnTo>
                  <a:pt x="204461" y="86376"/>
                </a:lnTo>
                <a:lnTo>
                  <a:pt x="204035" y="86627"/>
                </a:lnTo>
                <a:lnTo>
                  <a:pt x="203599" y="86866"/>
                </a:lnTo>
                <a:lnTo>
                  <a:pt x="203154" y="87092"/>
                </a:lnTo>
                <a:lnTo>
                  <a:pt x="202700" y="87305"/>
                </a:lnTo>
                <a:lnTo>
                  <a:pt x="202236" y="87505"/>
                </a:lnTo>
                <a:lnTo>
                  <a:pt x="201763" y="87692"/>
                </a:lnTo>
                <a:lnTo>
                  <a:pt x="201281" y="87866"/>
                </a:lnTo>
                <a:lnTo>
                  <a:pt x="200789" y="88028"/>
                </a:lnTo>
                <a:lnTo>
                  <a:pt x="200289" y="88176"/>
                </a:lnTo>
                <a:lnTo>
                  <a:pt x="199778" y="88312"/>
                </a:lnTo>
                <a:lnTo>
                  <a:pt x="199259" y="88434"/>
                </a:lnTo>
                <a:lnTo>
                  <a:pt x="198730" y="88544"/>
                </a:lnTo>
                <a:lnTo>
                  <a:pt x="198192" y="88641"/>
                </a:lnTo>
                <a:lnTo>
                  <a:pt x="197644" y="88725"/>
                </a:lnTo>
                <a:lnTo>
                  <a:pt x="197087" y="88796"/>
                </a:lnTo>
                <a:lnTo>
                  <a:pt x="196521" y="88854"/>
                </a:lnTo>
                <a:lnTo>
                  <a:pt x="195946" y="88899"/>
                </a:lnTo>
                <a:lnTo>
                  <a:pt x="195361" y="88931"/>
                </a:lnTo>
                <a:lnTo>
                  <a:pt x="194767" y="88951"/>
                </a:lnTo>
                <a:lnTo>
                  <a:pt x="194163" y="88957"/>
                </a:lnTo>
                <a:lnTo>
                  <a:pt x="193640" y="88952"/>
                </a:lnTo>
                <a:lnTo>
                  <a:pt x="193126" y="88936"/>
                </a:lnTo>
                <a:lnTo>
                  <a:pt x="192621" y="88909"/>
                </a:lnTo>
                <a:lnTo>
                  <a:pt x="192126" y="88871"/>
                </a:lnTo>
                <a:close/>
                <a:moveTo>
                  <a:pt x="723638" y="49160"/>
                </a:moveTo>
                <a:lnTo>
                  <a:pt x="723624" y="48182"/>
                </a:lnTo>
                <a:lnTo>
                  <a:pt x="723582" y="47220"/>
                </a:lnTo>
                <a:lnTo>
                  <a:pt x="723512" y="46276"/>
                </a:lnTo>
                <a:lnTo>
                  <a:pt x="723415" y="45348"/>
                </a:lnTo>
                <a:lnTo>
                  <a:pt x="723289" y="44438"/>
                </a:lnTo>
                <a:lnTo>
                  <a:pt x="723135" y="43544"/>
                </a:lnTo>
                <a:lnTo>
                  <a:pt x="722953" y="42668"/>
                </a:lnTo>
                <a:lnTo>
                  <a:pt x="722743" y="41808"/>
                </a:lnTo>
                <a:lnTo>
                  <a:pt x="722505" y="40966"/>
                </a:lnTo>
                <a:lnTo>
                  <a:pt x="722240" y="40140"/>
                </a:lnTo>
                <a:lnTo>
                  <a:pt x="721946" y="39332"/>
                </a:lnTo>
                <a:lnTo>
                  <a:pt x="721624" y="38540"/>
                </a:lnTo>
                <a:lnTo>
                  <a:pt x="721275" y="37765"/>
                </a:lnTo>
                <a:lnTo>
                  <a:pt x="720897" y="37008"/>
                </a:lnTo>
                <a:lnTo>
                  <a:pt x="720491" y="36267"/>
                </a:lnTo>
                <a:lnTo>
                  <a:pt x="720058" y="35543"/>
                </a:lnTo>
                <a:lnTo>
                  <a:pt x="719596" y="34836"/>
                </a:lnTo>
                <a:lnTo>
                  <a:pt x="719107" y="34147"/>
                </a:lnTo>
                <a:lnTo>
                  <a:pt x="718589" y="33474"/>
                </a:lnTo>
                <a:lnTo>
                  <a:pt x="718044" y="32818"/>
                </a:lnTo>
                <a:lnTo>
                  <a:pt x="717470" y="32179"/>
                </a:lnTo>
                <a:lnTo>
                  <a:pt x="716869" y="31557"/>
                </a:lnTo>
                <a:lnTo>
                  <a:pt x="716240" y="30953"/>
                </a:lnTo>
                <a:lnTo>
                  <a:pt x="715582" y="30365"/>
                </a:lnTo>
                <a:lnTo>
                  <a:pt x="714901" y="29797"/>
                </a:lnTo>
                <a:lnTo>
                  <a:pt x="714199" y="29254"/>
                </a:lnTo>
                <a:lnTo>
                  <a:pt x="713477" y="28735"/>
                </a:lnTo>
                <a:lnTo>
                  <a:pt x="712735" y="28240"/>
                </a:lnTo>
                <a:lnTo>
                  <a:pt x="711972" y="27769"/>
                </a:lnTo>
                <a:lnTo>
                  <a:pt x="711189" y="27322"/>
                </a:lnTo>
                <a:lnTo>
                  <a:pt x="710386" y="26899"/>
                </a:lnTo>
                <a:lnTo>
                  <a:pt x="709563" y="26501"/>
                </a:lnTo>
                <a:lnTo>
                  <a:pt x="708719" y="26126"/>
                </a:lnTo>
                <a:lnTo>
                  <a:pt x="707854" y="25776"/>
                </a:lnTo>
                <a:lnTo>
                  <a:pt x="706970" y="25450"/>
                </a:lnTo>
                <a:lnTo>
                  <a:pt x="706065" y="25148"/>
                </a:lnTo>
                <a:lnTo>
                  <a:pt x="705140" y="24871"/>
                </a:lnTo>
                <a:lnTo>
                  <a:pt x="704194" y="24617"/>
                </a:lnTo>
                <a:lnTo>
                  <a:pt x="703228" y="24388"/>
                </a:lnTo>
                <a:lnTo>
                  <a:pt x="702242" y="24182"/>
                </a:lnTo>
                <a:lnTo>
                  <a:pt x="701235" y="24001"/>
                </a:lnTo>
                <a:lnTo>
                  <a:pt x="700208" y="23844"/>
                </a:lnTo>
                <a:lnTo>
                  <a:pt x="699161" y="23711"/>
                </a:lnTo>
                <a:lnTo>
                  <a:pt x="698094" y="23603"/>
                </a:lnTo>
                <a:lnTo>
                  <a:pt x="697006" y="23518"/>
                </a:lnTo>
                <a:lnTo>
                  <a:pt x="695898" y="23458"/>
                </a:lnTo>
                <a:lnTo>
                  <a:pt x="694769" y="23422"/>
                </a:lnTo>
                <a:lnTo>
                  <a:pt x="693620" y="23410"/>
                </a:lnTo>
                <a:lnTo>
                  <a:pt x="692538" y="23421"/>
                </a:lnTo>
                <a:lnTo>
                  <a:pt x="691473" y="23454"/>
                </a:lnTo>
                <a:lnTo>
                  <a:pt x="690423" y="23509"/>
                </a:lnTo>
                <a:lnTo>
                  <a:pt x="689390" y="23586"/>
                </a:lnTo>
                <a:lnTo>
                  <a:pt x="688373" y="23685"/>
                </a:lnTo>
                <a:lnTo>
                  <a:pt x="687372" y="23806"/>
                </a:lnTo>
                <a:lnTo>
                  <a:pt x="686387" y="23949"/>
                </a:lnTo>
                <a:lnTo>
                  <a:pt x="685419" y="24114"/>
                </a:lnTo>
                <a:lnTo>
                  <a:pt x="684467" y="24301"/>
                </a:lnTo>
                <a:lnTo>
                  <a:pt x="683531" y="24509"/>
                </a:lnTo>
                <a:lnTo>
                  <a:pt x="682612" y="24740"/>
                </a:lnTo>
                <a:lnTo>
                  <a:pt x="681709" y="24993"/>
                </a:lnTo>
                <a:lnTo>
                  <a:pt x="680822" y="25268"/>
                </a:lnTo>
                <a:lnTo>
                  <a:pt x="679951" y="25565"/>
                </a:lnTo>
                <a:lnTo>
                  <a:pt x="679096" y="25884"/>
                </a:lnTo>
                <a:lnTo>
                  <a:pt x="678258" y="26225"/>
                </a:lnTo>
                <a:lnTo>
                  <a:pt x="677436" y="26588"/>
                </a:lnTo>
                <a:lnTo>
                  <a:pt x="676630" y="26973"/>
                </a:lnTo>
                <a:lnTo>
                  <a:pt x="675841" y="27380"/>
                </a:lnTo>
                <a:lnTo>
                  <a:pt x="675068" y="27809"/>
                </a:lnTo>
                <a:lnTo>
                  <a:pt x="674311" y="28260"/>
                </a:lnTo>
                <a:lnTo>
                  <a:pt x="673570" y="28733"/>
                </a:lnTo>
                <a:lnTo>
                  <a:pt x="672846" y="29228"/>
                </a:lnTo>
                <a:lnTo>
                  <a:pt x="672138" y="29745"/>
                </a:lnTo>
                <a:lnTo>
                  <a:pt x="671450" y="30280"/>
                </a:lnTo>
                <a:lnTo>
                  <a:pt x="670787" y="30831"/>
                </a:lnTo>
                <a:lnTo>
                  <a:pt x="670149" y="31397"/>
                </a:lnTo>
                <a:lnTo>
                  <a:pt x="669536" y="31978"/>
                </a:lnTo>
                <a:lnTo>
                  <a:pt x="668948" y="32575"/>
                </a:lnTo>
                <a:lnTo>
                  <a:pt x="668385" y="33187"/>
                </a:lnTo>
                <a:lnTo>
                  <a:pt x="667846" y="33814"/>
                </a:lnTo>
                <a:lnTo>
                  <a:pt x="667333" y="34457"/>
                </a:lnTo>
                <a:lnTo>
                  <a:pt x="666844" y="35115"/>
                </a:lnTo>
                <a:lnTo>
                  <a:pt x="666380" y="35788"/>
                </a:lnTo>
                <a:lnTo>
                  <a:pt x="665941" y="36476"/>
                </a:lnTo>
                <a:lnTo>
                  <a:pt x="665527" y="37180"/>
                </a:lnTo>
                <a:lnTo>
                  <a:pt x="665138" y="37899"/>
                </a:lnTo>
                <a:lnTo>
                  <a:pt x="664774" y="38633"/>
                </a:lnTo>
                <a:lnTo>
                  <a:pt x="664434" y="39383"/>
                </a:lnTo>
                <a:lnTo>
                  <a:pt x="664119" y="40148"/>
                </a:lnTo>
                <a:lnTo>
                  <a:pt x="663830" y="40928"/>
                </a:lnTo>
                <a:lnTo>
                  <a:pt x="663565" y="41724"/>
                </a:lnTo>
                <a:lnTo>
                  <a:pt x="663325" y="42535"/>
                </a:lnTo>
                <a:lnTo>
                  <a:pt x="663109" y="43361"/>
                </a:lnTo>
                <a:lnTo>
                  <a:pt x="662919" y="44203"/>
                </a:lnTo>
                <a:lnTo>
                  <a:pt x="662754" y="45060"/>
                </a:lnTo>
                <a:lnTo>
                  <a:pt x="662613" y="45932"/>
                </a:lnTo>
                <a:lnTo>
                  <a:pt x="662497" y="46819"/>
                </a:lnTo>
                <a:lnTo>
                  <a:pt x="679299" y="46819"/>
                </a:lnTo>
                <a:lnTo>
                  <a:pt x="679361" y="46467"/>
                </a:lnTo>
                <a:lnTo>
                  <a:pt x="679434" y="46120"/>
                </a:lnTo>
                <a:lnTo>
                  <a:pt x="679518" y="45780"/>
                </a:lnTo>
                <a:lnTo>
                  <a:pt x="679612" y="45446"/>
                </a:lnTo>
                <a:lnTo>
                  <a:pt x="679716" y="45118"/>
                </a:lnTo>
                <a:lnTo>
                  <a:pt x="679831" y="44796"/>
                </a:lnTo>
                <a:lnTo>
                  <a:pt x="679957" y="44481"/>
                </a:lnTo>
                <a:lnTo>
                  <a:pt x="680093" y="44172"/>
                </a:lnTo>
                <a:lnTo>
                  <a:pt x="680240" y="43869"/>
                </a:lnTo>
                <a:lnTo>
                  <a:pt x="680397" y="43572"/>
                </a:lnTo>
                <a:lnTo>
                  <a:pt x="680565" y="43282"/>
                </a:lnTo>
                <a:lnTo>
                  <a:pt x="680743" y="42998"/>
                </a:lnTo>
                <a:lnTo>
                  <a:pt x="680932" y="42720"/>
                </a:lnTo>
                <a:lnTo>
                  <a:pt x="681131" y="42448"/>
                </a:lnTo>
                <a:lnTo>
                  <a:pt x="681341" y="42182"/>
                </a:lnTo>
                <a:lnTo>
                  <a:pt x="681561" y="41923"/>
                </a:lnTo>
                <a:lnTo>
                  <a:pt x="681792" y="41670"/>
                </a:lnTo>
                <a:lnTo>
                  <a:pt x="682034" y="41423"/>
                </a:lnTo>
                <a:lnTo>
                  <a:pt x="682285" y="41182"/>
                </a:lnTo>
                <a:lnTo>
                  <a:pt x="682548" y="40948"/>
                </a:lnTo>
                <a:lnTo>
                  <a:pt x="682821" y="40720"/>
                </a:lnTo>
                <a:lnTo>
                  <a:pt x="683104" y="40498"/>
                </a:lnTo>
                <a:lnTo>
                  <a:pt x="683398" y="40282"/>
                </a:lnTo>
                <a:lnTo>
                  <a:pt x="683703" y="40072"/>
                </a:lnTo>
                <a:lnTo>
                  <a:pt x="684016" y="39870"/>
                </a:lnTo>
                <a:lnTo>
                  <a:pt x="684336" y="39676"/>
                </a:lnTo>
                <a:lnTo>
                  <a:pt x="684663" y="39491"/>
                </a:lnTo>
                <a:lnTo>
                  <a:pt x="684996" y="39315"/>
                </a:lnTo>
                <a:lnTo>
                  <a:pt x="685336" y="39147"/>
                </a:lnTo>
                <a:lnTo>
                  <a:pt x="685683" y="38988"/>
                </a:lnTo>
                <a:lnTo>
                  <a:pt x="686036" y="38837"/>
                </a:lnTo>
                <a:lnTo>
                  <a:pt x="686396" y="38695"/>
                </a:lnTo>
                <a:lnTo>
                  <a:pt x="686763" y="38561"/>
                </a:lnTo>
                <a:lnTo>
                  <a:pt x="687136" y="38437"/>
                </a:lnTo>
                <a:lnTo>
                  <a:pt x="687517" y="38320"/>
                </a:lnTo>
                <a:lnTo>
                  <a:pt x="687904" y="38213"/>
                </a:lnTo>
                <a:lnTo>
                  <a:pt x="688297" y="38114"/>
                </a:lnTo>
                <a:lnTo>
                  <a:pt x="688697" y="38023"/>
                </a:lnTo>
                <a:lnTo>
                  <a:pt x="689104" y="37941"/>
                </a:lnTo>
                <a:lnTo>
                  <a:pt x="689518" y="37868"/>
                </a:lnTo>
                <a:lnTo>
                  <a:pt x="689938" y="37804"/>
                </a:lnTo>
                <a:lnTo>
                  <a:pt x="690365" y="37748"/>
                </a:lnTo>
                <a:lnTo>
                  <a:pt x="690799" y="37700"/>
                </a:lnTo>
                <a:lnTo>
                  <a:pt x="691239" y="37662"/>
                </a:lnTo>
                <a:lnTo>
                  <a:pt x="691686" y="37632"/>
                </a:lnTo>
                <a:lnTo>
                  <a:pt x="692140" y="37610"/>
                </a:lnTo>
                <a:lnTo>
                  <a:pt x="692601" y="37597"/>
                </a:lnTo>
                <a:lnTo>
                  <a:pt x="693068" y="37593"/>
                </a:lnTo>
                <a:lnTo>
                  <a:pt x="693580" y="37598"/>
                </a:lnTo>
                <a:lnTo>
                  <a:pt x="694083" y="37614"/>
                </a:lnTo>
                <a:lnTo>
                  <a:pt x="694576" y="37641"/>
                </a:lnTo>
                <a:lnTo>
                  <a:pt x="695061" y="37679"/>
                </a:lnTo>
                <a:lnTo>
                  <a:pt x="695537" y="37727"/>
                </a:lnTo>
                <a:lnTo>
                  <a:pt x="696003" y="37787"/>
                </a:lnTo>
                <a:lnTo>
                  <a:pt x="696461" y="37856"/>
                </a:lnTo>
                <a:lnTo>
                  <a:pt x="696909" y="37937"/>
                </a:lnTo>
                <a:lnTo>
                  <a:pt x="697348" y="38029"/>
                </a:lnTo>
                <a:lnTo>
                  <a:pt x="697778" y="38131"/>
                </a:lnTo>
                <a:lnTo>
                  <a:pt x="698199" y="38244"/>
                </a:lnTo>
                <a:lnTo>
                  <a:pt x="698611" y="38368"/>
                </a:lnTo>
                <a:lnTo>
                  <a:pt x="699014" y="38502"/>
                </a:lnTo>
                <a:lnTo>
                  <a:pt x="699408" y="38647"/>
                </a:lnTo>
                <a:lnTo>
                  <a:pt x="699792" y="38803"/>
                </a:lnTo>
                <a:lnTo>
                  <a:pt x="700168" y="38970"/>
                </a:lnTo>
                <a:lnTo>
                  <a:pt x="700534" y="39148"/>
                </a:lnTo>
                <a:lnTo>
                  <a:pt x="700892" y="39336"/>
                </a:lnTo>
                <a:lnTo>
                  <a:pt x="701240" y="39535"/>
                </a:lnTo>
                <a:lnTo>
                  <a:pt x="701579" y="39745"/>
                </a:lnTo>
                <a:lnTo>
                  <a:pt x="701909" y="39966"/>
                </a:lnTo>
                <a:lnTo>
                  <a:pt x="702230" y="40197"/>
                </a:lnTo>
                <a:lnTo>
                  <a:pt x="702542" y="40439"/>
                </a:lnTo>
                <a:lnTo>
                  <a:pt x="702845" y="40692"/>
                </a:lnTo>
                <a:lnTo>
                  <a:pt x="703137" y="40954"/>
                </a:lnTo>
                <a:lnTo>
                  <a:pt x="703417" y="41225"/>
                </a:lnTo>
                <a:lnTo>
                  <a:pt x="703684" y="41504"/>
                </a:lnTo>
                <a:lnTo>
                  <a:pt x="703939" y="41792"/>
                </a:lnTo>
                <a:lnTo>
                  <a:pt x="704181" y="42087"/>
                </a:lnTo>
                <a:lnTo>
                  <a:pt x="704411" y="42391"/>
                </a:lnTo>
                <a:lnTo>
                  <a:pt x="704629" y="42704"/>
                </a:lnTo>
                <a:lnTo>
                  <a:pt x="704834" y="43025"/>
                </a:lnTo>
                <a:lnTo>
                  <a:pt x="705027" y="43354"/>
                </a:lnTo>
                <a:lnTo>
                  <a:pt x="705207" y="43692"/>
                </a:lnTo>
                <a:lnTo>
                  <a:pt x="705375" y="44038"/>
                </a:lnTo>
                <a:lnTo>
                  <a:pt x="705530" y="44392"/>
                </a:lnTo>
                <a:lnTo>
                  <a:pt x="705673" y="44755"/>
                </a:lnTo>
                <a:lnTo>
                  <a:pt x="705804" y="45126"/>
                </a:lnTo>
                <a:lnTo>
                  <a:pt x="705922" y="45506"/>
                </a:lnTo>
                <a:lnTo>
                  <a:pt x="706027" y="45894"/>
                </a:lnTo>
                <a:lnTo>
                  <a:pt x="706121" y="46290"/>
                </a:lnTo>
                <a:lnTo>
                  <a:pt x="706201" y="46695"/>
                </a:lnTo>
                <a:lnTo>
                  <a:pt x="706270" y="47108"/>
                </a:lnTo>
                <a:lnTo>
                  <a:pt x="706326" y="47529"/>
                </a:lnTo>
                <a:lnTo>
                  <a:pt x="706369" y="47959"/>
                </a:lnTo>
                <a:lnTo>
                  <a:pt x="706400" y="48397"/>
                </a:lnTo>
                <a:lnTo>
                  <a:pt x="706419" y="48844"/>
                </a:lnTo>
                <a:lnTo>
                  <a:pt x="706425" y="49299"/>
                </a:lnTo>
                <a:lnTo>
                  <a:pt x="706425" y="55770"/>
                </a:lnTo>
                <a:lnTo>
                  <a:pt x="687560" y="55770"/>
                </a:lnTo>
                <a:lnTo>
                  <a:pt x="686435" y="55781"/>
                </a:lnTo>
                <a:lnTo>
                  <a:pt x="685331" y="55813"/>
                </a:lnTo>
                <a:lnTo>
                  <a:pt x="684249" y="55865"/>
                </a:lnTo>
                <a:lnTo>
                  <a:pt x="683188" y="55939"/>
                </a:lnTo>
                <a:lnTo>
                  <a:pt x="682149" y="56033"/>
                </a:lnTo>
                <a:lnTo>
                  <a:pt x="681131" y="56149"/>
                </a:lnTo>
                <a:lnTo>
                  <a:pt x="680135" y="56286"/>
                </a:lnTo>
                <a:lnTo>
                  <a:pt x="679161" y="56444"/>
                </a:lnTo>
                <a:lnTo>
                  <a:pt x="678207" y="56623"/>
                </a:lnTo>
                <a:lnTo>
                  <a:pt x="677276" y="56823"/>
                </a:lnTo>
                <a:lnTo>
                  <a:pt x="676366" y="57043"/>
                </a:lnTo>
                <a:lnTo>
                  <a:pt x="675477" y="57285"/>
                </a:lnTo>
                <a:lnTo>
                  <a:pt x="674610" y="57548"/>
                </a:lnTo>
                <a:lnTo>
                  <a:pt x="673764" y="57832"/>
                </a:lnTo>
                <a:lnTo>
                  <a:pt x="672940" y="58138"/>
                </a:lnTo>
                <a:lnTo>
                  <a:pt x="672138" y="58464"/>
                </a:lnTo>
                <a:lnTo>
                  <a:pt x="671357" y="58811"/>
                </a:lnTo>
                <a:lnTo>
                  <a:pt x="670597" y="59179"/>
                </a:lnTo>
                <a:lnTo>
                  <a:pt x="669859" y="59568"/>
                </a:lnTo>
                <a:lnTo>
                  <a:pt x="669142" y="59979"/>
                </a:lnTo>
                <a:lnTo>
                  <a:pt x="668447" y="60410"/>
                </a:lnTo>
                <a:lnTo>
                  <a:pt x="667774" y="60862"/>
                </a:lnTo>
                <a:lnTo>
                  <a:pt x="667122" y="61336"/>
                </a:lnTo>
                <a:lnTo>
                  <a:pt x="666492" y="61830"/>
                </a:lnTo>
                <a:lnTo>
                  <a:pt x="665885" y="62344"/>
                </a:lnTo>
                <a:lnTo>
                  <a:pt x="665304" y="62875"/>
                </a:lnTo>
                <a:lnTo>
                  <a:pt x="664749" y="63424"/>
                </a:lnTo>
                <a:lnTo>
                  <a:pt x="664219" y="63991"/>
                </a:lnTo>
                <a:lnTo>
                  <a:pt x="663716" y="64576"/>
                </a:lnTo>
                <a:lnTo>
                  <a:pt x="663238" y="65178"/>
                </a:lnTo>
                <a:lnTo>
                  <a:pt x="662786" y="65798"/>
                </a:lnTo>
                <a:lnTo>
                  <a:pt x="662360" y="66435"/>
                </a:lnTo>
                <a:lnTo>
                  <a:pt x="661960" y="67090"/>
                </a:lnTo>
                <a:lnTo>
                  <a:pt x="661586" y="67763"/>
                </a:lnTo>
                <a:lnTo>
                  <a:pt x="661237" y="68454"/>
                </a:lnTo>
                <a:lnTo>
                  <a:pt x="660914" y="69162"/>
                </a:lnTo>
                <a:lnTo>
                  <a:pt x="660618" y="69888"/>
                </a:lnTo>
                <a:lnTo>
                  <a:pt x="660346" y="70632"/>
                </a:lnTo>
                <a:lnTo>
                  <a:pt x="660101" y="71393"/>
                </a:lnTo>
                <a:lnTo>
                  <a:pt x="659882" y="72172"/>
                </a:lnTo>
                <a:lnTo>
                  <a:pt x="659688" y="72969"/>
                </a:lnTo>
                <a:lnTo>
                  <a:pt x="659520" y="73783"/>
                </a:lnTo>
                <a:lnTo>
                  <a:pt x="659378" y="74615"/>
                </a:lnTo>
                <a:lnTo>
                  <a:pt x="659262" y="75465"/>
                </a:lnTo>
                <a:lnTo>
                  <a:pt x="659172" y="76333"/>
                </a:lnTo>
                <a:lnTo>
                  <a:pt x="659107" y="77218"/>
                </a:lnTo>
                <a:lnTo>
                  <a:pt x="659068" y="78121"/>
                </a:lnTo>
                <a:lnTo>
                  <a:pt x="659055" y="79041"/>
                </a:lnTo>
                <a:lnTo>
                  <a:pt x="659067" y="79906"/>
                </a:lnTo>
                <a:lnTo>
                  <a:pt x="659102" y="80756"/>
                </a:lnTo>
                <a:lnTo>
                  <a:pt x="659161" y="81591"/>
                </a:lnTo>
                <a:lnTo>
                  <a:pt x="659243" y="82412"/>
                </a:lnTo>
                <a:lnTo>
                  <a:pt x="659348" y="83217"/>
                </a:lnTo>
                <a:lnTo>
                  <a:pt x="659477" y="84008"/>
                </a:lnTo>
                <a:lnTo>
                  <a:pt x="659629" y="84783"/>
                </a:lnTo>
                <a:lnTo>
                  <a:pt x="659805" y="85544"/>
                </a:lnTo>
                <a:lnTo>
                  <a:pt x="660004" y="86291"/>
                </a:lnTo>
                <a:lnTo>
                  <a:pt x="660227" y="87022"/>
                </a:lnTo>
                <a:lnTo>
                  <a:pt x="660473" y="87738"/>
                </a:lnTo>
                <a:lnTo>
                  <a:pt x="660742" y="88440"/>
                </a:lnTo>
                <a:lnTo>
                  <a:pt x="661035" y="89127"/>
                </a:lnTo>
                <a:lnTo>
                  <a:pt x="661351" y="89799"/>
                </a:lnTo>
                <a:lnTo>
                  <a:pt x="661691" y="90456"/>
                </a:lnTo>
                <a:lnTo>
                  <a:pt x="662054" y="91099"/>
                </a:lnTo>
                <a:lnTo>
                  <a:pt x="662441" y="91726"/>
                </a:lnTo>
                <a:lnTo>
                  <a:pt x="662851" y="92339"/>
                </a:lnTo>
                <a:lnTo>
                  <a:pt x="663284" y="92937"/>
                </a:lnTo>
                <a:lnTo>
                  <a:pt x="663741" y="93520"/>
                </a:lnTo>
                <a:lnTo>
                  <a:pt x="664221" y="94088"/>
                </a:lnTo>
                <a:lnTo>
                  <a:pt x="664725" y="94642"/>
                </a:lnTo>
                <a:lnTo>
                  <a:pt x="665252" y="95180"/>
                </a:lnTo>
                <a:lnTo>
                  <a:pt x="665802" y="95704"/>
                </a:lnTo>
                <a:lnTo>
                  <a:pt x="666373" y="96210"/>
                </a:lnTo>
                <a:lnTo>
                  <a:pt x="666962" y="96694"/>
                </a:lnTo>
                <a:lnTo>
                  <a:pt x="667567" y="97156"/>
                </a:lnTo>
                <a:lnTo>
                  <a:pt x="668190" y="97597"/>
                </a:lnTo>
                <a:lnTo>
                  <a:pt x="668830" y="98017"/>
                </a:lnTo>
                <a:lnTo>
                  <a:pt x="669487" y="98415"/>
                </a:lnTo>
                <a:lnTo>
                  <a:pt x="670161" y="98792"/>
                </a:lnTo>
                <a:lnTo>
                  <a:pt x="670852" y="99147"/>
                </a:lnTo>
                <a:lnTo>
                  <a:pt x="671561" y="99480"/>
                </a:lnTo>
                <a:lnTo>
                  <a:pt x="672287" y="99792"/>
                </a:lnTo>
                <a:lnTo>
                  <a:pt x="673030" y="100082"/>
                </a:lnTo>
                <a:lnTo>
                  <a:pt x="673790" y="100351"/>
                </a:lnTo>
                <a:lnTo>
                  <a:pt x="674568" y="100599"/>
                </a:lnTo>
                <a:lnTo>
                  <a:pt x="675362" y="100825"/>
                </a:lnTo>
                <a:lnTo>
                  <a:pt x="676174" y="101029"/>
                </a:lnTo>
                <a:lnTo>
                  <a:pt x="677003" y="101212"/>
                </a:lnTo>
                <a:lnTo>
                  <a:pt x="677850" y="101373"/>
                </a:lnTo>
                <a:lnTo>
                  <a:pt x="678713" y="101513"/>
                </a:lnTo>
                <a:lnTo>
                  <a:pt x="679594" y="101632"/>
                </a:lnTo>
                <a:lnTo>
                  <a:pt x="680492" y="101728"/>
                </a:lnTo>
                <a:lnTo>
                  <a:pt x="681407" y="101804"/>
                </a:lnTo>
                <a:lnTo>
                  <a:pt x="682339" y="101857"/>
                </a:lnTo>
                <a:lnTo>
                  <a:pt x="683289" y="101890"/>
                </a:lnTo>
                <a:lnTo>
                  <a:pt x="684255" y="101901"/>
                </a:lnTo>
                <a:lnTo>
                  <a:pt x="685109" y="101892"/>
                </a:lnTo>
                <a:lnTo>
                  <a:pt x="685948" y="101866"/>
                </a:lnTo>
                <a:lnTo>
                  <a:pt x="686773" y="101823"/>
                </a:lnTo>
                <a:lnTo>
                  <a:pt x="687583" y="101763"/>
                </a:lnTo>
                <a:lnTo>
                  <a:pt x="688379" y="101685"/>
                </a:lnTo>
                <a:lnTo>
                  <a:pt x="689161" y="101591"/>
                </a:lnTo>
                <a:lnTo>
                  <a:pt x="689928" y="101479"/>
                </a:lnTo>
                <a:lnTo>
                  <a:pt x="690681" y="101350"/>
                </a:lnTo>
                <a:lnTo>
                  <a:pt x="691420" y="101203"/>
                </a:lnTo>
                <a:lnTo>
                  <a:pt x="692144" y="101040"/>
                </a:lnTo>
                <a:lnTo>
                  <a:pt x="692854" y="100859"/>
                </a:lnTo>
                <a:lnTo>
                  <a:pt x="693550" y="100661"/>
                </a:lnTo>
                <a:lnTo>
                  <a:pt x="694231" y="100446"/>
                </a:lnTo>
                <a:lnTo>
                  <a:pt x="694898" y="100214"/>
                </a:lnTo>
                <a:lnTo>
                  <a:pt x="695551" y="99964"/>
                </a:lnTo>
                <a:lnTo>
                  <a:pt x="696189" y="99698"/>
                </a:lnTo>
                <a:lnTo>
                  <a:pt x="696813" y="99414"/>
                </a:lnTo>
                <a:lnTo>
                  <a:pt x="697423" y="99112"/>
                </a:lnTo>
                <a:lnTo>
                  <a:pt x="698018" y="98794"/>
                </a:lnTo>
                <a:lnTo>
                  <a:pt x="698599" y="98458"/>
                </a:lnTo>
                <a:lnTo>
                  <a:pt x="699166" y="98105"/>
                </a:lnTo>
                <a:lnTo>
                  <a:pt x="699718" y="97735"/>
                </a:lnTo>
                <a:lnTo>
                  <a:pt x="700256" y="97348"/>
                </a:lnTo>
                <a:lnTo>
                  <a:pt x="700779" y="96944"/>
                </a:lnTo>
                <a:lnTo>
                  <a:pt x="701285" y="96525"/>
                </a:lnTo>
                <a:lnTo>
                  <a:pt x="701769" y="96094"/>
                </a:lnTo>
                <a:lnTo>
                  <a:pt x="702232" y="95651"/>
                </a:lnTo>
                <a:lnTo>
                  <a:pt x="702673" y="95196"/>
                </a:lnTo>
                <a:lnTo>
                  <a:pt x="703093" y="94729"/>
                </a:lnTo>
                <a:lnTo>
                  <a:pt x="703491" y="94250"/>
                </a:lnTo>
                <a:lnTo>
                  <a:pt x="703868" y="93759"/>
                </a:lnTo>
                <a:lnTo>
                  <a:pt x="704223" y="93257"/>
                </a:lnTo>
                <a:lnTo>
                  <a:pt x="704556" y="92742"/>
                </a:lnTo>
                <a:lnTo>
                  <a:pt x="704869" y="92215"/>
                </a:lnTo>
                <a:lnTo>
                  <a:pt x="705159" y="91677"/>
                </a:lnTo>
                <a:lnTo>
                  <a:pt x="705428" y="91126"/>
                </a:lnTo>
                <a:lnTo>
                  <a:pt x="705676" y="90563"/>
                </a:lnTo>
                <a:lnTo>
                  <a:pt x="705902" y="89989"/>
                </a:lnTo>
                <a:lnTo>
                  <a:pt x="706106" y="89403"/>
                </a:lnTo>
                <a:lnTo>
                  <a:pt x="706289" y="88804"/>
                </a:lnTo>
                <a:lnTo>
                  <a:pt x="706451" y="88194"/>
                </a:lnTo>
                <a:lnTo>
                  <a:pt x="706590" y="87571"/>
                </a:lnTo>
                <a:lnTo>
                  <a:pt x="706640" y="87305"/>
                </a:lnTo>
                <a:lnTo>
                  <a:pt x="706978" y="87305"/>
                </a:lnTo>
                <a:lnTo>
                  <a:pt x="706978" y="100524"/>
                </a:lnTo>
                <a:lnTo>
                  <a:pt x="723638" y="100524"/>
                </a:lnTo>
                <a:lnTo>
                  <a:pt x="723638" y="49160"/>
                </a:lnTo>
                <a:close/>
                <a:moveTo>
                  <a:pt x="687864" y="88871"/>
                </a:moveTo>
                <a:lnTo>
                  <a:pt x="687378" y="88823"/>
                </a:lnTo>
                <a:lnTo>
                  <a:pt x="686901" y="88763"/>
                </a:lnTo>
                <a:lnTo>
                  <a:pt x="686434" y="88694"/>
                </a:lnTo>
                <a:lnTo>
                  <a:pt x="685976" y="88613"/>
                </a:lnTo>
                <a:lnTo>
                  <a:pt x="685528" y="88521"/>
                </a:lnTo>
                <a:lnTo>
                  <a:pt x="685088" y="88419"/>
                </a:lnTo>
                <a:lnTo>
                  <a:pt x="684658" y="88306"/>
                </a:lnTo>
                <a:lnTo>
                  <a:pt x="684237" y="88183"/>
                </a:lnTo>
                <a:lnTo>
                  <a:pt x="683826" y="88048"/>
                </a:lnTo>
                <a:lnTo>
                  <a:pt x="683424" y="87903"/>
                </a:lnTo>
                <a:lnTo>
                  <a:pt x="683031" y="87747"/>
                </a:lnTo>
                <a:lnTo>
                  <a:pt x="682648" y="87580"/>
                </a:lnTo>
                <a:lnTo>
                  <a:pt x="682274" y="87403"/>
                </a:lnTo>
                <a:lnTo>
                  <a:pt x="681909" y="87215"/>
                </a:lnTo>
                <a:lnTo>
                  <a:pt x="681554" y="87016"/>
                </a:lnTo>
                <a:lnTo>
                  <a:pt x="681207" y="86806"/>
                </a:lnTo>
                <a:lnTo>
                  <a:pt x="680871" y="86586"/>
                </a:lnTo>
                <a:lnTo>
                  <a:pt x="680543" y="86355"/>
                </a:lnTo>
                <a:lnTo>
                  <a:pt x="680225" y="86113"/>
                </a:lnTo>
                <a:lnTo>
                  <a:pt x="679916" y="85860"/>
                </a:lnTo>
                <a:lnTo>
                  <a:pt x="679619" y="85598"/>
                </a:lnTo>
                <a:lnTo>
                  <a:pt x="679334" y="85328"/>
                </a:lnTo>
                <a:lnTo>
                  <a:pt x="679061" y="85050"/>
                </a:lnTo>
                <a:lnTo>
                  <a:pt x="678802" y="84764"/>
                </a:lnTo>
                <a:lnTo>
                  <a:pt x="678555" y="84470"/>
                </a:lnTo>
                <a:lnTo>
                  <a:pt x="678320" y="84168"/>
                </a:lnTo>
                <a:lnTo>
                  <a:pt x="678099" y="83859"/>
                </a:lnTo>
                <a:lnTo>
                  <a:pt x="677890" y="83541"/>
                </a:lnTo>
                <a:lnTo>
                  <a:pt x="677693" y="83216"/>
                </a:lnTo>
                <a:lnTo>
                  <a:pt x="677510" y="82883"/>
                </a:lnTo>
                <a:lnTo>
                  <a:pt x="677339" y="82542"/>
                </a:lnTo>
                <a:lnTo>
                  <a:pt x="677180" y="82193"/>
                </a:lnTo>
                <a:lnTo>
                  <a:pt x="677035" y="81836"/>
                </a:lnTo>
                <a:lnTo>
                  <a:pt x="676902" y="81471"/>
                </a:lnTo>
                <a:lnTo>
                  <a:pt x="676782" y="81098"/>
                </a:lnTo>
                <a:lnTo>
                  <a:pt x="676674" y="80718"/>
                </a:lnTo>
                <a:lnTo>
                  <a:pt x="676579" y="80330"/>
                </a:lnTo>
                <a:lnTo>
                  <a:pt x="676497" y="79933"/>
                </a:lnTo>
                <a:lnTo>
                  <a:pt x="676427" y="79529"/>
                </a:lnTo>
                <a:lnTo>
                  <a:pt x="676370" y="79117"/>
                </a:lnTo>
                <a:lnTo>
                  <a:pt x="676326" y="78697"/>
                </a:lnTo>
                <a:lnTo>
                  <a:pt x="676294" y="78269"/>
                </a:lnTo>
                <a:lnTo>
                  <a:pt x="676275" y="77833"/>
                </a:lnTo>
                <a:lnTo>
                  <a:pt x="676269" y="77390"/>
                </a:lnTo>
                <a:lnTo>
                  <a:pt x="676274" y="76980"/>
                </a:lnTo>
                <a:lnTo>
                  <a:pt x="676291" y="76577"/>
                </a:lnTo>
                <a:lnTo>
                  <a:pt x="676318" y="76181"/>
                </a:lnTo>
                <a:lnTo>
                  <a:pt x="676357" y="75791"/>
                </a:lnTo>
                <a:lnTo>
                  <a:pt x="676406" y="75408"/>
                </a:lnTo>
                <a:lnTo>
                  <a:pt x="676466" y="75032"/>
                </a:lnTo>
                <a:lnTo>
                  <a:pt x="676538" y="74662"/>
                </a:lnTo>
                <a:lnTo>
                  <a:pt x="676620" y="74299"/>
                </a:lnTo>
                <a:lnTo>
                  <a:pt x="676714" y="73943"/>
                </a:lnTo>
                <a:lnTo>
                  <a:pt x="676818" y="73594"/>
                </a:lnTo>
                <a:lnTo>
                  <a:pt x="676934" y="73251"/>
                </a:lnTo>
                <a:lnTo>
                  <a:pt x="677060" y="72915"/>
                </a:lnTo>
                <a:lnTo>
                  <a:pt x="677198" y="72585"/>
                </a:lnTo>
                <a:lnTo>
                  <a:pt x="677346" y="72263"/>
                </a:lnTo>
                <a:lnTo>
                  <a:pt x="677505" y="71947"/>
                </a:lnTo>
                <a:lnTo>
                  <a:pt x="677676" y="71637"/>
                </a:lnTo>
                <a:lnTo>
                  <a:pt x="677857" y="71335"/>
                </a:lnTo>
                <a:lnTo>
                  <a:pt x="678050" y="71039"/>
                </a:lnTo>
                <a:lnTo>
                  <a:pt x="678253" y="70749"/>
                </a:lnTo>
                <a:lnTo>
                  <a:pt x="678468" y="70467"/>
                </a:lnTo>
                <a:lnTo>
                  <a:pt x="678693" y="70191"/>
                </a:lnTo>
                <a:lnTo>
                  <a:pt x="678929" y="69921"/>
                </a:lnTo>
                <a:lnTo>
                  <a:pt x="679177" y="69659"/>
                </a:lnTo>
                <a:lnTo>
                  <a:pt x="679435" y="69403"/>
                </a:lnTo>
                <a:lnTo>
                  <a:pt x="679703" y="69156"/>
                </a:lnTo>
                <a:lnTo>
                  <a:pt x="679978" y="68919"/>
                </a:lnTo>
                <a:lnTo>
                  <a:pt x="680259" y="68693"/>
                </a:lnTo>
                <a:lnTo>
                  <a:pt x="680549" y="68477"/>
                </a:lnTo>
                <a:lnTo>
                  <a:pt x="680845" y="68272"/>
                </a:lnTo>
                <a:lnTo>
                  <a:pt x="681148" y="68078"/>
                </a:lnTo>
                <a:lnTo>
                  <a:pt x="681459" y="67893"/>
                </a:lnTo>
                <a:lnTo>
                  <a:pt x="681777" y="67720"/>
                </a:lnTo>
                <a:lnTo>
                  <a:pt x="682102" y="67557"/>
                </a:lnTo>
                <a:lnTo>
                  <a:pt x="682434" y="67404"/>
                </a:lnTo>
                <a:lnTo>
                  <a:pt x="682773" y="67262"/>
                </a:lnTo>
                <a:lnTo>
                  <a:pt x="683120" y="67131"/>
                </a:lnTo>
                <a:lnTo>
                  <a:pt x="683473" y="67010"/>
                </a:lnTo>
                <a:lnTo>
                  <a:pt x="683834" y="66899"/>
                </a:lnTo>
                <a:lnTo>
                  <a:pt x="684202" y="66799"/>
                </a:lnTo>
                <a:lnTo>
                  <a:pt x="684577" y="66710"/>
                </a:lnTo>
                <a:lnTo>
                  <a:pt x="684959" y="66631"/>
                </a:lnTo>
                <a:lnTo>
                  <a:pt x="685349" y="66563"/>
                </a:lnTo>
                <a:lnTo>
                  <a:pt x="685745" y="66505"/>
                </a:lnTo>
                <a:lnTo>
                  <a:pt x="686149" y="66457"/>
                </a:lnTo>
                <a:lnTo>
                  <a:pt x="686560" y="66421"/>
                </a:lnTo>
                <a:lnTo>
                  <a:pt x="686978" y="66394"/>
                </a:lnTo>
                <a:lnTo>
                  <a:pt x="687403" y="66378"/>
                </a:lnTo>
                <a:lnTo>
                  <a:pt x="687836" y="66373"/>
                </a:lnTo>
                <a:lnTo>
                  <a:pt x="706425" y="66373"/>
                </a:lnTo>
                <a:lnTo>
                  <a:pt x="706425" y="75600"/>
                </a:lnTo>
                <a:lnTo>
                  <a:pt x="706417" y="76089"/>
                </a:lnTo>
                <a:lnTo>
                  <a:pt x="706393" y="76571"/>
                </a:lnTo>
                <a:lnTo>
                  <a:pt x="706353" y="77046"/>
                </a:lnTo>
                <a:lnTo>
                  <a:pt x="706297" y="77512"/>
                </a:lnTo>
                <a:lnTo>
                  <a:pt x="706225" y="77971"/>
                </a:lnTo>
                <a:lnTo>
                  <a:pt x="706137" y="78423"/>
                </a:lnTo>
                <a:lnTo>
                  <a:pt x="706033" y="78866"/>
                </a:lnTo>
                <a:lnTo>
                  <a:pt x="705913" y="79302"/>
                </a:lnTo>
                <a:lnTo>
                  <a:pt x="705776" y="79731"/>
                </a:lnTo>
                <a:lnTo>
                  <a:pt x="705624" y="80152"/>
                </a:lnTo>
                <a:lnTo>
                  <a:pt x="705456" y="80565"/>
                </a:lnTo>
                <a:lnTo>
                  <a:pt x="705272" y="80970"/>
                </a:lnTo>
                <a:lnTo>
                  <a:pt x="705071" y="81368"/>
                </a:lnTo>
                <a:lnTo>
                  <a:pt x="704855" y="81758"/>
                </a:lnTo>
                <a:lnTo>
                  <a:pt x="704623" y="82141"/>
                </a:lnTo>
                <a:lnTo>
                  <a:pt x="704374" y="82516"/>
                </a:lnTo>
                <a:lnTo>
                  <a:pt x="704110" y="82883"/>
                </a:lnTo>
                <a:lnTo>
                  <a:pt x="703830" y="83243"/>
                </a:lnTo>
                <a:lnTo>
                  <a:pt x="703533" y="83595"/>
                </a:lnTo>
                <a:lnTo>
                  <a:pt x="703221" y="83939"/>
                </a:lnTo>
                <a:lnTo>
                  <a:pt x="702892" y="84276"/>
                </a:lnTo>
                <a:lnTo>
                  <a:pt x="702548" y="84605"/>
                </a:lnTo>
                <a:lnTo>
                  <a:pt x="702187" y="84926"/>
                </a:lnTo>
                <a:lnTo>
                  <a:pt x="701811" y="85240"/>
                </a:lnTo>
                <a:lnTo>
                  <a:pt x="701422" y="85543"/>
                </a:lnTo>
                <a:lnTo>
                  <a:pt x="701024" y="85834"/>
                </a:lnTo>
                <a:lnTo>
                  <a:pt x="700616" y="86111"/>
                </a:lnTo>
                <a:lnTo>
                  <a:pt x="700199" y="86376"/>
                </a:lnTo>
                <a:lnTo>
                  <a:pt x="699773" y="86627"/>
                </a:lnTo>
                <a:lnTo>
                  <a:pt x="699337" y="86866"/>
                </a:lnTo>
                <a:lnTo>
                  <a:pt x="698892" y="87092"/>
                </a:lnTo>
                <a:lnTo>
                  <a:pt x="698438" y="87305"/>
                </a:lnTo>
                <a:lnTo>
                  <a:pt x="697974" y="87505"/>
                </a:lnTo>
                <a:lnTo>
                  <a:pt x="697501" y="87692"/>
                </a:lnTo>
                <a:lnTo>
                  <a:pt x="697019" y="87866"/>
                </a:lnTo>
                <a:lnTo>
                  <a:pt x="696527" y="88028"/>
                </a:lnTo>
                <a:lnTo>
                  <a:pt x="696027" y="88176"/>
                </a:lnTo>
                <a:lnTo>
                  <a:pt x="695516" y="88312"/>
                </a:lnTo>
                <a:lnTo>
                  <a:pt x="694997" y="88434"/>
                </a:lnTo>
                <a:lnTo>
                  <a:pt x="694468" y="88544"/>
                </a:lnTo>
                <a:lnTo>
                  <a:pt x="693930" y="88641"/>
                </a:lnTo>
                <a:lnTo>
                  <a:pt x="693382" y="88725"/>
                </a:lnTo>
                <a:lnTo>
                  <a:pt x="692825" y="88796"/>
                </a:lnTo>
                <a:lnTo>
                  <a:pt x="692259" y="88854"/>
                </a:lnTo>
                <a:lnTo>
                  <a:pt x="691684" y="88899"/>
                </a:lnTo>
                <a:lnTo>
                  <a:pt x="691099" y="88931"/>
                </a:lnTo>
                <a:lnTo>
                  <a:pt x="690505" y="88951"/>
                </a:lnTo>
                <a:lnTo>
                  <a:pt x="689901" y="88957"/>
                </a:lnTo>
                <a:lnTo>
                  <a:pt x="689378" y="88952"/>
                </a:lnTo>
                <a:lnTo>
                  <a:pt x="688864" y="88936"/>
                </a:lnTo>
                <a:lnTo>
                  <a:pt x="688359" y="88909"/>
                </a:lnTo>
                <a:lnTo>
                  <a:pt x="687864" y="88871"/>
                </a:lnTo>
                <a:close/>
                <a:moveTo>
                  <a:pt x="446651" y="101813"/>
                </a:moveTo>
                <a:lnTo>
                  <a:pt x="447097" y="101763"/>
                </a:lnTo>
                <a:lnTo>
                  <a:pt x="447535" y="101703"/>
                </a:lnTo>
                <a:lnTo>
                  <a:pt x="447966" y="101631"/>
                </a:lnTo>
                <a:lnTo>
                  <a:pt x="448389" y="101549"/>
                </a:lnTo>
                <a:lnTo>
                  <a:pt x="448804" y="101455"/>
                </a:lnTo>
                <a:lnTo>
                  <a:pt x="449211" y="101351"/>
                </a:lnTo>
                <a:lnTo>
                  <a:pt x="449610" y="101235"/>
                </a:lnTo>
                <a:lnTo>
                  <a:pt x="450001" y="101109"/>
                </a:lnTo>
                <a:lnTo>
                  <a:pt x="450384" y="100971"/>
                </a:lnTo>
                <a:lnTo>
                  <a:pt x="450759" y="100823"/>
                </a:lnTo>
                <a:lnTo>
                  <a:pt x="451127" y="100664"/>
                </a:lnTo>
                <a:lnTo>
                  <a:pt x="451487" y="100493"/>
                </a:lnTo>
                <a:lnTo>
                  <a:pt x="451838" y="100312"/>
                </a:lnTo>
                <a:lnTo>
                  <a:pt x="452182" y="100119"/>
                </a:lnTo>
                <a:lnTo>
                  <a:pt x="452518" y="99916"/>
                </a:lnTo>
                <a:lnTo>
                  <a:pt x="452846" y="99702"/>
                </a:lnTo>
                <a:lnTo>
                  <a:pt x="453167" y="99476"/>
                </a:lnTo>
                <a:lnTo>
                  <a:pt x="453479" y="99240"/>
                </a:lnTo>
                <a:lnTo>
                  <a:pt x="453783" y="98992"/>
                </a:lnTo>
                <a:lnTo>
                  <a:pt x="454080" y="98734"/>
                </a:lnTo>
                <a:lnTo>
                  <a:pt x="454366" y="98467"/>
                </a:lnTo>
                <a:lnTo>
                  <a:pt x="454641" y="98192"/>
                </a:lnTo>
                <a:lnTo>
                  <a:pt x="454903" y="97910"/>
                </a:lnTo>
                <a:lnTo>
                  <a:pt x="455153" y="97621"/>
                </a:lnTo>
                <a:lnTo>
                  <a:pt x="455391" y="97325"/>
                </a:lnTo>
                <a:lnTo>
                  <a:pt x="455617" y="97021"/>
                </a:lnTo>
                <a:lnTo>
                  <a:pt x="455830" y="96711"/>
                </a:lnTo>
                <a:lnTo>
                  <a:pt x="456032" y="96393"/>
                </a:lnTo>
                <a:lnTo>
                  <a:pt x="456221" y="96068"/>
                </a:lnTo>
                <a:lnTo>
                  <a:pt x="456398" y="95736"/>
                </a:lnTo>
                <a:lnTo>
                  <a:pt x="456562" y="95397"/>
                </a:lnTo>
                <a:lnTo>
                  <a:pt x="456715" y="95051"/>
                </a:lnTo>
                <a:lnTo>
                  <a:pt x="456855" y="94697"/>
                </a:lnTo>
                <a:lnTo>
                  <a:pt x="456983" y="94336"/>
                </a:lnTo>
                <a:lnTo>
                  <a:pt x="457099" y="93968"/>
                </a:lnTo>
                <a:lnTo>
                  <a:pt x="457203" y="93593"/>
                </a:lnTo>
                <a:lnTo>
                  <a:pt x="457294" y="93211"/>
                </a:lnTo>
                <a:lnTo>
                  <a:pt x="457373" y="92821"/>
                </a:lnTo>
                <a:lnTo>
                  <a:pt x="457441" y="92424"/>
                </a:lnTo>
                <a:lnTo>
                  <a:pt x="457495" y="92021"/>
                </a:lnTo>
                <a:lnTo>
                  <a:pt x="457538" y="91610"/>
                </a:lnTo>
                <a:lnTo>
                  <a:pt x="457569" y="91191"/>
                </a:lnTo>
                <a:lnTo>
                  <a:pt x="457587" y="90766"/>
                </a:lnTo>
                <a:lnTo>
                  <a:pt x="457593" y="90333"/>
                </a:lnTo>
                <a:lnTo>
                  <a:pt x="457587" y="89901"/>
                </a:lnTo>
                <a:lnTo>
                  <a:pt x="457569" y="89476"/>
                </a:lnTo>
                <a:lnTo>
                  <a:pt x="457538" y="89058"/>
                </a:lnTo>
                <a:lnTo>
                  <a:pt x="457495" y="88647"/>
                </a:lnTo>
                <a:lnTo>
                  <a:pt x="457441" y="88243"/>
                </a:lnTo>
                <a:lnTo>
                  <a:pt x="457373" y="87846"/>
                </a:lnTo>
                <a:lnTo>
                  <a:pt x="457294" y="87457"/>
                </a:lnTo>
                <a:lnTo>
                  <a:pt x="457203" y="87075"/>
                </a:lnTo>
                <a:lnTo>
                  <a:pt x="457099" y="86700"/>
                </a:lnTo>
                <a:lnTo>
                  <a:pt x="456983" y="86332"/>
                </a:lnTo>
                <a:lnTo>
                  <a:pt x="456855" y="85971"/>
                </a:lnTo>
                <a:lnTo>
                  <a:pt x="456715" y="85618"/>
                </a:lnTo>
                <a:lnTo>
                  <a:pt x="456562" y="85271"/>
                </a:lnTo>
                <a:lnTo>
                  <a:pt x="456398" y="84932"/>
                </a:lnTo>
                <a:lnTo>
                  <a:pt x="456221" y="84600"/>
                </a:lnTo>
                <a:lnTo>
                  <a:pt x="456032" y="84275"/>
                </a:lnTo>
                <a:lnTo>
                  <a:pt x="455830" y="83958"/>
                </a:lnTo>
                <a:lnTo>
                  <a:pt x="455617" y="83647"/>
                </a:lnTo>
                <a:lnTo>
                  <a:pt x="455391" y="83344"/>
                </a:lnTo>
                <a:lnTo>
                  <a:pt x="455153" y="83048"/>
                </a:lnTo>
                <a:lnTo>
                  <a:pt x="454903" y="82759"/>
                </a:lnTo>
                <a:lnTo>
                  <a:pt x="454641" y="82477"/>
                </a:lnTo>
                <a:lnTo>
                  <a:pt x="454366" y="82202"/>
                </a:lnTo>
                <a:lnTo>
                  <a:pt x="454080" y="81935"/>
                </a:lnTo>
                <a:lnTo>
                  <a:pt x="453783" y="81676"/>
                </a:lnTo>
                <a:lnTo>
                  <a:pt x="453479" y="81429"/>
                </a:lnTo>
                <a:lnTo>
                  <a:pt x="453167" y="81192"/>
                </a:lnTo>
                <a:lnTo>
                  <a:pt x="452846" y="80967"/>
                </a:lnTo>
                <a:lnTo>
                  <a:pt x="452518" y="80752"/>
                </a:lnTo>
                <a:lnTo>
                  <a:pt x="452182" y="80548"/>
                </a:lnTo>
                <a:lnTo>
                  <a:pt x="451838" y="80356"/>
                </a:lnTo>
                <a:lnTo>
                  <a:pt x="451487" y="80174"/>
                </a:lnTo>
                <a:lnTo>
                  <a:pt x="451127" y="80004"/>
                </a:lnTo>
                <a:lnTo>
                  <a:pt x="450759" y="79844"/>
                </a:lnTo>
                <a:lnTo>
                  <a:pt x="450384" y="79696"/>
                </a:lnTo>
                <a:lnTo>
                  <a:pt x="450001" y="79558"/>
                </a:lnTo>
                <a:lnTo>
                  <a:pt x="449610" y="79432"/>
                </a:lnTo>
                <a:lnTo>
                  <a:pt x="449211" y="79316"/>
                </a:lnTo>
                <a:lnTo>
                  <a:pt x="448804" y="79212"/>
                </a:lnTo>
                <a:lnTo>
                  <a:pt x="448389" y="79118"/>
                </a:lnTo>
                <a:lnTo>
                  <a:pt x="447966" y="79036"/>
                </a:lnTo>
                <a:lnTo>
                  <a:pt x="447535" y="78964"/>
                </a:lnTo>
                <a:lnTo>
                  <a:pt x="447097" y="78904"/>
                </a:lnTo>
                <a:lnTo>
                  <a:pt x="446651" y="78854"/>
                </a:lnTo>
                <a:lnTo>
                  <a:pt x="446196" y="78816"/>
                </a:lnTo>
                <a:lnTo>
                  <a:pt x="445734" y="78788"/>
                </a:lnTo>
                <a:lnTo>
                  <a:pt x="445264" y="78772"/>
                </a:lnTo>
                <a:lnTo>
                  <a:pt x="444786" y="78766"/>
                </a:lnTo>
                <a:lnTo>
                  <a:pt x="444308" y="78772"/>
                </a:lnTo>
                <a:lnTo>
                  <a:pt x="443838" y="78788"/>
                </a:lnTo>
                <a:lnTo>
                  <a:pt x="443375" y="78816"/>
                </a:lnTo>
                <a:lnTo>
                  <a:pt x="442921" y="78854"/>
                </a:lnTo>
                <a:lnTo>
                  <a:pt x="442475" y="78904"/>
                </a:lnTo>
                <a:lnTo>
                  <a:pt x="442036" y="78964"/>
                </a:lnTo>
                <a:lnTo>
                  <a:pt x="441605" y="79036"/>
                </a:lnTo>
                <a:lnTo>
                  <a:pt x="441182" y="79118"/>
                </a:lnTo>
                <a:lnTo>
                  <a:pt x="440767" y="79212"/>
                </a:lnTo>
                <a:lnTo>
                  <a:pt x="440360" y="79316"/>
                </a:lnTo>
                <a:lnTo>
                  <a:pt x="439961" y="79432"/>
                </a:lnTo>
                <a:lnTo>
                  <a:pt x="439570" y="79558"/>
                </a:lnTo>
                <a:lnTo>
                  <a:pt x="439186" y="79696"/>
                </a:lnTo>
                <a:lnTo>
                  <a:pt x="438811" y="79844"/>
                </a:lnTo>
                <a:lnTo>
                  <a:pt x="438443" y="80004"/>
                </a:lnTo>
                <a:lnTo>
                  <a:pt x="438084" y="80174"/>
                </a:lnTo>
                <a:lnTo>
                  <a:pt x="437732" y="80356"/>
                </a:lnTo>
                <a:lnTo>
                  <a:pt x="437388" y="80548"/>
                </a:lnTo>
                <a:lnTo>
                  <a:pt x="437052" y="80752"/>
                </a:lnTo>
                <a:lnTo>
                  <a:pt x="436724" y="80967"/>
                </a:lnTo>
                <a:lnTo>
                  <a:pt x="436404" y="81192"/>
                </a:lnTo>
                <a:lnTo>
                  <a:pt x="436091" y="81429"/>
                </a:lnTo>
                <a:lnTo>
                  <a:pt x="435787" y="81676"/>
                </a:lnTo>
                <a:lnTo>
                  <a:pt x="435490" y="81935"/>
                </a:lnTo>
                <a:lnTo>
                  <a:pt x="435204" y="82202"/>
                </a:lnTo>
                <a:lnTo>
                  <a:pt x="434930" y="82477"/>
                </a:lnTo>
                <a:lnTo>
                  <a:pt x="434667" y="82759"/>
                </a:lnTo>
                <a:lnTo>
                  <a:pt x="434417" y="83048"/>
                </a:lnTo>
                <a:lnTo>
                  <a:pt x="434180" y="83344"/>
                </a:lnTo>
                <a:lnTo>
                  <a:pt x="433954" y="83647"/>
                </a:lnTo>
                <a:lnTo>
                  <a:pt x="433741" y="83958"/>
                </a:lnTo>
                <a:lnTo>
                  <a:pt x="433540" y="84275"/>
                </a:lnTo>
                <a:lnTo>
                  <a:pt x="433351" y="84600"/>
                </a:lnTo>
                <a:lnTo>
                  <a:pt x="433174" y="84932"/>
                </a:lnTo>
                <a:lnTo>
                  <a:pt x="433009" y="85271"/>
                </a:lnTo>
                <a:lnTo>
                  <a:pt x="432857" y="85618"/>
                </a:lnTo>
                <a:lnTo>
                  <a:pt x="432717" y="85971"/>
                </a:lnTo>
                <a:lnTo>
                  <a:pt x="432589" y="86332"/>
                </a:lnTo>
                <a:lnTo>
                  <a:pt x="432473" y="86700"/>
                </a:lnTo>
                <a:lnTo>
                  <a:pt x="432369" y="87075"/>
                </a:lnTo>
                <a:lnTo>
                  <a:pt x="432278" y="87457"/>
                </a:lnTo>
                <a:lnTo>
                  <a:pt x="432199" y="87846"/>
                </a:lnTo>
                <a:lnTo>
                  <a:pt x="432132" y="88243"/>
                </a:lnTo>
                <a:lnTo>
                  <a:pt x="432077" y="88647"/>
                </a:lnTo>
                <a:lnTo>
                  <a:pt x="432034" y="89058"/>
                </a:lnTo>
                <a:lnTo>
                  <a:pt x="432004" y="89476"/>
                </a:lnTo>
                <a:lnTo>
                  <a:pt x="431985" y="89901"/>
                </a:lnTo>
                <a:lnTo>
                  <a:pt x="431979" y="90333"/>
                </a:lnTo>
                <a:lnTo>
                  <a:pt x="431985" y="90766"/>
                </a:lnTo>
                <a:lnTo>
                  <a:pt x="432004" y="91191"/>
                </a:lnTo>
                <a:lnTo>
                  <a:pt x="432034" y="91610"/>
                </a:lnTo>
                <a:lnTo>
                  <a:pt x="432077" y="92021"/>
                </a:lnTo>
                <a:lnTo>
                  <a:pt x="432132" y="92424"/>
                </a:lnTo>
                <a:lnTo>
                  <a:pt x="432199" y="92821"/>
                </a:lnTo>
                <a:lnTo>
                  <a:pt x="432278" y="93211"/>
                </a:lnTo>
                <a:lnTo>
                  <a:pt x="432369" y="93593"/>
                </a:lnTo>
                <a:lnTo>
                  <a:pt x="432473" y="93968"/>
                </a:lnTo>
                <a:lnTo>
                  <a:pt x="432589" y="94336"/>
                </a:lnTo>
                <a:lnTo>
                  <a:pt x="432717" y="94697"/>
                </a:lnTo>
                <a:lnTo>
                  <a:pt x="432857" y="95051"/>
                </a:lnTo>
                <a:lnTo>
                  <a:pt x="433009" y="95397"/>
                </a:lnTo>
                <a:lnTo>
                  <a:pt x="433174" y="95736"/>
                </a:lnTo>
                <a:lnTo>
                  <a:pt x="433351" y="96068"/>
                </a:lnTo>
                <a:lnTo>
                  <a:pt x="433540" y="96393"/>
                </a:lnTo>
                <a:lnTo>
                  <a:pt x="433741" y="96711"/>
                </a:lnTo>
                <a:lnTo>
                  <a:pt x="433954" y="97021"/>
                </a:lnTo>
                <a:lnTo>
                  <a:pt x="434180" y="97325"/>
                </a:lnTo>
                <a:lnTo>
                  <a:pt x="434417" y="97621"/>
                </a:lnTo>
                <a:lnTo>
                  <a:pt x="434667" y="97910"/>
                </a:lnTo>
                <a:lnTo>
                  <a:pt x="434930" y="98192"/>
                </a:lnTo>
                <a:lnTo>
                  <a:pt x="435204" y="98467"/>
                </a:lnTo>
                <a:lnTo>
                  <a:pt x="435490" y="98734"/>
                </a:lnTo>
                <a:lnTo>
                  <a:pt x="435787" y="98992"/>
                </a:lnTo>
                <a:lnTo>
                  <a:pt x="436091" y="99240"/>
                </a:lnTo>
                <a:lnTo>
                  <a:pt x="436404" y="99476"/>
                </a:lnTo>
                <a:lnTo>
                  <a:pt x="436724" y="99702"/>
                </a:lnTo>
                <a:lnTo>
                  <a:pt x="437052" y="99916"/>
                </a:lnTo>
                <a:lnTo>
                  <a:pt x="437388" y="100119"/>
                </a:lnTo>
                <a:lnTo>
                  <a:pt x="437732" y="100312"/>
                </a:lnTo>
                <a:lnTo>
                  <a:pt x="438084" y="100493"/>
                </a:lnTo>
                <a:lnTo>
                  <a:pt x="438443" y="100664"/>
                </a:lnTo>
                <a:lnTo>
                  <a:pt x="438811" y="100823"/>
                </a:lnTo>
                <a:lnTo>
                  <a:pt x="439186" y="100971"/>
                </a:lnTo>
                <a:lnTo>
                  <a:pt x="439570" y="101109"/>
                </a:lnTo>
                <a:lnTo>
                  <a:pt x="439961" y="101235"/>
                </a:lnTo>
                <a:lnTo>
                  <a:pt x="440360" y="101351"/>
                </a:lnTo>
                <a:lnTo>
                  <a:pt x="440767" y="101455"/>
                </a:lnTo>
                <a:lnTo>
                  <a:pt x="441182" y="101549"/>
                </a:lnTo>
                <a:lnTo>
                  <a:pt x="441605" y="101631"/>
                </a:lnTo>
                <a:lnTo>
                  <a:pt x="442036" y="101703"/>
                </a:lnTo>
                <a:lnTo>
                  <a:pt x="442475" y="101763"/>
                </a:lnTo>
                <a:lnTo>
                  <a:pt x="442921" y="101813"/>
                </a:lnTo>
                <a:lnTo>
                  <a:pt x="443375" y="101851"/>
                </a:lnTo>
                <a:lnTo>
                  <a:pt x="443838" y="101879"/>
                </a:lnTo>
                <a:lnTo>
                  <a:pt x="444308" y="101895"/>
                </a:lnTo>
                <a:lnTo>
                  <a:pt x="444786" y="101901"/>
                </a:lnTo>
                <a:lnTo>
                  <a:pt x="445264" y="101895"/>
                </a:lnTo>
                <a:lnTo>
                  <a:pt x="445734" y="101879"/>
                </a:lnTo>
                <a:lnTo>
                  <a:pt x="446196" y="101851"/>
                </a:lnTo>
                <a:lnTo>
                  <a:pt x="446651" y="101813"/>
                </a:lnTo>
                <a:close/>
                <a:moveTo>
                  <a:pt x="952656" y="84946"/>
                </a:moveTo>
                <a:lnTo>
                  <a:pt x="952326" y="84925"/>
                </a:lnTo>
                <a:lnTo>
                  <a:pt x="952003" y="84896"/>
                </a:lnTo>
                <a:lnTo>
                  <a:pt x="951686" y="84858"/>
                </a:lnTo>
                <a:lnTo>
                  <a:pt x="951374" y="84812"/>
                </a:lnTo>
                <a:lnTo>
                  <a:pt x="951069" y="84758"/>
                </a:lnTo>
                <a:lnTo>
                  <a:pt x="950769" y="84695"/>
                </a:lnTo>
                <a:lnTo>
                  <a:pt x="950476" y="84624"/>
                </a:lnTo>
                <a:lnTo>
                  <a:pt x="950188" y="84545"/>
                </a:lnTo>
                <a:lnTo>
                  <a:pt x="949907" y="84457"/>
                </a:lnTo>
                <a:lnTo>
                  <a:pt x="949631" y="84361"/>
                </a:lnTo>
                <a:lnTo>
                  <a:pt x="949362" y="84256"/>
                </a:lnTo>
                <a:lnTo>
                  <a:pt x="949098" y="84143"/>
                </a:lnTo>
                <a:lnTo>
                  <a:pt x="948841" y="84022"/>
                </a:lnTo>
                <a:lnTo>
                  <a:pt x="948589" y="83892"/>
                </a:lnTo>
                <a:lnTo>
                  <a:pt x="948343" y="83754"/>
                </a:lnTo>
                <a:lnTo>
                  <a:pt x="948104" y="83608"/>
                </a:lnTo>
                <a:lnTo>
                  <a:pt x="947870" y="83453"/>
                </a:lnTo>
                <a:lnTo>
                  <a:pt x="947642" y="83290"/>
                </a:lnTo>
                <a:lnTo>
                  <a:pt x="947420" y="83119"/>
                </a:lnTo>
                <a:lnTo>
                  <a:pt x="947205" y="82939"/>
                </a:lnTo>
                <a:lnTo>
                  <a:pt x="946995" y="82751"/>
                </a:lnTo>
                <a:lnTo>
                  <a:pt x="946791" y="82555"/>
                </a:lnTo>
                <a:lnTo>
                  <a:pt x="946594" y="82351"/>
                </a:lnTo>
                <a:lnTo>
                  <a:pt x="946406" y="82141"/>
                </a:lnTo>
                <a:lnTo>
                  <a:pt x="946226" y="81925"/>
                </a:lnTo>
                <a:lnTo>
                  <a:pt x="946055" y="81703"/>
                </a:lnTo>
                <a:lnTo>
                  <a:pt x="945891" y="81476"/>
                </a:lnTo>
                <a:lnTo>
                  <a:pt x="945737" y="81242"/>
                </a:lnTo>
                <a:lnTo>
                  <a:pt x="945590" y="81002"/>
                </a:lnTo>
                <a:lnTo>
                  <a:pt x="945452" y="80757"/>
                </a:lnTo>
                <a:lnTo>
                  <a:pt x="945322" y="80505"/>
                </a:lnTo>
                <a:lnTo>
                  <a:pt x="945201" y="80247"/>
                </a:lnTo>
                <a:lnTo>
                  <a:pt x="945088" y="79984"/>
                </a:lnTo>
                <a:lnTo>
                  <a:pt x="944983" y="79714"/>
                </a:lnTo>
                <a:lnTo>
                  <a:pt x="944887" y="79439"/>
                </a:lnTo>
                <a:lnTo>
                  <a:pt x="944799" y="79157"/>
                </a:lnTo>
                <a:lnTo>
                  <a:pt x="944720" y="78870"/>
                </a:lnTo>
                <a:lnTo>
                  <a:pt x="944649" y="78576"/>
                </a:lnTo>
                <a:lnTo>
                  <a:pt x="944586" y="78277"/>
                </a:lnTo>
                <a:lnTo>
                  <a:pt x="944532" y="77971"/>
                </a:lnTo>
                <a:lnTo>
                  <a:pt x="944486" y="77660"/>
                </a:lnTo>
                <a:lnTo>
                  <a:pt x="944448" y="77343"/>
                </a:lnTo>
                <a:lnTo>
                  <a:pt x="944419" y="77019"/>
                </a:lnTo>
                <a:lnTo>
                  <a:pt x="944398" y="76690"/>
                </a:lnTo>
                <a:lnTo>
                  <a:pt x="944385" y="76355"/>
                </a:lnTo>
                <a:lnTo>
                  <a:pt x="944381" y="76014"/>
                </a:lnTo>
                <a:lnTo>
                  <a:pt x="944381" y="0"/>
                </a:lnTo>
                <a:lnTo>
                  <a:pt x="902930" y="0"/>
                </a:lnTo>
                <a:lnTo>
                  <a:pt x="902930" y="15559"/>
                </a:lnTo>
                <a:lnTo>
                  <a:pt x="927168" y="15559"/>
                </a:lnTo>
                <a:lnTo>
                  <a:pt x="927168" y="76014"/>
                </a:lnTo>
                <a:lnTo>
                  <a:pt x="927173" y="76619"/>
                </a:lnTo>
                <a:lnTo>
                  <a:pt x="927190" y="77218"/>
                </a:lnTo>
                <a:lnTo>
                  <a:pt x="927217" y="77811"/>
                </a:lnTo>
                <a:lnTo>
                  <a:pt x="927256" y="78398"/>
                </a:lnTo>
                <a:lnTo>
                  <a:pt x="927305" y="78979"/>
                </a:lnTo>
                <a:lnTo>
                  <a:pt x="927366" y="79555"/>
                </a:lnTo>
                <a:lnTo>
                  <a:pt x="927437" y="80124"/>
                </a:lnTo>
                <a:lnTo>
                  <a:pt x="927520" y="80687"/>
                </a:lnTo>
                <a:lnTo>
                  <a:pt x="927613" y="81245"/>
                </a:lnTo>
                <a:lnTo>
                  <a:pt x="927718" y="81796"/>
                </a:lnTo>
                <a:lnTo>
                  <a:pt x="927833" y="82341"/>
                </a:lnTo>
                <a:lnTo>
                  <a:pt x="927959" y="82881"/>
                </a:lnTo>
                <a:lnTo>
                  <a:pt x="928097" y="83414"/>
                </a:lnTo>
                <a:lnTo>
                  <a:pt x="928245" y="83942"/>
                </a:lnTo>
                <a:lnTo>
                  <a:pt x="928405" y="84463"/>
                </a:lnTo>
                <a:lnTo>
                  <a:pt x="928575" y="84979"/>
                </a:lnTo>
                <a:lnTo>
                  <a:pt x="928757" y="85488"/>
                </a:lnTo>
                <a:lnTo>
                  <a:pt x="928949" y="85992"/>
                </a:lnTo>
                <a:lnTo>
                  <a:pt x="929152" y="86489"/>
                </a:lnTo>
                <a:lnTo>
                  <a:pt x="929367" y="86981"/>
                </a:lnTo>
                <a:lnTo>
                  <a:pt x="929592" y="87467"/>
                </a:lnTo>
                <a:lnTo>
                  <a:pt x="929829" y="87946"/>
                </a:lnTo>
                <a:lnTo>
                  <a:pt x="930076" y="88420"/>
                </a:lnTo>
                <a:lnTo>
                  <a:pt x="930334" y="88888"/>
                </a:lnTo>
                <a:lnTo>
                  <a:pt x="930602" y="89348"/>
                </a:lnTo>
                <a:lnTo>
                  <a:pt x="930879" y="89799"/>
                </a:lnTo>
                <a:lnTo>
                  <a:pt x="931164" y="90242"/>
                </a:lnTo>
                <a:lnTo>
                  <a:pt x="931457" y="90676"/>
                </a:lnTo>
                <a:lnTo>
                  <a:pt x="931758" y="91101"/>
                </a:lnTo>
                <a:lnTo>
                  <a:pt x="932068" y="91517"/>
                </a:lnTo>
                <a:lnTo>
                  <a:pt x="932386" y="91924"/>
                </a:lnTo>
                <a:lnTo>
                  <a:pt x="932713" y="92322"/>
                </a:lnTo>
                <a:lnTo>
                  <a:pt x="933048" y="92712"/>
                </a:lnTo>
                <a:lnTo>
                  <a:pt x="933392" y="93093"/>
                </a:lnTo>
                <a:lnTo>
                  <a:pt x="933743" y="93465"/>
                </a:lnTo>
                <a:lnTo>
                  <a:pt x="934103" y="93828"/>
                </a:lnTo>
                <a:lnTo>
                  <a:pt x="934472" y="94182"/>
                </a:lnTo>
                <a:lnTo>
                  <a:pt x="934849" y="94527"/>
                </a:lnTo>
                <a:lnTo>
                  <a:pt x="935234" y="94864"/>
                </a:lnTo>
                <a:lnTo>
                  <a:pt x="935628" y="95191"/>
                </a:lnTo>
                <a:lnTo>
                  <a:pt x="936029" y="95510"/>
                </a:lnTo>
                <a:lnTo>
                  <a:pt x="936440" y="95820"/>
                </a:lnTo>
                <a:lnTo>
                  <a:pt x="936858" y="96121"/>
                </a:lnTo>
                <a:lnTo>
                  <a:pt x="937286" y="96414"/>
                </a:lnTo>
                <a:lnTo>
                  <a:pt x="937721" y="96697"/>
                </a:lnTo>
                <a:lnTo>
                  <a:pt x="938165" y="96972"/>
                </a:lnTo>
                <a:lnTo>
                  <a:pt x="938617" y="97237"/>
                </a:lnTo>
                <a:lnTo>
                  <a:pt x="939077" y="97494"/>
                </a:lnTo>
                <a:lnTo>
                  <a:pt x="939546" y="97741"/>
                </a:lnTo>
                <a:lnTo>
                  <a:pt x="940020" y="97978"/>
                </a:lnTo>
                <a:lnTo>
                  <a:pt x="940501" y="98204"/>
                </a:lnTo>
                <a:lnTo>
                  <a:pt x="940989" y="98420"/>
                </a:lnTo>
                <a:lnTo>
                  <a:pt x="941483" y="98625"/>
                </a:lnTo>
                <a:lnTo>
                  <a:pt x="941983" y="98820"/>
                </a:lnTo>
                <a:lnTo>
                  <a:pt x="942490" y="99004"/>
                </a:lnTo>
                <a:lnTo>
                  <a:pt x="943003" y="99178"/>
                </a:lnTo>
                <a:lnTo>
                  <a:pt x="943523" y="99341"/>
                </a:lnTo>
                <a:lnTo>
                  <a:pt x="944049" y="99493"/>
                </a:lnTo>
                <a:lnTo>
                  <a:pt x="944581" y="99635"/>
                </a:lnTo>
                <a:lnTo>
                  <a:pt x="945121" y="99767"/>
                </a:lnTo>
                <a:lnTo>
                  <a:pt x="945666" y="99888"/>
                </a:lnTo>
                <a:lnTo>
                  <a:pt x="946218" y="99998"/>
                </a:lnTo>
                <a:lnTo>
                  <a:pt x="946776" y="100098"/>
                </a:lnTo>
                <a:lnTo>
                  <a:pt x="947341" y="100188"/>
                </a:lnTo>
                <a:lnTo>
                  <a:pt x="947913" y="100266"/>
                </a:lnTo>
                <a:lnTo>
                  <a:pt x="948490" y="100335"/>
                </a:lnTo>
                <a:lnTo>
                  <a:pt x="949075" y="100393"/>
                </a:lnTo>
                <a:lnTo>
                  <a:pt x="949665" y="100440"/>
                </a:lnTo>
                <a:lnTo>
                  <a:pt x="950262" y="100477"/>
                </a:lnTo>
                <a:lnTo>
                  <a:pt x="950866" y="100503"/>
                </a:lnTo>
                <a:lnTo>
                  <a:pt x="951476" y="100519"/>
                </a:lnTo>
                <a:lnTo>
                  <a:pt x="952092" y="100524"/>
                </a:lnTo>
                <a:lnTo>
                  <a:pt x="976191" y="100524"/>
                </a:lnTo>
                <a:lnTo>
                  <a:pt x="976191" y="84963"/>
                </a:lnTo>
                <a:lnTo>
                  <a:pt x="953332" y="84963"/>
                </a:lnTo>
                <a:lnTo>
                  <a:pt x="952991" y="84958"/>
                </a:lnTo>
                <a:lnTo>
                  <a:pt x="952656" y="84946"/>
                </a:lnTo>
                <a:close/>
                <a:moveTo>
                  <a:pt x="871035" y="36871"/>
                </a:moveTo>
                <a:lnTo>
                  <a:pt x="870854" y="36232"/>
                </a:lnTo>
                <a:lnTo>
                  <a:pt x="870653" y="35606"/>
                </a:lnTo>
                <a:lnTo>
                  <a:pt x="870433" y="34994"/>
                </a:lnTo>
                <a:lnTo>
                  <a:pt x="870194" y="34395"/>
                </a:lnTo>
                <a:lnTo>
                  <a:pt x="869936" y="33810"/>
                </a:lnTo>
                <a:lnTo>
                  <a:pt x="869658" y="33239"/>
                </a:lnTo>
                <a:lnTo>
                  <a:pt x="869362" y="32681"/>
                </a:lnTo>
                <a:lnTo>
                  <a:pt x="869046" y="32137"/>
                </a:lnTo>
                <a:lnTo>
                  <a:pt x="868711" y="31607"/>
                </a:lnTo>
                <a:lnTo>
                  <a:pt x="868357" y="31090"/>
                </a:lnTo>
                <a:lnTo>
                  <a:pt x="867984" y="30587"/>
                </a:lnTo>
                <a:lnTo>
                  <a:pt x="867592" y="30098"/>
                </a:lnTo>
                <a:lnTo>
                  <a:pt x="867181" y="29622"/>
                </a:lnTo>
                <a:lnTo>
                  <a:pt x="866750" y="29160"/>
                </a:lnTo>
                <a:lnTo>
                  <a:pt x="866301" y="28711"/>
                </a:lnTo>
                <a:lnTo>
                  <a:pt x="865835" y="28278"/>
                </a:lnTo>
                <a:lnTo>
                  <a:pt x="865356" y="27864"/>
                </a:lnTo>
                <a:lnTo>
                  <a:pt x="864864" y="27468"/>
                </a:lnTo>
                <a:lnTo>
                  <a:pt x="864358" y="27091"/>
                </a:lnTo>
                <a:lnTo>
                  <a:pt x="863839" y="26732"/>
                </a:lnTo>
                <a:lnTo>
                  <a:pt x="863306" y="26392"/>
                </a:lnTo>
                <a:lnTo>
                  <a:pt x="862760" y="26070"/>
                </a:lnTo>
                <a:lnTo>
                  <a:pt x="862201" y="25766"/>
                </a:lnTo>
                <a:lnTo>
                  <a:pt x="861628" y="25480"/>
                </a:lnTo>
                <a:lnTo>
                  <a:pt x="861042" y="25214"/>
                </a:lnTo>
                <a:lnTo>
                  <a:pt x="860443" y="24965"/>
                </a:lnTo>
                <a:lnTo>
                  <a:pt x="859830" y="24735"/>
                </a:lnTo>
                <a:lnTo>
                  <a:pt x="859203" y="24523"/>
                </a:lnTo>
                <a:lnTo>
                  <a:pt x="858564" y="24330"/>
                </a:lnTo>
                <a:lnTo>
                  <a:pt x="857911" y="24155"/>
                </a:lnTo>
                <a:lnTo>
                  <a:pt x="857244" y="23999"/>
                </a:lnTo>
                <a:lnTo>
                  <a:pt x="856564" y="23861"/>
                </a:lnTo>
                <a:lnTo>
                  <a:pt x="855871" y="23741"/>
                </a:lnTo>
                <a:lnTo>
                  <a:pt x="855164" y="23640"/>
                </a:lnTo>
                <a:lnTo>
                  <a:pt x="854444" y="23557"/>
                </a:lnTo>
                <a:lnTo>
                  <a:pt x="853711" y="23492"/>
                </a:lnTo>
                <a:lnTo>
                  <a:pt x="852964" y="23446"/>
                </a:lnTo>
                <a:lnTo>
                  <a:pt x="852204" y="23419"/>
                </a:lnTo>
                <a:lnTo>
                  <a:pt x="851431" y="23410"/>
                </a:lnTo>
                <a:lnTo>
                  <a:pt x="850486" y="23423"/>
                </a:lnTo>
                <a:lnTo>
                  <a:pt x="849557" y="23464"/>
                </a:lnTo>
                <a:lnTo>
                  <a:pt x="848644" y="23532"/>
                </a:lnTo>
                <a:lnTo>
                  <a:pt x="847747" y="23628"/>
                </a:lnTo>
                <a:lnTo>
                  <a:pt x="846865" y="23750"/>
                </a:lnTo>
                <a:lnTo>
                  <a:pt x="845999" y="23900"/>
                </a:lnTo>
                <a:lnTo>
                  <a:pt x="845149" y="24077"/>
                </a:lnTo>
                <a:lnTo>
                  <a:pt x="844315" y="24282"/>
                </a:lnTo>
                <a:lnTo>
                  <a:pt x="843497" y="24514"/>
                </a:lnTo>
                <a:lnTo>
                  <a:pt x="842694" y="24772"/>
                </a:lnTo>
                <a:lnTo>
                  <a:pt x="841907" y="25059"/>
                </a:lnTo>
                <a:lnTo>
                  <a:pt x="841136" y="25372"/>
                </a:lnTo>
                <a:lnTo>
                  <a:pt x="840381" y="25713"/>
                </a:lnTo>
                <a:lnTo>
                  <a:pt x="839641" y="26081"/>
                </a:lnTo>
                <a:lnTo>
                  <a:pt x="838918" y="26476"/>
                </a:lnTo>
                <a:lnTo>
                  <a:pt x="838210" y="26899"/>
                </a:lnTo>
                <a:lnTo>
                  <a:pt x="837518" y="27348"/>
                </a:lnTo>
                <a:lnTo>
                  <a:pt x="836841" y="27825"/>
                </a:lnTo>
                <a:lnTo>
                  <a:pt x="836181" y="28330"/>
                </a:lnTo>
                <a:lnTo>
                  <a:pt x="835536" y="28861"/>
                </a:lnTo>
                <a:lnTo>
                  <a:pt x="834907" y="29420"/>
                </a:lnTo>
                <a:lnTo>
                  <a:pt x="834293" y="30006"/>
                </a:lnTo>
                <a:lnTo>
                  <a:pt x="833696" y="30619"/>
                </a:lnTo>
                <a:lnTo>
                  <a:pt x="833114" y="31260"/>
                </a:lnTo>
                <a:lnTo>
                  <a:pt x="832553" y="31923"/>
                </a:lnTo>
                <a:lnTo>
                  <a:pt x="832015" y="32606"/>
                </a:lnTo>
                <a:lnTo>
                  <a:pt x="831501" y="33308"/>
                </a:lnTo>
                <a:lnTo>
                  <a:pt x="831011" y="34029"/>
                </a:lnTo>
                <a:lnTo>
                  <a:pt x="830545" y="34769"/>
                </a:lnTo>
                <a:lnTo>
                  <a:pt x="830103" y="35528"/>
                </a:lnTo>
                <a:lnTo>
                  <a:pt x="829684" y="36306"/>
                </a:lnTo>
                <a:lnTo>
                  <a:pt x="829290" y="37104"/>
                </a:lnTo>
                <a:lnTo>
                  <a:pt x="828920" y="37921"/>
                </a:lnTo>
                <a:lnTo>
                  <a:pt x="828573" y="38756"/>
                </a:lnTo>
                <a:lnTo>
                  <a:pt x="828250" y="39611"/>
                </a:lnTo>
                <a:lnTo>
                  <a:pt x="827952" y="40485"/>
                </a:lnTo>
                <a:lnTo>
                  <a:pt x="827677" y="41378"/>
                </a:lnTo>
                <a:lnTo>
                  <a:pt x="827426" y="42291"/>
                </a:lnTo>
                <a:lnTo>
                  <a:pt x="827199" y="43222"/>
                </a:lnTo>
                <a:lnTo>
                  <a:pt x="826996" y="44172"/>
                </a:lnTo>
                <a:lnTo>
                  <a:pt x="826816" y="45142"/>
                </a:lnTo>
                <a:lnTo>
                  <a:pt x="826661" y="46131"/>
                </a:lnTo>
                <a:lnTo>
                  <a:pt x="826529" y="47139"/>
                </a:lnTo>
                <a:lnTo>
                  <a:pt x="826422" y="48166"/>
                </a:lnTo>
                <a:lnTo>
                  <a:pt x="826338" y="49212"/>
                </a:lnTo>
                <a:lnTo>
                  <a:pt x="826278" y="50277"/>
                </a:lnTo>
                <a:lnTo>
                  <a:pt x="826243" y="51362"/>
                </a:lnTo>
                <a:lnTo>
                  <a:pt x="826231" y="52465"/>
                </a:lnTo>
                <a:lnTo>
                  <a:pt x="826231" y="72984"/>
                </a:lnTo>
                <a:lnTo>
                  <a:pt x="826243" y="74076"/>
                </a:lnTo>
                <a:lnTo>
                  <a:pt x="826279" y="75149"/>
                </a:lnTo>
                <a:lnTo>
                  <a:pt x="826339" y="76204"/>
                </a:lnTo>
                <a:lnTo>
                  <a:pt x="826424" y="77241"/>
                </a:lnTo>
                <a:lnTo>
                  <a:pt x="826532" y="78258"/>
                </a:lnTo>
                <a:lnTo>
                  <a:pt x="826665" y="79257"/>
                </a:lnTo>
                <a:lnTo>
                  <a:pt x="826822" y="80238"/>
                </a:lnTo>
                <a:lnTo>
                  <a:pt x="827003" y="81200"/>
                </a:lnTo>
                <a:lnTo>
                  <a:pt x="827208" y="82143"/>
                </a:lnTo>
                <a:lnTo>
                  <a:pt x="827438" y="83067"/>
                </a:lnTo>
                <a:lnTo>
                  <a:pt x="827691" y="83973"/>
                </a:lnTo>
                <a:lnTo>
                  <a:pt x="827969" y="84860"/>
                </a:lnTo>
                <a:lnTo>
                  <a:pt x="828271" y="85729"/>
                </a:lnTo>
                <a:lnTo>
                  <a:pt x="828597" y="86579"/>
                </a:lnTo>
                <a:lnTo>
                  <a:pt x="828947" y="87410"/>
                </a:lnTo>
                <a:lnTo>
                  <a:pt x="829321" y="88223"/>
                </a:lnTo>
                <a:lnTo>
                  <a:pt x="829719" y="89017"/>
                </a:lnTo>
                <a:lnTo>
                  <a:pt x="830142" y="89792"/>
                </a:lnTo>
                <a:lnTo>
                  <a:pt x="830588" y="90549"/>
                </a:lnTo>
                <a:lnTo>
                  <a:pt x="831059" y="91287"/>
                </a:lnTo>
                <a:lnTo>
                  <a:pt x="831554" y="92006"/>
                </a:lnTo>
                <a:lnTo>
                  <a:pt x="832073" y="92707"/>
                </a:lnTo>
                <a:lnTo>
                  <a:pt x="832616" y="93389"/>
                </a:lnTo>
                <a:lnTo>
                  <a:pt x="833184" y="94052"/>
                </a:lnTo>
                <a:lnTo>
                  <a:pt x="833771" y="94693"/>
                </a:lnTo>
                <a:lnTo>
                  <a:pt x="834373" y="95306"/>
                </a:lnTo>
                <a:lnTo>
                  <a:pt x="834990" y="95892"/>
                </a:lnTo>
                <a:lnTo>
                  <a:pt x="835622" y="96450"/>
                </a:lnTo>
                <a:lnTo>
                  <a:pt x="836270" y="96982"/>
                </a:lnTo>
                <a:lnTo>
                  <a:pt x="836932" y="97486"/>
                </a:lnTo>
                <a:lnTo>
                  <a:pt x="837610" y="97963"/>
                </a:lnTo>
                <a:lnTo>
                  <a:pt x="838302" y="98412"/>
                </a:lnTo>
                <a:lnTo>
                  <a:pt x="839010" y="98835"/>
                </a:lnTo>
                <a:lnTo>
                  <a:pt x="839732" y="99230"/>
                </a:lnTo>
                <a:lnTo>
                  <a:pt x="840470" y="99598"/>
                </a:lnTo>
                <a:lnTo>
                  <a:pt x="841223" y="99938"/>
                </a:lnTo>
                <a:lnTo>
                  <a:pt x="841991" y="100252"/>
                </a:lnTo>
                <a:lnTo>
                  <a:pt x="842774" y="100538"/>
                </a:lnTo>
                <a:lnTo>
                  <a:pt x="843571" y="100797"/>
                </a:lnTo>
                <a:lnTo>
                  <a:pt x="844384" y="101029"/>
                </a:lnTo>
                <a:lnTo>
                  <a:pt x="845213" y="101233"/>
                </a:lnTo>
                <a:lnTo>
                  <a:pt x="846056" y="101410"/>
                </a:lnTo>
                <a:lnTo>
                  <a:pt x="846914" y="101560"/>
                </a:lnTo>
                <a:lnTo>
                  <a:pt x="847787" y="101683"/>
                </a:lnTo>
                <a:lnTo>
                  <a:pt x="848675" y="101778"/>
                </a:lnTo>
                <a:lnTo>
                  <a:pt x="849579" y="101846"/>
                </a:lnTo>
                <a:lnTo>
                  <a:pt x="850497" y="101887"/>
                </a:lnTo>
                <a:lnTo>
                  <a:pt x="851431" y="101901"/>
                </a:lnTo>
                <a:lnTo>
                  <a:pt x="852204" y="101891"/>
                </a:lnTo>
                <a:lnTo>
                  <a:pt x="852964" y="101864"/>
                </a:lnTo>
                <a:lnTo>
                  <a:pt x="853711" y="101818"/>
                </a:lnTo>
                <a:lnTo>
                  <a:pt x="854444" y="101753"/>
                </a:lnTo>
                <a:lnTo>
                  <a:pt x="855164" y="101670"/>
                </a:lnTo>
                <a:lnTo>
                  <a:pt x="855871" y="101569"/>
                </a:lnTo>
                <a:lnTo>
                  <a:pt x="856564" y="101450"/>
                </a:lnTo>
                <a:lnTo>
                  <a:pt x="857244" y="101311"/>
                </a:lnTo>
                <a:lnTo>
                  <a:pt x="857911" y="101155"/>
                </a:lnTo>
                <a:lnTo>
                  <a:pt x="858564" y="100980"/>
                </a:lnTo>
                <a:lnTo>
                  <a:pt x="859203" y="100787"/>
                </a:lnTo>
                <a:lnTo>
                  <a:pt x="859830" y="100575"/>
                </a:lnTo>
                <a:lnTo>
                  <a:pt x="860443" y="100345"/>
                </a:lnTo>
                <a:lnTo>
                  <a:pt x="861042" y="100097"/>
                </a:lnTo>
                <a:lnTo>
                  <a:pt x="861628" y="99830"/>
                </a:lnTo>
                <a:lnTo>
                  <a:pt x="862201" y="99544"/>
                </a:lnTo>
                <a:lnTo>
                  <a:pt x="862760" y="99241"/>
                </a:lnTo>
                <a:lnTo>
                  <a:pt x="863306" y="98918"/>
                </a:lnTo>
                <a:lnTo>
                  <a:pt x="863839" y="98578"/>
                </a:lnTo>
                <a:lnTo>
                  <a:pt x="864358" y="98219"/>
                </a:lnTo>
                <a:lnTo>
                  <a:pt x="864864" y="97842"/>
                </a:lnTo>
                <a:lnTo>
                  <a:pt x="865356" y="97446"/>
                </a:lnTo>
                <a:lnTo>
                  <a:pt x="865835" y="97032"/>
                </a:lnTo>
                <a:lnTo>
                  <a:pt x="866301" y="96599"/>
                </a:lnTo>
                <a:lnTo>
                  <a:pt x="866750" y="96151"/>
                </a:lnTo>
                <a:lnTo>
                  <a:pt x="867181" y="95688"/>
                </a:lnTo>
                <a:lnTo>
                  <a:pt x="867592" y="95212"/>
                </a:lnTo>
                <a:lnTo>
                  <a:pt x="867984" y="94723"/>
                </a:lnTo>
                <a:lnTo>
                  <a:pt x="868357" y="94220"/>
                </a:lnTo>
                <a:lnTo>
                  <a:pt x="868711" y="93703"/>
                </a:lnTo>
                <a:lnTo>
                  <a:pt x="869046" y="93173"/>
                </a:lnTo>
                <a:lnTo>
                  <a:pt x="869362" y="92629"/>
                </a:lnTo>
                <a:lnTo>
                  <a:pt x="869658" y="92071"/>
                </a:lnTo>
                <a:lnTo>
                  <a:pt x="869936" y="91500"/>
                </a:lnTo>
                <a:lnTo>
                  <a:pt x="870194" y="90915"/>
                </a:lnTo>
                <a:lnTo>
                  <a:pt x="870433" y="90317"/>
                </a:lnTo>
                <a:lnTo>
                  <a:pt x="870653" y="89704"/>
                </a:lnTo>
                <a:lnTo>
                  <a:pt x="870854" y="89079"/>
                </a:lnTo>
                <a:lnTo>
                  <a:pt x="871035" y="88439"/>
                </a:lnTo>
                <a:lnTo>
                  <a:pt x="871198" y="87786"/>
                </a:lnTo>
                <a:lnTo>
                  <a:pt x="871342" y="87120"/>
                </a:lnTo>
                <a:lnTo>
                  <a:pt x="871466" y="86439"/>
                </a:lnTo>
                <a:lnTo>
                  <a:pt x="871523" y="86066"/>
                </a:lnTo>
                <a:lnTo>
                  <a:pt x="871810" y="86066"/>
                </a:lnTo>
                <a:lnTo>
                  <a:pt x="871810" y="100524"/>
                </a:lnTo>
                <a:lnTo>
                  <a:pt x="888609" y="100524"/>
                </a:lnTo>
                <a:lnTo>
                  <a:pt x="888609" y="0"/>
                </a:lnTo>
                <a:lnTo>
                  <a:pt x="871396" y="0"/>
                </a:lnTo>
                <a:lnTo>
                  <a:pt x="871396" y="21205"/>
                </a:lnTo>
                <a:lnTo>
                  <a:pt x="871947" y="39244"/>
                </a:lnTo>
                <a:lnTo>
                  <a:pt x="871523" y="39244"/>
                </a:lnTo>
                <a:lnTo>
                  <a:pt x="871466" y="38871"/>
                </a:lnTo>
                <a:lnTo>
                  <a:pt x="871342" y="38191"/>
                </a:lnTo>
                <a:lnTo>
                  <a:pt x="871198" y="37524"/>
                </a:lnTo>
                <a:lnTo>
                  <a:pt x="871035" y="36871"/>
                </a:lnTo>
                <a:close/>
                <a:moveTo>
                  <a:pt x="855365" y="86921"/>
                </a:moveTo>
                <a:lnTo>
                  <a:pt x="854860" y="86861"/>
                </a:lnTo>
                <a:lnTo>
                  <a:pt x="854364" y="86787"/>
                </a:lnTo>
                <a:lnTo>
                  <a:pt x="853878" y="86700"/>
                </a:lnTo>
                <a:lnTo>
                  <a:pt x="853403" y="86600"/>
                </a:lnTo>
                <a:lnTo>
                  <a:pt x="852937" y="86486"/>
                </a:lnTo>
                <a:lnTo>
                  <a:pt x="852482" y="86359"/>
                </a:lnTo>
                <a:lnTo>
                  <a:pt x="852037" y="86218"/>
                </a:lnTo>
                <a:lnTo>
                  <a:pt x="851601" y="86064"/>
                </a:lnTo>
                <a:lnTo>
                  <a:pt x="851176" y="85897"/>
                </a:lnTo>
                <a:lnTo>
                  <a:pt x="850761" y="85716"/>
                </a:lnTo>
                <a:lnTo>
                  <a:pt x="850356" y="85522"/>
                </a:lnTo>
                <a:lnTo>
                  <a:pt x="849960" y="85314"/>
                </a:lnTo>
                <a:lnTo>
                  <a:pt x="849575" y="85094"/>
                </a:lnTo>
                <a:lnTo>
                  <a:pt x="849200" y="84859"/>
                </a:lnTo>
                <a:lnTo>
                  <a:pt x="848835" y="84612"/>
                </a:lnTo>
                <a:lnTo>
                  <a:pt x="848480" y="84351"/>
                </a:lnTo>
                <a:lnTo>
                  <a:pt x="848135" y="84076"/>
                </a:lnTo>
                <a:lnTo>
                  <a:pt x="847800" y="83788"/>
                </a:lnTo>
                <a:lnTo>
                  <a:pt x="847476" y="83487"/>
                </a:lnTo>
                <a:lnTo>
                  <a:pt x="847161" y="83172"/>
                </a:lnTo>
                <a:lnTo>
                  <a:pt x="846858" y="82845"/>
                </a:lnTo>
                <a:lnTo>
                  <a:pt x="846567" y="82507"/>
                </a:lnTo>
                <a:lnTo>
                  <a:pt x="846290" y="82157"/>
                </a:lnTo>
                <a:lnTo>
                  <a:pt x="846025" y="81795"/>
                </a:lnTo>
                <a:lnTo>
                  <a:pt x="845773" y="81422"/>
                </a:lnTo>
                <a:lnTo>
                  <a:pt x="845535" y="81038"/>
                </a:lnTo>
                <a:lnTo>
                  <a:pt x="845309" y="80642"/>
                </a:lnTo>
                <a:lnTo>
                  <a:pt x="845096" y="80235"/>
                </a:lnTo>
                <a:lnTo>
                  <a:pt x="844896" y="79816"/>
                </a:lnTo>
                <a:lnTo>
                  <a:pt x="844709" y="79386"/>
                </a:lnTo>
                <a:lnTo>
                  <a:pt x="844534" y="78944"/>
                </a:lnTo>
                <a:lnTo>
                  <a:pt x="844373" y="78491"/>
                </a:lnTo>
                <a:lnTo>
                  <a:pt x="844225" y="78026"/>
                </a:lnTo>
                <a:lnTo>
                  <a:pt x="844089" y="77550"/>
                </a:lnTo>
                <a:lnTo>
                  <a:pt x="843967" y="77062"/>
                </a:lnTo>
                <a:lnTo>
                  <a:pt x="843857" y="76563"/>
                </a:lnTo>
                <a:lnTo>
                  <a:pt x="843760" y="76053"/>
                </a:lnTo>
                <a:lnTo>
                  <a:pt x="843676" y="75531"/>
                </a:lnTo>
                <a:lnTo>
                  <a:pt x="843605" y="74997"/>
                </a:lnTo>
                <a:lnTo>
                  <a:pt x="843547" y="74452"/>
                </a:lnTo>
                <a:lnTo>
                  <a:pt x="843502" y="73896"/>
                </a:lnTo>
                <a:lnTo>
                  <a:pt x="843470" y="73328"/>
                </a:lnTo>
                <a:lnTo>
                  <a:pt x="843450" y="72749"/>
                </a:lnTo>
                <a:lnTo>
                  <a:pt x="843444" y="72158"/>
                </a:lnTo>
                <a:lnTo>
                  <a:pt x="843444" y="53154"/>
                </a:lnTo>
                <a:lnTo>
                  <a:pt x="843450" y="52563"/>
                </a:lnTo>
                <a:lnTo>
                  <a:pt x="843470" y="51984"/>
                </a:lnTo>
                <a:lnTo>
                  <a:pt x="843502" y="51416"/>
                </a:lnTo>
                <a:lnTo>
                  <a:pt x="843547" y="50859"/>
                </a:lnTo>
                <a:lnTo>
                  <a:pt x="843605" y="50314"/>
                </a:lnTo>
                <a:lnTo>
                  <a:pt x="843676" y="49781"/>
                </a:lnTo>
                <a:lnTo>
                  <a:pt x="843760" y="49258"/>
                </a:lnTo>
                <a:lnTo>
                  <a:pt x="843857" y="48748"/>
                </a:lnTo>
                <a:lnTo>
                  <a:pt x="843967" y="48249"/>
                </a:lnTo>
                <a:lnTo>
                  <a:pt x="844089" y="47761"/>
                </a:lnTo>
                <a:lnTo>
                  <a:pt x="844225" y="47285"/>
                </a:lnTo>
                <a:lnTo>
                  <a:pt x="844373" y="46820"/>
                </a:lnTo>
                <a:lnTo>
                  <a:pt x="844534" y="46366"/>
                </a:lnTo>
                <a:lnTo>
                  <a:pt x="844709" y="45925"/>
                </a:lnTo>
                <a:lnTo>
                  <a:pt x="844896" y="45494"/>
                </a:lnTo>
                <a:lnTo>
                  <a:pt x="845096" y="45075"/>
                </a:lnTo>
                <a:lnTo>
                  <a:pt x="845309" y="44668"/>
                </a:lnTo>
                <a:lnTo>
                  <a:pt x="845535" y="44272"/>
                </a:lnTo>
                <a:lnTo>
                  <a:pt x="845773" y="43888"/>
                </a:lnTo>
                <a:lnTo>
                  <a:pt x="846025" y="43515"/>
                </a:lnTo>
                <a:lnTo>
                  <a:pt x="846290" y="43153"/>
                </a:lnTo>
                <a:lnTo>
                  <a:pt x="846567" y="42803"/>
                </a:lnTo>
                <a:lnTo>
                  <a:pt x="846858" y="42465"/>
                </a:lnTo>
                <a:lnTo>
                  <a:pt x="847161" y="42138"/>
                </a:lnTo>
                <a:lnTo>
                  <a:pt x="847476" y="41823"/>
                </a:lnTo>
                <a:lnTo>
                  <a:pt x="847800" y="41522"/>
                </a:lnTo>
                <a:lnTo>
                  <a:pt x="848135" y="41234"/>
                </a:lnTo>
                <a:lnTo>
                  <a:pt x="848480" y="40960"/>
                </a:lnTo>
                <a:lnTo>
                  <a:pt x="848835" y="40699"/>
                </a:lnTo>
                <a:lnTo>
                  <a:pt x="849200" y="40451"/>
                </a:lnTo>
                <a:lnTo>
                  <a:pt x="849575" y="40217"/>
                </a:lnTo>
                <a:lnTo>
                  <a:pt x="849960" y="39996"/>
                </a:lnTo>
                <a:lnTo>
                  <a:pt x="850356" y="39788"/>
                </a:lnTo>
                <a:lnTo>
                  <a:pt x="850761" y="39594"/>
                </a:lnTo>
                <a:lnTo>
                  <a:pt x="851176" y="39413"/>
                </a:lnTo>
                <a:lnTo>
                  <a:pt x="851601" y="39246"/>
                </a:lnTo>
                <a:lnTo>
                  <a:pt x="852037" y="39092"/>
                </a:lnTo>
                <a:lnTo>
                  <a:pt x="852482" y="38951"/>
                </a:lnTo>
                <a:lnTo>
                  <a:pt x="852937" y="38824"/>
                </a:lnTo>
                <a:lnTo>
                  <a:pt x="853403" y="38710"/>
                </a:lnTo>
                <a:lnTo>
                  <a:pt x="853878" y="38610"/>
                </a:lnTo>
                <a:lnTo>
                  <a:pt x="854364" y="38523"/>
                </a:lnTo>
                <a:lnTo>
                  <a:pt x="854860" y="38449"/>
                </a:lnTo>
                <a:lnTo>
                  <a:pt x="855365" y="38389"/>
                </a:lnTo>
                <a:lnTo>
                  <a:pt x="855881" y="38342"/>
                </a:lnTo>
                <a:lnTo>
                  <a:pt x="856407" y="38309"/>
                </a:lnTo>
                <a:lnTo>
                  <a:pt x="856943" y="38289"/>
                </a:lnTo>
                <a:lnTo>
                  <a:pt x="857488" y="38282"/>
                </a:lnTo>
                <a:lnTo>
                  <a:pt x="858034" y="38289"/>
                </a:lnTo>
                <a:lnTo>
                  <a:pt x="858570" y="38309"/>
                </a:lnTo>
                <a:lnTo>
                  <a:pt x="859095" y="38343"/>
                </a:lnTo>
                <a:lnTo>
                  <a:pt x="859610" y="38391"/>
                </a:lnTo>
                <a:lnTo>
                  <a:pt x="860114" y="38452"/>
                </a:lnTo>
                <a:lnTo>
                  <a:pt x="860608" y="38527"/>
                </a:lnTo>
                <a:lnTo>
                  <a:pt x="861092" y="38616"/>
                </a:lnTo>
                <a:lnTo>
                  <a:pt x="861566" y="38718"/>
                </a:lnTo>
                <a:lnTo>
                  <a:pt x="862030" y="38834"/>
                </a:lnTo>
                <a:lnTo>
                  <a:pt x="862483" y="38963"/>
                </a:lnTo>
                <a:lnTo>
                  <a:pt x="862926" y="39107"/>
                </a:lnTo>
                <a:lnTo>
                  <a:pt x="863358" y="39263"/>
                </a:lnTo>
                <a:lnTo>
                  <a:pt x="863780" y="39434"/>
                </a:lnTo>
                <a:lnTo>
                  <a:pt x="864192" y="39618"/>
                </a:lnTo>
                <a:lnTo>
                  <a:pt x="864594" y="39815"/>
                </a:lnTo>
                <a:lnTo>
                  <a:pt x="864986" y="40027"/>
                </a:lnTo>
                <a:lnTo>
                  <a:pt x="865367" y="40251"/>
                </a:lnTo>
                <a:lnTo>
                  <a:pt x="865737" y="40490"/>
                </a:lnTo>
                <a:lnTo>
                  <a:pt x="866098" y="40742"/>
                </a:lnTo>
                <a:lnTo>
                  <a:pt x="866448" y="41008"/>
                </a:lnTo>
                <a:lnTo>
                  <a:pt x="866788" y="41287"/>
                </a:lnTo>
                <a:lnTo>
                  <a:pt x="867118" y="41580"/>
                </a:lnTo>
                <a:lnTo>
                  <a:pt x="867437" y="41887"/>
                </a:lnTo>
                <a:lnTo>
                  <a:pt x="867746" y="42207"/>
                </a:lnTo>
                <a:lnTo>
                  <a:pt x="868044" y="42539"/>
                </a:lnTo>
                <a:lnTo>
                  <a:pt x="868329" y="42882"/>
                </a:lnTo>
                <a:lnTo>
                  <a:pt x="868602" y="43236"/>
                </a:lnTo>
                <a:lnTo>
                  <a:pt x="868862" y="43601"/>
                </a:lnTo>
                <a:lnTo>
                  <a:pt x="869109" y="43976"/>
                </a:lnTo>
                <a:lnTo>
                  <a:pt x="869343" y="44362"/>
                </a:lnTo>
                <a:lnTo>
                  <a:pt x="869565" y="44759"/>
                </a:lnTo>
                <a:lnTo>
                  <a:pt x="869774" y="45167"/>
                </a:lnTo>
                <a:lnTo>
                  <a:pt x="869971" y="45585"/>
                </a:lnTo>
                <a:lnTo>
                  <a:pt x="870154" y="46015"/>
                </a:lnTo>
                <a:lnTo>
                  <a:pt x="870325" y="46455"/>
                </a:lnTo>
                <a:lnTo>
                  <a:pt x="870484" y="46905"/>
                </a:lnTo>
                <a:lnTo>
                  <a:pt x="870630" y="47367"/>
                </a:lnTo>
                <a:lnTo>
                  <a:pt x="870763" y="47839"/>
                </a:lnTo>
                <a:lnTo>
                  <a:pt x="870883" y="48322"/>
                </a:lnTo>
                <a:lnTo>
                  <a:pt x="870991" y="48816"/>
                </a:lnTo>
                <a:lnTo>
                  <a:pt x="871086" y="49321"/>
                </a:lnTo>
                <a:lnTo>
                  <a:pt x="871168" y="49836"/>
                </a:lnTo>
                <a:lnTo>
                  <a:pt x="871238" y="50362"/>
                </a:lnTo>
                <a:lnTo>
                  <a:pt x="871295" y="50899"/>
                </a:lnTo>
                <a:lnTo>
                  <a:pt x="871339" y="51447"/>
                </a:lnTo>
                <a:lnTo>
                  <a:pt x="871371" y="52005"/>
                </a:lnTo>
                <a:lnTo>
                  <a:pt x="871390" y="52574"/>
                </a:lnTo>
                <a:lnTo>
                  <a:pt x="871396" y="53154"/>
                </a:lnTo>
                <a:lnTo>
                  <a:pt x="871396" y="72158"/>
                </a:lnTo>
                <a:lnTo>
                  <a:pt x="871390" y="72738"/>
                </a:lnTo>
                <a:lnTo>
                  <a:pt x="871371" y="73307"/>
                </a:lnTo>
                <a:lnTo>
                  <a:pt x="871339" y="73865"/>
                </a:lnTo>
                <a:lnTo>
                  <a:pt x="871295" y="74413"/>
                </a:lnTo>
                <a:lnTo>
                  <a:pt x="871238" y="74949"/>
                </a:lnTo>
                <a:lnTo>
                  <a:pt x="871168" y="75475"/>
                </a:lnTo>
                <a:lnTo>
                  <a:pt x="871086" y="75991"/>
                </a:lnTo>
                <a:lnTo>
                  <a:pt x="870991" y="76495"/>
                </a:lnTo>
                <a:lnTo>
                  <a:pt x="870883" y="76989"/>
                </a:lnTo>
                <a:lnTo>
                  <a:pt x="870763" y="77472"/>
                </a:lnTo>
                <a:lnTo>
                  <a:pt x="870630" y="77944"/>
                </a:lnTo>
                <a:lnTo>
                  <a:pt x="870484" y="78406"/>
                </a:lnTo>
                <a:lnTo>
                  <a:pt x="870325" y="78857"/>
                </a:lnTo>
                <a:lnTo>
                  <a:pt x="870154" y="79297"/>
                </a:lnTo>
                <a:lnTo>
                  <a:pt x="869971" y="79726"/>
                </a:lnTo>
                <a:lnTo>
                  <a:pt x="869774" y="80144"/>
                </a:lnTo>
                <a:lnTo>
                  <a:pt x="869565" y="80552"/>
                </a:lnTo>
                <a:lnTo>
                  <a:pt x="869343" y="80949"/>
                </a:lnTo>
                <a:lnTo>
                  <a:pt x="869109" y="81335"/>
                </a:lnTo>
                <a:lnTo>
                  <a:pt x="868862" y="81711"/>
                </a:lnTo>
                <a:lnTo>
                  <a:pt x="868602" y="82075"/>
                </a:lnTo>
                <a:lnTo>
                  <a:pt x="868329" y="82429"/>
                </a:lnTo>
                <a:lnTo>
                  <a:pt x="868044" y="82773"/>
                </a:lnTo>
                <a:lnTo>
                  <a:pt x="867746" y="83105"/>
                </a:lnTo>
                <a:lnTo>
                  <a:pt x="867437" y="83425"/>
                </a:lnTo>
                <a:lnTo>
                  <a:pt x="867118" y="83732"/>
                </a:lnTo>
                <a:lnTo>
                  <a:pt x="866788" y="84025"/>
                </a:lnTo>
                <a:lnTo>
                  <a:pt x="866448" y="84304"/>
                </a:lnTo>
                <a:lnTo>
                  <a:pt x="866098" y="84569"/>
                </a:lnTo>
                <a:lnTo>
                  <a:pt x="865737" y="84821"/>
                </a:lnTo>
                <a:lnTo>
                  <a:pt x="865367" y="85060"/>
                </a:lnTo>
                <a:lnTo>
                  <a:pt x="864986" y="85285"/>
                </a:lnTo>
                <a:lnTo>
                  <a:pt x="864594" y="85496"/>
                </a:lnTo>
                <a:lnTo>
                  <a:pt x="864192" y="85693"/>
                </a:lnTo>
                <a:lnTo>
                  <a:pt x="863780" y="85877"/>
                </a:lnTo>
                <a:lnTo>
                  <a:pt x="863358" y="86047"/>
                </a:lnTo>
                <a:lnTo>
                  <a:pt x="862926" y="86204"/>
                </a:lnTo>
                <a:lnTo>
                  <a:pt x="862483" y="86347"/>
                </a:lnTo>
                <a:lnTo>
                  <a:pt x="862030" y="86476"/>
                </a:lnTo>
                <a:lnTo>
                  <a:pt x="861566" y="86592"/>
                </a:lnTo>
                <a:lnTo>
                  <a:pt x="861092" y="86694"/>
                </a:lnTo>
                <a:lnTo>
                  <a:pt x="860608" y="86783"/>
                </a:lnTo>
                <a:lnTo>
                  <a:pt x="860114" y="86858"/>
                </a:lnTo>
                <a:lnTo>
                  <a:pt x="859610" y="86919"/>
                </a:lnTo>
                <a:lnTo>
                  <a:pt x="859095" y="86967"/>
                </a:lnTo>
                <a:lnTo>
                  <a:pt x="858570" y="87001"/>
                </a:lnTo>
                <a:lnTo>
                  <a:pt x="858034" y="87021"/>
                </a:lnTo>
                <a:lnTo>
                  <a:pt x="857488" y="87028"/>
                </a:lnTo>
                <a:lnTo>
                  <a:pt x="856943" y="87021"/>
                </a:lnTo>
                <a:lnTo>
                  <a:pt x="856407" y="87001"/>
                </a:lnTo>
                <a:lnTo>
                  <a:pt x="855881" y="86968"/>
                </a:lnTo>
                <a:lnTo>
                  <a:pt x="855365" y="86921"/>
                </a:lnTo>
                <a:close/>
                <a:moveTo>
                  <a:pt x="761783" y="100524"/>
                </a:moveTo>
                <a:lnTo>
                  <a:pt x="761783" y="53154"/>
                </a:lnTo>
                <a:lnTo>
                  <a:pt x="761789" y="52563"/>
                </a:lnTo>
                <a:lnTo>
                  <a:pt x="761808" y="51984"/>
                </a:lnTo>
                <a:lnTo>
                  <a:pt x="761840" y="51416"/>
                </a:lnTo>
                <a:lnTo>
                  <a:pt x="761884" y="50859"/>
                </a:lnTo>
                <a:lnTo>
                  <a:pt x="761941" y="50314"/>
                </a:lnTo>
                <a:lnTo>
                  <a:pt x="762011" y="49781"/>
                </a:lnTo>
                <a:lnTo>
                  <a:pt x="762093" y="49258"/>
                </a:lnTo>
                <a:lnTo>
                  <a:pt x="762188" y="48748"/>
                </a:lnTo>
                <a:lnTo>
                  <a:pt x="762296" y="48249"/>
                </a:lnTo>
                <a:lnTo>
                  <a:pt x="762416" y="47761"/>
                </a:lnTo>
                <a:lnTo>
                  <a:pt x="762549" y="47285"/>
                </a:lnTo>
                <a:lnTo>
                  <a:pt x="762695" y="46820"/>
                </a:lnTo>
                <a:lnTo>
                  <a:pt x="762854" y="46366"/>
                </a:lnTo>
                <a:lnTo>
                  <a:pt x="763025" y="45925"/>
                </a:lnTo>
                <a:lnTo>
                  <a:pt x="763208" y="45494"/>
                </a:lnTo>
                <a:lnTo>
                  <a:pt x="763405" y="45075"/>
                </a:lnTo>
                <a:lnTo>
                  <a:pt x="763614" y="44668"/>
                </a:lnTo>
                <a:lnTo>
                  <a:pt x="763836" y="44272"/>
                </a:lnTo>
                <a:lnTo>
                  <a:pt x="764070" y="43888"/>
                </a:lnTo>
                <a:lnTo>
                  <a:pt x="764317" y="43515"/>
                </a:lnTo>
                <a:lnTo>
                  <a:pt x="764577" y="43153"/>
                </a:lnTo>
                <a:lnTo>
                  <a:pt x="764850" y="42803"/>
                </a:lnTo>
                <a:lnTo>
                  <a:pt x="765135" y="42465"/>
                </a:lnTo>
                <a:lnTo>
                  <a:pt x="765433" y="42138"/>
                </a:lnTo>
                <a:lnTo>
                  <a:pt x="765741" y="41823"/>
                </a:lnTo>
                <a:lnTo>
                  <a:pt x="766059" y="41522"/>
                </a:lnTo>
                <a:lnTo>
                  <a:pt x="766387" y="41234"/>
                </a:lnTo>
                <a:lnTo>
                  <a:pt x="766724" y="40960"/>
                </a:lnTo>
                <a:lnTo>
                  <a:pt x="767070" y="40699"/>
                </a:lnTo>
                <a:lnTo>
                  <a:pt x="767425" y="40451"/>
                </a:lnTo>
                <a:lnTo>
                  <a:pt x="767790" y="40217"/>
                </a:lnTo>
                <a:lnTo>
                  <a:pt x="768164" y="39996"/>
                </a:lnTo>
                <a:lnTo>
                  <a:pt x="768547" y="39788"/>
                </a:lnTo>
                <a:lnTo>
                  <a:pt x="768940" y="39594"/>
                </a:lnTo>
                <a:lnTo>
                  <a:pt x="769342" y="39413"/>
                </a:lnTo>
                <a:lnTo>
                  <a:pt x="769753" y="39246"/>
                </a:lnTo>
                <a:lnTo>
                  <a:pt x="770174" y="39092"/>
                </a:lnTo>
                <a:lnTo>
                  <a:pt x="770604" y="38951"/>
                </a:lnTo>
                <a:lnTo>
                  <a:pt x="771043" y="38824"/>
                </a:lnTo>
                <a:lnTo>
                  <a:pt x="771492" y="38710"/>
                </a:lnTo>
                <a:lnTo>
                  <a:pt x="771949" y="38610"/>
                </a:lnTo>
                <a:lnTo>
                  <a:pt x="772417" y="38523"/>
                </a:lnTo>
                <a:lnTo>
                  <a:pt x="772893" y="38449"/>
                </a:lnTo>
                <a:lnTo>
                  <a:pt x="773379" y="38389"/>
                </a:lnTo>
                <a:lnTo>
                  <a:pt x="773874" y="38342"/>
                </a:lnTo>
                <a:lnTo>
                  <a:pt x="774379" y="38309"/>
                </a:lnTo>
                <a:lnTo>
                  <a:pt x="774892" y="38289"/>
                </a:lnTo>
                <a:lnTo>
                  <a:pt x="775415" y="38282"/>
                </a:lnTo>
                <a:lnTo>
                  <a:pt x="775950" y="38288"/>
                </a:lnTo>
                <a:lnTo>
                  <a:pt x="776474" y="38308"/>
                </a:lnTo>
                <a:lnTo>
                  <a:pt x="776989" y="38340"/>
                </a:lnTo>
                <a:lnTo>
                  <a:pt x="777493" y="38385"/>
                </a:lnTo>
                <a:lnTo>
                  <a:pt x="777987" y="38443"/>
                </a:lnTo>
                <a:lnTo>
                  <a:pt x="778471" y="38514"/>
                </a:lnTo>
                <a:lnTo>
                  <a:pt x="778946" y="38598"/>
                </a:lnTo>
                <a:lnTo>
                  <a:pt x="779410" y="38695"/>
                </a:lnTo>
                <a:lnTo>
                  <a:pt x="779864" y="38805"/>
                </a:lnTo>
                <a:lnTo>
                  <a:pt x="780308" y="38928"/>
                </a:lnTo>
                <a:lnTo>
                  <a:pt x="780742" y="39063"/>
                </a:lnTo>
                <a:lnTo>
                  <a:pt x="781165" y="39212"/>
                </a:lnTo>
                <a:lnTo>
                  <a:pt x="781579" y="39373"/>
                </a:lnTo>
                <a:lnTo>
                  <a:pt x="781983" y="39548"/>
                </a:lnTo>
                <a:lnTo>
                  <a:pt x="782377" y="39735"/>
                </a:lnTo>
                <a:lnTo>
                  <a:pt x="782760" y="39935"/>
                </a:lnTo>
                <a:lnTo>
                  <a:pt x="783134" y="40148"/>
                </a:lnTo>
                <a:lnTo>
                  <a:pt x="783497" y="40374"/>
                </a:lnTo>
                <a:lnTo>
                  <a:pt x="783851" y="40613"/>
                </a:lnTo>
                <a:lnTo>
                  <a:pt x="784194" y="40865"/>
                </a:lnTo>
                <a:lnTo>
                  <a:pt x="784528" y="41130"/>
                </a:lnTo>
                <a:lnTo>
                  <a:pt x="784851" y="41407"/>
                </a:lnTo>
                <a:lnTo>
                  <a:pt x="785164" y="41698"/>
                </a:lnTo>
                <a:lnTo>
                  <a:pt x="785468" y="42001"/>
                </a:lnTo>
                <a:lnTo>
                  <a:pt x="785760" y="42316"/>
                </a:lnTo>
                <a:lnTo>
                  <a:pt x="786040" y="42643"/>
                </a:lnTo>
                <a:lnTo>
                  <a:pt x="786307" y="42980"/>
                </a:lnTo>
                <a:lnTo>
                  <a:pt x="786562" y="43328"/>
                </a:lnTo>
                <a:lnTo>
                  <a:pt x="786804" y="43687"/>
                </a:lnTo>
                <a:lnTo>
                  <a:pt x="787034" y="44058"/>
                </a:lnTo>
                <a:lnTo>
                  <a:pt x="787252" y="44439"/>
                </a:lnTo>
                <a:lnTo>
                  <a:pt x="787457" y="44831"/>
                </a:lnTo>
                <a:lnTo>
                  <a:pt x="787649" y="45234"/>
                </a:lnTo>
                <a:lnTo>
                  <a:pt x="787830" y="45648"/>
                </a:lnTo>
                <a:lnTo>
                  <a:pt x="787998" y="46074"/>
                </a:lnTo>
                <a:lnTo>
                  <a:pt x="788153" y="46510"/>
                </a:lnTo>
                <a:lnTo>
                  <a:pt x="788296" y="46957"/>
                </a:lnTo>
                <a:lnTo>
                  <a:pt x="788426" y="47415"/>
                </a:lnTo>
                <a:lnTo>
                  <a:pt x="788545" y="47884"/>
                </a:lnTo>
                <a:lnTo>
                  <a:pt x="788650" y="48365"/>
                </a:lnTo>
                <a:lnTo>
                  <a:pt x="788744" y="48856"/>
                </a:lnTo>
                <a:lnTo>
                  <a:pt x="788824" y="49358"/>
                </a:lnTo>
                <a:lnTo>
                  <a:pt x="788893" y="49871"/>
                </a:lnTo>
                <a:lnTo>
                  <a:pt x="788949" y="50395"/>
                </a:lnTo>
                <a:lnTo>
                  <a:pt x="788992" y="50930"/>
                </a:lnTo>
                <a:lnTo>
                  <a:pt x="789023" y="51477"/>
                </a:lnTo>
                <a:lnTo>
                  <a:pt x="789042" y="52034"/>
                </a:lnTo>
                <a:lnTo>
                  <a:pt x="789048" y="52602"/>
                </a:lnTo>
                <a:lnTo>
                  <a:pt x="789048" y="100524"/>
                </a:lnTo>
                <a:lnTo>
                  <a:pt x="806261" y="100524"/>
                </a:lnTo>
                <a:lnTo>
                  <a:pt x="806261" y="50814"/>
                </a:lnTo>
                <a:lnTo>
                  <a:pt x="806250" y="49778"/>
                </a:lnTo>
                <a:lnTo>
                  <a:pt x="806215" y="48760"/>
                </a:lnTo>
                <a:lnTo>
                  <a:pt x="806157" y="47760"/>
                </a:lnTo>
                <a:lnTo>
                  <a:pt x="806076" y="46778"/>
                </a:lnTo>
                <a:lnTo>
                  <a:pt x="805971" y="45813"/>
                </a:lnTo>
                <a:lnTo>
                  <a:pt x="805844" y="44866"/>
                </a:lnTo>
                <a:lnTo>
                  <a:pt x="805693" y="43937"/>
                </a:lnTo>
                <a:lnTo>
                  <a:pt x="805519" y="43025"/>
                </a:lnTo>
                <a:lnTo>
                  <a:pt x="805322" y="42131"/>
                </a:lnTo>
                <a:lnTo>
                  <a:pt x="805102" y="41255"/>
                </a:lnTo>
                <a:lnTo>
                  <a:pt x="804858" y="40397"/>
                </a:lnTo>
                <a:lnTo>
                  <a:pt x="804591" y="39556"/>
                </a:lnTo>
                <a:lnTo>
                  <a:pt x="804301" y="38733"/>
                </a:lnTo>
                <a:lnTo>
                  <a:pt x="803988" y="37927"/>
                </a:lnTo>
                <a:lnTo>
                  <a:pt x="803652" y="37140"/>
                </a:lnTo>
                <a:lnTo>
                  <a:pt x="803292" y="36369"/>
                </a:lnTo>
                <a:lnTo>
                  <a:pt x="802910" y="35617"/>
                </a:lnTo>
                <a:lnTo>
                  <a:pt x="802504" y="34882"/>
                </a:lnTo>
                <a:lnTo>
                  <a:pt x="802075" y="34165"/>
                </a:lnTo>
                <a:lnTo>
                  <a:pt x="801623" y="33466"/>
                </a:lnTo>
                <a:lnTo>
                  <a:pt x="801147" y="32784"/>
                </a:lnTo>
                <a:lnTo>
                  <a:pt x="800648" y="32121"/>
                </a:lnTo>
                <a:lnTo>
                  <a:pt x="800127" y="31474"/>
                </a:lnTo>
                <a:lnTo>
                  <a:pt x="799581" y="30846"/>
                </a:lnTo>
                <a:lnTo>
                  <a:pt x="799017" y="30239"/>
                </a:lnTo>
                <a:lnTo>
                  <a:pt x="798437" y="29658"/>
                </a:lnTo>
                <a:lnTo>
                  <a:pt x="797842" y="29103"/>
                </a:lnTo>
                <a:lnTo>
                  <a:pt x="797231" y="28574"/>
                </a:lnTo>
                <a:lnTo>
                  <a:pt x="796605" y="28070"/>
                </a:lnTo>
                <a:lnTo>
                  <a:pt x="795963" y="27592"/>
                </a:lnTo>
                <a:lnTo>
                  <a:pt x="795305" y="27141"/>
                </a:lnTo>
                <a:lnTo>
                  <a:pt x="794632" y="26715"/>
                </a:lnTo>
                <a:lnTo>
                  <a:pt x="793944" y="26314"/>
                </a:lnTo>
                <a:lnTo>
                  <a:pt x="793240" y="25940"/>
                </a:lnTo>
                <a:lnTo>
                  <a:pt x="792520" y="25591"/>
                </a:lnTo>
                <a:lnTo>
                  <a:pt x="791785" y="25269"/>
                </a:lnTo>
                <a:lnTo>
                  <a:pt x="791034" y="24972"/>
                </a:lnTo>
                <a:lnTo>
                  <a:pt x="790268" y="24701"/>
                </a:lnTo>
                <a:lnTo>
                  <a:pt x="789486" y="24455"/>
                </a:lnTo>
                <a:lnTo>
                  <a:pt x="788689" y="24236"/>
                </a:lnTo>
                <a:lnTo>
                  <a:pt x="787876" y="24042"/>
                </a:lnTo>
                <a:lnTo>
                  <a:pt x="787047" y="23874"/>
                </a:lnTo>
                <a:lnTo>
                  <a:pt x="786204" y="23732"/>
                </a:lnTo>
                <a:lnTo>
                  <a:pt x="785344" y="23616"/>
                </a:lnTo>
                <a:lnTo>
                  <a:pt x="784469" y="23526"/>
                </a:lnTo>
                <a:lnTo>
                  <a:pt x="783578" y="23461"/>
                </a:lnTo>
                <a:lnTo>
                  <a:pt x="782672" y="23423"/>
                </a:lnTo>
                <a:lnTo>
                  <a:pt x="781751" y="23410"/>
                </a:lnTo>
                <a:lnTo>
                  <a:pt x="780966" y="23419"/>
                </a:lnTo>
                <a:lnTo>
                  <a:pt x="780195" y="23446"/>
                </a:lnTo>
                <a:lnTo>
                  <a:pt x="779439" y="23491"/>
                </a:lnTo>
                <a:lnTo>
                  <a:pt x="778696" y="23555"/>
                </a:lnTo>
                <a:lnTo>
                  <a:pt x="777968" y="23637"/>
                </a:lnTo>
                <a:lnTo>
                  <a:pt x="777254" y="23737"/>
                </a:lnTo>
                <a:lnTo>
                  <a:pt x="776553" y="23855"/>
                </a:lnTo>
                <a:lnTo>
                  <a:pt x="775867" y="23991"/>
                </a:lnTo>
                <a:lnTo>
                  <a:pt x="775195" y="24146"/>
                </a:lnTo>
                <a:lnTo>
                  <a:pt x="774538" y="24318"/>
                </a:lnTo>
                <a:lnTo>
                  <a:pt x="773894" y="24509"/>
                </a:lnTo>
                <a:lnTo>
                  <a:pt x="773264" y="24718"/>
                </a:lnTo>
                <a:lnTo>
                  <a:pt x="772649" y="24945"/>
                </a:lnTo>
                <a:lnTo>
                  <a:pt x="772047" y="25191"/>
                </a:lnTo>
                <a:lnTo>
                  <a:pt x="771460" y="25454"/>
                </a:lnTo>
                <a:lnTo>
                  <a:pt x="770887" y="25736"/>
                </a:lnTo>
                <a:lnTo>
                  <a:pt x="770328" y="26036"/>
                </a:lnTo>
                <a:lnTo>
                  <a:pt x="769783" y="26354"/>
                </a:lnTo>
                <a:lnTo>
                  <a:pt x="769252" y="26690"/>
                </a:lnTo>
                <a:lnTo>
                  <a:pt x="768735" y="27044"/>
                </a:lnTo>
                <a:lnTo>
                  <a:pt x="768232" y="27417"/>
                </a:lnTo>
                <a:lnTo>
                  <a:pt x="767744" y="27808"/>
                </a:lnTo>
                <a:lnTo>
                  <a:pt x="767269" y="28217"/>
                </a:lnTo>
                <a:lnTo>
                  <a:pt x="766809" y="28644"/>
                </a:lnTo>
                <a:lnTo>
                  <a:pt x="766365" y="29087"/>
                </a:lnTo>
                <a:lnTo>
                  <a:pt x="765940" y="29544"/>
                </a:lnTo>
                <a:lnTo>
                  <a:pt x="765534" y="30016"/>
                </a:lnTo>
                <a:lnTo>
                  <a:pt x="765147" y="30503"/>
                </a:lnTo>
                <a:lnTo>
                  <a:pt x="764779" y="31003"/>
                </a:lnTo>
                <a:lnTo>
                  <a:pt x="764430" y="31518"/>
                </a:lnTo>
                <a:lnTo>
                  <a:pt x="764099" y="32047"/>
                </a:lnTo>
                <a:lnTo>
                  <a:pt x="763788" y="32591"/>
                </a:lnTo>
                <a:lnTo>
                  <a:pt x="763495" y="33149"/>
                </a:lnTo>
                <a:lnTo>
                  <a:pt x="763221" y="33721"/>
                </a:lnTo>
                <a:lnTo>
                  <a:pt x="762966" y="34308"/>
                </a:lnTo>
                <a:lnTo>
                  <a:pt x="762730" y="34909"/>
                </a:lnTo>
                <a:lnTo>
                  <a:pt x="762513" y="35524"/>
                </a:lnTo>
                <a:lnTo>
                  <a:pt x="762315" y="36153"/>
                </a:lnTo>
                <a:lnTo>
                  <a:pt x="762136" y="36797"/>
                </a:lnTo>
                <a:lnTo>
                  <a:pt x="761975" y="37456"/>
                </a:lnTo>
                <a:lnTo>
                  <a:pt x="761833" y="38128"/>
                </a:lnTo>
                <a:lnTo>
                  <a:pt x="761711" y="38815"/>
                </a:lnTo>
                <a:lnTo>
                  <a:pt x="761647" y="39244"/>
                </a:lnTo>
                <a:lnTo>
                  <a:pt x="761371" y="39244"/>
                </a:lnTo>
                <a:lnTo>
                  <a:pt x="761371" y="24786"/>
                </a:lnTo>
                <a:lnTo>
                  <a:pt x="744570" y="24786"/>
                </a:lnTo>
                <a:lnTo>
                  <a:pt x="744570" y="100524"/>
                </a:lnTo>
                <a:lnTo>
                  <a:pt x="761783" y="100524"/>
                </a:lnTo>
                <a:close/>
                <a:moveTo>
                  <a:pt x="1077403" y="100524"/>
                </a:moveTo>
                <a:lnTo>
                  <a:pt x="1094616" y="100524"/>
                </a:lnTo>
                <a:lnTo>
                  <a:pt x="1094616" y="53154"/>
                </a:lnTo>
                <a:lnTo>
                  <a:pt x="1094623" y="52552"/>
                </a:lnTo>
                <a:lnTo>
                  <a:pt x="1094642" y="51961"/>
                </a:lnTo>
                <a:lnTo>
                  <a:pt x="1094673" y="51381"/>
                </a:lnTo>
                <a:lnTo>
                  <a:pt x="1094718" y="50813"/>
                </a:lnTo>
                <a:lnTo>
                  <a:pt x="1094775" y="50256"/>
                </a:lnTo>
                <a:lnTo>
                  <a:pt x="1094844" y="49711"/>
                </a:lnTo>
                <a:lnTo>
                  <a:pt x="1094927" y="49178"/>
                </a:lnTo>
                <a:lnTo>
                  <a:pt x="1095022" y="48655"/>
                </a:lnTo>
                <a:lnTo>
                  <a:pt x="1095129" y="48145"/>
                </a:lnTo>
                <a:lnTo>
                  <a:pt x="1095250" y="47646"/>
                </a:lnTo>
                <a:lnTo>
                  <a:pt x="1095383" y="47158"/>
                </a:lnTo>
                <a:lnTo>
                  <a:pt x="1095529" y="46682"/>
                </a:lnTo>
                <a:lnTo>
                  <a:pt x="1095687" y="46217"/>
                </a:lnTo>
                <a:lnTo>
                  <a:pt x="1095858" y="45764"/>
                </a:lnTo>
                <a:lnTo>
                  <a:pt x="1096042" y="45322"/>
                </a:lnTo>
                <a:lnTo>
                  <a:pt x="1096238" y="44892"/>
                </a:lnTo>
                <a:lnTo>
                  <a:pt x="1096447" y="44473"/>
                </a:lnTo>
                <a:lnTo>
                  <a:pt x="1096669" y="44065"/>
                </a:lnTo>
                <a:lnTo>
                  <a:pt x="1096904" y="43670"/>
                </a:lnTo>
                <a:lnTo>
                  <a:pt x="1097151" y="43285"/>
                </a:lnTo>
                <a:lnTo>
                  <a:pt x="1097411" y="42912"/>
                </a:lnTo>
                <a:lnTo>
                  <a:pt x="1097683" y="42551"/>
                </a:lnTo>
                <a:lnTo>
                  <a:pt x="1097968" y="42201"/>
                </a:lnTo>
                <a:lnTo>
                  <a:pt x="1098266" y="41862"/>
                </a:lnTo>
                <a:lnTo>
                  <a:pt x="1098576" y="41537"/>
                </a:lnTo>
                <a:lnTo>
                  <a:pt x="1098896" y="41225"/>
                </a:lnTo>
                <a:lnTo>
                  <a:pt x="1099227" y="40926"/>
                </a:lnTo>
                <a:lnTo>
                  <a:pt x="1099569" y="40642"/>
                </a:lnTo>
                <a:lnTo>
                  <a:pt x="1099921" y="40372"/>
                </a:lnTo>
                <a:lnTo>
                  <a:pt x="1100285" y="40115"/>
                </a:lnTo>
                <a:lnTo>
                  <a:pt x="1100659" y="39872"/>
                </a:lnTo>
                <a:lnTo>
                  <a:pt x="1101043" y="39643"/>
                </a:lnTo>
                <a:lnTo>
                  <a:pt x="1101439" y="39428"/>
                </a:lnTo>
                <a:lnTo>
                  <a:pt x="1101845" y="39227"/>
                </a:lnTo>
                <a:lnTo>
                  <a:pt x="1102262" y="39040"/>
                </a:lnTo>
                <a:lnTo>
                  <a:pt x="1102690" y="38867"/>
                </a:lnTo>
                <a:lnTo>
                  <a:pt x="1103129" y="38707"/>
                </a:lnTo>
                <a:lnTo>
                  <a:pt x="1103578" y="38562"/>
                </a:lnTo>
                <a:lnTo>
                  <a:pt x="1104038" y="38430"/>
                </a:lnTo>
                <a:lnTo>
                  <a:pt x="1104509" y="38312"/>
                </a:lnTo>
                <a:lnTo>
                  <a:pt x="1104991" y="38208"/>
                </a:lnTo>
                <a:lnTo>
                  <a:pt x="1105483" y="38118"/>
                </a:lnTo>
                <a:lnTo>
                  <a:pt x="1105986" y="38041"/>
                </a:lnTo>
                <a:lnTo>
                  <a:pt x="1106500" y="37979"/>
                </a:lnTo>
                <a:lnTo>
                  <a:pt x="1107024" y="37931"/>
                </a:lnTo>
                <a:lnTo>
                  <a:pt x="1107560" y="37896"/>
                </a:lnTo>
                <a:lnTo>
                  <a:pt x="1108106" y="37875"/>
                </a:lnTo>
                <a:lnTo>
                  <a:pt x="1108663" y="37868"/>
                </a:lnTo>
                <a:lnTo>
                  <a:pt x="1109209" y="37875"/>
                </a:lnTo>
                <a:lnTo>
                  <a:pt x="1109745" y="37896"/>
                </a:lnTo>
                <a:lnTo>
                  <a:pt x="1110271" y="37931"/>
                </a:lnTo>
                <a:lnTo>
                  <a:pt x="1110788" y="37979"/>
                </a:lnTo>
                <a:lnTo>
                  <a:pt x="1111295" y="38041"/>
                </a:lnTo>
                <a:lnTo>
                  <a:pt x="1111792" y="38118"/>
                </a:lnTo>
                <a:lnTo>
                  <a:pt x="1112279" y="38208"/>
                </a:lnTo>
                <a:lnTo>
                  <a:pt x="1112756" y="38312"/>
                </a:lnTo>
                <a:lnTo>
                  <a:pt x="1113224" y="38430"/>
                </a:lnTo>
                <a:lnTo>
                  <a:pt x="1113681" y="38562"/>
                </a:lnTo>
                <a:lnTo>
                  <a:pt x="1114129" y="38707"/>
                </a:lnTo>
                <a:lnTo>
                  <a:pt x="1114567" y="38867"/>
                </a:lnTo>
                <a:lnTo>
                  <a:pt x="1114996" y="39040"/>
                </a:lnTo>
                <a:lnTo>
                  <a:pt x="1115414" y="39227"/>
                </a:lnTo>
                <a:lnTo>
                  <a:pt x="1115823" y="39428"/>
                </a:lnTo>
                <a:lnTo>
                  <a:pt x="1116222" y="39643"/>
                </a:lnTo>
                <a:lnTo>
                  <a:pt x="1116611" y="39872"/>
                </a:lnTo>
                <a:lnTo>
                  <a:pt x="1116990" y="40115"/>
                </a:lnTo>
                <a:lnTo>
                  <a:pt x="1117359" y="40372"/>
                </a:lnTo>
                <a:lnTo>
                  <a:pt x="1117719" y="40642"/>
                </a:lnTo>
                <a:lnTo>
                  <a:pt x="1118069" y="40926"/>
                </a:lnTo>
                <a:lnTo>
                  <a:pt x="1118409" y="41225"/>
                </a:lnTo>
                <a:lnTo>
                  <a:pt x="1118739" y="41537"/>
                </a:lnTo>
                <a:lnTo>
                  <a:pt x="1119060" y="41862"/>
                </a:lnTo>
                <a:lnTo>
                  <a:pt x="1119369" y="42201"/>
                </a:lnTo>
                <a:lnTo>
                  <a:pt x="1119664" y="42551"/>
                </a:lnTo>
                <a:lnTo>
                  <a:pt x="1119947" y="42912"/>
                </a:lnTo>
                <a:lnTo>
                  <a:pt x="1120217" y="43285"/>
                </a:lnTo>
                <a:lnTo>
                  <a:pt x="1120473" y="43670"/>
                </a:lnTo>
                <a:lnTo>
                  <a:pt x="1120716" y="44065"/>
                </a:lnTo>
                <a:lnTo>
                  <a:pt x="1120946" y="44473"/>
                </a:lnTo>
                <a:lnTo>
                  <a:pt x="1121163" y="44892"/>
                </a:lnTo>
                <a:lnTo>
                  <a:pt x="1121367" y="45322"/>
                </a:lnTo>
                <a:lnTo>
                  <a:pt x="1121558" y="45764"/>
                </a:lnTo>
                <a:lnTo>
                  <a:pt x="1121735" y="46217"/>
                </a:lnTo>
                <a:lnTo>
                  <a:pt x="1121899" y="46682"/>
                </a:lnTo>
                <a:lnTo>
                  <a:pt x="1122051" y="47158"/>
                </a:lnTo>
                <a:lnTo>
                  <a:pt x="1122189" y="47646"/>
                </a:lnTo>
                <a:lnTo>
                  <a:pt x="1122314" y="48145"/>
                </a:lnTo>
                <a:lnTo>
                  <a:pt x="1122425" y="48655"/>
                </a:lnTo>
                <a:lnTo>
                  <a:pt x="1122524" y="49178"/>
                </a:lnTo>
                <a:lnTo>
                  <a:pt x="1122609" y="49711"/>
                </a:lnTo>
                <a:lnTo>
                  <a:pt x="1122682" y="50256"/>
                </a:lnTo>
                <a:lnTo>
                  <a:pt x="1122741" y="50813"/>
                </a:lnTo>
                <a:lnTo>
                  <a:pt x="1122787" y="51381"/>
                </a:lnTo>
                <a:lnTo>
                  <a:pt x="1122820" y="51961"/>
                </a:lnTo>
                <a:lnTo>
                  <a:pt x="1122839" y="52552"/>
                </a:lnTo>
                <a:lnTo>
                  <a:pt x="1122846" y="53154"/>
                </a:lnTo>
                <a:lnTo>
                  <a:pt x="1122846" y="57422"/>
                </a:lnTo>
                <a:lnTo>
                  <a:pt x="1140885" y="57422"/>
                </a:lnTo>
                <a:lnTo>
                  <a:pt x="1140885" y="51915"/>
                </a:lnTo>
                <a:lnTo>
                  <a:pt x="1140873" y="50812"/>
                </a:lnTo>
                <a:lnTo>
                  <a:pt x="1140836" y="49729"/>
                </a:lnTo>
                <a:lnTo>
                  <a:pt x="1140775" y="48666"/>
                </a:lnTo>
                <a:lnTo>
                  <a:pt x="1140690" y="47623"/>
                </a:lnTo>
                <a:lnTo>
                  <a:pt x="1140580" y="46600"/>
                </a:lnTo>
                <a:lnTo>
                  <a:pt x="1140446" y="45598"/>
                </a:lnTo>
                <a:lnTo>
                  <a:pt x="1140288" y="44615"/>
                </a:lnTo>
                <a:lnTo>
                  <a:pt x="1140105" y="43652"/>
                </a:lnTo>
                <a:lnTo>
                  <a:pt x="1139897" y="42710"/>
                </a:lnTo>
                <a:lnTo>
                  <a:pt x="1139666" y="41788"/>
                </a:lnTo>
                <a:lnTo>
                  <a:pt x="1139410" y="40886"/>
                </a:lnTo>
                <a:lnTo>
                  <a:pt x="1139129" y="40003"/>
                </a:lnTo>
                <a:lnTo>
                  <a:pt x="1138825" y="39141"/>
                </a:lnTo>
                <a:lnTo>
                  <a:pt x="1138495" y="38299"/>
                </a:lnTo>
                <a:lnTo>
                  <a:pt x="1138142" y="37478"/>
                </a:lnTo>
                <a:lnTo>
                  <a:pt x="1137764" y="36676"/>
                </a:lnTo>
                <a:lnTo>
                  <a:pt x="1137362" y="35894"/>
                </a:lnTo>
                <a:lnTo>
                  <a:pt x="1136935" y="35132"/>
                </a:lnTo>
                <a:lnTo>
                  <a:pt x="1136484" y="34391"/>
                </a:lnTo>
                <a:lnTo>
                  <a:pt x="1136008" y="33669"/>
                </a:lnTo>
                <a:lnTo>
                  <a:pt x="1135509" y="32968"/>
                </a:lnTo>
                <a:lnTo>
                  <a:pt x="1134984" y="32287"/>
                </a:lnTo>
                <a:lnTo>
                  <a:pt x="1134436" y="31626"/>
                </a:lnTo>
                <a:lnTo>
                  <a:pt x="1133863" y="30985"/>
                </a:lnTo>
                <a:lnTo>
                  <a:pt x="1133268" y="30366"/>
                </a:lnTo>
                <a:lnTo>
                  <a:pt x="1132656" y="29775"/>
                </a:lnTo>
                <a:lnTo>
                  <a:pt x="1132025" y="29209"/>
                </a:lnTo>
                <a:lnTo>
                  <a:pt x="1131377" y="28670"/>
                </a:lnTo>
                <a:lnTo>
                  <a:pt x="1130710" y="28157"/>
                </a:lnTo>
                <a:lnTo>
                  <a:pt x="1130024" y="27670"/>
                </a:lnTo>
                <a:lnTo>
                  <a:pt x="1129321" y="27210"/>
                </a:lnTo>
                <a:lnTo>
                  <a:pt x="1128600" y="26776"/>
                </a:lnTo>
                <a:lnTo>
                  <a:pt x="1127860" y="26369"/>
                </a:lnTo>
                <a:lnTo>
                  <a:pt x="1127102" y="25987"/>
                </a:lnTo>
                <a:lnTo>
                  <a:pt x="1126326" y="25632"/>
                </a:lnTo>
                <a:lnTo>
                  <a:pt x="1125532" y="25303"/>
                </a:lnTo>
                <a:lnTo>
                  <a:pt x="1124720" y="25001"/>
                </a:lnTo>
                <a:lnTo>
                  <a:pt x="1123889" y="24725"/>
                </a:lnTo>
                <a:lnTo>
                  <a:pt x="1123040" y="24475"/>
                </a:lnTo>
                <a:lnTo>
                  <a:pt x="1122173" y="24251"/>
                </a:lnTo>
                <a:lnTo>
                  <a:pt x="1121288" y="24054"/>
                </a:lnTo>
                <a:lnTo>
                  <a:pt x="1120385" y="23883"/>
                </a:lnTo>
                <a:lnTo>
                  <a:pt x="1119464" y="23738"/>
                </a:lnTo>
                <a:lnTo>
                  <a:pt x="1118524" y="23620"/>
                </a:lnTo>
                <a:lnTo>
                  <a:pt x="1117566" y="23528"/>
                </a:lnTo>
                <a:lnTo>
                  <a:pt x="1116590" y="23462"/>
                </a:lnTo>
                <a:lnTo>
                  <a:pt x="1115596" y="23423"/>
                </a:lnTo>
                <a:lnTo>
                  <a:pt x="1114584" y="23410"/>
                </a:lnTo>
                <a:lnTo>
                  <a:pt x="1113698" y="23420"/>
                </a:lnTo>
                <a:lnTo>
                  <a:pt x="1112830" y="23453"/>
                </a:lnTo>
                <a:lnTo>
                  <a:pt x="1111980" y="23506"/>
                </a:lnTo>
                <a:lnTo>
                  <a:pt x="1111149" y="23582"/>
                </a:lnTo>
                <a:lnTo>
                  <a:pt x="1110336" y="23679"/>
                </a:lnTo>
                <a:lnTo>
                  <a:pt x="1109540" y="23797"/>
                </a:lnTo>
                <a:lnTo>
                  <a:pt x="1108763" y="23937"/>
                </a:lnTo>
                <a:lnTo>
                  <a:pt x="1108004" y="24098"/>
                </a:lnTo>
                <a:lnTo>
                  <a:pt x="1107264" y="24281"/>
                </a:lnTo>
                <a:lnTo>
                  <a:pt x="1106541" y="24485"/>
                </a:lnTo>
                <a:lnTo>
                  <a:pt x="1105837" y="24711"/>
                </a:lnTo>
                <a:lnTo>
                  <a:pt x="1105151" y="24959"/>
                </a:lnTo>
                <a:lnTo>
                  <a:pt x="1104483" y="25228"/>
                </a:lnTo>
                <a:lnTo>
                  <a:pt x="1103833" y="25518"/>
                </a:lnTo>
                <a:lnTo>
                  <a:pt x="1103201" y="25830"/>
                </a:lnTo>
                <a:lnTo>
                  <a:pt x="1102588" y="26164"/>
                </a:lnTo>
                <a:lnTo>
                  <a:pt x="1101992" y="26519"/>
                </a:lnTo>
                <a:lnTo>
                  <a:pt x="1101415" y="26895"/>
                </a:lnTo>
                <a:lnTo>
                  <a:pt x="1100856" y="27293"/>
                </a:lnTo>
                <a:lnTo>
                  <a:pt x="1100315" y="27713"/>
                </a:lnTo>
                <a:lnTo>
                  <a:pt x="1099792" y="28154"/>
                </a:lnTo>
                <a:lnTo>
                  <a:pt x="1099288" y="28616"/>
                </a:lnTo>
                <a:lnTo>
                  <a:pt x="1098801" y="29100"/>
                </a:lnTo>
                <a:lnTo>
                  <a:pt x="1098333" y="29606"/>
                </a:lnTo>
                <a:lnTo>
                  <a:pt x="1097884" y="30133"/>
                </a:lnTo>
                <a:lnTo>
                  <a:pt x="1097454" y="30681"/>
                </a:lnTo>
                <a:lnTo>
                  <a:pt x="1097043" y="31250"/>
                </a:lnTo>
                <a:lnTo>
                  <a:pt x="1096650" y="31840"/>
                </a:lnTo>
                <a:lnTo>
                  <a:pt x="1096278" y="32451"/>
                </a:lnTo>
                <a:lnTo>
                  <a:pt x="1095924" y="33083"/>
                </a:lnTo>
                <a:lnTo>
                  <a:pt x="1095589" y="33736"/>
                </a:lnTo>
                <a:lnTo>
                  <a:pt x="1095274" y="34410"/>
                </a:lnTo>
                <a:lnTo>
                  <a:pt x="1094977" y="35106"/>
                </a:lnTo>
                <a:lnTo>
                  <a:pt x="1094700" y="35822"/>
                </a:lnTo>
                <a:lnTo>
                  <a:pt x="1094442" y="36559"/>
                </a:lnTo>
                <a:lnTo>
                  <a:pt x="1094203" y="37318"/>
                </a:lnTo>
                <a:lnTo>
                  <a:pt x="1093983" y="38097"/>
                </a:lnTo>
                <a:lnTo>
                  <a:pt x="1093782" y="38897"/>
                </a:lnTo>
                <a:lnTo>
                  <a:pt x="1093705" y="39244"/>
                </a:lnTo>
                <a:lnTo>
                  <a:pt x="1093654" y="39244"/>
                </a:lnTo>
                <a:lnTo>
                  <a:pt x="1093654" y="24786"/>
                </a:lnTo>
                <a:lnTo>
                  <a:pt x="1077403" y="24786"/>
                </a:lnTo>
                <a:lnTo>
                  <a:pt x="1077403" y="100524"/>
                </a:lnTo>
                <a:close/>
                <a:moveTo>
                  <a:pt x="1028177" y="101647"/>
                </a:moveTo>
                <a:lnTo>
                  <a:pt x="1029117" y="101535"/>
                </a:lnTo>
                <a:lnTo>
                  <a:pt x="1030044" y="101403"/>
                </a:lnTo>
                <a:lnTo>
                  <a:pt x="1030959" y="101250"/>
                </a:lnTo>
                <a:lnTo>
                  <a:pt x="1031862" y="101078"/>
                </a:lnTo>
                <a:lnTo>
                  <a:pt x="1032751" y="100885"/>
                </a:lnTo>
                <a:lnTo>
                  <a:pt x="1033628" y="100671"/>
                </a:lnTo>
                <a:lnTo>
                  <a:pt x="1034492" y="100438"/>
                </a:lnTo>
                <a:lnTo>
                  <a:pt x="1035344" y="100184"/>
                </a:lnTo>
                <a:lnTo>
                  <a:pt x="1036182" y="99909"/>
                </a:lnTo>
                <a:lnTo>
                  <a:pt x="1037008" y="99615"/>
                </a:lnTo>
                <a:lnTo>
                  <a:pt x="1037822" y="99300"/>
                </a:lnTo>
                <a:lnTo>
                  <a:pt x="1038623" y="98964"/>
                </a:lnTo>
                <a:lnTo>
                  <a:pt x="1039411" y="98609"/>
                </a:lnTo>
                <a:lnTo>
                  <a:pt x="1040186" y="98233"/>
                </a:lnTo>
                <a:lnTo>
                  <a:pt x="1040949" y="97837"/>
                </a:lnTo>
                <a:lnTo>
                  <a:pt x="1041699" y="97420"/>
                </a:lnTo>
                <a:lnTo>
                  <a:pt x="1042436" y="96983"/>
                </a:lnTo>
                <a:lnTo>
                  <a:pt x="1043161" y="96526"/>
                </a:lnTo>
                <a:lnTo>
                  <a:pt x="1043873" y="96049"/>
                </a:lnTo>
                <a:lnTo>
                  <a:pt x="1044567" y="95554"/>
                </a:lnTo>
                <a:lnTo>
                  <a:pt x="1045239" y="95046"/>
                </a:lnTo>
                <a:lnTo>
                  <a:pt x="1045888" y="94524"/>
                </a:lnTo>
                <a:lnTo>
                  <a:pt x="1046514" y="93989"/>
                </a:lnTo>
                <a:lnTo>
                  <a:pt x="1047117" y="93440"/>
                </a:lnTo>
                <a:lnTo>
                  <a:pt x="1047698" y="92877"/>
                </a:lnTo>
                <a:lnTo>
                  <a:pt x="1048256" y="92301"/>
                </a:lnTo>
                <a:lnTo>
                  <a:pt x="1048792" y="91711"/>
                </a:lnTo>
                <a:lnTo>
                  <a:pt x="1049304" y="91108"/>
                </a:lnTo>
                <a:lnTo>
                  <a:pt x="1049794" y="90491"/>
                </a:lnTo>
                <a:lnTo>
                  <a:pt x="1050262" y="89860"/>
                </a:lnTo>
                <a:lnTo>
                  <a:pt x="1050706" y="89215"/>
                </a:lnTo>
                <a:lnTo>
                  <a:pt x="1051128" y="88557"/>
                </a:lnTo>
                <a:lnTo>
                  <a:pt x="1051527" y="87886"/>
                </a:lnTo>
                <a:lnTo>
                  <a:pt x="1051904" y="87201"/>
                </a:lnTo>
                <a:lnTo>
                  <a:pt x="1052257" y="86502"/>
                </a:lnTo>
                <a:lnTo>
                  <a:pt x="1052588" y="85789"/>
                </a:lnTo>
                <a:lnTo>
                  <a:pt x="1052897" y="85063"/>
                </a:lnTo>
                <a:lnTo>
                  <a:pt x="1053182" y="84323"/>
                </a:lnTo>
                <a:lnTo>
                  <a:pt x="1053445" y="83570"/>
                </a:lnTo>
                <a:lnTo>
                  <a:pt x="1053685" y="82803"/>
                </a:lnTo>
                <a:lnTo>
                  <a:pt x="1053903" y="82022"/>
                </a:lnTo>
                <a:lnTo>
                  <a:pt x="1054098" y="81228"/>
                </a:lnTo>
                <a:lnTo>
                  <a:pt x="1054270" y="80420"/>
                </a:lnTo>
                <a:lnTo>
                  <a:pt x="1037332" y="80420"/>
                </a:lnTo>
                <a:lnTo>
                  <a:pt x="1037247" y="80738"/>
                </a:lnTo>
                <a:lnTo>
                  <a:pt x="1037153" y="81049"/>
                </a:lnTo>
                <a:lnTo>
                  <a:pt x="1037050" y="81355"/>
                </a:lnTo>
                <a:lnTo>
                  <a:pt x="1036938" y="81653"/>
                </a:lnTo>
                <a:lnTo>
                  <a:pt x="1036816" y="81946"/>
                </a:lnTo>
                <a:lnTo>
                  <a:pt x="1036686" y="82231"/>
                </a:lnTo>
                <a:lnTo>
                  <a:pt x="1036547" y="82511"/>
                </a:lnTo>
                <a:lnTo>
                  <a:pt x="1036398" y="82784"/>
                </a:lnTo>
                <a:lnTo>
                  <a:pt x="1036241" y="83050"/>
                </a:lnTo>
                <a:lnTo>
                  <a:pt x="1036074" y="83310"/>
                </a:lnTo>
                <a:lnTo>
                  <a:pt x="1035898" y="83564"/>
                </a:lnTo>
                <a:lnTo>
                  <a:pt x="1035713" y="83811"/>
                </a:lnTo>
                <a:lnTo>
                  <a:pt x="1035519" y="84051"/>
                </a:lnTo>
                <a:lnTo>
                  <a:pt x="1035317" y="84285"/>
                </a:lnTo>
                <a:lnTo>
                  <a:pt x="1035104" y="84513"/>
                </a:lnTo>
                <a:lnTo>
                  <a:pt x="1034883" y="84734"/>
                </a:lnTo>
                <a:lnTo>
                  <a:pt x="1034653" y="84949"/>
                </a:lnTo>
                <a:lnTo>
                  <a:pt x="1034414" y="85157"/>
                </a:lnTo>
                <a:lnTo>
                  <a:pt x="1034165" y="85359"/>
                </a:lnTo>
                <a:lnTo>
                  <a:pt x="1033908" y="85555"/>
                </a:lnTo>
                <a:lnTo>
                  <a:pt x="1033641" y="85744"/>
                </a:lnTo>
                <a:lnTo>
                  <a:pt x="1033366" y="85926"/>
                </a:lnTo>
                <a:lnTo>
                  <a:pt x="1033081" y="86102"/>
                </a:lnTo>
                <a:lnTo>
                  <a:pt x="1032787" y="86272"/>
                </a:lnTo>
                <a:lnTo>
                  <a:pt x="1032485" y="86435"/>
                </a:lnTo>
                <a:lnTo>
                  <a:pt x="1032175" y="86591"/>
                </a:lnTo>
                <a:lnTo>
                  <a:pt x="1031857" y="86740"/>
                </a:lnTo>
                <a:lnTo>
                  <a:pt x="1031532" y="86882"/>
                </a:lnTo>
                <a:lnTo>
                  <a:pt x="1031200" y="87017"/>
                </a:lnTo>
                <a:lnTo>
                  <a:pt x="1030859" y="87145"/>
                </a:lnTo>
                <a:lnTo>
                  <a:pt x="1030511" y="87266"/>
                </a:lnTo>
                <a:lnTo>
                  <a:pt x="1030155" y="87381"/>
                </a:lnTo>
                <a:lnTo>
                  <a:pt x="1029792" y="87488"/>
                </a:lnTo>
                <a:lnTo>
                  <a:pt x="1029421" y="87589"/>
                </a:lnTo>
                <a:lnTo>
                  <a:pt x="1029042" y="87682"/>
                </a:lnTo>
                <a:lnTo>
                  <a:pt x="1028656" y="87769"/>
                </a:lnTo>
                <a:lnTo>
                  <a:pt x="1028262" y="87848"/>
                </a:lnTo>
                <a:lnTo>
                  <a:pt x="1027860" y="87921"/>
                </a:lnTo>
                <a:lnTo>
                  <a:pt x="1027451" y="87987"/>
                </a:lnTo>
                <a:lnTo>
                  <a:pt x="1027034" y="88046"/>
                </a:lnTo>
                <a:lnTo>
                  <a:pt x="1026610" y="88098"/>
                </a:lnTo>
                <a:lnTo>
                  <a:pt x="1026178" y="88143"/>
                </a:lnTo>
                <a:lnTo>
                  <a:pt x="1025738" y="88181"/>
                </a:lnTo>
                <a:lnTo>
                  <a:pt x="1025290" y="88212"/>
                </a:lnTo>
                <a:lnTo>
                  <a:pt x="1024835" y="88237"/>
                </a:lnTo>
                <a:lnTo>
                  <a:pt x="1024372" y="88254"/>
                </a:lnTo>
                <a:lnTo>
                  <a:pt x="1023902" y="88264"/>
                </a:lnTo>
                <a:lnTo>
                  <a:pt x="1023424" y="88268"/>
                </a:lnTo>
                <a:lnTo>
                  <a:pt x="1022799" y="88261"/>
                </a:lnTo>
                <a:lnTo>
                  <a:pt x="1022187" y="88240"/>
                </a:lnTo>
                <a:lnTo>
                  <a:pt x="1021588" y="88204"/>
                </a:lnTo>
                <a:lnTo>
                  <a:pt x="1021002" y="88155"/>
                </a:lnTo>
                <a:lnTo>
                  <a:pt x="1020429" y="88092"/>
                </a:lnTo>
                <a:lnTo>
                  <a:pt x="1019869" y="88014"/>
                </a:lnTo>
                <a:lnTo>
                  <a:pt x="1019322" y="87922"/>
                </a:lnTo>
                <a:lnTo>
                  <a:pt x="1018787" y="87817"/>
                </a:lnTo>
                <a:lnTo>
                  <a:pt x="1018266" y="87697"/>
                </a:lnTo>
                <a:lnTo>
                  <a:pt x="1017757" y="87563"/>
                </a:lnTo>
                <a:lnTo>
                  <a:pt x="1017262" y="87415"/>
                </a:lnTo>
                <a:lnTo>
                  <a:pt x="1016779" y="87252"/>
                </a:lnTo>
                <a:lnTo>
                  <a:pt x="1016309" y="87076"/>
                </a:lnTo>
                <a:lnTo>
                  <a:pt x="1015852" y="86886"/>
                </a:lnTo>
                <a:lnTo>
                  <a:pt x="1015408" y="86681"/>
                </a:lnTo>
                <a:lnTo>
                  <a:pt x="1014977" y="86463"/>
                </a:lnTo>
                <a:lnTo>
                  <a:pt x="1014559" y="86230"/>
                </a:lnTo>
                <a:lnTo>
                  <a:pt x="1014154" y="85983"/>
                </a:lnTo>
                <a:lnTo>
                  <a:pt x="1013761" y="85722"/>
                </a:lnTo>
                <a:lnTo>
                  <a:pt x="1013382" y="85447"/>
                </a:lnTo>
                <a:lnTo>
                  <a:pt x="1013015" y="85158"/>
                </a:lnTo>
                <a:lnTo>
                  <a:pt x="1012662" y="84855"/>
                </a:lnTo>
                <a:lnTo>
                  <a:pt x="1012321" y="84538"/>
                </a:lnTo>
                <a:lnTo>
                  <a:pt x="1011993" y="84206"/>
                </a:lnTo>
                <a:lnTo>
                  <a:pt x="1011679" y="83861"/>
                </a:lnTo>
                <a:lnTo>
                  <a:pt x="1011377" y="83502"/>
                </a:lnTo>
                <a:lnTo>
                  <a:pt x="1011090" y="83129"/>
                </a:lnTo>
                <a:lnTo>
                  <a:pt x="1010815" y="82743"/>
                </a:lnTo>
                <a:lnTo>
                  <a:pt x="1010554" y="82343"/>
                </a:lnTo>
                <a:lnTo>
                  <a:pt x="1010306" y="81930"/>
                </a:lnTo>
                <a:lnTo>
                  <a:pt x="1010072" y="81503"/>
                </a:lnTo>
                <a:lnTo>
                  <a:pt x="1009851" y="81062"/>
                </a:lnTo>
                <a:lnTo>
                  <a:pt x="1009644" y="80608"/>
                </a:lnTo>
                <a:lnTo>
                  <a:pt x="1009450" y="80140"/>
                </a:lnTo>
                <a:lnTo>
                  <a:pt x="1009269" y="79658"/>
                </a:lnTo>
                <a:lnTo>
                  <a:pt x="1009102" y="79163"/>
                </a:lnTo>
                <a:lnTo>
                  <a:pt x="1008948" y="78654"/>
                </a:lnTo>
                <a:lnTo>
                  <a:pt x="1008807" y="78132"/>
                </a:lnTo>
                <a:lnTo>
                  <a:pt x="1008680" y="77596"/>
                </a:lnTo>
                <a:lnTo>
                  <a:pt x="1008566" y="77046"/>
                </a:lnTo>
                <a:lnTo>
                  <a:pt x="1008466" y="76483"/>
                </a:lnTo>
                <a:lnTo>
                  <a:pt x="1008379" y="75906"/>
                </a:lnTo>
                <a:lnTo>
                  <a:pt x="1008305" y="75315"/>
                </a:lnTo>
                <a:lnTo>
                  <a:pt x="1008245" y="74711"/>
                </a:lnTo>
                <a:lnTo>
                  <a:pt x="1008198" y="74093"/>
                </a:lnTo>
                <a:lnTo>
                  <a:pt x="1008164" y="73462"/>
                </a:lnTo>
                <a:lnTo>
                  <a:pt x="1008144" y="72817"/>
                </a:lnTo>
                <a:lnTo>
                  <a:pt x="1008138" y="72158"/>
                </a:lnTo>
                <a:lnTo>
                  <a:pt x="1008138" y="66787"/>
                </a:lnTo>
                <a:lnTo>
                  <a:pt x="1054820" y="66787"/>
                </a:lnTo>
                <a:lnTo>
                  <a:pt x="1054820" y="53154"/>
                </a:lnTo>
                <a:lnTo>
                  <a:pt x="1054813" y="52412"/>
                </a:lnTo>
                <a:lnTo>
                  <a:pt x="1054793" y="51678"/>
                </a:lnTo>
                <a:lnTo>
                  <a:pt x="1054759" y="50952"/>
                </a:lnTo>
                <a:lnTo>
                  <a:pt x="1054711" y="50234"/>
                </a:lnTo>
                <a:lnTo>
                  <a:pt x="1054650" y="49523"/>
                </a:lnTo>
                <a:lnTo>
                  <a:pt x="1054575" y="48821"/>
                </a:lnTo>
                <a:lnTo>
                  <a:pt x="1054486" y="48126"/>
                </a:lnTo>
                <a:lnTo>
                  <a:pt x="1054384" y="47440"/>
                </a:lnTo>
                <a:lnTo>
                  <a:pt x="1054268" y="46761"/>
                </a:lnTo>
                <a:lnTo>
                  <a:pt x="1054139" y="46090"/>
                </a:lnTo>
                <a:lnTo>
                  <a:pt x="1053996" y="45427"/>
                </a:lnTo>
                <a:lnTo>
                  <a:pt x="1053839" y="44772"/>
                </a:lnTo>
                <a:lnTo>
                  <a:pt x="1053669" y="44124"/>
                </a:lnTo>
                <a:lnTo>
                  <a:pt x="1053485" y="43485"/>
                </a:lnTo>
                <a:lnTo>
                  <a:pt x="1053287" y="42854"/>
                </a:lnTo>
                <a:lnTo>
                  <a:pt x="1053076" y="42230"/>
                </a:lnTo>
                <a:lnTo>
                  <a:pt x="1052851" y="41614"/>
                </a:lnTo>
                <a:lnTo>
                  <a:pt x="1052612" y="41007"/>
                </a:lnTo>
                <a:lnTo>
                  <a:pt x="1052360" y="40407"/>
                </a:lnTo>
                <a:lnTo>
                  <a:pt x="1052095" y="39815"/>
                </a:lnTo>
                <a:lnTo>
                  <a:pt x="1051815" y="39231"/>
                </a:lnTo>
                <a:lnTo>
                  <a:pt x="1051522" y="38654"/>
                </a:lnTo>
                <a:lnTo>
                  <a:pt x="1051215" y="38086"/>
                </a:lnTo>
                <a:lnTo>
                  <a:pt x="1050895" y="37526"/>
                </a:lnTo>
                <a:lnTo>
                  <a:pt x="1050563" y="36974"/>
                </a:lnTo>
                <a:lnTo>
                  <a:pt x="1050219" y="36433"/>
                </a:lnTo>
                <a:lnTo>
                  <a:pt x="1049865" y="35902"/>
                </a:lnTo>
                <a:lnTo>
                  <a:pt x="1049499" y="35381"/>
                </a:lnTo>
                <a:lnTo>
                  <a:pt x="1049123" y="34871"/>
                </a:lnTo>
                <a:lnTo>
                  <a:pt x="1048736" y="34371"/>
                </a:lnTo>
                <a:lnTo>
                  <a:pt x="1048337" y="33881"/>
                </a:lnTo>
                <a:lnTo>
                  <a:pt x="1047928" y="33402"/>
                </a:lnTo>
                <a:lnTo>
                  <a:pt x="1047507" y="32932"/>
                </a:lnTo>
                <a:lnTo>
                  <a:pt x="1047076" y="32473"/>
                </a:lnTo>
                <a:lnTo>
                  <a:pt x="1046633" y="32025"/>
                </a:lnTo>
                <a:lnTo>
                  <a:pt x="1046180" y="31587"/>
                </a:lnTo>
                <a:lnTo>
                  <a:pt x="1045715" y="31158"/>
                </a:lnTo>
                <a:lnTo>
                  <a:pt x="1045239" y="30741"/>
                </a:lnTo>
                <a:lnTo>
                  <a:pt x="1044753" y="30333"/>
                </a:lnTo>
                <a:lnTo>
                  <a:pt x="1044255" y="29936"/>
                </a:lnTo>
                <a:lnTo>
                  <a:pt x="1043747" y="29549"/>
                </a:lnTo>
                <a:lnTo>
                  <a:pt x="1043227" y="29172"/>
                </a:lnTo>
                <a:lnTo>
                  <a:pt x="1042697" y="28806"/>
                </a:lnTo>
                <a:lnTo>
                  <a:pt x="1042155" y="28450"/>
                </a:lnTo>
                <a:lnTo>
                  <a:pt x="1041602" y="28104"/>
                </a:lnTo>
                <a:lnTo>
                  <a:pt x="1041039" y="27769"/>
                </a:lnTo>
                <a:lnTo>
                  <a:pt x="1040464" y="27444"/>
                </a:lnTo>
                <a:lnTo>
                  <a:pt x="1039879" y="27129"/>
                </a:lnTo>
                <a:lnTo>
                  <a:pt x="1039283" y="26825"/>
                </a:lnTo>
                <a:lnTo>
                  <a:pt x="1038680" y="26535"/>
                </a:lnTo>
                <a:lnTo>
                  <a:pt x="1038068" y="26257"/>
                </a:lnTo>
                <a:lnTo>
                  <a:pt x="1037448" y="25992"/>
                </a:lnTo>
                <a:lnTo>
                  <a:pt x="1036819" y="25741"/>
                </a:lnTo>
                <a:lnTo>
                  <a:pt x="1036182" y="25502"/>
                </a:lnTo>
                <a:lnTo>
                  <a:pt x="1035537" y="25276"/>
                </a:lnTo>
                <a:lnTo>
                  <a:pt x="1034883" y="25063"/>
                </a:lnTo>
                <a:lnTo>
                  <a:pt x="1034221" y="24862"/>
                </a:lnTo>
                <a:lnTo>
                  <a:pt x="1033550" y="24675"/>
                </a:lnTo>
                <a:lnTo>
                  <a:pt x="1032872" y="24501"/>
                </a:lnTo>
                <a:lnTo>
                  <a:pt x="1032184" y="24339"/>
                </a:lnTo>
                <a:lnTo>
                  <a:pt x="1031489" y="24191"/>
                </a:lnTo>
                <a:lnTo>
                  <a:pt x="1030785" y="24055"/>
                </a:lnTo>
                <a:lnTo>
                  <a:pt x="1030073" y="23933"/>
                </a:lnTo>
                <a:lnTo>
                  <a:pt x="1029352" y="23823"/>
                </a:lnTo>
                <a:lnTo>
                  <a:pt x="1028623" y="23726"/>
                </a:lnTo>
                <a:lnTo>
                  <a:pt x="1027885" y="23642"/>
                </a:lnTo>
                <a:lnTo>
                  <a:pt x="1027140" y="23571"/>
                </a:lnTo>
                <a:lnTo>
                  <a:pt x="1026386" y="23513"/>
                </a:lnTo>
                <a:lnTo>
                  <a:pt x="1025623" y="23468"/>
                </a:lnTo>
                <a:lnTo>
                  <a:pt x="1024852" y="23435"/>
                </a:lnTo>
                <a:lnTo>
                  <a:pt x="1024073" y="23416"/>
                </a:lnTo>
                <a:lnTo>
                  <a:pt x="1023285" y="23410"/>
                </a:lnTo>
                <a:lnTo>
                  <a:pt x="1022486" y="23416"/>
                </a:lnTo>
                <a:lnTo>
                  <a:pt x="1021696" y="23435"/>
                </a:lnTo>
                <a:lnTo>
                  <a:pt x="1020914" y="23468"/>
                </a:lnTo>
                <a:lnTo>
                  <a:pt x="1020141" y="23513"/>
                </a:lnTo>
                <a:lnTo>
                  <a:pt x="1019377" y="23571"/>
                </a:lnTo>
                <a:lnTo>
                  <a:pt x="1018621" y="23642"/>
                </a:lnTo>
                <a:lnTo>
                  <a:pt x="1017874" y="23726"/>
                </a:lnTo>
                <a:lnTo>
                  <a:pt x="1017135" y="23823"/>
                </a:lnTo>
                <a:lnTo>
                  <a:pt x="1016405" y="23933"/>
                </a:lnTo>
                <a:lnTo>
                  <a:pt x="1015683" y="24055"/>
                </a:lnTo>
                <a:lnTo>
                  <a:pt x="1014971" y="24191"/>
                </a:lnTo>
                <a:lnTo>
                  <a:pt x="1014266" y="24339"/>
                </a:lnTo>
                <a:lnTo>
                  <a:pt x="1013571" y="24501"/>
                </a:lnTo>
                <a:lnTo>
                  <a:pt x="1012884" y="24675"/>
                </a:lnTo>
                <a:lnTo>
                  <a:pt x="1012205" y="24862"/>
                </a:lnTo>
                <a:lnTo>
                  <a:pt x="1011535" y="25063"/>
                </a:lnTo>
                <a:lnTo>
                  <a:pt x="1010874" y="25276"/>
                </a:lnTo>
                <a:lnTo>
                  <a:pt x="1010221" y="25502"/>
                </a:lnTo>
                <a:lnTo>
                  <a:pt x="1009577" y="25741"/>
                </a:lnTo>
                <a:lnTo>
                  <a:pt x="1008942" y="25992"/>
                </a:lnTo>
                <a:lnTo>
                  <a:pt x="1008315" y="26257"/>
                </a:lnTo>
                <a:lnTo>
                  <a:pt x="1007697" y="26535"/>
                </a:lnTo>
                <a:lnTo>
                  <a:pt x="1007087" y="26825"/>
                </a:lnTo>
                <a:lnTo>
                  <a:pt x="1006486" y="27129"/>
                </a:lnTo>
                <a:lnTo>
                  <a:pt x="1005895" y="27444"/>
                </a:lnTo>
                <a:lnTo>
                  <a:pt x="1005315" y="27769"/>
                </a:lnTo>
                <a:lnTo>
                  <a:pt x="1004746" y="28104"/>
                </a:lnTo>
                <a:lnTo>
                  <a:pt x="1004189" y="28450"/>
                </a:lnTo>
                <a:lnTo>
                  <a:pt x="1003643" y="28806"/>
                </a:lnTo>
                <a:lnTo>
                  <a:pt x="1003108" y="29172"/>
                </a:lnTo>
                <a:lnTo>
                  <a:pt x="1002584" y="29549"/>
                </a:lnTo>
                <a:lnTo>
                  <a:pt x="1002072" y="29936"/>
                </a:lnTo>
                <a:lnTo>
                  <a:pt x="1001570" y="30333"/>
                </a:lnTo>
                <a:lnTo>
                  <a:pt x="1001080" y="30741"/>
                </a:lnTo>
                <a:lnTo>
                  <a:pt x="1000602" y="31158"/>
                </a:lnTo>
                <a:lnTo>
                  <a:pt x="1000134" y="31587"/>
                </a:lnTo>
                <a:lnTo>
                  <a:pt x="999678" y="32025"/>
                </a:lnTo>
                <a:lnTo>
                  <a:pt x="999233" y="32473"/>
                </a:lnTo>
                <a:lnTo>
                  <a:pt x="998799" y="32932"/>
                </a:lnTo>
                <a:lnTo>
                  <a:pt x="998376" y="33402"/>
                </a:lnTo>
                <a:lnTo>
                  <a:pt x="997965" y="33881"/>
                </a:lnTo>
                <a:lnTo>
                  <a:pt x="997565" y="34371"/>
                </a:lnTo>
                <a:lnTo>
                  <a:pt x="997176" y="34871"/>
                </a:lnTo>
                <a:lnTo>
                  <a:pt x="996798" y="35381"/>
                </a:lnTo>
                <a:lnTo>
                  <a:pt x="996432" y="35902"/>
                </a:lnTo>
                <a:lnTo>
                  <a:pt x="996077" y="36433"/>
                </a:lnTo>
                <a:lnTo>
                  <a:pt x="995733" y="36974"/>
                </a:lnTo>
                <a:lnTo>
                  <a:pt x="995400" y="37526"/>
                </a:lnTo>
                <a:lnTo>
                  <a:pt x="995080" y="38086"/>
                </a:lnTo>
                <a:lnTo>
                  <a:pt x="994773" y="38654"/>
                </a:lnTo>
                <a:lnTo>
                  <a:pt x="994481" y="39231"/>
                </a:lnTo>
                <a:lnTo>
                  <a:pt x="994201" y="39815"/>
                </a:lnTo>
                <a:lnTo>
                  <a:pt x="993936" y="40407"/>
                </a:lnTo>
                <a:lnTo>
                  <a:pt x="993684" y="41007"/>
                </a:lnTo>
                <a:lnTo>
                  <a:pt x="993445" y="41614"/>
                </a:lnTo>
                <a:lnTo>
                  <a:pt x="993221" y="42230"/>
                </a:lnTo>
                <a:lnTo>
                  <a:pt x="993009" y="42854"/>
                </a:lnTo>
                <a:lnTo>
                  <a:pt x="992812" y="43485"/>
                </a:lnTo>
                <a:lnTo>
                  <a:pt x="992628" y="44124"/>
                </a:lnTo>
                <a:lnTo>
                  <a:pt x="992458" y="44772"/>
                </a:lnTo>
                <a:lnTo>
                  <a:pt x="992301" y="45427"/>
                </a:lnTo>
                <a:lnTo>
                  <a:pt x="992158" y="46090"/>
                </a:lnTo>
                <a:lnTo>
                  <a:pt x="992029" y="46761"/>
                </a:lnTo>
                <a:lnTo>
                  <a:pt x="991913" y="47440"/>
                </a:lnTo>
                <a:lnTo>
                  <a:pt x="991811" y="48126"/>
                </a:lnTo>
                <a:lnTo>
                  <a:pt x="991722" y="48821"/>
                </a:lnTo>
                <a:lnTo>
                  <a:pt x="991647" y="49523"/>
                </a:lnTo>
                <a:lnTo>
                  <a:pt x="991586" y="50234"/>
                </a:lnTo>
                <a:lnTo>
                  <a:pt x="991538" y="50952"/>
                </a:lnTo>
                <a:lnTo>
                  <a:pt x="991504" y="51678"/>
                </a:lnTo>
                <a:lnTo>
                  <a:pt x="991484" y="52412"/>
                </a:lnTo>
                <a:lnTo>
                  <a:pt x="991477" y="53154"/>
                </a:lnTo>
                <a:lnTo>
                  <a:pt x="991477" y="72158"/>
                </a:lnTo>
                <a:lnTo>
                  <a:pt x="991484" y="72900"/>
                </a:lnTo>
                <a:lnTo>
                  <a:pt x="991504" y="73634"/>
                </a:lnTo>
                <a:lnTo>
                  <a:pt x="991538" y="74360"/>
                </a:lnTo>
                <a:lnTo>
                  <a:pt x="991586" y="75078"/>
                </a:lnTo>
                <a:lnTo>
                  <a:pt x="991647" y="75788"/>
                </a:lnTo>
                <a:lnTo>
                  <a:pt x="991722" y="76491"/>
                </a:lnTo>
                <a:lnTo>
                  <a:pt x="991811" y="77185"/>
                </a:lnTo>
                <a:lnTo>
                  <a:pt x="991913" y="77872"/>
                </a:lnTo>
                <a:lnTo>
                  <a:pt x="992029" y="78550"/>
                </a:lnTo>
                <a:lnTo>
                  <a:pt x="992158" y="79221"/>
                </a:lnTo>
                <a:lnTo>
                  <a:pt x="992301" y="79884"/>
                </a:lnTo>
                <a:lnTo>
                  <a:pt x="992458" y="80540"/>
                </a:lnTo>
                <a:lnTo>
                  <a:pt x="992628" y="81187"/>
                </a:lnTo>
                <a:lnTo>
                  <a:pt x="992812" y="81826"/>
                </a:lnTo>
                <a:lnTo>
                  <a:pt x="993009" y="82458"/>
                </a:lnTo>
                <a:lnTo>
                  <a:pt x="993221" y="83081"/>
                </a:lnTo>
                <a:lnTo>
                  <a:pt x="993445" y="83697"/>
                </a:lnTo>
                <a:lnTo>
                  <a:pt x="993684" y="84305"/>
                </a:lnTo>
                <a:lnTo>
                  <a:pt x="993936" y="84905"/>
                </a:lnTo>
                <a:lnTo>
                  <a:pt x="994201" y="85497"/>
                </a:lnTo>
                <a:lnTo>
                  <a:pt x="994481" y="86081"/>
                </a:lnTo>
                <a:lnTo>
                  <a:pt x="994773" y="86658"/>
                </a:lnTo>
                <a:lnTo>
                  <a:pt x="995080" y="87226"/>
                </a:lnTo>
                <a:lnTo>
                  <a:pt x="995400" y="87787"/>
                </a:lnTo>
                <a:lnTo>
                  <a:pt x="995733" y="88338"/>
                </a:lnTo>
                <a:lnTo>
                  <a:pt x="996077" y="88879"/>
                </a:lnTo>
                <a:lnTo>
                  <a:pt x="996432" y="89410"/>
                </a:lnTo>
                <a:lnTo>
                  <a:pt x="996798" y="89930"/>
                </a:lnTo>
                <a:lnTo>
                  <a:pt x="997176" y="90441"/>
                </a:lnTo>
                <a:lnTo>
                  <a:pt x="997565" y="90941"/>
                </a:lnTo>
                <a:lnTo>
                  <a:pt x="997965" y="91430"/>
                </a:lnTo>
                <a:lnTo>
                  <a:pt x="998376" y="91910"/>
                </a:lnTo>
                <a:lnTo>
                  <a:pt x="998799" y="92379"/>
                </a:lnTo>
                <a:lnTo>
                  <a:pt x="999233" y="92838"/>
                </a:lnTo>
                <a:lnTo>
                  <a:pt x="999678" y="93286"/>
                </a:lnTo>
                <a:lnTo>
                  <a:pt x="1000134" y="93725"/>
                </a:lnTo>
                <a:lnTo>
                  <a:pt x="1000602" y="94153"/>
                </a:lnTo>
                <a:lnTo>
                  <a:pt x="1001080" y="94571"/>
                </a:lnTo>
                <a:lnTo>
                  <a:pt x="1001570" y="94978"/>
                </a:lnTo>
                <a:lnTo>
                  <a:pt x="1002072" y="95375"/>
                </a:lnTo>
                <a:lnTo>
                  <a:pt x="1002584" y="95762"/>
                </a:lnTo>
                <a:lnTo>
                  <a:pt x="1003108" y="96139"/>
                </a:lnTo>
                <a:lnTo>
                  <a:pt x="1003643" y="96505"/>
                </a:lnTo>
                <a:lnTo>
                  <a:pt x="1004189" y="96862"/>
                </a:lnTo>
                <a:lnTo>
                  <a:pt x="1004746" y="97207"/>
                </a:lnTo>
                <a:lnTo>
                  <a:pt x="1005315" y="97543"/>
                </a:lnTo>
                <a:lnTo>
                  <a:pt x="1005895" y="97868"/>
                </a:lnTo>
                <a:lnTo>
                  <a:pt x="1006486" y="98183"/>
                </a:lnTo>
                <a:lnTo>
                  <a:pt x="1007087" y="98487"/>
                </a:lnTo>
                <a:lnTo>
                  <a:pt x="1007697" y="98777"/>
                </a:lnTo>
                <a:lnTo>
                  <a:pt x="1008315" y="99055"/>
                </a:lnTo>
                <a:lnTo>
                  <a:pt x="1008942" y="99319"/>
                </a:lnTo>
                <a:lnTo>
                  <a:pt x="1009577" y="99571"/>
                </a:lnTo>
                <a:lnTo>
                  <a:pt x="1010221" y="99810"/>
                </a:lnTo>
                <a:lnTo>
                  <a:pt x="1010874" y="100036"/>
                </a:lnTo>
                <a:lnTo>
                  <a:pt x="1011535" y="100248"/>
                </a:lnTo>
                <a:lnTo>
                  <a:pt x="1012205" y="100449"/>
                </a:lnTo>
                <a:lnTo>
                  <a:pt x="1012884" y="100636"/>
                </a:lnTo>
                <a:lnTo>
                  <a:pt x="1013571" y="100810"/>
                </a:lnTo>
                <a:lnTo>
                  <a:pt x="1014266" y="100971"/>
                </a:lnTo>
                <a:lnTo>
                  <a:pt x="1014971" y="101120"/>
                </a:lnTo>
                <a:lnTo>
                  <a:pt x="1015683" y="101255"/>
                </a:lnTo>
                <a:lnTo>
                  <a:pt x="1016405" y="101378"/>
                </a:lnTo>
                <a:lnTo>
                  <a:pt x="1017135" y="101488"/>
                </a:lnTo>
                <a:lnTo>
                  <a:pt x="1017874" y="101584"/>
                </a:lnTo>
                <a:lnTo>
                  <a:pt x="1018621" y="101668"/>
                </a:lnTo>
                <a:lnTo>
                  <a:pt x="1019377" y="101739"/>
                </a:lnTo>
                <a:lnTo>
                  <a:pt x="1020141" y="101797"/>
                </a:lnTo>
                <a:lnTo>
                  <a:pt x="1020914" y="101842"/>
                </a:lnTo>
                <a:lnTo>
                  <a:pt x="1021696" y="101875"/>
                </a:lnTo>
                <a:lnTo>
                  <a:pt x="1022486" y="101894"/>
                </a:lnTo>
                <a:lnTo>
                  <a:pt x="1023285" y="101901"/>
                </a:lnTo>
                <a:lnTo>
                  <a:pt x="1024289" y="101890"/>
                </a:lnTo>
                <a:lnTo>
                  <a:pt x="1025280" y="101860"/>
                </a:lnTo>
                <a:lnTo>
                  <a:pt x="1026258" y="101809"/>
                </a:lnTo>
                <a:lnTo>
                  <a:pt x="1027224" y="101738"/>
                </a:lnTo>
                <a:lnTo>
                  <a:pt x="1028177" y="101647"/>
                </a:lnTo>
                <a:close/>
                <a:moveTo>
                  <a:pt x="1008164" y="51871"/>
                </a:moveTo>
                <a:lnTo>
                  <a:pt x="1008198" y="51248"/>
                </a:lnTo>
                <a:lnTo>
                  <a:pt x="1008245" y="50637"/>
                </a:lnTo>
                <a:lnTo>
                  <a:pt x="1008305" y="50039"/>
                </a:lnTo>
                <a:lnTo>
                  <a:pt x="1008379" y="49453"/>
                </a:lnTo>
                <a:lnTo>
                  <a:pt x="1008466" y="48880"/>
                </a:lnTo>
                <a:lnTo>
                  <a:pt x="1008566" y="48319"/>
                </a:lnTo>
                <a:lnTo>
                  <a:pt x="1008680" y="47771"/>
                </a:lnTo>
                <a:lnTo>
                  <a:pt x="1008807" y="47235"/>
                </a:lnTo>
                <a:lnTo>
                  <a:pt x="1008948" y="46711"/>
                </a:lnTo>
                <a:lnTo>
                  <a:pt x="1009102" y="46200"/>
                </a:lnTo>
                <a:lnTo>
                  <a:pt x="1009269" y="45701"/>
                </a:lnTo>
                <a:lnTo>
                  <a:pt x="1009450" y="45215"/>
                </a:lnTo>
                <a:lnTo>
                  <a:pt x="1009644" y="44741"/>
                </a:lnTo>
                <a:lnTo>
                  <a:pt x="1009851" y="44280"/>
                </a:lnTo>
                <a:lnTo>
                  <a:pt x="1010072" y="43831"/>
                </a:lnTo>
                <a:lnTo>
                  <a:pt x="1010306" y="43394"/>
                </a:lnTo>
                <a:lnTo>
                  <a:pt x="1010554" y="42970"/>
                </a:lnTo>
                <a:lnTo>
                  <a:pt x="1010815" y="42559"/>
                </a:lnTo>
                <a:lnTo>
                  <a:pt x="1011090" y="42160"/>
                </a:lnTo>
                <a:lnTo>
                  <a:pt x="1011377" y="41773"/>
                </a:lnTo>
                <a:lnTo>
                  <a:pt x="1011679" y="41399"/>
                </a:lnTo>
                <a:lnTo>
                  <a:pt x="1011993" y="41037"/>
                </a:lnTo>
                <a:lnTo>
                  <a:pt x="1012321" y="40688"/>
                </a:lnTo>
                <a:lnTo>
                  <a:pt x="1012661" y="40355"/>
                </a:lnTo>
                <a:lnTo>
                  <a:pt x="1013013" y="40036"/>
                </a:lnTo>
                <a:lnTo>
                  <a:pt x="1013378" y="39732"/>
                </a:lnTo>
                <a:lnTo>
                  <a:pt x="1013755" y="39443"/>
                </a:lnTo>
                <a:lnTo>
                  <a:pt x="1014145" y="39169"/>
                </a:lnTo>
                <a:lnTo>
                  <a:pt x="1014547" y="38909"/>
                </a:lnTo>
                <a:lnTo>
                  <a:pt x="1014962" y="38665"/>
                </a:lnTo>
                <a:lnTo>
                  <a:pt x="1015389" y="38435"/>
                </a:lnTo>
                <a:lnTo>
                  <a:pt x="1015828" y="38220"/>
                </a:lnTo>
                <a:lnTo>
                  <a:pt x="1016280" y="38020"/>
                </a:lnTo>
                <a:lnTo>
                  <a:pt x="1016744" y="37834"/>
                </a:lnTo>
                <a:lnTo>
                  <a:pt x="1017221" y="37664"/>
                </a:lnTo>
                <a:lnTo>
                  <a:pt x="1017710" y="37508"/>
                </a:lnTo>
                <a:lnTo>
                  <a:pt x="1018212" y="37367"/>
                </a:lnTo>
                <a:lnTo>
                  <a:pt x="1018726" y="37241"/>
                </a:lnTo>
                <a:lnTo>
                  <a:pt x="1019252" y="37130"/>
                </a:lnTo>
                <a:lnTo>
                  <a:pt x="1019791" y="37034"/>
                </a:lnTo>
                <a:lnTo>
                  <a:pt x="1020342" y="36952"/>
                </a:lnTo>
                <a:lnTo>
                  <a:pt x="1020906" y="36886"/>
                </a:lnTo>
                <a:lnTo>
                  <a:pt x="1021482" y="36834"/>
                </a:lnTo>
                <a:lnTo>
                  <a:pt x="1022071" y="36797"/>
                </a:lnTo>
                <a:lnTo>
                  <a:pt x="1022672" y="36774"/>
                </a:lnTo>
                <a:lnTo>
                  <a:pt x="1023285" y="36767"/>
                </a:lnTo>
                <a:lnTo>
                  <a:pt x="1023898" y="36774"/>
                </a:lnTo>
                <a:lnTo>
                  <a:pt x="1024499" y="36796"/>
                </a:lnTo>
                <a:lnTo>
                  <a:pt x="1025086" y="36833"/>
                </a:lnTo>
                <a:lnTo>
                  <a:pt x="1025661" y="36884"/>
                </a:lnTo>
                <a:lnTo>
                  <a:pt x="1026222" y="36949"/>
                </a:lnTo>
                <a:lnTo>
                  <a:pt x="1026771" y="37030"/>
                </a:lnTo>
                <a:lnTo>
                  <a:pt x="1027307" y="37124"/>
                </a:lnTo>
                <a:lnTo>
                  <a:pt x="1027829" y="37234"/>
                </a:lnTo>
                <a:lnTo>
                  <a:pt x="1028339" y="37358"/>
                </a:lnTo>
                <a:lnTo>
                  <a:pt x="1028836" y="37496"/>
                </a:lnTo>
                <a:lnTo>
                  <a:pt x="1029320" y="37649"/>
                </a:lnTo>
                <a:lnTo>
                  <a:pt x="1029792" y="37817"/>
                </a:lnTo>
                <a:lnTo>
                  <a:pt x="1030250" y="37999"/>
                </a:lnTo>
                <a:lnTo>
                  <a:pt x="1030695" y="38196"/>
                </a:lnTo>
                <a:lnTo>
                  <a:pt x="1031128" y="38408"/>
                </a:lnTo>
                <a:lnTo>
                  <a:pt x="1031547" y="38634"/>
                </a:lnTo>
                <a:lnTo>
                  <a:pt x="1031954" y="38875"/>
                </a:lnTo>
                <a:lnTo>
                  <a:pt x="1032348" y="39130"/>
                </a:lnTo>
                <a:lnTo>
                  <a:pt x="1032728" y="39400"/>
                </a:lnTo>
                <a:lnTo>
                  <a:pt x="1033096" y="39684"/>
                </a:lnTo>
                <a:lnTo>
                  <a:pt x="1033451" y="39983"/>
                </a:lnTo>
                <a:lnTo>
                  <a:pt x="1033793" y="40296"/>
                </a:lnTo>
                <a:lnTo>
                  <a:pt x="1034122" y="40625"/>
                </a:lnTo>
                <a:lnTo>
                  <a:pt x="1034439" y="40967"/>
                </a:lnTo>
                <a:lnTo>
                  <a:pt x="1034742" y="41324"/>
                </a:lnTo>
                <a:lnTo>
                  <a:pt x="1035033" y="41693"/>
                </a:lnTo>
                <a:lnTo>
                  <a:pt x="1035310" y="42074"/>
                </a:lnTo>
                <a:lnTo>
                  <a:pt x="1035575" y="42469"/>
                </a:lnTo>
                <a:lnTo>
                  <a:pt x="1035827" y="42876"/>
                </a:lnTo>
                <a:lnTo>
                  <a:pt x="1036066" y="43296"/>
                </a:lnTo>
                <a:lnTo>
                  <a:pt x="1036292" y="43728"/>
                </a:lnTo>
                <a:lnTo>
                  <a:pt x="1036505" y="44173"/>
                </a:lnTo>
                <a:lnTo>
                  <a:pt x="1036705" y="44631"/>
                </a:lnTo>
                <a:lnTo>
                  <a:pt x="1036892" y="45101"/>
                </a:lnTo>
                <a:lnTo>
                  <a:pt x="1037066" y="45584"/>
                </a:lnTo>
                <a:lnTo>
                  <a:pt x="1037228" y="46080"/>
                </a:lnTo>
                <a:lnTo>
                  <a:pt x="1037376" y="46588"/>
                </a:lnTo>
                <a:lnTo>
                  <a:pt x="1037512" y="47109"/>
                </a:lnTo>
                <a:lnTo>
                  <a:pt x="1037635" y="47643"/>
                </a:lnTo>
                <a:lnTo>
                  <a:pt x="1037744" y="48189"/>
                </a:lnTo>
                <a:lnTo>
                  <a:pt x="1037841" y="48748"/>
                </a:lnTo>
                <a:lnTo>
                  <a:pt x="1037925" y="49320"/>
                </a:lnTo>
                <a:lnTo>
                  <a:pt x="1037996" y="49904"/>
                </a:lnTo>
                <a:lnTo>
                  <a:pt x="1038054" y="50501"/>
                </a:lnTo>
                <a:lnTo>
                  <a:pt x="1038100" y="51111"/>
                </a:lnTo>
                <a:lnTo>
                  <a:pt x="1038132" y="51733"/>
                </a:lnTo>
                <a:lnTo>
                  <a:pt x="1038151" y="52368"/>
                </a:lnTo>
                <a:lnTo>
                  <a:pt x="1038158" y="53016"/>
                </a:lnTo>
                <a:lnTo>
                  <a:pt x="1038158" y="55781"/>
                </a:lnTo>
                <a:lnTo>
                  <a:pt x="1008138" y="56046"/>
                </a:lnTo>
                <a:lnTo>
                  <a:pt x="1008138" y="53154"/>
                </a:lnTo>
                <a:lnTo>
                  <a:pt x="1008144" y="52506"/>
                </a:lnTo>
                <a:lnTo>
                  <a:pt x="1008164" y="518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7b89253f8a49f6"/>
          <a:stretch xmlns:a="http://schemas.openxmlformats.org/drawingml/2006/main"/>
        </p:blipFill>
        <p:spPr>
          <a:xfrm xmlns:a="http://schemas.openxmlformats.org/drawingml/2006/main">
            <a:off x="5578502" y="3406423"/>
            <a:ext cx="1625699" cy="1001751"/>
          </a:xfrm>
          <a:prstGeom xmlns:a="http://schemas.openxmlformats.org/drawingml/2006/main" prst="rect">
            <a:avLst/>
          </a:prstGeom>
        </p:spPr>
      </p:pic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D28059-52C9-419A-923E-791F1070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9531" y="3483882"/>
            <a:ext cx="1403640" cy="777980"/>
          </a:xfrm>
          <a:custGeom xmlns:a="http://schemas.openxmlformats.org/drawingml/2006/main">
            <a:pathLst>
              <a:path w="1403640" h="777980">
                <a:moveTo>
                  <a:pt x="0" y="65327"/>
                </a:moveTo>
                <a:lnTo>
                  <a:pt x="0" y="65327"/>
                </a:lnTo>
                <a:cubicBezTo>
                  <a:pt x="0" y="29248"/>
                  <a:pt x="29248" y="0"/>
                  <a:pt x="65327" y="0"/>
                </a:cubicBezTo>
                <a:lnTo>
                  <a:pt x="1338313" y="0"/>
                </a:lnTo>
                <a:cubicBezTo>
                  <a:pt x="1355639" y="0"/>
                  <a:pt x="1372255" y="6883"/>
                  <a:pt x="1384506" y="19134"/>
                </a:cubicBezTo>
                <a:cubicBezTo>
                  <a:pt x="1396757" y="31385"/>
                  <a:pt x="1403640" y="48001"/>
                  <a:pt x="1403640" y="65327"/>
                </a:cubicBezTo>
                <a:lnTo>
                  <a:pt x="1403640" y="712653"/>
                </a:lnTo>
                <a:cubicBezTo>
                  <a:pt x="1403640" y="748732"/>
                  <a:pt x="1374392" y="777980"/>
                  <a:pt x="1338313" y="777980"/>
                </a:cubicBezTo>
                <a:lnTo>
                  <a:pt x="65327" y="777980"/>
                </a:lnTo>
                <a:cubicBezTo>
                  <a:pt x="29248" y="777980"/>
                  <a:pt x="0" y="748732"/>
                  <a:pt x="0" y="712653"/>
                </a:cubicBezTo>
                <a:lnTo>
                  <a:pt x="0" y="65327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868249-2410-4820-96E0-3390A07E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9531" y="3483882"/>
            <a:ext cx="1403640" cy="777980"/>
          </a:xfrm>
          <a:custGeom xmlns:a="http://schemas.openxmlformats.org/drawingml/2006/main">
            <a:pathLst>
              <a:path w="1403640" h="777980" fill="none">
                <a:moveTo>
                  <a:pt x="0" y="65327"/>
                </a:moveTo>
                <a:lnTo>
                  <a:pt x="0" y="65327"/>
                </a:lnTo>
                <a:cubicBezTo>
                  <a:pt x="0" y="29248"/>
                  <a:pt x="29248" y="0"/>
                  <a:pt x="65327" y="0"/>
                </a:cubicBezTo>
                <a:lnTo>
                  <a:pt x="1338313" y="0"/>
                </a:lnTo>
                <a:cubicBezTo>
                  <a:pt x="1355639" y="0"/>
                  <a:pt x="1372255" y="6883"/>
                  <a:pt x="1384506" y="19134"/>
                </a:cubicBezTo>
                <a:cubicBezTo>
                  <a:pt x="1396757" y="31385"/>
                  <a:pt x="1403640" y="48001"/>
                  <a:pt x="1403640" y="65327"/>
                </a:cubicBezTo>
                <a:lnTo>
                  <a:pt x="1403640" y="712653"/>
                </a:lnTo>
                <a:cubicBezTo>
                  <a:pt x="1403640" y="748732"/>
                  <a:pt x="1374392" y="777980"/>
                  <a:pt x="1338313" y="777980"/>
                </a:cubicBezTo>
                <a:lnTo>
                  <a:pt x="65327" y="777980"/>
                </a:lnTo>
                <a:cubicBezTo>
                  <a:pt x="29248" y="777980"/>
                  <a:pt x="0" y="748732"/>
                  <a:pt x="0" y="712653"/>
                </a:cubicBezTo>
                <a:lnTo>
                  <a:pt x="0" y="6532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213" cap="flat">
            <a:solidFill>
              <a:srgbClr val="CC0000"/>
            </a:solidFill>
            <a:round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F7F40F-322F-44C0-A519-A10E946E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5045" y="3377124"/>
            <a:ext cx="1049610" cy="528593"/>
          </a:xfrm>
          <a:custGeom xmlns:a="http://schemas.openxmlformats.org/drawingml/2006/main">
            <a:pathLst>
              <a:path w="1049610" h="528593">
                <a:moveTo>
                  <a:pt x="0" y="0"/>
                </a:moveTo>
                <a:lnTo>
                  <a:pt x="1049610" y="0"/>
                </a:lnTo>
                <a:lnTo>
                  <a:pt x="1049610" y="528593"/>
                </a:lnTo>
                <a:lnTo>
                  <a:pt x="0" y="5285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Text Issue:">
            <a:extLst xmlns:a="http://schemas.openxmlformats.org/drawingml/2006/main">
              <a:ext uri="{FF2B5EF4-FFF2-40B4-BE49-F238E27FC236}">
                <a16:creationId xmlns:a16="http://schemas.microsoft.com/office/drawing/2014/main" id="{3C159C1A-F9EB-4213-8ADA-66E41A1E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9924" y="3573493"/>
            <a:ext cx="486868" cy="114386"/>
          </a:xfrm>
          <a:custGeom xmlns:a="http://schemas.openxmlformats.org/drawingml/2006/main">
            <a:pathLst>
              <a:path w="486868" h="114386">
                <a:moveTo>
                  <a:pt x="27473" y="0"/>
                </a:moveTo>
                <a:lnTo>
                  <a:pt x="27473" y="112780"/>
                </a:lnTo>
                <a:lnTo>
                  <a:pt x="0" y="112780"/>
                </a:lnTo>
                <a:lnTo>
                  <a:pt x="0" y="0"/>
                </a:lnTo>
                <a:lnTo>
                  <a:pt x="27473" y="0"/>
                </a:lnTo>
                <a:close/>
                <a:moveTo>
                  <a:pt x="83863" y="114064"/>
                </a:moveTo>
                <a:cubicBezTo>
                  <a:pt x="76045" y="114064"/>
                  <a:pt x="69083" y="112726"/>
                  <a:pt x="62977" y="110049"/>
                </a:cubicBezTo>
                <a:cubicBezTo>
                  <a:pt x="56873" y="107370"/>
                  <a:pt x="52054" y="103702"/>
                  <a:pt x="48519" y="99045"/>
                </a:cubicBezTo>
                <a:cubicBezTo>
                  <a:pt x="44984" y="94385"/>
                  <a:pt x="43002" y="89164"/>
                  <a:pt x="42574" y="83380"/>
                </a:cubicBezTo>
                <a:lnTo>
                  <a:pt x="69726" y="83380"/>
                </a:lnTo>
                <a:cubicBezTo>
                  <a:pt x="70046" y="86485"/>
                  <a:pt x="71492" y="89002"/>
                  <a:pt x="74063" y="90930"/>
                </a:cubicBezTo>
                <a:cubicBezTo>
                  <a:pt x="76633" y="92859"/>
                  <a:pt x="79793" y="93823"/>
                  <a:pt x="83542" y="93823"/>
                </a:cubicBezTo>
                <a:cubicBezTo>
                  <a:pt x="86969" y="93823"/>
                  <a:pt x="89620" y="93154"/>
                  <a:pt x="91495" y="91815"/>
                </a:cubicBezTo>
                <a:cubicBezTo>
                  <a:pt x="93369" y="90475"/>
                  <a:pt x="94306" y="88735"/>
                  <a:pt x="94306" y="86594"/>
                </a:cubicBezTo>
                <a:cubicBezTo>
                  <a:pt x="94306" y="84023"/>
                  <a:pt x="92967" y="82122"/>
                  <a:pt x="90289" y="80889"/>
                </a:cubicBezTo>
                <a:cubicBezTo>
                  <a:pt x="87612" y="79657"/>
                  <a:pt x="83274" y="78292"/>
                  <a:pt x="77276" y="76793"/>
                </a:cubicBezTo>
                <a:cubicBezTo>
                  <a:pt x="70850" y="75293"/>
                  <a:pt x="65495" y="73713"/>
                  <a:pt x="61210" y="72055"/>
                </a:cubicBezTo>
                <a:cubicBezTo>
                  <a:pt x="56926" y="70394"/>
                  <a:pt x="53231" y="67770"/>
                  <a:pt x="50125" y="64183"/>
                </a:cubicBezTo>
                <a:cubicBezTo>
                  <a:pt x="47019" y="60594"/>
                  <a:pt x="45467" y="55747"/>
                  <a:pt x="45467" y="49641"/>
                </a:cubicBezTo>
                <a:cubicBezTo>
                  <a:pt x="45467" y="44501"/>
                  <a:pt x="46885" y="39816"/>
                  <a:pt x="49722" y="35585"/>
                </a:cubicBezTo>
                <a:cubicBezTo>
                  <a:pt x="52561" y="31354"/>
                  <a:pt x="56738" y="28007"/>
                  <a:pt x="62254" y="25544"/>
                </a:cubicBezTo>
                <a:cubicBezTo>
                  <a:pt x="67770" y="23081"/>
                  <a:pt x="74330" y="21849"/>
                  <a:pt x="81934" y="21849"/>
                </a:cubicBezTo>
                <a:cubicBezTo>
                  <a:pt x="93181" y="21849"/>
                  <a:pt x="102045" y="24634"/>
                  <a:pt x="108525" y="30204"/>
                </a:cubicBezTo>
                <a:cubicBezTo>
                  <a:pt x="115005" y="35772"/>
                  <a:pt x="118726" y="43161"/>
                  <a:pt x="119688" y="52372"/>
                </a:cubicBezTo>
                <a:lnTo>
                  <a:pt x="94306" y="52372"/>
                </a:lnTo>
                <a:cubicBezTo>
                  <a:pt x="93878" y="49267"/>
                  <a:pt x="92513" y="46804"/>
                  <a:pt x="90210" y="44984"/>
                </a:cubicBezTo>
                <a:cubicBezTo>
                  <a:pt x="87907" y="43163"/>
                  <a:pt x="84882" y="42253"/>
                  <a:pt x="81132" y="42253"/>
                </a:cubicBezTo>
                <a:cubicBezTo>
                  <a:pt x="77920" y="42253"/>
                  <a:pt x="75456" y="42869"/>
                  <a:pt x="73741" y="44101"/>
                </a:cubicBezTo>
                <a:cubicBezTo>
                  <a:pt x="72029" y="45332"/>
                  <a:pt x="71172" y="47018"/>
                  <a:pt x="71172" y="49161"/>
                </a:cubicBezTo>
                <a:cubicBezTo>
                  <a:pt x="71172" y="51731"/>
                  <a:pt x="72538" y="53659"/>
                  <a:pt x="75269" y="54944"/>
                </a:cubicBezTo>
                <a:cubicBezTo>
                  <a:pt x="78000" y="56228"/>
                  <a:pt x="82257" y="57514"/>
                  <a:pt x="88041" y="58800"/>
                </a:cubicBezTo>
                <a:cubicBezTo>
                  <a:pt x="94681" y="60512"/>
                  <a:pt x="100089" y="62199"/>
                  <a:pt x="104267" y="63859"/>
                </a:cubicBezTo>
                <a:cubicBezTo>
                  <a:pt x="108444" y="65520"/>
                  <a:pt x="112112" y="68198"/>
                  <a:pt x="115271" y="71893"/>
                </a:cubicBezTo>
                <a:cubicBezTo>
                  <a:pt x="118432" y="75588"/>
                  <a:pt x="120065" y="80541"/>
                  <a:pt x="120171" y="86753"/>
                </a:cubicBezTo>
                <a:cubicBezTo>
                  <a:pt x="120171" y="92001"/>
                  <a:pt x="118699" y="96687"/>
                  <a:pt x="115754" y="100812"/>
                </a:cubicBezTo>
                <a:cubicBezTo>
                  <a:pt x="112809" y="104935"/>
                  <a:pt x="108578" y="108175"/>
                  <a:pt x="103060" y="110532"/>
                </a:cubicBezTo>
                <a:cubicBezTo>
                  <a:pt x="97545" y="112887"/>
                  <a:pt x="91146" y="114064"/>
                  <a:pt x="83863" y="114064"/>
                </a:cubicBezTo>
                <a:close/>
                <a:moveTo>
                  <a:pt x="173509" y="114064"/>
                </a:moveTo>
                <a:cubicBezTo>
                  <a:pt x="165691" y="114064"/>
                  <a:pt x="158729" y="112726"/>
                  <a:pt x="152623" y="110049"/>
                </a:cubicBezTo>
                <a:cubicBezTo>
                  <a:pt x="146519" y="107370"/>
                  <a:pt x="141700" y="103702"/>
                  <a:pt x="138165" y="99045"/>
                </a:cubicBezTo>
                <a:cubicBezTo>
                  <a:pt x="134630" y="94385"/>
                  <a:pt x="132648" y="89164"/>
                  <a:pt x="132220" y="83380"/>
                </a:cubicBezTo>
                <a:lnTo>
                  <a:pt x="159372" y="83380"/>
                </a:lnTo>
                <a:cubicBezTo>
                  <a:pt x="159692" y="86485"/>
                  <a:pt x="161138" y="89002"/>
                  <a:pt x="163709" y="90930"/>
                </a:cubicBezTo>
                <a:cubicBezTo>
                  <a:pt x="166279" y="92859"/>
                  <a:pt x="169439" y="93823"/>
                  <a:pt x="173188" y="93823"/>
                </a:cubicBezTo>
                <a:cubicBezTo>
                  <a:pt x="176615" y="93823"/>
                  <a:pt x="179266" y="93154"/>
                  <a:pt x="181141" y="91815"/>
                </a:cubicBezTo>
                <a:cubicBezTo>
                  <a:pt x="183015" y="90475"/>
                  <a:pt x="183952" y="88735"/>
                  <a:pt x="183952" y="86594"/>
                </a:cubicBezTo>
                <a:cubicBezTo>
                  <a:pt x="183952" y="84023"/>
                  <a:pt x="182613" y="82122"/>
                  <a:pt x="179935" y="80889"/>
                </a:cubicBezTo>
                <a:cubicBezTo>
                  <a:pt x="177258" y="79657"/>
                  <a:pt x="172920" y="78292"/>
                  <a:pt x="166922" y="76793"/>
                </a:cubicBezTo>
                <a:cubicBezTo>
                  <a:pt x="160496" y="75293"/>
                  <a:pt x="155141" y="73713"/>
                  <a:pt x="150856" y="72055"/>
                </a:cubicBezTo>
                <a:cubicBezTo>
                  <a:pt x="146572" y="70394"/>
                  <a:pt x="142877" y="67770"/>
                  <a:pt x="139771" y="64183"/>
                </a:cubicBezTo>
                <a:cubicBezTo>
                  <a:pt x="136665" y="60594"/>
                  <a:pt x="135113" y="55747"/>
                  <a:pt x="135113" y="49641"/>
                </a:cubicBezTo>
                <a:cubicBezTo>
                  <a:pt x="135113" y="44501"/>
                  <a:pt x="136531" y="39816"/>
                  <a:pt x="139369" y="35585"/>
                </a:cubicBezTo>
                <a:cubicBezTo>
                  <a:pt x="142207" y="31354"/>
                  <a:pt x="146385" y="28007"/>
                  <a:pt x="151900" y="25544"/>
                </a:cubicBezTo>
                <a:cubicBezTo>
                  <a:pt x="157416" y="23081"/>
                  <a:pt x="163976" y="21849"/>
                  <a:pt x="171580" y="21849"/>
                </a:cubicBezTo>
                <a:cubicBezTo>
                  <a:pt x="182827" y="21849"/>
                  <a:pt x="191691" y="24634"/>
                  <a:pt x="198171" y="30204"/>
                </a:cubicBezTo>
                <a:cubicBezTo>
                  <a:pt x="204651" y="35772"/>
                  <a:pt x="208372" y="43161"/>
                  <a:pt x="209334" y="52372"/>
                </a:cubicBezTo>
                <a:lnTo>
                  <a:pt x="183952" y="52372"/>
                </a:lnTo>
                <a:cubicBezTo>
                  <a:pt x="183524" y="49267"/>
                  <a:pt x="182159" y="46804"/>
                  <a:pt x="179856" y="44984"/>
                </a:cubicBezTo>
                <a:cubicBezTo>
                  <a:pt x="177553" y="43163"/>
                  <a:pt x="174528" y="42253"/>
                  <a:pt x="170779" y="42253"/>
                </a:cubicBezTo>
                <a:cubicBezTo>
                  <a:pt x="167566" y="42253"/>
                  <a:pt x="165102" y="42869"/>
                  <a:pt x="163388" y="44101"/>
                </a:cubicBezTo>
                <a:cubicBezTo>
                  <a:pt x="161675" y="45332"/>
                  <a:pt x="160818" y="47018"/>
                  <a:pt x="160818" y="49161"/>
                </a:cubicBezTo>
                <a:cubicBezTo>
                  <a:pt x="160818" y="51731"/>
                  <a:pt x="162184" y="53659"/>
                  <a:pt x="164915" y="54944"/>
                </a:cubicBezTo>
                <a:cubicBezTo>
                  <a:pt x="167646" y="56228"/>
                  <a:pt x="171903" y="57514"/>
                  <a:pt x="177687" y="58800"/>
                </a:cubicBezTo>
                <a:cubicBezTo>
                  <a:pt x="184327" y="60512"/>
                  <a:pt x="189735" y="62199"/>
                  <a:pt x="193913" y="63859"/>
                </a:cubicBezTo>
                <a:cubicBezTo>
                  <a:pt x="198090" y="65520"/>
                  <a:pt x="201758" y="68198"/>
                  <a:pt x="204917" y="71893"/>
                </a:cubicBezTo>
                <a:cubicBezTo>
                  <a:pt x="208078" y="75588"/>
                  <a:pt x="209711" y="80541"/>
                  <a:pt x="209817" y="86753"/>
                </a:cubicBezTo>
                <a:cubicBezTo>
                  <a:pt x="209817" y="92001"/>
                  <a:pt x="208345" y="96687"/>
                  <a:pt x="205400" y="100812"/>
                </a:cubicBezTo>
                <a:cubicBezTo>
                  <a:pt x="202455" y="104935"/>
                  <a:pt x="198224" y="108175"/>
                  <a:pt x="192706" y="110532"/>
                </a:cubicBezTo>
                <a:cubicBezTo>
                  <a:pt x="187191" y="112887"/>
                  <a:pt x="180792" y="114064"/>
                  <a:pt x="173509" y="114064"/>
                </a:cubicBezTo>
                <a:close/>
                <a:moveTo>
                  <a:pt x="315209" y="23134"/>
                </a:moveTo>
                <a:lnTo>
                  <a:pt x="315209" y="112780"/>
                </a:lnTo>
                <a:lnTo>
                  <a:pt x="287736" y="112780"/>
                </a:lnTo>
                <a:lnTo>
                  <a:pt x="287736" y="100569"/>
                </a:lnTo>
                <a:cubicBezTo>
                  <a:pt x="284951" y="104533"/>
                  <a:pt x="281175" y="107719"/>
                  <a:pt x="276408" y="110130"/>
                </a:cubicBezTo>
                <a:cubicBezTo>
                  <a:pt x="271642" y="112539"/>
                  <a:pt x="266368" y="113743"/>
                  <a:pt x="260584" y="113743"/>
                </a:cubicBezTo>
                <a:cubicBezTo>
                  <a:pt x="253730" y="113743"/>
                  <a:pt x="247678" y="112218"/>
                  <a:pt x="242429" y="109167"/>
                </a:cubicBezTo>
                <a:cubicBezTo>
                  <a:pt x="237181" y="106114"/>
                  <a:pt x="233112" y="101695"/>
                  <a:pt x="230221" y="95912"/>
                </a:cubicBezTo>
                <a:cubicBezTo>
                  <a:pt x="227330" y="90128"/>
                  <a:pt x="225884" y="83327"/>
                  <a:pt x="225884" y="75509"/>
                </a:cubicBezTo>
                <a:lnTo>
                  <a:pt x="225884" y="23134"/>
                </a:lnTo>
                <a:lnTo>
                  <a:pt x="253195" y="23134"/>
                </a:lnTo>
                <a:lnTo>
                  <a:pt x="253195" y="71812"/>
                </a:lnTo>
                <a:cubicBezTo>
                  <a:pt x="253195" y="77810"/>
                  <a:pt x="254748" y="82469"/>
                  <a:pt x="257853" y="85790"/>
                </a:cubicBezTo>
                <a:cubicBezTo>
                  <a:pt x="260960" y="89111"/>
                  <a:pt x="265137" y="90771"/>
                  <a:pt x="270385" y="90771"/>
                </a:cubicBezTo>
                <a:cubicBezTo>
                  <a:pt x="275740" y="90771"/>
                  <a:pt x="279971" y="89111"/>
                  <a:pt x="283076" y="85790"/>
                </a:cubicBezTo>
                <a:cubicBezTo>
                  <a:pt x="286182" y="82469"/>
                  <a:pt x="287736" y="77810"/>
                  <a:pt x="287736" y="71812"/>
                </a:cubicBezTo>
                <a:lnTo>
                  <a:pt x="287736" y="23134"/>
                </a:lnTo>
                <a:lnTo>
                  <a:pt x="315209" y="23134"/>
                </a:lnTo>
                <a:close/>
                <a:moveTo>
                  <a:pt x="419473" y="66512"/>
                </a:moveTo>
                <a:cubicBezTo>
                  <a:pt x="419473" y="69081"/>
                  <a:pt x="419313" y="71758"/>
                  <a:pt x="418993" y="74543"/>
                </a:cubicBezTo>
                <a:lnTo>
                  <a:pt x="356817" y="74543"/>
                </a:lnTo>
                <a:cubicBezTo>
                  <a:pt x="357246" y="80112"/>
                  <a:pt x="359039" y="84370"/>
                  <a:pt x="362198" y="87317"/>
                </a:cubicBezTo>
                <a:cubicBezTo>
                  <a:pt x="365359" y="90262"/>
                  <a:pt x="369242" y="91734"/>
                  <a:pt x="373847" y="91734"/>
                </a:cubicBezTo>
                <a:cubicBezTo>
                  <a:pt x="380702" y="91734"/>
                  <a:pt x="385468" y="88843"/>
                  <a:pt x="388146" y="83059"/>
                </a:cubicBezTo>
                <a:lnTo>
                  <a:pt x="417385" y="83059"/>
                </a:lnTo>
                <a:cubicBezTo>
                  <a:pt x="415886" y="88949"/>
                  <a:pt x="413182" y="94250"/>
                  <a:pt x="409273" y="98964"/>
                </a:cubicBezTo>
                <a:cubicBezTo>
                  <a:pt x="405364" y="103675"/>
                  <a:pt x="400463" y="107370"/>
                  <a:pt x="394572" y="110049"/>
                </a:cubicBezTo>
                <a:cubicBezTo>
                  <a:pt x="388682" y="112726"/>
                  <a:pt x="382095" y="114064"/>
                  <a:pt x="374811" y="114064"/>
                </a:cubicBezTo>
                <a:cubicBezTo>
                  <a:pt x="366028" y="114064"/>
                  <a:pt x="358210" y="112191"/>
                  <a:pt x="351356" y="108443"/>
                </a:cubicBezTo>
                <a:cubicBezTo>
                  <a:pt x="344501" y="104694"/>
                  <a:pt x="339146" y="99339"/>
                  <a:pt x="335289" y="92377"/>
                </a:cubicBezTo>
                <a:cubicBezTo>
                  <a:pt x="331434" y="85415"/>
                  <a:pt x="329506" y="77274"/>
                  <a:pt x="329506" y="67956"/>
                </a:cubicBezTo>
                <a:cubicBezTo>
                  <a:pt x="329506" y="58639"/>
                  <a:pt x="331407" y="50499"/>
                  <a:pt x="335208" y="43537"/>
                </a:cubicBezTo>
                <a:cubicBezTo>
                  <a:pt x="339011" y="36575"/>
                  <a:pt x="344340" y="31220"/>
                  <a:pt x="351194" y="27473"/>
                </a:cubicBezTo>
                <a:cubicBezTo>
                  <a:pt x="358050" y="23724"/>
                  <a:pt x="365922" y="21849"/>
                  <a:pt x="374811" y="21849"/>
                </a:cubicBezTo>
                <a:cubicBezTo>
                  <a:pt x="383487" y="21849"/>
                  <a:pt x="391198" y="23670"/>
                  <a:pt x="397945" y="27311"/>
                </a:cubicBezTo>
                <a:cubicBezTo>
                  <a:pt x="404693" y="30952"/>
                  <a:pt x="409967" y="36147"/>
                  <a:pt x="413769" y="42895"/>
                </a:cubicBezTo>
                <a:cubicBezTo>
                  <a:pt x="417572" y="49643"/>
                  <a:pt x="419473" y="57515"/>
                  <a:pt x="419473" y="66512"/>
                </a:cubicBezTo>
                <a:moveTo>
                  <a:pt x="391358" y="59283"/>
                </a:moveTo>
                <a:cubicBezTo>
                  <a:pt x="391358" y="54569"/>
                  <a:pt x="389751" y="50820"/>
                  <a:pt x="386538" y="48036"/>
                </a:cubicBezTo>
                <a:cubicBezTo>
                  <a:pt x="383325" y="45251"/>
                  <a:pt x="379309" y="43858"/>
                  <a:pt x="374490" y="43858"/>
                </a:cubicBezTo>
                <a:cubicBezTo>
                  <a:pt x="369884" y="43858"/>
                  <a:pt x="366001" y="45198"/>
                  <a:pt x="362840" y="47876"/>
                </a:cubicBezTo>
                <a:cubicBezTo>
                  <a:pt x="359681" y="50553"/>
                  <a:pt x="357728" y="54355"/>
                  <a:pt x="356979" y="59283"/>
                </a:cubicBezTo>
                <a:lnTo>
                  <a:pt x="391358" y="59283"/>
                </a:lnTo>
                <a:close/>
                <a:moveTo>
                  <a:pt x="471927" y="49803"/>
                </a:moveTo>
                <a:cubicBezTo>
                  <a:pt x="467428" y="49803"/>
                  <a:pt x="463813" y="48545"/>
                  <a:pt x="461082" y="46028"/>
                </a:cubicBezTo>
                <a:cubicBezTo>
                  <a:pt x="458351" y="43511"/>
                  <a:pt x="456985" y="40271"/>
                  <a:pt x="456985" y="36308"/>
                </a:cubicBezTo>
                <a:cubicBezTo>
                  <a:pt x="456985" y="32237"/>
                  <a:pt x="458351" y="28970"/>
                  <a:pt x="461082" y="26507"/>
                </a:cubicBezTo>
                <a:cubicBezTo>
                  <a:pt x="463813" y="24044"/>
                  <a:pt x="467428" y="22813"/>
                  <a:pt x="471927" y="22813"/>
                </a:cubicBezTo>
                <a:cubicBezTo>
                  <a:pt x="476424" y="22813"/>
                  <a:pt x="480039" y="24044"/>
                  <a:pt x="482769" y="26507"/>
                </a:cubicBezTo>
                <a:cubicBezTo>
                  <a:pt x="485502" y="28970"/>
                  <a:pt x="486868" y="32237"/>
                  <a:pt x="486868" y="36308"/>
                </a:cubicBezTo>
                <a:cubicBezTo>
                  <a:pt x="486868" y="40271"/>
                  <a:pt x="485502" y="43511"/>
                  <a:pt x="482769" y="46028"/>
                </a:cubicBezTo>
                <a:cubicBezTo>
                  <a:pt x="480039" y="48545"/>
                  <a:pt x="476424" y="49803"/>
                  <a:pt x="471927" y="49803"/>
                </a:cubicBezTo>
                <a:moveTo>
                  <a:pt x="471927" y="114386"/>
                </a:moveTo>
                <a:cubicBezTo>
                  <a:pt x="467428" y="114386"/>
                  <a:pt x="463813" y="113154"/>
                  <a:pt x="461082" y="110691"/>
                </a:cubicBezTo>
                <a:cubicBezTo>
                  <a:pt x="458351" y="108228"/>
                  <a:pt x="456985" y="104962"/>
                  <a:pt x="456985" y="100891"/>
                </a:cubicBezTo>
                <a:cubicBezTo>
                  <a:pt x="456985" y="96821"/>
                  <a:pt x="458351" y="93555"/>
                  <a:pt x="461082" y="91092"/>
                </a:cubicBezTo>
                <a:cubicBezTo>
                  <a:pt x="463813" y="88628"/>
                  <a:pt x="467428" y="87395"/>
                  <a:pt x="471927" y="87395"/>
                </a:cubicBezTo>
                <a:cubicBezTo>
                  <a:pt x="476424" y="87395"/>
                  <a:pt x="480039" y="88628"/>
                  <a:pt x="482769" y="91092"/>
                </a:cubicBezTo>
                <a:cubicBezTo>
                  <a:pt x="485502" y="93555"/>
                  <a:pt x="486868" y="96821"/>
                  <a:pt x="486868" y="100891"/>
                </a:cubicBezTo>
                <a:cubicBezTo>
                  <a:pt x="486868" y="104962"/>
                  <a:pt x="485502" y="108228"/>
                  <a:pt x="482769" y="110691"/>
                </a:cubicBezTo>
                <a:cubicBezTo>
                  <a:pt x="480039" y="113154"/>
                  <a:pt x="476424" y="114386"/>
                  <a:pt x="471927" y="1143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373113-BD5A-4444-A6BE-C65AFC22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8805" y="3544828"/>
            <a:ext cx="171275" cy="171275"/>
          </a:xfrm>
          <a:custGeom xmlns:a="http://schemas.openxmlformats.org/drawingml/2006/main">
            <a:pathLst>
              <a:path w="171275" h="171275">
                <a:moveTo>
                  <a:pt x="0" y="0"/>
                </a:moveTo>
                <a:lnTo>
                  <a:pt x="171275" y="0"/>
                </a:lnTo>
                <a:lnTo>
                  <a:pt x="171275" y="171275"/>
                </a:lnTo>
                <a:lnTo>
                  <a:pt x="0" y="1712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268a972d3d4511"/>
          <a:stretch xmlns:a="http://schemas.openxmlformats.org/drawingml/2006/main"/>
        </p:blipFill>
        <p:spPr>
          <a:xfrm xmlns:a="http://schemas.openxmlformats.org/drawingml/2006/main">
            <a:off x="5728805" y="3544828"/>
            <a:ext cx="171275" cy="171275"/>
          </a:xfrm>
          <a:prstGeom xmlns:a="http://schemas.openxmlformats.org/drawingml/2006/main" prst="rect">
            <a:avLst/>
          </a:prstGeom>
        </p:spPr>
      </p:pic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E35A5B-8785-46C1-AB8E-29C0BB68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9128" y="3751183"/>
            <a:ext cx="1304404" cy="360527"/>
          </a:xfrm>
          <a:custGeom xmlns:a="http://schemas.openxmlformats.org/drawingml/2006/main">
            <a:pathLst>
              <a:path w="1304404" h="360527">
                <a:moveTo>
                  <a:pt x="0" y="15265"/>
                </a:moveTo>
                <a:lnTo>
                  <a:pt x="0" y="15265"/>
                </a:lnTo>
                <a:cubicBezTo>
                  <a:pt x="0" y="6834"/>
                  <a:pt x="6834" y="0"/>
                  <a:pt x="15265" y="0"/>
                </a:cubicBezTo>
                <a:lnTo>
                  <a:pt x="1289140" y="0"/>
                </a:lnTo>
                <a:cubicBezTo>
                  <a:pt x="1293188" y="0"/>
                  <a:pt x="1297071" y="1608"/>
                  <a:pt x="1299934" y="4471"/>
                </a:cubicBezTo>
                <a:cubicBezTo>
                  <a:pt x="1302796" y="7334"/>
                  <a:pt x="1304404" y="11217"/>
                  <a:pt x="1304404" y="15265"/>
                </a:cubicBezTo>
                <a:lnTo>
                  <a:pt x="1304404" y="345263"/>
                </a:lnTo>
                <a:cubicBezTo>
                  <a:pt x="1304404" y="353693"/>
                  <a:pt x="1297571" y="360527"/>
                  <a:pt x="1289140" y="360527"/>
                </a:cubicBezTo>
                <a:lnTo>
                  <a:pt x="15265" y="360527"/>
                </a:lnTo>
                <a:cubicBezTo>
                  <a:pt x="6834" y="360527"/>
                  <a:pt x="0" y="353693"/>
                  <a:pt x="0" y="345263"/>
                </a:cubicBezTo>
                <a:lnTo>
                  <a:pt x="0" y="1526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Text Lambdif">
            <a:extLst xmlns:a="http://schemas.openxmlformats.org/drawingml/2006/main">
              <a:ext uri="{FF2B5EF4-FFF2-40B4-BE49-F238E27FC236}">
                <a16:creationId xmlns:a16="http://schemas.microsoft.com/office/drawing/2014/main" id="{EC1F4E03-C1E1-42E5-87AD-E15C198D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4610" y="3770251"/>
            <a:ext cx="393194" cy="74268"/>
          </a:xfrm>
          <a:custGeom xmlns:a="http://schemas.openxmlformats.org/drawingml/2006/main">
            <a:pathLst>
              <a:path w="393194" h="74268">
                <a:moveTo>
                  <a:pt x="17810" y="61599"/>
                </a:moveTo>
                <a:lnTo>
                  <a:pt x="38374" y="61599"/>
                </a:lnTo>
                <a:lnTo>
                  <a:pt x="36263" y="73534"/>
                </a:lnTo>
                <a:lnTo>
                  <a:pt x="0" y="73534"/>
                </a:lnTo>
                <a:lnTo>
                  <a:pt x="11383" y="9088"/>
                </a:lnTo>
                <a:lnTo>
                  <a:pt x="27082" y="9088"/>
                </a:lnTo>
                <a:lnTo>
                  <a:pt x="17810" y="61599"/>
                </a:lnTo>
                <a:close/>
                <a:moveTo>
                  <a:pt x="45258" y="47829"/>
                </a:moveTo>
                <a:cubicBezTo>
                  <a:pt x="46177" y="42566"/>
                  <a:pt x="47983" y="37945"/>
                  <a:pt x="50675" y="33967"/>
                </a:cubicBezTo>
                <a:cubicBezTo>
                  <a:pt x="53369" y="29989"/>
                  <a:pt x="56612" y="26929"/>
                  <a:pt x="60407" y="24787"/>
                </a:cubicBezTo>
                <a:cubicBezTo>
                  <a:pt x="64201" y="22645"/>
                  <a:pt x="68210" y="21574"/>
                  <a:pt x="72433" y="21574"/>
                </a:cubicBezTo>
                <a:cubicBezTo>
                  <a:pt x="76044" y="21574"/>
                  <a:pt x="79073" y="22308"/>
                  <a:pt x="81521" y="23777"/>
                </a:cubicBezTo>
                <a:cubicBezTo>
                  <a:pt x="83970" y="25245"/>
                  <a:pt x="85745" y="27173"/>
                  <a:pt x="86846" y="29560"/>
                </a:cubicBezTo>
                <a:lnTo>
                  <a:pt x="88132" y="22308"/>
                </a:lnTo>
                <a:lnTo>
                  <a:pt x="103829" y="22308"/>
                </a:lnTo>
                <a:lnTo>
                  <a:pt x="94741" y="73534"/>
                </a:lnTo>
                <a:lnTo>
                  <a:pt x="79043" y="73534"/>
                </a:lnTo>
                <a:lnTo>
                  <a:pt x="80420" y="66282"/>
                </a:lnTo>
                <a:cubicBezTo>
                  <a:pt x="78462" y="68669"/>
                  <a:pt x="75983" y="70597"/>
                  <a:pt x="72983" y="72066"/>
                </a:cubicBezTo>
                <a:cubicBezTo>
                  <a:pt x="69985" y="73534"/>
                  <a:pt x="66680" y="74268"/>
                  <a:pt x="63068" y="74268"/>
                </a:cubicBezTo>
                <a:cubicBezTo>
                  <a:pt x="59458" y="74268"/>
                  <a:pt x="56260" y="73442"/>
                  <a:pt x="53476" y="71790"/>
                </a:cubicBezTo>
                <a:cubicBezTo>
                  <a:pt x="50691" y="70137"/>
                  <a:pt x="48533" y="67796"/>
                  <a:pt x="47002" y="64766"/>
                </a:cubicBezTo>
                <a:cubicBezTo>
                  <a:pt x="45473" y="61737"/>
                  <a:pt x="44708" y="58172"/>
                  <a:pt x="44708" y="54071"/>
                </a:cubicBezTo>
                <a:cubicBezTo>
                  <a:pt x="44708" y="52113"/>
                  <a:pt x="44891" y="50032"/>
                  <a:pt x="45258" y="47829"/>
                </a:cubicBezTo>
                <a:moveTo>
                  <a:pt x="83634" y="47920"/>
                </a:moveTo>
                <a:cubicBezTo>
                  <a:pt x="83817" y="46819"/>
                  <a:pt x="83908" y="45810"/>
                  <a:pt x="83908" y="44892"/>
                </a:cubicBezTo>
                <a:cubicBezTo>
                  <a:pt x="83908" y="41893"/>
                  <a:pt x="83036" y="39537"/>
                  <a:pt x="81291" y="37823"/>
                </a:cubicBezTo>
                <a:cubicBezTo>
                  <a:pt x="79548" y="36109"/>
                  <a:pt x="77329" y="35251"/>
                  <a:pt x="74636" y="35251"/>
                </a:cubicBezTo>
                <a:cubicBezTo>
                  <a:pt x="71515" y="35251"/>
                  <a:pt x="68669" y="36369"/>
                  <a:pt x="66098" y="38604"/>
                </a:cubicBezTo>
                <a:cubicBezTo>
                  <a:pt x="63528" y="40837"/>
                  <a:pt x="61907" y="43913"/>
                  <a:pt x="61233" y="47829"/>
                </a:cubicBezTo>
                <a:cubicBezTo>
                  <a:pt x="61049" y="48931"/>
                  <a:pt x="60957" y="49941"/>
                  <a:pt x="60957" y="50859"/>
                </a:cubicBezTo>
                <a:cubicBezTo>
                  <a:pt x="60957" y="53858"/>
                  <a:pt x="61829" y="56229"/>
                  <a:pt x="63574" y="57974"/>
                </a:cubicBezTo>
                <a:cubicBezTo>
                  <a:pt x="65318" y="59717"/>
                  <a:pt x="67507" y="60589"/>
                  <a:pt x="70138" y="60589"/>
                </a:cubicBezTo>
                <a:cubicBezTo>
                  <a:pt x="73259" y="60589"/>
                  <a:pt x="76105" y="59457"/>
                  <a:pt x="78675" y="57194"/>
                </a:cubicBezTo>
                <a:cubicBezTo>
                  <a:pt x="81246" y="54929"/>
                  <a:pt x="82899" y="51838"/>
                  <a:pt x="83634" y="47920"/>
                </a:cubicBezTo>
                <a:close/>
                <a:moveTo>
                  <a:pt x="180669" y="21757"/>
                </a:moveTo>
                <a:cubicBezTo>
                  <a:pt x="186176" y="21757"/>
                  <a:pt x="190476" y="23211"/>
                  <a:pt x="193566" y="26118"/>
                </a:cubicBezTo>
                <a:cubicBezTo>
                  <a:pt x="196657" y="29025"/>
                  <a:pt x="198202" y="33080"/>
                  <a:pt x="198202" y="38281"/>
                </a:cubicBezTo>
                <a:cubicBezTo>
                  <a:pt x="198202" y="39873"/>
                  <a:pt x="198019" y="41647"/>
                  <a:pt x="197652" y="43606"/>
                </a:cubicBezTo>
                <a:lnTo>
                  <a:pt x="192327" y="73534"/>
                </a:lnTo>
                <a:lnTo>
                  <a:pt x="176721" y="73534"/>
                </a:lnTo>
                <a:lnTo>
                  <a:pt x="181678" y="45718"/>
                </a:lnTo>
                <a:cubicBezTo>
                  <a:pt x="181801" y="45106"/>
                  <a:pt x="181862" y="44279"/>
                  <a:pt x="181862" y="43239"/>
                </a:cubicBezTo>
                <a:cubicBezTo>
                  <a:pt x="181862" y="40669"/>
                  <a:pt x="181143" y="38710"/>
                  <a:pt x="179705" y="37364"/>
                </a:cubicBezTo>
                <a:cubicBezTo>
                  <a:pt x="178267" y="36017"/>
                  <a:pt x="176262" y="35344"/>
                  <a:pt x="173691" y="35344"/>
                </a:cubicBezTo>
                <a:cubicBezTo>
                  <a:pt x="170632" y="35344"/>
                  <a:pt x="168061" y="36247"/>
                  <a:pt x="165980" y="38053"/>
                </a:cubicBezTo>
                <a:cubicBezTo>
                  <a:pt x="163899" y="39858"/>
                  <a:pt x="162583" y="42413"/>
                  <a:pt x="162032" y="45718"/>
                </a:cubicBezTo>
                <a:lnTo>
                  <a:pt x="157075" y="73534"/>
                </a:lnTo>
                <a:lnTo>
                  <a:pt x="141468" y="73534"/>
                </a:lnTo>
                <a:lnTo>
                  <a:pt x="146426" y="45718"/>
                </a:lnTo>
                <a:cubicBezTo>
                  <a:pt x="146548" y="45106"/>
                  <a:pt x="146609" y="44279"/>
                  <a:pt x="146609" y="43239"/>
                </a:cubicBezTo>
                <a:cubicBezTo>
                  <a:pt x="146609" y="40669"/>
                  <a:pt x="145890" y="38710"/>
                  <a:pt x="144452" y="37364"/>
                </a:cubicBezTo>
                <a:cubicBezTo>
                  <a:pt x="143014" y="36017"/>
                  <a:pt x="141010" y="35344"/>
                  <a:pt x="138440" y="35344"/>
                </a:cubicBezTo>
                <a:cubicBezTo>
                  <a:pt x="135379" y="35344"/>
                  <a:pt x="132808" y="36247"/>
                  <a:pt x="130727" y="38053"/>
                </a:cubicBezTo>
                <a:cubicBezTo>
                  <a:pt x="128646" y="39858"/>
                  <a:pt x="127330" y="42413"/>
                  <a:pt x="126779" y="45718"/>
                </a:cubicBezTo>
                <a:lnTo>
                  <a:pt x="126779" y="45259"/>
                </a:lnTo>
                <a:lnTo>
                  <a:pt x="121823" y="73534"/>
                </a:lnTo>
                <a:lnTo>
                  <a:pt x="106124" y="73534"/>
                </a:lnTo>
                <a:lnTo>
                  <a:pt x="115120" y="22308"/>
                </a:lnTo>
                <a:lnTo>
                  <a:pt x="130819" y="22308"/>
                </a:lnTo>
                <a:lnTo>
                  <a:pt x="129718" y="28826"/>
                </a:lnTo>
                <a:cubicBezTo>
                  <a:pt x="131677" y="26623"/>
                  <a:pt x="134048" y="24894"/>
                  <a:pt x="136833" y="23640"/>
                </a:cubicBezTo>
                <a:cubicBezTo>
                  <a:pt x="139618" y="22385"/>
                  <a:pt x="142632" y="21757"/>
                  <a:pt x="145875" y="21757"/>
                </a:cubicBezTo>
                <a:cubicBezTo>
                  <a:pt x="149792" y="21757"/>
                  <a:pt x="153112" y="22584"/>
                  <a:pt x="155835" y="24237"/>
                </a:cubicBezTo>
                <a:cubicBezTo>
                  <a:pt x="158559" y="25889"/>
                  <a:pt x="160502" y="28275"/>
                  <a:pt x="161665" y="31396"/>
                </a:cubicBezTo>
                <a:cubicBezTo>
                  <a:pt x="163930" y="28520"/>
                  <a:pt x="166745" y="26195"/>
                  <a:pt x="170111" y="24420"/>
                </a:cubicBezTo>
                <a:cubicBezTo>
                  <a:pt x="173477" y="22645"/>
                  <a:pt x="176997" y="21757"/>
                  <a:pt x="180669" y="21757"/>
                </a:cubicBezTo>
                <a:close/>
                <a:moveTo>
                  <a:pt x="226755" y="29560"/>
                </a:moveTo>
                <a:cubicBezTo>
                  <a:pt x="228714" y="27173"/>
                  <a:pt x="231192" y="25245"/>
                  <a:pt x="234191" y="23777"/>
                </a:cubicBezTo>
                <a:cubicBezTo>
                  <a:pt x="237189" y="22308"/>
                  <a:pt x="240464" y="21574"/>
                  <a:pt x="244013" y="21574"/>
                </a:cubicBezTo>
                <a:cubicBezTo>
                  <a:pt x="249522" y="21574"/>
                  <a:pt x="253975" y="23364"/>
                  <a:pt x="257371" y="26945"/>
                </a:cubicBezTo>
                <a:cubicBezTo>
                  <a:pt x="260768" y="30524"/>
                  <a:pt x="262466" y="35405"/>
                  <a:pt x="262466" y="41586"/>
                </a:cubicBezTo>
                <a:cubicBezTo>
                  <a:pt x="262466" y="43545"/>
                  <a:pt x="262283" y="45626"/>
                  <a:pt x="261916" y="47829"/>
                </a:cubicBezTo>
                <a:cubicBezTo>
                  <a:pt x="260998" y="53093"/>
                  <a:pt x="259192" y="57729"/>
                  <a:pt x="256499" y="61738"/>
                </a:cubicBezTo>
                <a:cubicBezTo>
                  <a:pt x="253806" y="65746"/>
                  <a:pt x="250562" y="68837"/>
                  <a:pt x="246767" y="71010"/>
                </a:cubicBezTo>
                <a:cubicBezTo>
                  <a:pt x="242973" y="73182"/>
                  <a:pt x="238964" y="74268"/>
                  <a:pt x="234741" y="74268"/>
                </a:cubicBezTo>
                <a:cubicBezTo>
                  <a:pt x="231131" y="74268"/>
                  <a:pt x="228101" y="73549"/>
                  <a:pt x="225653" y="72111"/>
                </a:cubicBezTo>
                <a:cubicBezTo>
                  <a:pt x="223205" y="70673"/>
                  <a:pt x="221430" y="68760"/>
                  <a:pt x="220328" y="66373"/>
                </a:cubicBezTo>
                <a:lnTo>
                  <a:pt x="219044" y="73534"/>
                </a:lnTo>
                <a:lnTo>
                  <a:pt x="203345" y="73534"/>
                </a:lnTo>
                <a:lnTo>
                  <a:pt x="215371" y="5599"/>
                </a:lnTo>
                <a:lnTo>
                  <a:pt x="231070" y="5599"/>
                </a:lnTo>
                <a:lnTo>
                  <a:pt x="226755" y="29560"/>
                </a:lnTo>
                <a:moveTo>
                  <a:pt x="246033" y="47829"/>
                </a:moveTo>
                <a:cubicBezTo>
                  <a:pt x="246217" y="46789"/>
                  <a:pt x="246309" y="45840"/>
                  <a:pt x="246309" y="44983"/>
                </a:cubicBezTo>
                <a:cubicBezTo>
                  <a:pt x="246309" y="41923"/>
                  <a:pt x="245437" y="39537"/>
                  <a:pt x="243692" y="37823"/>
                </a:cubicBezTo>
                <a:cubicBezTo>
                  <a:pt x="241948" y="36109"/>
                  <a:pt x="239729" y="35251"/>
                  <a:pt x="237037" y="35251"/>
                </a:cubicBezTo>
                <a:cubicBezTo>
                  <a:pt x="233915" y="35251"/>
                  <a:pt x="231069" y="36384"/>
                  <a:pt x="228498" y="38648"/>
                </a:cubicBezTo>
                <a:cubicBezTo>
                  <a:pt x="225928" y="40913"/>
                  <a:pt x="224276" y="44004"/>
                  <a:pt x="223542" y="47920"/>
                </a:cubicBezTo>
                <a:cubicBezTo>
                  <a:pt x="223358" y="49022"/>
                  <a:pt x="223266" y="50032"/>
                  <a:pt x="223266" y="50950"/>
                </a:cubicBezTo>
                <a:cubicBezTo>
                  <a:pt x="223266" y="53949"/>
                  <a:pt x="224123" y="56305"/>
                  <a:pt x="225836" y="58019"/>
                </a:cubicBezTo>
                <a:cubicBezTo>
                  <a:pt x="227550" y="59732"/>
                  <a:pt x="229753" y="60589"/>
                  <a:pt x="232447" y="60589"/>
                </a:cubicBezTo>
                <a:cubicBezTo>
                  <a:pt x="235568" y="60589"/>
                  <a:pt x="238429" y="59442"/>
                  <a:pt x="241029" y="57147"/>
                </a:cubicBezTo>
                <a:cubicBezTo>
                  <a:pt x="243631" y="54852"/>
                  <a:pt x="245299" y="51746"/>
                  <a:pt x="246033" y="47829"/>
                </a:cubicBezTo>
                <a:close/>
                <a:moveTo>
                  <a:pt x="267147" y="47829"/>
                </a:moveTo>
                <a:cubicBezTo>
                  <a:pt x="268066" y="42566"/>
                  <a:pt x="269872" y="37945"/>
                  <a:pt x="272564" y="33967"/>
                </a:cubicBezTo>
                <a:cubicBezTo>
                  <a:pt x="275257" y="29989"/>
                  <a:pt x="278501" y="26929"/>
                  <a:pt x="282295" y="24787"/>
                </a:cubicBezTo>
                <a:cubicBezTo>
                  <a:pt x="286090" y="22645"/>
                  <a:pt x="290098" y="21574"/>
                  <a:pt x="294321" y="21574"/>
                </a:cubicBezTo>
                <a:cubicBezTo>
                  <a:pt x="297688" y="21574"/>
                  <a:pt x="300641" y="22278"/>
                  <a:pt x="303180" y="23685"/>
                </a:cubicBezTo>
                <a:cubicBezTo>
                  <a:pt x="305720" y="25092"/>
                  <a:pt x="307572" y="26989"/>
                  <a:pt x="308734" y="29376"/>
                </a:cubicBezTo>
                <a:lnTo>
                  <a:pt x="312958" y="5599"/>
                </a:lnTo>
                <a:lnTo>
                  <a:pt x="328657" y="5599"/>
                </a:lnTo>
                <a:lnTo>
                  <a:pt x="316629" y="73534"/>
                </a:lnTo>
                <a:lnTo>
                  <a:pt x="300932" y="73534"/>
                </a:lnTo>
                <a:lnTo>
                  <a:pt x="302216" y="66190"/>
                </a:lnTo>
                <a:cubicBezTo>
                  <a:pt x="300258" y="68638"/>
                  <a:pt x="297810" y="70597"/>
                  <a:pt x="294872" y="72066"/>
                </a:cubicBezTo>
                <a:cubicBezTo>
                  <a:pt x="291935" y="73534"/>
                  <a:pt x="288661" y="74268"/>
                  <a:pt x="285049" y="74268"/>
                </a:cubicBezTo>
                <a:cubicBezTo>
                  <a:pt x="281438" y="74268"/>
                  <a:pt x="278240" y="73442"/>
                  <a:pt x="275455" y="71790"/>
                </a:cubicBezTo>
                <a:cubicBezTo>
                  <a:pt x="272671" y="70137"/>
                  <a:pt x="270499" y="67781"/>
                  <a:pt x="268937" y="64722"/>
                </a:cubicBezTo>
                <a:cubicBezTo>
                  <a:pt x="267377" y="61661"/>
                  <a:pt x="266596" y="58081"/>
                  <a:pt x="266596" y="53980"/>
                </a:cubicBezTo>
                <a:cubicBezTo>
                  <a:pt x="266596" y="52083"/>
                  <a:pt x="266780" y="50032"/>
                  <a:pt x="267147" y="47829"/>
                </a:cubicBezTo>
                <a:moveTo>
                  <a:pt x="305522" y="47920"/>
                </a:moveTo>
                <a:cubicBezTo>
                  <a:pt x="305705" y="46819"/>
                  <a:pt x="305797" y="45810"/>
                  <a:pt x="305797" y="44892"/>
                </a:cubicBezTo>
                <a:cubicBezTo>
                  <a:pt x="305797" y="41893"/>
                  <a:pt x="304924" y="39537"/>
                  <a:pt x="303180" y="37823"/>
                </a:cubicBezTo>
                <a:cubicBezTo>
                  <a:pt x="301436" y="36109"/>
                  <a:pt x="299218" y="35251"/>
                  <a:pt x="296525" y="35251"/>
                </a:cubicBezTo>
                <a:cubicBezTo>
                  <a:pt x="293404" y="35251"/>
                  <a:pt x="290558" y="36369"/>
                  <a:pt x="287987" y="38604"/>
                </a:cubicBezTo>
                <a:cubicBezTo>
                  <a:pt x="285417" y="40837"/>
                  <a:pt x="283795" y="43913"/>
                  <a:pt x="283122" y="47829"/>
                </a:cubicBezTo>
                <a:cubicBezTo>
                  <a:pt x="282938" y="48931"/>
                  <a:pt x="282846" y="49941"/>
                  <a:pt x="282846" y="50859"/>
                </a:cubicBezTo>
                <a:cubicBezTo>
                  <a:pt x="282846" y="53858"/>
                  <a:pt x="283718" y="56229"/>
                  <a:pt x="285463" y="57974"/>
                </a:cubicBezTo>
                <a:cubicBezTo>
                  <a:pt x="287207" y="59717"/>
                  <a:pt x="289395" y="60589"/>
                  <a:pt x="292027" y="60589"/>
                </a:cubicBezTo>
                <a:cubicBezTo>
                  <a:pt x="295148" y="60589"/>
                  <a:pt x="297993" y="59457"/>
                  <a:pt x="300563" y="57194"/>
                </a:cubicBezTo>
                <a:cubicBezTo>
                  <a:pt x="303134" y="54929"/>
                  <a:pt x="304787" y="51838"/>
                  <a:pt x="305522" y="47920"/>
                </a:cubicBezTo>
                <a:close/>
                <a:moveTo>
                  <a:pt x="345915" y="16983"/>
                </a:moveTo>
                <a:cubicBezTo>
                  <a:pt x="343467" y="16983"/>
                  <a:pt x="341524" y="16326"/>
                  <a:pt x="340086" y="15010"/>
                </a:cubicBezTo>
                <a:cubicBezTo>
                  <a:pt x="338648" y="13694"/>
                  <a:pt x="337929" y="12026"/>
                  <a:pt x="337929" y="10006"/>
                </a:cubicBezTo>
                <a:cubicBezTo>
                  <a:pt x="337929" y="7252"/>
                  <a:pt x="338999" y="4896"/>
                  <a:pt x="341141" y="2938"/>
                </a:cubicBezTo>
                <a:cubicBezTo>
                  <a:pt x="343283" y="979"/>
                  <a:pt x="345884" y="0"/>
                  <a:pt x="348944" y="0"/>
                </a:cubicBezTo>
                <a:cubicBezTo>
                  <a:pt x="351393" y="0"/>
                  <a:pt x="353321" y="658"/>
                  <a:pt x="354728" y="1974"/>
                </a:cubicBezTo>
                <a:cubicBezTo>
                  <a:pt x="356136" y="3290"/>
                  <a:pt x="356839" y="4988"/>
                  <a:pt x="356839" y="7068"/>
                </a:cubicBezTo>
                <a:cubicBezTo>
                  <a:pt x="356839" y="9762"/>
                  <a:pt x="355768" y="12088"/>
                  <a:pt x="353626" y="14046"/>
                </a:cubicBezTo>
                <a:cubicBezTo>
                  <a:pt x="351485" y="16004"/>
                  <a:pt x="348914" y="16983"/>
                  <a:pt x="345915" y="16983"/>
                </a:cubicBezTo>
                <a:moveTo>
                  <a:pt x="352708" y="22308"/>
                </a:moveTo>
                <a:lnTo>
                  <a:pt x="343712" y="73534"/>
                </a:lnTo>
                <a:lnTo>
                  <a:pt x="328014" y="73534"/>
                </a:lnTo>
                <a:lnTo>
                  <a:pt x="337010" y="22308"/>
                </a:lnTo>
                <a:lnTo>
                  <a:pt x="352708" y="22308"/>
                </a:lnTo>
                <a:close/>
                <a:moveTo>
                  <a:pt x="390899" y="14963"/>
                </a:moveTo>
                <a:cubicBezTo>
                  <a:pt x="387900" y="14779"/>
                  <a:pt x="385712" y="15208"/>
                  <a:pt x="384335" y="16249"/>
                </a:cubicBezTo>
                <a:cubicBezTo>
                  <a:pt x="382958" y="17290"/>
                  <a:pt x="382025" y="19156"/>
                  <a:pt x="381535" y="21848"/>
                </a:cubicBezTo>
                <a:lnTo>
                  <a:pt x="381444" y="22308"/>
                </a:lnTo>
                <a:lnTo>
                  <a:pt x="389889" y="22308"/>
                </a:lnTo>
                <a:lnTo>
                  <a:pt x="387595" y="35344"/>
                </a:lnTo>
                <a:lnTo>
                  <a:pt x="379148" y="35344"/>
                </a:lnTo>
                <a:lnTo>
                  <a:pt x="372446" y="73534"/>
                </a:lnTo>
                <a:lnTo>
                  <a:pt x="356656" y="73534"/>
                </a:lnTo>
                <a:lnTo>
                  <a:pt x="363358" y="35344"/>
                </a:lnTo>
                <a:lnTo>
                  <a:pt x="357666" y="35344"/>
                </a:lnTo>
                <a:lnTo>
                  <a:pt x="359961" y="22308"/>
                </a:lnTo>
                <a:lnTo>
                  <a:pt x="365654" y="22308"/>
                </a:lnTo>
                <a:lnTo>
                  <a:pt x="365928" y="20838"/>
                </a:lnTo>
                <a:cubicBezTo>
                  <a:pt x="367091" y="14535"/>
                  <a:pt x="369768" y="9746"/>
                  <a:pt x="373961" y="6472"/>
                </a:cubicBezTo>
                <a:cubicBezTo>
                  <a:pt x="378154" y="3198"/>
                  <a:pt x="383739" y="1561"/>
                  <a:pt x="390716" y="1561"/>
                </a:cubicBezTo>
                <a:cubicBezTo>
                  <a:pt x="391818" y="1561"/>
                  <a:pt x="392644" y="1591"/>
                  <a:pt x="393194" y="1652"/>
                </a:cubicBezTo>
                <a:lnTo>
                  <a:pt x="390899" y="149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Text ymisinter">
            <a:extLst xmlns:a="http://schemas.openxmlformats.org/drawingml/2006/main">
              <a:ext uri="{FF2B5EF4-FFF2-40B4-BE49-F238E27FC236}">
                <a16:creationId xmlns:a16="http://schemas.microsoft.com/office/drawing/2014/main" id="{9F7FB40B-0477-43CE-AA96-A67D0B14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1837" y="3770251"/>
            <a:ext cx="479397" cy="97862"/>
          </a:xfrm>
          <a:custGeom xmlns:a="http://schemas.openxmlformats.org/drawingml/2006/main">
            <a:pathLst>
              <a:path w="479397" h="97862">
                <a:moveTo>
                  <a:pt x="21665" y="22308"/>
                </a:moveTo>
                <a:lnTo>
                  <a:pt x="27907" y="54347"/>
                </a:lnTo>
                <a:lnTo>
                  <a:pt x="45350" y="22308"/>
                </a:lnTo>
                <a:lnTo>
                  <a:pt x="62333" y="22308"/>
                </a:lnTo>
                <a:lnTo>
                  <a:pt x="16891" y="97862"/>
                </a:lnTo>
                <a:lnTo>
                  <a:pt x="0" y="97862"/>
                </a:lnTo>
                <a:lnTo>
                  <a:pt x="16340" y="71790"/>
                </a:lnTo>
                <a:lnTo>
                  <a:pt x="4222" y="22308"/>
                </a:lnTo>
                <a:lnTo>
                  <a:pt x="21665" y="22308"/>
                </a:lnTo>
                <a:close/>
                <a:moveTo>
                  <a:pt x="154688" y="21757"/>
                </a:moveTo>
                <a:cubicBezTo>
                  <a:pt x="160196" y="21757"/>
                  <a:pt x="164495" y="23211"/>
                  <a:pt x="167585" y="26118"/>
                </a:cubicBezTo>
                <a:cubicBezTo>
                  <a:pt x="170676" y="29025"/>
                  <a:pt x="172222" y="33080"/>
                  <a:pt x="172222" y="38281"/>
                </a:cubicBezTo>
                <a:cubicBezTo>
                  <a:pt x="172222" y="39873"/>
                  <a:pt x="172039" y="41647"/>
                  <a:pt x="171672" y="43606"/>
                </a:cubicBezTo>
                <a:lnTo>
                  <a:pt x="166347" y="73534"/>
                </a:lnTo>
                <a:lnTo>
                  <a:pt x="150741" y="73534"/>
                </a:lnTo>
                <a:lnTo>
                  <a:pt x="155698" y="45718"/>
                </a:lnTo>
                <a:cubicBezTo>
                  <a:pt x="155820" y="45106"/>
                  <a:pt x="155882" y="44279"/>
                  <a:pt x="155882" y="43239"/>
                </a:cubicBezTo>
                <a:cubicBezTo>
                  <a:pt x="155882" y="40669"/>
                  <a:pt x="155163" y="38710"/>
                  <a:pt x="153724" y="37364"/>
                </a:cubicBezTo>
                <a:cubicBezTo>
                  <a:pt x="152286" y="36017"/>
                  <a:pt x="150282" y="35344"/>
                  <a:pt x="147711" y="35344"/>
                </a:cubicBezTo>
                <a:cubicBezTo>
                  <a:pt x="144651" y="35344"/>
                  <a:pt x="142081" y="36247"/>
                  <a:pt x="139999" y="38053"/>
                </a:cubicBezTo>
                <a:cubicBezTo>
                  <a:pt x="137919" y="39858"/>
                  <a:pt x="136603" y="42413"/>
                  <a:pt x="136052" y="45718"/>
                </a:cubicBezTo>
                <a:lnTo>
                  <a:pt x="131094" y="73534"/>
                </a:lnTo>
                <a:lnTo>
                  <a:pt x="115488" y="73534"/>
                </a:lnTo>
                <a:lnTo>
                  <a:pt x="120445" y="45718"/>
                </a:lnTo>
                <a:cubicBezTo>
                  <a:pt x="120568" y="45106"/>
                  <a:pt x="120629" y="44279"/>
                  <a:pt x="120629" y="43239"/>
                </a:cubicBezTo>
                <a:cubicBezTo>
                  <a:pt x="120629" y="40669"/>
                  <a:pt x="119910" y="38710"/>
                  <a:pt x="118472" y="37364"/>
                </a:cubicBezTo>
                <a:cubicBezTo>
                  <a:pt x="117033" y="36017"/>
                  <a:pt x="115029" y="35344"/>
                  <a:pt x="112459" y="35344"/>
                </a:cubicBezTo>
                <a:cubicBezTo>
                  <a:pt x="109399" y="35344"/>
                  <a:pt x="106828" y="36247"/>
                  <a:pt x="104746" y="38053"/>
                </a:cubicBezTo>
                <a:cubicBezTo>
                  <a:pt x="102666" y="39858"/>
                  <a:pt x="101350" y="42413"/>
                  <a:pt x="100799" y="45718"/>
                </a:cubicBezTo>
                <a:lnTo>
                  <a:pt x="100799" y="45259"/>
                </a:lnTo>
                <a:lnTo>
                  <a:pt x="95843" y="73534"/>
                </a:lnTo>
                <a:lnTo>
                  <a:pt x="80144" y="73534"/>
                </a:lnTo>
                <a:lnTo>
                  <a:pt x="89140" y="22308"/>
                </a:lnTo>
                <a:lnTo>
                  <a:pt x="104839" y="22308"/>
                </a:lnTo>
                <a:lnTo>
                  <a:pt x="103738" y="28826"/>
                </a:lnTo>
                <a:cubicBezTo>
                  <a:pt x="105696" y="26623"/>
                  <a:pt x="108068" y="24894"/>
                  <a:pt x="110853" y="23640"/>
                </a:cubicBezTo>
                <a:cubicBezTo>
                  <a:pt x="113637" y="22385"/>
                  <a:pt x="116651" y="21757"/>
                  <a:pt x="119895" y="21757"/>
                </a:cubicBezTo>
                <a:cubicBezTo>
                  <a:pt x="123811" y="21757"/>
                  <a:pt x="127131" y="22584"/>
                  <a:pt x="129855" y="24237"/>
                </a:cubicBezTo>
                <a:cubicBezTo>
                  <a:pt x="132579" y="25889"/>
                  <a:pt x="134522" y="28275"/>
                  <a:pt x="135685" y="31396"/>
                </a:cubicBezTo>
                <a:cubicBezTo>
                  <a:pt x="137949" y="28520"/>
                  <a:pt x="140765" y="26195"/>
                  <a:pt x="144130" y="24420"/>
                </a:cubicBezTo>
                <a:cubicBezTo>
                  <a:pt x="147497" y="22645"/>
                  <a:pt x="151016" y="21757"/>
                  <a:pt x="154688" y="21757"/>
                </a:cubicBezTo>
                <a:close/>
                <a:moveTo>
                  <a:pt x="195265" y="16983"/>
                </a:moveTo>
                <a:cubicBezTo>
                  <a:pt x="192817" y="16983"/>
                  <a:pt x="190874" y="16326"/>
                  <a:pt x="189436" y="15010"/>
                </a:cubicBezTo>
                <a:cubicBezTo>
                  <a:pt x="187998" y="13694"/>
                  <a:pt x="187279" y="12026"/>
                  <a:pt x="187279" y="10006"/>
                </a:cubicBezTo>
                <a:cubicBezTo>
                  <a:pt x="187279" y="7252"/>
                  <a:pt x="188349" y="4896"/>
                  <a:pt x="190491" y="2938"/>
                </a:cubicBezTo>
                <a:cubicBezTo>
                  <a:pt x="192633" y="979"/>
                  <a:pt x="195234" y="0"/>
                  <a:pt x="198295" y="0"/>
                </a:cubicBezTo>
                <a:cubicBezTo>
                  <a:pt x="200743" y="0"/>
                  <a:pt x="202671" y="658"/>
                  <a:pt x="204079" y="1974"/>
                </a:cubicBezTo>
                <a:cubicBezTo>
                  <a:pt x="205486" y="3290"/>
                  <a:pt x="206190" y="4988"/>
                  <a:pt x="206190" y="7068"/>
                </a:cubicBezTo>
                <a:cubicBezTo>
                  <a:pt x="206190" y="9762"/>
                  <a:pt x="205119" y="12088"/>
                  <a:pt x="202976" y="14046"/>
                </a:cubicBezTo>
                <a:cubicBezTo>
                  <a:pt x="200835" y="16004"/>
                  <a:pt x="198264" y="16983"/>
                  <a:pt x="195265" y="16983"/>
                </a:cubicBezTo>
                <a:moveTo>
                  <a:pt x="202059" y="22308"/>
                </a:moveTo>
                <a:lnTo>
                  <a:pt x="193063" y="73534"/>
                </a:lnTo>
                <a:lnTo>
                  <a:pt x="177364" y="73534"/>
                </a:lnTo>
                <a:lnTo>
                  <a:pt x="186360" y="22308"/>
                </a:lnTo>
                <a:lnTo>
                  <a:pt x="202059" y="22308"/>
                </a:lnTo>
                <a:close/>
                <a:moveTo>
                  <a:pt x="225744" y="74268"/>
                </a:moveTo>
                <a:cubicBezTo>
                  <a:pt x="221705" y="74268"/>
                  <a:pt x="218079" y="73626"/>
                  <a:pt x="214865" y="72341"/>
                </a:cubicBezTo>
                <a:cubicBezTo>
                  <a:pt x="211653" y="71056"/>
                  <a:pt x="209128" y="69266"/>
                  <a:pt x="207291" y="66971"/>
                </a:cubicBezTo>
                <a:cubicBezTo>
                  <a:pt x="205455" y="64676"/>
                  <a:pt x="204537" y="62028"/>
                  <a:pt x="204537" y="59029"/>
                </a:cubicBezTo>
                <a:cubicBezTo>
                  <a:pt x="204537" y="58601"/>
                  <a:pt x="204599" y="57836"/>
                  <a:pt x="204722" y="56734"/>
                </a:cubicBezTo>
                <a:lnTo>
                  <a:pt x="219869" y="56734"/>
                </a:lnTo>
                <a:cubicBezTo>
                  <a:pt x="219747" y="58632"/>
                  <a:pt x="220313" y="60147"/>
                  <a:pt x="221567" y="61278"/>
                </a:cubicBezTo>
                <a:cubicBezTo>
                  <a:pt x="222822" y="62410"/>
                  <a:pt x="224612" y="62976"/>
                  <a:pt x="226938" y="62976"/>
                </a:cubicBezTo>
                <a:cubicBezTo>
                  <a:pt x="228896" y="62976"/>
                  <a:pt x="230518" y="62609"/>
                  <a:pt x="231803" y="61875"/>
                </a:cubicBezTo>
                <a:cubicBezTo>
                  <a:pt x="233088" y="61140"/>
                  <a:pt x="233731" y="60100"/>
                  <a:pt x="233731" y="58754"/>
                </a:cubicBezTo>
                <a:cubicBezTo>
                  <a:pt x="233731" y="57468"/>
                  <a:pt x="233043" y="56443"/>
                  <a:pt x="231665" y="55678"/>
                </a:cubicBezTo>
                <a:cubicBezTo>
                  <a:pt x="230289" y="54913"/>
                  <a:pt x="228009" y="53980"/>
                  <a:pt x="224826" y="52878"/>
                </a:cubicBezTo>
                <a:cubicBezTo>
                  <a:pt x="221522" y="51777"/>
                  <a:pt x="218752" y="50691"/>
                  <a:pt x="216518" y="49619"/>
                </a:cubicBezTo>
                <a:cubicBezTo>
                  <a:pt x="214284" y="48548"/>
                  <a:pt x="212372" y="47003"/>
                  <a:pt x="210781" y="44984"/>
                </a:cubicBezTo>
                <a:cubicBezTo>
                  <a:pt x="209189" y="42964"/>
                  <a:pt x="208394" y="40424"/>
                  <a:pt x="208394" y="37364"/>
                </a:cubicBezTo>
                <a:cubicBezTo>
                  <a:pt x="208394" y="34365"/>
                  <a:pt x="209281" y="31657"/>
                  <a:pt x="211055" y="29239"/>
                </a:cubicBezTo>
                <a:cubicBezTo>
                  <a:pt x="212830" y="26821"/>
                  <a:pt x="215324" y="24940"/>
                  <a:pt x="218537" y="23594"/>
                </a:cubicBezTo>
                <a:cubicBezTo>
                  <a:pt x="221750" y="22247"/>
                  <a:pt x="225469" y="21574"/>
                  <a:pt x="229692" y="21574"/>
                </a:cubicBezTo>
                <a:cubicBezTo>
                  <a:pt x="233914" y="21574"/>
                  <a:pt x="237586" y="22263"/>
                  <a:pt x="240707" y="23640"/>
                </a:cubicBezTo>
                <a:cubicBezTo>
                  <a:pt x="243829" y="25017"/>
                  <a:pt x="246247" y="26929"/>
                  <a:pt x="247961" y="29378"/>
                </a:cubicBezTo>
                <a:cubicBezTo>
                  <a:pt x="249675" y="31825"/>
                  <a:pt x="250531" y="34579"/>
                  <a:pt x="250531" y="37638"/>
                </a:cubicBezTo>
                <a:lnTo>
                  <a:pt x="250439" y="39015"/>
                </a:lnTo>
                <a:lnTo>
                  <a:pt x="236209" y="39015"/>
                </a:lnTo>
                <a:cubicBezTo>
                  <a:pt x="236332" y="37179"/>
                  <a:pt x="235781" y="35711"/>
                  <a:pt x="234557" y="34610"/>
                </a:cubicBezTo>
                <a:cubicBezTo>
                  <a:pt x="233333" y="33508"/>
                  <a:pt x="231589" y="32957"/>
                  <a:pt x="229324" y="32957"/>
                </a:cubicBezTo>
                <a:cubicBezTo>
                  <a:pt x="227550" y="32957"/>
                  <a:pt x="226097" y="33324"/>
                  <a:pt x="224964" y="34059"/>
                </a:cubicBezTo>
                <a:cubicBezTo>
                  <a:pt x="223832" y="34793"/>
                  <a:pt x="223266" y="35803"/>
                  <a:pt x="223266" y="37088"/>
                </a:cubicBezTo>
                <a:cubicBezTo>
                  <a:pt x="223266" y="38434"/>
                  <a:pt x="224015" y="39552"/>
                  <a:pt x="225514" y="40440"/>
                </a:cubicBezTo>
                <a:cubicBezTo>
                  <a:pt x="227014" y="41327"/>
                  <a:pt x="229355" y="42321"/>
                  <a:pt x="232538" y="43422"/>
                </a:cubicBezTo>
                <a:cubicBezTo>
                  <a:pt x="235843" y="44524"/>
                  <a:pt x="238582" y="45611"/>
                  <a:pt x="240754" y="46682"/>
                </a:cubicBezTo>
                <a:cubicBezTo>
                  <a:pt x="242927" y="47753"/>
                  <a:pt x="244794" y="49252"/>
                  <a:pt x="246354" y="51180"/>
                </a:cubicBezTo>
                <a:cubicBezTo>
                  <a:pt x="247915" y="53108"/>
                  <a:pt x="248695" y="55510"/>
                  <a:pt x="248695" y="58387"/>
                </a:cubicBezTo>
                <a:cubicBezTo>
                  <a:pt x="248695" y="61692"/>
                  <a:pt x="247700" y="64538"/>
                  <a:pt x="245711" y="66925"/>
                </a:cubicBezTo>
                <a:cubicBezTo>
                  <a:pt x="243722" y="69311"/>
                  <a:pt x="240998" y="71132"/>
                  <a:pt x="237540" y="72387"/>
                </a:cubicBezTo>
                <a:cubicBezTo>
                  <a:pt x="234083" y="73641"/>
                  <a:pt x="230151" y="74268"/>
                  <a:pt x="225744" y="74268"/>
                </a:cubicBezTo>
                <a:close/>
                <a:moveTo>
                  <a:pt x="273573" y="16983"/>
                </a:moveTo>
                <a:cubicBezTo>
                  <a:pt x="271126" y="16983"/>
                  <a:pt x="269183" y="16326"/>
                  <a:pt x="267745" y="15010"/>
                </a:cubicBezTo>
                <a:cubicBezTo>
                  <a:pt x="266307" y="13694"/>
                  <a:pt x="265587" y="12026"/>
                  <a:pt x="265587" y="10006"/>
                </a:cubicBezTo>
                <a:cubicBezTo>
                  <a:pt x="265587" y="7252"/>
                  <a:pt x="266658" y="4896"/>
                  <a:pt x="268800" y="2938"/>
                </a:cubicBezTo>
                <a:cubicBezTo>
                  <a:pt x="270942" y="979"/>
                  <a:pt x="273543" y="0"/>
                  <a:pt x="276603" y="0"/>
                </a:cubicBezTo>
                <a:cubicBezTo>
                  <a:pt x="279052" y="0"/>
                  <a:pt x="280980" y="658"/>
                  <a:pt x="282387" y="1974"/>
                </a:cubicBezTo>
                <a:cubicBezTo>
                  <a:pt x="283795" y="3290"/>
                  <a:pt x="284498" y="4988"/>
                  <a:pt x="284498" y="7068"/>
                </a:cubicBezTo>
                <a:cubicBezTo>
                  <a:pt x="284498" y="9762"/>
                  <a:pt x="283427" y="12088"/>
                  <a:pt x="281285" y="14046"/>
                </a:cubicBezTo>
                <a:cubicBezTo>
                  <a:pt x="279144" y="16004"/>
                  <a:pt x="276573" y="16983"/>
                  <a:pt x="273573" y="16983"/>
                </a:cubicBezTo>
                <a:moveTo>
                  <a:pt x="280367" y="22308"/>
                </a:moveTo>
                <a:lnTo>
                  <a:pt x="271371" y="73534"/>
                </a:lnTo>
                <a:lnTo>
                  <a:pt x="255673" y="73534"/>
                </a:lnTo>
                <a:lnTo>
                  <a:pt x="264669" y="22308"/>
                </a:lnTo>
                <a:lnTo>
                  <a:pt x="280367" y="22308"/>
                </a:lnTo>
                <a:close/>
                <a:moveTo>
                  <a:pt x="323056" y="21757"/>
                </a:moveTo>
                <a:cubicBezTo>
                  <a:pt x="328197" y="21757"/>
                  <a:pt x="332236" y="23196"/>
                  <a:pt x="335174" y="26072"/>
                </a:cubicBezTo>
                <a:cubicBezTo>
                  <a:pt x="338112" y="28948"/>
                  <a:pt x="339581" y="32957"/>
                  <a:pt x="339581" y="38098"/>
                </a:cubicBezTo>
                <a:cubicBezTo>
                  <a:pt x="339581" y="39811"/>
                  <a:pt x="339397" y="41647"/>
                  <a:pt x="339029" y="43606"/>
                </a:cubicBezTo>
                <a:lnTo>
                  <a:pt x="333705" y="73534"/>
                </a:lnTo>
                <a:lnTo>
                  <a:pt x="318099" y="73534"/>
                </a:lnTo>
                <a:lnTo>
                  <a:pt x="323056" y="45718"/>
                </a:lnTo>
                <a:cubicBezTo>
                  <a:pt x="323240" y="44677"/>
                  <a:pt x="323332" y="43759"/>
                  <a:pt x="323332" y="42964"/>
                </a:cubicBezTo>
                <a:cubicBezTo>
                  <a:pt x="323332" y="40393"/>
                  <a:pt x="322613" y="38404"/>
                  <a:pt x="321175" y="36997"/>
                </a:cubicBezTo>
                <a:cubicBezTo>
                  <a:pt x="319737" y="35589"/>
                  <a:pt x="317732" y="34884"/>
                  <a:pt x="315161" y="34884"/>
                </a:cubicBezTo>
                <a:cubicBezTo>
                  <a:pt x="312101" y="34884"/>
                  <a:pt x="309530" y="35833"/>
                  <a:pt x="307450" y="37731"/>
                </a:cubicBezTo>
                <a:cubicBezTo>
                  <a:pt x="305369" y="39628"/>
                  <a:pt x="304022" y="42291"/>
                  <a:pt x="303410" y="45718"/>
                </a:cubicBezTo>
                <a:lnTo>
                  <a:pt x="303410" y="45259"/>
                </a:lnTo>
                <a:lnTo>
                  <a:pt x="298454" y="73534"/>
                </a:lnTo>
                <a:lnTo>
                  <a:pt x="282755" y="73534"/>
                </a:lnTo>
                <a:lnTo>
                  <a:pt x="291751" y="22308"/>
                </a:lnTo>
                <a:lnTo>
                  <a:pt x="307450" y="22308"/>
                </a:lnTo>
                <a:lnTo>
                  <a:pt x="306256" y="29193"/>
                </a:lnTo>
                <a:cubicBezTo>
                  <a:pt x="308276" y="26928"/>
                  <a:pt x="310740" y="25123"/>
                  <a:pt x="313647" y="23777"/>
                </a:cubicBezTo>
                <a:cubicBezTo>
                  <a:pt x="316554" y="22431"/>
                  <a:pt x="319690" y="21757"/>
                  <a:pt x="323056" y="21757"/>
                </a:cubicBezTo>
                <a:close/>
                <a:moveTo>
                  <a:pt x="365928" y="55908"/>
                </a:moveTo>
                <a:cubicBezTo>
                  <a:pt x="365867" y="56214"/>
                  <a:pt x="365837" y="56612"/>
                  <a:pt x="365837" y="57101"/>
                </a:cubicBezTo>
                <a:cubicBezTo>
                  <a:pt x="365837" y="58203"/>
                  <a:pt x="366158" y="58999"/>
                  <a:pt x="366801" y="59488"/>
                </a:cubicBezTo>
                <a:cubicBezTo>
                  <a:pt x="367443" y="59978"/>
                  <a:pt x="368499" y="60222"/>
                  <a:pt x="369968" y="60222"/>
                </a:cubicBezTo>
                <a:lnTo>
                  <a:pt x="375568" y="60222"/>
                </a:lnTo>
                <a:lnTo>
                  <a:pt x="373181" y="73534"/>
                </a:lnTo>
                <a:lnTo>
                  <a:pt x="365194" y="73534"/>
                </a:lnTo>
                <a:cubicBezTo>
                  <a:pt x="354912" y="73534"/>
                  <a:pt x="349771" y="69219"/>
                  <a:pt x="349771" y="60589"/>
                </a:cubicBezTo>
                <a:cubicBezTo>
                  <a:pt x="349771" y="59304"/>
                  <a:pt x="349924" y="57683"/>
                  <a:pt x="350230" y="55724"/>
                </a:cubicBezTo>
                <a:lnTo>
                  <a:pt x="353902" y="35344"/>
                </a:lnTo>
                <a:lnTo>
                  <a:pt x="347660" y="35344"/>
                </a:lnTo>
                <a:lnTo>
                  <a:pt x="349954" y="22308"/>
                </a:lnTo>
                <a:lnTo>
                  <a:pt x="356196" y="22308"/>
                </a:lnTo>
                <a:lnTo>
                  <a:pt x="358400" y="9822"/>
                </a:lnTo>
                <a:lnTo>
                  <a:pt x="374099" y="9822"/>
                </a:lnTo>
                <a:lnTo>
                  <a:pt x="371895" y="22308"/>
                </a:lnTo>
                <a:lnTo>
                  <a:pt x="382177" y="22308"/>
                </a:lnTo>
                <a:lnTo>
                  <a:pt x="379883" y="35344"/>
                </a:lnTo>
                <a:lnTo>
                  <a:pt x="369601" y="35344"/>
                </a:lnTo>
                <a:lnTo>
                  <a:pt x="365928" y="55908"/>
                </a:lnTo>
                <a:close/>
                <a:moveTo>
                  <a:pt x="413849" y="21574"/>
                </a:moveTo>
                <a:cubicBezTo>
                  <a:pt x="420459" y="21574"/>
                  <a:pt x="425707" y="23364"/>
                  <a:pt x="429593" y="26945"/>
                </a:cubicBezTo>
                <a:cubicBezTo>
                  <a:pt x="433480" y="30524"/>
                  <a:pt x="435423" y="35405"/>
                  <a:pt x="435423" y="41586"/>
                </a:cubicBezTo>
                <a:cubicBezTo>
                  <a:pt x="435423" y="43606"/>
                  <a:pt x="435270" y="45411"/>
                  <a:pt x="434965" y="47003"/>
                </a:cubicBezTo>
                <a:cubicBezTo>
                  <a:pt x="434720" y="48410"/>
                  <a:pt x="434353" y="49909"/>
                  <a:pt x="433863" y="51501"/>
                </a:cubicBezTo>
                <a:lnTo>
                  <a:pt x="398335" y="51501"/>
                </a:lnTo>
                <a:cubicBezTo>
                  <a:pt x="398274" y="51869"/>
                  <a:pt x="398243" y="52451"/>
                  <a:pt x="398243" y="53246"/>
                </a:cubicBezTo>
                <a:cubicBezTo>
                  <a:pt x="398243" y="55939"/>
                  <a:pt x="398977" y="57989"/>
                  <a:pt x="400446" y="59397"/>
                </a:cubicBezTo>
                <a:cubicBezTo>
                  <a:pt x="401915" y="60804"/>
                  <a:pt x="403874" y="61508"/>
                  <a:pt x="406321" y="61508"/>
                </a:cubicBezTo>
                <a:cubicBezTo>
                  <a:pt x="410239" y="61508"/>
                  <a:pt x="413238" y="59856"/>
                  <a:pt x="415319" y="56551"/>
                </a:cubicBezTo>
                <a:lnTo>
                  <a:pt x="432027" y="56551"/>
                </a:lnTo>
                <a:cubicBezTo>
                  <a:pt x="429824" y="61752"/>
                  <a:pt x="426243" y="66006"/>
                  <a:pt x="421285" y="69311"/>
                </a:cubicBezTo>
                <a:cubicBezTo>
                  <a:pt x="416328" y="72616"/>
                  <a:pt x="410759" y="74268"/>
                  <a:pt x="404577" y="74268"/>
                </a:cubicBezTo>
                <a:cubicBezTo>
                  <a:pt x="397967" y="74268"/>
                  <a:pt x="392689" y="72432"/>
                  <a:pt x="388741" y="68760"/>
                </a:cubicBezTo>
                <a:cubicBezTo>
                  <a:pt x="384794" y="65088"/>
                  <a:pt x="382820" y="60100"/>
                  <a:pt x="382820" y="53797"/>
                </a:cubicBezTo>
                <a:cubicBezTo>
                  <a:pt x="382820" y="51899"/>
                  <a:pt x="383003" y="49940"/>
                  <a:pt x="383370" y="47920"/>
                </a:cubicBezTo>
                <a:cubicBezTo>
                  <a:pt x="384289" y="42596"/>
                  <a:pt x="386187" y="37945"/>
                  <a:pt x="389063" y="33967"/>
                </a:cubicBezTo>
                <a:cubicBezTo>
                  <a:pt x="391940" y="29989"/>
                  <a:pt x="395520" y="26929"/>
                  <a:pt x="399803" y="24787"/>
                </a:cubicBezTo>
                <a:cubicBezTo>
                  <a:pt x="404088" y="22645"/>
                  <a:pt x="408770" y="21574"/>
                  <a:pt x="413849" y="21574"/>
                </a:cubicBezTo>
                <a:moveTo>
                  <a:pt x="419542" y="43515"/>
                </a:moveTo>
                <a:cubicBezTo>
                  <a:pt x="419664" y="42657"/>
                  <a:pt x="419726" y="42076"/>
                  <a:pt x="419726" y="41771"/>
                </a:cubicBezTo>
                <a:cubicBezTo>
                  <a:pt x="419726" y="39322"/>
                  <a:pt x="418960" y="37440"/>
                  <a:pt x="417430" y="36124"/>
                </a:cubicBezTo>
                <a:cubicBezTo>
                  <a:pt x="415900" y="34808"/>
                  <a:pt x="413880" y="34150"/>
                  <a:pt x="411371" y="34150"/>
                </a:cubicBezTo>
                <a:cubicBezTo>
                  <a:pt x="408678" y="34150"/>
                  <a:pt x="406306" y="34961"/>
                  <a:pt x="404255" y="36584"/>
                </a:cubicBezTo>
                <a:cubicBezTo>
                  <a:pt x="402205" y="38205"/>
                  <a:pt x="400721" y="40515"/>
                  <a:pt x="399803" y="43515"/>
                </a:cubicBezTo>
                <a:lnTo>
                  <a:pt x="419542" y="43515"/>
                </a:lnTo>
                <a:close/>
                <a:moveTo>
                  <a:pt x="461495" y="31580"/>
                </a:moveTo>
                <a:cubicBezTo>
                  <a:pt x="463882" y="28520"/>
                  <a:pt x="466621" y="26118"/>
                  <a:pt x="469711" y="24374"/>
                </a:cubicBezTo>
                <a:cubicBezTo>
                  <a:pt x="472802" y="22630"/>
                  <a:pt x="476031" y="21757"/>
                  <a:pt x="479397" y="21757"/>
                </a:cubicBezTo>
                <a:lnTo>
                  <a:pt x="476460" y="38374"/>
                </a:lnTo>
                <a:lnTo>
                  <a:pt x="472145" y="38374"/>
                </a:lnTo>
                <a:cubicBezTo>
                  <a:pt x="468228" y="38374"/>
                  <a:pt x="465137" y="39215"/>
                  <a:pt x="462872" y="40898"/>
                </a:cubicBezTo>
                <a:cubicBezTo>
                  <a:pt x="460608" y="42581"/>
                  <a:pt x="459109" y="45534"/>
                  <a:pt x="458374" y="49757"/>
                </a:cubicBezTo>
                <a:lnTo>
                  <a:pt x="454152" y="73534"/>
                </a:lnTo>
                <a:lnTo>
                  <a:pt x="438453" y="73534"/>
                </a:lnTo>
                <a:lnTo>
                  <a:pt x="447449" y="22308"/>
                </a:lnTo>
                <a:lnTo>
                  <a:pt x="463148" y="22308"/>
                </a:lnTo>
                <a:lnTo>
                  <a:pt x="461495" y="315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Text prets">
            <a:extLst xmlns:a="http://schemas.openxmlformats.org/drawingml/2006/main">
              <a:ext uri="{FF2B5EF4-FFF2-40B4-BE49-F238E27FC236}">
                <a16:creationId xmlns:a16="http://schemas.microsoft.com/office/drawing/2014/main" id="{E434C11A-6166-407D-9569-1D527D0A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5267" y="3780074"/>
            <a:ext cx="245850" cy="88132"/>
          </a:xfrm>
          <a:custGeom xmlns:a="http://schemas.openxmlformats.org/drawingml/2006/main">
            <a:pathLst>
              <a:path w="245850" h="88132">
                <a:moveTo>
                  <a:pt x="27725" y="19737"/>
                </a:moveTo>
                <a:cubicBezTo>
                  <a:pt x="29683" y="17350"/>
                  <a:pt x="32146" y="15423"/>
                  <a:pt x="35114" y="13955"/>
                </a:cubicBezTo>
                <a:cubicBezTo>
                  <a:pt x="38083" y="12486"/>
                  <a:pt x="41372" y="11751"/>
                  <a:pt x="44983" y="11751"/>
                </a:cubicBezTo>
                <a:cubicBezTo>
                  <a:pt x="50492" y="11751"/>
                  <a:pt x="54944" y="13557"/>
                  <a:pt x="58341" y="17168"/>
                </a:cubicBezTo>
                <a:cubicBezTo>
                  <a:pt x="61737" y="20779"/>
                  <a:pt x="63436" y="25675"/>
                  <a:pt x="63436" y="31856"/>
                </a:cubicBezTo>
                <a:cubicBezTo>
                  <a:pt x="63436" y="33753"/>
                  <a:pt x="63252" y="35804"/>
                  <a:pt x="62885" y="38007"/>
                </a:cubicBezTo>
                <a:cubicBezTo>
                  <a:pt x="61967" y="43270"/>
                  <a:pt x="60162" y="47906"/>
                  <a:pt x="57468" y="51915"/>
                </a:cubicBezTo>
                <a:cubicBezTo>
                  <a:pt x="54776" y="55924"/>
                  <a:pt x="51532" y="59014"/>
                  <a:pt x="47737" y="61187"/>
                </a:cubicBezTo>
                <a:cubicBezTo>
                  <a:pt x="43942" y="63360"/>
                  <a:pt x="39934" y="64446"/>
                  <a:pt x="35711" y="64446"/>
                </a:cubicBezTo>
                <a:cubicBezTo>
                  <a:pt x="32161" y="64446"/>
                  <a:pt x="29162" y="63712"/>
                  <a:pt x="26713" y="62244"/>
                </a:cubicBezTo>
                <a:cubicBezTo>
                  <a:pt x="24266" y="60775"/>
                  <a:pt x="22461" y="58877"/>
                  <a:pt x="21298" y="56551"/>
                </a:cubicBezTo>
                <a:lnTo>
                  <a:pt x="15697" y="88132"/>
                </a:lnTo>
                <a:lnTo>
                  <a:pt x="0" y="88132"/>
                </a:lnTo>
                <a:lnTo>
                  <a:pt x="13310" y="12485"/>
                </a:lnTo>
                <a:lnTo>
                  <a:pt x="29009" y="12485"/>
                </a:lnTo>
                <a:lnTo>
                  <a:pt x="27725" y="19737"/>
                </a:lnTo>
                <a:moveTo>
                  <a:pt x="47003" y="38007"/>
                </a:moveTo>
                <a:cubicBezTo>
                  <a:pt x="47187" y="36966"/>
                  <a:pt x="47279" y="36018"/>
                  <a:pt x="47279" y="35160"/>
                </a:cubicBezTo>
                <a:cubicBezTo>
                  <a:pt x="47279" y="32101"/>
                  <a:pt x="46406" y="29714"/>
                  <a:pt x="44662" y="28001"/>
                </a:cubicBezTo>
                <a:cubicBezTo>
                  <a:pt x="42918" y="26286"/>
                  <a:pt x="40699" y="25429"/>
                  <a:pt x="38007" y="25429"/>
                </a:cubicBezTo>
                <a:cubicBezTo>
                  <a:pt x="34885" y="25429"/>
                  <a:pt x="32038" y="26561"/>
                  <a:pt x="29467" y="28826"/>
                </a:cubicBezTo>
                <a:cubicBezTo>
                  <a:pt x="26897" y="31091"/>
                  <a:pt x="25245" y="34181"/>
                  <a:pt x="24511" y="38098"/>
                </a:cubicBezTo>
                <a:cubicBezTo>
                  <a:pt x="24327" y="39200"/>
                  <a:pt x="24235" y="40210"/>
                  <a:pt x="24235" y="41128"/>
                </a:cubicBezTo>
                <a:cubicBezTo>
                  <a:pt x="24235" y="44126"/>
                  <a:pt x="25092" y="46483"/>
                  <a:pt x="26806" y="48196"/>
                </a:cubicBezTo>
                <a:cubicBezTo>
                  <a:pt x="28520" y="49910"/>
                  <a:pt x="30723" y="50767"/>
                  <a:pt x="33416" y="50767"/>
                </a:cubicBezTo>
                <a:cubicBezTo>
                  <a:pt x="36537" y="50767"/>
                  <a:pt x="39398" y="49619"/>
                  <a:pt x="41999" y="47325"/>
                </a:cubicBezTo>
                <a:cubicBezTo>
                  <a:pt x="44601" y="45030"/>
                  <a:pt x="46269" y="41923"/>
                  <a:pt x="47003" y="38007"/>
                </a:cubicBezTo>
                <a:close/>
                <a:moveTo>
                  <a:pt x="89691" y="21757"/>
                </a:moveTo>
                <a:cubicBezTo>
                  <a:pt x="92078" y="18697"/>
                  <a:pt x="94817" y="16295"/>
                  <a:pt x="97907" y="14552"/>
                </a:cubicBezTo>
                <a:cubicBezTo>
                  <a:pt x="100998" y="12807"/>
                  <a:pt x="104227" y="11935"/>
                  <a:pt x="107594" y="11935"/>
                </a:cubicBezTo>
                <a:lnTo>
                  <a:pt x="104656" y="28551"/>
                </a:lnTo>
                <a:lnTo>
                  <a:pt x="100342" y="28551"/>
                </a:lnTo>
                <a:cubicBezTo>
                  <a:pt x="96424" y="28551"/>
                  <a:pt x="93333" y="29393"/>
                  <a:pt x="91068" y="31076"/>
                </a:cubicBezTo>
                <a:cubicBezTo>
                  <a:pt x="88805" y="32758"/>
                  <a:pt x="87305" y="35711"/>
                  <a:pt x="86570" y="39934"/>
                </a:cubicBezTo>
                <a:lnTo>
                  <a:pt x="82348" y="63712"/>
                </a:lnTo>
                <a:lnTo>
                  <a:pt x="66649" y="63712"/>
                </a:lnTo>
                <a:lnTo>
                  <a:pt x="75645" y="12485"/>
                </a:lnTo>
                <a:lnTo>
                  <a:pt x="91344" y="12485"/>
                </a:lnTo>
                <a:lnTo>
                  <a:pt x="89691" y="21757"/>
                </a:lnTo>
                <a:close/>
                <a:moveTo>
                  <a:pt x="137888" y="11751"/>
                </a:moveTo>
                <a:cubicBezTo>
                  <a:pt x="144498" y="11751"/>
                  <a:pt x="149746" y="13542"/>
                  <a:pt x="153631" y="17122"/>
                </a:cubicBezTo>
                <a:cubicBezTo>
                  <a:pt x="157518" y="20702"/>
                  <a:pt x="159462" y="25582"/>
                  <a:pt x="159462" y="31763"/>
                </a:cubicBezTo>
                <a:cubicBezTo>
                  <a:pt x="159462" y="33783"/>
                  <a:pt x="159309" y="35589"/>
                  <a:pt x="159004" y="37180"/>
                </a:cubicBezTo>
                <a:cubicBezTo>
                  <a:pt x="158759" y="38588"/>
                  <a:pt x="158391" y="40087"/>
                  <a:pt x="157901" y="41678"/>
                </a:cubicBezTo>
                <a:lnTo>
                  <a:pt x="122374" y="41678"/>
                </a:lnTo>
                <a:cubicBezTo>
                  <a:pt x="122312" y="42046"/>
                  <a:pt x="122281" y="42628"/>
                  <a:pt x="122281" y="43424"/>
                </a:cubicBezTo>
                <a:cubicBezTo>
                  <a:pt x="122281" y="46116"/>
                  <a:pt x="123016" y="48166"/>
                  <a:pt x="124485" y="49575"/>
                </a:cubicBezTo>
                <a:cubicBezTo>
                  <a:pt x="125954" y="50982"/>
                  <a:pt x="127912" y="51686"/>
                  <a:pt x="130360" y="51686"/>
                </a:cubicBezTo>
                <a:cubicBezTo>
                  <a:pt x="134277" y="51686"/>
                  <a:pt x="137277" y="50033"/>
                  <a:pt x="139357" y="46728"/>
                </a:cubicBezTo>
                <a:lnTo>
                  <a:pt x="156066" y="46728"/>
                </a:lnTo>
                <a:cubicBezTo>
                  <a:pt x="153862" y="51930"/>
                  <a:pt x="150281" y="56183"/>
                  <a:pt x="145323" y="59488"/>
                </a:cubicBezTo>
                <a:cubicBezTo>
                  <a:pt x="140366" y="62793"/>
                  <a:pt x="134797" y="64446"/>
                  <a:pt x="128616" y="64446"/>
                </a:cubicBezTo>
                <a:cubicBezTo>
                  <a:pt x="122006" y="64446"/>
                  <a:pt x="116727" y="62610"/>
                  <a:pt x="112780" y="58938"/>
                </a:cubicBezTo>
                <a:cubicBezTo>
                  <a:pt x="108832" y="55266"/>
                  <a:pt x="106858" y="50278"/>
                  <a:pt x="106858" y="43974"/>
                </a:cubicBezTo>
                <a:cubicBezTo>
                  <a:pt x="106858" y="42077"/>
                  <a:pt x="107042" y="40118"/>
                  <a:pt x="107409" y="38098"/>
                </a:cubicBezTo>
                <a:cubicBezTo>
                  <a:pt x="108328" y="32774"/>
                  <a:pt x="110226" y="28123"/>
                  <a:pt x="113102" y="24144"/>
                </a:cubicBezTo>
                <a:cubicBezTo>
                  <a:pt x="115978" y="20166"/>
                  <a:pt x="119558" y="17106"/>
                  <a:pt x="123842" y="14965"/>
                </a:cubicBezTo>
                <a:cubicBezTo>
                  <a:pt x="128126" y="12823"/>
                  <a:pt x="132808" y="11751"/>
                  <a:pt x="137888" y="11751"/>
                </a:cubicBezTo>
                <a:moveTo>
                  <a:pt x="143581" y="33692"/>
                </a:moveTo>
                <a:cubicBezTo>
                  <a:pt x="143703" y="32835"/>
                  <a:pt x="143764" y="32254"/>
                  <a:pt x="143764" y="31948"/>
                </a:cubicBezTo>
                <a:cubicBezTo>
                  <a:pt x="143764" y="29500"/>
                  <a:pt x="142999" y="27617"/>
                  <a:pt x="141468" y="26302"/>
                </a:cubicBezTo>
                <a:cubicBezTo>
                  <a:pt x="139939" y="24986"/>
                  <a:pt x="137919" y="24328"/>
                  <a:pt x="135410" y="24328"/>
                </a:cubicBezTo>
                <a:cubicBezTo>
                  <a:pt x="132716" y="24328"/>
                  <a:pt x="130344" y="25139"/>
                  <a:pt x="128294" y="26761"/>
                </a:cubicBezTo>
                <a:cubicBezTo>
                  <a:pt x="126244" y="28382"/>
                  <a:pt x="124760" y="30693"/>
                  <a:pt x="123842" y="33692"/>
                </a:cubicBezTo>
                <a:lnTo>
                  <a:pt x="143581" y="33692"/>
                </a:lnTo>
                <a:close/>
                <a:moveTo>
                  <a:pt x="183790" y="46085"/>
                </a:moveTo>
                <a:cubicBezTo>
                  <a:pt x="183729" y="46392"/>
                  <a:pt x="183699" y="46789"/>
                  <a:pt x="183699" y="47279"/>
                </a:cubicBezTo>
                <a:cubicBezTo>
                  <a:pt x="183699" y="48381"/>
                  <a:pt x="184020" y="49176"/>
                  <a:pt x="184662" y="49666"/>
                </a:cubicBezTo>
                <a:cubicBezTo>
                  <a:pt x="185305" y="50155"/>
                  <a:pt x="186361" y="50400"/>
                  <a:pt x="187830" y="50400"/>
                </a:cubicBezTo>
                <a:lnTo>
                  <a:pt x="193430" y="50400"/>
                </a:lnTo>
                <a:lnTo>
                  <a:pt x="191043" y="63712"/>
                </a:lnTo>
                <a:lnTo>
                  <a:pt x="183056" y="63712"/>
                </a:lnTo>
                <a:cubicBezTo>
                  <a:pt x="172774" y="63712"/>
                  <a:pt x="167633" y="59397"/>
                  <a:pt x="167633" y="50767"/>
                </a:cubicBezTo>
                <a:cubicBezTo>
                  <a:pt x="167633" y="49482"/>
                  <a:pt x="167786" y="47860"/>
                  <a:pt x="168092" y="45902"/>
                </a:cubicBezTo>
                <a:lnTo>
                  <a:pt x="171764" y="25521"/>
                </a:lnTo>
                <a:lnTo>
                  <a:pt x="165522" y="25521"/>
                </a:lnTo>
                <a:lnTo>
                  <a:pt x="167816" y="12485"/>
                </a:lnTo>
                <a:lnTo>
                  <a:pt x="174058" y="12485"/>
                </a:lnTo>
                <a:lnTo>
                  <a:pt x="176262" y="0"/>
                </a:lnTo>
                <a:lnTo>
                  <a:pt x="191961" y="0"/>
                </a:lnTo>
                <a:lnTo>
                  <a:pt x="189757" y="12485"/>
                </a:lnTo>
                <a:lnTo>
                  <a:pt x="200039" y="12485"/>
                </a:lnTo>
                <a:lnTo>
                  <a:pt x="197744" y="25521"/>
                </a:lnTo>
                <a:lnTo>
                  <a:pt x="187463" y="25521"/>
                </a:lnTo>
                <a:lnTo>
                  <a:pt x="183790" y="46085"/>
                </a:lnTo>
                <a:close/>
                <a:moveTo>
                  <a:pt x="221063" y="64446"/>
                </a:moveTo>
                <a:cubicBezTo>
                  <a:pt x="217024" y="64446"/>
                  <a:pt x="213397" y="63803"/>
                  <a:pt x="210184" y="62518"/>
                </a:cubicBezTo>
                <a:cubicBezTo>
                  <a:pt x="206971" y="61233"/>
                  <a:pt x="204447" y="59443"/>
                  <a:pt x="202610" y="57149"/>
                </a:cubicBezTo>
                <a:cubicBezTo>
                  <a:pt x="200774" y="54853"/>
                  <a:pt x="199856" y="52206"/>
                  <a:pt x="199856" y="49206"/>
                </a:cubicBezTo>
                <a:cubicBezTo>
                  <a:pt x="199856" y="48779"/>
                  <a:pt x="199917" y="48014"/>
                  <a:pt x="200041" y="46912"/>
                </a:cubicBezTo>
                <a:lnTo>
                  <a:pt x="215188" y="46912"/>
                </a:lnTo>
                <a:cubicBezTo>
                  <a:pt x="215065" y="48809"/>
                  <a:pt x="215631" y="50324"/>
                  <a:pt x="216885" y="51456"/>
                </a:cubicBezTo>
                <a:cubicBezTo>
                  <a:pt x="218140" y="52588"/>
                  <a:pt x="219931" y="53154"/>
                  <a:pt x="222256" y="53154"/>
                </a:cubicBezTo>
                <a:cubicBezTo>
                  <a:pt x="224214" y="53154"/>
                  <a:pt x="225836" y="52787"/>
                  <a:pt x="227121" y="52053"/>
                </a:cubicBezTo>
                <a:cubicBezTo>
                  <a:pt x="228407" y="51318"/>
                  <a:pt x="229050" y="50277"/>
                  <a:pt x="229050" y="48932"/>
                </a:cubicBezTo>
                <a:cubicBezTo>
                  <a:pt x="229050" y="47646"/>
                  <a:pt x="228361" y="46620"/>
                  <a:pt x="226984" y="45856"/>
                </a:cubicBezTo>
                <a:cubicBezTo>
                  <a:pt x="225607" y="45091"/>
                  <a:pt x="223328" y="44157"/>
                  <a:pt x="220145" y="43055"/>
                </a:cubicBezTo>
                <a:cubicBezTo>
                  <a:pt x="216840" y="41954"/>
                  <a:pt x="214071" y="40868"/>
                  <a:pt x="211837" y="39797"/>
                </a:cubicBezTo>
                <a:cubicBezTo>
                  <a:pt x="209603" y="38726"/>
                  <a:pt x="207690" y="37181"/>
                  <a:pt x="206099" y="35162"/>
                </a:cubicBezTo>
                <a:cubicBezTo>
                  <a:pt x="204508" y="33142"/>
                  <a:pt x="203712" y="30602"/>
                  <a:pt x="203712" y="27541"/>
                </a:cubicBezTo>
                <a:cubicBezTo>
                  <a:pt x="203712" y="24543"/>
                  <a:pt x="204599" y="21834"/>
                  <a:pt x="206374" y="19417"/>
                </a:cubicBezTo>
                <a:cubicBezTo>
                  <a:pt x="208149" y="16999"/>
                  <a:pt x="210643" y="15117"/>
                  <a:pt x="213855" y="13771"/>
                </a:cubicBezTo>
                <a:cubicBezTo>
                  <a:pt x="217069" y="12425"/>
                  <a:pt x="220787" y="11751"/>
                  <a:pt x="225010" y="11751"/>
                </a:cubicBezTo>
                <a:cubicBezTo>
                  <a:pt x="229233" y="11751"/>
                  <a:pt x="232905" y="12440"/>
                  <a:pt x="236026" y="13818"/>
                </a:cubicBezTo>
                <a:cubicBezTo>
                  <a:pt x="239148" y="15194"/>
                  <a:pt x="241566" y="17107"/>
                  <a:pt x="243279" y="19555"/>
                </a:cubicBezTo>
                <a:cubicBezTo>
                  <a:pt x="244993" y="22003"/>
                  <a:pt x="245850" y="24757"/>
                  <a:pt x="245850" y="27816"/>
                </a:cubicBezTo>
                <a:lnTo>
                  <a:pt x="245757" y="29193"/>
                </a:lnTo>
                <a:lnTo>
                  <a:pt x="231528" y="29193"/>
                </a:lnTo>
                <a:cubicBezTo>
                  <a:pt x="231650" y="27357"/>
                  <a:pt x="231099" y="25888"/>
                  <a:pt x="229875" y="24787"/>
                </a:cubicBezTo>
                <a:cubicBezTo>
                  <a:pt x="228652" y="23685"/>
                  <a:pt x="226908" y="23134"/>
                  <a:pt x="224643" y="23134"/>
                </a:cubicBezTo>
                <a:cubicBezTo>
                  <a:pt x="222869" y="23134"/>
                  <a:pt x="221415" y="23502"/>
                  <a:pt x="220282" y="24237"/>
                </a:cubicBezTo>
                <a:cubicBezTo>
                  <a:pt x="219150" y="24971"/>
                  <a:pt x="218585" y="25980"/>
                  <a:pt x="218585" y="27265"/>
                </a:cubicBezTo>
                <a:cubicBezTo>
                  <a:pt x="218585" y="28612"/>
                  <a:pt x="219334" y="29729"/>
                  <a:pt x="220833" y="30618"/>
                </a:cubicBezTo>
                <a:cubicBezTo>
                  <a:pt x="222333" y="31505"/>
                  <a:pt x="224674" y="32499"/>
                  <a:pt x="227856" y="33600"/>
                </a:cubicBezTo>
                <a:cubicBezTo>
                  <a:pt x="231161" y="34702"/>
                  <a:pt x="233900" y="35788"/>
                  <a:pt x="236072" y="36860"/>
                </a:cubicBezTo>
                <a:cubicBezTo>
                  <a:pt x="238245" y="37931"/>
                  <a:pt x="240112" y="39430"/>
                  <a:pt x="241673" y="41358"/>
                </a:cubicBezTo>
                <a:cubicBezTo>
                  <a:pt x="243233" y="43285"/>
                  <a:pt x="244013" y="45687"/>
                  <a:pt x="244013" y="48565"/>
                </a:cubicBezTo>
                <a:cubicBezTo>
                  <a:pt x="244013" y="51870"/>
                  <a:pt x="243019" y="54716"/>
                  <a:pt x="241030" y="57103"/>
                </a:cubicBezTo>
                <a:cubicBezTo>
                  <a:pt x="239041" y="59489"/>
                  <a:pt x="236317" y="61309"/>
                  <a:pt x="232859" y="62564"/>
                </a:cubicBezTo>
                <a:cubicBezTo>
                  <a:pt x="229402" y="63819"/>
                  <a:pt x="225469" y="64446"/>
                  <a:pt x="221063" y="644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Text somematri">
            <a:extLst xmlns:a="http://schemas.openxmlformats.org/drawingml/2006/main">
              <a:ext uri="{FF2B5EF4-FFF2-40B4-BE49-F238E27FC236}">
                <a16:creationId xmlns:a16="http://schemas.microsoft.com/office/drawing/2014/main" id="{A13EF25E-0481-4BD6-B404-01572352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4701" y="3873530"/>
            <a:ext cx="549536" cy="74268"/>
          </a:xfrm>
          <a:custGeom xmlns:a="http://schemas.openxmlformats.org/drawingml/2006/main">
            <a:pathLst>
              <a:path w="549536" h="74268">
                <a:moveTo>
                  <a:pt x="21207" y="74268"/>
                </a:moveTo>
                <a:cubicBezTo>
                  <a:pt x="17168" y="74268"/>
                  <a:pt x="13542" y="73626"/>
                  <a:pt x="10328" y="72341"/>
                </a:cubicBezTo>
                <a:cubicBezTo>
                  <a:pt x="7116" y="71056"/>
                  <a:pt x="4591" y="69266"/>
                  <a:pt x="2754" y="66971"/>
                </a:cubicBezTo>
                <a:cubicBezTo>
                  <a:pt x="918" y="64676"/>
                  <a:pt x="0" y="62028"/>
                  <a:pt x="0" y="59029"/>
                </a:cubicBezTo>
                <a:cubicBezTo>
                  <a:pt x="0" y="58601"/>
                  <a:pt x="62" y="57836"/>
                  <a:pt x="185" y="56734"/>
                </a:cubicBezTo>
                <a:lnTo>
                  <a:pt x="15332" y="56734"/>
                </a:lnTo>
                <a:cubicBezTo>
                  <a:pt x="15210" y="58632"/>
                  <a:pt x="15775" y="60147"/>
                  <a:pt x="17030" y="61278"/>
                </a:cubicBezTo>
                <a:cubicBezTo>
                  <a:pt x="18285" y="62410"/>
                  <a:pt x="20075" y="62976"/>
                  <a:pt x="22400" y="62976"/>
                </a:cubicBezTo>
                <a:cubicBezTo>
                  <a:pt x="24359" y="62976"/>
                  <a:pt x="25980" y="62609"/>
                  <a:pt x="27265" y="61875"/>
                </a:cubicBezTo>
                <a:cubicBezTo>
                  <a:pt x="28551" y="61140"/>
                  <a:pt x="29194" y="60100"/>
                  <a:pt x="29194" y="58754"/>
                </a:cubicBezTo>
                <a:cubicBezTo>
                  <a:pt x="29194" y="57468"/>
                  <a:pt x="28506" y="56443"/>
                  <a:pt x="27128" y="55678"/>
                </a:cubicBezTo>
                <a:cubicBezTo>
                  <a:pt x="25752" y="54913"/>
                  <a:pt x="23472" y="53980"/>
                  <a:pt x="20289" y="52878"/>
                </a:cubicBezTo>
                <a:cubicBezTo>
                  <a:pt x="16984" y="51777"/>
                  <a:pt x="14215" y="50691"/>
                  <a:pt x="11981" y="49619"/>
                </a:cubicBezTo>
                <a:cubicBezTo>
                  <a:pt x="9747" y="48548"/>
                  <a:pt x="7835" y="47003"/>
                  <a:pt x="6243" y="44984"/>
                </a:cubicBezTo>
                <a:cubicBezTo>
                  <a:pt x="4652" y="42964"/>
                  <a:pt x="3856" y="40424"/>
                  <a:pt x="3856" y="37364"/>
                </a:cubicBezTo>
                <a:cubicBezTo>
                  <a:pt x="3856" y="34365"/>
                  <a:pt x="4744" y="31657"/>
                  <a:pt x="6518" y="29239"/>
                </a:cubicBezTo>
                <a:cubicBezTo>
                  <a:pt x="8293" y="26821"/>
                  <a:pt x="10787" y="24940"/>
                  <a:pt x="14000" y="23594"/>
                </a:cubicBezTo>
                <a:cubicBezTo>
                  <a:pt x="17213" y="22247"/>
                  <a:pt x="20931" y="21574"/>
                  <a:pt x="25154" y="21574"/>
                </a:cubicBezTo>
                <a:cubicBezTo>
                  <a:pt x="29377" y="21574"/>
                  <a:pt x="33049" y="22263"/>
                  <a:pt x="36170" y="23640"/>
                </a:cubicBezTo>
                <a:cubicBezTo>
                  <a:pt x="39292" y="25017"/>
                  <a:pt x="41710" y="26929"/>
                  <a:pt x="43424" y="29378"/>
                </a:cubicBezTo>
                <a:cubicBezTo>
                  <a:pt x="45137" y="31825"/>
                  <a:pt x="45994" y="34579"/>
                  <a:pt x="45994" y="37638"/>
                </a:cubicBezTo>
                <a:lnTo>
                  <a:pt x="45902" y="39015"/>
                </a:lnTo>
                <a:lnTo>
                  <a:pt x="31672" y="39015"/>
                </a:lnTo>
                <a:cubicBezTo>
                  <a:pt x="31795" y="37179"/>
                  <a:pt x="31244" y="35711"/>
                  <a:pt x="30019" y="34610"/>
                </a:cubicBezTo>
                <a:cubicBezTo>
                  <a:pt x="28796" y="33508"/>
                  <a:pt x="27052" y="32957"/>
                  <a:pt x="24787" y="32957"/>
                </a:cubicBezTo>
                <a:cubicBezTo>
                  <a:pt x="23013" y="32957"/>
                  <a:pt x="21559" y="33324"/>
                  <a:pt x="20427" y="34059"/>
                </a:cubicBezTo>
                <a:cubicBezTo>
                  <a:pt x="19295" y="34793"/>
                  <a:pt x="18729" y="35803"/>
                  <a:pt x="18729" y="37088"/>
                </a:cubicBezTo>
                <a:cubicBezTo>
                  <a:pt x="18729" y="38434"/>
                  <a:pt x="19478" y="39552"/>
                  <a:pt x="20977" y="40440"/>
                </a:cubicBezTo>
                <a:cubicBezTo>
                  <a:pt x="22477" y="41327"/>
                  <a:pt x="24818" y="42321"/>
                  <a:pt x="28001" y="43422"/>
                </a:cubicBezTo>
                <a:cubicBezTo>
                  <a:pt x="31306" y="44524"/>
                  <a:pt x="34044" y="45611"/>
                  <a:pt x="36217" y="46682"/>
                </a:cubicBezTo>
                <a:cubicBezTo>
                  <a:pt x="38390" y="47753"/>
                  <a:pt x="40256" y="49252"/>
                  <a:pt x="41817" y="51180"/>
                </a:cubicBezTo>
                <a:cubicBezTo>
                  <a:pt x="43377" y="53108"/>
                  <a:pt x="44158" y="55510"/>
                  <a:pt x="44158" y="58387"/>
                </a:cubicBezTo>
                <a:cubicBezTo>
                  <a:pt x="44158" y="61692"/>
                  <a:pt x="43163" y="64538"/>
                  <a:pt x="41174" y="66925"/>
                </a:cubicBezTo>
                <a:cubicBezTo>
                  <a:pt x="39185" y="69311"/>
                  <a:pt x="36461" y="71132"/>
                  <a:pt x="33003" y="72387"/>
                </a:cubicBezTo>
                <a:cubicBezTo>
                  <a:pt x="29546" y="73641"/>
                  <a:pt x="25614" y="74268"/>
                  <a:pt x="21207" y="74268"/>
                </a:cubicBezTo>
                <a:close/>
                <a:moveTo>
                  <a:pt x="74545" y="74268"/>
                </a:moveTo>
                <a:cubicBezTo>
                  <a:pt x="70138" y="74268"/>
                  <a:pt x="66221" y="73381"/>
                  <a:pt x="62794" y="71607"/>
                </a:cubicBezTo>
                <a:cubicBezTo>
                  <a:pt x="59367" y="69831"/>
                  <a:pt x="56720" y="67322"/>
                  <a:pt x="54853" y="64079"/>
                </a:cubicBezTo>
                <a:cubicBezTo>
                  <a:pt x="52986" y="60834"/>
                  <a:pt x="52053" y="57070"/>
                  <a:pt x="52053" y="52787"/>
                </a:cubicBezTo>
                <a:cubicBezTo>
                  <a:pt x="52053" y="46972"/>
                  <a:pt x="53430" y="41678"/>
                  <a:pt x="56184" y="36904"/>
                </a:cubicBezTo>
                <a:cubicBezTo>
                  <a:pt x="58938" y="32130"/>
                  <a:pt x="62732" y="28382"/>
                  <a:pt x="67567" y="25659"/>
                </a:cubicBezTo>
                <a:cubicBezTo>
                  <a:pt x="72402" y="22935"/>
                  <a:pt x="77788" y="21574"/>
                  <a:pt x="83725" y="21574"/>
                </a:cubicBezTo>
                <a:cubicBezTo>
                  <a:pt x="88132" y="21574"/>
                  <a:pt x="92064" y="22476"/>
                  <a:pt x="95521" y="24282"/>
                </a:cubicBezTo>
                <a:cubicBezTo>
                  <a:pt x="98979" y="26087"/>
                  <a:pt x="101657" y="28612"/>
                  <a:pt x="103555" y="31856"/>
                </a:cubicBezTo>
                <a:cubicBezTo>
                  <a:pt x="105452" y="35099"/>
                  <a:pt x="106401" y="38863"/>
                  <a:pt x="106401" y="43148"/>
                </a:cubicBezTo>
                <a:cubicBezTo>
                  <a:pt x="106401" y="49023"/>
                  <a:pt x="105009" y="54332"/>
                  <a:pt x="102224" y="59075"/>
                </a:cubicBezTo>
                <a:cubicBezTo>
                  <a:pt x="99439" y="63818"/>
                  <a:pt x="95614" y="67536"/>
                  <a:pt x="90749" y="70230"/>
                </a:cubicBezTo>
                <a:cubicBezTo>
                  <a:pt x="85883" y="72922"/>
                  <a:pt x="80482" y="74268"/>
                  <a:pt x="74545" y="74268"/>
                </a:cubicBezTo>
                <a:moveTo>
                  <a:pt x="76747" y="60773"/>
                </a:moveTo>
                <a:cubicBezTo>
                  <a:pt x="79318" y="60773"/>
                  <a:pt x="81629" y="59992"/>
                  <a:pt x="83679" y="58432"/>
                </a:cubicBezTo>
                <a:cubicBezTo>
                  <a:pt x="85729" y="56871"/>
                  <a:pt x="87321" y="54852"/>
                  <a:pt x="88453" y="52373"/>
                </a:cubicBezTo>
                <a:cubicBezTo>
                  <a:pt x="89585" y="49895"/>
                  <a:pt x="90152" y="47309"/>
                  <a:pt x="90152" y="44616"/>
                </a:cubicBezTo>
                <a:cubicBezTo>
                  <a:pt x="90152" y="41555"/>
                  <a:pt x="89325" y="39199"/>
                  <a:pt x="87672" y="37547"/>
                </a:cubicBezTo>
                <a:cubicBezTo>
                  <a:pt x="86020" y="35894"/>
                  <a:pt x="83940" y="35068"/>
                  <a:pt x="81430" y="35068"/>
                </a:cubicBezTo>
                <a:cubicBezTo>
                  <a:pt x="78799" y="35068"/>
                  <a:pt x="76488" y="35849"/>
                  <a:pt x="74499" y="37410"/>
                </a:cubicBezTo>
                <a:cubicBezTo>
                  <a:pt x="72510" y="38971"/>
                  <a:pt x="70964" y="41005"/>
                  <a:pt x="69862" y="43515"/>
                </a:cubicBezTo>
                <a:cubicBezTo>
                  <a:pt x="68761" y="46024"/>
                  <a:pt x="68211" y="48656"/>
                  <a:pt x="68211" y="51410"/>
                </a:cubicBezTo>
                <a:cubicBezTo>
                  <a:pt x="68211" y="54408"/>
                  <a:pt x="69006" y="56719"/>
                  <a:pt x="70597" y="58341"/>
                </a:cubicBezTo>
                <a:cubicBezTo>
                  <a:pt x="72188" y="59962"/>
                  <a:pt x="74238" y="60773"/>
                  <a:pt x="76747" y="60773"/>
                </a:cubicBezTo>
                <a:close/>
                <a:moveTo>
                  <a:pt x="184158" y="21757"/>
                </a:moveTo>
                <a:cubicBezTo>
                  <a:pt x="189666" y="21757"/>
                  <a:pt x="193965" y="23211"/>
                  <a:pt x="197055" y="26118"/>
                </a:cubicBezTo>
                <a:cubicBezTo>
                  <a:pt x="200147" y="29025"/>
                  <a:pt x="201692" y="33080"/>
                  <a:pt x="201692" y="38281"/>
                </a:cubicBezTo>
                <a:cubicBezTo>
                  <a:pt x="201692" y="39873"/>
                  <a:pt x="201509" y="41647"/>
                  <a:pt x="201142" y="43606"/>
                </a:cubicBezTo>
                <a:lnTo>
                  <a:pt x="195817" y="73534"/>
                </a:lnTo>
                <a:lnTo>
                  <a:pt x="180211" y="73534"/>
                </a:lnTo>
                <a:lnTo>
                  <a:pt x="185168" y="45718"/>
                </a:lnTo>
                <a:cubicBezTo>
                  <a:pt x="185291" y="45106"/>
                  <a:pt x="185352" y="44279"/>
                  <a:pt x="185352" y="43239"/>
                </a:cubicBezTo>
                <a:cubicBezTo>
                  <a:pt x="185352" y="40669"/>
                  <a:pt x="184633" y="38710"/>
                  <a:pt x="183194" y="37364"/>
                </a:cubicBezTo>
                <a:cubicBezTo>
                  <a:pt x="181756" y="36017"/>
                  <a:pt x="179752" y="35344"/>
                  <a:pt x="177181" y="35344"/>
                </a:cubicBezTo>
                <a:cubicBezTo>
                  <a:pt x="174121" y="35344"/>
                  <a:pt x="171551" y="36247"/>
                  <a:pt x="169469" y="38053"/>
                </a:cubicBezTo>
                <a:cubicBezTo>
                  <a:pt x="167389" y="39858"/>
                  <a:pt x="166073" y="42413"/>
                  <a:pt x="165522" y="45718"/>
                </a:cubicBezTo>
                <a:lnTo>
                  <a:pt x="160564" y="73534"/>
                </a:lnTo>
                <a:lnTo>
                  <a:pt x="144958" y="73534"/>
                </a:lnTo>
                <a:lnTo>
                  <a:pt x="149915" y="45718"/>
                </a:lnTo>
                <a:cubicBezTo>
                  <a:pt x="150038" y="45106"/>
                  <a:pt x="150099" y="44279"/>
                  <a:pt x="150099" y="43239"/>
                </a:cubicBezTo>
                <a:cubicBezTo>
                  <a:pt x="150099" y="40669"/>
                  <a:pt x="149380" y="38710"/>
                  <a:pt x="147942" y="37364"/>
                </a:cubicBezTo>
                <a:cubicBezTo>
                  <a:pt x="146503" y="36017"/>
                  <a:pt x="144499" y="35344"/>
                  <a:pt x="141929" y="35344"/>
                </a:cubicBezTo>
                <a:cubicBezTo>
                  <a:pt x="138869" y="35344"/>
                  <a:pt x="136298" y="36247"/>
                  <a:pt x="134217" y="38053"/>
                </a:cubicBezTo>
                <a:cubicBezTo>
                  <a:pt x="132136" y="39858"/>
                  <a:pt x="130820" y="42413"/>
                  <a:pt x="130269" y="45718"/>
                </a:cubicBezTo>
                <a:lnTo>
                  <a:pt x="130269" y="45259"/>
                </a:lnTo>
                <a:lnTo>
                  <a:pt x="125313" y="73534"/>
                </a:lnTo>
                <a:lnTo>
                  <a:pt x="109614" y="73534"/>
                </a:lnTo>
                <a:lnTo>
                  <a:pt x="118610" y="22308"/>
                </a:lnTo>
                <a:lnTo>
                  <a:pt x="134309" y="22308"/>
                </a:lnTo>
                <a:lnTo>
                  <a:pt x="133208" y="28826"/>
                </a:lnTo>
                <a:cubicBezTo>
                  <a:pt x="135166" y="26623"/>
                  <a:pt x="137538" y="24894"/>
                  <a:pt x="140323" y="23640"/>
                </a:cubicBezTo>
                <a:cubicBezTo>
                  <a:pt x="143107" y="22385"/>
                  <a:pt x="146122" y="21757"/>
                  <a:pt x="149365" y="21757"/>
                </a:cubicBezTo>
                <a:cubicBezTo>
                  <a:pt x="153282" y="21757"/>
                  <a:pt x="156601" y="22584"/>
                  <a:pt x="159325" y="24237"/>
                </a:cubicBezTo>
                <a:cubicBezTo>
                  <a:pt x="162049" y="25889"/>
                  <a:pt x="163992" y="28275"/>
                  <a:pt x="165155" y="31396"/>
                </a:cubicBezTo>
                <a:cubicBezTo>
                  <a:pt x="167419" y="28520"/>
                  <a:pt x="170235" y="26195"/>
                  <a:pt x="173600" y="24420"/>
                </a:cubicBezTo>
                <a:cubicBezTo>
                  <a:pt x="176967" y="22645"/>
                  <a:pt x="180486" y="21757"/>
                  <a:pt x="184158" y="21757"/>
                </a:cubicBezTo>
                <a:close/>
                <a:moveTo>
                  <a:pt x="238781" y="21574"/>
                </a:moveTo>
                <a:cubicBezTo>
                  <a:pt x="245391" y="21574"/>
                  <a:pt x="250639" y="23364"/>
                  <a:pt x="254525" y="26945"/>
                </a:cubicBezTo>
                <a:cubicBezTo>
                  <a:pt x="258411" y="30524"/>
                  <a:pt x="260355" y="35405"/>
                  <a:pt x="260355" y="41586"/>
                </a:cubicBezTo>
                <a:cubicBezTo>
                  <a:pt x="260355" y="43606"/>
                  <a:pt x="260202" y="45411"/>
                  <a:pt x="259897" y="47003"/>
                </a:cubicBezTo>
                <a:cubicBezTo>
                  <a:pt x="259652" y="48410"/>
                  <a:pt x="259284" y="49909"/>
                  <a:pt x="258794" y="51501"/>
                </a:cubicBezTo>
                <a:lnTo>
                  <a:pt x="223267" y="51501"/>
                </a:lnTo>
                <a:cubicBezTo>
                  <a:pt x="223205" y="51869"/>
                  <a:pt x="223174" y="52451"/>
                  <a:pt x="223174" y="53246"/>
                </a:cubicBezTo>
                <a:cubicBezTo>
                  <a:pt x="223174" y="55939"/>
                  <a:pt x="223909" y="57989"/>
                  <a:pt x="225378" y="59397"/>
                </a:cubicBezTo>
                <a:cubicBezTo>
                  <a:pt x="226847" y="60804"/>
                  <a:pt x="228805" y="61508"/>
                  <a:pt x="231253" y="61508"/>
                </a:cubicBezTo>
                <a:cubicBezTo>
                  <a:pt x="235170" y="61508"/>
                  <a:pt x="238170" y="59856"/>
                  <a:pt x="240250" y="56551"/>
                </a:cubicBezTo>
                <a:lnTo>
                  <a:pt x="256959" y="56551"/>
                </a:lnTo>
                <a:cubicBezTo>
                  <a:pt x="254755" y="61752"/>
                  <a:pt x="251174" y="66006"/>
                  <a:pt x="246216" y="69311"/>
                </a:cubicBezTo>
                <a:cubicBezTo>
                  <a:pt x="241259" y="72616"/>
                  <a:pt x="235690" y="74268"/>
                  <a:pt x="229509" y="74268"/>
                </a:cubicBezTo>
                <a:cubicBezTo>
                  <a:pt x="222899" y="74268"/>
                  <a:pt x="217620" y="72432"/>
                  <a:pt x="213673" y="68760"/>
                </a:cubicBezTo>
                <a:cubicBezTo>
                  <a:pt x="209725" y="65088"/>
                  <a:pt x="207751" y="60100"/>
                  <a:pt x="207751" y="53797"/>
                </a:cubicBezTo>
                <a:cubicBezTo>
                  <a:pt x="207751" y="51899"/>
                  <a:pt x="207935" y="49940"/>
                  <a:pt x="208302" y="47920"/>
                </a:cubicBezTo>
                <a:cubicBezTo>
                  <a:pt x="209221" y="42596"/>
                  <a:pt x="211119" y="37945"/>
                  <a:pt x="213995" y="33967"/>
                </a:cubicBezTo>
                <a:cubicBezTo>
                  <a:pt x="216871" y="29989"/>
                  <a:pt x="220451" y="26929"/>
                  <a:pt x="224735" y="24787"/>
                </a:cubicBezTo>
                <a:cubicBezTo>
                  <a:pt x="229020" y="22645"/>
                  <a:pt x="233701" y="21574"/>
                  <a:pt x="238781" y="21574"/>
                </a:cubicBezTo>
                <a:moveTo>
                  <a:pt x="244474" y="43515"/>
                </a:moveTo>
                <a:cubicBezTo>
                  <a:pt x="244596" y="42657"/>
                  <a:pt x="244657" y="42076"/>
                  <a:pt x="244657" y="41771"/>
                </a:cubicBezTo>
                <a:cubicBezTo>
                  <a:pt x="244657" y="39322"/>
                  <a:pt x="243892" y="37440"/>
                  <a:pt x="242361" y="36124"/>
                </a:cubicBezTo>
                <a:cubicBezTo>
                  <a:pt x="240832" y="34808"/>
                  <a:pt x="238812" y="34150"/>
                  <a:pt x="236303" y="34150"/>
                </a:cubicBezTo>
                <a:cubicBezTo>
                  <a:pt x="233610" y="34150"/>
                  <a:pt x="231237" y="34961"/>
                  <a:pt x="229187" y="36584"/>
                </a:cubicBezTo>
                <a:cubicBezTo>
                  <a:pt x="227137" y="38205"/>
                  <a:pt x="225653" y="40515"/>
                  <a:pt x="224735" y="43515"/>
                </a:cubicBezTo>
                <a:lnTo>
                  <a:pt x="244474" y="43515"/>
                </a:lnTo>
                <a:close/>
                <a:moveTo>
                  <a:pt x="359135" y="21757"/>
                </a:moveTo>
                <a:cubicBezTo>
                  <a:pt x="364643" y="21757"/>
                  <a:pt x="368943" y="23211"/>
                  <a:pt x="372033" y="26118"/>
                </a:cubicBezTo>
                <a:cubicBezTo>
                  <a:pt x="375124" y="29025"/>
                  <a:pt x="376669" y="33080"/>
                  <a:pt x="376669" y="38281"/>
                </a:cubicBezTo>
                <a:cubicBezTo>
                  <a:pt x="376669" y="39873"/>
                  <a:pt x="376486" y="41647"/>
                  <a:pt x="376119" y="43606"/>
                </a:cubicBezTo>
                <a:lnTo>
                  <a:pt x="370794" y="73534"/>
                </a:lnTo>
                <a:lnTo>
                  <a:pt x="355188" y="73534"/>
                </a:lnTo>
                <a:lnTo>
                  <a:pt x="360145" y="45718"/>
                </a:lnTo>
                <a:cubicBezTo>
                  <a:pt x="360268" y="45106"/>
                  <a:pt x="360329" y="44279"/>
                  <a:pt x="360329" y="43239"/>
                </a:cubicBezTo>
                <a:cubicBezTo>
                  <a:pt x="360329" y="40669"/>
                  <a:pt x="359610" y="38710"/>
                  <a:pt x="358172" y="37364"/>
                </a:cubicBezTo>
                <a:cubicBezTo>
                  <a:pt x="356734" y="36017"/>
                  <a:pt x="354729" y="35344"/>
                  <a:pt x="352158" y="35344"/>
                </a:cubicBezTo>
                <a:cubicBezTo>
                  <a:pt x="349099" y="35344"/>
                  <a:pt x="346528" y="36247"/>
                  <a:pt x="344447" y="38053"/>
                </a:cubicBezTo>
                <a:cubicBezTo>
                  <a:pt x="342366" y="39858"/>
                  <a:pt x="341050" y="42413"/>
                  <a:pt x="340499" y="45718"/>
                </a:cubicBezTo>
                <a:lnTo>
                  <a:pt x="335542" y="73534"/>
                </a:lnTo>
                <a:lnTo>
                  <a:pt x="319935" y="73534"/>
                </a:lnTo>
                <a:lnTo>
                  <a:pt x="324893" y="45718"/>
                </a:lnTo>
                <a:cubicBezTo>
                  <a:pt x="325015" y="45106"/>
                  <a:pt x="325076" y="44279"/>
                  <a:pt x="325076" y="43239"/>
                </a:cubicBezTo>
                <a:cubicBezTo>
                  <a:pt x="325076" y="40669"/>
                  <a:pt x="324357" y="38710"/>
                  <a:pt x="322919" y="37364"/>
                </a:cubicBezTo>
                <a:cubicBezTo>
                  <a:pt x="321481" y="36017"/>
                  <a:pt x="319477" y="35344"/>
                  <a:pt x="316907" y="35344"/>
                </a:cubicBezTo>
                <a:cubicBezTo>
                  <a:pt x="313846" y="35344"/>
                  <a:pt x="311275" y="36247"/>
                  <a:pt x="309194" y="38053"/>
                </a:cubicBezTo>
                <a:cubicBezTo>
                  <a:pt x="307113" y="39858"/>
                  <a:pt x="305797" y="42413"/>
                  <a:pt x="305246" y="45718"/>
                </a:cubicBezTo>
                <a:lnTo>
                  <a:pt x="305246" y="45259"/>
                </a:lnTo>
                <a:lnTo>
                  <a:pt x="300290" y="73534"/>
                </a:lnTo>
                <a:lnTo>
                  <a:pt x="284591" y="73534"/>
                </a:lnTo>
                <a:lnTo>
                  <a:pt x="293587" y="22308"/>
                </a:lnTo>
                <a:lnTo>
                  <a:pt x="309286" y="22308"/>
                </a:lnTo>
                <a:lnTo>
                  <a:pt x="308185" y="28826"/>
                </a:lnTo>
                <a:cubicBezTo>
                  <a:pt x="310144" y="26623"/>
                  <a:pt x="312515" y="24894"/>
                  <a:pt x="315300" y="23640"/>
                </a:cubicBezTo>
                <a:cubicBezTo>
                  <a:pt x="318085" y="22385"/>
                  <a:pt x="321099" y="21757"/>
                  <a:pt x="324342" y="21757"/>
                </a:cubicBezTo>
                <a:cubicBezTo>
                  <a:pt x="328259" y="21757"/>
                  <a:pt x="331579" y="22584"/>
                  <a:pt x="334302" y="24237"/>
                </a:cubicBezTo>
                <a:cubicBezTo>
                  <a:pt x="337026" y="25889"/>
                  <a:pt x="338969" y="28275"/>
                  <a:pt x="340132" y="31396"/>
                </a:cubicBezTo>
                <a:cubicBezTo>
                  <a:pt x="342397" y="28520"/>
                  <a:pt x="345212" y="26195"/>
                  <a:pt x="348578" y="24420"/>
                </a:cubicBezTo>
                <a:cubicBezTo>
                  <a:pt x="351944" y="22645"/>
                  <a:pt x="355463" y="21757"/>
                  <a:pt x="359135" y="21757"/>
                </a:cubicBezTo>
                <a:close/>
                <a:moveTo>
                  <a:pt x="383279" y="47829"/>
                </a:moveTo>
                <a:cubicBezTo>
                  <a:pt x="384198" y="42566"/>
                  <a:pt x="386004" y="37945"/>
                  <a:pt x="388696" y="33967"/>
                </a:cubicBezTo>
                <a:cubicBezTo>
                  <a:pt x="391390" y="29989"/>
                  <a:pt x="394633" y="26929"/>
                  <a:pt x="398428" y="24787"/>
                </a:cubicBezTo>
                <a:cubicBezTo>
                  <a:pt x="402222" y="22645"/>
                  <a:pt x="406231" y="21574"/>
                  <a:pt x="410454" y="21574"/>
                </a:cubicBezTo>
                <a:cubicBezTo>
                  <a:pt x="414065" y="21574"/>
                  <a:pt x="417094" y="22308"/>
                  <a:pt x="419542" y="23777"/>
                </a:cubicBezTo>
                <a:cubicBezTo>
                  <a:pt x="421991" y="25245"/>
                  <a:pt x="423766" y="27173"/>
                  <a:pt x="424867" y="29560"/>
                </a:cubicBezTo>
                <a:lnTo>
                  <a:pt x="426152" y="22308"/>
                </a:lnTo>
                <a:lnTo>
                  <a:pt x="441850" y="22308"/>
                </a:lnTo>
                <a:lnTo>
                  <a:pt x="432762" y="73534"/>
                </a:lnTo>
                <a:lnTo>
                  <a:pt x="417064" y="73534"/>
                </a:lnTo>
                <a:lnTo>
                  <a:pt x="418441" y="66282"/>
                </a:lnTo>
                <a:cubicBezTo>
                  <a:pt x="416483" y="68669"/>
                  <a:pt x="414004" y="70597"/>
                  <a:pt x="411004" y="72066"/>
                </a:cubicBezTo>
                <a:cubicBezTo>
                  <a:pt x="408005" y="73534"/>
                  <a:pt x="404700" y="74268"/>
                  <a:pt x="401089" y="74268"/>
                </a:cubicBezTo>
                <a:cubicBezTo>
                  <a:pt x="397479" y="74268"/>
                  <a:pt x="394281" y="73442"/>
                  <a:pt x="391496" y="71790"/>
                </a:cubicBezTo>
                <a:cubicBezTo>
                  <a:pt x="388712" y="70137"/>
                  <a:pt x="386554" y="67796"/>
                  <a:pt x="385023" y="64766"/>
                </a:cubicBezTo>
                <a:cubicBezTo>
                  <a:pt x="383494" y="61737"/>
                  <a:pt x="382729" y="58172"/>
                  <a:pt x="382729" y="54071"/>
                </a:cubicBezTo>
                <a:cubicBezTo>
                  <a:pt x="382729" y="52113"/>
                  <a:pt x="382912" y="50032"/>
                  <a:pt x="383279" y="47829"/>
                </a:cubicBezTo>
                <a:moveTo>
                  <a:pt x="421654" y="47920"/>
                </a:moveTo>
                <a:cubicBezTo>
                  <a:pt x="421838" y="46819"/>
                  <a:pt x="421929" y="45810"/>
                  <a:pt x="421929" y="44892"/>
                </a:cubicBezTo>
                <a:cubicBezTo>
                  <a:pt x="421929" y="41893"/>
                  <a:pt x="421057" y="39537"/>
                  <a:pt x="419312" y="37823"/>
                </a:cubicBezTo>
                <a:cubicBezTo>
                  <a:pt x="417569" y="36109"/>
                  <a:pt x="415350" y="35251"/>
                  <a:pt x="412657" y="35251"/>
                </a:cubicBezTo>
                <a:cubicBezTo>
                  <a:pt x="409536" y="35251"/>
                  <a:pt x="406690" y="36369"/>
                  <a:pt x="404119" y="38604"/>
                </a:cubicBezTo>
                <a:cubicBezTo>
                  <a:pt x="401549" y="40837"/>
                  <a:pt x="399927" y="43913"/>
                  <a:pt x="399254" y="47829"/>
                </a:cubicBezTo>
                <a:cubicBezTo>
                  <a:pt x="399070" y="48931"/>
                  <a:pt x="398978" y="49941"/>
                  <a:pt x="398978" y="50859"/>
                </a:cubicBezTo>
                <a:cubicBezTo>
                  <a:pt x="398978" y="53858"/>
                  <a:pt x="399850" y="56229"/>
                  <a:pt x="401595" y="57974"/>
                </a:cubicBezTo>
                <a:cubicBezTo>
                  <a:pt x="403339" y="59717"/>
                  <a:pt x="405527" y="60589"/>
                  <a:pt x="408159" y="60589"/>
                </a:cubicBezTo>
                <a:cubicBezTo>
                  <a:pt x="411280" y="60589"/>
                  <a:pt x="414126" y="59457"/>
                  <a:pt x="416696" y="57194"/>
                </a:cubicBezTo>
                <a:cubicBezTo>
                  <a:pt x="419267" y="54929"/>
                  <a:pt x="420920" y="51838"/>
                  <a:pt x="421654" y="47920"/>
                </a:cubicBezTo>
                <a:close/>
                <a:moveTo>
                  <a:pt x="465444" y="55908"/>
                </a:moveTo>
                <a:cubicBezTo>
                  <a:pt x="465383" y="56214"/>
                  <a:pt x="465353" y="56612"/>
                  <a:pt x="465353" y="57101"/>
                </a:cubicBezTo>
                <a:cubicBezTo>
                  <a:pt x="465353" y="58203"/>
                  <a:pt x="465674" y="58999"/>
                  <a:pt x="466317" y="59488"/>
                </a:cubicBezTo>
                <a:cubicBezTo>
                  <a:pt x="466959" y="59978"/>
                  <a:pt x="468015" y="60222"/>
                  <a:pt x="469484" y="60222"/>
                </a:cubicBezTo>
                <a:lnTo>
                  <a:pt x="475084" y="60222"/>
                </a:lnTo>
                <a:lnTo>
                  <a:pt x="472697" y="73534"/>
                </a:lnTo>
                <a:lnTo>
                  <a:pt x="464710" y="73534"/>
                </a:lnTo>
                <a:cubicBezTo>
                  <a:pt x="454428" y="73534"/>
                  <a:pt x="449287" y="69219"/>
                  <a:pt x="449287" y="60589"/>
                </a:cubicBezTo>
                <a:cubicBezTo>
                  <a:pt x="449287" y="59304"/>
                  <a:pt x="449440" y="57683"/>
                  <a:pt x="449746" y="55724"/>
                </a:cubicBezTo>
                <a:lnTo>
                  <a:pt x="453418" y="35344"/>
                </a:lnTo>
                <a:lnTo>
                  <a:pt x="447176" y="35344"/>
                </a:lnTo>
                <a:lnTo>
                  <a:pt x="449470" y="22308"/>
                </a:lnTo>
                <a:lnTo>
                  <a:pt x="455712" y="22308"/>
                </a:lnTo>
                <a:lnTo>
                  <a:pt x="457916" y="9822"/>
                </a:lnTo>
                <a:lnTo>
                  <a:pt x="473615" y="9822"/>
                </a:lnTo>
                <a:lnTo>
                  <a:pt x="471411" y="22308"/>
                </a:lnTo>
                <a:lnTo>
                  <a:pt x="481693" y="22308"/>
                </a:lnTo>
                <a:lnTo>
                  <a:pt x="479399" y="35344"/>
                </a:lnTo>
                <a:lnTo>
                  <a:pt x="469117" y="35344"/>
                </a:lnTo>
                <a:lnTo>
                  <a:pt x="465444" y="55908"/>
                </a:lnTo>
                <a:close/>
                <a:moveTo>
                  <a:pt x="504460" y="31580"/>
                </a:moveTo>
                <a:cubicBezTo>
                  <a:pt x="506847" y="28520"/>
                  <a:pt x="509586" y="26118"/>
                  <a:pt x="512676" y="24374"/>
                </a:cubicBezTo>
                <a:cubicBezTo>
                  <a:pt x="515767" y="22630"/>
                  <a:pt x="518996" y="21757"/>
                  <a:pt x="522363" y="21757"/>
                </a:cubicBezTo>
                <a:lnTo>
                  <a:pt x="519425" y="38374"/>
                </a:lnTo>
                <a:lnTo>
                  <a:pt x="515111" y="38374"/>
                </a:lnTo>
                <a:cubicBezTo>
                  <a:pt x="511193" y="38374"/>
                  <a:pt x="508102" y="39215"/>
                  <a:pt x="505837" y="40898"/>
                </a:cubicBezTo>
                <a:cubicBezTo>
                  <a:pt x="503573" y="42581"/>
                  <a:pt x="502074" y="45534"/>
                  <a:pt x="501339" y="49757"/>
                </a:cubicBezTo>
                <a:lnTo>
                  <a:pt x="497117" y="73534"/>
                </a:lnTo>
                <a:lnTo>
                  <a:pt x="481418" y="73534"/>
                </a:lnTo>
                <a:lnTo>
                  <a:pt x="490414" y="22308"/>
                </a:lnTo>
                <a:lnTo>
                  <a:pt x="506113" y="22308"/>
                </a:lnTo>
                <a:lnTo>
                  <a:pt x="504460" y="31580"/>
                </a:lnTo>
                <a:close/>
                <a:moveTo>
                  <a:pt x="538611" y="16983"/>
                </a:moveTo>
                <a:cubicBezTo>
                  <a:pt x="536164" y="16983"/>
                  <a:pt x="534221" y="16326"/>
                  <a:pt x="532783" y="15010"/>
                </a:cubicBezTo>
                <a:cubicBezTo>
                  <a:pt x="531344" y="13694"/>
                  <a:pt x="530625" y="12026"/>
                  <a:pt x="530625" y="10006"/>
                </a:cubicBezTo>
                <a:cubicBezTo>
                  <a:pt x="530625" y="7252"/>
                  <a:pt x="531696" y="4896"/>
                  <a:pt x="533837" y="2938"/>
                </a:cubicBezTo>
                <a:cubicBezTo>
                  <a:pt x="535980" y="979"/>
                  <a:pt x="538581" y="0"/>
                  <a:pt x="541641" y="0"/>
                </a:cubicBezTo>
                <a:cubicBezTo>
                  <a:pt x="544090" y="0"/>
                  <a:pt x="546018" y="658"/>
                  <a:pt x="547425" y="1974"/>
                </a:cubicBezTo>
                <a:cubicBezTo>
                  <a:pt x="548833" y="3290"/>
                  <a:pt x="549536" y="4988"/>
                  <a:pt x="549536" y="7068"/>
                </a:cubicBezTo>
                <a:cubicBezTo>
                  <a:pt x="549536" y="9762"/>
                  <a:pt x="548465" y="12088"/>
                  <a:pt x="546323" y="14046"/>
                </a:cubicBezTo>
                <a:cubicBezTo>
                  <a:pt x="544181" y="16004"/>
                  <a:pt x="541611" y="16983"/>
                  <a:pt x="538611" y="16983"/>
                </a:cubicBezTo>
                <a:moveTo>
                  <a:pt x="545405" y="22308"/>
                </a:moveTo>
                <a:lnTo>
                  <a:pt x="536409" y="73534"/>
                </a:lnTo>
                <a:lnTo>
                  <a:pt x="520710" y="73534"/>
                </a:lnTo>
                <a:lnTo>
                  <a:pt x="529706" y="22308"/>
                </a:lnTo>
                <a:lnTo>
                  <a:pt x="545405" y="223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Text xex">
            <a:extLst xmlns:a="http://schemas.openxmlformats.org/drawingml/2006/main">
              <a:ext uri="{FF2B5EF4-FFF2-40B4-BE49-F238E27FC236}">
                <a16:creationId xmlns:a16="http://schemas.microsoft.com/office/drawing/2014/main" id="{310BC1B8-9E0C-44E4-A465-E711D61E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7718" y="3895104"/>
            <a:ext cx="192972" cy="52694"/>
          </a:xfrm>
          <a:custGeom xmlns:a="http://schemas.openxmlformats.org/drawingml/2006/main">
            <a:pathLst>
              <a:path w="192972" h="52694">
                <a:moveTo>
                  <a:pt x="39567" y="26622"/>
                </a:moveTo>
                <a:lnTo>
                  <a:pt x="52696" y="51960"/>
                </a:lnTo>
                <a:lnTo>
                  <a:pt x="35069" y="51960"/>
                </a:lnTo>
                <a:lnTo>
                  <a:pt x="27725" y="37822"/>
                </a:lnTo>
                <a:lnTo>
                  <a:pt x="16983" y="51960"/>
                </a:lnTo>
                <a:lnTo>
                  <a:pt x="0" y="51960"/>
                </a:lnTo>
                <a:lnTo>
                  <a:pt x="21481" y="25796"/>
                </a:lnTo>
                <a:lnTo>
                  <a:pt x="8538" y="734"/>
                </a:lnTo>
                <a:lnTo>
                  <a:pt x="26164" y="734"/>
                </a:lnTo>
                <a:lnTo>
                  <a:pt x="33509" y="14963"/>
                </a:lnTo>
                <a:lnTo>
                  <a:pt x="44249" y="734"/>
                </a:lnTo>
                <a:lnTo>
                  <a:pt x="61234" y="734"/>
                </a:lnTo>
                <a:lnTo>
                  <a:pt x="39567" y="26622"/>
                </a:lnTo>
                <a:close/>
                <a:moveTo>
                  <a:pt x="111908" y="0"/>
                </a:moveTo>
                <a:cubicBezTo>
                  <a:pt x="118518" y="0"/>
                  <a:pt x="123766" y="1790"/>
                  <a:pt x="127652" y="5371"/>
                </a:cubicBezTo>
                <a:cubicBezTo>
                  <a:pt x="131539" y="8950"/>
                  <a:pt x="133482" y="13831"/>
                  <a:pt x="133482" y="20012"/>
                </a:cubicBezTo>
                <a:cubicBezTo>
                  <a:pt x="133482" y="22032"/>
                  <a:pt x="133329" y="23838"/>
                  <a:pt x="133024" y="25429"/>
                </a:cubicBezTo>
                <a:cubicBezTo>
                  <a:pt x="132779" y="26836"/>
                  <a:pt x="132412" y="28336"/>
                  <a:pt x="131922" y="29927"/>
                </a:cubicBezTo>
                <a:lnTo>
                  <a:pt x="96394" y="29927"/>
                </a:lnTo>
                <a:cubicBezTo>
                  <a:pt x="96333" y="30295"/>
                  <a:pt x="96302" y="30877"/>
                  <a:pt x="96302" y="31672"/>
                </a:cubicBezTo>
                <a:cubicBezTo>
                  <a:pt x="96302" y="34365"/>
                  <a:pt x="97036" y="36415"/>
                  <a:pt x="98505" y="37823"/>
                </a:cubicBezTo>
                <a:cubicBezTo>
                  <a:pt x="99974" y="39231"/>
                  <a:pt x="101933" y="39934"/>
                  <a:pt x="104380" y="39934"/>
                </a:cubicBezTo>
                <a:cubicBezTo>
                  <a:pt x="108298" y="39934"/>
                  <a:pt x="111297" y="38282"/>
                  <a:pt x="113378" y="34977"/>
                </a:cubicBezTo>
                <a:lnTo>
                  <a:pt x="130087" y="34977"/>
                </a:lnTo>
                <a:cubicBezTo>
                  <a:pt x="127883" y="40178"/>
                  <a:pt x="124302" y="44432"/>
                  <a:pt x="119344" y="47737"/>
                </a:cubicBezTo>
                <a:cubicBezTo>
                  <a:pt x="114387" y="51042"/>
                  <a:pt x="108818" y="52694"/>
                  <a:pt x="102636" y="52694"/>
                </a:cubicBezTo>
                <a:cubicBezTo>
                  <a:pt x="96026" y="52694"/>
                  <a:pt x="90748" y="50858"/>
                  <a:pt x="86800" y="47186"/>
                </a:cubicBezTo>
                <a:cubicBezTo>
                  <a:pt x="82853" y="43514"/>
                  <a:pt x="80879" y="38526"/>
                  <a:pt x="80879" y="32223"/>
                </a:cubicBezTo>
                <a:cubicBezTo>
                  <a:pt x="80879" y="30325"/>
                  <a:pt x="81062" y="28366"/>
                  <a:pt x="81429" y="26346"/>
                </a:cubicBezTo>
                <a:cubicBezTo>
                  <a:pt x="82348" y="21022"/>
                  <a:pt x="84246" y="16371"/>
                  <a:pt x="87122" y="12393"/>
                </a:cubicBezTo>
                <a:cubicBezTo>
                  <a:pt x="89999" y="8415"/>
                  <a:pt x="93579" y="5355"/>
                  <a:pt x="97862" y="3213"/>
                </a:cubicBezTo>
                <a:cubicBezTo>
                  <a:pt x="102147" y="1071"/>
                  <a:pt x="106829" y="0"/>
                  <a:pt x="111908" y="0"/>
                </a:cubicBezTo>
                <a:moveTo>
                  <a:pt x="117601" y="21941"/>
                </a:moveTo>
                <a:cubicBezTo>
                  <a:pt x="117723" y="21084"/>
                  <a:pt x="117785" y="20502"/>
                  <a:pt x="117785" y="20197"/>
                </a:cubicBezTo>
                <a:cubicBezTo>
                  <a:pt x="117785" y="17748"/>
                  <a:pt x="117019" y="15866"/>
                  <a:pt x="115489" y="14550"/>
                </a:cubicBezTo>
                <a:cubicBezTo>
                  <a:pt x="113959" y="13234"/>
                  <a:pt x="111940" y="12576"/>
                  <a:pt x="109430" y="12576"/>
                </a:cubicBezTo>
                <a:cubicBezTo>
                  <a:pt x="106737" y="12576"/>
                  <a:pt x="104365" y="13388"/>
                  <a:pt x="102314" y="15010"/>
                </a:cubicBezTo>
                <a:cubicBezTo>
                  <a:pt x="100264" y="16631"/>
                  <a:pt x="98780" y="18941"/>
                  <a:pt x="97862" y="21941"/>
                </a:cubicBezTo>
                <a:lnTo>
                  <a:pt x="117601" y="21941"/>
                </a:lnTo>
                <a:close/>
                <a:moveTo>
                  <a:pt x="171305" y="26622"/>
                </a:moveTo>
                <a:lnTo>
                  <a:pt x="184434" y="51960"/>
                </a:lnTo>
                <a:lnTo>
                  <a:pt x="166807" y="51960"/>
                </a:lnTo>
                <a:lnTo>
                  <a:pt x="159463" y="37822"/>
                </a:lnTo>
                <a:lnTo>
                  <a:pt x="148722" y="51960"/>
                </a:lnTo>
                <a:lnTo>
                  <a:pt x="131738" y="51960"/>
                </a:lnTo>
                <a:lnTo>
                  <a:pt x="153220" y="25796"/>
                </a:lnTo>
                <a:lnTo>
                  <a:pt x="140276" y="734"/>
                </a:lnTo>
                <a:lnTo>
                  <a:pt x="157903" y="734"/>
                </a:lnTo>
                <a:lnTo>
                  <a:pt x="165247" y="14963"/>
                </a:lnTo>
                <a:lnTo>
                  <a:pt x="175987" y="734"/>
                </a:lnTo>
                <a:lnTo>
                  <a:pt x="192972" y="734"/>
                </a:lnTo>
                <a:lnTo>
                  <a:pt x="171305" y="266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Text pressions">
            <a:extLst xmlns:a="http://schemas.openxmlformats.org/drawingml/2006/main">
              <a:ext uri="{FF2B5EF4-FFF2-40B4-BE49-F238E27FC236}">
                <a16:creationId xmlns:a16="http://schemas.microsoft.com/office/drawing/2014/main" id="{310848BF-0052-4848-B490-C16899DA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896" y="3873530"/>
            <a:ext cx="458466" cy="97954"/>
          </a:xfrm>
          <a:custGeom xmlns:a="http://schemas.openxmlformats.org/drawingml/2006/main">
            <a:pathLst>
              <a:path w="458466" h="97954">
                <a:moveTo>
                  <a:pt x="27725" y="29560"/>
                </a:moveTo>
                <a:cubicBezTo>
                  <a:pt x="29683" y="27173"/>
                  <a:pt x="32146" y="25245"/>
                  <a:pt x="35114" y="23777"/>
                </a:cubicBezTo>
                <a:cubicBezTo>
                  <a:pt x="38083" y="22308"/>
                  <a:pt x="41372" y="21574"/>
                  <a:pt x="44983" y="21574"/>
                </a:cubicBezTo>
                <a:cubicBezTo>
                  <a:pt x="50492" y="21574"/>
                  <a:pt x="54944" y="23380"/>
                  <a:pt x="58341" y="26991"/>
                </a:cubicBezTo>
                <a:cubicBezTo>
                  <a:pt x="61737" y="30601"/>
                  <a:pt x="63436" y="35497"/>
                  <a:pt x="63436" y="41678"/>
                </a:cubicBezTo>
                <a:cubicBezTo>
                  <a:pt x="63436" y="43576"/>
                  <a:pt x="63252" y="45626"/>
                  <a:pt x="62885" y="47829"/>
                </a:cubicBezTo>
                <a:cubicBezTo>
                  <a:pt x="61967" y="53093"/>
                  <a:pt x="60162" y="57729"/>
                  <a:pt x="57468" y="61738"/>
                </a:cubicBezTo>
                <a:cubicBezTo>
                  <a:pt x="54776" y="65746"/>
                  <a:pt x="51532" y="68837"/>
                  <a:pt x="47737" y="71010"/>
                </a:cubicBezTo>
                <a:cubicBezTo>
                  <a:pt x="43942" y="73182"/>
                  <a:pt x="39934" y="74268"/>
                  <a:pt x="35711" y="74268"/>
                </a:cubicBezTo>
                <a:cubicBezTo>
                  <a:pt x="32161" y="74268"/>
                  <a:pt x="29162" y="73534"/>
                  <a:pt x="26713" y="72066"/>
                </a:cubicBezTo>
                <a:cubicBezTo>
                  <a:pt x="24266" y="70597"/>
                  <a:pt x="22461" y="68699"/>
                  <a:pt x="21298" y="66373"/>
                </a:cubicBezTo>
                <a:lnTo>
                  <a:pt x="15697" y="97954"/>
                </a:lnTo>
                <a:lnTo>
                  <a:pt x="0" y="97954"/>
                </a:lnTo>
                <a:lnTo>
                  <a:pt x="13310" y="22308"/>
                </a:lnTo>
                <a:lnTo>
                  <a:pt x="29009" y="22308"/>
                </a:lnTo>
                <a:lnTo>
                  <a:pt x="27725" y="29560"/>
                </a:lnTo>
                <a:moveTo>
                  <a:pt x="47003" y="47829"/>
                </a:moveTo>
                <a:cubicBezTo>
                  <a:pt x="47187" y="46789"/>
                  <a:pt x="47279" y="45840"/>
                  <a:pt x="47279" y="44983"/>
                </a:cubicBezTo>
                <a:cubicBezTo>
                  <a:pt x="47279" y="41923"/>
                  <a:pt x="46406" y="39537"/>
                  <a:pt x="44662" y="37823"/>
                </a:cubicBezTo>
                <a:cubicBezTo>
                  <a:pt x="42918" y="36109"/>
                  <a:pt x="40699" y="35251"/>
                  <a:pt x="38007" y="35251"/>
                </a:cubicBezTo>
                <a:cubicBezTo>
                  <a:pt x="34885" y="35251"/>
                  <a:pt x="32038" y="36384"/>
                  <a:pt x="29467" y="38648"/>
                </a:cubicBezTo>
                <a:cubicBezTo>
                  <a:pt x="26897" y="40913"/>
                  <a:pt x="25245" y="44004"/>
                  <a:pt x="24511" y="47920"/>
                </a:cubicBezTo>
                <a:cubicBezTo>
                  <a:pt x="24327" y="49022"/>
                  <a:pt x="24235" y="50032"/>
                  <a:pt x="24235" y="50950"/>
                </a:cubicBezTo>
                <a:cubicBezTo>
                  <a:pt x="24235" y="53949"/>
                  <a:pt x="25092" y="56305"/>
                  <a:pt x="26806" y="58019"/>
                </a:cubicBezTo>
                <a:cubicBezTo>
                  <a:pt x="28520" y="59732"/>
                  <a:pt x="30723" y="60589"/>
                  <a:pt x="33416" y="60589"/>
                </a:cubicBezTo>
                <a:cubicBezTo>
                  <a:pt x="36537" y="60589"/>
                  <a:pt x="39398" y="59442"/>
                  <a:pt x="41999" y="57147"/>
                </a:cubicBezTo>
                <a:cubicBezTo>
                  <a:pt x="44601" y="54852"/>
                  <a:pt x="46269" y="51746"/>
                  <a:pt x="47003" y="47829"/>
                </a:cubicBezTo>
                <a:close/>
                <a:moveTo>
                  <a:pt x="89691" y="31580"/>
                </a:moveTo>
                <a:cubicBezTo>
                  <a:pt x="92078" y="28520"/>
                  <a:pt x="94817" y="26118"/>
                  <a:pt x="97907" y="24374"/>
                </a:cubicBezTo>
                <a:cubicBezTo>
                  <a:pt x="100998" y="22630"/>
                  <a:pt x="104227" y="21757"/>
                  <a:pt x="107593" y="21757"/>
                </a:cubicBezTo>
                <a:lnTo>
                  <a:pt x="104656" y="38374"/>
                </a:lnTo>
                <a:lnTo>
                  <a:pt x="100341" y="38374"/>
                </a:lnTo>
                <a:cubicBezTo>
                  <a:pt x="96424" y="38374"/>
                  <a:pt x="93333" y="39215"/>
                  <a:pt x="91068" y="40898"/>
                </a:cubicBezTo>
                <a:cubicBezTo>
                  <a:pt x="88804" y="42581"/>
                  <a:pt x="87305" y="45534"/>
                  <a:pt x="86570" y="49757"/>
                </a:cubicBezTo>
                <a:lnTo>
                  <a:pt x="82348" y="73534"/>
                </a:lnTo>
                <a:lnTo>
                  <a:pt x="66649" y="73534"/>
                </a:lnTo>
                <a:lnTo>
                  <a:pt x="75645" y="22308"/>
                </a:lnTo>
                <a:lnTo>
                  <a:pt x="91344" y="22308"/>
                </a:lnTo>
                <a:lnTo>
                  <a:pt x="89691" y="31580"/>
                </a:lnTo>
                <a:close/>
                <a:moveTo>
                  <a:pt x="137888" y="21574"/>
                </a:moveTo>
                <a:cubicBezTo>
                  <a:pt x="144498" y="21574"/>
                  <a:pt x="149746" y="23364"/>
                  <a:pt x="153631" y="26945"/>
                </a:cubicBezTo>
                <a:cubicBezTo>
                  <a:pt x="157518" y="30524"/>
                  <a:pt x="159462" y="35405"/>
                  <a:pt x="159462" y="41586"/>
                </a:cubicBezTo>
                <a:cubicBezTo>
                  <a:pt x="159462" y="43606"/>
                  <a:pt x="159309" y="45411"/>
                  <a:pt x="159004" y="47003"/>
                </a:cubicBezTo>
                <a:cubicBezTo>
                  <a:pt x="158759" y="48410"/>
                  <a:pt x="158391" y="49909"/>
                  <a:pt x="157901" y="51501"/>
                </a:cubicBezTo>
                <a:lnTo>
                  <a:pt x="122374" y="51501"/>
                </a:lnTo>
                <a:cubicBezTo>
                  <a:pt x="122312" y="51869"/>
                  <a:pt x="122281" y="52451"/>
                  <a:pt x="122281" y="53246"/>
                </a:cubicBezTo>
                <a:cubicBezTo>
                  <a:pt x="122281" y="55939"/>
                  <a:pt x="123016" y="57989"/>
                  <a:pt x="124485" y="59397"/>
                </a:cubicBezTo>
                <a:cubicBezTo>
                  <a:pt x="125954" y="60804"/>
                  <a:pt x="127912" y="61508"/>
                  <a:pt x="130360" y="61508"/>
                </a:cubicBezTo>
                <a:cubicBezTo>
                  <a:pt x="134277" y="61508"/>
                  <a:pt x="137277" y="59856"/>
                  <a:pt x="139357" y="56551"/>
                </a:cubicBezTo>
                <a:lnTo>
                  <a:pt x="156066" y="56551"/>
                </a:lnTo>
                <a:cubicBezTo>
                  <a:pt x="153862" y="61752"/>
                  <a:pt x="150281" y="66006"/>
                  <a:pt x="145323" y="69311"/>
                </a:cubicBezTo>
                <a:cubicBezTo>
                  <a:pt x="140366" y="72616"/>
                  <a:pt x="134797" y="74268"/>
                  <a:pt x="128616" y="74268"/>
                </a:cubicBezTo>
                <a:cubicBezTo>
                  <a:pt x="122006" y="74268"/>
                  <a:pt x="116727" y="72432"/>
                  <a:pt x="112780" y="68760"/>
                </a:cubicBezTo>
                <a:cubicBezTo>
                  <a:pt x="108832" y="65088"/>
                  <a:pt x="106858" y="60100"/>
                  <a:pt x="106858" y="53797"/>
                </a:cubicBezTo>
                <a:cubicBezTo>
                  <a:pt x="106858" y="51899"/>
                  <a:pt x="107042" y="49940"/>
                  <a:pt x="107409" y="47920"/>
                </a:cubicBezTo>
                <a:cubicBezTo>
                  <a:pt x="108328" y="42596"/>
                  <a:pt x="110226" y="37945"/>
                  <a:pt x="113102" y="33967"/>
                </a:cubicBezTo>
                <a:cubicBezTo>
                  <a:pt x="115978" y="29989"/>
                  <a:pt x="119558" y="26929"/>
                  <a:pt x="123842" y="24787"/>
                </a:cubicBezTo>
                <a:cubicBezTo>
                  <a:pt x="128126" y="22645"/>
                  <a:pt x="132808" y="21574"/>
                  <a:pt x="137888" y="21574"/>
                </a:cubicBezTo>
                <a:moveTo>
                  <a:pt x="143581" y="43515"/>
                </a:moveTo>
                <a:cubicBezTo>
                  <a:pt x="143703" y="42657"/>
                  <a:pt x="143764" y="42076"/>
                  <a:pt x="143764" y="41771"/>
                </a:cubicBezTo>
                <a:cubicBezTo>
                  <a:pt x="143764" y="39322"/>
                  <a:pt x="142999" y="37440"/>
                  <a:pt x="141468" y="36124"/>
                </a:cubicBezTo>
                <a:cubicBezTo>
                  <a:pt x="139939" y="34808"/>
                  <a:pt x="137919" y="34150"/>
                  <a:pt x="135410" y="34150"/>
                </a:cubicBezTo>
                <a:cubicBezTo>
                  <a:pt x="132716" y="34150"/>
                  <a:pt x="130344" y="34961"/>
                  <a:pt x="128294" y="36584"/>
                </a:cubicBezTo>
                <a:cubicBezTo>
                  <a:pt x="126244" y="38205"/>
                  <a:pt x="124760" y="40515"/>
                  <a:pt x="123842" y="43515"/>
                </a:cubicBezTo>
                <a:lnTo>
                  <a:pt x="143581" y="43515"/>
                </a:lnTo>
                <a:close/>
                <a:moveTo>
                  <a:pt x="183790" y="74268"/>
                </a:moveTo>
                <a:cubicBezTo>
                  <a:pt x="179751" y="74268"/>
                  <a:pt x="176125" y="73626"/>
                  <a:pt x="172911" y="72341"/>
                </a:cubicBezTo>
                <a:cubicBezTo>
                  <a:pt x="169699" y="71056"/>
                  <a:pt x="167174" y="69266"/>
                  <a:pt x="165337" y="66971"/>
                </a:cubicBezTo>
                <a:cubicBezTo>
                  <a:pt x="163501" y="64676"/>
                  <a:pt x="162583" y="62028"/>
                  <a:pt x="162583" y="59029"/>
                </a:cubicBezTo>
                <a:cubicBezTo>
                  <a:pt x="162583" y="58601"/>
                  <a:pt x="162645" y="57836"/>
                  <a:pt x="162768" y="56734"/>
                </a:cubicBezTo>
                <a:lnTo>
                  <a:pt x="177915" y="56734"/>
                </a:lnTo>
                <a:cubicBezTo>
                  <a:pt x="177793" y="58632"/>
                  <a:pt x="178358" y="60147"/>
                  <a:pt x="179613" y="61278"/>
                </a:cubicBezTo>
                <a:cubicBezTo>
                  <a:pt x="180868" y="62410"/>
                  <a:pt x="182658" y="62976"/>
                  <a:pt x="184983" y="62976"/>
                </a:cubicBezTo>
                <a:cubicBezTo>
                  <a:pt x="186942" y="62976"/>
                  <a:pt x="188563" y="62609"/>
                  <a:pt x="189848" y="61875"/>
                </a:cubicBezTo>
                <a:cubicBezTo>
                  <a:pt x="191134" y="61140"/>
                  <a:pt x="191777" y="60100"/>
                  <a:pt x="191777" y="58754"/>
                </a:cubicBezTo>
                <a:cubicBezTo>
                  <a:pt x="191777" y="57468"/>
                  <a:pt x="191089" y="56443"/>
                  <a:pt x="189711" y="55678"/>
                </a:cubicBezTo>
                <a:cubicBezTo>
                  <a:pt x="188335" y="54913"/>
                  <a:pt x="186055" y="53980"/>
                  <a:pt x="182872" y="52878"/>
                </a:cubicBezTo>
                <a:cubicBezTo>
                  <a:pt x="179567" y="51777"/>
                  <a:pt x="176798" y="50691"/>
                  <a:pt x="174564" y="49619"/>
                </a:cubicBezTo>
                <a:cubicBezTo>
                  <a:pt x="172330" y="48548"/>
                  <a:pt x="170418" y="47003"/>
                  <a:pt x="168826" y="44984"/>
                </a:cubicBezTo>
                <a:cubicBezTo>
                  <a:pt x="167235" y="42964"/>
                  <a:pt x="166439" y="40424"/>
                  <a:pt x="166439" y="37364"/>
                </a:cubicBezTo>
                <a:cubicBezTo>
                  <a:pt x="166439" y="34365"/>
                  <a:pt x="167327" y="31657"/>
                  <a:pt x="169101" y="29239"/>
                </a:cubicBezTo>
                <a:cubicBezTo>
                  <a:pt x="170876" y="26821"/>
                  <a:pt x="173370" y="24940"/>
                  <a:pt x="176583" y="23594"/>
                </a:cubicBezTo>
                <a:cubicBezTo>
                  <a:pt x="179796" y="22247"/>
                  <a:pt x="183514" y="21574"/>
                  <a:pt x="187737" y="21574"/>
                </a:cubicBezTo>
                <a:cubicBezTo>
                  <a:pt x="191960" y="21574"/>
                  <a:pt x="195632" y="22263"/>
                  <a:pt x="198753" y="23640"/>
                </a:cubicBezTo>
                <a:cubicBezTo>
                  <a:pt x="201875" y="25017"/>
                  <a:pt x="204293" y="26929"/>
                  <a:pt x="206007" y="29378"/>
                </a:cubicBezTo>
                <a:cubicBezTo>
                  <a:pt x="207720" y="31825"/>
                  <a:pt x="208577" y="34579"/>
                  <a:pt x="208577" y="37638"/>
                </a:cubicBezTo>
                <a:lnTo>
                  <a:pt x="208485" y="39015"/>
                </a:lnTo>
                <a:lnTo>
                  <a:pt x="194255" y="39015"/>
                </a:lnTo>
                <a:cubicBezTo>
                  <a:pt x="194378" y="37179"/>
                  <a:pt x="193827" y="35711"/>
                  <a:pt x="192602" y="34610"/>
                </a:cubicBezTo>
                <a:cubicBezTo>
                  <a:pt x="191379" y="33508"/>
                  <a:pt x="189635" y="32957"/>
                  <a:pt x="187370" y="32957"/>
                </a:cubicBezTo>
                <a:cubicBezTo>
                  <a:pt x="185596" y="32957"/>
                  <a:pt x="184142" y="33324"/>
                  <a:pt x="183010" y="34059"/>
                </a:cubicBezTo>
                <a:cubicBezTo>
                  <a:pt x="181878" y="34793"/>
                  <a:pt x="181312" y="35803"/>
                  <a:pt x="181312" y="37088"/>
                </a:cubicBezTo>
                <a:cubicBezTo>
                  <a:pt x="181312" y="38434"/>
                  <a:pt x="182061" y="39552"/>
                  <a:pt x="183560" y="40440"/>
                </a:cubicBezTo>
                <a:cubicBezTo>
                  <a:pt x="185060" y="41327"/>
                  <a:pt x="187401" y="42321"/>
                  <a:pt x="190584" y="43422"/>
                </a:cubicBezTo>
                <a:cubicBezTo>
                  <a:pt x="193889" y="44524"/>
                  <a:pt x="196627" y="45611"/>
                  <a:pt x="198800" y="46682"/>
                </a:cubicBezTo>
                <a:cubicBezTo>
                  <a:pt x="200973" y="47753"/>
                  <a:pt x="202840" y="49252"/>
                  <a:pt x="204400" y="51180"/>
                </a:cubicBezTo>
                <a:cubicBezTo>
                  <a:pt x="205961" y="53108"/>
                  <a:pt x="206741" y="55510"/>
                  <a:pt x="206741" y="58387"/>
                </a:cubicBezTo>
                <a:cubicBezTo>
                  <a:pt x="206741" y="61692"/>
                  <a:pt x="205746" y="64538"/>
                  <a:pt x="203757" y="66925"/>
                </a:cubicBezTo>
                <a:cubicBezTo>
                  <a:pt x="201768" y="69311"/>
                  <a:pt x="199044" y="71132"/>
                  <a:pt x="195586" y="72387"/>
                </a:cubicBezTo>
                <a:cubicBezTo>
                  <a:pt x="192129" y="73641"/>
                  <a:pt x="188197" y="74268"/>
                  <a:pt x="183790" y="74268"/>
                </a:cubicBezTo>
                <a:close/>
                <a:moveTo>
                  <a:pt x="235017" y="74268"/>
                </a:moveTo>
                <a:cubicBezTo>
                  <a:pt x="230978" y="74268"/>
                  <a:pt x="227351" y="73626"/>
                  <a:pt x="224138" y="72341"/>
                </a:cubicBezTo>
                <a:cubicBezTo>
                  <a:pt x="220925" y="71056"/>
                  <a:pt x="218401" y="69266"/>
                  <a:pt x="216564" y="66971"/>
                </a:cubicBezTo>
                <a:cubicBezTo>
                  <a:pt x="214728" y="64676"/>
                  <a:pt x="213810" y="62028"/>
                  <a:pt x="213810" y="59029"/>
                </a:cubicBezTo>
                <a:cubicBezTo>
                  <a:pt x="213810" y="58601"/>
                  <a:pt x="213871" y="57836"/>
                  <a:pt x="213995" y="56734"/>
                </a:cubicBezTo>
                <a:lnTo>
                  <a:pt x="229142" y="56734"/>
                </a:lnTo>
                <a:cubicBezTo>
                  <a:pt x="229019" y="58632"/>
                  <a:pt x="229585" y="60147"/>
                  <a:pt x="230839" y="61278"/>
                </a:cubicBezTo>
                <a:cubicBezTo>
                  <a:pt x="232094" y="62410"/>
                  <a:pt x="233885" y="62976"/>
                  <a:pt x="236210" y="62976"/>
                </a:cubicBezTo>
                <a:cubicBezTo>
                  <a:pt x="238168" y="62976"/>
                  <a:pt x="239790" y="62609"/>
                  <a:pt x="241075" y="61875"/>
                </a:cubicBezTo>
                <a:cubicBezTo>
                  <a:pt x="242361" y="61140"/>
                  <a:pt x="243004" y="60100"/>
                  <a:pt x="243004" y="58754"/>
                </a:cubicBezTo>
                <a:cubicBezTo>
                  <a:pt x="243004" y="57468"/>
                  <a:pt x="242315" y="56443"/>
                  <a:pt x="240938" y="55678"/>
                </a:cubicBezTo>
                <a:cubicBezTo>
                  <a:pt x="239561" y="54913"/>
                  <a:pt x="237282" y="53980"/>
                  <a:pt x="234099" y="52878"/>
                </a:cubicBezTo>
                <a:cubicBezTo>
                  <a:pt x="230794" y="51777"/>
                  <a:pt x="228025" y="50691"/>
                  <a:pt x="225791" y="49619"/>
                </a:cubicBezTo>
                <a:cubicBezTo>
                  <a:pt x="223557" y="48548"/>
                  <a:pt x="221644" y="47003"/>
                  <a:pt x="220053" y="44984"/>
                </a:cubicBezTo>
                <a:cubicBezTo>
                  <a:pt x="218462" y="42964"/>
                  <a:pt x="217666" y="40424"/>
                  <a:pt x="217666" y="37364"/>
                </a:cubicBezTo>
                <a:cubicBezTo>
                  <a:pt x="217666" y="34365"/>
                  <a:pt x="218553" y="31657"/>
                  <a:pt x="220328" y="29239"/>
                </a:cubicBezTo>
                <a:cubicBezTo>
                  <a:pt x="222103" y="26821"/>
                  <a:pt x="224597" y="24940"/>
                  <a:pt x="227809" y="23594"/>
                </a:cubicBezTo>
                <a:cubicBezTo>
                  <a:pt x="231023" y="22247"/>
                  <a:pt x="234741" y="21574"/>
                  <a:pt x="238964" y="21574"/>
                </a:cubicBezTo>
                <a:cubicBezTo>
                  <a:pt x="243187" y="21574"/>
                  <a:pt x="246859" y="22263"/>
                  <a:pt x="249980" y="23640"/>
                </a:cubicBezTo>
                <a:cubicBezTo>
                  <a:pt x="253102" y="25017"/>
                  <a:pt x="255520" y="26929"/>
                  <a:pt x="257233" y="29378"/>
                </a:cubicBezTo>
                <a:cubicBezTo>
                  <a:pt x="258947" y="31825"/>
                  <a:pt x="259804" y="34579"/>
                  <a:pt x="259804" y="37638"/>
                </a:cubicBezTo>
                <a:lnTo>
                  <a:pt x="259711" y="39015"/>
                </a:lnTo>
                <a:lnTo>
                  <a:pt x="245482" y="39015"/>
                </a:lnTo>
                <a:cubicBezTo>
                  <a:pt x="245604" y="37179"/>
                  <a:pt x="245053" y="35711"/>
                  <a:pt x="243829" y="34610"/>
                </a:cubicBezTo>
                <a:cubicBezTo>
                  <a:pt x="242606" y="33508"/>
                  <a:pt x="240862" y="32957"/>
                  <a:pt x="238597" y="32957"/>
                </a:cubicBezTo>
                <a:cubicBezTo>
                  <a:pt x="236823" y="32957"/>
                  <a:pt x="235369" y="33324"/>
                  <a:pt x="234236" y="34059"/>
                </a:cubicBezTo>
                <a:cubicBezTo>
                  <a:pt x="233104" y="34793"/>
                  <a:pt x="232539" y="35803"/>
                  <a:pt x="232539" y="37088"/>
                </a:cubicBezTo>
                <a:cubicBezTo>
                  <a:pt x="232539" y="38434"/>
                  <a:pt x="233288" y="39552"/>
                  <a:pt x="234787" y="40440"/>
                </a:cubicBezTo>
                <a:cubicBezTo>
                  <a:pt x="236287" y="41327"/>
                  <a:pt x="238628" y="42321"/>
                  <a:pt x="241811" y="43422"/>
                </a:cubicBezTo>
                <a:cubicBezTo>
                  <a:pt x="245115" y="44524"/>
                  <a:pt x="247854" y="45611"/>
                  <a:pt x="250026" y="46682"/>
                </a:cubicBezTo>
                <a:cubicBezTo>
                  <a:pt x="252199" y="47753"/>
                  <a:pt x="254066" y="49252"/>
                  <a:pt x="255627" y="51180"/>
                </a:cubicBezTo>
                <a:cubicBezTo>
                  <a:pt x="257187" y="53108"/>
                  <a:pt x="257967" y="55510"/>
                  <a:pt x="257967" y="58387"/>
                </a:cubicBezTo>
                <a:cubicBezTo>
                  <a:pt x="257967" y="61692"/>
                  <a:pt x="256973" y="64538"/>
                  <a:pt x="254984" y="66925"/>
                </a:cubicBezTo>
                <a:cubicBezTo>
                  <a:pt x="252995" y="69311"/>
                  <a:pt x="250271" y="71132"/>
                  <a:pt x="246813" y="72387"/>
                </a:cubicBezTo>
                <a:cubicBezTo>
                  <a:pt x="243356" y="73641"/>
                  <a:pt x="239424" y="74268"/>
                  <a:pt x="235017" y="74268"/>
                </a:cubicBezTo>
                <a:close/>
                <a:moveTo>
                  <a:pt x="282846" y="16983"/>
                </a:moveTo>
                <a:cubicBezTo>
                  <a:pt x="280398" y="16983"/>
                  <a:pt x="278455" y="16326"/>
                  <a:pt x="277017" y="15010"/>
                </a:cubicBezTo>
                <a:cubicBezTo>
                  <a:pt x="275579" y="13694"/>
                  <a:pt x="274860" y="12026"/>
                  <a:pt x="274860" y="10006"/>
                </a:cubicBezTo>
                <a:cubicBezTo>
                  <a:pt x="274860" y="7252"/>
                  <a:pt x="275930" y="4896"/>
                  <a:pt x="278072" y="2938"/>
                </a:cubicBezTo>
                <a:cubicBezTo>
                  <a:pt x="280214" y="979"/>
                  <a:pt x="282815" y="0"/>
                  <a:pt x="285876" y="0"/>
                </a:cubicBezTo>
                <a:cubicBezTo>
                  <a:pt x="288324" y="0"/>
                  <a:pt x="290252" y="658"/>
                  <a:pt x="291660" y="1974"/>
                </a:cubicBezTo>
                <a:cubicBezTo>
                  <a:pt x="293067" y="3290"/>
                  <a:pt x="293771" y="4988"/>
                  <a:pt x="293771" y="7068"/>
                </a:cubicBezTo>
                <a:cubicBezTo>
                  <a:pt x="293771" y="9762"/>
                  <a:pt x="292699" y="12088"/>
                  <a:pt x="290557" y="14046"/>
                </a:cubicBezTo>
                <a:cubicBezTo>
                  <a:pt x="288416" y="16004"/>
                  <a:pt x="285845" y="16983"/>
                  <a:pt x="282846" y="16983"/>
                </a:cubicBezTo>
                <a:moveTo>
                  <a:pt x="289640" y="22308"/>
                </a:moveTo>
                <a:lnTo>
                  <a:pt x="280644" y="73534"/>
                </a:lnTo>
                <a:lnTo>
                  <a:pt x="264945" y="73534"/>
                </a:lnTo>
                <a:lnTo>
                  <a:pt x="273941" y="22308"/>
                </a:lnTo>
                <a:lnTo>
                  <a:pt x="289640" y="22308"/>
                </a:lnTo>
                <a:close/>
                <a:moveTo>
                  <a:pt x="315437" y="74268"/>
                </a:moveTo>
                <a:cubicBezTo>
                  <a:pt x="311030" y="74268"/>
                  <a:pt x="307113" y="73381"/>
                  <a:pt x="303686" y="71607"/>
                </a:cubicBezTo>
                <a:cubicBezTo>
                  <a:pt x="300258" y="69831"/>
                  <a:pt x="297611" y="67322"/>
                  <a:pt x="295744" y="64079"/>
                </a:cubicBezTo>
                <a:cubicBezTo>
                  <a:pt x="293878" y="60834"/>
                  <a:pt x="292944" y="57070"/>
                  <a:pt x="292944" y="52787"/>
                </a:cubicBezTo>
                <a:cubicBezTo>
                  <a:pt x="292944" y="46972"/>
                  <a:pt x="294321" y="41678"/>
                  <a:pt x="297075" y="36904"/>
                </a:cubicBezTo>
                <a:cubicBezTo>
                  <a:pt x="299829" y="32130"/>
                  <a:pt x="303624" y="28382"/>
                  <a:pt x="308458" y="25659"/>
                </a:cubicBezTo>
                <a:cubicBezTo>
                  <a:pt x="313294" y="22935"/>
                  <a:pt x="318680" y="21574"/>
                  <a:pt x="324617" y="21574"/>
                </a:cubicBezTo>
                <a:cubicBezTo>
                  <a:pt x="329024" y="21574"/>
                  <a:pt x="332956" y="22476"/>
                  <a:pt x="336413" y="24282"/>
                </a:cubicBezTo>
                <a:cubicBezTo>
                  <a:pt x="339871" y="26087"/>
                  <a:pt x="342549" y="28612"/>
                  <a:pt x="344446" y="31856"/>
                </a:cubicBezTo>
                <a:cubicBezTo>
                  <a:pt x="346344" y="35099"/>
                  <a:pt x="347293" y="38863"/>
                  <a:pt x="347293" y="43148"/>
                </a:cubicBezTo>
                <a:cubicBezTo>
                  <a:pt x="347293" y="49023"/>
                  <a:pt x="345900" y="54332"/>
                  <a:pt x="343116" y="59075"/>
                </a:cubicBezTo>
                <a:cubicBezTo>
                  <a:pt x="340331" y="63818"/>
                  <a:pt x="336506" y="67536"/>
                  <a:pt x="331640" y="70230"/>
                </a:cubicBezTo>
                <a:cubicBezTo>
                  <a:pt x="326775" y="72922"/>
                  <a:pt x="321374" y="74268"/>
                  <a:pt x="315437" y="74268"/>
                </a:cubicBezTo>
                <a:moveTo>
                  <a:pt x="317639" y="60773"/>
                </a:moveTo>
                <a:cubicBezTo>
                  <a:pt x="320210" y="60773"/>
                  <a:pt x="322521" y="59992"/>
                  <a:pt x="324570" y="58432"/>
                </a:cubicBezTo>
                <a:cubicBezTo>
                  <a:pt x="326621" y="56871"/>
                  <a:pt x="328212" y="54852"/>
                  <a:pt x="329344" y="52373"/>
                </a:cubicBezTo>
                <a:cubicBezTo>
                  <a:pt x="330477" y="49895"/>
                  <a:pt x="331043" y="47309"/>
                  <a:pt x="331043" y="44616"/>
                </a:cubicBezTo>
                <a:cubicBezTo>
                  <a:pt x="331043" y="41555"/>
                  <a:pt x="330217" y="39199"/>
                  <a:pt x="328564" y="37547"/>
                </a:cubicBezTo>
                <a:cubicBezTo>
                  <a:pt x="326912" y="35894"/>
                  <a:pt x="324831" y="35068"/>
                  <a:pt x="322322" y="35068"/>
                </a:cubicBezTo>
                <a:cubicBezTo>
                  <a:pt x="319690" y="35068"/>
                  <a:pt x="317380" y="35849"/>
                  <a:pt x="315391" y="37410"/>
                </a:cubicBezTo>
                <a:cubicBezTo>
                  <a:pt x="313402" y="38971"/>
                  <a:pt x="311856" y="41005"/>
                  <a:pt x="310754" y="43515"/>
                </a:cubicBezTo>
                <a:cubicBezTo>
                  <a:pt x="309653" y="46024"/>
                  <a:pt x="309103" y="48656"/>
                  <a:pt x="309103" y="51410"/>
                </a:cubicBezTo>
                <a:cubicBezTo>
                  <a:pt x="309103" y="54408"/>
                  <a:pt x="309898" y="56719"/>
                  <a:pt x="311488" y="58341"/>
                </a:cubicBezTo>
                <a:cubicBezTo>
                  <a:pt x="313080" y="59962"/>
                  <a:pt x="315130" y="60773"/>
                  <a:pt x="317639" y="60773"/>
                </a:cubicBezTo>
                <a:close/>
                <a:moveTo>
                  <a:pt x="390807" y="21757"/>
                </a:moveTo>
                <a:cubicBezTo>
                  <a:pt x="395948" y="21757"/>
                  <a:pt x="399987" y="23196"/>
                  <a:pt x="402925" y="26072"/>
                </a:cubicBezTo>
                <a:cubicBezTo>
                  <a:pt x="405863" y="28948"/>
                  <a:pt x="407332" y="32957"/>
                  <a:pt x="407332" y="38098"/>
                </a:cubicBezTo>
                <a:cubicBezTo>
                  <a:pt x="407332" y="39811"/>
                  <a:pt x="407148" y="41647"/>
                  <a:pt x="406780" y="43606"/>
                </a:cubicBezTo>
                <a:lnTo>
                  <a:pt x="401456" y="73534"/>
                </a:lnTo>
                <a:lnTo>
                  <a:pt x="385849" y="73534"/>
                </a:lnTo>
                <a:lnTo>
                  <a:pt x="390807" y="45718"/>
                </a:lnTo>
                <a:cubicBezTo>
                  <a:pt x="390991" y="44677"/>
                  <a:pt x="391083" y="43759"/>
                  <a:pt x="391083" y="42964"/>
                </a:cubicBezTo>
                <a:cubicBezTo>
                  <a:pt x="391083" y="40393"/>
                  <a:pt x="390364" y="38404"/>
                  <a:pt x="388925" y="36997"/>
                </a:cubicBezTo>
                <a:cubicBezTo>
                  <a:pt x="387487" y="35589"/>
                  <a:pt x="385483" y="34884"/>
                  <a:pt x="382912" y="34884"/>
                </a:cubicBezTo>
                <a:cubicBezTo>
                  <a:pt x="379852" y="34884"/>
                  <a:pt x="377281" y="35833"/>
                  <a:pt x="375200" y="37731"/>
                </a:cubicBezTo>
                <a:cubicBezTo>
                  <a:pt x="373120" y="39628"/>
                  <a:pt x="371773" y="42291"/>
                  <a:pt x="371160" y="45718"/>
                </a:cubicBezTo>
                <a:lnTo>
                  <a:pt x="371160" y="45259"/>
                </a:lnTo>
                <a:lnTo>
                  <a:pt x="366204" y="73534"/>
                </a:lnTo>
                <a:lnTo>
                  <a:pt x="350505" y="73534"/>
                </a:lnTo>
                <a:lnTo>
                  <a:pt x="359501" y="22308"/>
                </a:lnTo>
                <a:lnTo>
                  <a:pt x="375200" y="22308"/>
                </a:lnTo>
                <a:lnTo>
                  <a:pt x="374007" y="29193"/>
                </a:lnTo>
                <a:cubicBezTo>
                  <a:pt x="376027" y="26928"/>
                  <a:pt x="378490" y="25123"/>
                  <a:pt x="381398" y="23777"/>
                </a:cubicBezTo>
                <a:cubicBezTo>
                  <a:pt x="384305" y="22431"/>
                  <a:pt x="387441" y="21757"/>
                  <a:pt x="390807" y="21757"/>
                </a:cubicBezTo>
                <a:close/>
                <a:moveTo>
                  <a:pt x="433679" y="74268"/>
                </a:moveTo>
                <a:cubicBezTo>
                  <a:pt x="429640" y="74268"/>
                  <a:pt x="426014" y="73626"/>
                  <a:pt x="422800" y="72341"/>
                </a:cubicBezTo>
                <a:cubicBezTo>
                  <a:pt x="419588" y="71056"/>
                  <a:pt x="417063" y="69266"/>
                  <a:pt x="415226" y="66971"/>
                </a:cubicBezTo>
                <a:cubicBezTo>
                  <a:pt x="413390" y="64676"/>
                  <a:pt x="412472" y="62028"/>
                  <a:pt x="412472" y="59029"/>
                </a:cubicBezTo>
                <a:cubicBezTo>
                  <a:pt x="412472" y="58601"/>
                  <a:pt x="412534" y="57836"/>
                  <a:pt x="412657" y="56734"/>
                </a:cubicBezTo>
                <a:lnTo>
                  <a:pt x="427804" y="56734"/>
                </a:lnTo>
                <a:cubicBezTo>
                  <a:pt x="427682" y="58632"/>
                  <a:pt x="428247" y="60147"/>
                  <a:pt x="429502" y="61278"/>
                </a:cubicBezTo>
                <a:cubicBezTo>
                  <a:pt x="430757" y="62410"/>
                  <a:pt x="432547" y="62976"/>
                  <a:pt x="434872" y="62976"/>
                </a:cubicBezTo>
                <a:cubicBezTo>
                  <a:pt x="436831" y="62976"/>
                  <a:pt x="438452" y="62609"/>
                  <a:pt x="439737" y="61875"/>
                </a:cubicBezTo>
                <a:cubicBezTo>
                  <a:pt x="441023" y="61140"/>
                  <a:pt x="441666" y="60100"/>
                  <a:pt x="441666" y="58754"/>
                </a:cubicBezTo>
                <a:cubicBezTo>
                  <a:pt x="441666" y="57468"/>
                  <a:pt x="440978" y="56443"/>
                  <a:pt x="439600" y="55678"/>
                </a:cubicBezTo>
                <a:cubicBezTo>
                  <a:pt x="438224" y="54913"/>
                  <a:pt x="435944" y="53980"/>
                  <a:pt x="432761" y="52878"/>
                </a:cubicBezTo>
                <a:cubicBezTo>
                  <a:pt x="429456" y="51777"/>
                  <a:pt x="426687" y="50691"/>
                  <a:pt x="424453" y="49619"/>
                </a:cubicBezTo>
                <a:cubicBezTo>
                  <a:pt x="422219" y="48548"/>
                  <a:pt x="420307" y="47003"/>
                  <a:pt x="418715" y="44984"/>
                </a:cubicBezTo>
                <a:cubicBezTo>
                  <a:pt x="417124" y="42964"/>
                  <a:pt x="416328" y="40424"/>
                  <a:pt x="416328" y="37364"/>
                </a:cubicBezTo>
                <a:cubicBezTo>
                  <a:pt x="416328" y="34365"/>
                  <a:pt x="417216" y="31657"/>
                  <a:pt x="418990" y="29239"/>
                </a:cubicBezTo>
                <a:cubicBezTo>
                  <a:pt x="420765" y="26821"/>
                  <a:pt x="423259" y="24940"/>
                  <a:pt x="426472" y="23594"/>
                </a:cubicBezTo>
                <a:cubicBezTo>
                  <a:pt x="429685" y="22247"/>
                  <a:pt x="433403" y="21574"/>
                  <a:pt x="437626" y="21574"/>
                </a:cubicBezTo>
                <a:cubicBezTo>
                  <a:pt x="441849" y="21574"/>
                  <a:pt x="445521" y="22263"/>
                  <a:pt x="448642" y="23640"/>
                </a:cubicBezTo>
                <a:cubicBezTo>
                  <a:pt x="451764" y="25017"/>
                  <a:pt x="454182" y="26929"/>
                  <a:pt x="455896" y="29378"/>
                </a:cubicBezTo>
                <a:cubicBezTo>
                  <a:pt x="457609" y="31825"/>
                  <a:pt x="458466" y="34579"/>
                  <a:pt x="458466" y="37638"/>
                </a:cubicBezTo>
                <a:lnTo>
                  <a:pt x="458374" y="39015"/>
                </a:lnTo>
                <a:lnTo>
                  <a:pt x="444144" y="39015"/>
                </a:lnTo>
                <a:cubicBezTo>
                  <a:pt x="444267" y="37179"/>
                  <a:pt x="443716" y="35711"/>
                  <a:pt x="442491" y="34610"/>
                </a:cubicBezTo>
                <a:cubicBezTo>
                  <a:pt x="441268" y="33508"/>
                  <a:pt x="439524" y="32957"/>
                  <a:pt x="437259" y="32957"/>
                </a:cubicBezTo>
                <a:cubicBezTo>
                  <a:pt x="435485" y="32957"/>
                  <a:pt x="434031" y="33324"/>
                  <a:pt x="432899" y="34059"/>
                </a:cubicBezTo>
                <a:cubicBezTo>
                  <a:pt x="431767" y="34793"/>
                  <a:pt x="431201" y="35803"/>
                  <a:pt x="431201" y="37088"/>
                </a:cubicBezTo>
                <a:cubicBezTo>
                  <a:pt x="431201" y="38434"/>
                  <a:pt x="431950" y="39552"/>
                  <a:pt x="433449" y="40440"/>
                </a:cubicBezTo>
                <a:cubicBezTo>
                  <a:pt x="434949" y="41327"/>
                  <a:pt x="437290" y="42321"/>
                  <a:pt x="440473" y="43422"/>
                </a:cubicBezTo>
                <a:cubicBezTo>
                  <a:pt x="443778" y="44524"/>
                  <a:pt x="446516" y="45611"/>
                  <a:pt x="448689" y="46682"/>
                </a:cubicBezTo>
                <a:cubicBezTo>
                  <a:pt x="450862" y="47753"/>
                  <a:pt x="452728" y="49252"/>
                  <a:pt x="454289" y="51180"/>
                </a:cubicBezTo>
                <a:cubicBezTo>
                  <a:pt x="455849" y="53108"/>
                  <a:pt x="456630" y="55510"/>
                  <a:pt x="456630" y="58387"/>
                </a:cubicBezTo>
                <a:cubicBezTo>
                  <a:pt x="456630" y="61692"/>
                  <a:pt x="455635" y="64538"/>
                  <a:pt x="453646" y="66925"/>
                </a:cubicBezTo>
                <a:cubicBezTo>
                  <a:pt x="451657" y="69311"/>
                  <a:pt x="448933" y="71132"/>
                  <a:pt x="445475" y="72387"/>
                </a:cubicBezTo>
                <a:cubicBezTo>
                  <a:pt x="442018" y="73641"/>
                  <a:pt x="438086" y="74268"/>
                  <a:pt x="433679" y="742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Text Usinglambdif">
            <a:extLst xmlns:a="http://schemas.openxmlformats.org/drawingml/2006/main">
              <a:ext uri="{FF2B5EF4-FFF2-40B4-BE49-F238E27FC236}">
                <a16:creationId xmlns:a16="http://schemas.microsoft.com/office/drawing/2014/main" id="{1FD45FC3-3C16-4111-83D5-A3876FB1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8465" y="3976809"/>
            <a:ext cx="661077" cy="98780"/>
          </a:xfrm>
          <a:custGeom xmlns:a="http://schemas.openxmlformats.org/drawingml/2006/main">
            <a:pathLst>
              <a:path w="661077" h="98780">
                <a:moveTo>
                  <a:pt x="22951" y="9088"/>
                </a:moveTo>
                <a:lnTo>
                  <a:pt x="16158" y="47553"/>
                </a:lnTo>
                <a:cubicBezTo>
                  <a:pt x="15914" y="49145"/>
                  <a:pt x="15791" y="50247"/>
                  <a:pt x="15791" y="50859"/>
                </a:cubicBezTo>
                <a:cubicBezTo>
                  <a:pt x="15791" y="53674"/>
                  <a:pt x="16587" y="55831"/>
                  <a:pt x="18177" y="57331"/>
                </a:cubicBezTo>
                <a:cubicBezTo>
                  <a:pt x="19768" y="58831"/>
                  <a:pt x="22125" y="59581"/>
                  <a:pt x="25247" y="59581"/>
                </a:cubicBezTo>
                <a:cubicBezTo>
                  <a:pt x="28919" y="59581"/>
                  <a:pt x="31917" y="58540"/>
                  <a:pt x="34243" y="56460"/>
                </a:cubicBezTo>
                <a:cubicBezTo>
                  <a:pt x="36569" y="54378"/>
                  <a:pt x="38069" y="51409"/>
                  <a:pt x="38742" y="47553"/>
                </a:cubicBezTo>
                <a:lnTo>
                  <a:pt x="45535" y="9088"/>
                </a:lnTo>
                <a:lnTo>
                  <a:pt x="61234" y="9088"/>
                </a:lnTo>
                <a:lnTo>
                  <a:pt x="54440" y="47553"/>
                </a:lnTo>
                <a:cubicBezTo>
                  <a:pt x="53399" y="53368"/>
                  <a:pt x="51334" y="58279"/>
                  <a:pt x="48242" y="62288"/>
                </a:cubicBezTo>
                <a:cubicBezTo>
                  <a:pt x="45152" y="66297"/>
                  <a:pt x="41388" y="69280"/>
                  <a:pt x="36951" y="71240"/>
                </a:cubicBezTo>
                <a:cubicBezTo>
                  <a:pt x="32514" y="73198"/>
                  <a:pt x="27694" y="74177"/>
                  <a:pt x="22493" y="74177"/>
                </a:cubicBezTo>
                <a:cubicBezTo>
                  <a:pt x="15761" y="74177"/>
                  <a:pt x="10329" y="72433"/>
                  <a:pt x="6197" y="68945"/>
                </a:cubicBezTo>
                <a:cubicBezTo>
                  <a:pt x="2066" y="65456"/>
                  <a:pt x="0" y="60407"/>
                  <a:pt x="0" y="53797"/>
                </a:cubicBezTo>
                <a:cubicBezTo>
                  <a:pt x="0" y="51838"/>
                  <a:pt x="184" y="49757"/>
                  <a:pt x="552" y="47553"/>
                </a:cubicBezTo>
                <a:lnTo>
                  <a:pt x="7253" y="9088"/>
                </a:lnTo>
                <a:lnTo>
                  <a:pt x="22951" y="9088"/>
                </a:lnTo>
                <a:close/>
                <a:moveTo>
                  <a:pt x="82164" y="74268"/>
                </a:moveTo>
                <a:cubicBezTo>
                  <a:pt x="78125" y="74268"/>
                  <a:pt x="74499" y="73626"/>
                  <a:pt x="71286" y="72341"/>
                </a:cubicBezTo>
                <a:cubicBezTo>
                  <a:pt x="68073" y="71056"/>
                  <a:pt x="65548" y="69266"/>
                  <a:pt x="63712" y="66971"/>
                </a:cubicBezTo>
                <a:cubicBezTo>
                  <a:pt x="61876" y="64676"/>
                  <a:pt x="60958" y="62028"/>
                  <a:pt x="60958" y="59029"/>
                </a:cubicBezTo>
                <a:cubicBezTo>
                  <a:pt x="60958" y="58601"/>
                  <a:pt x="61019" y="57836"/>
                  <a:pt x="61142" y="56734"/>
                </a:cubicBezTo>
                <a:lnTo>
                  <a:pt x="76289" y="56734"/>
                </a:lnTo>
                <a:cubicBezTo>
                  <a:pt x="76167" y="58632"/>
                  <a:pt x="76733" y="60147"/>
                  <a:pt x="77987" y="61278"/>
                </a:cubicBezTo>
                <a:cubicBezTo>
                  <a:pt x="79242" y="62410"/>
                  <a:pt x="81033" y="62976"/>
                  <a:pt x="83358" y="62976"/>
                </a:cubicBezTo>
                <a:cubicBezTo>
                  <a:pt x="85316" y="62976"/>
                  <a:pt x="86938" y="62609"/>
                  <a:pt x="88223" y="61875"/>
                </a:cubicBezTo>
                <a:cubicBezTo>
                  <a:pt x="89509" y="61140"/>
                  <a:pt x="90152" y="60100"/>
                  <a:pt x="90152" y="58754"/>
                </a:cubicBezTo>
                <a:cubicBezTo>
                  <a:pt x="90152" y="57468"/>
                  <a:pt x="89463" y="56443"/>
                  <a:pt x="88086" y="55678"/>
                </a:cubicBezTo>
                <a:cubicBezTo>
                  <a:pt x="86709" y="54913"/>
                  <a:pt x="84430" y="53980"/>
                  <a:pt x="81247" y="52878"/>
                </a:cubicBezTo>
                <a:cubicBezTo>
                  <a:pt x="77942" y="51777"/>
                  <a:pt x="75172" y="50691"/>
                  <a:pt x="72939" y="49619"/>
                </a:cubicBezTo>
                <a:cubicBezTo>
                  <a:pt x="70705" y="48548"/>
                  <a:pt x="68792" y="47003"/>
                  <a:pt x="67201" y="44984"/>
                </a:cubicBezTo>
                <a:cubicBezTo>
                  <a:pt x="65610" y="42964"/>
                  <a:pt x="64814" y="40424"/>
                  <a:pt x="64814" y="37364"/>
                </a:cubicBezTo>
                <a:cubicBezTo>
                  <a:pt x="64814" y="34365"/>
                  <a:pt x="65701" y="31657"/>
                  <a:pt x="67476" y="29239"/>
                </a:cubicBezTo>
                <a:cubicBezTo>
                  <a:pt x="69251" y="26821"/>
                  <a:pt x="71745" y="24940"/>
                  <a:pt x="74957" y="23594"/>
                </a:cubicBezTo>
                <a:cubicBezTo>
                  <a:pt x="78171" y="22247"/>
                  <a:pt x="81889" y="21574"/>
                  <a:pt x="86112" y="21574"/>
                </a:cubicBezTo>
                <a:cubicBezTo>
                  <a:pt x="90335" y="21574"/>
                  <a:pt x="94007" y="22263"/>
                  <a:pt x="97128" y="23640"/>
                </a:cubicBezTo>
                <a:cubicBezTo>
                  <a:pt x="100250" y="25017"/>
                  <a:pt x="102668" y="26929"/>
                  <a:pt x="104381" y="29378"/>
                </a:cubicBezTo>
                <a:cubicBezTo>
                  <a:pt x="106095" y="31825"/>
                  <a:pt x="106952" y="34579"/>
                  <a:pt x="106952" y="37638"/>
                </a:cubicBezTo>
                <a:lnTo>
                  <a:pt x="106859" y="39015"/>
                </a:lnTo>
                <a:lnTo>
                  <a:pt x="92630" y="39015"/>
                </a:lnTo>
                <a:cubicBezTo>
                  <a:pt x="92752" y="37179"/>
                  <a:pt x="92201" y="35711"/>
                  <a:pt x="90977" y="34610"/>
                </a:cubicBezTo>
                <a:cubicBezTo>
                  <a:pt x="89754" y="33508"/>
                  <a:pt x="88010" y="32957"/>
                  <a:pt x="85745" y="32957"/>
                </a:cubicBezTo>
                <a:cubicBezTo>
                  <a:pt x="83971" y="32957"/>
                  <a:pt x="82517" y="33324"/>
                  <a:pt x="81384" y="34059"/>
                </a:cubicBezTo>
                <a:cubicBezTo>
                  <a:pt x="80252" y="34793"/>
                  <a:pt x="79686" y="35803"/>
                  <a:pt x="79686" y="37088"/>
                </a:cubicBezTo>
                <a:cubicBezTo>
                  <a:pt x="79686" y="38434"/>
                  <a:pt x="80436" y="39552"/>
                  <a:pt x="81935" y="40440"/>
                </a:cubicBezTo>
                <a:cubicBezTo>
                  <a:pt x="83434" y="41327"/>
                  <a:pt x="85776" y="42321"/>
                  <a:pt x="88958" y="43422"/>
                </a:cubicBezTo>
                <a:cubicBezTo>
                  <a:pt x="92263" y="44524"/>
                  <a:pt x="95002" y="45611"/>
                  <a:pt x="97174" y="46682"/>
                </a:cubicBezTo>
                <a:cubicBezTo>
                  <a:pt x="99347" y="47753"/>
                  <a:pt x="101214" y="49252"/>
                  <a:pt x="102775" y="51180"/>
                </a:cubicBezTo>
                <a:cubicBezTo>
                  <a:pt x="104335" y="53108"/>
                  <a:pt x="105115" y="55510"/>
                  <a:pt x="105115" y="58387"/>
                </a:cubicBezTo>
                <a:cubicBezTo>
                  <a:pt x="105115" y="61692"/>
                  <a:pt x="104121" y="64538"/>
                  <a:pt x="102132" y="66925"/>
                </a:cubicBezTo>
                <a:cubicBezTo>
                  <a:pt x="100142" y="69311"/>
                  <a:pt x="97419" y="71132"/>
                  <a:pt x="93961" y="72387"/>
                </a:cubicBezTo>
                <a:cubicBezTo>
                  <a:pt x="90503" y="73641"/>
                  <a:pt x="86571" y="74268"/>
                  <a:pt x="82164" y="74268"/>
                </a:cubicBezTo>
                <a:close/>
                <a:moveTo>
                  <a:pt x="129994" y="16983"/>
                </a:moveTo>
                <a:cubicBezTo>
                  <a:pt x="127546" y="16983"/>
                  <a:pt x="125603" y="16326"/>
                  <a:pt x="124165" y="15010"/>
                </a:cubicBezTo>
                <a:cubicBezTo>
                  <a:pt x="122727" y="13694"/>
                  <a:pt x="122008" y="12026"/>
                  <a:pt x="122008" y="10006"/>
                </a:cubicBezTo>
                <a:cubicBezTo>
                  <a:pt x="122008" y="7252"/>
                  <a:pt x="123078" y="4896"/>
                  <a:pt x="125220" y="2938"/>
                </a:cubicBezTo>
                <a:cubicBezTo>
                  <a:pt x="127362" y="979"/>
                  <a:pt x="129963" y="0"/>
                  <a:pt x="133024" y="0"/>
                </a:cubicBezTo>
                <a:cubicBezTo>
                  <a:pt x="135472" y="0"/>
                  <a:pt x="137400" y="658"/>
                  <a:pt x="138807" y="1974"/>
                </a:cubicBezTo>
                <a:cubicBezTo>
                  <a:pt x="140215" y="3290"/>
                  <a:pt x="140918" y="4988"/>
                  <a:pt x="140918" y="7068"/>
                </a:cubicBezTo>
                <a:cubicBezTo>
                  <a:pt x="140918" y="9762"/>
                  <a:pt x="139847" y="12088"/>
                  <a:pt x="137705" y="14046"/>
                </a:cubicBezTo>
                <a:cubicBezTo>
                  <a:pt x="135564" y="16004"/>
                  <a:pt x="132993" y="16983"/>
                  <a:pt x="129994" y="16983"/>
                </a:cubicBezTo>
                <a:moveTo>
                  <a:pt x="136787" y="22308"/>
                </a:moveTo>
                <a:lnTo>
                  <a:pt x="127791" y="73534"/>
                </a:lnTo>
                <a:lnTo>
                  <a:pt x="112093" y="73534"/>
                </a:lnTo>
                <a:lnTo>
                  <a:pt x="121089" y="22308"/>
                </a:lnTo>
                <a:lnTo>
                  <a:pt x="136787" y="22308"/>
                </a:lnTo>
                <a:close/>
                <a:moveTo>
                  <a:pt x="179476" y="21757"/>
                </a:moveTo>
                <a:cubicBezTo>
                  <a:pt x="184617" y="21757"/>
                  <a:pt x="188656" y="23196"/>
                  <a:pt x="191594" y="26072"/>
                </a:cubicBezTo>
                <a:cubicBezTo>
                  <a:pt x="194532" y="28948"/>
                  <a:pt x="196001" y="32957"/>
                  <a:pt x="196001" y="38098"/>
                </a:cubicBezTo>
                <a:cubicBezTo>
                  <a:pt x="196001" y="39811"/>
                  <a:pt x="195817" y="41647"/>
                  <a:pt x="195449" y="43606"/>
                </a:cubicBezTo>
                <a:lnTo>
                  <a:pt x="190125" y="73534"/>
                </a:lnTo>
                <a:lnTo>
                  <a:pt x="174518" y="73534"/>
                </a:lnTo>
                <a:lnTo>
                  <a:pt x="179476" y="45718"/>
                </a:lnTo>
                <a:cubicBezTo>
                  <a:pt x="179660" y="44677"/>
                  <a:pt x="179752" y="43759"/>
                  <a:pt x="179752" y="42964"/>
                </a:cubicBezTo>
                <a:cubicBezTo>
                  <a:pt x="179752" y="40393"/>
                  <a:pt x="179033" y="38404"/>
                  <a:pt x="177595" y="36997"/>
                </a:cubicBezTo>
                <a:cubicBezTo>
                  <a:pt x="176156" y="35589"/>
                  <a:pt x="174152" y="34884"/>
                  <a:pt x="171581" y="34884"/>
                </a:cubicBezTo>
                <a:cubicBezTo>
                  <a:pt x="168521" y="34884"/>
                  <a:pt x="165950" y="35833"/>
                  <a:pt x="163869" y="37731"/>
                </a:cubicBezTo>
                <a:cubicBezTo>
                  <a:pt x="161789" y="39628"/>
                  <a:pt x="160442" y="42291"/>
                  <a:pt x="159830" y="45718"/>
                </a:cubicBezTo>
                <a:lnTo>
                  <a:pt x="159830" y="45259"/>
                </a:lnTo>
                <a:lnTo>
                  <a:pt x="154873" y="73534"/>
                </a:lnTo>
                <a:lnTo>
                  <a:pt x="139175" y="73534"/>
                </a:lnTo>
                <a:lnTo>
                  <a:pt x="148171" y="22308"/>
                </a:lnTo>
                <a:lnTo>
                  <a:pt x="163869" y="22308"/>
                </a:lnTo>
                <a:lnTo>
                  <a:pt x="162676" y="29193"/>
                </a:lnTo>
                <a:cubicBezTo>
                  <a:pt x="164696" y="26928"/>
                  <a:pt x="167159" y="25123"/>
                  <a:pt x="170067" y="23777"/>
                </a:cubicBezTo>
                <a:cubicBezTo>
                  <a:pt x="172974" y="22431"/>
                  <a:pt x="176110" y="21757"/>
                  <a:pt x="179476" y="21757"/>
                </a:cubicBezTo>
                <a:close/>
                <a:moveTo>
                  <a:pt x="229693" y="21574"/>
                </a:moveTo>
                <a:cubicBezTo>
                  <a:pt x="233304" y="21574"/>
                  <a:pt x="236364" y="22308"/>
                  <a:pt x="238874" y="23777"/>
                </a:cubicBezTo>
                <a:cubicBezTo>
                  <a:pt x="241383" y="25245"/>
                  <a:pt x="243127" y="27173"/>
                  <a:pt x="244106" y="29560"/>
                </a:cubicBezTo>
                <a:lnTo>
                  <a:pt x="245392" y="22308"/>
                </a:lnTo>
                <a:lnTo>
                  <a:pt x="261089" y="22308"/>
                </a:lnTo>
                <a:lnTo>
                  <a:pt x="252093" y="73442"/>
                </a:lnTo>
                <a:cubicBezTo>
                  <a:pt x="251236" y="78155"/>
                  <a:pt x="249537" y="82424"/>
                  <a:pt x="246997" y="86249"/>
                </a:cubicBezTo>
                <a:cubicBezTo>
                  <a:pt x="244458" y="90074"/>
                  <a:pt x="241061" y="93119"/>
                  <a:pt x="236807" y="95383"/>
                </a:cubicBezTo>
                <a:cubicBezTo>
                  <a:pt x="232554" y="97647"/>
                  <a:pt x="227612" y="98780"/>
                  <a:pt x="221981" y="98780"/>
                </a:cubicBezTo>
                <a:cubicBezTo>
                  <a:pt x="214393" y="98780"/>
                  <a:pt x="208548" y="96989"/>
                  <a:pt x="204447" y="93409"/>
                </a:cubicBezTo>
                <a:cubicBezTo>
                  <a:pt x="200347" y="89829"/>
                  <a:pt x="198511" y="84979"/>
                  <a:pt x="198939" y="78859"/>
                </a:cubicBezTo>
                <a:lnTo>
                  <a:pt x="214453" y="78859"/>
                </a:lnTo>
                <a:cubicBezTo>
                  <a:pt x="214637" y="80817"/>
                  <a:pt x="215540" y="82362"/>
                  <a:pt x="217161" y="83494"/>
                </a:cubicBezTo>
                <a:cubicBezTo>
                  <a:pt x="218783" y="84627"/>
                  <a:pt x="220941" y="85193"/>
                  <a:pt x="223634" y="85193"/>
                </a:cubicBezTo>
                <a:cubicBezTo>
                  <a:pt x="226877" y="85193"/>
                  <a:pt x="229631" y="84260"/>
                  <a:pt x="231896" y="82393"/>
                </a:cubicBezTo>
                <a:cubicBezTo>
                  <a:pt x="234161" y="80526"/>
                  <a:pt x="235660" y="77542"/>
                  <a:pt x="236394" y="73442"/>
                </a:cubicBezTo>
                <a:lnTo>
                  <a:pt x="237680" y="66190"/>
                </a:lnTo>
                <a:cubicBezTo>
                  <a:pt x="235722" y="68577"/>
                  <a:pt x="233258" y="70520"/>
                  <a:pt x="230289" y="72020"/>
                </a:cubicBezTo>
                <a:cubicBezTo>
                  <a:pt x="227322" y="73519"/>
                  <a:pt x="224032" y="74268"/>
                  <a:pt x="220421" y="74268"/>
                </a:cubicBezTo>
                <a:cubicBezTo>
                  <a:pt x="216809" y="74268"/>
                  <a:pt x="213611" y="73442"/>
                  <a:pt x="210827" y="71790"/>
                </a:cubicBezTo>
                <a:cubicBezTo>
                  <a:pt x="208043" y="70137"/>
                  <a:pt x="205870" y="67781"/>
                  <a:pt x="204309" y="64722"/>
                </a:cubicBezTo>
                <a:cubicBezTo>
                  <a:pt x="202748" y="61661"/>
                  <a:pt x="201968" y="58081"/>
                  <a:pt x="201968" y="53980"/>
                </a:cubicBezTo>
                <a:cubicBezTo>
                  <a:pt x="201968" y="52083"/>
                  <a:pt x="202151" y="50032"/>
                  <a:pt x="202518" y="47829"/>
                </a:cubicBezTo>
                <a:cubicBezTo>
                  <a:pt x="203437" y="42566"/>
                  <a:pt x="205243" y="37945"/>
                  <a:pt x="207935" y="33967"/>
                </a:cubicBezTo>
                <a:cubicBezTo>
                  <a:pt x="210629" y="29989"/>
                  <a:pt x="213872" y="26929"/>
                  <a:pt x="217667" y="24787"/>
                </a:cubicBezTo>
                <a:cubicBezTo>
                  <a:pt x="221461" y="22645"/>
                  <a:pt x="225470" y="21574"/>
                  <a:pt x="229693" y="21574"/>
                </a:cubicBezTo>
                <a:moveTo>
                  <a:pt x="240894" y="47920"/>
                </a:moveTo>
                <a:cubicBezTo>
                  <a:pt x="241077" y="46819"/>
                  <a:pt x="241168" y="45810"/>
                  <a:pt x="241168" y="44892"/>
                </a:cubicBezTo>
                <a:cubicBezTo>
                  <a:pt x="241168" y="41893"/>
                  <a:pt x="240296" y="39537"/>
                  <a:pt x="238551" y="37823"/>
                </a:cubicBezTo>
                <a:cubicBezTo>
                  <a:pt x="236808" y="36109"/>
                  <a:pt x="234589" y="35251"/>
                  <a:pt x="231896" y="35251"/>
                </a:cubicBezTo>
                <a:cubicBezTo>
                  <a:pt x="228775" y="35251"/>
                  <a:pt x="225929" y="36369"/>
                  <a:pt x="223358" y="38604"/>
                </a:cubicBezTo>
                <a:cubicBezTo>
                  <a:pt x="220788" y="40837"/>
                  <a:pt x="219167" y="43913"/>
                  <a:pt x="218493" y="47829"/>
                </a:cubicBezTo>
                <a:cubicBezTo>
                  <a:pt x="218309" y="48931"/>
                  <a:pt x="218217" y="49941"/>
                  <a:pt x="218217" y="50859"/>
                </a:cubicBezTo>
                <a:cubicBezTo>
                  <a:pt x="218217" y="53858"/>
                  <a:pt x="219089" y="56229"/>
                  <a:pt x="220834" y="57974"/>
                </a:cubicBezTo>
                <a:cubicBezTo>
                  <a:pt x="222578" y="59717"/>
                  <a:pt x="224766" y="60589"/>
                  <a:pt x="227398" y="60589"/>
                </a:cubicBezTo>
                <a:cubicBezTo>
                  <a:pt x="230519" y="60589"/>
                  <a:pt x="233365" y="59457"/>
                  <a:pt x="235935" y="57194"/>
                </a:cubicBezTo>
                <a:cubicBezTo>
                  <a:pt x="238506" y="54929"/>
                  <a:pt x="240159" y="51838"/>
                  <a:pt x="240894" y="47920"/>
                </a:cubicBezTo>
                <a:close/>
                <a:moveTo>
                  <a:pt x="312316" y="5599"/>
                </a:moveTo>
                <a:lnTo>
                  <a:pt x="300290" y="73534"/>
                </a:lnTo>
                <a:lnTo>
                  <a:pt x="284591" y="73534"/>
                </a:lnTo>
                <a:lnTo>
                  <a:pt x="296617" y="5599"/>
                </a:lnTo>
                <a:lnTo>
                  <a:pt x="312316" y="5599"/>
                </a:lnTo>
                <a:close/>
                <a:moveTo>
                  <a:pt x="313141" y="47829"/>
                </a:moveTo>
                <a:cubicBezTo>
                  <a:pt x="314060" y="42566"/>
                  <a:pt x="315866" y="37945"/>
                  <a:pt x="318558" y="33967"/>
                </a:cubicBezTo>
                <a:cubicBezTo>
                  <a:pt x="321252" y="29989"/>
                  <a:pt x="324495" y="26929"/>
                  <a:pt x="328290" y="24787"/>
                </a:cubicBezTo>
                <a:cubicBezTo>
                  <a:pt x="332084" y="22645"/>
                  <a:pt x="336093" y="21574"/>
                  <a:pt x="340316" y="21574"/>
                </a:cubicBezTo>
                <a:cubicBezTo>
                  <a:pt x="343927" y="21574"/>
                  <a:pt x="346956" y="22308"/>
                  <a:pt x="349404" y="23777"/>
                </a:cubicBezTo>
                <a:cubicBezTo>
                  <a:pt x="351853" y="25245"/>
                  <a:pt x="353628" y="27173"/>
                  <a:pt x="354729" y="29560"/>
                </a:cubicBezTo>
                <a:lnTo>
                  <a:pt x="356014" y="22308"/>
                </a:lnTo>
                <a:lnTo>
                  <a:pt x="371712" y="22308"/>
                </a:lnTo>
                <a:lnTo>
                  <a:pt x="362624" y="73534"/>
                </a:lnTo>
                <a:lnTo>
                  <a:pt x="346926" y="73534"/>
                </a:lnTo>
                <a:lnTo>
                  <a:pt x="348303" y="66282"/>
                </a:lnTo>
                <a:cubicBezTo>
                  <a:pt x="346345" y="68669"/>
                  <a:pt x="343866" y="70597"/>
                  <a:pt x="340866" y="72066"/>
                </a:cubicBezTo>
                <a:cubicBezTo>
                  <a:pt x="337867" y="73534"/>
                  <a:pt x="334562" y="74268"/>
                  <a:pt x="330951" y="74268"/>
                </a:cubicBezTo>
                <a:cubicBezTo>
                  <a:pt x="327341" y="74268"/>
                  <a:pt x="324143" y="73442"/>
                  <a:pt x="321358" y="71790"/>
                </a:cubicBezTo>
                <a:cubicBezTo>
                  <a:pt x="318574" y="70137"/>
                  <a:pt x="316416" y="67796"/>
                  <a:pt x="314885" y="64766"/>
                </a:cubicBezTo>
                <a:cubicBezTo>
                  <a:pt x="313356" y="61737"/>
                  <a:pt x="312591" y="58172"/>
                  <a:pt x="312591" y="54071"/>
                </a:cubicBezTo>
                <a:cubicBezTo>
                  <a:pt x="312591" y="52113"/>
                  <a:pt x="312774" y="50032"/>
                  <a:pt x="313141" y="47829"/>
                </a:cubicBezTo>
                <a:moveTo>
                  <a:pt x="351516" y="47920"/>
                </a:moveTo>
                <a:cubicBezTo>
                  <a:pt x="351700" y="46819"/>
                  <a:pt x="351791" y="45810"/>
                  <a:pt x="351791" y="44892"/>
                </a:cubicBezTo>
                <a:cubicBezTo>
                  <a:pt x="351791" y="41893"/>
                  <a:pt x="350919" y="39537"/>
                  <a:pt x="349174" y="37823"/>
                </a:cubicBezTo>
                <a:cubicBezTo>
                  <a:pt x="347431" y="36109"/>
                  <a:pt x="345212" y="35251"/>
                  <a:pt x="342519" y="35251"/>
                </a:cubicBezTo>
                <a:cubicBezTo>
                  <a:pt x="339398" y="35251"/>
                  <a:pt x="336552" y="36369"/>
                  <a:pt x="333981" y="38604"/>
                </a:cubicBezTo>
                <a:cubicBezTo>
                  <a:pt x="331411" y="40837"/>
                  <a:pt x="329789" y="43913"/>
                  <a:pt x="329116" y="47829"/>
                </a:cubicBezTo>
                <a:cubicBezTo>
                  <a:pt x="328932" y="48931"/>
                  <a:pt x="328840" y="49941"/>
                  <a:pt x="328840" y="50859"/>
                </a:cubicBezTo>
                <a:cubicBezTo>
                  <a:pt x="328840" y="53858"/>
                  <a:pt x="329712" y="56229"/>
                  <a:pt x="331457" y="57974"/>
                </a:cubicBezTo>
                <a:cubicBezTo>
                  <a:pt x="333201" y="59717"/>
                  <a:pt x="335389" y="60589"/>
                  <a:pt x="338021" y="60589"/>
                </a:cubicBezTo>
                <a:cubicBezTo>
                  <a:pt x="341142" y="60589"/>
                  <a:pt x="343988" y="59457"/>
                  <a:pt x="346558" y="57194"/>
                </a:cubicBezTo>
                <a:cubicBezTo>
                  <a:pt x="349129" y="54929"/>
                  <a:pt x="350782" y="51838"/>
                  <a:pt x="351516" y="47920"/>
                </a:cubicBezTo>
                <a:close/>
                <a:moveTo>
                  <a:pt x="448552" y="21757"/>
                </a:moveTo>
                <a:cubicBezTo>
                  <a:pt x="454060" y="21757"/>
                  <a:pt x="458359" y="23211"/>
                  <a:pt x="461449" y="26118"/>
                </a:cubicBezTo>
                <a:cubicBezTo>
                  <a:pt x="464540" y="29025"/>
                  <a:pt x="466086" y="33080"/>
                  <a:pt x="466086" y="38281"/>
                </a:cubicBezTo>
                <a:cubicBezTo>
                  <a:pt x="466086" y="39873"/>
                  <a:pt x="465902" y="41647"/>
                  <a:pt x="465535" y="43606"/>
                </a:cubicBezTo>
                <a:lnTo>
                  <a:pt x="460211" y="73534"/>
                </a:lnTo>
                <a:lnTo>
                  <a:pt x="444605" y="73534"/>
                </a:lnTo>
                <a:lnTo>
                  <a:pt x="449562" y="45718"/>
                </a:lnTo>
                <a:cubicBezTo>
                  <a:pt x="449684" y="45106"/>
                  <a:pt x="449746" y="44279"/>
                  <a:pt x="449746" y="43239"/>
                </a:cubicBezTo>
                <a:cubicBezTo>
                  <a:pt x="449746" y="40669"/>
                  <a:pt x="449026" y="38710"/>
                  <a:pt x="447588" y="37364"/>
                </a:cubicBezTo>
                <a:cubicBezTo>
                  <a:pt x="446150" y="36017"/>
                  <a:pt x="444146" y="35344"/>
                  <a:pt x="441575" y="35344"/>
                </a:cubicBezTo>
                <a:cubicBezTo>
                  <a:pt x="438515" y="35344"/>
                  <a:pt x="435945" y="36247"/>
                  <a:pt x="433863" y="38053"/>
                </a:cubicBezTo>
                <a:cubicBezTo>
                  <a:pt x="431782" y="39858"/>
                  <a:pt x="430467" y="42413"/>
                  <a:pt x="429916" y="45718"/>
                </a:cubicBezTo>
                <a:lnTo>
                  <a:pt x="424958" y="73534"/>
                </a:lnTo>
                <a:lnTo>
                  <a:pt x="409352" y="73534"/>
                </a:lnTo>
                <a:lnTo>
                  <a:pt x="414309" y="45718"/>
                </a:lnTo>
                <a:cubicBezTo>
                  <a:pt x="414432" y="45106"/>
                  <a:pt x="414493" y="44279"/>
                  <a:pt x="414493" y="43239"/>
                </a:cubicBezTo>
                <a:cubicBezTo>
                  <a:pt x="414493" y="40669"/>
                  <a:pt x="413774" y="38710"/>
                  <a:pt x="412335" y="37364"/>
                </a:cubicBezTo>
                <a:cubicBezTo>
                  <a:pt x="410897" y="36017"/>
                  <a:pt x="408893" y="35344"/>
                  <a:pt x="406323" y="35344"/>
                </a:cubicBezTo>
                <a:cubicBezTo>
                  <a:pt x="403263" y="35344"/>
                  <a:pt x="400692" y="36247"/>
                  <a:pt x="398610" y="38053"/>
                </a:cubicBezTo>
                <a:cubicBezTo>
                  <a:pt x="396530" y="39858"/>
                  <a:pt x="395214" y="42413"/>
                  <a:pt x="394663" y="45718"/>
                </a:cubicBezTo>
                <a:lnTo>
                  <a:pt x="394663" y="45259"/>
                </a:lnTo>
                <a:lnTo>
                  <a:pt x="389707" y="73534"/>
                </a:lnTo>
                <a:lnTo>
                  <a:pt x="374008" y="73534"/>
                </a:lnTo>
                <a:lnTo>
                  <a:pt x="383004" y="22308"/>
                </a:lnTo>
                <a:lnTo>
                  <a:pt x="398703" y="22308"/>
                </a:lnTo>
                <a:lnTo>
                  <a:pt x="397602" y="28826"/>
                </a:lnTo>
                <a:cubicBezTo>
                  <a:pt x="399560" y="26623"/>
                  <a:pt x="401932" y="24894"/>
                  <a:pt x="404716" y="23640"/>
                </a:cubicBezTo>
                <a:cubicBezTo>
                  <a:pt x="407501" y="22385"/>
                  <a:pt x="410515" y="21757"/>
                  <a:pt x="413759" y="21757"/>
                </a:cubicBezTo>
                <a:cubicBezTo>
                  <a:pt x="417675" y="21757"/>
                  <a:pt x="420995" y="22584"/>
                  <a:pt x="423718" y="24237"/>
                </a:cubicBezTo>
                <a:cubicBezTo>
                  <a:pt x="426443" y="25889"/>
                  <a:pt x="428386" y="28275"/>
                  <a:pt x="429549" y="31396"/>
                </a:cubicBezTo>
                <a:cubicBezTo>
                  <a:pt x="431813" y="28520"/>
                  <a:pt x="434628" y="26195"/>
                  <a:pt x="437994" y="24420"/>
                </a:cubicBezTo>
                <a:cubicBezTo>
                  <a:pt x="441361" y="22645"/>
                  <a:pt x="444880" y="21757"/>
                  <a:pt x="448552" y="21757"/>
                </a:cubicBezTo>
                <a:close/>
                <a:moveTo>
                  <a:pt x="494638" y="29560"/>
                </a:moveTo>
                <a:cubicBezTo>
                  <a:pt x="496596" y="27173"/>
                  <a:pt x="499075" y="25245"/>
                  <a:pt x="502074" y="23777"/>
                </a:cubicBezTo>
                <a:cubicBezTo>
                  <a:pt x="505072" y="22308"/>
                  <a:pt x="508346" y="21574"/>
                  <a:pt x="511896" y="21574"/>
                </a:cubicBezTo>
                <a:cubicBezTo>
                  <a:pt x="517405" y="21574"/>
                  <a:pt x="521858" y="23364"/>
                  <a:pt x="525254" y="26945"/>
                </a:cubicBezTo>
                <a:cubicBezTo>
                  <a:pt x="528651" y="30524"/>
                  <a:pt x="530349" y="35405"/>
                  <a:pt x="530349" y="41586"/>
                </a:cubicBezTo>
                <a:cubicBezTo>
                  <a:pt x="530349" y="43545"/>
                  <a:pt x="530165" y="45626"/>
                  <a:pt x="529798" y="47829"/>
                </a:cubicBezTo>
                <a:cubicBezTo>
                  <a:pt x="528880" y="53093"/>
                  <a:pt x="527075" y="57729"/>
                  <a:pt x="524382" y="61738"/>
                </a:cubicBezTo>
                <a:cubicBezTo>
                  <a:pt x="521689" y="65746"/>
                  <a:pt x="518445" y="68837"/>
                  <a:pt x="514650" y="71010"/>
                </a:cubicBezTo>
                <a:cubicBezTo>
                  <a:pt x="510856" y="73182"/>
                  <a:pt x="506847" y="74268"/>
                  <a:pt x="502624" y="74268"/>
                </a:cubicBezTo>
                <a:cubicBezTo>
                  <a:pt x="499014" y="74268"/>
                  <a:pt x="495984" y="73549"/>
                  <a:pt x="493536" y="72111"/>
                </a:cubicBezTo>
                <a:cubicBezTo>
                  <a:pt x="491088" y="70673"/>
                  <a:pt x="489313" y="68760"/>
                  <a:pt x="488211" y="66373"/>
                </a:cubicBezTo>
                <a:lnTo>
                  <a:pt x="486927" y="73534"/>
                </a:lnTo>
                <a:lnTo>
                  <a:pt x="471228" y="73534"/>
                </a:lnTo>
                <a:lnTo>
                  <a:pt x="483254" y="5599"/>
                </a:lnTo>
                <a:lnTo>
                  <a:pt x="498953" y="5599"/>
                </a:lnTo>
                <a:lnTo>
                  <a:pt x="494638" y="29560"/>
                </a:lnTo>
                <a:moveTo>
                  <a:pt x="513916" y="47829"/>
                </a:moveTo>
                <a:cubicBezTo>
                  <a:pt x="514100" y="46789"/>
                  <a:pt x="514192" y="45840"/>
                  <a:pt x="514192" y="44983"/>
                </a:cubicBezTo>
                <a:cubicBezTo>
                  <a:pt x="514192" y="41923"/>
                  <a:pt x="513320" y="39537"/>
                  <a:pt x="511575" y="37823"/>
                </a:cubicBezTo>
                <a:cubicBezTo>
                  <a:pt x="509831" y="36109"/>
                  <a:pt x="507612" y="35251"/>
                  <a:pt x="504920" y="35251"/>
                </a:cubicBezTo>
                <a:cubicBezTo>
                  <a:pt x="501798" y="35251"/>
                  <a:pt x="498952" y="36384"/>
                  <a:pt x="496381" y="38648"/>
                </a:cubicBezTo>
                <a:cubicBezTo>
                  <a:pt x="493811" y="40913"/>
                  <a:pt x="492159" y="44004"/>
                  <a:pt x="491425" y="47920"/>
                </a:cubicBezTo>
                <a:cubicBezTo>
                  <a:pt x="491241" y="49022"/>
                  <a:pt x="491149" y="50032"/>
                  <a:pt x="491149" y="50950"/>
                </a:cubicBezTo>
                <a:cubicBezTo>
                  <a:pt x="491149" y="53949"/>
                  <a:pt x="492006" y="56305"/>
                  <a:pt x="493719" y="58019"/>
                </a:cubicBezTo>
                <a:cubicBezTo>
                  <a:pt x="495433" y="59732"/>
                  <a:pt x="497636" y="60589"/>
                  <a:pt x="500330" y="60589"/>
                </a:cubicBezTo>
                <a:cubicBezTo>
                  <a:pt x="503451" y="60589"/>
                  <a:pt x="506312" y="59442"/>
                  <a:pt x="508912" y="57147"/>
                </a:cubicBezTo>
                <a:cubicBezTo>
                  <a:pt x="511514" y="54852"/>
                  <a:pt x="513182" y="51746"/>
                  <a:pt x="513916" y="47829"/>
                </a:cubicBezTo>
                <a:close/>
                <a:moveTo>
                  <a:pt x="535030" y="47829"/>
                </a:moveTo>
                <a:cubicBezTo>
                  <a:pt x="535949" y="42566"/>
                  <a:pt x="537755" y="37945"/>
                  <a:pt x="540447" y="33967"/>
                </a:cubicBezTo>
                <a:cubicBezTo>
                  <a:pt x="543141" y="29989"/>
                  <a:pt x="546385" y="26929"/>
                  <a:pt x="550179" y="24787"/>
                </a:cubicBezTo>
                <a:cubicBezTo>
                  <a:pt x="553973" y="22645"/>
                  <a:pt x="557982" y="21574"/>
                  <a:pt x="562205" y="21574"/>
                </a:cubicBezTo>
                <a:cubicBezTo>
                  <a:pt x="565571" y="21574"/>
                  <a:pt x="568524" y="22278"/>
                  <a:pt x="571064" y="23685"/>
                </a:cubicBezTo>
                <a:cubicBezTo>
                  <a:pt x="573604" y="25092"/>
                  <a:pt x="575455" y="26989"/>
                  <a:pt x="576618" y="29376"/>
                </a:cubicBezTo>
                <a:lnTo>
                  <a:pt x="580841" y="5599"/>
                </a:lnTo>
                <a:lnTo>
                  <a:pt x="596540" y="5599"/>
                </a:lnTo>
                <a:lnTo>
                  <a:pt x="584513" y="73534"/>
                </a:lnTo>
                <a:lnTo>
                  <a:pt x="568815" y="73534"/>
                </a:lnTo>
                <a:lnTo>
                  <a:pt x="570100" y="66190"/>
                </a:lnTo>
                <a:cubicBezTo>
                  <a:pt x="568141" y="68638"/>
                  <a:pt x="565693" y="70597"/>
                  <a:pt x="562755" y="72066"/>
                </a:cubicBezTo>
                <a:cubicBezTo>
                  <a:pt x="559818" y="73534"/>
                  <a:pt x="556544" y="74268"/>
                  <a:pt x="552933" y="74268"/>
                </a:cubicBezTo>
                <a:cubicBezTo>
                  <a:pt x="549322" y="74268"/>
                  <a:pt x="546123" y="73442"/>
                  <a:pt x="543339" y="71790"/>
                </a:cubicBezTo>
                <a:cubicBezTo>
                  <a:pt x="540555" y="70137"/>
                  <a:pt x="538382" y="67781"/>
                  <a:pt x="536821" y="64722"/>
                </a:cubicBezTo>
                <a:cubicBezTo>
                  <a:pt x="535260" y="61661"/>
                  <a:pt x="534480" y="58081"/>
                  <a:pt x="534480" y="53980"/>
                </a:cubicBezTo>
                <a:cubicBezTo>
                  <a:pt x="534480" y="52083"/>
                  <a:pt x="534663" y="50032"/>
                  <a:pt x="535030" y="47829"/>
                </a:cubicBezTo>
                <a:moveTo>
                  <a:pt x="573406" y="47920"/>
                </a:moveTo>
                <a:cubicBezTo>
                  <a:pt x="573589" y="46819"/>
                  <a:pt x="573680" y="45810"/>
                  <a:pt x="573680" y="44892"/>
                </a:cubicBezTo>
                <a:cubicBezTo>
                  <a:pt x="573680" y="41893"/>
                  <a:pt x="572808" y="39537"/>
                  <a:pt x="571064" y="37823"/>
                </a:cubicBezTo>
                <a:cubicBezTo>
                  <a:pt x="569320" y="36109"/>
                  <a:pt x="567102" y="35251"/>
                  <a:pt x="564408" y="35251"/>
                </a:cubicBezTo>
                <a:cubicBezTo>
                  <a:pt x="561287" y="35251"/>
                  <a:pt x="558441" y="36369"/>
                  <a:pt x="555870" y="38604"/>
                </a:cubicBezTo>
                <a:cubicBezTo>
                  <a:pt x="553300" y="40837"/>
                  <a:pt x="551679" y="43913"/>
                  <a:pt x="551005" y="47829"/>
                </a:cubicBezTo>
                <a:cubicBezTo>
                  <a:pt x="550821" y="48931"/>
                  <a:pt x="550729" y="49941"/>
                  <a:pt x="550729" y="50859"/>
                </a:cubicBezTo>
                <a:cubicBezTo>
                  <a:pt x="550729" y="53858"/>
                  <a:pt x="551602" y="56229"/>
                  <a:pt x="553346" y="57974"/>
                </a:cubicBezTo>
                <a:cubicBezTo>
                  <a:pt x="555091" y="59717"/>
                  <a:pt x="557279" y="60589"/>
                  <a:pt x="559910" y="60589"/>
                </a:cubicBezTo>
                <a:cubicBezTo>
                  <a:pt x="563031" y="60589"/>
                  <a:pt x="565877" y="59457"/>
                  <a:pt x="568447" y="57194"/>
                </a:cubicBezTo>
                <a:cubicBezTo>
                  <a:pt x="571018" y="54929"/>
                  <a:pt x="572671" y="51838"/>
                  <a:pt x="573406" y="47920"/>
                </a:cubicBezTo>
                <a:close/>
                <a:moveTo>
                  <a:pt x="613798" y="16983"/>
                </a:moveTo>
                <a:cubicBezTo>
                  <a:pt x="611351" y="16983"/>
                  <a:pt x="609408" y="16326"/>
                  <a:pt x="607970" y="15010"/>
                </a:cubicBezTo>
                <a:cubicBezTo>
                  <a:pt x="606531" y="13694"/>
                  <a:pt x="605812" y="12026"/>
                  <a:pt x="605812" y="10006"/>
                </a:cubicBezTo>
                <a:cubicBezTo>
                  <a:pt x="605812" y="7252"/>
                  <a:pt x="606883" y="4896"/>
                  <a:pt x="609024" y="2938"/>
                </a:cubicBezTo>
                <a:cubicBezTo>
                  <a:pt x="611167" y="979"/>
                  <a:pt x="613768" y="0"/>
                  <a:pt x="616828" y="0"/>
                </a:cubicBezTo>
                <a:cubicBezTo>
                  <a:pt x="619277" y="0"/>
                  <a:pt x="621205" y="658"/>
                  <a:pt x="622612" y="1974"/>
                </a:cubicBezTo>
                <a:cubicBezTo>
                  <a:pt x="624020" y="3290"/>
                  <a:pt x="624723" y="4988"/>
                  <a:pt x="624723" y="7068"/>
                </a:cubicBezTo>
                <a:cubicBezTo>
                  <a:pt x="624723" y="9762"/>
                  <a:pt x="623652" y="12088"/>
                  <a:pt x="621510" y="14046"/>
                </a:cubicBezTo>
                <a:cubicBezTo>
                  <a:pt x="619368" y="16004"/>
                  <a:pt x="616798" y="16983"/>
                  <a:pt x="613798" y="16983"/>
                </a:cubicBezTo>
                <a:moveTo>
                  <a:pt x="620592" y="22308"/>
                </a:moveTo>
                <a:lnTo>
                  <a:pt x="611596" y="73534"/>
                </a:lnTo>
                <a:lnTo>
                  <a:pt x="595897" y="73534"/>
                </a:lnTo>
                <a:lnTo>
                  <a:pt x="604893" y="22308"/>
                </a:lnTo>
                <a:lnTo>
                  <a:pt x="620592" y="22308"/>
                </a:lnTo>
                <a:close/>
                <a:moveTo>
                  <a:pt x="658783" y="14963"/>
                </a:moveTo>
                <a:cubicBezTo>
                  <a:pt x="655784" y="14779"/>
                  <a:pt x="653596" y="15208"/>
                  <a:pt x="652218" y="16249"/>
                </a:cubicBezTo>
                <a:cubicBezTo>
                  <a:pt x="650842" y="17290"/>
                  <a:pt x="649908" y="19156"/>
                  <a:pt x="649418" y="21848"/>
                </a:cubicBezTo>
                <a:lnTo>
                  <a:pt x="649327" y="22308"/>
                </a:lnTo>
                <a:lnTo>
                  <a:pt x="657773" y="22308"/>
                </a:lnTo>
                <a:lnTo>
                  <a:pt x="655478" y="35344"/>
                </a:lnTo>
                <a:lnTo>
                  <a:pt x="647031" y="35344"/>
                </a:lnTo>
                <a:lnTo>
                  <a:pt x="640330" y="73534"/>
                </a:lnTo>
                <a:lnTo>
                  <a:pt x="624540" y="73534"/>
                </a:lnTo>
                <a:lnTo>
                  <a:pt x="631241" y="35344"/>
                </a:lnTo>
                <a:lnTo>
                  <a:pt x="625550" y="35344"/>
                </a:lnTo>
                <a:lnTo>
                  <a:pt x="627844" y="22308"/>
                </a:lnTo>
                <a:lnTo>
                  <a:pt x="633537" y="22308"/>
                </a:lnTo>
                <a:lnTo>
                  <a:pt x="633812" y="20838"/>
                </a:lnTo>
                <a:cubicBezTo>
                  <a:pt x="634974" y="14535"/>
                  <a:pt x="637652" y="9746"/>
                  <a:pt x="641844" y="6472"/>
                </a:cubicBezTo>
                <a:cubicBezTo>
                  <a:pt x="646037" y="3198"/>
                  <a:pt x="651622" y="1561"/>
                  <a:pt x="658599" y="1561"/>
                </a:cubicBezTo>
                <a:cubicBezTo>
                  <a:pt x="659701" y="1561"/>
                  <a:pt x="660527" y="1591"/>
                  <a:pt x="661077" y="1652"/>
                </a:cubicBezTo>
                <a:lnTo>
                  <a:pt x="658783" y="149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Text yonan...">
            <a:extLst xmlns:a="http://schemas.openxmlformats.org/drawingml/2006/main">
              <a:ext uri="{FF2B5EF4-FFF2-40B4-BE49-F238E27FC236}">
                <a16:creationId xmlns:a16="http://schemas.microsoft.com/office/drawing/2014/main" id="{4FC701FA-F82D-4A93-8692-BB1111CD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575" y="3998383"/>
            <a:ext cx="436983" cy="76288"/>
          </a:xfrm>
          <a:custGeom xmlns:a="http://schemas.openxmlformats.org/drawingml/2006/main">
            <a:pathLst>
              <a:path w="436983" h="76288">
                <a:moveTo>
                  <a:pt x="21665" y="734"/>
                </a:moveTo>
                <a:lnTo>
                  <a:pt x="27907" y="32773"/>
                </a:lnTo>
                <a:lnTo>
                  <a:pt x="45350" y="734"/>
                </a:lnTo>
                <a:lnTo>
                  <a:pt x="62333" y="734"/>
                </a:lnTo>
                <a:lnTo>
                  <a:pt x="16891" y="76288"/>
                </a:lnTo>
                <a:lnTo>
                  <a:pt x="0" y="76288"/>
                </a:lnTo>
                <a:lnTo>
                  <a:pt x="16340" y="50216"/>
                </a:lnTo>
                <a:lnTo>
                  <a:pt x="4222" y="734"/>
                </a:lnTo>
                <a:lnTo>
                  <a:pt x="21665" y="734"/>
                </a:lnTo>
                <a:close/>
                <a:moveTo>
                  <a:pt x="103554" y="52694"/>
                </a:moveTo>
                <a:cubicBezTo>
                  <a:pt x="99147" y="52694"/>
                  <a:pt x="95230" y="51807"/>
                  <a:pt x="91803" y="50033"/>
                </a:cubicBezTo>
                <a:cubicBezTo>
                  <a:pt x="88376" y="48257"/>
                  <a:pt x="85729" y="45748"/>
                  <a:pt x="83862" y="42505"/>
                </a:cubicBezTo>
                <a:cubicBezTo>
                  <a:pt x="81995" y="39261"/>
                  <a:pt x="81062" y="35497"/>
                  <a:pt x="81062" y="31213"/>
                </a:cubicBezTo>
                <a:cubicBezTo>
                  <a:pt x="81062" y="25399"/>
                  <a:pt x="82439" y="20104"/>
                  <a:pt x="85193" y="15330"/>
                </a:cubicBezTo>
                <a:cubicBezTo>
                  <a:pt x="87947" y="10557"/>
                  <a:pt x="91741" y="6808"/>
                  <a:pt x="96576" y="4085"/>
                </a:cubicBezTo>
                <a:cubicBezTo>
                  <a:pt x="101411" y="1362"/>
                  <a:pt x="106797" y="0"/>
                  <a:pt x="112734" y="0"/>
                </a:cubicBezTo>
                <a:cubicBezTo>
                  <a:pt x="117141" y="0"/>
                  <a:pt x="121073" y="903"/>
                  <a:pt x="124530" y="2708"/>
                </a:cubicBezTo>
                <a:cubicBezTo>
                  <a:pt x="127988" y="4513"/>
                  <a:pt x="130666" y="7038"/>
                  <a:pt x="132564" y="10282"/>
                </a:cubicBezTo>
                <a:cubicBezTo>
                  <a:pt x="134461" y="13525"/>
                  <a:pt x="135410" y="17289"/>
                  <a:pt x="135410" y="21574"/>
                </a:cubicBezTo>
                <a:cubicBezTo>
                  <a:pt x="135410" y="27449"/>
                  <a:pt x="134018" y="32758"/>
                  <a:pt x="131233" y="37501"/>
                </a:cubicBezTo>
                <a:cubicBezTo>
                  <a:pt x="128448" y="42244"/>
                  <a:pt x="124623" y="45962"/>
                  <a:pt x="119758" y="48656"/>
                </a:cubicBezTo>
                <a:cubicBezTo>
                  <a:pt x="114892" y="51348"/>
                  <a:pt x="109491" y="52694"/>
                  <a:pt x="103554" y="52694"/>
                </a:cubicBezTo>
                <a:moveTo>
                  <a:pt x="105756" y="39199"/>
                </a:moveTo>
                <a:cubicBezTo>
                  <a:pt x="108327" y="39199"/>
                  <a:pt x="110638" y="38419"/>
                  <a:pt x="112688" y="36858"/>
                </a:cubicBezTo>
                <a:cubicBezTo>
                  <a:pt x="114738" y="35298"/>
                  <a:pt x="116330" y="33278"/>
                  <a:pt x="117462" y="30800"/>
                </a:cubicBezTo>
                <a:cubicBezTo>
                  <a:pt x="118594" y="28321"/>
                  <a:pt x="119161" y="25735"/>
                  <a:pt x="119161" y="23042"/>
                </a:cubicBezTo>
                <a:cubicBezTo>
                  <a:pt x="119161" y="19982"/>
                  <a:pt x="118334" y="17625"/>
                  <a:pt x="116681" y="15973"/>
                </a:cubicBezTo>
                <a:cubicBezTo>
                  <a:pt x="115029" y="14320"/>
                  <a:pt x="112949" y="13494"/>
                  <a:pt x="110439" y="13494"/>
                </a:cubicBezTo>
                <a:cubicBezTo>
                  <a:pt x="107808" y="13494"/>
                  <a:pt x="105497" y="14275"/>
                  <a:pt x="103508" y="15836"/>
                </a:cubicBezTo>
                <a:cubicBezTo>
                  <a:pt x="101519" y="17397"/>
                  <a:pt x="99973" y="19432"/>
                  <a:pt x="98871" y="21941"/>
                </a:cubicBezTo>
                <a:cubicBezTo>
                  <a:pt x="97770" y="24450"/>
                  <a:pt x="97220" y="27082"/>
                  <a:pt x="97220" y="29836"/>
                </a:cubicBezTo>
                <a:cubicBezTo>
                  <a:pt x="97220" y="32835"/>
                  <a:pt x="98015" y="35145"/>
                  <a:pt x="99605" y="36767"/>
                </a:cubicBezTo>
                <a:cubicBezTo>
                  <a:pt x="101197" y="38388"/>
                  <a:pt x="103247" y="39199"/>
                  <a:pt x="105756" y="39199"/>
                </a:cubicBezTo>
                <a:close/>
                <a:moveTo>
                  <a:pt x="178924" y="184"/>
                </a:moveTo>
                <a:cubicBezTo>
                  <a:pt x="184065" y="184"/>
                  <a:pt x="188104" y="1622"/>
                  <a:pt x="191042" y="4498"/>
                </a:cubicBezTo>
                <a:cubicBezTo>
                  <a:pt x="193980" y="7374"/>
                  <a:pt x="195449" y="11383"/>
                  <a:pt x="195449" y="16524"/>
                </a:cubicBezTo>
                <a:cubicBezTo>
                  <a:pt x="195449" y="18238"/>
                  <a:pt x="195265" y="20074"/>
                  <a:pt x="194897" y="22032"/>
                </a:cubicBezTo>
                <a:lnTo>
                  <a:pt x="189573" y="51960"/>
                </a:lnTo>
                <a:lnTo>
                  <a:pt x="173967" y="51960"/>
                </a:lnTo>
                <a:lnTo>
                  <a:pt x="178924" y="24144"/>
                </a:lnTo>
                <a:cubicBezTo>
                  <a:pt x="179108" y="23103"/>
                  <a:pt x="179200" y="22185"/>
                  <a:pt x="179200" y="21390"/>
                </a:cubicBezTo>
                <a:cubicBezTo>
                  <a:pt x="179200" y="18819"/>
                  <a:pt x="178481" y="16830"/>
                  <a:pt x="177043" y="15423"/>
                </a:cubicBezTo>
                <a:cubicBezTo>
                  <a:pt x="175605" y="14015"/>
                  <a:pt x="173600" y="13310"/>
                  <a:pt x="171029" y="13310"/>
                </a:cubicBezTo>
                <a:cubicBezTo>
                  <a:pt x="167969" y="13310"/>
                  <a:pt x="165398" y="14259"/>
                  <a:pt x="163318" y="16157"/>
                </a:cubicBezTo>
                <a:cubicBezTo>
                  <a:pt x="161237" y="18055"/>
                  <a:pt x="159890" y="20717"/>
                  <a:pt x="159278" y="24144"/>
                </a:cubicBezTo>
                <a:lnTo>
                  <a:pt x="159278" y="23685"/>
                </a:lnTo>
                <a:lnTo>
                  <a:pt x="154322" y="51960"/>
                </a:lnTo>
                <a:lnTo>
                  <a:pt x="138623" y="51960"/>
                </a:lnTo>
                <a:lnTo>
                  <a:pt x="147619" y="734"/>
                </a:lnTo>
                <a:lnTo>
                  <a:pt x="163318" y="734"/>
                </a:lnTo>
                <a:lnTo>
                  <a:pt x="162124" y="7619"/>
                </a:lnTo>
                <a:cubicBezTo>
                  <a:pt x="164144" y="5354"/>
                  <a:pt x="166608" y="3549"/>
                  <a:pt x="169515" y="2203"/>
                </a:cubicBezTo>
                <a:cubicBezTo>
                  <a:pt x="172422" y="857"/>
                  <a:pt x="175558" y="184"/>
                  <a:pt x="178924" y="184"/>
                </a:cubicBezTo>
                <a:close/>
                <a:moveTo>
                  <a:pt x="223173" y="26255"/>
                </a:moveTo>
                <a:cubicBezTo>
                  <a:pt x="224092" y="20992"/>
                  <a:pt x="225897" y="16371"/>
                  <a:pt x="228590" y="12393"/>
                </a:cubicBezTo>
                <a:cubicBezTo>
                  <a:pt x="231283" y="8415"/>
                  <a:pt x="234527" y="5355"/>
                  <a:pt x="238321" y="3213"/>
                </a:cubicBezTo>
                <a:cubicBezTo>
                  <a:pt x="242116" y="1071"/>
                  <a:pt x="246124" y="0"/>
                  <a:pt x="250347" y="0"/>
                </a:cubicBezTo>
                <a:cubicBezTo>
                  <a:pt x="253958" y="0"/>
                  <a:pt x="256988" y="734"/>
                  <a:pt x="259436" y="2203"/>
                </a:cubicBezTo>
                <a:cubicBezTo>
                  <a:pt x="261884" y="3672"/>
                  <a:pt x="263659" y="5599"/>
                  <a:pt x="264760" y="7986"/>
                </a:cubicBezTo>
                <a:lnTo>
                  <a:pt x="266046" y="734"/>
                </a:lnTo>
                <a:lnTo>
                  <a:pt x="281744" y="734"/>
                </a:lnTo>
                <a:lnTo>
                  <a:pt x="272655" y="51960"/>
                </a:lnTo>
                <a:lnTo>
                  <a:pt x="256958" y="51960"/>
                </a:lnTo>
                <a:lnTo>
                  <a:pt x="258335" y="44708"/>
                </a:lnTo>
                <a:cubicBezTo>
                  <a:pt x="256376" y="47095"/>
                  <a:pt x="253897" y="49023"/>
                  <a:pt x="250898" y="50492"/>
                </a:cubicBezTo>
                <a:cubicBezTo>
                  <a:pt x="247899" y="51960"/>
                  <a:pt x="244594" y="52694"/>
                  <a:pt x="240983" y="52694"/>
                </a:cubicBezTo>
                <a:cubicBezTo>
                  <a:pt x="237372" y="52694"/>
                  <a:pt x="234175" y="51868"/>
                  <a:pt x="231390" y="50216"/>
                </a:cubicBezTo>
                <a:cubicBezTo>
                  <a:pt x="228605" y="48563"/>
                  <a:pt x="226448" y="46222"/>
                  <a:pt x="224917" y="43193"/>
                </a:cubicBezTo>
                <a:cubicBezTo>
                  <a:pt x="223387" y="40163"/>
                  <a:pt x="222622" y="36598"/>
                  <a:pt x="222622" y="32497"/>
                </a:cubicBezTo>
                <a:cubicBezTo>
                  <a:pt x="222622" y="30539"/>
                  <a:pt x="222806" y="28458"/>
                  <a:pt x="223173" y="26255"/>
                </a:cubicBezTo>
                <a:moveTo>
                  <a:pt x="261548" y="26346"/>
                </a:moveTo>
                <a:cubicBezTo>
                  <a:pt x="261731" y="25245"/>
                  <a:pt x="261823" y="24236"/>
                  <a:pt x="261823" y="23318"/>
                </a:cubicBezTo>
                <a:cubicBezTo>
                  <a:pt x="261823" y="20319"/>
                  <a:pt x="260950" y="17963"/>
                  <a:pt x="259206" y="16249"/>
                </a:cubicBezTo>
                <a:cubicBezTo>
                  <a:pt x="257462" y="14535"/>
                  <a:pt x="255244" y="13678"/>
                  <a:pt x="252551" y="13678"/>
                </a:cubicBezTo>
                <a:cubicBezTo>
                  <a:pt x="249430" y="13678"/>
                  <a:pt x="246584" y="14795"/>
                  <a:pt x="244013" y="17030"/>
                </a:cubicBezTo>
                <a:cubicBezTo>
                  <a:pt x="241443" y="19263"/>
                  <a:pt x="239821" y="22339"/>
                  <a:pt x="239148" y="26255"/>
                </a:cubicBezTo>
                <a:cubicBezTo>
                  <a:pt x="238964" y="27357"/>
                  <a:pt x="238872" y="28367"/>
                  <a:pt x="238872" y="29285"/>
                </a:cubicBezTo>
                <a:cubicBezTo>
                  <a:pt x="238872" y="32284"/>
                  <a:pt x="239744" y="34656"/>
                  <a:pt x="241488" y="36400"/>
                </a:cubicBezTo>
                <a:cubicBezTo>
                  <a:pt x="243233" y="38144"/>
                  <a:pt x="245421" y="39015"/>
                  <a:pt x="248053" y="39015"/>
                </a:cubicBezTo>
                <a:cubicBezTo>
                  <a:pt x="251174" y="39015"/>
                  <a:pt x="254019" y="37884"/>
                  <a:pt x="256589" y="35620"/>
                </a:cubicBezTo>
                <a:cubicBezTo>
                  <a:pt x="259160" y="33355"/>
                  <a:pt x="260813" y="30264"/>
                  <a:pt x="261548" y="26346"/>
                </a:cubicBezTo>
                <a:close/>
                <a:moveTo>
                  <a:pt x="324341" y="184"/>
                </a:moveTo>
                <a:cubicBezTo>
                  <a:pt x="329482" y="184"/>
                  <a:pt x="333522" y="1622"/>
                  <a:pt x="336459" y="4498"/>
                </a:cubicBezTo>
                <a:cubicBezTo>
                  <a:pt x="339397" y="7374"/>
                  <a:pt x="340866" y="11383"/>
                  <a:pt x="340866" y="16524"/>
                </a:cubicBezTo>
                <a:cubicBezTo>
                  <a:pt x="340866" y="18238"/>
                  <a:pt x="340682" y="20074"/>
                  <a:pt x="340315" y="22032"/>
                </a:cubicBezTo>
                <a:lnTo>
                  <a:pt x="334990" y="51960"/>
                </a:lnTo>
                <a:lnTo>
                  <a:pt x="319384" y="51960"/>
                </a:lnTo>
                <a:lnTo>
                  <a:pt x="324341" y="24144"/>
                </a:lnTo>
                <a:cubicBezTo>
                  <a:pt x="324525" y="23103"/>
                  <a:pt x="324617" y="22185"/>
                  <a:pt x="324617" y="21390"/>
                </a:cubicBezTo>
                <a:cubicBezTo>
                  <a:pt x="324617" y="18819"/>
                  <a:pt x="323898" y="16830"/>
                  <a:pt x="322460" y="15423"/>
                </a:cubicBezTo>
                <a:cubicBezTo>
                  <a:pt x="321022" y="14015"/>
                  <a:pt x="319017" y="13310"/>
                  <a:pt x="316446" y="13310"/>
                </a:cubicBezTo>
                <a:cubicBezTo>
                  <a:pt x="313386" y="13310"/>
                  <a:pt x="310815" y="14259"/>
                  <a:pt x="308735" y="16157"/>
                </a:cubicBezTo>
                <a:cubicBezTo>
                  <a:pt x="306654" y="18055"/>
                  <a:pt x="305307" y="20717"/>
                  <a:pt x="304695" y="24144"/>
                </a:cubicBezTo>
                <a:lnTo>
                  <a:pt x="304695" y="23685"/>
                </a:lnTo>
                <a:lnTo>
                  <a:pt x="299739" y="51960"/>
                </a:lnTo>
                <a:lnTo>
                  <a:pt x="284040" y="51960"/>
                </a:lnTo>
                <a:lnTo>
                  <a:pt x="293036" y="734"/>
                </a:lnTo>
                <a:lnTo>
                  <a:pt x="308735" y="734"/>
                </a:lnTo>
                <a:lnTo>
                  <a:pt x="307541" y="7619"/>
                </a:lnTo>
                <a:cubicBezTo>
                  <a:pt x="309561" y="5354"/>
                  <a:pt x="312025" y="3549"/>
                  <a:pt x="314932" y="2203"/>
                </a:cubicBezTo>
                <a:cubicBezTo>
                  <a:pt x="317839" y="857"/>
                  <a:pt x="320975" y="184"/>
                  <a:pt x="324341" y="184"/>
                </a:cubicBezTo>
                <a:close/>
                <a:moveTo>
                  <a:pt x="374374" y="52694"/>
                </a:moveTo>
                <a:cubicBezTo>
                  <a:pt x="371926" y="52694"/>
                  <a:pt x="369983" y="52036"/>
                  <a:pt x="368545" y="50721"/>
                </a:cubicBezTo>
                <a:cubicBezTo>
                  <a:pt x="367107" y="49405"/>
                  <a:pt x="366388" y="47737"/>
                  <a:pt x="366388" y="45718"/>
                </a:cubicBezTo>
                <a:cubicBezTo>
                  <a:pt x="366388" y="42903"/>
                  <a:pt x="367443" y="40516"/>
                  <a:pt x="369555" y="38557"/>
                </a:cubicBezTo>
                <a:cubicBezTo>
                  <a:pt x="371666" y="36599"/>
                  <a:pt x="374283" y="35620"/>
                  <a:pt x="377404" y="35620"/>
                </a:cubicBezTo>
                <a:cubicBezTo>
                  <a:pt x="379791" y="35620"/>
                  <a:pt x="381688" y="36278"/>
                  <a:pt x="383095" y="37594"/>
                </a:cubicBezTo>
                <a:cubicBezTo>
                  <a:pt x="384502" y="38909"/>
                  <a:pt x="385206" y="40608"/>
                  <a:pt x="385206" y="42688"/>
                </a:cubicBezTo>
                <a:cubicBezTo>
                  <a:pt x="385206" y="45442"/>
                  <a:pt x="384150" y="47798"/>
                  <a:pt x="382039" y="49757"/>
                </a:cubicBezTo>
                <a:cubicBezTo>
                  <a:pt x="379928" y="51715"/>
                  <a:pt x="377373" y="52694"/>
                  <a:pt x="374374" y="52694"/>
                </a:cubicBezTo>
                <a:close/>
                <a:moveTo>
                  <a:pt x="400262" y="52694"/>
                </a:moveTo>
                <a:cubicBezTo>
                  <a:pt x="397815" y="52694"/>
                  <a:pt x="395872" y="52036"/>
                  <a:pt x="394433" y="50721"/>
                </a:cubicBezTo>
                <a:cubicBezTo>
                  <a:pt x="392995" y="49405"/>
                  <a:pt x="392276" y="47737"/>
                  <a:pt x="392276" y="45718"/>
                </a:cubicBezTo>
                <a:cubicBezTo>
                  <a:pt x="392276" y="42903"/>
                  <a:pt x="393332" y="40516"/>
                  <a:pt x="395443" y="38557"/>
                </a:cubicBezTo>
                <a:cubicBezTo>
                  <a:pt x="397555" y="36599"/>
                  <a:pt x="400171" y="35620"/>
                  <a:pt x="403292" y="35620"/>
                </a:cubicBezTo>
                <a:cubicBezTo>
                  <a:pt x="405679" y="35620"/>
                  <a:pt x="407576" y="36278"/>
                  <a:pt x="408984" y="37594"/>
                </a:cubicBezTo>
                <a:cubicBezTo>
                  <a:pt x="410391" y="38909"/>
                  <a:pt x="411095" y="40608"/>
                  <a:pt x="411095" y="42688"/>
                </a:cubicBezTo>
                <a:cubicBezTo>
                  <a:pt x="411095" y="45442"/>
                  <a:pt x="410039" y="47798"/>
                  <a:pt x="407927" y="49757"/>
                </a:cubicBezTo>
                <a:cubicBezTo>
                  <a:pt x="405817" y="51715"/>
                  <a:pt x="403262" y="52694"/>
                  <a:pt x="400262" y="52694"/>
                </a:cubicBezTo>
                <a:close/>
                <a:moveTo>
                  <a:pt x="426151" y="52694"/>
                </a:moveTo>
                <a:cubicBezTo>
                  <a:pt x="423703" y="52694"/>
                  <a:pt x="421760" y="52036"/>
                  <a:pt x="420322" y="50721"/>
                </a:cubicBezTo>
                <a:cubicBezTo>
                  <a:pt x="418884" y="49405"/>
                  <a:pt x="418165" y="47737"/>
                  <a:pt x="418165" y="45718"/>
                </a:cubicBezTo>
                <a:cubicBezTo>
                  <a:pt x="418165" y="42903"/>
                  <a:pt x="419220" y="40516"/>
                  <a:pt x="421332" y="38557"/>
                </a:cubicBezTo>
                <a:cubicBezTo>
                  <a:pt x="423443" y="36599"/>
                  <a:pt x="426060" y="35620"/>
                  <a:pt x="429181" y="35620"/>
                </a:cubicBezTo>
                <a:cubicBezTo>
                  <a:pt x="431568" y="35620"/>
                  <a:pt x="433465" y="36278"/>
                  <a:pt x="434872" y="37594"/>
                </a:cubicBezTo>
                <a:cubicBezTo>
                  <a:pt x="436279" y="38909"/>
                  <a:pt x="436983" y="40608"/>
                  <a:pt x="436983" y="42688"/>
                </a:cubicBezTo>
                <a:cubicBezTo>
                  <a:pt x="436983" y="45442"/>
                  <a:pt x="435927" y="47798"/>
                  <a:pt x="433816" y="49757"/>
                </a:cubicBezTo>
                <a:cubicBezTo>
                  <a:pt x="431705" y="51715"/>
                  <a:pt x="429150" y="52694"/>
                  <a:pt x="426151" y="526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258297ce90431a"/>
          <a:stretch xmlns:a="http://schemas.openxmlformats.org/drawingml/2006/main"/>
        </p:blipFill>
        <p:spPr>
          <a:xfrm xmlns:a="http://schemas.openxmlformats.org/drawingml/2006/main">
            <a:off x="5540432" y="4393303"/>
            <a:ext cx="1627388" cy="750661"/>
          </a:xfrm>
          <a:prstGeom xmlns:a="http://schemas.openxmlformats.org/drawingml/2006/main" prst="rect">
            <a:avLst/>
          </a:prstGeom>
        </p:spPr>
      </p:pic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8B2E01-E948-4A03-88AB-49569081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317" y="4470453"/>
            <a:ext cx="1403617" cy="527509"/>
          </a:xfrm>
          <a:custGeom xmlns:a="http://schemas.openxmlformats.org/drawingml/2006/main">
            <a:pathLst>
              <a:path w="1403617" h="527509">
                <a:moveTo>
                  <a:pt x="0" y="22335"/>
                </a:moveTo>
                <a:lnTo>
                  <a:pt x="0" y="22335"/>
                </a:lnTo>
                <a:cubicBezTo>
                  <a:pt x="0" y="10000"/>
                  <a:pt x="10000" y="0"/>
                  <a:pt x="22335" y="0"/>
                </a:cubicBezTo>
                <a:lnTo>
                  <a:pt x="1381283" y="0"/>
                </a:lnTo>
                <a:cubicBezTo>
                  <a:pt x="1387206" y="0"/>
                  <a:pt x="1392887" y="2353"/>
                  <a:pt x="1397075" y="6542"/>
                </a:cubicBezTo>
                <a:cubicBezTo>
                  <a:pt x="1401264" y="10730"/>
                  <a:pt x="1403617" y="16411"/>
                  <a:pt x="1403617" y="22335"/>
                </a:cubicBezTo>
                <a:lnTo>
                  <a:pt x="1403617" y="505174"/>
                </a:lnTo>
                <a:cubicBezTo>
                  <a:pt x="1403617" y="517509"/>
                  <a:pt x="1393618" y="527509"/>
                  <a:pt x="1381283" y="527509"/>
                </a:cubicBezTo>
                <a:lnTo>
                  <a:pt x="22335" y="527509"/>
                </a:lnTo>
                <a:cubicBezTo>
                  <a:pt x="10000" y="527509"/>
                  <a:pt x="0" y="517509"/>
                  <a:pt x="0" y="505174"/>
                </a:cubicBezTo>
                <a:lnTo>
                  <a:pt x="0" y="22335"/>
                </a:lnTo>
                <a:close/>
              </a:path>
            </a:pathLst>
          </a:custGeom>
          <a:solidFill xmlns:a="http://schemas.openxmlformats.org/drawingml/2006/main">
            <a:srgbClr val="F3F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6A0DD1-58E8-4C23-BCDE-7EF37C8D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317" y="4470453"/>
            <a:ext cx="1403617" cy="527509"/>
          </a:xfrm>
          <a:custGeom xmlns:a="http://schemas.openxmlformats.org/drawingml/2006/main">
            <a:pathLst>
              <a:path w="1403617" h="527509" fill="none">
                <a:moveTo>
                  <a:pt x="0" y="22335"/>
                </a:moveTo>
                <a:lnTo>
                  <a:pt x="0" y="22335"/>
                </a:lnTo>
                <a:cubicBezTo>
                  <a:pt x="0" y="10000"/>
                  <a:pt x="10000" y="0"/>
                  <a:pt x="22335" y="0"/>
                </a:cubicBezTo>
                <a:lnTo>
                  <a:pt x="1381283" y="0"/>
                </a:lnTo>
                <a:cubicBezTo>
                  <a:pt x="1387206" y="0"/>
                  <a:pt x="1392887" y="2353"/>
                  <a:pt x="1397075" y="6542"/>
                </a:cubicBezTo>
                <a:cubicBezTo>
                  <a:pt x="1401264" y="10730"/>
                  <a:pt x="1403617" y="16411"/>
                  <a:pt x="1403617" y="22335"/>
                </a:cubicBezTo>
                <a:lnTo>
                  <a:pt x="1403617" y="505174"/>
                </a:lnTo>
                <a:cubicBezTo>
                  <a:pt x="1403617" y="517509"/>
                  <a:pt x="1393618" y="527509"/>
                  <a:pt x="1381283" y="527509"/>
                </a:cubicBezTo>
                <a:lnTo>
                  <a:pt x="22335" y="527509"/>
                </a:lnTo>
                <a:cubicBezTo>
                  <a:pt x="10000" y="527509"/>
                  <a:pt x="0" y="517509"/>
                  <a:pt x="0" y="505174"/>
                </a:cubicBezTo>
                <a:lnTo>
                  <a:pt x="0" y="2233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213" cap="flat">
            <a:solidFill>
              <a:srgbClr val="666666"/>
            </a:solidFill>
            <a:round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A1F76E-8AD8-417D-A209-03F886D6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219" y="4489700"/>
            <a:ext cx="103145" cy="137526"/>
          </a:xfrm>
          <a:custGeom xmlns:a="http://schemas.openxmlformats.org/drawingml/2006/main">
            <a:pathLst>
              <a:path w="103145" h="137526">
                <a:moveTo>
                  <a:pt x="0" y="0"/>
                </a:moveTo>
                <a:lnTo>
                  <a:pt x="103145" y="0"/>
                </a:lnTo>
                <a:lnTo>
                  <a:pt x="103145" y="137526"/>
                </a:lnTo>
                <a:lnTo>
                  <a:pt x="0" y="1375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af0604882847ff"/>
          <a:stretch xmlns:a="http://schemas.openxmlformats.org/drawingml/2006/main"/>
        </p:blipFill>
        <p:spPr>
          <a:xfrm xmlns:a="http://schemas.openxmlformats.org/drawingml/2006/main">
            <a:off x="5676219" y="4489997"/>
            <a:ext cx="103145" cy="136934"/>
          </a:xfrm>
          <a:prstGeom xmlns:a="http://schemas.openxmlformats.org/drawingml/2006/main" prst="rect">
            <a:avLst/>
          </a:prstGeom>
        </p:spPr>
      </p:pic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BC05A1-491C-44EC-8E8A-F536C517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4996" y="4308238"/>
            <a:ext cx="1049596" cy="500401"/>
          </a:xfrm>
          <a:custGeom xmlns:a="http://schemas.openxmlformats.org/drawingml/2006/main">
            <a:pathLst>
              <a:path w="1049596" h="500401">
                <a:moveTo>
                  <a:pt x="0" y="0"/>
                </a:moveTo>
                <a:lnTo>
                  <a:pt x="1049596" y="0"/>
                </a:lnTo>
                <a:lnTo>
                  <a:pt x="1049596" y="500401"/>
                </a:lnTo>
                <a:lnTo>
                  <a:pt x="0" y="5004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" name="Text Patch">
            <a:extLst xmlns:a="http://schemas.openxmlformats.org/drawingml/2006/main">
              <a:ext uri="{FF2B5EF4-FFF2-40B4-BE49-F238E27FC236}">
                <a16:creationId xmlns:a16="http://schemas.microsoft.com/office/drawing/2014/main" id="{A00D1BE8-2D01-4D94-B1FB-24471635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0517" y="4494830"/>
            <a:ext cx="392184" cy="101901"/>
          </a:xfrm>
          <a:custGeom xmlns:a="http://schemas.openxmlformats.org/drawingml/2006/main">
            <a:pathLst>
              <a:path w="392184" h="101901">
                <a:moveTo>
                  <a:pt x="33464" y="61967"/>
                </a:moveTo>
                <a:lnTo>
                  <a:pt x="34297" y="61960"/>
                </a:lnTo>
                <a:lnTo>
                  <a:pt x="35121" y="61940"/>
                </a:lnTo>
                <a:lnTo>
                  <a:pt x="35936" y="61907"/>
                </a:lnTo>
                <a:lnTo>
                  <a:pt x="36742" y="61860"/>
                </a:lnTo>
                <a:lnTo>
                  <a:pt x="37539" y="61800"/>
                </a:lnTo>
                <a:lnTo>
                  <a:pt x="38327" y="61726"/>
                </a:lnTo>
                <a:lnTo>
                  <a:pt x="39105" y="61639"/>
                </a:lnTo>
                <a:lnTo>
                  <a:pt x="39875" y="61539"/>
                </a:lnTo>
                <a:lnTo>
                  <a:pt x="40635" y="61425"/>
                </a:lnTo>
                <a:lnTo>
                  <a:pt x="41387" y="61298"/>
                </a:lnTo>
                <a:lnTo>
                  <a:pt x="42129" y="61157"/>
                </a:lnTo>
                <a:lnTo>
                  <a:pt x="42862" y="61003"/>
                </a:lnTo>
                <a:lnTo>
                  <a:pt x="43586" y="60836"/>
                </a:lnTo>
                <a:lnTo>
                  <a:pt x="44301" y="60655"/>
                </a:lnTo>
                <a:lnTo>
                  <a:pt x="45007" y="60461"/>
                </a:lnTo>
                <a:lnTo>
                  <a:pt x="45704" y="60253"/>
                </a:lnTo>
                <a:lnTo>
                  <a:pt x="46392" y="60032"/>
                </a:lnTo>
                <a:lnTo>
                  <a:pt x="47071" y="59798"/>
                </a:lnTo>
                <a:lnTo>
                  <a:pt x="47740" y="59550"/>
                </a:lnTo>
                <a:lnTo>
                  <a:pt x="48401" y="59289"/>
                </a:lnTo>
                <a:lnTo>
                  <a:pt x="49052" y="59015"/>
                </a:lnTo>
                <a:lnTo>
                  <a:pt x="49695" y="58727"/>
                </a:lnTo>
                <a:lnTo>
                  <a:pt x="50328" y="58426"/>
                </a:lnTo>
                <a:lnTo>
                  <a:pt x="50952" y="58111"/>
                </a:lnTo>
                <a:lnTo>
                  <a:pt x="51566" y="57784"/>
                </a:lnTo>
                <a:lnTo>
                  <a:pt x="52169" y="57447"/>
                </a:lnTo>
                <a:lnTo>
                  <a:pt x="52761" y="57098"/>
                </a:lnTo>
                <a:lnTo>
                  <a:pt x="53341" y="56738"/>
                </a:lnTo>
                <a:lnTo>
                  <a:pt x="53910" y="56367"/>
                </a:lnTo>
                <a:lnTo>
                  <a:pt x="54468" y="55985"/>
                </a:lnTo>
                <a:lnTo>
                  <a:pt x="55015" y="55593"/>
                </a:lnTo>
                <a:lnTo>
                  <a:pt x="55550" y="55189"/>
                </a:lnTo>
                <a:lnTo>
                  <a:pt x="56074" y="54774"/>
                </a:lnTo>
                <a:lnTo>
                  <a:pt x="56587" y="54348"/>
                </a:lnTo>
                <a:lnTo>
                  <a:pt x="57089" y="53912"/>
                </a:lnTo>
                <a:lnTo>
                  <a:pt x="57579" y="53464"/>
                </a:lnTo>
                <a:lnTo>
                  <a:pt x="58058" y="53005"/>
                </a:lnTo>
                <a:lnTo>
                  <a:pt x="58526" y="52535"/>
                </a:lnTo>
                <a:lnTo>
                  <a:pt x="58983" y="52055"/>
                </a:lnTo>
                <a:lnTo>
                  <a:pt x="59428" y="51563"/>
                </a:lnTo>
                <a:lnTo>
                  <a:pt x="59862" y="51060"/>
                </a:lnTo>
                <a:lnTo>
                  <a:pt x="60285" y="50546"/>
                </a:lnTo>
                <a:lnTo>
                  <a:pt x="60697" y="50022"/>
                </a:lnTo>
                <a:lnTo>
                  <a:pt x="61097" y="49486"/>
                </a:lnTo>
                <a:lnTo>
                  <a:pt x="61487" y="48939"/>
                </a:lnTo>
                <a:lnTo>
                  <a:pt x="61865" y="48382"/>
                </a:lnTo>
                <a:lnTo>
                  <a:pt x="62231" y="47813"/>
                </a:lnTo>
                <a:lnTo>
                  <a:pt x="62587" y="47233"/>
                </a:lnTo>
                <a:lnTo>
                  <a:pt x="62930" y="46644"/>
                </a:lnTo>
                <a:lnTo>
                  <a:pt x="63258" y="46047"/>
                </a:lnTo>
                <a:lnTo>
                  <a:pt x="63571" y="45443"/>
                </a:lnTo>
                <a:lnTo>
                  <a:pt x="63870" y="44831"/>
                </a:lnTo>
                <a:lnTo>
                  <a:pt x="64155" y="44211"/>
                </a:lnTo>
                <a:lnTo>
                  <a:pt x="64424" y="43583"/>
                </a:lnTo>
                <a:lnTo>
                  <a:pt x="64680" y="42948"/>
                </a:lnTo>
                <a:lnTo>
                  <a:pt x="64920" y="42306"/>
                </a:lnTo>
                <a:lnTo>
                  <a:pt x="65146" y="41655"/>
                </a:lnTo>
                <a:lnTo>
                  <a:pt x="65358" y="40997"/>
                </a:lnTo>
                <a:lnTo>
                  <a:pt x="65555" y="40332"/>
                </a:lnTo>
                <a:lnTo>
                  <a:pt x="65737" y="39658"/>
                </a:lnTo>
                <a:lnTo>
                  <a:pt x="65905" y="38977"/>
                </a:lnTo>
                <a:lnTo>
                  <a:pt x="66058" y="38289"/>
                </a:lnTo>
                <a:lnTo>
                  <a:pt x="66196" y="37593"/>
                </a:lnTo>
                <a:lnTo>
                  <a:pt x="66320" y="36889"/>
                </a:lnTo>
                <a:lnTo>
                  <a:pt x="66430" y="36177"/>
                </a:lnTo>
                <a:lnTo>
                  <a:pt x="66525" y="35458"/>
                </a:lnTo>
                <a:lnTo>
                  <a:pt x="66605" y="34731"/>
                </a:lnTo>
                <a:lnTo>
                  <a:pt x="66670" y="33997"/>
                </a:lnTo>
                <a:lnTo>
                  <a:pt x="66721" y="33255"/>
                </a:lnTo>
                <a:lnTo>
                  <a:pt x="66758" y="32505"/>
                </a:lnTo>
                <a:lnTo>
                  <a:pt x="66780" y="31747"/>
                </a:lnTo>
                <a:lnTo>
                  <a:pt x="66787" y="30982"/>
                </a:lnTo>
                <a:lnTo>
                  <a:pt x="66780" y="30206"/>
                </a:lnTo>
                <a:lnTo>
                  <a:pt x="66758" y="29439"/>
                </a:lnTo>
                <a:lnTo>
                  <a:pt x="66723" y="28679"/>
                </a:lnTo>
                <a:lnTo>
                  <a:pt x="66672" y="27928"/>
                </a:lnTo>
                <a:lnTo>
                  <a:pt x="66608" y="27186"/>
                </a:lnTo>
                <a:lnTo>
                  <a:pt x="66529" y="26452"/>
                </a:lnTo>
                <a:lnTo>
                  <a:pt x="66436" y="25726"/>
                </a:lnTo>
                <a:lnTo>
                  <a:pt x="66328" y="25008"/>
                </a:lnTo>
                <a:lnTo>
                  <a:pt x="66206" y="24299"/>
                </a:lnTo>
                <a:lnTo>
                  <a:pt x="66070" y="23598"/>
                </a:lnTo>
                <a:lnTo>
                  <a:pt x="65919" y="22906"/>
                </a:lnTo>
                <a:lnTo>
                  <a:pt x="65754" y="22222"/>
                </a:lnTo>
                <a:lnTo>
                  <a:pt x="65575" y="21546"/>
                </a:lnTo>
                <a:lnTo>
                  <a:pt x="65381" y="20879"/>
                </a:lnTo>
                <a:lnTo>
                  <a:pt x="65173" y="20220"/>
                </a:lnTo>
                <a:lnTo>
                  <a:pt x="64951" y="19570"/>
                </a:lnTo>
                <a:lnTo>
                  <a:pt x="64714" y="18927"/>
                </a:lnTo>
                <a:lnTo>
                  <a:pt x="64463" y="18294"/>
                </a:lnTo>
                <a:lnTo>
                  <a:pt x="64198" y="17668"/>
                </a:lnTo>
                <a:lnTo>
                  <a:pt x="63918" y="17051"/>
                </a:lnTo>
                <a:lnTo>
                  <a:pt x="63624" y="16442"/>
                </a:lnTo>
                <a:lnTo>
                  <a:pt x="63316" y="15842"/>
                </a:lnTo>
                <a:lnTo>
                  <a:pt x="62993" y="15250"/>
                </a:lnTo>
                <a:lnTo>
                  <a:pt x="62656" y="14666"/>
                </a:lnTo>
                <a:lnTo>
                  <a:pt x="62306" y="14092"/>
                </a:lnTo>
                <a:lnTo>
                  <a:pt x="61944" y="13529"/>
                </a:lnTo>
                <a:lnTo>
                  <a:pt x="61571" y="12976"/>
                </a:lnTo>
                <a:lnTo>
                  <a:pt x="61185" y="12434"/>
                </a:lnTo>
                <a:lnTo>
                  <a:pt x="60788" y="11903"/>
                </a:lnTo>
                <a:lnTo>
                  <a:pt x="60380" y="11383"/>
                </a:lnTo>
                <a:lnTo>
                  <a:pt x="59959" y="10873"/>
                </a:lnTo>
                <a:lnTo>
                  <a:pt x="59527" y="10374"/>
                </a:lnTo>
                <a:lnTo>
                  <a:pt x="59083" y="9886"/>
                </a:lnTo>
                <a:lnTo>
                  <a:pt x="58628" y="9409"/>
                </a:lnTo>
                <a:lnTo>
                  <a:pt x="58160" y="8942"/>
                </a:lnTo>
                <a:lnTo>
                  <a:pt x="57681" y="8486"/>
                </a:lnTo>
                <a:lnTo>
                  <a:pt x="57191" y="8041"/>
                </a:lnTo>
                <a:lnTo>
                  <a:pt x="56688" y="7607"/>
                </a:lnTo>
                <a:lnTo>
                  <a:pt x="56174" y="7183"/>
                </a:lnTo>
                <a:lnTo>
                  <a:pt x="55648" y="6771"/>
                </a:lnTo>
                <a:lnTo>
                  <a:pt x="55111" y="6369"/>
                </a:lnTo>
                <a:lnTo>
                  <a:pt x="54561" y="5977"/>
                </a:lnTo>
                <a:lnTo>
                  <a:pt x="54000" y="5597"/>
                </a:lnTo>
                <a:lnTo>
                  <a:pt x="53428" y="5227"/>
                </a:lnTo>
                <a:lnTo>
                  <a:pt x="52843" y="4868"/>
                </a:lnTo>
                <a:lnTo>
                  <a:pt x="52247" y="4520"/>
                </a:lnTo>
                <a:lnTo>
                  <a:pt x="51639" y="4182"/>
                </a:lnTo>
                <a:lnTo>
                  <a:pt x="51020" y="3856"/>
                </a:lnTo>
                <a:lnTo>
                  <a:pt x="50390" y="3541"/>
                </a:lnTo>
                <a:lnTo>
                  <a:pt x="49751" y="3240"/>
                </a:lnTo>
                <a:lnTo>
                  <a:pt x="49104" y="2952"/>
                </a:lnTo>
                <a:lnTo>
                  <a:pt x="48448" y="2678"/>
                </a:lnTo>
                <a:lnTo>
                  <a:pt x="47783" y="2417"/>
                </a:lnTo>
                <a:lnTo>
                  <a:pt x="47109" y="2169"/>
                </a:lnTo>
                <a:lnTo>
                  <a:pt x="46426" y="1935"/>
                </a:lnTo>
                <a:lnTo>
                  <a:pt x="45734" y="1714"/>
                </a:lnTo>
                <a:lnTo>
                  <a:pt x="45034" y="1506"/>
                </a:lnTo>
                <a:lnTo>
                  <a:pt x="44324" y="1312"/>
                </a:lnTo>
                <a:lnTo>
                  <a:pt x="43606" y="1131"/>
                </a:lnTo>
                <a:lnTo>
                  <a:pt x="42879" y="964"/>
                </a:lnTo>
                <a:lnTo>
                  <a:pt x="42143" y="810"/>
                </a:lnTo>
                <a:lnTo>
                  <a:pt x="41398" y="669"/>
                </a:lnTo>
                <a:lnTo>
                  <a:pt x="40645" y="542"/>
                </a:lnTo>
                <a:lnTo>
                  <a:pt x="39882" y="428"/>
                </a:lnTo>
                <a:lnTo>
                  <a:pt x="39111" y="328"/>
                </a:lnTo>
                <a:lnTo>
                  <a:pt x="38331" y="241"/>
                </a:lnTo>
                <a:lnTo>
                  <a:pt x="37542" y="167"/>
                </a:lnTo>
                <a:lnTo>
                  <a:pt x="36744" y="107"/>
                </a:lnTo>
                <a:lnTo>
                  <a:pt x="35937" y="60"/>
                </a:lnTo>
                <a:lnTo>
                  <a:pt x="35122" y="27"/>
                </a:lnTo>
                <a:lnTo>
                  <a:pt x="34297" y="7"/>
                </a:lnTo>
                <a:lnTo>
                  <a:pt x="33464" y="0"/>
                </a:lnTo>
                <a:lnTo>
                  <a:pt x="0" y="0"/>
                </a:lnTo>
                <a:lnTo>
                  <a:pt x="0" y="100524"/>
                </a:lnTo>
                <a:lnTo>
                  <a:pt x="17213" y="100524"/>
                </a:lnTo>
                <a:lnTo>
                  <a:pt x="17213" y="61967"/>
                </a:lnTo>
                <a:lnTo>
                  <a:pt x="33464" y="61967"/>
                </a:lnTo>
                <a:close/>
                <a:moveTo>
                  <a:pt x="34056" y="15567"/>
                </a:moveTo>
                <a:lnTo>
                  <a:pt x="34637" y="15588"/>
                </a:lnTo>
                <a:lnTo>
                  <a:pt x="35210" y="15624"/>
                </a:lnTo>
                <a:lnTo>
                  <a:pt x="35772" y="15674"/>
                </a:lnTo>
                <a:lnTo>
                  <a:pt x="36324" y="15739"/>
                </a:lnTo>
                <a:lnTo>
                  <a:pt x="36867" y="15818"/>
                </a:lnTo>
                <a:lnTo>
                  <a:pt x="37400" y="15911"/>
                </a:lnTo>
                <a:lnTo>
                  <a:pt x="37923" y="16018"/>
                </a:lnTo>
                <a:lnTo>
                  <a:pt x="38436" y="16140"/>
                </a:lnTo>
                <a:lnTo>
                  <a:pt x="38940" y="16277"/>
                </a:lnTo>
                <a:lnTo>
                  <a:pt x="39433" y="16427"/>
                </a:lnTo>
                <a:lnTo>
                  <a:pt x="39917" y="16592"/>
                </a:lnTo>
                <a:lnTo>
                  <a:pt x="40391" y="16772"/>
                </a:lnTo>
                <a:lnTo>
                  <a:pt x="40856" y="16965"/>
                </a:lnTo>
                <a:lnTo>
                  <a:pt x="41310" y="17173"/>
                </a:lnTo>
                <a:lnTo>
                  <a:pt x="41755" y="17395"/>
                </a:lnTo>
                <a:lnTo>
                  <a:pt x="42190" y="17632"/>
                </a:lnTo>
                <a:lnTo>
                  <a:pt x="42615" y="17883"/>
                </a:lnTo>
                <a:lnTo>
                  <a:pt x="43030" y="18149"/>
                </a:lnTo>
                <a:lnTo>
                  <a:pt x="43436" y="18428"/>
                </a:lnTo>
                <a:lnTo>
                  <a:pt x="43831" y="18722"/>
                </a:lnTo>
                <a:lnTo>
                  <a:pt x="44217" y="19031"/>
                </a:lnTo>
                <a:lnTo>
                  <a:pt x="44593" y="19353"/>
                </a:lnTo>
                <a:lnTo>
                  <a:pt x="44960" y="19690"/>
                </a:lnTo>
                <a:lnTo>
                  <a:pt x="45314" y="20040"/>
                </a:lnTo>
                <a:lnTo>
                  <a:pt x="45653" y="20400"/>
                </a:lnTo>
                <a:lnTo>
                  <a:pt x="45977" y="20771"/>
                </a:lnTo>
                <a:lnTo>
                  <a:pt x="46286" y="21152"/>
                </a:lnTo>
                <a:lnTo>
                  <a:pt x="46579" y="21543"/>
                </a:lnTo>
                <a:lnTo>
                  <a:pt x="46858" y="21945"/>
                </a:lnTo>
                <a:lnTo>
                  <a:pt x="47122" y="22358"/>
                </a:lnTo>
                <a:lnTo>
                  <a:pt x="47370" y="22781"/>
                </a:lnTo>
                <a:lnTo>
                  <a:pt x="47604" y="23215"/>
                </a:lnTo>
                <a:lnTo>
                  <a:pt x="47822" y="23659"/>
                </a:lnTo>
                <a:lnTo>
                  <a:pt x="48026" y="24114"/>
                </a:lnTo>
                <a:lnTo>
                  <a:pt x="48214" y="24579"/>
                </a:lnTo>
                <a:lnTo>
                  <a:pt x="48387" y="25055"/>
                </a:lnTo>
                <a:lnTo>
                  <a:pt x="48545" y="25541"/>
                </a:lnTo>
                <a:lnTo>
                  <a:pt x="48689" y="26038"/>
                </a:lnTo>
                <a:lnTo>
                  <a:pt x="48817" y="26545"/>
                </a:lnTo>
                <a:lnTo>
                  <a:pt x="48930" y="27063"/>
                </a:lnTo>
                <a:lnTo>
                  <a:pt x="49028" y="27591"/>
                </a:lnTo>
                <a:lnTo>
                  <a:pt x="49110" y="28130"/>
                </a:lnTo>
                <a:lnTo>
                  <a:pt x="49178" y="28680"/>
                </a:lnTo>
                <a:lnTo>
                  <a:pt x="49231" y="29240"/>
                </a:lnTo>
                <a:lnTo>
                  <a:pt x="49269" y="29810"/>
                </a:lnTo>
                <a:lnTo>
                  <a:pt x="49291" y="30391"/>
                </a:lnTo>
                <a:lnTo>
                  <a:pt x="49299" y="30982"/>
                </a:lnTo>
                <a:lnTo>
                  <a:pt x="49291" y="31563"/>
                </a:lnTo>
                <a:lnTo>
                  <a:pt x="49269" y="32134"/>
                </a:lnTo>
                <a:lnTo>
                  <a:pt x="49231" y="32694"/>
                </a:lnTo>
                <a:lnTo>
                  <a:pt x="49178" y="33245"/>
                </a:lnTo>
                <a:lnTo>
                  <a:pt x="49110" y="33787"/>
                </a:lnTo>
                <a:lnTo>
                  <a:pt x="49028" y="34318"/>
                </a:lnTo>
                <a:lnTo>
                  <a:pt x="48930" y="34840"/>
                </a:lnTo>
                <a:lnTo>
                  <a:pt x="48817" y="35352"/>
                </a:lnTo>
                <a:lnTo>
                  <a:pt x="48689" y="35854"/>
                </a:lnTo>
                <a:lnTo>
                  <a:pt x="48545" y="36346"/>
                </a:lnTo>
                <a:lnTo>
                  <a:pt x="48387" y="36828"/>
                </a:lnTo>
                <a:lnTo>
                  <a:pt x="48214" y="37301"/>
                </a:lnTo>
                <a:lnTo>
                  <a:pt x="48026" y="37764"/>
                </a:lnTo>
                <a:lnTo>
                  <a:pt x="47822" y="38217"/>
                </a:lnTo>
                <a:lnTo>
                  <a:pt x="47604" y="38660"/>
                </a:lnTo>
                <a:lnTo>
                  <a:pt x="47370" y="39093"/>
                </a:lnTo>
                <a:lnTo>
                  <a:pt x="47122" y="39517"/>
                </a:lnTo>
                <a:lnTo>
                  <a:pt x="46858" y="39930"/>
                </a:lnTo>
                <a:lnTo>
                  <a:pt x="46579" y="40334"/>
                </a:lnTo>
                <a:lnTo>
                  <a:pt x="46286" y="40729"/>
                </a:lnTo>
                <a:lnTo>
                  <a:pt x="45977" y="41113"/>
                </a:lnTo>
                <a:lnTo>
                  <a:pt x="45653" y="41487"/>
                </a:lnTo>
                <a:lnTo>
                  <a:pt x="45314" y="41852"/>
                </a:lnTo>
                <a:lnTo>
                  <a:pt x="44960" y="42207"/>
                </a:lnTo>
                <a:lnTo>
                  <a:pt x="44593" y="42550"/>
                </a:lnTo>
                <a:lnTo>
                  <a:pt x="44217" y="42878"/>
                </a:lnTo>
                <a:lnTo>
                  <a:pt x="43831" y="43191"/>
                </a:lnTo>
                <a:lnTo>
                  <a:pt x="43436" y="43490"/>
                </a:lnTo>
                <a:lnTo>
                  <a:pt x="43030" y="43774"/>
                </a:lnTo>
                <a:lnTo>
                  <a:pt x="42615" y="44044"/>
                </a:lnTo>
                <a:lnTo>
                  <a:pt x="42190" y="44299"/>
                </a:lnTo>
                <a:lnTo>
                  <a:pt x="41755" y="44539"/>
                </a:lnTo>
                <a:lnTo>
                  <a:pt x="41310" y="44765"/>
                </a:lnTo>
                <a:lnTo>
                  <a:pt x="40856" y="44977"/>
                </a:lnTo>
                <a:lnTo>
                  <a:pt x="40391" y="45174"/>
                </a:lnTo>
                <a:lnTo>
                  <a:pt x="39917" y="45356"/>
                </a:lnTo>
                <a:lnTo>
                  <a:pt x="39433" y="45523"/>
                </a:lnTo>
                <a:lnTo>
                  <a:pt x="38940" y="45676"/>
                </a:lnTo>
                <a:lnTo>
                  <a:pt x="38436" y="45815"/>
                </a:lnTo>
                <a:lnTo>
                  <a:pt x="37923" y="45939"/>
                </a:lnTo>
                <a:lnTo>
                  <a:pt x="37400" y="46048"/>
                </a:lnTo>
                <a:lnTo>
                  <a:pt x="36867" y="46143"/>
                </a:lnTo>
                <a:lnTo>
                  <a:pt x="36324" y="46223"/>
                </a:lnTo>
                <a:lnTo>
                  <a:pt x="35772" y="46289"/>
                </a:lnTo>
                <a:lnTo>
                  <a:pt x="35210" y="46340"/>
                </a:lnTo>
                <a:lnTo>
                  <a:pt x="34637" y="46376"/>
                </a:lnTo>
                <a:lnTo>
                  <a:pt x="34056" y="46398"/>
                </a:lnTo>
                <a:lnTo>
                  <a:pt x="33464" y="46405"/>
                </a:lnTo>
                <a:lnTo>
                  <a:pt x="17213" y="46405"/>
                </a:lnTo>
                <a:lnTo>
                  <a:pt x="17213" y="15559"/>
                </a:lnTo>
                <a:lnTo>
                  <a:pt x="33464" y="15559"/>
                </a:lnTo>
                <a:lnTo>
                  <a:pt x="34056" y="15567"/>
                </a:lnTo>
                <a:close/>
                <a:moveTo>
                  <a:pt x="347706" y="0"/>
                </a:moveTo>
                <a:lnTo>
                  <a:pt x="330492" y="0"/>
                </a:lnTo>
                <a:lnTo>
                  <a:pt x="330492" y="100524"/>
                </a:lnTo>
                <a:lnTo>
                  <a:pt x="347706" y="100524"/>
                </a:lnTo>
                <a:lnTo>
                  <a:pt x="347706" y="53154"/>
                </a:lnTo>
                <a:lnTo>
                  <a:pt x="347712" y="52563"/>
                </a:lnTo>
                <a:lnTo>
                  <a:pt x="347731" y="51984"/>
                </a:lnTo>
                <a:lnTo>
                  <a:pt x="347763" y="51416"/>
                </a:lnTo>
                <a:lnTo>
                  <a:pt x="347807" y="50859"/>
                </a:lnTo>
                <a:lnTo>
                  <a:pt x="347864" y="50314"/>
                </a:lnTo>
                <a:lnTo>
                  <a:pt x="347934" y="49781"/>
                </a:lnTo>
                <a:lnTo>
                  <a:pt x="348016" y="49258"/>
                </a:lnTo>
                <a:lnTo>
                  <a:pt x="348111" y="48748"/>
                </a:lnTo>
                <a:lnTo>
                  <a:pt x="348219" y="48249"/>
                </a:lnTo>
                <a:lnTo>
                  <a:pt x="348339" y="47761"/>
                </a:lnTo>
                <a:lnTo>
                  <a:pt x="348472" y="47285"/>
                </a:lnTo>
                <a:lnTo>
                  <a:pt x="348618" y="46820"/>
                </a:lnTo>
                <a:lnTo>
                  <a:pt x="348776" y="46366"/>
                </a:lnTo>
                <a:lnTo>
                  <a:pt x="348948" y="45925"/>
                </a:lnTo>
                <a:lnTo>
                  <a:pt x="349131" y="45494"/>
                </a:lnTo>
                <a:lnTo>
                  <a:pt x="349328" y="45075"/>
                </a:lnTo>
                <a:lnTo>
                  <a:pt x="349537" y="44668"/>
                </a:lnTo>
                <a:lnTo>
                  <a:pt x="349759" y="44272"/>
                </a:lnTo>
                <a:lnTo>
                  <a:pt x="349993" y="43888"/>
                </a:lnTo>
                <a:lnTo>
                  <a:pt x="350240" y="43515"/>
                </a:lnTo>
                <a:lnTo>
                  <a:pt x="350500" y="43153"/>
                </a:lnTo>
                <a:lnTo>
                  <a:pt x="350772" y="42803"/>
                </a:lnTo>
                <a:lnTo>
                  <a:pt x="351058" y="42465"/>
                </a:lnTo>
                <a:lnTo>
                  <a:pt x="351355" y="42138"/>
                </a:lnTo>
                <a:lnTo>
                  <a:pt x="351664" y="41823"/>
                </a:lnTo>
                <a:lnTo>
                  <a:pt x="351982" y="41522"/>
                </a:lnTo>
                <a:lnTo>
                  <a:pt x="352310" y="41234"/>
                </a:lnTo>
                <a:lnTo>
                  <a:pt x="352647" y="40960"/>
                </a:lnTo>
                <a:lnTo>
                  <a:pt x="352993" y="40699"/>
                </a:lnTo>
                <a:lnTo>
                  <a:pt x="353348" y="40451"/>
                </a:lnTo>
                <a:lnTo>
                  <a:pt x="353713" y="40217"/>
                </a:lnTo>
                <a:lnTo>
                  <a:pt x="354087" y="39996"/>
                </a:lnTo>
                <a:lnTo>
                  <a:pt x="354470" y="39788"/>
                </a:lnTo>
                <a:lnTo>
                  <a:pt x="354863" y="39594"/>
                </a:lnTo>
                <a:lnTo>
                  <a:pt x="355265" y="39413"/>
                </a:lnTo>
                <a:lnTo>
                  <a:pt x="355676" y="39246"/>
                </a:lnTo>
                <a:lnTo>
                  <a:pt x="356097" y="39092"/>
                </a:lnTo>
                <a:lnTo>
                  <a:pt x="356527" y="38951"/>
                </a:lnTo>
                <a:lnTo>
                  <a:pt x="356966" y="38824"/>
                </a:lnTo>
                <a:lnTo>
                  <a:pt x="357414" y="38710"/>
                </a:lnTo>
                <a:lnTo>
                  <a:pt x="357872" y="38610"/>
                </a:lnTo>
                <a:lnTo>
                  <a:pt x="358339" y="38523"/>
                </a:lnTo>
                <a:lnTo>
                  <a:pt x="358816" y="38449"/>
                </a:lnTo>
                <a:lnTo>
                  <a:pt x="359302" y="38389"/>
                </a:lnTo>
                <a:lnTo>
                  <a:pt x="359797" y="38342"/>
                </a:lnTo>
                <a:lnTo>
                  <a:pt x="360301" y="38309"/>
                </a:lnTo>
                <a:lnTo>
                  <a:pt x="360815" y="38289"/>
                </a:lnTo>
                <a:lnTo>
                  <a:pt x="361338" y="38282"/>
                </a:lnTo>
                <a:lnTo>
                  <a:pt x="361873" y="38288"/>
                </a:lnTo>
                <a:lnTo>
                  <a:pt x="362397" y="38308"/>
                </a:lnTo>
                <a:lnTo>
                  <a:pt x="362912" y="38340"/>
                </a:lnTo>
                <a:lnTo>
                  <a:pt x="363416" y="38385"/>
                </a:lnTo>
                <a:lnTo>
                  <a:pt x="363910" y="38443"/>
                </a:lnTo>
                <a:lnTo>
                  <a:pt x="364394" y="38514"/>
                </a:lnTo>
                <a:lnTo>
                  <a:pt x="364868" y="38598"/>
                </a:lnTo>
                <a:lnTo>
                  <a:pt x="365332" y="38695"/>
                </a:lnTo>
                <a:lnTo>
                  <a:pt x="365786" y="38805"/>
                </a:lnTo>
                <a:lnTo>
                  <a:pt x="366230" y="38928"/>
                </a:lnTo>
                <a:lnTo>
                  <a:pt x="366664" y="39063"/>
                </a:lnTo>
                <a:lnTo>
                  <a:pt x="367088" y="39212"/>
                </a:lnTo>
                <a:lnTo>
                  <a:pt x="367502" y="39373"/>
                </a:lnTo>
                <a:lnTo>
                  <a:pt x="367906" y="39548"/>
                </a:lnTo>
                <a:lnTo>
                  <a:pt x="368300" y="39735"/>
                </a:lnTo>
                <a:lnTo>
                  <a:pt x="368683" y="39935"/>
                </a:lnTo>
                <a:lnTo>
                  <a:pt x="369057" y="40148"/>
                </a:lnTo>
                <a:lnTo>
                  <a:pt x="369420" y="40374"/>
                </a:lnTo>
                <a:lnTo>
                  <a:pt x="369774" y="40613"/>
                </a:lnTo>
                <a:lnTo>
                  <a:pt x="370117" y="40865"/>
                </a:lnTo>
                <a:lnTo>
                  <a:pt x="370451" y="41130"/>
                </a:lnTo>
                <a:lnTo>
                  <a:pt x="370774" y="41407"/>
                </a:lnTo>
                <a:lnTo>
                  <a:pt x="371087" y="41698"/>
                </a:lnTo>
                <a:lnTo>
                  <a:pt x="371390" y="42001"/>
                </a:lnTo>
                <a:lnTo>
                  <a:pt x="371683" y="42316"/>
                </a:lnTo>
                <a:lnTo>
                  <a:pt x="371962" y="42643"/>
                </a:lnTo>
                <a:lnTo>
                  <a:pt x="372230" y="42980"/>
                </a:lnTo>
                <a:lnTo>
                  <a:pt x="372485" y="43328"/>
                </a:lnTo>
                <a:lnTo>
                  <a:pt x="372727" y="43687"/>
                </a:lnTo>
                <a:lnTo>
                  <a:pt x="372957" y="44058"/>
                </a:lnTo>
                <a:lnTo>
                  <a:pt x="373175" y="44439"/>
                </a:lnTo>
                <a:lnTo>
                  <a:pt x="373380" y="44831"/>
                </a:lnTo>
                <a:lnTo>
                  <a:pt x="373572" y="45234"/>
                </a:lnTo>
                <a:lnTo>
                  <a:pt x="373753" y="45648"/>
                </a:lnTo>
                <a:lnTo>
                  <a:pt x="373920" y="46074"/>
                </a:lnTo>
                <a:lnTo>
                  <a:pt x="374076" y="46510"/>
                </a:lnTo>
                <a:lnTo>
                  <a:pt x="374219" y="46957"/>
                </a:lnTo>
                <a:lnTo>
                  <a:pt x="374349" y="47415"/>
                </a:lnTo>
                <a:lnTo>
                  <a:pt x="374467" y="47884"/>
                </a:lnTo>
                <a:lnTo>
                  <a:pt x="374573" y="48365"/>
                </a:lnTo>
                <a:lnTo>
                  <a:pt x="374666" y="48856"/>
                </a:lnTo>
                <a:lnTo>
                  <a:pt x="374747" y="49358"/>
                </a:lnTo>
                <a:lnTo>
                  <a:pt x="374816" y="49871"/>
                </a:lnTo>
                <a:lnTo>
                  <a:pt x="374872" y="50395"/>
                </a:lnTo>
                <a:lnTo>
                  <a:pt x="374915" y="50930"/>
                </a:lnTo>
                <a:lnTo>
                  <a:pt x="374946" y="51477"/>
                </a:lnTo>
                <a:lnTo>
                  <a:pt x="374965" y="52034"/>
                </a:lnTo>
                <a:lnTo>
                  <a:pt x="374971" y="52602"/>
                </a:lnTo>
                <a:lnTo>
                  <a:pt x="374971" y="100524"/>
                </a:lnTo>
                <a:lnTo>
                  <a:pt x="392184" y="100524"/>
                </a:lnTo>
                <a:lnTo>
                  <a:pt x="392184" y="50814"/>
                </a:lnTo>
                <a:lnTo>
                  <a:pt x="392173" y="49778"/>
                </a:lnTo>
                <a:lnTo>
                  <a:pt x="392138" y="48760"/>
                </a:lnTo>
                <a:lnTo>
                  <a:pt x="392080" y="47760"/>
                </a:lnTo>
                <a:lnTo>
                  <a:pt x="391999" y="46778"/>
                </a:lnTo>
                <a:lnTo>
                  <a:pt x="391894" y="45813"/>
                </a:lnTo>
                <a:lnTo>
                  <a:pt x="391767" y="44866"/>
                </a:lnTo>
                <a:lnTo>
                  <a:pt x="391616" y="43937"/>
                </a:lnTo>
                <a:lnTo>
                  <a:pt x="391442" y="43025"/>
                </a:lnTo>
                <a:lnTo>
                  <a:pt x="391245" y="42131"/>
                </a:lnTo>
                <a:lnTo>
                  <a:pt x="391024" y="41255"/>
                </a:lnTo>
                <a:lnTo>
                  <a:pt x="390781" y="40397"/>
                </a:lnTo>
                <a:lnTo>
                  <a:pt x="390514" y="39556"/>
                </a:lnTo>
                <a:lnTo>
                  <a:pt x="390224" y="38733"/>
                </a:lnTo>
                <a:lnTo>
                  <a:pt x="389911" y="37927"/>
                </a:lnTo>
                <a:lnTo>
                  <a:pt x="389575" y="37140"/>
                </a:lnTo>
                <a:lnTo>
                  <a:pt x="389215" y="36369"/>
                </a:lnTo>
                <a:lnTo>
                  <a:pt x="388833" y="35617"/>
                </a:lnTo>
                <a:lnTo>
                  <a:pt x="388427" y="34882"/>
                </a:lnTo>
                <a:lnTo>
                  <a:pt x="387998" y="34165"/>
                </a:lnTo>
                <a:lnTo>
                  <a:pt x="387545" y="33466"/>
                </a:lnTo>
                <a:lnTo>
                  <a:pt x="387070" y="32784"/>
                </a:lnTo>
                <a:lnTo>
                  <a:pt x="386571" y="32121"/>
                </a:lnTo>
                <a:lnTo>
                  <a:pt x="386049" y="31474"/>
                </a:lnTo>
                <a:lnTo>
                  <a:pt x="385504" y="30846"/>
                </a:lnTo>
                <a:lnTo>
                  <a:pt x="384940" y="30239"/>
                </a:lnTo>
                <a:lnTo>
                  <a:pt x="384360" y="29658"/>
                </a:lnTo>
                <a:lnTo>
                  <a:pt x="383765" y="29103"/>
                </a:lnTo>
                <a:lnTo>
                  <a:pt x="383154" y="28574"/>
                </a:lnTo>
                <a:lnTo>
                  <a:pt x="382528" y="28070"/>
                </a:lnTo>
                <a:lnTo>
                  <a:pt x="381886" y="27592"/>
                </a:lnTo>
                <a:lnTo>
                  <a:pt x="381228" y="27141"/>
                </a:lnTo>
                <a:lnTo>
                  <a:pt x="380555" y="26715"/>
                </a:lnTo>
                <a:lnTo>
                  <a:pt x="379867" y="26314"/>
                </a:lnTo>
                <a:lnTo>
                  <a:pt x="379163" y="25940"/>
                </a:lnTo>
                <a:lnTo>
                  <a:pt x="378443" y="25591"/>
                </a:lnTo>
                <a:lnTo>
                  <a:pt x="377708" y="25269"/>
                </a:lnTo>
                <a:lnTo>
                  <a:pt x="376957" y="24972"/>
                </a:lnTo>
                <a:lnTo>
                  <a:pt x="376191" y="24701"/>
                </a:lnTo>
                <a:lnTo>
                  <a:pt x="375409" y="24455"/>
                </a:lnTo>
                <a:lnTo>
                  <a:pt x="374612" y="24236"/>
                </a:lnTo>
                <a:lnTo>
                  <a:pt x="373799" y="24042"/>
                </a:lnTo>
                <a:lnTo>
                  <a:pt x="372970" y="23874"/>
                </a:lnTo>
                <a:lnTo>
                  <a:pt x="372126" y="23732"/>
                </a:lnTo>
                <a:lnTo>
                  <a:pt x="371267" y="23616"/>
                </a:lnTo>
                <a:lnTo>
                  <a:pt x="370392" y="23526"/>
                </a:lnTo>
                <a:lnTo>
                  <a:pt x="369501" y="23461"/>
                </a:lnTo>
                <a:lnTo>
                  <a:pt x="368595" y="23423"/>
                </a:lnTo>
                <a:lnTo>
                  <a:pt x="367673" y="23410"/>
                </a:lnTo>
                <a:lnTo>
                  <a:pt x="366889" y="23419"/>
                </a:lnTo>
                <a:lnTo>
                  <a:pt x="366118" y="23446"/>
                </a:lnTo>
                <a:lnTo>
                  <a:pt x="365361" y="23491"/>
                </a:lnTo>
                <a:lnTo>
                  <a:pt x="364619" y="23555"/>
                </a:lnTo>
                <a:lnTo>
                  <a:pt x="363891" y="23637"/>
                </a:lnTo>
                <a:lnTo>
                  <a:pt x="363176" y="23737"/>
                </a:lnTo>
                <a:lnTo>
                  <a:pt x="362476" y="23855"/>
                </a:lnTo>
                <a:lnTo>
                  <a:pt x="361790" y="23991"/>
                </a:lnTo>
                <a:lnTo>
                  <a:pt x="361118" y="24146"/>
                </a:lnTo>
                <a:lnTo>
                  <a:pt x="360461" y="24318"/>
                </a:lnTo>
                <a:lnTo>
                  <a:pt x="359817" y="24509"/>
                </a:lnTo>
                <a:lnTo>
                  <a:pt x="359187" y="24718"/>
                </a:lnTo>
                <a:lnTo>
                  <a:pt x="358572" y="24945"/>
                </a:lnTo>
                <a:lnTo>
                  <a:pt x="357970" y="25191"/>
                </a:lnTo>
                <a:lnTo>
                  <a:pt x="357383" y="25454"/>
                </a:lnTo>
                <a:lnTo>
                  <a:pt x="356810" y="25736"/>
                </a:lnTo>
                <a:lnTo>
                  <a:pt x="356251" y="26036"/>
                </a:lnTo>
                <a:lnTo>
                  <a:pt x="355706" y="26354"/>
                </a:lnTo>
                <a:lnTo>
                  <a:pt x="355175" y="26690"/>
                </a:lnTo>
                <a:lnTo>
                  <a:pt x="354658" y="27044"/>
                </a:lnTo>
                <a:lnTo>
                  <a:pt x="354155" y="27417"/>
                </a:lnTo>
                <a:lnTo>
                  <a:pt x="353667" y="27808"/>
                </a:lnTo>
                <a:lnTo>
                  <a:pt x="353192" y="28217"/>
                </a:lnTo>
                <a:lnTo>
                  <a:pt x="352732" y="28644"/>
                </a:lnTo>
                <a:lnTo>
                  <a:pt x="352288" y="29087"/>
                </a:lnTo>
                <a:lnTo>
                  <a:pt x="351863" y="29544"/>
                </a:lnTo>
                <a:lnTo>
                  <a:pt x="351457" y="30016"/>
                </a:lnTo>
                <a:lnTo>
                  <a:pt x="351070" y="30503"/>
                </a:lnTo>
                <a:lnTo>
                  <a:pt x="350702" y="31003"/>
                </a:lnTo>
                <a:lnTo>
                  <a:pt x="350353" y="31518"/>
                </a:lnTo>
                <a:lnTo>
                  <a:pt x="350022" y="32047"/>
                </a:lnTo>
                <a:lnTo>
                  <a:pt x="349711" y="32591"/>
                </a:lnTo>
                <a:lnTo>
                  <a:pt x="349418" y="33149"/>
                </a:lnTo>
                <a:lnTo>
                  <a:pt x="349144" y="33721"/>
                </a:lnTo>
                <a:lnTo>
                  <a:pt x="348889" y="34308"/>
                </a:lnTo>
                <a:lnTo>
                  <a:pt x="348653" y="34909"/>
                </a:lnTo>
                <a:lnTo>
                  <a:pt x="348436" y="35524"/>
                </a:lnTo>
                <a:lnTo>
                  <a:pt x="348238" y="36153"/>
                </a:lnTo>
                <a:lnTo>
                  <a:pt x="348058" y="36797"/>
                </a:lnTo>
                <a:lnTo>
                  <a:pt x="347898" y="37456"/>
                </a:lnTo>
                <a:lnTo>
                  <a:pt x="347756" y="38128"/>
                </a:lnTo>
                <a:lnTo>
                  <a:pt x="347634" y="38815"/>
                </a:lnTo>
                <a:lnTo>
                  <a:pt x="347570" y="39244"/>
                </a:lnTo>
                <a:lnTo>
                  <a:pt x="347294" y="39244"/>
                </a:lnTo>
                <a:lnTo>
                  <a:pt x="347706" y="24786"/>
                </a:lnTo>
                <a:lnTo>
                  <a:pt x="347706" y="0"/>
                </a:lnTo>
                <a:close/>
                <a:moveTo>
                  <a:pt x="205457" y="84963"/>
                </a:moveTo>
                <a:lnTo>
                  <a:pt x="204884" y="84950"/>
                </a:lnTo>
                <a:lnTo>
                  <a:pt x="204335" y="84913"/>
                </a:lnTo>
                <a:lnTo>
                  <a:pt x="203811" y="84851"/>
                </a:lnTo>
                <a:lnTo>
                  <a:pt x="203311" y="84764"/>
                </a:lnTo>
                <a:lnTo>
                  <a:pt x="202835" y="84652"/>
                </a:lnTo>
                <a:lnTo>
                  <a:pt x="202384" y="84515"/>
                </a:lnTo>
                <a:lnTo>
                  <a:pt x="201957" y="84354"/>
                </a:lnTo>
                <a:lnTo>
                  <a:pt x="201555" y="84167"/>
                </a:lnTo>
                <a:lnTo>
                  <a:pt x="201177" y="83956"/>
                </a:lnTo>
                <a:lnTo>
                  <a:pt x="200823" y="83720"/>
                </a:lnTo>
                <a:lnTo>
                  <a:pt x="200494" y="83459"/>
                </a:lnTo>
                <a:lnTo>
                  <a:pt x="200189" y="83173"/>
                </a:lnTo>
                <a:lnTo>
                  <a:pt x="199908" y="82862"/>
                </a:lnTo>
                <a:lnTo>
                  <a:pt x="199652" y="82527"/>
                </a:lnTo>
                <a:lnTo>
                  <a:pt x="199420" y="82166"/>
                </a:lnTo>
                <a:lnTo>
                  <a:pt x="199213" y="81781"/>
                </a:lnTo>
                <a:lnTo>
                  <a:pt x="199030" y="81371"/>
                </a:lnTo>
                <a:lnTo>
                  <a:pt x="198872" y="80936"/>
                </a:lnTo>
                <a:lnTo>
                  <a:pt x="198738" y="80476"/>
                </a:lnTo>
                <a:lnTo>
                  <a:pt x="198628" y="79991"/>
                </a:lnTo>
                <a:lnTo>
                  <a:pt x="198542" y="79482"/>
                </a:lnTo>
                <a:lnTo>
                  <a:pt x="198481" y="78947"/>
                </a:lnTo>
                <a:lnTo>
                  <a:pt x="198445" y="78388"/>
                </a:lnTo>
                <a:lnTo>
                  <a:pt x="198433" y="77804"/>
                </a:lnTo>
                <a:lnTo>
                  <a:pt x="198433" y="40348"/>
                </a:lnTo>
                <a:lnTo>
                  <a:pt x="227490" y="40348"/>
                </a:lnTo>
                <a:lnTo>
                  <a:pt x="227490" y="24786"/>
                </a:lnTo>
                <a:lnTo>
                  <a:pt x="198433" y="24786"/>
                </a:lnTo>
                <a:lnTo>
                  <a:pt x="198433" y="3442"/>
                </a:lnTo>
                <a:lnTo>
                  <a:pt x="181083" y="3442"/>
                </a:lnTo>
                <a:lnTo>
                  <a:pt x="181083" y="24786"/>
                </a:lnTo>
                <a:lnTo>
                  <a:pt x="160565" y="24786"/>
                </a:lnTo>
                <a:lnTo>
                  <a:pt x="160565" y="40348"/>
                </a:lnTo>
                <a:lnTo>
                  <a:pt x="181083" y="40348"/>
                </a:lnTo>
                <a:lnTo>
                  <a:pt x="181083" y="77804"/>
                </a:lnTo>
                <a:lnTo>
                  <a:pt x="181094" y="78679"/>
                </a:lnTo>
                <a:lnTo>
                  <a:pt x="181125" y="79539"/>
                </a:lnTo>
                <a:lnTo>
                  <a:pt x="181179" y="80383"/>
                </a:lnTo>
                <a:lnTo>
                  <a:pt x="181253" y="81212"/>
                </a:lnTo>
                <a:lnTo>
                  <a:pt x="181349" y="82024"/>
                </a:lnTo>
                <a:lnTo>
                  <a:pt x="181466" y="82821"/>
                </a:lnTo>
                <a:lnTo>
                  <a:pt x="181604" y="83602"/>
                </a:lnTo>
                <a:lnTo>
                  <a:pt x="181764" y="84368"/>
                </a:lnTo>
                <a:lnTo>
                  <a:pt x="181945" y="85117"/>
                </a:lnTo>
                <a:lnTo>
                  <a:pt x="182147" y="85851"/>
                </a:lnTo>
                <a:lnTo>
                  <a:pt x="182370" y="86569"/>
                </a:lnTo>
                <a:lnTo>
                  <a:pt x="182615" y="87271"/>
                </a:lnTo>
                <a:lnTo>
                  <a:pt x="182881" y="87957"/>
                </a:lnTo>
                <a:lnTo>
                  <a:pt x="183168" y="88628"/>
                </a:lnTo>
                <a:lnTo>
                  <a:pt x="183476" y="89283"/>
                </a:lnTo>
                <a:lnTo>
                  <a:pt x="183806" y="89922"/>
                </a:lnTo>
                <a:lnTo>
                  <a:pt x="184157" y="90545"/>
                </a:lnTo>
                <a:lnTo>
                  <a:pt x="184529" y="91153"/>
                </a:lnTo>
                <a:lnTo>
                  <a:pt x="184923" y="91744"/>
                </a:lnTo>
                <a:lnTo>
                  <a:pt x="185338" y="92320"/>
                </a:lnTo>
                <a:lnTo>
                  <a:pt x="185774" y="92880"/>
                </a:lnTo>
                <a:lnTo>
                  <a:pt x="186231" y="93425"/>
                </a:lnTo>
                <a:lnTo>
                  <a:pt x="186710" y="93954"/>
                </a:lnTo>
                <a:lnTo>
                  <a:pt x="187210" y="94466"/>
                </a:lnTo>
                <a:lnTo>
                  <a:pt x="187729" y="94961"/>
                </a:lnTo>
                <a:lnTo>
                  <a:pt x="188265" y="95434"/>
                </a:lnTo>
                <a:lnTo>
                  <a:pt x="188817" y="95886"/>
                </a:lnTo>
                <a:lnTo>
                  <a:pt x="189385" y="96317"/>
                </a:lnTo>
                <a:lnTo>
                  <a:pt x="189970" y="96728"/>
                </a:lnTo>
                <a:lnTo>
                  <a:pt x="190571" y="97117"/>
                </a:lnTo>
                <a:lnTo>
                  <a:pt x="191189" y="97485"/>
                </a:lnTo>
                <a:lnTo>
                  <a:pt x="191824" y="97832"/>
                </a:lnTo>
                <a:lnTo>
                  <a:pt x="192475" y="98158"/>
                </a:lnTo>
                <a:lnTo>
                  <a:pt x="193142" y="98463"/>
                </a:lnTo>
                <a:lnTo>
                  <a:pt x="193826" y="98747"/>
                </a:lnTo>
                <a:lnTo>
                  <a:pt x="194527" y="99010"/>
                </a:lnTo>
                <a:lnTo>
                  <a:pt x="195243" y="99252"/>
                </a:lnTo>
                <a:lnTo>
                  <a:pt x="195977" y="99473"/>
                </a:lnTo>
                <a:lnTo>
                  <a:pt x="196727" y="99672"/>
                </a:lnTo>
                <a:lnTo>
                  <a:pt x="197493" y="99851"/>
                </a:lnTo>
                <a:lnTo>
                  <a:pt x="198276" y="100009"/>
                </a:lnTo>
                <a:lnTo>
                  <a:pt x="199075" y="100146"/>
                </a:lnTo>
                <a:lnTo>
                  <a:pt x="199891" y="100261"/>
                </a:lnTo>
                <a:lnTo>
                  <a:pt x="200723" y="100356"/>
                </a:lnTo>
                <a:lnTo>
                  <a:pt x="201572" y="100430"/>
                </a:lnTo>
                <a:lnTo>
                  <a:pt x="202437" y="100482"/>
                </a:lnTo>
                <a:lnTo>
                  <a:pt x="203319" y="100514"/>
                </a:lnTo>
                <a:lnTo>
                  <a:pt x="204217" y="100524"/>
                </a:lnTo>
                <a:lnTo>
                  <a:pt x="226112" y="100524"/>
                </a:lnTo>
                <a:lnTo>
                  <a:pt x="226112" y="84963"/>
                </a:lnTo>
                <a:lnTo>
                  <a:pt x="205457" y="84963"/>
                </a:lnTo>
                <a:close/>
                <a:moveTo>
                  <a:pt x="144315" y="100524"/>
                </a:moveTo>
                <a:lnTo>
                  <a:pt x="144315" y="49160"/>
                </a:lnTo>
                <a:lnTo>
                  <a:pt x="144301" y="48182"/>
                </a:lnTo>
                <a:lnTo>
                  <a:pt x="144259" y="47220"/>
                </a:lnTo>
                <a:lnTo>
                  <a:pt x="144189" y="46276"/>
                </a:lnTo>
                <a:lnTo>
                  <a:pt x="144091" y="45348"/>
                </a:lnTo>
                <a:lnTo>
                  <a:pt x="143965" y="44438"/>
                </a:lnTo>
                <a:lnTo>
                  <a:pt x="143811" y="43544"/>
                </a:lnTo>
                <a:lnTo>
                  <a:pt x="143630" y="42668"/>
                </a:lnTo>
                <a:lnTo>
                  <a:pt x="143420" y="41808"/>
                </a:lnTo>
                <a:lnTo>
                  <a:pt x="143182" y="40966"/>
                </a:lnTo>
                <a:lnTo>
                  <a:pt x="142916" y="40140"/>
                </a:lnTo>
                <a:lnTo>
                  <a:pt x="142623" y="39332"/>
                </a:lnTo>
                <a:lnTo>
                  <a:pt x="142301" y="38540"/>
                </a:lnTo>
                <a:lnTo>
                  <a:pt x="141951" y="37765"/>
                </a:lnTo>
                <a:lnTo>
                  <a:pt x="141574" y="37008"/>
                </a:lnTo>
                <a:lnTo>
                  <a:pt x="141168" y="36267"/>
                </a:lnTo>
                <a:lnTo>
                  <a:pt x="140734" y="35543"/>
                </a:lnTo>
                <a:lnTo>
                  <a:pt x="140273" y="34836"/>
                </a:lnTo>
                <a:lnTo>
                  <a:pt x="139783" y="34147"/>
                </a:lnTo>
                <a:lnTo>
                  <a:pt x="139266" y="33474"/>
                </a:lnTo>
                <a:lnTo>
                  <a:pt x="138720" y="32818"/>
                </a:lnTo>
                <a:lnTo>
                  <a:pt x="138147" y="32179"/>
                </a:lnTo>
                <a:lnTo>
                  <a:pt x="137546" y="31557"/>
                </a:lnTo>
                <a:lnTo>
                  <a:pt x="136916" y="30953"/>
                </a:lnTo>
                <a:lnTo>
                  <a:pt x="136259" y="30365"/>
                </a:lnTo>
                <a:lnTo>
                  <a:pt x="135577" y="29797"/>
                </a:lnTo>
                <a:lnTo>
                  <a:pt x="134876" y="29254"/>
                </a:lnTo>
                <a:lnTo>
                  <a:pt x="134154" y="28735"/>
                </a:lnTo>
                <a:lnTo>
                  <a:pt x="133412" y="28240"/>
                </a:lnTo>
                <a:lnTo>
                  <a:pt x="132649" y="27769"/>
                </a:lnTo>
                <a:lnTo>
                  <a:pt x="131866" y="27322"/>
                </a:lnTo>
                <a:lnTo>
                  <a:pt x="131063" y="26899"/>
                </a:lnTo>
                <a:lnTo>
                  <a:pt x="130239" y="26501"/>
                </a:lnTo>
                <a:lnTo>
                  <a:pt x="129395" y="26126"/>
                </a:lnTo>
                <a:lnTo>
                  <a:pt x="128531" y="25776"/>
                </a:lnTo>
                <a:lnTo>
                  <a:pt x="127646" y="25450"/>
                </a:lnTo>
                <a:lnTo>
                  <a:pt x="126741" y="25148"/>
                </a:lnTo>
                <a:lnTo>
                  <a:pt x="125816" y="24871"/>
                </a:lnTo>
                <a:lnTo>
                  <a:pt x="124871" y="24617"/>
                </a:lnTo>
                <a:lnTo>
                  <a:pt x="123905" y="24388"/>
                </a:lnTo>
                <a:lnTo>
                  <a:pt x="122918" y="24182"/>
                </a:lnTo>
                <a:lnTo>
                  <a:pt x="121912" y="24001"/>
                </a:lnTo>
                <a:lnTo>
                  <a:pt x="120885" y="23844"/>
                </a:lnTo>
                <a:lnTo>
                  <a:pt x="119838" y="23711"/>
                </a:lnTo>
                <a:lnTo>
                  <a:pt x="118770" y="23603"/>
                </a:lnTo>
                <a:lnTo>
                  <a:pt x="117682" y="23518"/>
                </a:lnTo>
                <a:lnTo>
                  <a:pt x="116574" y="23458"/>
                </a:lnTo>
                <a:lnTo>
                  <a:pt x="115446" y="23422"/>
                </a:lnTo>
                <a:lnTo>
                  <a:pt x="114297" y="23410"/>
                </a:lnTo>
                <a:lnTo>
                  <a:pt x="113215" y="23421"/>
                </a:lnTo>
                <a:lnTo>
                  <a:pt x="112149" y="23454"/>
                </a:lnTo>
                <a:lnTo>
                  <a:pt x="111100" y="23509"/>
                </a:lnTo>
                <a:lnTo>
                  <a:pt x="110066" y="23586"/>
                </a:lnTo>
                <a:lnTo>
                  <a:pt x="109049" y="23685"/>
                </a:lnTo>
                <a:lnTo>
                  <a:pt x="108048" y="23806"/>
                </a:lnTo>
                <a:lnTo>
                  <a:pt x="107064" y="23949"/>
                </a:lnTo>
                <a:lnTo>
                  <a:pt x="106096" y="24114"/>
                </a:lnTo>
                <a:lnTo>
                  <a:pt x="105144" y="24301"/>
                </a:lnTo>
                <a:lnTo>
                  <a:pt x="104208" y="24509"/>
                </a:lnTo>
                <a:lnTo>
                  <a:pt x="103288" y="24740"/>
                </a:lnTo>
                <a:lnTo>
                  <a:pt x="102385" y="24993"/>
                </a:lnTo>
                <a:lnTo>
                  <a:pt x="101498" y="25268"/>
                </a:lnTo>
                <a:lnTo>
                  <a:pt x="100627" y="25565"/>
                </a:lnTo>
                <a:lnTo>
                  <a:pt x="99773" y="25884"/>
                </a:lnTo>
                <a:lnTo>
                  <a:pt x="98935" y="26225"/>
                </a:lnTo>
                <a:lnTo>
                  <a:pt x="98113" y="26588"/>
                </a:lnTo>
                <a:lnTo>
                  <a:pt x="97307" y="26973"/>
                </a:lnTo>
                <a:lnTo>
                  <a:pt x="96518" y="27380"/>
                </a:lnTo>
                <a:lnTo>
                  <a:pt x="95744" y="27809"/>
                </a:lnTo>
                <a:lnTo>
                  <a:pt x="94987" y="28260"/>
                </a:lnTo>
                <a:lnTo>
                  <a:pt x="94247" y="28733"/>
                </a:lnTo>
                <a:lnTo>
                  <a:pt x="93522" y="29228"/>
                </a:lnTo>
                <a:lnTo>
                  <a:pt x="92814" y="29745"/>
                </a:lnTo>
                <a:lnTo>
                  <a:pt x="92126" y="30280"/>
                </a:lnTo>
                <a:lnTo>
                  <a:pt x="91464" y="30831"/>
                </a:lnTo>
                <a:lnTo>
                  <a:pt x="90826" y="31397"/>
                </a:lnTo>
                <a:lnTo>
                  <a:pt x="90213" y="31978"/>
                </a:lnTo>
                <a:lnTo>
                  <a:pt x="89625" y="32575"/>
                </a:lnTo>
                <a:lnTo>
                  <a:pt x="89061" y="33187"/>
                </a:lnTo>
                <a:lnTo>
                  <a:pt x="88523" y="33814"/>
                </a:lnTo>
                <a:lnTo>
                  <a:pt x="88009" y="34457"/>
                </a:lnTo>
                <a:lnTo>
                  <a:pt x="87521" y="35115"/>
                </a:lnTo>
                <a:lnTo>
                  <a:pt x="87057" y="35788"/>
                </a:lnTo>
                <a:lnTo>
                  <a:pt x="86618" y="36476"/>
                </a:lnTo>
                <a:lnTo>
                  <a:pt x="86204" y="37180"/>
                </a:lnTo>
                <a:lnTo>
                  <a:pt x="85814" y="37899"/>
                </a:lnTo>
                <a:lnTo>
                  <a:pt x="85450" y="38633"/>
                </a:lnTo>
                <a:lnTo>
                  <a:pt x="85110" y="39383"/>
                </a:lnTo>
                <a:lnTo>
                  <a:pt x="84796" y="40148"/>
                </a:lnTo>
                <a:lnTo>
                  <a:pt x="84506" y="40928"/>
                </a:lnTo>
                <a:lnTo>
                  <a:pt x="84241" y="41724"/>
                </a:lnTo>
                <a:lnTo>
                  <a:pt x="84001" y="42535"/>
                </a:lnTo>
                <a:lnTo>
                  <a:pt x="83786" y="43361"/>
                </a:lnTo>
                <a:lnTo>
                  <a:pt x="83596" y="44203"/>
                </a:lnTo>
                <a:lnTo>
                  <a:pt x="83430" y="45060"/>
                </a:lnTo>
                <a:lnTo>
                  <a:pt x="83289" y="45932"/>
                </a:lnTo>
                <a:lnTo>
                  <a:pt x="83174" y="46819"/>
                </a:lnTo>
                <a:lnTo>
                  <a:pt x="99975" y="46819"/>
                </a:lnTo>
                <a:lnTo>
                  <a:pt x="100038" y="46467"/>
                </a:lnTo>
                <a:lnTo>
                  <a:pt x="100111" y="46120"/>
                </a:lnTo>
                <a:lnTo>
                  <a:pt x="100194" y="45780"/>
                </a:lnTo>
                <a:lnTo>
                  <a:pt x="100288" y="45446"/>
                </a:lnTo>
                <a:lnTo>
                  <a:pt x="100393" y="45118"/>
                </a:lnTo>
                <a:lnTo>
                  <a:pt x="100508" y="44796"/>
                </a:lnTo>
                <a:lnTo>
                  <a:pt x="100634" y="44481"/>
                </a:lnTo>
                <a:lnTo>
                  <a:pt x="100770" y="44172"/>
                </a:lnTo>
                <a:lnTo>
                  <a:pt x="100916" y="43869"/>
                </a:lnTo>
                <a:lnTo>
                  <a:pt x="101074" y="43572"/>
                </a:lnTo>
                <a:lnTo>
                  <a:pt x="101241" y="43282"/>
                </a:lnTo>
                <a:lnTo>
                  <a:pt x="101420" y="42998"/>
                </a:lnTo>
                <a:lnTo>
                  <a:pt x="101608" y="42720"/>
                </a:lnTo>
                <a:lnTo>
                  <a:pt x="101808" y="42448"/>
                </a:lnTo>
                <a:lnTo>
                  <a:pt x="102017" y="42182"/>
                </a:lnTo>
                <a:lnTo>
                  <a:pt x="102238" y="41923"/>
                </a:lnTo>
                <a:lnTo>
                  <a:pt x="102469" y="41670"/>
                </a:lnTo>
                <a:lnTo>
                  <a:pt x="102710" y="41423"/>
                </a:lnTo>
                <a:lnTo>
                  <a:pt x="102962" y="41182"/>
                </a:lnTo>
                <a:lnTo>
                  <a:pt x="103224" y="40948"/>
                </a:lnTo>
                <a:lnTo>
                  <a:pt x="103497" y="40720"/>
                </a:lnTo>
                <a:lnTo>
                  <a:pt x="103781" y="40498"/>
                </a:lnTo>
                <a:lnTo>
                  <a:pt x="104075" y="40282"/>
                </a:lnTo>
                <a:lnTo>
                  <a:pt x="104379" y="40072"/>
                </a:lnTo>
                <a:lnTo>
                  <a:pt x="104692" y="39870"/>
                </a:lnTo>
                <a:lnTo>
                  <a:pt x="105012" y="39676"/>
                </a:lnTo>
                <a:lnTo>
                  <a:pt x="105339" y="39491"/>
                </a:lnTo>
                <a:lnTo>
                  <a:pt x="105672" y="39315"/>
                </a:lnTo>
                <a:lnTo>
                  <a:pt x="106012" y="39147"/>
                </a:lnTo>
                <a:lnTo>
                  <a:pt x="106359" y="38988"/>
                </a:lnTo>
                <a:lnTo>
                  <a:pt x="106713" y="38837"/>
                </a:lnTo>
                <a:lnTo>
                  <a:pt x="107073" y="38695"/>
                </a:lnTo>
                <a:lnTo>
                  <a:pt x="107439" y="38561"/>
                </a:lnTo>
                <a:lnTo>
                  <a:pt x="107813" y="38437"/>
                </a:lnTo>
                <a:lnTo>
                  <a:pt x="108193" y="38320"/>
                </a:lnTo>
                <a:lnTo>
                  <a:pt x="108580" y="38213"/>
                </a:lnTo>
                <a:lnTo>
                  <a:pt x="108974" y="38114"/>
                </a:lnTo>
                <a:lnTo>
                  <a:pt x="109374" y="38023"/>
                </a:lnTo>
                <a:lnTo>
                  <a:pt x="109781" y="37941"/>
                </a:lnTo>
                <a:lnTo>
                  <a:pt x="110194" y="37868"/>
                </a:lnTo>
                <a:lnTo>
                  <a:pt x="110615" y="37804"/>
                </a:lnTo>
                <a:lnTo>
                  <a:pt x="111042" y="37748"/>
                </a:lnTo>
                <a:lnTo>
                  <a:pt x="111475" y="37700"/>
                </a:lnTo>
                <a:lnTo>
                  <a:pt x="111916" y="37662"/>
                </a:lnTo>
                <a:lnTo>
                  <a:pt x="112363" y="37632"/>
                </a:lnTo>
                <a:lnTo>
                  <a:pt x="112817" y="37610"/>
                </a:lnTo>
                <a:lnTo>
                  <a:pt x="113277" y="37597"/>
                </a:lnTo>
                <a:lnTo>
                  <a:pt x="113744" y="37593"/>
                </a:lnTo>
                <a:lnTo>
                  <a:pt x="114256" y="37598"/>
                </a:lnTo>
                <a:lnTo>
                  <a:pt x="114759" y="37614"/>
                </a:lnTo>
                <a:lnTo>
                  <a:pt x="115253" y="37641"/>
                </a:lnTo>
                <a:lnTo>
                  <a:pt x="115738" y="37679"/>
                </a:lnTo>
                <a:lnTo>
                  <a:pt x="116213" y="37727"/>
                </a:lnTo>
                <a:lnTo>
                  <a:pt x="116680" y="37787"/>
                </a:lnTo>
                <a:lnTo>
                  <a:pt x="117137" y="37856"/>
                </a:lnTo>
                <a:lnTo>
                  <a:pt x="117586" y="37937"/>
                </a:lnTo>
                <a:lnTo>
                  <a:pt x="118025" y="38029"/>
                </a:lnTo>
                <a:lnTo>
                  <a:pt x="118455" y="38131"/>
                </a:lnTo>
                <a:lnTo>
                  <a:pt x="118876" y="38244"/>
                </a:lnTo>
                <a:lnTo>
                  <a:pt x="119288" y="38368"/>
                </a:lnTo>
                <a:lnTo>
                  <a:pt x="119691" y="38502"/>
                </a:lnTo>
                <a:lnTo>
                  <a:pt x="120084" y="38647"/>
                </a:lnTo>
                <a:lnTo>
                  <a:pt x="120469" y="38803"/>
                </a:lnTo>
                <a:lnTo>
                  <a:pt x="120845" y="38970"/>
                </a:lnTo>
                <a:lnTo>
                  <a:pt x="121211" y="39148"/>
                </a:lnTo>
                <a:lnTo>
                  <a:pt x="121568" y="39336"/>
                </a:lnTo>
                <a:lnTo>
                  <a:pt x="121917" y="39535"/>
                </a:lnTo>
                <a:lnTo>
                  <a:pt x="122256" y="39745"/>
                </a:lnTo>
                <a:lnTo>
                  <a:pt x="122586" y="39966"/>
                </a:lnTo>
                <a:lnTo>
                  <a:pt x="122907" y="40197"/>
                </a:lnTo>
                <a:lnTo>
                  <a:pt x="123218" y="40439"/>
                </a:lnTo>
                <a:lnTo>
                  <a:pt x="123521" y="40692"/>
                </a:lnTo>
                <a:lnTo>
                  <a:pt x="123813" y="40954"/>
                </a:lnTo>
                <a:lnTo>
                  <a:pt x="124093" y="41225"/>
                </a:lnTo>
                <a:lnTo>
                  <a:pt x="124360" y="41504"/>
                </a:lnTo>
                <a:lnTo>
                  <a:pt x="124615" y="41792"/>
                </a:lnTo>
                <a:lnTo>
                  <a:pt x="124858" y="42087"/>
                </a:lnTo>
                <a:lnTo>
                  <a:pt x="125088" y="42391"/>
                </a:lnTo>
                <a:lnTo>
                  <a:pt x="125305" y="42704"/>
                </a:lnTo>
                <a:lnTo>
                  <a:pt x="125510" y="43025"/>
                </a:lnTo>
                <a:lnTo>
                  <a:pt x="125703" y="43354"/>
                </a:lnTo>
                <a:lnTo>
                  <a:pt x="125883" y="43692"/>
                </a:lnTo>
                <a:lnTo>
                  <a:pt x="126051" y="44038"/>
                </a:lnTo>
                <a:lnTo>
                  <a:pt x="126207" y="44392"/>
                </a:lnTo>
                <a:lnTo>
                  <a:pt x="126350" y="44755"/>
                </a:lnTo>
                <a:lnTo>
                  <a:pt x="126480" y="45126"/>
                </a:lnTo>
                <a:lnTo>
                  <a:pt x="126598" y="45506"/>
                </a:lnTo>
                <a:lnTo>
                  <a:pt x="126704" y="45894"/>
                </a:lnTo>
                <a:lnTo>
                  <a:pt x="126797" y="46290"/>
                </a:lnTo>
                <a:lnTo>
                  <a:pt x="126878" y="46695"/>
                </a:lnTo>
                <a:lnTo>
                  <a:pt x="126946" y="47108"/>
                </a:lnTo>
                <a:lnTo>
                  <a:pt x="127002" y="47529"/>
                </a:lnTo>
                <a:lnTo>
                  <a:pt x="127046" y="47959"/>
                </a:lnTo>
                <a:lnTo>
                  <a:pt x="127077" y="48397"/>
                </a:lnTo>
                <a:lnTo>
                  <a:pt x="127095" y="48844"/>
                </a:lnTo>
                <a:lnTo>
                  <a:pt x="127102" y="49299"/>
                </a:lnTo>
                <a:lnTo>
                  <a:pt x="127102" y="55770"/>
                </a:lnTo>
                <a:lnTo>
                  <a:pt x="108237" y="55770"/>
                </a:lnTo>
                <a:lnTo>
                  <a:pt x="107112" y="55781"/>
                </a:lnTo>
                <a:lnTo>
                  <a:pt x="106008" y="55813"/>
                </a:lnTo>
                <a:lnTo>
                  <a:pt x="104926" y="55865"/>
                </a:lnTo>
                <a:lnTo>
                  <a:pt x="103865" y="55939"/>
                </a:lnTo>
                <a:lnTo>
                  <a:pt x="102826" y="56033"/>
                </a:lnTo>
                <a:lnTo>
                  <a:pt x="101808" y="56149"/>
                </a:lnTo>
                <a:lnTo>
                  <a:pt x="100812" y="56286"/>
                </a:lnTo>
                <a:lnTo>
                  <a:pt x="99837" y="56444"/>
                </a:lnTo>
                <a:lnTo>
                  <a:pt x="98884" y="56623"/>
                </a:lnTo>
                <a:lnTo>
                  <a:pt x="97952" y="56823"/>
                </a:lnTo>
                <a:lnTo>
                  <a:pt x="97042" y="57043"/>
                </a:lnTo>
                <a:lnTo>
                  <a:pt x="96153" y="57285"/>
                </a:lnTo>
                <a:lnTo>
                  <a:pt x="95286" y="57548"/>
                </a:lnTo>
                <a:lnTo>
                  <a:pt x="94441" y="57832"/>
                </a:lnTo>
                <a:lnTo>
                  <a:pt x="93617" y="58138"/>
                </a:lnTo>
                <a:lnTo>
                  <a:pt x="92814" y="58464"/>
                </a:lnTo>
                <a:lnTo>
                  <a:pt x="92033" y="58811"/>
                </a:lnTo>
                <a:lnTo>
                  <a:pt x="91273" y="59179"/>
                </a:lnTo>
                <a:lnTo>
                  <a:pt x="90535" y="59568"/>
                </a:lnTo>
                <a:lnTo>
                  <a:pt x="89819" y="59979"/>
                </a:lnTo>
                <a:lnTo>
                  <a:pt x="89124" y="60410"/>
                </a:lnTo>
                <a:lnTo>
                  <a:pt x="88451" y="60862"/>
                </a:lnTo>
                <a:lnTo>
                  <a:pt x="87799" y="61336"/>
                </a:lnTo>
                <a:lnTo>
                  <a:pt x="87168" y="61830"/>
                </a:lnTo>
                <a:lnTo>
                  <a:pt x="86561" y="62344"/>
                </a:lnTo>
                <a:lnTo>
                  <a:pt x="85980" y="62875"/>
                </a:lnTo>
                <a:lnTo>
                  <a:pt x="85425" y="63424"/>
                </a:lnTo>
                <a:lnTo>
                  <a:pt x="84896" y="63991"/>
                </a:lnTo>
                <a:lnTo>
                  <a:pt x="84392" y="64576"/>
                </a:lnTo>
                <a:lnTo>
                  <a:pt x="83915" y="65178"/>
                </a:lnTo>
                <a:lnTo>
                  <a:pt x="83463" y="65798"/>
                </a:lnTo>
                <a:lnTo>
                  <a:pt x="83037" y="66435"/>
                </a:lnTo>
                <a:lnTo>
                  <a:pt x="82637" y="67090"/>
                </a:lnTo>
                <a:lnTo>
                  <a:pt x="82262" y="67763"/>
                </a:lnTo>
                <a:lnTo>
                  <a:pt x="81914" y="68454"/>
                </a:lnTo>
                <a:lnTo>
                  <a:pt x="81591" y="69162"/>
                </a:lnTo>
                <a:lnTo>
                  <a:pt x="81294" y="69888"/>
                </a:lnTo>
                <a:lnTo>
                  <a:pt x="81023" y="70632"/>
                </a:lnTo>
                <a:lnTo>
                  <a:pt x="80778" y="71393"/>
                </a:lnTo>
                <a:lnTo>
                  <a:pt x="80558" y="72172"/>
                </a:lnTo>
                <a:lnTo>
                  <a:pt x="80365" y="72969"/>
                </a:lnTo>
                <a:lnTo>
                  <a:pt x="80197" y="73783"/>
                </a:lnTo>
                <a:lnTo>
                  <a:pt x="80055" y="74615"/>
                </a:lnTo>
                <a:lnTo>
                  <a:pt x="79938" y="75465"/>
                </a:lnTo>
                <a:lnTo>
                  <a:pt x="79848" y="76333"/>
                </a:lnTo>
                <a:lnTo>
                  <a:pt x="79784" y="77218"/>
                </a:lnTo>
                <a:lnTo>
                  <a:pt x="79745" y="78121"/>
                </a:lnTo>
                <a:lnTo>
                  <a:pt x="79732" y="79041"/>
                </a:lnTo>
                <a:lnTo>
                  <a:pt x="79744" y="79906"/>
                </a:lnTo>
                <a:lnTo>
                  <a:pt x="79779" y="80756"/>
                </a:lnTo>
                <a:lnTo>
                  <a:pt x="79837" y="81591"/>
                </a:lnTo>
                <a:lnTo>
                  <a:pt x="79919" y="82412"/>
                </a:lnTo>
                <a:lnTo>
                  <a:pt x="80025" y="83217"/>
                </a:lnTo>
                <a:lnTo>
                  <a:pt x="80154" y="84008"/>
                </a:lnTo>
                <a:lnTo>
                  <a:pt x="80306" y="84783"/>
                </a:lnTo>
                <a:lnTo>
                  <a:pt x="80482" y="85544"/>
                </a:lnTo>
                <a:lnTo>
                  <a:pt x="80681" y="86291"/>
                </a:lnTo>
                <a:lnTo>
                  <a:pt x="80903" y="87022"/>
                </a:lnTo>
                <a:lnTo>
                  <a:pt x="81149" y="87738"/>
                </a:lnTo>
                <a:lnTo>
                  <a:pt x="81419" y="88440"/>
                </a:lnTo>
                <a:lnTo>
                  <a:pt x="81712" y="89127"/>
                </a:lnTo>
                <a:lnTo>
                  <a:pt x="82028" y="89799"/>
                </a:lnTo>
                <a:lnTo>
                  <a:pt x="82367" y="90456"/>
                </a:lnTo>
                <a:lnTo>
                  <a:pt x="82731" y="91099"/>
                </a:lnTo>
                <a:lnTo>
                  <a:pt x="83117" y="91726"/>
                </a:lnTo>
                <a:lnTo>
                  <a:pt x="83527" y="92339"/>
                </a:lnTo>
                <a:lnTo>
                  <a:pt x="83961" y="92937"/>
                </a:lnTo>
                <a:lnTo>
                  <a:pt x="84417" y="93520"/>
                </a:lnTo>
                <a:lnTo>
                  <a:pt x="84898" y="94088"/>
                </a:lnTo>
                <a:lnTo>
                  <a:pt x="85401" y="94642"/>
                </a:lnTo>
                <a:lnTo>
                  <a:pt x="85928" y="95180"/>
                </a:lnTo>
                <a:lnTo>
                  <a:pt x="86479" y="95704"/>
                </a:lnTo>
                <a:lnTo>
                  <a:pt x="87050" y="96210"/>
                </a:lnTo>
                <a:lnTo>
                  <a:pt x="87638" y="96694"/>
                </a:lnTo>
                <a:lnTo>
                  <a:pt x="88244" y="97156"/>
                </a:lnTo>
                <a:lnTo>
                  <a:pt x="88866" y="97597"/>
                </a:lnTo>
                <a:lnTo>
                  <a:pt x="89506" y="98017"/>
                </a:lnTo>
                <a:lnTo>
                  <a:pt x="90163" y="98415"/>
                </a:lnTo>
                <a:lnTo>
                  <a:pt x="90837" y="98792"/>
                </a:lnTo>
                <a:lnTo>
                  <a:pt x="91529" y="99147"/>
                </a:lnTo>
                <a:lnTo>
                  <a:pt x="92237" y="99480"/>
                </a:lnTo>
                <a:lnTo>
                  <a:pt x="92963" y="99792"/>
                </a:lnTo>
                <a:lnTo>
                  <a:pt x="93706" y="100082"/>
                </a:lnTo>
                <a:lnTo>
                  <a:pt x="94467" y="100351"/>
                </a:lnTo>
                <a:lnTo>
                  <a:pt x="95244" y="100599"/>
                </a:lnTo>
                <a:lnTo>
                  <a:pt x="96039" y="100825"/>
                </a:lnTo>
                <a:lnTo>
                  <a:pt x="96851" y="101029"/>
                </a:lnTo>
                <a:lnTo>
                  <a:pt x="97680" y="101212"/>
                </a:lnTo>
                <a:lnTo>
                  <a:pt x="98526" y="101373"/>
                </a:lnTo>
                <a:lnTo>
                  <a:pt x="99390" y="101513"/>
                </a:lnTo>
                <a:lnTo>
                  <a:pt x="100270" y="101632"/>
                </a:lnTo>
                <a:lnTo>
                  <a:pt x="101168" y="101728"/>
                </a:lnTo>
                <a:lnTo>
                  <a:pt x="102083" y="101804"/>
                </a:lnTo>
                <a:lnTo>
                  <a:pt x="103016" y="101857"/>
                </a:lnTo>
                <a:lnTo>
                  <a:pt x="103965" y="101890"/>
                </a:lnTo>
                <a:lnTo>
                  <a:pt x="104932" y="101901"/>
                </a:lnTo>
                <a:lnTo>
                  <a:pt x="105785" y="101892"/>
                </a:lnTo>
                <a:lnTo>
                  <a:pt x="106624" y="101866"/>
                </a:lnTo>
                <a:lnTo>
                  <a:pt x="107449" y="101823"/>
                </a:lnTo>
                <a:lnTo>
                  <a:pt x="108260" y="101763"/>
                </a:lnTo>
                <a:lnTo>
                  <a:pt x="109056" y="101685"/>
                </a:lnTo>
                <a:lnTo>
                  <a:pt x="109837" y="101591"/>
                </a:lnTo>
                <a:lnTo>
                  <a:pt x="110605" y="101479"/>
                </a:lnTo>
                <a:lnTo>
                  <a:pt x="111358" y="101350"/>
                </a:lnTo>
                <a:lnTo>
                  <a:pt x="112096" y="101203"/>
                </a:lnTo>
                <a:lnTo>
                  <a:pt x="112821" y="101040"/>
                </a:lnTo>
                <a:lnTo>
                  <a:pt x="113531" y="100859"/>
                </a:lnTo>
                <a:lnTo>
                  <a:pt x="114227" y="100661"/>
                </a:lnTo>
                <a:lnTo>
                  <a:pt x="114908" y="100446"/>
                </a:lnTo>
                <a:lnTo>
                  <a:pt x="115575" y="100214"/>
                </a:lnTo>
                <a:lnTo>
                  <a:pt x="116227" y="99964"/>
                </a:lnTo>
                <a:lnTo>
                  <a:pt x="116866" y="99698"/>
                </a:lnTo>
                <a:lnTo>
                  <a:pt x="117490" y="99414"/>
                </a:lnTo>
                <a:lnTo>
                  <a:pt x="118099" y="99112"/>
                </a:lnTo>
                <a:lnTo>
                  <a:pt x="118695" y="98794"/>
                </a:lnTo>
                <a:lnTo>
                  <a:pt x="119275" y="98458"/>
                </a:lnTo>
                <a:lnTo>
                  <a:pt x="119842" y="98105"/>
                </a:lnTo>
                <a:lnTo>
                  <a:pt x="120394" y="97735"/>
                </a:lnTo>
                <a:lnTo>
                  <a:pt x="120932" y="97348"/>
                </a:lnTo>
                <a:lnTo>
                  <a:pt x="121456" y="96944"/>
                </a:lnTo>
                <a:lnTo>
                  <a:pt x="121962" y="96525"/>
                </a:lnTo>
                <a:lnTo>
                  <a:pt x="122446" y="96094"/>
                </a:lnTo>
                <a:lnTo>
                  <a:pt x="122909" y="95651"/>
                </a:lnTo>
                <a:lnTo>
                  <a:pt x="123350" y="95196"/>
                </a:lnTo>
                <a:lnTo>
                  <a:pt x="123769" y="94729"/>
                </a:lnTo>
                <a:lnTo>
                  <a:pt x="124168" y="94250"/>
                </a:lnTo>
                <a:lnTo>
                  <a:pt x="124544" y="93759"/>
                </a:lnTo>
                <a:lnTo>
                  <a:pt x="124899" y="93257"/>
                </a:lnTo>
                <a:lnTo>
                  <a:pt x="125233" y="92742"/>
                </a:lnTo>
                <a:lnTo>
                  <a:pt x="125545" y="92215"/>
                </a:lnTo>
                <a:lnTo>
                  <a:pt x="125836" y="91677"/>
                </a:lnTo>
                <a:lnTo>
                  <a:pt x="126105" y="91126"/>
                </a:lnTo>
                <a:lnTo>
                  <a:pt x="126352" y="90563"/>
                </a:lnTo>
                <a:lnTo>
                  <a:pt x="126578" y="89989"/>
                </a:lnTo>
                <a:lnTo>
                  <a:pt x="126783" y="89403"/>
                </a:lnTo>
                <a:lnTo>
                  <a:pt x="126966" y="88804"/>
                </a:lnTo>
                <a:lnTo>
                  <a:pt x="127127" y="88194"/>
                </a:lnTo>
                <a:lnTo>
                  <a:pt x="127267" y="87571"/>
                </a:lnTo>
                <a:lnTo>
                  <a:pt x="127317" y="87305"/>
                </a:lnTo>
                <a:lnTo>
                  <a:pt x="127654" y="87305"/>
                </a:lnTo>
                <a:lnTo>
                  <a:pt x="127654" y="100524"/>
                </a:lnTo>
                <a:lnTo>
                  <a:pt x="144315" y="100524"/>
                </a:lnTo>
                <a:close/>
                <a:moveTo>
                  <a:pt x="109036" y="88909"/>
                </a:moveTo>
                <a:lnTo>
                  <a:pt x="108541" y="88871"/>
                </a:lnTo>
                <a:lnTo>
                  <a:pt x="108055" y="88823"/>
                </a:lnTo>
                <a:lnTo>
                  <a:pt x="107578" y="88763"/>
                </a:lnTo>
                <a:lnTo>
                  <a:pt x="107111" y="88694"/>
                </a:lnTo>
                <a:lnTo>
                  <a:pt x="106653" y="88613"/>
                </a:lnTo>
                <a:lnTo>
                  <a:pt x="106204" y="88521"/>
                </a:lnTo>
                <a:lnTo>
                  <a:pt x="105765" y="88419"/>
                </a:lnTo>
                <a:lnTo>
                  <a:pt x="105335" y="88306"/>
                </a:lnTo>
                <a:lnTo>
                  <a:pt x="104914" y="88183"/>
                </a:lnTo>
                <a:lnTo>
                  <a:pt x="104503" y="88048"/>
                </a:lnTo>
                <a:lnTo>
                  <a:pt x="104100" y="87903"/>
                </a:lnTo>
                <a:lnTo>
                  <a:pt x="103708" y="87747"/>
                </a:lnTo>
                <a:lnTo>
                  <a:pt x="103324" y="87580"/>
                </a:lnTo>
                <a:lnTo>
                  <a:pt x="102950" y="87403"/>
                </a:lnTo>
                <a:lnTo>
                  <a:pt x="102586" y="87215"/>
                </a:lnTo>
                <a:lnTo>
                  <a:pt x="102230" y="87016"/>
                </a:lnTo>
                <a:lnTo>
                  <a:pt x="101884" y="86806"/>
                </a:lnTo>
                <a:lnTo>
                  <a:pt x="101547" y="86586"/>
                </a:lnTo>
                <a:lnTo>
                  <a:pt x="101220" y="86355"/>
                </a:lnTo>
                <a:lnTo>
                  <a:pt x="100902" y="86113"/>
                </a:lnTo>
                <a:lnTo>
                  <a:pt x="100593" y="85860"/>
                </a:lnTo>
                <a:lnTo>
                  <a:pt x="100295" y="85598"/>
                </a:lnTo>
                <a:lnTo>
                  <a:pt x="100010" y="85328"/>
                </a:lnTo>
                <a:lnTo>
                  <a:pt x="99738" y="85050"/>
                </a:lnTo>
                <a:lnTo>
                  <a:pt x="99478" y="84764"/>
                </a:lnTo>
                <a:lnTo>
                  <a:pt x="99231" y="84470"/>
                </a:lnTo>
                <a:lnTo>
                  <a:pt x="98997" y="84168"/>
                </a:lnTo>
                <a:lnTo>
                  <a:pt x="98775" y="83859"/>
                </a:lnTo>
                <a:lnTo>
                  <a:pt x="98566" y="83541"/>
                </a:lnTo>
                <a:lnTo>
                  <a:pt x="98370" y="83216"/>
                </a:lnTo>
                <a:lnTo>
                  <a:pt x="98186" y="82883"/>
                </a:lnTo>
                <a:lnTo>
                  <a:pt x="98015" y="82542"/>
                </a:lnTo>
                <a:lnTo>
                  <a:pt x="97857" y="82193"/>
                </a:lnTo>
                <a:lnTo>
                  <a:pt x="97711" y="81836"/>
                </a:lnTo>
                <a:lnTo>
                  <a:pt x="97578" y="81471"/>
                </a:lnTo>
                <a:lnTo>
                  <a:pt x="97458" y="81098"/>
                </a:lnTo>
                <a:lnTo>
                  <a:pt x="97350" y="80718"/>
                </a:lnTo>
                <a:lnTo>
                  <a:pt x="97255" y="80330"/>
                </a:lnTo>
                <a:lnTo>
                  <a:pt x="97173" y="79933"/>
                </a:lnTo>
                <a:lnTo>
                  <a:pt x="97103" y="79529"/>
                </a:lnTo>
                <a:lnTo>
                  <a:pt x="97046" y="79117"/>
                </a:lnTo>
                <a:lnTo>
                  <a:pt x="97002" y="78697"/>
                </a:lnTo>
                <a:lnTo>
                  <a:pt x="96970" y="78269"/>
                </a:lnTo>
                <a:lnTo>
                  <a:pt x="96951" y="77833"/>
                </a:lnTo>
                <a:lnTo>
                  <a:pt x="96945" y="77390"/>
                </a:lnTo>
                <a:lnTo>
                  <a:pt x="96951" y="76980"/>
                </a:lnTo>
                <a:lnTo>
                  <a:pt x="96967" y="76577"/>
                </a:lnTo>
                <a:lnTo>
                  <a:pt x="96995" y="76181"/>
                </a:lnTo>
                <a:lnTo>
                  <a:pt x="97033" y="75791"/>
                </a:lnTo>
                <a:lnTo>
                  <a:pt x="97083" y="75408"/>
                </a:lnTo>
                <a:lnTo>
                  <a:pt x="97143" y="75032"/>
                </a:lnTo>
                <a:lnTo>
                  <a:pt x="97214" y="74662"/>
                </a:lnTo>
                <a:lnTo>
                  <a:pt x="97297" y="74299"/>
                </a:lnTo>
                <a:lnTo>
                  <a:pt x="97390" y="73943"/>
                </a:lnTo>
                <a:lnTo>
                  <a:pt x="97495" y="73594"/>
                </a:lnTo>
                <a:lnTo>
                  <a:pt x="97610" y="73251"/>
                </a:lnTo>
                <a:lnTo>
                  <a:pt x="97737" y="72915"/>
                </a:lnTo>
                <a:lnTo>
                  <a:pt x="97874" y="72585"/>
                </a:lnTo>
                <a:lnTo>
                  <a:pt x="98023" y="72263"/>
                </a:lnTo>
                <a:lnTo>
                  <a:pt x="98182" y="71947"/>
                </a:lnTo>
                <a:lnTo>
                  <a:pt x="98352" y="71637"/>
                </a:lnTo>
                <a:lnTo>
                  <a:pt x="98534" y="71335"/>
                </a:lnTo>
                <a:lnTo>
                  <a:pt x="98726" y="71039"/>
                </a:lnTo>
                <a:lnTo>
                  <a:pt x="98930" y="70749"/>
                </a:lnTo>
                <a:lnTo>
                  <a:pt x="99144" y="70467"/>
                </a:lnTo>
                <a:lnTo>
                  <a:pt x="99369" y="70191"/>
                </a:lnTo>
                <a:lnTo>
                  <a:pt x="99606" y="69921"/>
                </a:lnTo>
                <a:lnTo>
                  <a:pt x="99853" y="69659"/>
                </a:lnTo>
                <a:lnTo>
                  <a:pt x="100112" y="69403"/>
                </a:lnTo>
                <a:lnTo>
                  <a:pt x="100379" y="69156"/>
                </a:lnTo>
                <a:lnTo>
                  <a:pt x="100654" y="68919"/>
                </a:lnTo>
                <a:lnTo>
                  <a:pt x="100936" y="68693"/>
                </a:lnTo>
                <a:lnTo>
                  <a:pt x="101225" y="68477"/>
                </a:lnTo>
                <a:lnTo>
                  <a:pt x="101521" y="68272"/>
                </a:lnTo>
                <a:lnTo>
                  <a:pt x="101825" y="68078"/>
                </a:lnTo>
                <a:lnTo>
                  <a:pt x="102135" y="67893"/>
                </a:lnTo>
                <a:lnTo>
                  <a:pt x="102453" y="67720"/>
                </a:lnTo>
                <a:lnTo>
                  <a:pt x="102778" y="67557"/>
                </a:lnTo>
                <a:lnTo>
                  <a:pt x="103110" y="67404"/>
                </a:lnTo>
                <a:lnTo>
                  <a:pt x="103450" y="67262"/>
                </a:lnTo>
                <a:lnTo>
                  <a:pt x="103796" y="67131"/>
                </a:lnTo>
                <a:lnTo>
                  <a:pt x="104150" y="67010"/>
                </a:lnTo>
                <a:lnTo>
                  <a:pt x="104510" y="66899"/>
                </a:lnTo>
                <a:lnTo>
                  <a:pt x="104878" y="66799"/>
                </a:lnTo>
                <a:lnTo>
                  <a:pt x="105254" y="66710"/>
                </a:lnTo>
                <a:lnTo>
                  <a:pt x="105636" y="66631"/>
                </a:lnTo>
                <a:lnTo>
                  <a:pt x="106025" y="66563"/>
                </a:lnTo>
                <a:lnTo>
                  <a:pt x="106422" y="66505"/>
                </a:lnTo>
                <a:lnTo>
                  <a:pt x="106826" y="66457"/>
                </a:lnTo>
                <a:lnTo>
                  <a:pt x="107236" y="66421"/>
                </a:lnTo>
                <a:lnTo>
                  <a:pt x="107655" y="66394"/>
                </a:lnTo>
                <a:lnTo>
                  <a:pt x="108080" y="66378"/>
                </a:lnTo>
                <a:lnTo>
                  <a:pt x="108512" y="66373"/>
                </a:lnTo>
                <a:lnTo>
                  <a:pt x="127102" y="66373"/>
                </a:lnTo>
                <a:lnTo>
                  <a:pt x="127102" y="75600"/>
                </a:lnTo>
                <a:lnTo>
                  <a:pt x="127094" y="76089"/>
                </a:lnTo>
                <a:lnTo>
                  <a:pt x="127070" y="76571"/>
                </a:lnTo>
                <a:lnTo>
                  <a:pt x="127030" y="77046"/>
                </a:lnTo>
                <a:lnTo>
                  <a:pt x="126974" y="77512"/>
                </a:lnTo>
                <a:lnTo>
                  <a:pt x="126901" y="77971"/>
                </a:lnTo>
                <a:lnTo>
                  <a:pt x="126813" y="78423"/>
                </a:lnTo>
                <a:lnTo>
                  <a:pt x="126709" y="78866"/>
                </a:lnTo>
                <a:lnTo>
                  <a:pt x="126589" y="79302"/>
                </a:lnTo>
                <a:lnTo>
                  <a:pt x="126453" y="79731"/>
                </a:lnTo>
                <a:lnTo>
                  <a:pt x="126301" y="80152"/>
                </a:lnTo>
                <a:lnTo>
                  <a:pt x="126132" y="80565"/>
                </a:lnTo>
                <a:lnTo>
                  <a:pt x="125948" y="80970"/>
                </a:lnTo>
                <a:lnTo>
                  <a:pt x="125748" y="81368"/>
                </a:lnTo>
                <a:lnTo>
                  <a:pt x="125532" y="81758"/>
                </a:lnTo>
                <a:lnTo>
                  <a:pt x="125299" y="82141"/>
                </a:lnTo>
                <a:lnTo>
                  <a:pt x="125051" y="82516"/>
                </a:lnTo>
                <a:lnTo>
                  <a:pt x="124787" y="82883"/>
                </a:lnTo>
                <a:lnTo>
                  <a:pt x="124506" y="83243"/>
                </a:lnTo>
                <a:lnTo>
                  <a:pt x="124210" y="83595"/>
                </a:lnTo>
                <a:lnTo>
                  <a:pt x="123897" y="83939"/>
                </a:lnTo>
                <a:lnTo>
                  <a:pt x="123569" y="84276"/>
                </a:lnTo>
                <a:lnTo>
                  <a:pt x="123224" y="84605"/>
                </a:lnTo>
                <a:lnTo>
                  <a:pt x="122864" y="84926"/>
                </a:lnTo>
                <a:lnTo>
                  <a:pt x="122487" y="85240"/>
                </a:lnTo>
                <a:lnTo>
                  <a:pt x="122098" y="85543"/>
                </a:lnTo>
                <a:lnTo>
                  <a:pt x="121700" y="85834"/>
                </a:lnTo>
                <a:lnTo>
                  <a:pt x="121292" y="86111"/>
                </a:lnTo>
                <a:lnTo>
                  <a:pt x="120875" y="86376"/>
                </a:lnTo>
                <a:lnTo>
                  <a:pt x="120449" y="86627"/>
                </a:lnTo>
                <a:lnTo>
                  <a:pt x="120014" y="86866"/>
                </a:lnTo>
                <a:lnTo>
                  <a:pt x="119569" y="87092"/>
                </a:lnTo>
                <a:lnTo>
                  <a:pt x="119114" y="87305"/>
                </a:lnTo>
                <a:lnTo>
                  <a:pt x="118651" y="87505"/>
                </a:lnTo>
                <a:lnTo>
                  <a:pt x="118178" y="87692"/>
                </a:lnTo>
                <a:lnTo>
                  <a:pt x="117696" y="87866"/>
                </a:lnTo>
                <a:lnTo>
                  <a:pt x="117204" y="88028"/>
                </a:lnTo>
                <a:lnTo>
                  <a:pt x="116703" y="88176"/>
                </a:lnTo>
                <a:lnTo>
                  <a:pt x="116193" y="88312"/>
                </a:lnTo>
                <a:lnTo>
                  <a:pt x="115673" y="88434"/>
                </a:lnTo>
                <a:lnTo>
                  <a:pt x="115144" y="88544"/>
                </a:lnTo>
                <a:lnTo>
                  <a:pt x="114606" y="88641"/>
                </a:lnTo>
                <a:lnTo>
                  <a:pt x="114059" y="88725"/>
                </a:lnTo>
                <a:lnTo>
                  <a:pt x="113502" y="88796"/>
                </a:lnTo>
                <a:lnTo>
                  <a:pt x="112936" y="88854"/>
                </a:lnTo>
                <a:lnTo>
                  <a:pt x="112360" y="88899"/>
                </a:lnTo>
                <a:lnTo>
                  <a:pt x="111775" y="88931"/>
                </a:lnTo>
                <a:lnTo>
                  <a:pt x="111181" y="88951"/>
                </a:lnTo>
                <a:lnTo>
                  <a:pt x="110578" y="88957"/>
                </a:lnTo>
                <a:lnTo>
                  <a:pt x="110054" y="88952"/>
                </a:lnTo>
                <a:lnTo>
                  <a:pt x="109541" y="88936"/>
                </a:lnTo>
                <a:lnTo>
                  <a:pt x="109036" y="88909"/>
                </a:lnTo>
                <a:close/>
                <a:moveTo>
                  <a:pt x="282480" y="101785"/>
                </a:moveTo>
                <a:lnTo>
                  <a:pt x="283604" y="101696"/>
                </a:lnTo>
                <a:lnTo>
                  <a:pt x="284707" y="101581"/>
                </a:lnTo>
                <a:lnTo>
                  <a:pt x="285790" y="101440"/>
                </a:lnTo>
                <a:lnTo>
                  <a:pt x="286853" y="101274"/>
                </a:lnTo>
                <a:lnTo>
                  <a:pt x="287896" y="101082"/>
                </a:lnTo>
                <a:lnTo>
                  <a:pt x="288918" y="100865"/>
                </a:lnTo>
                <a:lnTo>
                  <a:pt x="289921" y="100622"/>
                </a:lnTo>
                <a:lnTo>
                  <a:pt x="290904" y="100353"/>
                </a:lnTo>
                <a:lnTo>
                  <a:pt x="291866" y="100059"/>
                </a:lnTo>
                <a:lnTo>
                  <a:pt x="292808" y="99739"/>
                </a:lnTo>
                <a:lnTo>
                  <a:pt x="293731" y="99394"/>
                </a:lnTo>
                <a:lnTo>
                  <a:pt x="294633" y="99023"/>
                </a:lnTo>
                <a:lnTo>
                  <a:pt x="295515" y="98626"/>
                </a:lnTo>
                <a:lnTo>
                  <a:pt x="296377" y="98204"/>
                </a:lnTo>
                <a:lnTo>
                  <a:pt x="297219" y="97757"/>
                </a:lnTo>
                <a:lnTo>
                  <a:pt x="298041" y="97283"/>
                </a:lnTo>
                <a:lnTo>
                  <a:pt x="298843" y="96785"/>
                </a:lnTo>
                <a:lnTo>
                  <a:pt x="299625" y="96260"/>
                </a:lnTo>
                <a:lnTo>
                  <a:pt x="300386" y="95710"/>
                </a:lnTo>
                <a:lnTo>
                  <a:pt x="301128" y="95135"/>
                </a:lnTo>
                <a:lnTo>
                  <a:pt x="301849" y="94534"/>
                </a:lnTo>
                <a:lnTo>
                  <a:pt x="302547" y="93911"/>
                </a:lnTo>
                <a:lnTo>
                  <a:pt x="303216" y="93269"/>
                </a:lnTo>
                <a:lnTo>
                  <a:pt x="303857" y="92609"/>
                </a:lnTo>
                <a:lnTo>
                  <a:pt x="304470" y="91931"/>
                </a:lnTo>
                <a:lnTo>
                  <a:pt x="305055" y="91234"/>
                </a:lnTo>
                <a:lnTo>
                  <a:pt x="305611" y="90519"/>
                </a:lnTo>
                <a:lnTo>
                  <a:pt x="306139" y="89785"/>
                </a:lnTo>
                <a:lnTo>
                  <a:pt x="306639" y="89033"/>
                </a:lnTo>
                <a:lnTo>
                  <a:pt x="307111" y="88263"/>
                </a:lnTo>
                <a:lnTo>
                  <a:pt x="307555" y="87474"/>
                </a:lnTo>
                <a:lnTo>
                  <a:pt x="307970" y="86667"/>
                </a:lnTo>
                <a:lnTo>
                  <a:pt x="308357" y="85841"/>
                </a:lnTo>
                <a:lnTo>
                  <a:pt x="308716" y="84997"/>
                </a:lnTo>
                <a:lnTo>
                  <a:pt x="309046" y="84135"/>
                </a:lnTo>
                <a:lnTo>
                  <a:pt x="309349" y="83254"/>
                </a:lnTo>
                <a:lnTo>
                  <a:pt x="309623" y="82355"/>
                </a:lnTo>
                <a:lnTo>
                  <a:pt x="309869" y="81437"/>
                </a:lnTo>
                <a:lnTo>
                  <a:pt x="310087" y="80501"/>
                </a:lnTo>
                <a:lnTo>
                  <a:pt x="310276" y="79547"/>
                </a:lnTo>
                <a:lnTo>
                  <a:pt x="310438" y="78574"/>
                </a:lnTo>
                <a:lnTo>
                  <a:pt x="310571" y="77583"/>
                </a:lnTo>
                <a:lnTo>
                  <a:pt x="310676" y="76573"/>
                </a:lnTo>
                <a:lnTo>
                  <a:pt x="310752" y="75545"/>
                </a:lnTo>
                <a:lnTo>
                  <a:pt x="310801" y="74499"/>
                </a:lnTo>
                <a:lnTo>
                  <a:pt x="293587" y="74499"/>
                </a:lnTo>
                <a:lnTo>
                  <a:pt x="293547" y="74987"/>
                </a:lnTo>
                <a:lnTo>
                  <a:pt x="293495" y="75467"/>
                </a:lnTo>
                <a:lnTo>
                  <a:pt x="293432" y="75937"/>
                </a:lnTo>
                <a:lnTo>
                  <a:pt x="293356" y="76398"/>
                </a:lnTo>
                <a:lnTo>
                  <a:pt x="293269" y="76849"/>
                </a:lnTo>
                <a:lnTo>
                  <a:pt x="293171" y="77291"/>
                </a:lnTo>
                <a:lnTo>
                  <a:pt x="293060" y="77724"/>
                </a:lnTo>
                <a:lnTo>
                  <a:pt x="292938" y="78148"/>
                </a:lnTo>
                <a:lnTo>
                  <a:pt x="292804" y="78562"/>
                </a:lnTo>
                <a:lnTo>
                  <a:pt x="292658" y="78967"/>
                </a:lnTo>
                <a:lnTo>
                  <a:pt x="292501" y="79362"/>
                </a:lnTo>
                <a:lnTo>
                  <a:pt x="292331" y="79748"/>
                </a:lnTo>
                <a:lnTo>
                  <a:pt x="292151" y="80125"/>
                </a:lnTo>
                <a:lnTo>
                  <a:pt x="291958" y="80493"/>
                </a:lnTo>
                <a:lnTo>
                  <a:pt x="291754" y="80851"/>
                </a:lnTo>
                <a:lnTo>
                  <a:pt x="291538" y="81200"/>
                </a:lnTo>
                <a:lnTo>
                  <a:pt x="291310" y="81540"/>
                </a:lnTo>
                <a:lnTo>
                  <a:pt x="291070" y="81870"/>
                </a:lnTo>
                <a:lnTo>
                  <a:pt x="290819" y="82191"/>
                </a:lnTo>
                <a:lnTo>
                  <a:pt x="290556" y="82502"/>
                </a:lnTo>
                <a:lnTo>
                  <a:pt x="290282" y="82805"/>
                </a:lnTo>
                <a:lnTo>
                  <a:pt x="289995" y="83098"/>
                </a:lnTo>
                <a:lnTo>
                  <a:pt x="289697" y="83381"/>
                </a:lnTo>
                <a:lnTo>
                  <a:pt x="289387" y="83656"/>
                </a:lnTo>
                <a:lnTo>
                  <a:pt x="289067" y="83920"/>
                </a:lnTo>
                <a:lnTo>
                  <a:pt x="288736" y="84173"/>
                </a:lnTo>
                <a:lnTo>
                  <a:pt x="288396" y="84414"/>
                </a:lnTo>
                <a:lnTo>
                  <a:pt x="288047" y="84644"/>
                </a:lnTo>
                <a:lnTo>
                  <a:pt x="287687" y="84863"/>
                </a:lnTo>
                <a:lnTo>
                  <a:pt x="287317" y="85071"/>
                </a:lnTo>
                <a:lnTo>
                  <a:pt x="286938" y="85268"/>
                </a:lnTo>
                <a:lnTo>
                  <a:pt x="286549" y="85453"/>
                </a:lnTo>
                <a:lnTo>
                  <a:pt x="286150" y="85628"/>
                </a:lnTo>
                <a:lnTo>
                  <a:pt x="285742" y="85790"/>
                </a:lnTo>
                <a:lnTo>
                  <a:pt x="285323" y="85942"/>
                </a:lnTo>
                <a:lnTo>
                  <a:pt x="284895" y="86083"/>
                </a:lnTo>
                <a:lnTo>
                  <a:pt x="284457" y="86212"/>
                </a:lnTo>
                <a:lnTo>
                  <a:pt x="284009" y="86330"/>
                </a:lnTo>
                <a:lnTo>
                  <a:pt x="283551" y="86436"/>
                </a:lnTo>
                <a:lnTo>
                  <a:pt x="283084" y="86532"/>
                </a:lnTo>
                <a:lnTo>
                  <a:pt x="282606" y="86616"/>
                </a:lnTo>
                <a:lnTo>
                  <a:pt x="282119" y="86689"/>
                </a:lnTo>
                <a:lnTo>
                  <a:pt x="281622" y="86751"/>
                </a:lnTo>
                <a:lnTo>
                  <a:pt x="281115" y="86802"/>
                </a:lnTo>
                <a:lnTo>
                  <a:pt x="280599" y="86841"/>
                </a:lnTo>
                <a:lnTo>
                  <a:pt x="280072" y="86869"/>
                </a:lnTo>
                <a:lnTo>
                  <a:pt x="279536" y="86886"/>
                </a:lnTo>
                <a:lnTo>
                  <a:pt x="278990" y="86892"/>
                </a:lnTo>
                <a:lnTo>
                  <a:pt x="278422" y="86885"/>
                </a:lnTo>
                <a:lnTo>
                  <a:pt x="277863" y="86865"/>
                </a:lnTo>
                <a:lnTo>
                  <a:pt x="277315" y="86831"/>
                </a:lnTo>
                <a:lnTo>
                  <a:pt x="276776" y="86784"/>
                </a:lnTo>
                <a:lnTo>
                  <a:pt x="276248" y="86724"/>
                </a:lnTo>
                <a:lnTo>
                  <a:pt x="275729" y="86651"/>
                </a:lnTo>
                <a:lnTo>
                  <a:pt x="275221" y="86564"/>
                </a:lnTo>
                <a:lnTo>
                  <a:pt x="274722" y="86463"/>
                </a:lnTo>
                <a:lnTo>
                  <a:pt x="274234" y="86349"/>
                </a:lnTo>
                <a:lnTo>
                  <a:pt x="273756" y="86222"/>
                </a:lnTo>
                <a:lnTo>
                  <a:pt x="273287" y="86082"/>
                </a:lnTo>
                <a:lnTo>
                  <a:pt x="272829" y="85928"/>
                </a:lnTo>
                <a:lnTo>
                  <a:pt x="272381" y="85760"/>
                </a:lnTo>
                <a:lnTo>
                  <a:pt x="271943" y="85580"/>
                </a:lnTo>
                <a:lnTo>
                  <a:pt x="271514" y="85385"/>
                </a:lnTo>
                <a:lnTo>
                  <a:pt x="271096" y="85178"/>
                </a:lnTo>
                <a:lnTo>
                  <a:pt x="270688" y="84957"/>
                </a:lnTo>
                <a:lnTo>
                  <a:pt x="270290" y="84723"/>
                </a:lnTo>
                <a:lnTo>
                  <a:pt x="269902" y="84475"/>
                </a:lnTo>
                <a:lnTo>
                  <a:pt x="269524" y="84214"/>
                </a:lnTo>
                <a:lnTo>
                  <a:pt x="269156" y="83939"/>
                </a:lnTo>
                <a:lnTo>
                  <a:pt x="268798" y="83652"/>
                </a:lnTo>
                <a:lnTo>
                  <a:pt x="268450" y="83350"/>
                </a:lnTo>
                <a:lnTo>
                  <a:pt x="268112" y="83036"/>
                </a:lnTo>
                <a:lnTo>
                  <a:pt x="267787" y="82709"/>
                </a:lnTo>
                <a:lnTo>
                  <a:pt x="267475" y="82371"/>
                </a:lnTo>
                <a:lnTo>
                  <a:pt x="267177" y="82022"/>
                </a:lnTo>
                <a:lnTo>
                  <a:pt x="266892" y="81663"/>
                </a:lnTo>
                <a:lnTo>
                  <a:pt x="266622" y="81292"/>
                </a:lnTo>
                <a:lnTo>
                  <a:pt x="266366" y="80910"/>
                </a:lnTo>
                <a:lnTo>
                  <a:pt x="266123" y="80517"/>
                </a:lnTo>
                <a:lnTo>
                  <a:pt x="265894" y="80113"/>
                </a:lnTo>
                <a:lnTo>
                  <a:pt x="265680" y="79699"/>
                </a:lnTo>
                <a:lnTo>
                  <a:pt x="265479" y="79273"/>
                </a:lnTo>
                <a:lnTo>
                  <a:pt x="265291" y="78836"/>
                </a:lnTo>
                <a:lnTo>
                  <a:pt x="265118" y="78388"/>
                </a:lnTo>
                <a:lnTo>
                  <a:pt x="264959" y="77930"/>
                </a:lnTo>
                <a:lnTo>
                  <a:pt x="264813" y="77460"/>
                </a:lnTo>
                <a:lnTo>
                  <a:pt x="264681" y="76979"/>
                </a:lnTo>
                <a:lnTo>
                  <a:pt x="264564" y="76487"/>
                </a:lnTo>
                <a:lnTo>
                  <a:pt x="264460" y="75985"/>
                </a:lnTo>
                <a:lnTo>
                  <a:pt x="264370" y="75471"/>
                </a:lnTo>
                <a:lnTo>
                  <a:pt x="264293" y="74946"/>
                </a:lnTo>
                <a:lnTo>
                  <a:pt x="264231" y="74411"/>
                </a:lnTo>
                <a:lnTo>
                  <a:pt x="264182" y="73864"/>
                </a:lnTo>
                <a:lnTo>
                  <a:pt x="264148" y="73306"/>
                </a:lnTo>
                <a:lnTo>
                  <a:pt x="264127" y="72738"/>
                </a:lnTo>
                <a:lnTo>
                  <a:pt x="264120" y="72158"/>
                </a:lnTo>
                <a:lnTo>
                  <a:pt x="264120" y="53016"/>
                </a:lnTo>
                <a:lnTo>
                  <a:pt x="264127" y="52436"/>
                </a:lnTo>
                <a:lnTo>
                  <a:pt x="264148" y="51868"/>
                </a:lnTo>
                <a:lnTo>
                  <a:pt x="264182" y="51311"/>
                </a:lnTo>
                <a:lnTo>
                  <a:pt x="264231" y="50765"/>
                </a:lnTo>
                <a:lnTo>
                  <a:pt x="264293" y="50230"/>
                </a:lnTo>
                <a:lnTo>
                  <a:pt x="264370" y="49707"/>
                </a:lnTo>
                <a:lnTo>
                  <a:pt x="264460" y="49195"/>
                </a:lnTo>
                <a:lnTo>
                  <a:pt x="264564" y="48694"/>
                </a:lnTo>
                <a:lnTo>
                  <a:pt x="264681" y="48204"/>
                </a:lnTo>
                <a:lnTo>
                  <a:pt x="264813" y="47726"/>
                </a:lnTo>
                <a:lnTo>
                  <a:pt x="264959" y="47258"/>
                </a:lnTo>
                <a:lnTo>
                  <a:pt x="265118" y="46802"/>
                </a:lnTo>
                <a:lnTo>
                  <a:pt x="265291" y="46358"/>
                </a:lnTo>
                <a:lnTo>
                  <a:pt x="265479" y="45924"/>
                </a:lnTo>
                <a:lnTo>
                  <a:pt x="265680" y="45502"/>
                </a:lnTo>
                <a:lnTo>
                  <a:pt x="265894" y="45091"/>
                </a:lnTo>
                <a:lnTo>
                  <a:pt x="266123" y="44691"/>
                </a:lnTo>
                <a:lnTo>
                  <a:pt x="266366" y="44303"/>
                </a:lnTo>
                <a:lnTo>
                  <a:pt x="266622" y="43925"/>
                </a:lnTo>
                <a:lnTo>
                  <a:pt x="266892" y="43559"/>
                </a:lnTo>
                <a:lnTo>
                  <a:pt x="267177" y="43204"/>
                </a:lnTo>
                <a:lnTo>
                  <a:pt x="267475" y="42861"/>
                </a:lnTo>
                <a:lnTo>
                  <a:pt x="267787" y="42528"/>
                </a:lnTo>
                <a:lnTo>
                  <a:pt x="268112" y="42207"/>
                </a:lnTo>
                <a:lnTo>
                  <a:pt x="268450" y="41898"/>
                </a:lnTo>
                <a:lnTo>
                  <a:pt x="268798" y="41602"/>
                </a:lnTo>
                <a:lnTo>
                  <a:pt x="269156" y="41319"/>
                </a:lnTo>
                <a:lnTo>
                  <a:pt x="269524" y="41050"/>
                </a:lnTo>
                <a:lnTo>
                  <a:pt x="269902" y="40793"/>
                </a:lnTo>
                <a:lnTo>
                  <a:pt x="270290" y="40550"/>
                </a:lnTo>
                <a:lnTo>
                  <a:pt x="270688" y="40319"/>
                </a:lnTo>
                <a:lnTo>
                  <a:pt x="271096" y="40102"/>
                </a:lnTo>
                <a:lnTo>
                  <a:pt x="271514" y="39898"/>
                </a:lnTo>
                <a:lnTo>
                  <a:pt x="271943" y="39708"/>
                </a:lnTo>
                <a:lnTo>
                  <a:pt x="272381" y="39530"/>
                </a:lnTo>
                <a:lnTo>
                  <a:pt x="272829" y="39366"/>
                </a:lnTo>
                <a:lnTo>
                  <a:pt x="273287" y="39214"/>
                </a:lnTo>
                <a:lnTo>
                  <a:pt x="273756" y="39076"/>
                </a:lnTo>
                <a:lnTo>
                  <a:pt x="274234" y="38951"/>
                </a:lnTo>
                <a:lnTo>
                  <a:pt x="274722" y="38840"/>
                </a:lnTo>
                <a:lnTo>
                  <a:pt x="275221" y="38741"/>
                </a:lnTo>
                <a:lnTo>
                  <a:pt x="275729" y="38655"/>
                </a:lnTo>
                <a:lnTo>
                  <a:pt x="276248" y="38583"/>
                </a:lnTo>
                <a:lnTo>
                  <a:pt x="276776" y="38524"/>
                </a:lnTo>
                <a:lnTo>
                  <a:pt x="277315" y="38478"/>
                </a:lnTo>
                <a:lnTo>
                  <a:pt x="277863" y="38445"/>
                </a:lnTo>
                <a:lnTo>
                  <a:pt x="278422" y="38425"/>
                </a:lnTo>
                <a:lnTo>
                  <a:pt x="278990" y="38419"/>
                </a:lnTo>
                <a:lnTo>
                  <a:pt x="279536" y="38424"/>
                </a:lnTo>
                <a:lnTo>
                  <a:pt x="280072" y="38441"/>
                </a:lnTo>
                <a:lnTo>
                  <a:pt x="280599" y="38469"/>
                </a:lnTo>
                <a:lnTo>
                  <a:pt x="281115" y="38508"/>
                </a:lnTo>
                <a:lnTo>
                  <a:pt x="281622" y="38559"/>
                </a:lnTo>
                <a:lnTo>
                  <a:pt x="282119" y="38621"/>
                </a:lnTo>
                <a:lnTo>
                  <a:pt x="282606" y="38694"/>
                </a:lnTo>
                <a:lnTo>
                  <a:pt x="283084" y="38778"/>
                </a:lnTo>
                <a:lnTo>
                  <a:pt x="283551" y="38874"/>
                </a:lnTo>
                <a:lnTo>
                  <a:pt x="284009" y="38980"/>
                </a:lnTo>
                <a:lnTo>
                  <a:pt x="284457" y="39098"/>
                </a:lnTo>
                <a:lnTo>
                  <a:pt x="284895" y="39228"/>
                </a:lnTo>
                <a:lnTo>
                  <a:pt x="285323" y="39368"/>
                </a:lnTo>
                <a:lnTo>
                  <a:pt x="285742" y="39520"/>
                </a:lnTo>
                <a:lnTo>
                  <a:pt x="286150" y="39683"/>
                </a:lnTo>
                <a:lnTo>
                  <a:pt x="286549" y="39857"/>
                </a:lnTo>
                <a:lnTo>
                  <a:pt x="286938" y="40042"/>
                </a:lnTo>
                <a:lnTo>
                  <a:pt x="287317" y="40239"/>
                </a:lnTo>
                <a:lnTo>
                  <a:pt x="287687" y="40447"/>
                </a:lnTo>
                <a:lnTo>
                  <a:pt x="288047" y="40666"/>
                </a:lnTo>
                <a:lnTo>
                  <a:pt x="288396" y="40896"/>
                </a:lnTo>
                <a:lnTo>
                  <a:pt x="288736" y="41138"/>
                </a:lnTo>
                <a:lnTo>
                  <a:pt x="289067" y="41390"/>
                </a:lnTo>
                <a:lnTo>
                  <a:pt x="289387" y="41654"/>
                </a:lnTo>
                <a:lnTo>
                  <a:pt x="289697" y="41929"/>
                </a:lnTo>
                <a:lnTo>
                  <a:pt x="289995" y="42212"/>
                </a:lnTo>
                <a:lnTo>
                  <a:pt x="290282" y="42505"/>
                </a:lnTo>
                <a:lnTo>
                  <a:pt x="290556" y="42808"/>
                </a:lnTo>
                <a:lnTo>
                  <a:pt x="290819" y="43119"/>
                </a:lnTo>
                <a:lnTo>
                  <a:pt x="291070" y="43440"/>
                </a:lnTo>
                <a:lnTo>
                  <a:pt x="291310" y="43771"/>
                </a:lnTo>
                <a:lnTo>
                  <a:pt x="291538" y="44110"/>
                </a:lnTo>
                <a:lnTo>
                  <a:pt x="291754" y="44459"/>
                </a:lnTo>
                <a:lnTo>
                  <a:pt x="291958" y="44818"/>
                </a:lnTo>
                <a:lnTo>
                  <a:pt x="292151" y="45185"/>
                </a:lnTo>
                <a:lnTo>
                  <a:pt x="292331" y="45562"/>
                </a:lnTo>
                <a:lnTo>
                  <a:pt x="292501" y="45949"/>
                </a:lnTo>
                <a:lnTo>
                  <a:pt x="292658" y="46344"/>
                </a:lnTo>
                <a:lnTo>
                  <a:pt x="292804" y="46749"/>
                </a:lnTo>
                <a:lnTo>
                  <a:pt x="292938" y="47163"/>
                </a:lnTo>
                <a:lnTo>
                  <a:pt x="293060" y="47587"/>
                </a:lnTo>
                <a:lnTo>
                  <a:pt x="293171" y="48020"/>
                </a:lnTo>
                <a:lnTo>
                  <a:pt x="293269" y="48462"/>
                </a:lnTo>
                <a:lnTo>
                  <a:pt x="293356" y="48914"/>
                </a:lnTo>
                <a:lnTo>
                  <a:pt x="293432" y="49375"/>
                </a:lnTo>
                <a:lnTo>
                  <a:pt x="293495" y="49845"/>
                </a:lnTo>
                <a:lnTo>
                  <a:pt x="293547" y="50325"/>
                </a:lnTo>
                <a:lnTo>
                  <a:pt x="293587" y="50814"/>
                </a:lnTo>
                <a:lnTo>
                  <a:pt x="310801" y="50814"/>
                </a:lnTo>
                <a:lnTo>
                  <a:pt x="310752" y="49767"/>
                </a:lnTo>
                <a:lnTo>
                  <a:pt x="310676" y="48739"/>
                </a:lnTo>
                <a:lnTo>
                  <a:pt x="310571" y="47729"/>
                </a:lnTo>
                <a:lnTo>
                  <a:pt x="310438" y="46738"/>
                </a:lnTo>
                <a:lnTo>
                  <a:pt x="310276" y="45765"/>
                </a:lnTo>
                <a:lnTo>
                  <a:pt x="310087" y="44810"/>
                </a:lnTo>
                <a:lnTo>
                  <a:pt x="309869" y="43874"/>
                </a:lnTo>
                <a:lnTo>
                  <a:pt x="309623" y="42956"/>
                </a:lnTo>
                <a:lnTo>
                  <a:pt x="309349" y="42057"/>
                </a:lnTo>
                <a:lnTo>
                  <a:pt x="309046" y="41176"/>
                </a:lnTo>
                <a:lnTo>
                  <a:pt x="308716" y="40313"/>
                </a:lnTo>
                <a:lnTo>
                  <a:pt x="308357" y="39469"/>
                </a:lnTo>
                <a:lnTo>
                  <a:pt x="307970" y="38644"/>
                </a:lnTo>
                <a:lnTo>
                  <a:pt x="307555" y="37836"/>
                </a:lnTo>
                <a:lnTo>
                  <a:pt x="307111" y="37047"/>
                </a:lnTo>
                <a:lnTo>
                  <a:pt x="306639" y="36277"/>
                </a:lnTo>
                <a:lnTo>
                  <a:pt x="306139" y="35525"/>
                </a:lnTo>
                <a:lnTo>
                  <a:pt x="305611" y="34791"/>
                </a:lnTo>
                <a:lnTo>
                  <a:pt x="305055" y="34076"/>
                </a:lnTo>
                <a:lnTo>
                  <a:pt x="304470" y="33379"/>
                </a:lnTo>
                <a:lnTo>
                  <a:pt x="303857" y="32701"/>
                </a:lnTo>
                <a:lnTo>
                  <a:pt x="303216" y="32041"/>
                </a:lnTo>
                <a:lnTo>
                  <a:pt x="302547" y="31400"/>
                </a:lnTo>
                <a:lnTo>
                  <a:pt x="301849" y="30776"/>
                </a:lnTo>
                <a:lnTo>
                  <a:pt x="301128" y="30175"/>
                </a:lnTo>
                <a:lnTo>
                  <a:pt x="300386" y="29600"/>
                </a:lnTo>
                <a:lnTo>
                  <a:pt x="299625" y="29050"/>
                </a:lnTo>
                <a:lnTo>
                  <a:pt x="298843" y="28526"/>
                </a:lnTo>
                <a:lnTo>
                  <a:pt x="298041" y="28027"/>
                </a:lnTo>
                <a:lnTo>
                  <a:pt x="297219" y="27553"/>
                </a:lnTo>
                <a:lnTo>
                  <a:pt x="296377" y="27106"/>
                </a:lnTo>
                <a:lnTo>
                  <a:pt x="295515" y="26684"/>
                </a:lnTo>
                <a:lnTo>
                  <a:pt x="294633" y="26287"/>
                </a:lnTo>
                <a:lnTo>
                  <a:pt x="293731" y="25916"/>
                </a:lnTo>
                <a:lnTo>
                  <a:pt x="292808" y="25571"/>
                </a:lnTo>
                <a:lnTo>
                  <a:pt x="291866" y="25251"/>
                </a:lnTo>
                <a:lnTo>
                  <a:pt x="290904" y="24957"/>
                </a:lnTo>
                <a:lnTo>
                  <a:pt x="289921" y="24689"/>
                </a:lnTo>
                <a:lnTo>
                  <a:pt x="288918" y="24446"/>
                </a:lnTo>
                <a:lnTo>
                  <a:pt x="287896" y="24228"/>
                </a:lnTo>
                <a:lnTo>
                  <a:pt x="286853" y="24036"/>
                </a:lnTo>
                <a:lnTo>
                  <a:pt x="285790" y="23870"/>
                </a:lnTo>
                <a:lnTo>
                  <a:pt x="284707" y="23729"/>
                </a:lnTo>
                <a:lnTo>
                  <a:pt x="283604" y="23614"/>
                </a:lnTo>
                <a:lnTo>
                  <a:pt x="282480" y="23525"/>
                </a:lnTo>
                <a:lnTo>
                  <a:pt x="281337" y="23461"/>
                </a:lnTo>
                <a:lnTo>
                  <a:pt x="280174" y="23422"/>
                </a:lnTo>
                <a:lnTo>
                  <a:pt x="278990" y="23410"/>
                </a:lnTo>
                <a:lnTo>
                  <a:pt x="278191" y="23416"/>
                </a:lnTo>
                <a:lnTo>
                  <a:pt x="277401" y="23435"/>
                </a:lnTo>
                <a:lnTo>
                  <a:pt x="276618" y="23467"/>
                </a:lnTo>
                <a:lnTo>
                  <a:pt x="275844" y="23511"/>
                </a:lnTo>
                <a:lnTo>
                  <a:pt x="275079" y="23568"/>
                </a:lnTo>
                <a:lnTo>
                  <a:pt x="274322" y="23638"/>
                </a:lnTo>
                <a:lnTo>
                  <a:pt x="273573" y="23720"/>
                </a:lnTo>
                <a:lnTo>
                  <a:pt x="272832" y="23815"/>
                </a:lnTo>
                <a:lnTo>
                  <a:pt x="272100" y="23923"/>
                </a:lnTo>
                <a:lnTo>
                  <a:pt x="271377" y="24043"/>
                </a:lnTo>
                <a:lnTo>
                  <a:pt x="270661" y="24176"/>
                </a:lnTo>
                <a:lnTo>
                  <a:pt x="269954" y="24322"/>
                </a:lnTo>
                <a:lnTo>
                  <a:pt x="269255" y="24480"/>
                </a:lnTo>
                <a:lnTo>
                  <a:pt x="268565" y="24652"/>
                </a:lnTo>
                <a:lnTo>
                  <a:pt x="267883" y="24835"/>
                </a:lnTo>
                <a:lnTo>
                  <a:pt x="267210" y="25032"/>
                </a:lnTo>
                <a:lnTo>
                  <a:pt x="266544" y="25241"/>
                </a:lnTo>
                <a:lnTo>
                  <a:pt x="265887" y="25463"/>
                </a:lnTo>
                <a:lnTo>
                  <a:pt x="265239" y="25697"/>
                </a:lnTo>
                <a:lnTo>
                  <a:pt x="264599" y="25944"/>
                </a:lnTo>
                <a:lnTo>
                  <a:pt x="263967" y="26204"/>
                </a:lnTo>
                <a:lnTo>
                  <a:pt x="263344" y="26476"/>
                </a:lnTo>
                <a:lnTo>
                  <a:pt x="262729" y="26762"/>
                </a:lnTo>
                <a:lnTo>
                  <a:pt x="262122" y="27059"/>
                </a:lnTo>
                <a:lnTo>
                  <a:pt x="261525" y="27369"/>
                </a:lnTo>
                <a:lnTo>
                  <a:pt x="260940" y="27688"/>
                </a:lnTo>
                <a:lnTo>
                  <a:pt x="260365" y="28018"/>
                </a:lnTo>
                <a:lnTo>
                  <a:pt x="259802" y="28358"/>
                </a:lnTo>
                <a:lnTo>
                  <a:pt x="259250" y="28708"/>
                </a:lnTo>
                <a:lnTo>
                  <a:pt x="258710" y="29068"/>
                </a:lnTo>
                <a:lnTo>
                  <a:pt x="258180" y="29439"/>
                </a:lnTo>
                <a:lnTo>
                  <a:pt x="257662" y="29820"/>
                </a:lnTo>
                <a:lnTo>
                  <a:pt x="257155" y="30212"/>
                </a:lnTo>
                <a:lnTo>
                  <a:pt x="256660" y="30614"/>
                </a:lnTo>
                <a:lnTo>
                  <a:pt x="256175" y="31026"/>
                </a:lnTo>
                <a:lnTo>
                  <a:pt x="255702" y="31448"/>
                </a:lnTo>
                <a:lnTo>
                  <a:pt x="255240" y="31880"/>
                </a:lnTo>
                <a:lnTo>
                  <a:pt x="254789" y="32323"/>
                </a:lnTo>
                <a:lnTo>
                  <a:pt x="254350" y="32776"/>
                </a:lnTo>
                <a:lnTo>
                  <a:pt x="253921" y="33240"/>
                </a:lnTo>
                <a:lnTo>
                  <a:pt x="253504" y="33714"/>
                </a:lnTo>
                <a:lnTo>
                  <a:pt x="253099" y="34198"/>
                </a:lnTo>
                <a:lnTo>
                  <a:pt x="252704" y="34692"/>
                </a:lnTo>
                <a:lnTo>
                  <a:pt x="252321" y="35196"/>
                </a:lnTo>
                <a:lnTo>
                  <a:pt x="251948" y="35711"/>
                </a:lnTo>
                <a:lnTo>
                  <a:pt x="251587" y="36236"/>
                </a:lnTo>
                <a:lnTo>
                  <a:pt x="251238" y="36772"/>
                </a:lnTo>
                <a:lnTo>
                  <a:pt x="250899" y="37318"/>
                </a:lnTo>
                <a:lnTo>
                  <a:pt x="250573" y="37873"/>
                </a:lnTo>
                <a:lnTo>
                  <a:pt x="250262" y="38437"/>
                </a:lnTo>
                <a:lnTo>
                  <a:pt x="249964" y="39011"/>
                </a:lnTo>
                <a:lnTo>
                  <a:pt x="249679" y="39594"/>
                </a:lnTo>
                <a:lnTo>
                  <a:pt x="249409" y="40185"/>
                </a:lnTo>
                <a:lnTo>
                  <a:pt x="249153" y="40786"/>
                </a:lnTo>
                <a:lnTo>
                  <a:pt x="248910" y="41396"/>
                </a:lnTo>
                <a:lnTo>
                  <a:pt x="248681" y="42015"/>
                </a:lnTo>
                <a:lnTo>
                  <a:pt x="248466" y="42643"/>
                </a:lnTo>
                <a:lnTo>
                  <a:pt x="248265" y="43280"/>
                </a:lnTo>
                <a:lnTo>
                  <a:pt x="248078" y="43927"/>
                </a:lnTo>
                <a:lnTo>
                  <a:pt x="247905" y="44582"/>
                </a:lnTo>
                <a:lnTo>
                  <a:pt x="247746" y="45246"/>
                </a:lnTo>
                <a:lnTo>
                  <a:pt x="247600" y="45920"/>
                </a:lnTo>
                <a:lnTo>
                  <a:pt x="247468" y="46602"/>
                </a:lnTo>
                <a:lnTo>
                  <a:pt x="247350" y="47294"/>
                </a:lnTo>
                <a:lnTo>
                  <a:pt x="247247" y="47995"/>
                </a:lnTo>
                <a:lnTo>
                  <a:pt x="247156" y="48705"/>
                </a:lnTo>
                <a:lnTo>
                  <a:pt x="247080" y="49424"/>
                </a:lnTo>
                <a:lnTo>
                  <a:pt x="247018" y="50152"/>
                </a:lnTo>
                <a:lnTo>
                  <a:pt x="246969" y="50889"/>
                </a:lnTo>
                <a:lnTo>
                  <a:pt x="246935" y="51635"/>
                </a:lnTo>
                <a:lnTo>
                  <a:pt x="246914" y="52390"/>
                </a:lnTo>
                <a:lnTo>
                  <a:pt x="246907" y="53154"/>
                </a:lnTo>
                <a:lnTo>
                  <a:pt x="246907" y="72158"/>
                </a:lnTo>
                <a:lnTo>
                  <a:pt x="246914" y="72911"/>
                </a:lnTo>
                <a:lnTo>
                  <a:pt x="246935" y="73656"/>
                </a:lnTo>
                <a:lnTo>
                  <a:pt x="246969" y="74392"/>
                </a:lnTo>
                <a:lnTo>
                  <a:pt x="247018" y="75120"/>
                </a:lnTo>
                <a:lnTo>
                  <a:pt x="247080" y="75840"/>
                </a:lnTo>
                <a:lnTo>
                  <a:pt x="247156" y="76551"/>
                </a:lnTo>
                <a:lnTo>
                  <a:pt x="247247" y="77254"/>
                </a:lnTo>
                <a:lnTo>
                  <a:pt x="247350" y="77949"/>
                </a:lnTo>
                <a:lnTo>
                  <a:pt x="247468" y="78635"/>
                </a:lnTo>
                <a:lnTo>
                  <a:pt x="247600" y="79313"/>
                </a:lnTo>
                <a:lnTo>
                  <a:pt x="247746" y="79982"/>
                </a:lnTo>
                <a:lnTo>
                  <a:pt x="247905" y="80644"/>
                </a:lnTo>
                <a:lnTo>
                  <a:pt x="248078" y="81296"/>
                </a:lnTo>
                <a:lnTo>
                  <a:pt x="248265" y="81941"/>
                </a:lnTo>
                <a:lnTo>
                  <a:pt x="248466" y="82577"/>
                </a:lnTo>
                <a:lnTo>
                  <a:pt x="248681" y="83205"/>
                </a:lnTo>
                <a:lnTo>
                  <a:pt x="248910" y="83824"/>
                </a:lnTo>
                <a:lnTo>
                  <a:pt x="249153" y="84435"/>
                </a:lnTo>
                <a:lnTo>
                  <a:pt x="249409" y="85038"/>
                </a:lnTo>
                <a:lnTo>
                  <a:pt x="249679" y="85632"/>
                </a:lnTo>
                <a:lnTo>
                  <a:pt x="249964" y="86218"/>
                </a:lnTo>
                <a:lnTo>
                  <a:pt x="250262" y="86795"/>
                </a:lnTo>
                <a:lnTo>
                  <a:pt x="250573" y="87365"/>
                </a:lnTo>
                <a:lnTo>
                  <a:pt x="250899" y="87925"/>
                </a:lnTo>
                <a:lnTo>
                  <a:pt x="251238" y="88477"/>
                </a:lnTo>
                <a:lnTo>
                  <a:pt x="251587" y="89017"/>
                </a:lnTo>
                <a:lnTo>
                  <a:pt x="251948" y="89547"/>
                </a:lnTo>
                <a:lnTo>
                  <a:pt x="252321" y="90067"/>
                </a:lnTo>
                <a:lnTo>
                  <a:pt x="252704" y="90576"/>
                </a:lnTo>
                <a:lnTo>
                  <a:pt x="253099" y="91075"/>
                </a:lnTo>
                <a:lnTo>
                  <a:pt x="253504" y="91563"/>
                </a:lnTo>
                <a:lnTo>
                  <a:pt x="253921" y="92041"/>
                </a:lnTo>
                <a:lnTo>
                  <a:pt x="254350" y="92508"/>
                </a:lnTo>
                <a:lnTo>
                  <a:pt x="254789" y="92964"/>
                </a:lnTo>
                <a:lnTo>
                  <a:pt x="255240" y="93410"/>
                </a:lnTo>
                <a:lnTo>
                  <a:pt x="255702" y="93846"/>
                </a:lnTo>
                <a:lnTo>
                  <a:pt x="256175" y="94271"/>
                </a:lnTo>
                <a:lnTo>
                  <a:pt x="256660" y="94686"/>
                </a:lnTo>
                <a:lnTo>
                  <a:pt x="257155" y="95090"/>
                </a:lnTo>
                <a:lnTo>
                  <a:pt x="257662" y="95483"/>
                </a:lnTo>
                <a:lnTo>
                  <a:pt x="258180" y="95866"/>
                </a:lnTo>
                <a:lnTo>
                  <a:pt x="258710" y="96239"/>
                </a:lnTo>
                <a:lnTo>
                  <a:pt x="259250" y="96601"/>
                </a:lnTo>
                <a:lnTo>
                  <a:pt x="259802" y="96952"/>
                </a:lnTo>
                <a:lnTo>
                  <a:pt x="260365" y="97293"/>
                </a:lnTo>
                <a:lnTo>
                  <a:pt x="260940" y="97623"/>
                </a:lnTo>
                <a:lnTo>
                  <a:pt x="261525" y="97943"/>
                </a:lnTo>
                <a:lnTo>
                  <a:pt x="262122" y="98253"/>
                </a:lnTo>
                <a:lnTo>
                  <a:pt x="262729" y="98550"/>
                </a:lnTo>
                <a:lnTo>
                  <a:pt x="263344" y="98835"/>
                </a:lnTo>
                <a:lnTo>
                  <a:pt x="263967" y="99108"/>
                </a:lnTo>
                <a:lnTo>
                  <a:pt x="264599" y="99367"/>
                </a:lnTo>
                <a:lnTo>
                  <a:pt x="265239" y="99614"/>
                </a:lnTo>
                <a:lnTo>
                  <a:pt x="265887" y="99849"/>
                </a:lnTo>
                <a:lnTo>
                  <a:pt x="266544" y="100070"/>
                </a:lnTo>
                <a:lnTo>
                  <a:pt x="267210" y="100279"/>
                </a:lnTo>
                <a:lnTo>
                  <a:pt x="267883" y="100476"/>
                </a:lnTo>
                <a:lnTo>
                  <a:pt x="268565" y="100659"/>
                </a:lnTo>
                <a:lnTo>
                  <a:pt x="269255" y="100830"/>
                </a:lnTo>
                <a:lnTo>
                  <a:pt x="269954" y="100989"/>
                </a:lnTo>
                <a:lnTo>
                  <a:pt x="270661" y="101134"/>
                </a:lnTo>
                <a:lnTo>
                  <a:pt x="271377" y="101267"/>
                </a:lnTo>
                <a:lnTo>
                  <a:pt x="272100" y="101388"/>
                </a:lnTo>
                <a:lnTo>
                  <a:pt x="272832" y="101495"/>
                </a:lnTo>
                <a:lnTo>
                  <a:pt x="273573" y="101590"/>
                </a:lnTo>
                <a:lnTo>
                  <a:pt x="274322" y="101673"/>
                </a:lnTo>
                <a:lnTo>
                  <a:pt x="275079" y="101742"/>
                </a:lnTo>
                <a:lnTo>
                  <a:pt x="275844" y="101799"/>
                </a:lnTo>
                <a:lnTo>
                  <a:pt x="276618" y="101844"/>
                </a:lnTo>
                <a:lnTo>
                  <a:pt x="277401" y="101875"/>
                </a:lnTo>
                <a:lnTo>
                  <a:pt x="278191" y="101894"/>
                </a:lnTo>
                <a:lnTo>
                  <a:pt x="278990" y="101901"/>
                </a:lnTo>
                <a:lnTo>
                  <a:pt x="280174" y="101888"/>
                </a:lnTo>
                <a:lnTo>
                  <a:pt x="281337" y="101849"/>
                </a:lnTo>
                <a:lnTo>
                  <a:pt x="282480" y="1017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4b88bf69184320"/>
          <a:stretch xmlns:a="http://schemas.openxmlformats.org/drawingml/2006/main"/>
        </p:blipFill>
        <p:spPr>
          <a:xfrm xmlns:a="http://schemas.openxmlformats.org/drawingml/2006/main">
            <a:off x="5590039" y="4575585"/>
            <a:ext cx="1527180" cy="524256"/>
          </a:xfrm>
          <a:prstGeom xmlns:a="http://schemas.openxmlformats.org/drawingml/2006/main" prst="rect">
            <a:avLst/>
          </a:prstGeom>
        </p:spPr>
      </p:pic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1E3CC5-EFBE-485F-A97E-174B2949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3294" y="4644437"/>
            <a:ext cx="1320669" cy="317698"/>
          </a:xfrm>
          <a:custGeom xmlns:a="http://schemas.openxmlformats.org/drawingml/2006/main">
            <a:pathLst>
              <a:path w="1320669" h="317698">
                <a:moveTo>
                  <a:pt x="0" y="13451"/>
                </a:moveTo>
                <a:lnTo>
                  <a:pt x="0" y="13451"/>
                </a:lnTo>
                <a:cubicBezTo>
                  <a:pt x="0" y="6022"/>
                  <a:pt x="6022" y="0"/>
                  <a:pt x="13451" y="0"/>
                </a:cubicBezTo>
                <a:lnTo>
                  <a:pt x="1307218" y="0"/>
                </a:lnTo>
                <a:cubicBezTo>
                  <a:pt x="1310785" y="0"/>
                  <a:pt x="1314206" y="1417"/>
                  <a:pt x="1316729" y="3940"/>
                </a:cubicBezTo>
                <a:cubicBezTo>
                  <a:pt x="1319252" y="6462"/>
                  <a:pt x="1320669" y="9884"/>
                  <a:pt x="1320669" y="13451"/>
                </a:cubicBezTo>
                <a:lnTo>
                  <a:pt x="1320669" y="304247"/>
                </a:lnTo>
                <a:cubicBezTo>
                  <a:pt x="1320669" y="311675"/>
                  <a:pt x="1314646" y="317698"/>
                  <a:pt x="1307218" y="317698"/>
                </a:cubicBezTo>
                <a:lnTo>
                  <a:pt x="13451" y="317698"/>
                </a:lnTo>
                <a:cubicBezTo>
                  <a:pt x="6022" y="317698"/>
                  <a:pt x="0" y="311675"/>
                  <a:pt x="0" y="304247"/>
                </a:cubicBezTo>
                <a:lnTo>
                  <a:pt x="0" y="1345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1FB6F1-AC76-43BC-97CD-30F9DCBA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9957" y="4568672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BAE4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821321-F335-48B6-91B1-BD053505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5677" y="4568672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BAE4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278A5F-4B8C-4B05-B3ED-5DE39FCC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396" y="4568672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514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A729C1-D06A-4283-8E41-EB22373F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116" y="4568672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514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1C5E7E-8917-4E13-9E21-5B070B5E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2836" y="4568672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9441FF-4B64-4C36-9CFD-A6EECDE6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84" y="4369953"/>
            <a:ext cx="1049596" cy="445102"/>
          </a:xfrm>
          <a:custGeom xmlns:a="http://schemas.openxmlformats.org/drawingml/2006/main">
            <a:pathLst>
              <a:path w="1049596" h="445102">
                <a:moveTo>
                  <a:pt x="0" y="0"/>
                </a:moveTo>
                <a:lnTo>
                  <a:pt x="1049596" y="0"/>
                </a:lnTo>
                <a:lnTo>
                  <a:pt x="1049596" y="445102"/>
                </a:lnTo>
                <a:lnTo>
                  <a:pt x="0" y="44510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Text +12">
            <a:extLst xmlns:a="http://schemas.openxmlformats.org/drawingml/2006/main">
              <a:ext uri="{FF2B5EF4-FFF2-40B4-BE49-F238E27FC236}">
                <a16:creationId xmlns:a16="http://schemas.microsoft.com/office/drawing/2014/main" id="{3BC72247-8C48-40DD-AA1F-1941DB6B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120" y="4545067"/>
            <a:ext cx="153863" cy="67935"/>
          </a:xfrm>
          <a:custGeom xmlns:a="http://schemas.openxmlformats.org/drawingml/2006/main">
            <a:pathLst>
              <a:path w="153863" h="67935">
                <a:moveTo>
                  <a:pt x="16433" y="59490"/>
                </a:moveTo>
                <a:lnTo>
                  <a:pt x="16433" y="42964"/>
                </a:lnTo>
                <a:lnTo>
                  <a:pt x="0" y="42964"/>
                </a:lnTo>
                <a:lnTo>
                  <a:pt x="0" y="32315"/>
                </a:lnTo>
                <a:lnTo>
                  <a:pt x="16433" y="32315"/>
                </a:lnTo>
                <a:lnTo>
                  <a:pt x="16433" y="15791"/>
                </a:lnTo>
                <a:lnTo>
                  <a:pt x="27816" y="15791"/>
                </a:lnTo>
                <a:lnTo>
                  <a:pt x="27816" y="32315"/>
                </a:lnTo>
                <a:lnTo>
                  <a:pt x="44249" y="32315"/>
                </a:lnTo>
                <a:lnTo>
                  <a:pt x="44249" y="42964"/>
                </a:lnTo>
                <a:lnTo>
                  <a:pt x="27816" y="42964"/>
                </a:lnTo>
                <a:lnTo>
                  <a:pt x="27816" y="59490"/>
                </a:lnTo>
                <a:lnTo>
                  <a:pt x="16433" y="59490"/>
                </a:lnTo>
                <a:close/>
                <a:moveTo>
                  <a:pt x="57377" y="67935"/>
                </a:moveTo>
                <a:lnTo>
                  <a:pt x="57377" y="57837"/>
                </a:lnTo>
                <a:lnTo>
                  <a:pt x="74819" y="57837"/>
                </a:lnTo>
                <a:lnTo>
                  <a:pt x="74819" y="11108"/>
                </a:lnTo>
                <a:lnTo>
                  <a:pt x="57284" y="24144"/>
                </a:lnTo>
                <a:lnTo>
                  <a:pt x="57284" y="12027"/>
                </a:lnTo>
                <a:lnTo>
                  <a:pt x="72708" y="919"/>
                </a:lnTo>
                <a:lnTo>
                  <a:pt x="86295" y="919"/>
                </a:lnTo>
                <a:lnTo>
                  <a:pt x="86295" y="57837"/>
                </a:lnTo>
                <a:lnTo>
                  <a:pt x="100341" y="57837"/>
                </a:lnTo>
                <a:lnTo>
                  <a:pt x="100341" y="67935"/>
                </a:lnTo>
                <a:lnTo>
                  <a:pt x="57377" y="67935"/>
                </a:lnTo>
                <a:close/>
                <a:moveTo>
                  <a:pt x="111999" y="67935"/>
                </a:moveTo>
                <a:lnTo>
                  <a:pt x="111999" y="56827"/>
                </a:lnTo>
                <a:lnTo>
                  <a:pt x="132932" y="35803"/>
                </a:lnTo>
                <a:cubicBezTo>
                  <a:pt x="135869" y="32805"/>
                  <a:pt x="138041" y="30097"/>
                  <a:pt x="139448" y="27680"/>
                </a:cubicBezTo>
                <a:cubicBezTo>
                  <a:pt x="140857" y="25262"/>
                  <a:pt x="141561" y="22768"/>
                  <a:pt x="141561" y="20197"/>
                </a:cubicBezTo>
                <a:cubicBezTo>
                  <a:pt x="141561" y="17076"/>
                  <a:pt x="140704" y="14643"/>
                  <a:pt x="138990" y="12899"/>
                </a:cubicBezTo>
                <a:cubicBezTo>
                  <a:pt x="137277" y="11154"/>
                  <a:pt x="134951" y="10282"/>
                  <a:pt x="132013" y="10282"/>
                </a:cubicBezTo>
                <a:cubicBezTo>
                  <a:pt x="128769" y="10282"/>
                  <a:pt x="126230" y="11215"/>
                  <a:pt x="124394" y="13082"/>
                </a:cubicBezTo>
                <a:cubicBezTo>
                  <a:pt x="122558" y="14949"/>
                  <a:pt x="121640" y="17535"/>
                  <a:pt x="121640" y="20840"/>
                </a:cubicBezTo>
                <a:lnTo>
                  <a:pt x="110164" y="20840"/>
                </a:lnTo>
                <a:cubicBezTo>
                  <a:pt x="110225" y="16556"/>
                  <a:pt x="111158" y="12869"/>
                  <a:pt x="112963" y="9778"/>
                </a:cubicBezTo>
                <a:cubicBezTo>
                  <a:pt x="114769" y="6687"/>
                  <a:pt x="117325" y="4284"/>
                  <a:pt x="120630" y="2570"/>
                </a:cubicBezTo>
                <a:cubicBezTo>
                  <a:pt x="123935" y="857"/>
                  <a:pt x="127790" y="0"/>
                  <a:pt x="132196" y="0"/>
                </a:cubicBezTo>
                <a:cubicBezTo>
                  <a:pt x="136419" y="0"/>
                  <a:pt x="140091" y="796"/>
                  <a:pt x="143212" y="2387"/>
                </a:cubicBezTo>
                <a:cubicBezTo>
                  <a:pt x="146334" y="3978"/>
                  <a:pt x="148752" y="6213"/>
                  <a:pt x="150466" y="9090"/>
                </a:cubicBezTo>
                <a:cubicBezTo>
                  <a:pt x="152179" y="11966"/>
                  <a:pt x="153036" y="15393"/>
                  <a:pt x="153036" y="19370"/>
                </a:cubicBezTo>
                <a:cubicBezTo>
                  <a:pt x="153036" y="23471"/>
                  <a:pt x="151980" y="27465"/>
                  <a:pt x="149869" y="31352"/>
                </a:cubicBezTo>
                <a:cubicBezTo>
                  <a:pt x="147757" y="35237"/>
                  <a:pt x="144376" y="39415"/>
                  <a:pt x="139724" y="43883"/>
                </a:cubicBezTo>
                <a:lnTo>
                  <a:pt x="125771" y="57561"/>
                </a:lnTo>
                <a:lnTo>
                  <a:pt x="153863" y="57561"/>
                </a:lnTo>
                <a:lnTo>
                  <a:pt x="153863" y="67935"/>
                </a:lnTo>
                <a:lnTo>
                  <a:pt x="111999" y="67935"/>
                </a:lnTo>
                <a:close/>
              </a:path>
            </a:pathLst>
          </a:custGeom>
          <a:solidFill xmlns:a="http://schemas.openxmlformats.org/drawingml/2006/main">
            <a:srgbClr val="3BAE4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" name="Text -20">
            <a:extLst xmlns:a="http://schemas.openxmlformats.org/drawingml/2006/main">
              <a:ext uri="{FF2B5EF4-FFF2-40B4-BE49-F238E27FC236}">
                <a16:creationId xmlns:a16="http://schemas.microsoft.com/office/drawing/2014/main" id="{A2F61752-FAB2-4AC8-9E26-F1D93CC3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8671" y="4545067"/>
            <a:ext cx="146151" cy="68853"/>
          </a:xfrm>
          <a:custGeom xmlns:a="http://schemas.openxmlformats.org/drawingml/2006/main">
            <a:pathLst>
              <a:path w="146151" h="68853">
                <a:moveTo>
                  <a:pt x="0" y="42964"/>
                </a:moveTo>
                <a:lnTo>
                  <a:pt x="0" y="32315"/>
                </a:lnTo>
                <a:lnTo>
                  <a:pt x="29378" y="32315"/>
                </a:lnTo>
                <a:lnTo>
                  <a:pt x="29378" y="42964"/>
                </a:lnTo>
                <a:lnTo>
                  <a:pt x="0" y="42964"/>
                </a:lnTo>
                <a:close/>
                <a:moveTo>
                  <a:pt x="49482" y="67935"/>
                </a:moveTo>
                <a:lnTo>
                  <a:pt x="49482" y="56827"/>
                </a:lnTo>
                <a:lnTo>
                  <a:pt x="70414" y="35803"/>
                </a:lnTo>
                <a:cubicBezTo>
                  <a:pt x="73351" y="32805"/>
                  <a:pt x="75523" y="30097"/>
                  <a:pt x="76930" y="27680"/>
                </a:cubicBezTo>
                <a:cubicBezTo>
                  <a:pt x="78339" y="25262"/>
                  <a:pt x="79043" y="22768"/>
                  <a:pt x="79043" y="20197"/>
                </a:cubicBezTo>
                <a:cubicBezTo>
                  <a:pt x="79043" y="17076"/>
                  <a:pt x="78186" y="14643"/>
                  <a:pt x="76472" y="12899"/>
                </a:cubicBezTo>
                <a:cubicBezTo>
                  <a:pt x="74759" y="11154"/>
                  <a:pt x="72433" y="10282"/>
                  <a:pt x="69495" y="10282"/>
                </a:cubicBezTo>
                <a:cubicBezTo>
                  <a:pt x="66252" y="10282"/>
                  <a:pt x="63712" y="11215"/>
                  <a:pt x="61876" y="13082"/>
                </a:cubicBezTo>
                <a:cubicBezTo>
                  <a:pt x="60040" y="14949"/>
                  <a:pt x="59122" y="17535"/>
                  <a:pt x="59122" y="20840"/>
                </a:cubicBezTo>
                <a:lnTo>
                  <a:pt x="47647" y="20840"/>
                </a:lnTo>
                <a:cubicBezTo>
                  <a:pt x="47707" y="16556"/>
                  <a:pt x="48640" y="12869"/>
                  <a:pt x="50445" y="9778"/>
                </a:cubicBezTo>
                <a:cubicBezTo>
                  <a:pt x="52251" y="6687"/>
                  <a:pt x="54807" y="4284"/>
                  <a:pt x="58112" y="2570"/>
                </a:cubicBezTo>
                <a:cubicBezTo>
                  <a:pt x="61417" y="857"/>
                  <a:pt x="65272" y="0"/>
                  <a:pt x="69678" y="0"/>
                </a:cubicBezTo>
                <a:cubicBezTo>
                  <a:pt x="73901" y="0"/>
                  <a:pt x="77573" y="796"/>
                  <a:pt x="80694" y="2387"/>
                </a:cubicBezTo>
                <a:cubicBezTo>
                  <a:pt x="83816" y="3978"/>
                  <a:pt x="86234" y="6213"/>
                  <a:pt x="87948" y="9090"/>
                </a:cubicBezTo>
                <a:cubicBezTo>
                  <a:pt x="89661" y="11966"/>
                  <a:pt x="90518" y="15393"/>
                  <a:pt x="90518" y="19370"/>
                </a:cubicBezTo>
                <a:cubicBezTo>
                  <a:pt x="90518" y="23471"/>
                  <a:pt x="89463" y="27465"/>
                  <a:pt x="87351" y="31352"/>
                </a:cubicBezTo>
                <a:cubicBezTo>
                  <a:pt x="85240" y="35237"/>
                  <a:pt x="81858" y="39415"/>
                  <a:pt x="77206" y="43883"/>
                </a:cubicBezTo>
                <a:lnTo>
                  <a:pt x="63253" y="57561"/>
                </a:lnTo>
                <a:lnTo>
                  <a:pt x="91345" y="57561"/>
                </a:lnTo>
                <a:lnTo>
                  <a:pt x="91345" y="67935"/>
                </a:lnTo>
                <a:lnTo>
                  <a:pt x="49482" y="67935"/>
                </a:lnTo>
                <a:close/>
                <a:moveTo>
                  <a:pt x="124853" y="68853"/>
                </a:moveTo>
                <a:cubicBezTo>
                  <a:pt x="120508" y="68853"/>
                  <a:pt x="116744" y="68027"/>
                  <a:pt x="113561" y="66375"/>
                </a:cubicBezTo>
                <a:cubicBezTo>
                  <a:pt x="110379" y="64722"/>
                  <a:pt x="107915" y="62396"/>
                  <a:pt x="106171" y="59397"/>
                </a:cubicBezTo>
                <a:cubicBezTo>
                  <a:pt x="104426" y="56398"/>
                  <a:pt x="103554" y="52880"/>
                  <a:pt x="103554" y="48841"/>
                </a:cubicBezTo>
                <a:lnTo>
                  <a:pt x="103554" y="20013"/>
                </a:lnTo>
                <a:cubicBezTo>
                  <a:pt x="103554" y="15974"/>
                  <a:pt x="104426" y="12456"/>
                  <a:pt x="106171" y="9457"/>
                </a:cubicBezTo>
                <a:cubicBezTo>
                  <a:pt x="107915" y="6457"/>
                  <a:pt x="110379" y="4131"/>
                  <a:pt x="113561" y="2479"/>
                </a:cubicBezTo>
                <a:cubicBezTo>
                  <a:pt x="116744" y="826"/>
                  <a:pt x="120508" y="0"/>
                  <a:pt x="124853" y="0"/>
                </a:cubicBezTo>
                <a:cubicBezTo>
                  <a:pt x="129259" y="0"/>
                  <a:pt x="133038" y="826"/>
                  <a:pt x="136190" y="2479"/>
                </a:cubicBezTo>
                <a:cubicBezTo>
                  <a:pt x="139343" y="4131"/>
                  <a:pt x="141791" y="6457"/>
                  <a:pt x="143534" y="9457"/>
                </a:cubicBezTo>
                <a:cubicBezTo>
                  <a:pt x="145279" y="12456"/>
                  <a:pt x="146151" y="15974"/>
                  <a:pt x="146151" y="20013"/>
                </a:cubicBezTo>
                <a:lnTo>
                  <a:pt x="146151" y="48841"/>
                </a:lnTo>
                <a:cubicBezTo>
                  <a:pt x="146151" y="52880"/>
                  <a:pt x="145279" y="56398"/>
                  <a:pt x="143534" y="59397"/>
                </a:cubicBezTo>
                <a:cubicBezTo>
                  <a:pt x="141791" y="62396"/>
                  <a:pt x="139328" y="64722"/>
                  <a:pt x="136145" y="66375"/>
                </a:cubicBezTo>
                <a:cubicBezTo>
                  <a:pt x="132963" y="68027"/>
                  <a:pt x="129199" y="68853"/>
                  <a:pt x="124853" y="68853"/>
                </a:cubicBezTo>
                <a:moveTo>
                  <a:pt x="124853" y="58938"/>
                </a:moveTo>
                <a:cubicBezTo>
                  <a:pt x="128036" y="58938"/>
                  <a:pt x="130576" y="58020"/>
                  <a:pt x="132472" y="56184"/>
                </a:cubicBezTo>
                <a:cubicBezTo>
                  <a:pt x="134370" y="54348"/>
                  <a:pt x="135319" y="51900"/>
                  <a:pt x="135319" y="48841"/>
                </a:cubicBezTo>
                <a:lnTo>
                  <a:pt x="135319" y="20013"/>
                </a:lnTo>
                <a:cubicBezTo>
                  <a:pt x="135319" y="16953"/>
                  <a:pt x="134370" y="14505"/>
                  <a:pt x="132472" y="12669"/>
                </a:cubicBezTo>
                <a:cubicBezTo>
                  <a:pt x="130576" y="10833"/>
                  <a:pt x="128036" y="9915"/>
                  <a:pt x="124853" y="9915"/>
                </a:cubicBezTo>
                <a:cubicBezTo>
                  <a:pt x="121671" y="9915"/>
                  <a:pt x="119130" y="10833"/>
                  <a:pt x="117233" y="12669"/>
                </a:cubicBezTo>
                <a:cubicBezTo>
                  <a:pt x="115336" y="14505"/>
                  <a:pt x="114388" y="16953"/>
                  <a:pt x="114388" y="20013"/>
                </a:cubicBezTo>
                <a:lnTo>
                  <a:pt x="114388" y="48841"/>
                </a:lnTo>
                <a:cubicBezTo>
                  <a:pt x="114388" y="51900"/>
                  <a:pt x="115336" y="54348"/>
                  <a:pt x="117233" y="56184"/>
                </a:cubicBezTo>
                <a:cubicBezTo>
                  <a:pt x="119130" y="58020"/>
                  <a:pt x="121671" y="58938"/>
                  <a:pt x="124853" y="58938"/>
                </a:cubicBezTo>
                <a:moveTo>
                  <a:pt x="124853" y="40394"/>
                </a:moveTo>
                <a:cubicBezTo>
                  <a:pt x="123078" y="40394"/>
                  <a:pt x="121624" y="39812"/>
                  <a:pt x="120491" y="38650"/>
                </a:cubicBezTo>
                <a:cubicBezTo>
                  <a:pt x="119359" y="37487"/>
                  <a:pt x="118793" y="35988"/>
                  <a:pt x="118793" y="34152"/>
                </a:cubicBezTo>
                <a:cubicBezTo>
                  <a:pt x="118793" y="32316"/>
                  <a:pt x="119344" y="30847"/>
                  <a:pt x="120446" y="29745"/>
                </a:cubicBezTo>
                <a:cubicBezTo>
                  <a:pt x="121548" y="28643"/>
                  <a:pt x="123017" y="28092"/>
                  <a:pt x="124853" y="28092"/>
                </a:cubicBezTo>
                <a:cubicBezTo>
                  <a:pt x="126689" y="28092"/>
                  <a:pt x="128158" y="28643"/>
                  <a:pt x="129259" y="29745"/>
                </a:cubicBezTo>
                <a:cubicBezTo>
                  <a:pt x="130361" y="30847"/>
                  <a:pt x="130912" y="32316"/>
                  <a:pt x="130912" y="34152"/>
                </a:cubicBezTo>
                <a:cubicBezTo>
                  <a:pt x="130912" y="35988"/>
                  <a:pt x="130361" y="37487"/>
                  <a:pt x="129259" y="38650"/>
                </a:cubicBezTo>
                <a:cubicBezTo>
                  <a:pt x="128158" y="39812"/>
                  <a:pt x="126689" y="40394"/>
                  <a:pt x="124853" y="40394"/>
                </a:cubicBezTo>
                <a:close/>
              </a:path>
            </a:pathLst>
          </a:custGeom>
          <a:solidFill xmlns:a="http://schemas.openxmlformats.org/drawingml/2006/main">
            <a:srgbClr val="F8514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278862-D3F7-4651-90FC-66D22D48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3128" y="4713922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BAE4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E2A1C1-C101-4717-9B00-F9248744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3128" y="4772474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514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14AA60-D6C5-4B0A-AC1D-A7E6C127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3128" y="4825785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514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42D848-37F7-4D38-A215-FAD78769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5990" y="4713922"/>
            <a:ext cx="1218745" cy="58552"/>
          </a:xfrm>
          <a:custGeom xmlns:a="http://schemas.openxmlformats.org/drawingml/2006/main">
            <a:pathLst>
              <a:path w="1218745" h="58552">
                <a:moveTo>
                  <a:pt x="0" y="0"/>
                </a:moveTo>
                <a:lnTo>
                  <a:pt x="1218745" y="0"/>
                </a:lnTo>
                <a:lnTo>
                  <a:pt x="1218745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C8AF81-D62F-401D-9E9D-E3DB9FBD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5991" y="4772474"/>
            <a:ext cx="1218745" cy="58552"/>
          </a:xfrm>
          <a:custGeom xmlns:a="http://schemas.openxmlformats.org/drawingml/2006/main">
            <a:pathLst>
              <a:path w="1218745" h="58552">
                <a:moveTo>
                  <a:pt x="0" y="0"/>
                </a:moveTo>
                <a:lnTo>
                  <a:pt x="1218745" y="0"/>
                </a:lnTo>
                <a:lnTo>
                  <a:pt x="1218745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EE8A2D-C982-43C4-A996-3E06541C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5540" y="4825785"/>
            <a:ext cx="1218745" cy="58552"/>
          </a:xfrm>
          <a:custGeom xmlns:a="http://schemas.openxmlformats.org/drawingml/2006/main">
            <a:pathLst>
              <a:path w="1218745" h="58552">
                <a:moveTo>
                  <a:pt x="0" y="0"/>
                </a:moveTo>
                <a:lnTo>
                  <a:pt x="1218745" y="0"/>
                </a:lnTo>
                <a:lnTo>
                  <a:pt x="1218745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a462e5c684afa"/>
          <a:stretch xmlns:a="http://schemas.openxmlformats.org/drawingml/2006/main"/>
        </p:blipFill>
        <p:spPr>
          <a:xfrm xmlns:a="http://schemas.openxmlformats.org/drawingml/2006/main">
            <a:off x="5643214" y="4615674"/>
            <a:ext cx="1627388" cy="750661"/>
          </a:xfrm>
          <a:prstGeom xmlns:a="http://schemas.openxmlformats.org/drawingml/2006/main" prst="rect">
            <a:avLst/>
          </a:prstGeom>
        </p:spPr>
      </p:pic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F2FFDA-B332-4E01-B189-3F8BCBEC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5099" y="4692823"/>
            <a:ext cx="1403617" cy="527509"/>
          </a:xfrm>
          <a:custGeom xmlns:a="http://schemas.openxmlformats.org/drawingml/2006/main">
            <a:pathLst>
              <a:path w="1403617" h="527509">
                <a:moveTo>
                  <a:pt x="0" y="22335"/>
                </a:moveTo>
                <a:lnTo>
                  <a:pt x="0" y="22335"/>
                </a:lnTo>
                <a:cubicBezTo>
                  <a:pt x="0" y="10000"/>
                  <a:pt x="10000" y="0"/>
                  <a:pt x="22335" y="0"/>
                </a:cubicBezTo>
                <a:lnTo>
                  <a:pt x="1381283" y="0"/>
                </a:lnTo>
                <a:cubicBezTo>
                  <a:pt x="1387206" y="0"/>
                  <a:pt x="1392887" y="2353"/>
                  <a:pt x="1397075" y="6542"/>
                </a:cubicBezTo>
                <a:cubicBezTo>
                  <a:pt x="1401264" y="10730"/>
                  <a:pt x="1403617" y="16411"/>
                  <a:pt x="1403617" y="22335"/>
                </a:cubicBezTo>
                <a:lnTo>
                  <a:pt x="1403617" y="505174"/>
                </a:lnTo>
                <a:cubicBezTo>
                  <a:pt x="1403617" y="517509"/>
                  <a:pt x="1393618" y="527509"/>
                  <a:pt x="1381283" y="527509"/>
                </a:cubicBezTo>
                <a:lnTo>
                  <a:pt x="22335" y="527509"/>
                </a:lnTo>
                <a:cubicBezTo>
                  <a:pt x="10000" y="527509"/>
                  <a:pt x="0" y="517509"/>
                  <a:pt x="0" y="505174"/>
                </a:cubicBezTo>
                <a:lnTo>
                  <a:pt x="0" y="22335"/>
                </a:lnTo>
                <a:close/>
              </a:path>
            </a:pathLst>
          </a:custGeom>
          <a:solidFill xmlns:a="http://schemas.openxmlformats.org/drawingml/2006/main">
            <a:srgbClr val="F3F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863F3B-8A3C-4EBC-BFAC-E908A102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5099" y="4692823"/>
            <a:ext cx="1403617" cy="527509"/>
          </a:xfrm>
          <a:custGeom xmlns:a="http://schemas.openxmlformats.org/drawingml/2006/main">
            <a:pathLst>
              <a:path w="1403617" h="527509" fill="none">
                <a:moveTo>
                  <a:pt x="0" y="22335"/>
                </a:moveTo>
                <a:lnTo>
                  <a:pt x="0" y="22335"/>
                </a:lnTo>
                <a:cubicBezTo>
                  <a:pt x="0" y="10000"/>
                  <a:pt x="10000" y="0"/>
                  <a:pt x="22335" y="0"/>
                </a:cubicBezTo>
                <a:lnTo>
                  <a:pt x="1381283" y="0"/>
                </a:lnTo>
                <a:cubicBezTo>
                  <a:pt x="1387206" y="0"/>
                  <a:pt x="1392887" y="2353"/>
                  <a:pt x="1397075" y="6542"/>
                </a:cubicBezTo>
                <a:cubicBezTo>
                  <a:pt x="1401264" y="10730"/>
                  <a:pt x="1403617" y="16411"/>
                  <a:pt x="1403617" y="22335"/>
                </a:cubicBezTo>
                <a:lnTo>
                  <a:pt x="1403617" y="505174"/>
                </a:lnTo>
                <a:cubicBezTo>
                  <a:pt x="1403617" y="517509"/>
                  <a:pt x="1393618" y="527509"/>
                  <a:pt x="1381283" y="527509"/>
                </a:cubicBezTo>
                <a:lnTo>
                  <a:pt x="22335" y="527509"/>
                </a:lnTo>
                <a:cubicBezTo>
                  <a:pt x="10000" y="527509"/>
                  <a:pt x="0" y="517509"/>
                  <a:pt x="0" y="505174"/>
                </a:cubicBezTo>
                <a:lnTo>
                  <a:pt x="0" y="2233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213" cap="flat">
            <a:solidFill>
              <a:srgbClr val="666666"/>
            </a:solidFill>
            <a:round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477869-B519-4C33-B249-54B9409A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001" y="4712070"/>
            <a:ext cx="103145" cy="137526"/>
          </a:xfrm>
          <a:custGeom xmlns:a="http://schemas.openxmlformats.org/drawingml/2006/main">
            <a:pathLst>
              <a:path w="103145" h="137526">
                <a:moveTo>
                  <a:pt x="0" y="0"/>
                </a:moveTo>
                <a:lnTo>
                  <a:pt x="103145" y="0"/>
                </a:lnTo>
                <a:lnTo>
                  <a:pt x="103145" y="137526"/>
                </a:lnTo>
                <a:lnTo>
                  <a:pt x="0" y="1375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0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254f50715e4ee9"/>
          <a:stretch xmlns:a="http://schemas.openxmlformats.org/drawingml/2006/main"/>
        </p:blipFill>
        <p:spPr>
          <a:xfrm xmlns:a="http://schemas.openxmlformats.org/drawingml/2006/main">
            <a:off x="5779001" y="4712367"/>
            <a:ext cx="103145" cy="136933"/>
          </a:xfrm>
          <a:prstGeom xmlns:a="http://schemas.openxmlformats.org/drawingml/2006/main" prst="rect">
            <a:avLst/>
          </a:prstGeom>
        </p:spPr>
      </p:pic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3134B0-4493-4380-AAE2-D60E6AAC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7778" y="4530609"/>
            <a:ext cx="1049596" cy="500401"/>
          </a:xfrm>
          <a:custGeom xmlns:a="http://schemas.openxmlformats.org/drawingml/2006/main">
            <a:pathLst>
              <a:path w="1049596" h="500401">
                <a:moveTo>
                  <a:pt x="0" y="0"/>
                </a:moveTo>
                <a:lnTo>
                  <a:pt x="1049596" y="0"/>
                </a:lnTo>
                <a:lnTo>
                  <a:pt x="1049596" y="500401"/>
                </a:lnTo>
                <a:lnTo>
                  <a:pt x="0" y="5004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" name="Text Patch">
            <a:extLst xmlns:a="http://schemas.openxmlformats.org/drawingml/2006/main">
              <a:ext uri="{FF2B5EF4-FFF2-40B4-BE49-F238E27FC236}">
                <a16:creationId xmlns:a16="http://schemas.microsoft.com/office/drawing/2014/main" id="{62A6EF40-3105-4494-BEA6-8B76D8A2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299" y="4717200"/>
            <a:ext cx="392184" cy="101901"/>
          </a:xfrm>
          <a:custGeom xmlns:a="http://schemas.openxmlformats.org/drawingml/2006/main">
            <a:pathLst>
              <a:path w="392184" h="101901">
                <a:moveTo>
                  <a:pt x="33464" y="61967"/>
                </a:moveTo>
                <a:lnTo>
                  <a:pt x="34297" y="61960"/>
                </a:lnTo>
                <a:lnTo>
                  <a:pt x="35121" y="61940"/>
                </a:lnTo>
                <a:lnTo>
                  <a:pt x="35936" y="61907"/>
                </a:lnTo>
                <a:lnTo>
                  <a:pt x="36742" y="61860"/>
                </a:lnTo>
                <a:lnTo>
                  <a:pt x="37539" y="61800"/>
                </a:lnTo>
                <a:lnTo>
                  <a:pt x="38327" y="61726"/>
                </a:lnTo>
                <a:lnTo>
                  <a:pt x="39105" y="61639"/>
                </a:lnTo>
                <a:lnTo>
                  <a:pt x="39875" y="61539"/>
                </a:lnTo>
                <a:lnTo>
                  <a:pt x="40635" y="61425"/>
                </a:lnTo>
                <a:lnTo>
                  <a:pt x="41387" y="61298"/>
                </a:lnTo>
                <a:lnTo>
                  <a:pt x="42129" y="61157"/>
                </a:lnTo>
                <a:lnTo>
                  <a:pt x="42862" y="61003"/>
                </a:lnTo>
                <a:lnTo>
                  <a:pt x="43586" y="60836"/>
                </a:lnTo>
                <a:lnTo>
                  <a:pt x="44301" y="60655"/>
                </a:lnTo>
                <a:lnTo>
                  <a:pt x="45007" y="60461"/>
                </a:lnTo>
                <a:lnTo>
                  <a:pt x="45704" y="60253"/>
                </a:lnTo>
                <a:lnTo>
                  <a:pt x="46392" y="60032"/>
                </a:lnTo>
                <a:lnTo>
                  <a:pt x="47071" y="59798"/>
                </a:lnTo>
                <a:lnTo>
                  <a:pt x="47740" y="59550"/>
                </a:lnTo>
                <a:lnTo>
                  <a:pt x="48401" y="59289"/>
                </a:lnTo>
                <a:lnTo>
                  <a:pt x="49052" y="59015"/>
                </a:lnTo>
                <a:lnTo>
                  <a:pt x="49695" y="58727"/>
                </a:lnTo>
                <a:lnTo>
                  <a:pt x="50328" y="58426"/>
                </a:lnTo>
                <a:lnTo>
                  <a:pt x="50952" y="58111"/>
                </a:lnTo>
                <a:lnTo>
                  <a:pt x="51566" y="57784"/>
                </a:lnTo>
                <a:lnTo>
                  <a:pt x="52169" y="57447"/>
                </a:lnTo>
                <a:lnTo>
                  <a:pt x="52761" y="57098"/>
                </a:lnTo>
                <a:lnTo>
                  <a:pt x="53341" y="56738"/>
                </a:lnTo>
                <a:lnTo>
                  <a:pt x="53910" y="56367"/>
                </a:lnTo>
                <a:lnTo>
                  <a:pt x="54468" y="55985"/>
                </a:lnTo>
                <a:lnTo>
                  <a:pt x="55015" y="55593"/>
                </a:lnTo>
                <a:lnTo>
                  <a:pt x="55550" y="55189"/>
                </a:lnTo>
                <a:lnTo>
                  <a:pt x="56074" y="54774"/>
                </a:lnTo>
                <a:lnTo>
                  <a:pt x="56587" y="54348"/>
                </a:lnTo>
                <a:lnTo>
                  <a:pt x="57089" y="53912"/>
                </a:lnTo>
                <a:lnTo>
                  <a:pt x="57579" y="53464"/>
                </a:lnTo>
                <a:lnTo>
                  <a:pt x="58058" y="53005"/>
                </a:lnTo>
                <a:lnTo>
                  <a:pt x="58526" y="52535"/>
                </a:lnTo>
                <a:lnTo>
                  <a:pt x="58983" y="52055"/>
                </a:lnTo>
                <a:lnTo>
                  <a:pt x="59428" y="51563"/>
                </a:lnTo>
                <a:lnTo>
                  <a:pt x="59862" y="51060"/>
                </a:lnTo>
                <a:lnTo>
                  <a:pt x="60285" y="50546"/>
                </a:lnTo>
                <a:lnTo>
                  <a:pt x="60697" y="50022"/>
                </a:lnTo>
                <a:lnTo>
                  <a:pt x="61097" y="49486"/>
                </a:lnTo>
                <a:lnTo>
                  <a:pt x="61487" y="48939"/>
                </a:lnTo>
                <a:lnTo>
                  <a:pt x="61865" y="48382"/>
                </a:lnTo>
                <a:lnTo>
                  <a:pt x="62231" y="47813"/>
                </a:lnTo>
                <a:lnTo>
                  <a:pt x="62587" y="47233"/>
                </a:lnTo>
                <a:lnTo>
                  <a:pt x="62930" y="46644"/>
                </a:lnTo>
                <a:lnTo>
                  <a:pt x="63258" y="46047"/>
                </a:lnTo>
                <a:lnTo>
                  <a:pt x="63571" y="45443"/>
                </a:lnTo>
                <a:lnTo>
                  <a:pt x="63870" y="44831"/>
                </a:lnTo>
                <a:lnTo>
                  <a:pt x="64155" y="44211"/>
                </a:lnTo>
                <a:lnTo>
                  <a:pt x="64424" y="43583"/>
                </a:lnTo>
                <a:lnTo>
                  <a:pt x="64680" y="42948"/>
                </a:lnTo>
                <a:lnTo>
                  <a:pt x="64920" y="42306"/>
                </a:lnTo>
                <a:lnTo>
                  <a:pt x="65146" y="41655"/>
                </a:lnTo>
                <a:lnTo>
                  <a:pt x="65358" y="40997"/>
                </a:lnTo>
                <a:lnTo>
                  <a:pt x="65555" y="40332"/>
                </a:lnTo>
                <a:lnTo>
                  <a:pt x="65737" y="39658"/>
                </a:lnTo>
                <a:lnTo>
                  <a:pt x="65905" y="38977"/>
                </a:lnTo>
                <a:lnTo>
                  <a:pt x="66058" y="38289"/>
                </a:lnTo>
                <a:lnTo>
                  <a:pt x="66196" y="37593"/>
                </a:lnTo>
                <a:lnTo>
                  <a:pt x="66320" y="36889"/>
                </a:lnTo>
                <a:lnTo>
                  <a:pt x="66430" y="36177"/>
                </a:lnTo>
                <a:lnTo>
                  <a:pt x="66525" y="35458"/>
                </a:lnTo>
                <a:lnTo>
                  <a:pt x="66605" y="34731"/>
                </a:lnTo>
                <a:lnTo>
                  <a:pt x="66670" y="33997"/>
                </a:lnTo>
                <a:lnTo>
                  <a:pt x="66721" y="33255"/>
                </a:lnTo>
                <a:lnTo>
                  <a:pt x="66758" y="32505"/>
                </a:lnTo>
                <a:lnTo>
                  <a:pt x="66780" y="31747"/>
                </a:lnTo>
                <a:lnTo>
                  <a:pt x="66787" y="30982"/>
                </a:lnTo>
                <a:lnTo>
                  <a:pt x="66780" y="30206"/>
                </a:lnTo>
                <a:lnTo>
                  <a:pt x="66758" y="29439"/>
                </a:lnTo>
                <a:lnTo>
                  <a:pt x="66723" y="28679"/>
                </a:lnTo>
                <a:lnTo>
                  <a:pt x="66672" y="27928"/>
                </a:lnTo>
                <a:lnTo>
                  <a:pt x="66608" y="27186"/>
                </a:lnTo>
                <a:lnTo>
                  <a:pt x="66529" y="26452"/>
                </a:lnTo>
                <a:lnTo>
                  <a:pt x="66436" y="25726"/>
                </a:lnTo>
                <a:lnTo>
                  <a:pt x="66328" y="25008"/>
                </a:lnTo>
                <a:lnTo>
                  <a:pt x="66206" y="24299"/>
                </a:lnTo>
                <a:lnTo>
                  <a:pt x="66070" y="23598"/>
                </a:lnTo>
                <a:lnTo>
                  <a:pt x="65919" y="22906"/>
                </a:lnTo>
                <a:lnTo>
                  <a:pt x="65754" y="22222"/>
                </a:lnTo>
                <a:lnTo>
                  <a:pt x="65575" y="21546"/>
                </a:lnTo>
                <a:lnTo>
                  <a:pt x="65381" y="20879"/>
                </a:lnTo>
                <a:lnTo>
                  <a:pt x="65173" y="20220"/>
                </a:lnTo>
                <a:lnTo>
                  <a:pt x="64951" y="19570"/>
                </a:lnTo>
                <a:lnTo>
                  <a:pt x="64714" y="18927"/>
                </a:lnTo>
                <a:lnTo>
                  <a:pt x="64463" y="18294"/>
                </a:lnTo>
                <a:lnTo>
                  <a:pt x="64198" y="17668"/>
                </a:lnTo>
                <a:lnTo>
                  <a:pt x="63918" y="17051"/>
                </a:lnTo>
                <a:lnTo>
                  <a:pt x="63624" y="16442"/>
                </a:lnTo>
                <a:lnTo>
                  <a:pt x="63316" y="15842"/>
                </a:lnTo>
                <a:lnTo>
                  <a:pt x="62993" y="15250"/>
                </a:lnTo>
                <a:lnTo>
                  <a:pt x="62656" y="14666"/>
                </a:lnTo>
                <a:lnTo>
                  <a:pt x="62306" y="14092"/>
                </a:lnTo>
                <a:lnTo>
                  <a:pt x="61944" y="13529"/>
                </a:lnTo>
                <a:lnTo>
                  <a:pt x="61571" y="12976"/>
                </a:lnTo>
                <a:lnTo>
                  <a:pt x="61185" y="12434"/>
                </a:lnTo>
                <a:lnTo>
                  <a:pt x="60788" y="11903"/>
                </a:lnTo>
                <a:lnTo>
                  <a:pt x="60380" y="11383"/>
                </a:lnTo>
                <a:lnTo>
                  <a:pt x="59959" y="10873"/>
                </a:lnTo>
                <a:lnTo>
                  <a:pt x="59527" y="10374"/>
                </a:lnTo>
                <a:lnTo>
                  <a:pt x="59083" y="9886"/>
                </a:lnTo>
                <a:lnTo>
                  <a:pt x="58628" y="9409"/>
                </a:lnTo>
                <a:lnTo>
                  <a:pt x="58160" y="8942"/>
                </a:lnTo>
                <a:lnTo>
                  <a:pt x="57681" y="8486"/>
                </a:lnTo>
                <a:lnTo>
                  <a:pt x="57191" y="8041"/>
                </a:lnTo>
                <a:lnTo>
                  <a:pt x="56688" y="7607"/>
                </a:lnTo>
                <a:lnTo>
                  <a:pt x="56174" y="7183"/>
                </a:lnTo>
                <a:lnTo>
                  <a:pt x="55648" y="6771"/>
                </a:lnTo>
                <a:lnTo>
                  <a:pt x="55111" y="6369"/>
                </a:lnTo>
                <a:lnTo>
                  <a:pt x="54561" y="5977"/>
                </a:lnTo>
                <a:lnTo>
                  <a:pt x="54000" y="5597"/>
                </a:lnTo>
                <a:lnTo>
                  <a:pt x="53428" y="5227"/>
                </a:lnTo>
                <a:lnTo>
                  <a:pt x="52843" y="4868"/>
                </a:lnTo>
                <a:lnTo>
                  <a:pt x="52247" y="4520"/>
                </a:lnTo>
                <a:lnTo>
                  <a:pt x="51639" y="4182"/>
                </a:lnTo>
                <a:lnTo>
                  <a:pt x="51020" y="3856"/>
                </a:lnTo>
                <a:lnTo>
                  <a:pt x="50390" y="3541"/>
                </a:lnTo>
                <a:lnTo>
                  <a:pt x="49751" y="3240"/>
                </a:lnTo>
                <a:lnTo>
                  <a:pt x="49104" y="2952"/>
                </a:lnTo>
                <a:lnTo>
                  <a:pt x="48448" y="2678"/>
                </a:lnTo>
                <a:lnTo>
                  <a:pt x="47783" y="2417"/>
                </a:lnTo>
                <a:lnTo>
                  <a:pt x="47109" y="2169"/>
                </a:lnTo>
                <a:lnTo>
                  <a:pt x="46426" y="1935"/>
                </a:lnTo>
                <a:lnTo>
                  <a:pt x="45734" y="1714"/>
                </a:lnTo>
                <a:lnTo>
                  <a:pt x="45034" y="1506"/>
                </a:lnTo>
                <a:lnTo>
                  <a:pt x="44324" y="1312"/>
                </a:lnTo>
                <a:lnTo>
                  <a:pt x="43606" y="1131"/>
                </a:lnTo>
                <a:lnTo>
                  <a:pt x="42879" y="964"/>
                </a:lnTo>
                <a:lnTo>
                  <a:pt x="42143" y="810"/>
                </a:lnTo>
                <a:lnTo>
                  <a:pt x="41398" y="669"/>
                </a:lnTo>
                <a:lnTo>
                  <a:pt x="40645" y="542"/>
                </a:lnTo>
                <a:lnTo>
                  <a:pt x="39882" y="428"/>
                </a:lnTo>
                <a:lnTo>
                  <a:pt x="39111" y="328"/>
                </a:lnTo>
                <a:lnTo>
                  <a:pt x="38331" y="241"/>
                </a:lnTo>
                <a:lnTo>
                  <a:pt x="37542" y="167"/>
                </a:lnTo>
                <a:lnTo>
                  <a:pt x="36744" y="107"/>
                </a:lnTo>
                <a:lnTo>
                  <a:pt x="35937" y="60"/>
                </a:lnTo>
                <a:lnTo>
                  <a:pt x="35122" y="27"/>
                </a:lnTo>
                <a:lnTo>
                  <a:pt x="34297" y="7"/>
                </a:lnTo>
                <a:lnTo>
                  <a:pt x="33464" y="0"/>
                </a:lnTo>
                <a:lnTo>
                  <a:pt x="0" y="0"/>
                </a:lnTo>
                <a:lnTo>
                  <a:pt x="0" y="100524"/>
                </a:lnTo>
                <a:lnTo>
                  <a:pt x="17213" y="100524"/>
                </a:lnTo>
                <a:lnTo>
                  <a:pt x="17213" y="61967"/>
                </a:lnTo>
                <a:lnTo>
                  <a:pt x="33464" y="61967"/>
                </a:lnTo>
                <a:close/>
                <a:moveTo>
                  <a:pt x="34056" y="15567"/>
                </a:moveTo>
                <a:lnTo>
                  <a:pt x="34637" y="15588"/>
                </a:lnTo>
                <a:lnTo>
                  <a:pt x="35210" y="15624"/>
                </a:lnTo>
                <a:lnTo>
                  <a:pt x="35772" y="15674"/>
                </a:lnTo>
                <a:lnTo>
                  <a:pt x="36324" y="15739"/>
                </a:lnTo>
                <a:lnTo>
                  <a:pt x="36867" y="15818"/>
                </a:lnTo>
                <a:lnTo>
                  <a:pt x="37400" y="15911"/>
                </a:lnTo>
                <a:lnTo>
                  <a:pt x="37923" y="16018"/>
                </a:lnTo>
                <a:lnTo>
                  <a:pt x="38436" y="16140"/>
                </a:lnTo>
                <a:lnTo>
                  <a:pt x="38940" y="16277"/>
                </a:lnTo>
                <a:lnTo>
                  <a:pt x="39433" y="16427"/>
                </a:lnTo>
                <a:lnTo>
                  <a:pt x="39917" y="16592"/>
                </a:lnTo>
                <a:lnTo>
                  <a:pt x="40391" y="16772"/>
                </a:lnTo>
                <a:lnTo>
                  <a:pt x="40856" y="16965"/>
                </a:lnTo>
                <a:lnTo>
                  <a:pt x="41310" y="17173"/>
                </a:lnTo>
                <a:lnTo>
                  <a:pt x="41755" y="17395"/>
                </a:lnTo>
                <a:lnTo>
                  <a:pt x="42190" y="17632"/>
                </a:lnTo>
                <a:lnTo>
                  <a:pt x="42615" y="17883"/>
                </a:lnTo>
                <a:lnTo>
                  <a:pt x="43030" y="18149"/>
                </a:lnTo>
                <a:lnTo>
                  <a:pt x="43436" y="18428"/>
                </a:lnTo>
                <a:lnTo>
                  <a:pt x="43831" y="18722"/>
                </a:lnTo>
                <a:lnTo>
                  <a:pt x="44217" y="19031"/>
                </a:lnTo>
                <a:lnTo>
                  <a:pt x="44593" y="19353"/>
                </a:lnTo>
                <a:lnTo>
                  <a:pt x="44960" y="19690"/>
                </a:lnTo>
                <a:lnTo>
                  <a:pt x="45314" y="20040"/>
                </a:lnTo>
                <a:lnTo>
                  <a:pt x="45653" y="20400"/>
                </a:lnTo>
                <a:lnTo>
                  <a:pt x="45977" y="20771"/>
                </a:lnTo>
                <a:lnTo>
                  <a:pt x="46286" y="21152"/>
                </a:lnTo>
                <a:lnTo>
                  <a:pt x="46579" y="21543"/>
                </a:lnTo>
                <a:lnTo>
                  <a:pt x="46858" y="21945"/>
                </a:lnTo>
                <a:lnTo>
                  <a:pt x="47122" y="22358"/>
                </a:lnTo>
                <a:lnTo>
                  <a:pt x="47370" y="22781"/>
                </a:lnTo>
                <a:lnTo>
                  <a:pt x="47604" y="23215"/>
                </a:lnTo>
                <a:lnTo>
                  <a:pt x="47822" y="23659"/>
                </a:lnTo>
                <a:lnTo>
                  <a:pt x="48026" y="24114"/>
                </a:lnTo>
                <a:lnTo>
                  <a:pt x="48214" y="24579"/>
                </a:lnTo>
                <a:lnTo>
                  <a:pt x="48387" y="25055"/>
                </a:lnTo>
                <a:lnTo>
                  <a:pt x="48545" y="25541"/>
                </a:lnTo>
                <a:lnTo>
                  <a:pt x="48689" y="26038"/>
                </a:lnTo>
                <a:lnTo>
                  <a:pt x="48817" y="26545"/>
                </a:lnTo>
                <a:lnTo>
                  <a:pt x="48930" y="27063"/>
                </a:lnTo>
                <a:lnTo>
                  <a:pt x="49028" y="27591"/>
                </a:lnTo>
                <a:lnTo>
                  <a:pt x="49110" y="28130"/>
                </a:lnTo>
                <a:lnTo>
                  <a:pt x="49178" y="28680"/>
                </a:lnTo>
                <a:lnTo>
                  <a:pt x="49231" y="29240"/>
                </a:lnTo>
                <a:lnTo>
                  <a:pt x="49269" y="29810"/>
                </a:lnTo>
                <a:lnTo>
                  <a:pt x="49291" y="30391"/>
                </a:lnTo>
                <a:lnTo>
                  <a:pt x="49299" y="30982"/>
                </a:lnTo>
                <a:lnTo>
                  <a:pt x="49291" y="31563"/>
                </a:lnTo>
                <a:lnTo>
                  <a:pt x="49269" y="32134"/>
                </a:lnTo>
                <a:lnTo>
                  <a:pt x="49231" y="32694"/>
                </a:lnTo>
                <a:lnTo>
                  <a:pt x="49178" y="33245"/>
                </a:lnTo>
                <a:lnTo>
                  <a:pt x="49110" y="33787"/>
                </a:lnTo>
                <a:lnTo>
                  <a:pt x="49028" y="34318"/>
                </a:lnTo>
                <a:lnTo>
                  <a:pt x="48930" y="34840"/>
                </a:lnTo>
                <a:lnTo>
                  <a:pt x="48817" y="35352"/>
                </a:lnTo>
                <a:lnTo>
                  <a:pt x="48689" y="35854"/>
                </a:lnTo>
                <a:lnTo>
                  <a:pt x="48545" y="36346"/>
                </a:lnTo>
                <a:lnTo>
                  <a:pt x="48387" y="36828"/>
                </a:lnTo>
                <a:lnTo>
                  <a:pt x="48214" y="37301"/>
                </a:lnTo>
                <a:lnTo>
                  <a:pt x="48026" y="37764"/>
                </a:lnTo>
                <a:lnTo>
                  <a:pt x="47822" y="38217"/>
                </a:lnTo>
                <a:lnTo>
                  <a:pt x="47604" y="38660"/>
                </a:lnTo>
                <a:lnTo>
                  <a:pt x="47370" y="39093"/>
                </a:lnTo>
                <a:lnTo>
                  <a:pt x="47122" y="39517"/>
                </a:lnTo>
                <a:lnTo>
                  <a:pt x="46858" y="39930"/>
                </a:lnTo>
                <a:lnTo>
                  <a:pt x="46579" y="40334"/>
                </a:lnTo>
                <a:lnTo>
                  <a:pt x="46286" y="40729"/>
                </a:lnTo>
                <a:lnTo>
                  <a:pt x="45977" y="41113"/>
                </a:lnTo>
                <a:lnTo>
                  <a:pt x="45653" y="41487"/>
                </a:lnTo>
                <a:lnTo>
                  <a:pt x="45314" y="41852"/>
                </a:lnTo>
                <a:lnTo>
                  <a:pt x="44960" y="42207"/>
                </a:lnTo>
                <a:lnTo>
                  <a:pt x="44593" y="42550"/>
                </a:lnTo>
                <a:lnTo>
                  <a:pt x="44217" y="42878"/>
                </a:lnTo>
                <a:lnTo>
                  <a:pt x="43831" y="43191"/>
                </a:lnTo>
                <a:lnTo>
                  <a:pt x="43436" y="43490"/>
                </a:lnTo>
                <a:lnTo>
                  <a:pt x="43030" y="43774"/>
                </a:lnTo>
                <a:lnTo>
                  <a:pt x="42615" y="44044"/>
                </a:lnTo>
                <a:lnTo>
                  <a:pt x="42190" y="44299"/>
                </a:lnTo>
                <a:lnTo>
                  <a:pt x="41755" y="44539"/>
                </a:lnTo>
                <a:lnTo>
                  <a:pt x="41310" y="44765"/>
                </a:lnTo>
                <a:lnTo>
                  <a:pt x="40856" y="44977"/>
                </a:lnTo>
                <a:lnTo>
                  <a:pt x="40391" y="45174"/>
                </a:lnTo>
                <a:lnTo>
                  <a:pt x="39917" y="45356"/>
                </a:lnTo>
                <a:lnTo>
                  <a:pt x="39433" y="45523"/>
                </a:lnTo>
                <a:lnTo>
                  <a:pt x="38940" y="45676"/>
                </a:lnTo>
                <a:lnTo>
                  <a:pt x="38436" y="45815"/>
                </a:lnTo>
                <a:lnTo>
                  <a:pt x="37923" y="45939"/>
                </a:lnTo>
                <a:lnTo>
                  <a:pt x="37400" y="46048"/>
                </a:lnTo>
                <a:lnTo>
                  <a:pt x="36867" y="46143"/>
                </a:lnTo>
                <a:lnTo>
                  <a:pt x="36324" y="46223"/>
                </a:lnTo>
                <a:lnTo>
                  <a:pt x="35772" y="46289"/>
                </a:lnTo>
                <a:lnTo>
                  <a:pt x="35210" y="46340"/>
                </a:lnTo>
                <a:lnTo>
                  <a:pt x="34637" y="46376"/>
                </a:lnTo>
                <a:lnTo>
                  <a:pt x="34056" y="46398"/>
                </a:lnTo>
                <a:lnTo>
                  <a:pt x="33464" y="46405"/>
                </a:lnTo>
                <a:lnTo>
                  <a:pt x="17213" y="46405"/>
                </a:lnTo>
                <a:lnTo>
                  <a:pt x="17213" y="15559"/>
                </a:lnTo>
                <a:lnTo>
                  <a:pt x="33464" y="15559"/>
                </a:lnTo>
                <a:lnTo>
                  <a:pt x="34056" y="15567"/>
                </a:lnTo>
                <a:close/>
                <a:moveTo>
                  <a:pt x="347706" y="0"/>
                </a:moveTo>
                <a:lnTo>
                  <a:pt x="330493" y="0"/>
                </a:lnTo>
                <a:lnTo>
                  <a:pt x="330493" y="100524"/>
                </a:lnTo>
                <a:lnTo>
                  <a:pt x="347706" y="100524"/>
                </a:lnTo>
                <a:lnTo>
                  <a:pt x="347706" y="53154"/>
                </a:lnTo>
                <a:lnTo>
                  <a:pt x="347712" y="52563"/>
                </a:lnTo>
                <a:lnTo>
                  <a:pt x="347731" y="51984"/>
                </a:lnTo>
                <a:lnTo>
                  <a:pt x="347763" y="51416"/>
                </a:lnTo>
                <a:lnTo>
                  <a:pt x="347807" y="50859"/>
                </a:lnTo>
                <a:lnTo>
                  <a:pt x="347864" y="50314"/>
                </a:lnTo>
                <a:lnTo>
                  <a:pt x="347934" y="49781"/>
                </a:lnTo>
                <a:lnTo>
                  <a:pt x="348016" y="49258"/>
                </a:lnTo>
                <a:lnTo>
                  <a:pt x="348111" y="48748"/>
                </a:lnTo>
                <a:lnTo>
                  <a:pt x="348219" y="48249"/>
                </a:lnTo>
                <a:lnTo>
                  <a:pt x="348340" y="47761"/>
                </a:lnTo>
                <a:lnTo>
                  <a:pt x="348473" y="47285"/>
                </a:lnTo>
                <a:lnTo>
                  <a:pt x="348618" y="46820"/>
                </a:lnTo>
                <a:lnTo>
                  <a:pt x="348777" y="46366"/>
                </a:lnTo>
                <a:lnTo>
                  <a:pt x="348948" y="45925"/>
                </a:lnTo>
                <a:lnTo>
                  <a:pt x="349132" y="45494"/>
                </a:lnTo>
                <a:lnTo>
                  <a:pt x="349328" y="45075"/>
                </a:lnTo>
                <a:lnTo>
                  <a:pt x="349537" y="44668"/>
                </a:lnTo>
                <a:lnTo>
                  <a:pt x="349759" y="44272"/>
                </a:lnTo>
                <a:lnTo>
                  <a:pt x="349993" y="43888"/>
                </a:lnTo>
                <a:lnTo>
                  <a:pt x="350240" y="43515"/>
                </a:lnTo>
                <a:lnTo>
                  <a:pt x="350500" y="43153"/>
                </a:lnTo>
                <a:lnTo>
                  <a:pt x="350773" y="42803"/>
                </a:lnTo>
                <a:lnTo>
                  <a:pt x="351058" y="42465"/>
                </a:lnTo>
                <a:lnTo>
                  <a:pt x="351356" y="42138"/>
                </a:lnTo>
                <a:lnTo>
                  <a:pt x="351665" y="41823"/>
                </a:lnTo>
                <a:lnTo>
                  <a:pt x="351983" y="41522"/>
                </a:lnTo>
                <a:lnTo>
                  <a:pt x="352310" y="41234"/>
                </a:lnTo>
                <a:lnTo>
                  <a:pt x="352647" y="40960"/>
                </a:lnTo>
                <a:lnTo>
                  <a:pt x="352993" y="40699"/>
                </a:lnTo>
                <a:lnTo>
                  <a:pt x="353348" y="40451"/>
                </a:lnTo>
                <a:lnTo>
                  <a:pt x="353713" y="40217"/>
                </a:lnTo>
                <a:lnTo>
                  <a:pt x="354087" y="39996"/>
                </a:lnTo>
                <a:lnTo>
                  <a:pt x="354470" y="39788"/>
                </a:lnTo>
                <a:lnTo>
                  <a:pt x="354863" y="39594"/>
                </a:lnTo>
                <a:lnTo>
                  <a:pt x="355265" y="39413"/>
                </a:lnTo>
                <a:lnTo>
                  <a:pt x="355676" y="39246"/>
                </a:lnTo>
                <a:lnTo>
                  <a:pt x="356097" y="39092"/>
                </a:lnTo>
                <a:lnTo>
                  <a:pt x="356527" y="38951"/>
                </a:lnTo>
                <a:lnTo>
                  <a:pt x="356966" y="38824"/>
                </a:lnTo>
                <a:lnTo>
                  <a:pt x="357415" y="38710"/>
                </a:lnTo>
                <a:lnTo>
                  <a:pt x="357873" y="38610"/>
                </a:lnTo>
                <a:lnTo>
                  <a:pt x="358340" y="38523"/>
                </a:lnTo>
                <a:lnTo>
                  <a:pt x="358816" y="38449"/>
                </a:lnTo>
                <a:lnTo>
                  <a:pt x="359302" y="38389"/>
                </a:lnTo>
                <a:lnTo>
                  <a:pt x="359797" y="38342"/>
                </a:lnTo>
                <a:lnTo>
                  <a:pt x="360302" y="38309"/>
                </a:lnTo>
                <a:lnTo>
                  <a:pt x="360815" y="38289"/>
                </a:lnTo>
                <a:lnTo>
                  <a:pt x="361339" y="38282"/>
                </a:lnTo>
                <a:lnTo>
                  <a:pt x="361873" y="38288"/>
                </a:lnTo>
                <a:lnTo>
                  <a:pt x="362397" y="38308"/>
                </a:lnTo>
                <a:lnTo>
                  <a:pt x="362912" y="38340"/>
                </a:lnTo>
                <a:lnTo>
                  <a:pt x="363416" y="38385"/>
                </a:lnTo>
                <a:lnTo>
                  <a:pt x="363910" y="38443"/>
                </a:lnTo>
                <a:lnTo>
                  <a:pt x="364395" y="38514"/>
                </a:lnTo>
                <a:lnTo>
                  <a:pt x="364869" y="38598"/>
                </a:lnTo>
                <a:lnTo>
                  <a:pt x="365333" y="38695"/>
                </a:lnTo>
                <a:lnTo>
                  <a:pt x="365787" y="38805"/>
                </a:lnTo>
                <a:lnTo>
                  <a:pt x="366231" y="38928"/>
                </a:lnTo>
                <a:lnTo>
                  <a:pt x="366665" y="39063"/>
                </a:lnTo>
                <a:lnTo>
                  <a:pt x="367089" y="39212"/>
                </a:lnTo>
                <a:lnTo>
                  <a:pt x="367502" y="39373"/>
                </a:lnTo>
                <a:lnTo>
                  <a:pt x="367906" y="39548"/>
                </a:lnTo>
                <a:lnTo>
                  <a:pt x="368300" y="39735"/>
                </a:lnTo>
                <a:lnTo>
                  <a:pt x="368683" y="39935"/>
                </a:lnTo>
                <a:lnTo>
                  <a:pt x="369057" y="40148"/>
                </a:lnTo>
                <a:lnTo>
                  <a:pt x="369421" y="40374"/>
                </a:lnTo>
                <a:lnTo>
                  <a:pt x="369774" y="40613"/>
                </a:lnTo>
                <a:lnTo>
                  <a:pt x="370118" y="40865"/>
                </a:lnTo>
                <a:lnTo>
                  <a:pt x="370451" y="41130"/>
                </a:lnTo>
                <a:lnTo>
                  <a:pt x="370774" y="41407"/>
                </a:lnTo>
                <a:lnTo>
                  <a:pt x="371088" y="41698"/>
                </a:lnTo>
                <a:lnTo>
                  <a:pt x="371391" y="42001"/>
                </a:lnTo>
                <a:lnTo>
                  <a:pt x="371683" y="42316"/>
                </a:lnTo>
                <a:lnTo>
                  <a:pt x="371963" y="42643"/>
                </a:lnTo>
                <a:lnTo>
                  <a:pt x="372230" y="42980"/>
                </a:lnTo>
                <a:lnTo>
                  <a:pt x="372485" y="43328"/>
                </a:lnTo>
                <a:lnTo>
                  <a:pt x="372727" y="43687"/>
                </a:lnTo>
                <a:lnTo>
                  <a:pt x="372957" y="44058"/>
                </a:lnTo>
                <a:lnTo>
                  <a:pt x="373175" y="44439"/>
                </a:lnTo>
                <a:lnTo>
                  <a:pt x="373380" y="44831"/>
                </a:lnTo>
                <a:lnTo>
                  <a:pt x="373573" y="45234"/>
                </a:lnTo>
                <a:lnTo>
                  <a:pt x="373753" y="45648"/>
                </a:lnTo>
                <a:lnTo>
                  <a:pt x="373921" y="46074"/>
                </a:lnTo>
                <a:lnTo>
                  <a:pt x="374076" y="46510"/>
                </a:lnTo>
                <a:lnTo>
                  <a:pt x="374219" y="46957"/>
                </a:lnTo>
                <a:lnTo>
                  <a:pt x="374350" y="47415"/>
                </a:lnTo>
                <a:lnTo>
                  <a:pt x="374468" y="47884"/>
                </a:lnTo>
                <a:lnTo>
                  <a:pt x="374573" y="48365"/>
                </a:lnTo>
                <a:lnTo>
                  <a:pt x="374667" y="48856"/>
                </a:lnTo>
                <a:lnTo>
                  <a:pt x="374747" y="49358"/>
                </a:lnTo>
                <a:lnTo>
                  <a:pt x="374816" y="49871"/>
                </a:lnTo>
                <a:lnTo>
                  <a:pt x="374872" y="50395"/>
                </a:lnTo>
                <a:lnTo>
                  <a:pt x="374915" y="50930"/>
                </a:lnTo>
                <a:lnTo>
                  <a:pt x="374946" y="51477"/>
                </a:lnTo>
                <a:lnTo>
                  <a:pt x="374965" y="52034"/>
                </a:lnTo>
                <a:lnTo>
                  <a:pt x="374971" y="52602"/>
                </a:lnTo>
                <a:lnTo>
                  <a:pt x="374971" y="100524"/>
                </a:lnTo>
                <a:lnTo>
                  <a:pt x="392184" y="100524"/>
                </a:lnTo>
                <a:lnTo>
                  <a:pt x="392184" y="50814"/>
                </a:lnTo>
                <a:lnTo>
                  <a:pt x="392173" y="49778"/>
                </a:lnTo>
                <a:lnTo>
                  <a:pt x="392138" y="48760"/>
                </a:lnTo>
                <a:lnTo>
                  <a:pt x="392080" y="47760"/>
                </a:lnTo>
                <a:lnTo>
                  <a:pt x="391999" y="46778"/>
                </a:lnTo>
                <a:lnTo>
                  <a:pt x="391894" y="45813"/>
                </a:lnTo>
                <a:lnTo>
                  <a:pt x="391767" y="44866"/>
                </a:lnTo>
                <a:lnTo>
                  <a:pt x="391616" y="43937"/>
                </a:lnTo>
                <a:lnTo>
                  <a:pt x="391442" y="43025"/>
                </a:lnTo>
                <a:lnTo>
                  <a:pt x="391245" y="42131"/>
                </a:lnTo>
                <a:lnTo>
                  <a:pt x="391025" y="41255"/>
                </a:lnTo>
                <a:lnTo>
                  <a:pt x="390781" y="40397"/>
                </a:lnTo>
                <a:lnTo>
                  <a:pt x="390514" y="39556"/>
                </a:lnTo>
                <a:lnTo>
                  <a:pt x="390225" y="38733"/>
                </a:lnTo>
                <a:lnTo>
                  <a:pt x="389911" y="37927"/>
                </a:lnTo>
                <a:lnTo>
                  <a:pt x="389575" y="37140"/>
                </a:lnTo>
                <a:lnTo>
                  <a:pt x="389216" y="36369"/>
                </a:lnTo>
                <a:lnTo>
                  <a:pt x="388833" y="35617"/>
                </a:lnTo>
                <a:lnTo>
                  <a:pt x="388427" y="34882"/>
                </a:lnTo>
                <a:lnTo>
                  <a:pt x="387998" y="34165"/>
                </a:lnTo>
                <a:lnTo>
                  <a:pt x="387546" y="33466"/>
                </a:lnTo>
                <a:lnTo>
                  <a:pt x="387070" y="32784"/>
                </a:lnTo>
                <a:lnTo>
                  <a:pt x="386572" y="32121"/>
                </a:lnTo>
                <a:lnTo>
                  <a:pt x="386050" y="31474"/>
                </a:lnTo>
                <a:lnTo>
                  <a:pt x="385505" y="30846"/>
                </a:lnTo>
                <a:lnTo>
                  <a:pt x="384940" y="30239"/>
                </a:lnTo>
                <a:lnTo>
                  <a:pt x="384361" y="29658"/>
                </a:lnTo>
                <a:lnTo>
                  <a:pt x="383765" y="29103"/>
                </a:lnTo>
                <a:lnTo>
                  <a:pt x="383154" y="28574"/>
                </a:lnTo>
                <a:lnTo>
                  <a:pt x="382528" y="28070"/>
                </a:lnTo>
                <a:lnTo>
                  <a:pt x="381886" y="27592"/>
                </a:lnTo>
                <a:lnTo>
                  <a:pt x="381229" y="27141"/>
                </a:lnTo>
                <a:lnTo>
                  <a:pt x="380556" y="26715"/>
                </a:lnTo>
                <a:lnTo>
                  <a:pt x="379867" y="26314"/>
                </a:lnTo>
                <a:lnTo>
                  <a:pt x="379163" y="25940"/>
                </a:lnTo>
                <a:lnTo>
                  <a:pt x="378443" y="25591"/>
                </a:lnTo>
                <a:lnTo>
                  <a:pt x="377708" y="25269"/>
                </a:lnTo>
                <a:lnTo>
                  <a:pt x="376957" y="24972"/>
                </a:lnTo>
                <a:lnTo>
                  <a:pt x="376191" y="24701"/>
                </a:lnTo>
                <a:lnTo>
                  <a:pt x="375409" y="24455"/>
                </a:lnTo>
                <a:lnTo>
                  <a:pt x="374612" y="24236"/>
                </a:lnTo>
                <a:lnTo>
                  <a:pt x="373799" y="24042"/>
                </a:lnTo>
                <a:lnTo>
                  <a:pt x="372971" y="23874"/>
                </a:lnTo>
                <a:lnTo>
                  <a:pt x="372127" y="23732"/>
                </a:lnTo>
                <a:lnTo>
                  <a:pt x="371267" y="23616"/>
                </a:lnTo>
                <a:lnTo>
                  <a:pt x="370392" y="23526"/>
                </a:lnTo>
                <a:lnTo>
                  <a:pt x="369502" y="23461"/>
                </a:lnTo>
                <a:lnTo>
                  <a:pt x="368595" y="23423"/>
                </a:lnTo>
                <a:lnTo>
                  <a:pt x="367674" y="23410"/>
                </a:lnTo>
                <a:lnTo>
                  <a:pt x="366889" y="23419"/>
                </a:lnTo>
                <a:lnTo>
                  <a:pt x="366118" y="23446"/>
                </a:lnTo>
                <a:lnTo>
                  <a:pt x="365362" y="23491"/>
                </a:lnTo>
                <a:lnTo>
                  <a:pt x="364619" y="23555"/>
                </a:lnTo>
                <a:lnTo>
                  <a:pt x="363891" y="23637"/>
                </a:lnTo>
                <a:lnTo>
                  <a:pt x="363177" y="23737"/>
                </a:lnTo>
                <a:lnTo>
                  <a:pt x="362477" y="23855"/>
                </a:lnTo>
                <a:lnTo>
                  <a:pt x="361791" y="23991"/>
                </a:lnTo>
                <a:lnTo>
                  <a:pt x="361119" y="24146"/>
                </a:lnTo>
                <a:lnTo>
                  <a:pt x="360461" y="24318"/>
                </a:lnTo>
                <a:lnTo>
                  <a:pt x="359817" y="24509"/>
                </a:lnTo>
                <a:lnTo>
                  <a:pt x="359187" y="24718"/>
                </a:lnTo>
                <a:lnTo>
                  <a:pt x="358572" y="24945"/>
                </a:lnTo>
                <a:lnTo>
                  <a:pt x="357971" y="25191"/>
                </a:lnTo>
                <a:lnTo>
                  <a:pt x="357383" y="25454"/>
                </a:lnTo>
                <a:lnTo>
                  <a:pt x="356810" y="25736"/>
                </a:lnTo>
                <a:lnTo>
                  <a:pt x="356251" y="26036"/>
                </a:lnTo>
                <a:lnTo>
                  <a:pt x="355706" y="26354"/>
                </a:lnTo>
                <a:lnTo>
                  <a:pt x="355175" y="26690"/>
                </a:lnTo>
                <a:lnTo>
                  <a:pt x="354658" y="27044"/>
                </a:lnTo>
                <a:lnTo>
                  <a:pt x="354155" y="27417"/>
                </a:lnTo>
                <a:lnTo>
                  <a:pt x="353667" y="27808"/>
                </a:lnTo>
                <a:lnTo>
                  <a:pt x="353192" y="28217"/>
                </a:lnTo>
                <a:lnTo>
                  <a:pt x="352732" y="28644"/>
                </a:lnTo>
                <a:lnTo>
                  <a:pt x="352288" y="29087"/>
                </a:lnTo>
                <a:lnTo>
                  <a:pt x="351863" y="29544"/>
                </a:lnTo>
                <a:lnTo>
                  <a:pt x="351457" y="30016"/>
                </a:lnTo>
                <a:lnTo>
                  <a:pt x="351070" y="30503"/>
                </a:lnTo>
                <a:lnTo>
                  <a:pt x="350702" y="31003"/>
                </a:lnTo>
                <a:lnTo>
                  <a:pt x="350353" y="31518"/>
                </a:lnTo>
                <a:lnTo>
                  <a:pt x="350022" y="32047"/>
                </a:lnTo>
                <a:lnTo>
                  <a:pt x="349711" y="32591"/>
                </a:lnTo>
                <a:lnTo>
                  <a:pt x="349418" y="33149"/>
                </a:lnTo>
                <a:lnTo>
                  <a:pt x="349144" y="33721"/>
                </a:lnTo>
                <a:lnTo>
                  <a:pt x="348890" y="34308"/>
                </a:lnTo>
                <a:lnTo>
                  <a:pt x="348654" y="34909"/>
                </a:lnTo>
                <a:lnTo>
                  <a:pt x="348436" y="35524"/>
                </a:lnTo>
                <a:lnTo>
                  <a:pt x="348238" y="36153"/>
                </a:lnTo>
                <a:lnTo>
                  <a:pt x="348059" y="36797"/>
                </a:lnTo>
                <a:lnTo>
                  <a:pt x="347898" y="37456"/>
                </a:lnTo>
                <a:lnTo>
                  <a:pt x="347757" y="38128"/>
                </a:lnTo>
                <a:lnTo>
                  <a:pt x="347634" y="38815"/>
                </a:lnTo>
                <a:lnTo>
                  <a:pt x="347570" y="39244"/>
                </a:lnTo>
                <a:lnTo>
                  <a:pt x="347294" y="39244"/>
                </a:lnTo>
                <a:lnTo>
                  <a:pt x="347706" y="24786"/>
                </a:lnTo>
                <a:lnTo>
                  <a:pt x="347706" y="0"/>
                </a:lnTo>
                <a:close/>
                <a:moveTo>
                  <a:pt x="205457" y="84963"/>
                </a:moveTo>
                <a:lnTo>
                  <a:pt x="204884" y="84950"/>
                </a:lnTo>
                <a:lnTo>
                  <a:pt x="204335" y="84913"/>
                </a:lnTo>
                <a:lnTo>
                  <a:pt x="203811" y="84851"/>
                </a:lnTo>
                <a:lnTo>
                  <a:pt x="203311" y="84764"/>
                </a:lnTo>
                <a:lnTo>
                  <a:pt x="202835" y="84652"/>
                </a:lnTo>
                <a:lnTo>
                  <a:pt x="202384" y="84515"/>
                </a:lnTo>
                <a:lnTo>
                  <a:pt x="201957" y="84354"/>
                </a:lnTo>
                <a:lnTo>
                  <a:pt x="201555" y="84167"/>
                </a:lnTo>
                <a:lnTo>
                  <a:pt x="201177" y="83956"/>
                </a:lnTo>
                <a:lnTo>
                  <a:pt x="200823" y="83720"/>
                </a:lnTo>
                <a:lnTo>
                  <a:pt x="200494" y="83459"/>
                </a:lnTo>
                <a:lnTo>
                  <a:pt x="200189" y="83173"/>
                </a:lnTo>
                <a:lnTo>
                  <a:pt x="199909" y="82862"/>
                </a:lnTo>
                <a:lnTo>
                  <a:pt x="199652" y="82527"/>
                </a:lnTo>
                <a:lnTo>
                  <a:pt x="199421" y="82166"/>
                </a:lnTo>
                <a:lnTo>
                  <a:pt x="199213" y="81781"/>
                </a:lnTo>
                <a:lnTo>
                  <a:pt x="199031" y="81371"/>
                </a:lnTo>
                <a:lnTo>
                  <a:pt x="198872" y="80936"/>
                </a:lnTo>
                <a:lnTo>
                  <a:pt x="198738" y="80476"/>
                </a:lnTo>
                <a:lnTo>
                  <a:pt x="198628" y="79991"/>
                </a:lnTo>
                <a:lnTo>
                  <a:pt x="198543" y="79482"/>
                </a:lnTo>
                <a:lnTo>
                  <a:pt x="198482" y="78947"/>
                </a:lnTo>
                <a:lnTo>
                  <a:pt x="198445" y="78388"/>
                </a:lnTo>
                <a:lnTo>
                  <a:pt x="198433" y="77804"/>
                </a:lnTo>
                <a:lnTo>
                  <a:pt x="198433" y="40348"/>
                </a:lnTo>
                <a:lnTo>
                  <a:pt x="227491" y="40348"/>
                </a:lnTo>
                <a:lnTo>
                  <a:pt x="227491" y="24786"/>
                </a:lnTo>
                <a:lnTo>
                  <a:pt x="198433" y="24786"/>
                </a:lnTo>
                <a:lnTo>
                  <a:pt x="198433" y="3442"/>
                </a:lnTo>
                <a:lnTo>
                  <a:pt x="181083" y="3442"/>
                </a:lnTo>
                <a:lnTo>
                  <a:pt x="181083" y="24786"/>
                </a:lnTo>
                <a:lnTo>
                  <a:pt x="160565" y="24786"/>
                </a:lnTo>
                <a:lnTo>
                  <a:pt x="160565" y="40348"/>
                </a:lnTo>
                <a:lnTo>
                  <a:pt x="181083" y="40348"/>
                </a:lnTo>
                <a:lnTo>
                  <a:pt x="181083" y="77804"/>
                </a:lnTo>
                <a:lnTo>
                  <a:pt x="181094" y="78679"/>
                </a:lnTo>
                <a:lnTo>
                  <a:pt x="181126" y="79539"/>
                </a:lnTo>
                <a:lnTo>
                  <a:pt x="181179" y="80383"/>
                </a:lnTo>
                <a:lnTo>
                  <a:pt x="181253" y="81212"/>
                </a:lnTo>
                <a:lnTo>
                  <a:pt x="181349" y="82024"/>
                </a:lnTo>
                <a:lnTo>
                  <a:pt x="181466" y="82821"/>
                </a:lnTo>
                <a:lnTo>
                  <a:pt x="181604" y="83602"/>
                </a:lnTo>
                <a:lnTo>
                  <a:pt x="181764" y="84368"/>
                </a:lnTo>
                <a:lnTo>
                  <a:pt x="181945" y="85117"/>
                </a:lnTo>
                <a:lnTo>
                  <a:pt x="182147" y="85851"/>
                </a:lnTo>
                <a:lnTo>
                  <a:pt x="182370" y="86569"/>
                </a:lnTo>
                <a:lnTo>
                  <a:pt x="182615" y="87271"/>
                </a:lnTo>
                <a:lnTo>
                  <a:pt x="182881" y="87957"/>
                </a:lnTo>
                <a:lnTo>
                  <a:pt x="183168" y="88628"/>
                </a:lnTo>
                <a:lnTo>
                  <a:pt x="183477" y="89283"/>
                </a:lnTo>
                <a:lnTo>
                  <a:pt x="183806" y="89922"/>
                </a:lnTo>
                <a:lnTo>
                  <a:pt x="184157" y="90545"/>
                </a:lnTo>
                <a:lnTo>
                  <a:pt x="184530" y="91153"/>
                </a:lnTo>
                <a:lnTo>
                  <a:pt x="184923" y="91744"/>
                </a:lnTo>
                <a:lnTo>
                  <a:pt x="185338" y="92320"/>
                </a:lnTo>
                <a:lnTo>
                  <a:pt x="185774" y="92880"/>
                </a:lnTo>
                <a:lnTo>
                  <a:pt x="186232" y="93425"/>
                </a:lnTo>
                <a:lnTo>
                  <a:pt x="186710" y="93954"/>
                </a:lnTo>
                <a:lnTo>
                  <a:pt x="187210" y="94466"/>
                </a:lnTo>
                <a:lnTo>
                  <a:pt x="187729" y="94961"/>
                </a:lnTo>
                <a:lnTo>
                  <a:pt x="188265" y="95434"/>
                </a:lnTo>
                <a:lnTo>
                  <a:pt x="188817" y="95886"/>
                </a:lnTo>
                <a:lnTo>
                  <a:pt x="189385" y="96317"/>
                </a:lnTo>
                <a:lnTo>
                  <a:pt x="189970" y="96728"/>
                </a:lnTo>
                <a:lnTo>
                  <a:pt x="190572" y="97117"/>
                </a:lnTo>
                <a:lnTo>
                  <a:pt x="191190" y="97485"/>
                </a:lnTo>
                <a:lnTo>
                  <a:pt x="191824" y="97832"/>
                </a:lnTo>
                <a:lnTo>
                  <a:pt x="192475" y="98158"/>
                </a:lnTo>
                <a:lnTo>
                  <a:pt x="193143" y="98463"/>
                </a:lnTo>
                <a:lnTo>
                  <a:pt x="193826" y="98747"/>
                </a:lnTo>
                <a:lnTo>
                  <a:pt x="194527" y="99010"/>
                </a:lnTo>
                <a:lnTo>
                  <a:pt x="195244" y="99252"/>
                </a:lnTo>
                <a:lnTo>
                  <a:pt x="195977" y="99473"/>
                </a:lnTo>
                <a:lnTo>
                  <a:pt x="196727" y="99672"/>
                </a:lnTo>
                <a:lnTo>
                  <a:pt x="197493" y="99851"/>
                </a:lnTo>
                <a:lnTo>
                  <a:pt x="198276" y="100009"/>
                </a:lnTo>
                <a:lnTo>
                  <a:pt x="199075" y="100146"/>
                </a:lnTo>
                <a:lnTo>
                  <a:pt x="199891" y="100261"/>
                </a:lnTo>
                <a:lnTo>
                  <a:pt x="200724" y="100356"/>
                </a:lnTo>
                <a:lnTo>
                  <a:pt x="201572" y="100430"/>
                </a:lnTo>
                <a:lnTo>
                  <a:pt x="202438" y="100482"/>
                </a:lnTo>
                <a:lnTo>
                  <a:pt x="203319" y="100514"/>
                </a:lnTo>
                <a:lnTo>
                  <a:pt x="204218" y="100524"/>
                </a:lnTo>
                <a:lnTo>
                  <a:pt x="226112" y="100524"/>
                </a:lnTo>
                <a:lnTo>
                  <a:pt x="226112" y="84963"/>
                </a:lnTo>
                <a:lnTo>
                  <a:pt x="205457" y="84963"/>
                </a:lnTo>
                <a:close/>
                <a:moveTo>
                  <a:pt x="144315" y="100524"/>
                </a:moveTo>
                <a:lnTo>
                  <a:pt x="144315" y="49160"/>
                </a:lnTo>
                <a:lnTo>
                  <a:pt x="144301" y="48182"/>
                </a:lnTo>
                <a:lnTo>
                  <a:pt x="144259" y="47220"/>
                </a:lnTo>
                <a:lnTo>
                  <a:pt x="144189" y="46276"/>
                </a:lnTo>
                <a:lnTo>
                  <a:pt x="144091" y="45348"/>
                </a:lnTo>
                <a:lnTo>
                  <a:pt x="143965" y="44438"/>
                </a:lnTo>
                <a:lnTo>
                  <a:pt x="143811" y="43544"/>
                </a:lnTo>
                <a:lnTo>
                  <a:pt x="143630" y="42668"/>
                </a:lnTo>
                <a:lnTo>
                  <a:pt x="143420" y="41808"/>
                </a:lnTo>
                <a:lnTo>
                  <a:pt x="143182" y="40966"/>
                </a:lnTo>
                <a:lnTo>
                  <a:pt x="142916" y="40140"/>
                </a:lnTo>
                <a:lnTo>
                  <a:pt x="142623" y="39332"/>
                </a:lnTo>
                <a:lnTo>
                  <a:pt x="142301" y="38540"/>
                </a:lnTo>
                <a:lnTo>
                  <a:pt x="141951" y="37765"/>
                </a:lnTo>
                <a:lnTo>
                  <a:pt x="141574" y="37008"/>
                </a:lnTo>
                <a:lnTo>
                  <a:pt x="141168" y="36267"/>
                </a:lnTo>
                <a:lnTo>
                  <a:pt x="140734" y="35543"/>
                </a:lnTo>
                <a:lnTo>
                  <a:pt x="140273" y="34836"/>
                </a:lnTo>
                <a:lnTo>
                  <a:pt x="139783" y="34147"/>
                </a:lnTo>
                <a:lnTo>
                  <a:pt x="139266" y="33474"/>
                </a:lnTo>
                <a:lnTo>
                  <a:pt x="138720" y="32818"/>
                </a:lnTo>
                <a:lnTo>
                  <a:pt x="138147" y="32179"/>
                </a:lnTo>
                <a:lnTo>
                  <a:pt x="137546" y="31557"/>
                </a:lnTo>
                <a:lnTo>
                  <a:pt x="136916" y="30953"/>
                </a:lnTo>
                <a:lnTo>
                  <a:pt x="136259" y="30365"/>
                </a:lnTo>
                <a:lnTo>
                  <a:pt x="135577" y="29797"/>
                </a:lnTo>
                <a:lnTo>
                  <a:pt x="134876" y="29254"/>
                </a:lnTo>
                <a:lnTo>
                  <a:pt x="134154" y="28735"/>
                </a:lnTo>
                <a:lnTo>
                  <a:pt x="133412" y="28240"/>
                </a:lnTo>
                <a:lnTo>
                  <a:pt x="132649" y="27769"/>
                </a:lnTo>
                <a:lnTo>
                  <a:pt x="131866" y="27322"/>
                </a:lnTo>
                <a:lnTo>
                  <a:pt x="131063" y="26899"/>
                </a:lnTo>
                <a:lnTo>
                  <a:pt x="130239" y="26501"/>
                </a:lnTo>
                <a:lnTo>
                  <a:pt x="129395" y="26126"/>
                </a:lnTo>
                <a:lnTo>
                  <a:pt x="128531" y="25776"/>
                </a:lnTo>
                <a:lnTo>
                  <a:pt x="127646" y="25450"/>
                </a:lnTo>
                <a:lnTo>
                  <a:pt x="126741" y="25148"/>
                </a:lnTo>
                <a:lnTo>
                  <a:pt x="125816" y="24871"/>
                </a:lnTo>
                <a:lnTo>
                  <a:pt x="124871" y="24617"/>
                </a:lnTo>
                <a:lnTo>
                  <a:pt x="123905" y="24388"/>
                </a:lnTo>
                <a:lnTo>
                  <a:pt x="122918" y="24182"/>
                </a:lnTo>
                <a:lnTo>
                  <a:pt x="121912" y="24001"/>
                </a:lnTo>
                <a:lnTo>
                  <a:pt x="120885" y="23844"/>
                </a:lnTo>
                <a:lnTo>
                  <a:pt x="119838" y="23711"/>
                </a:lnTo>
                <a:lnTo>
                  <a:pt x="118770" y="23603"/>
                </a:lnTo>
                <a:lnTo>
                  <a:pt x="117682" y="23518"/>
                </a:lnTo>
                <a:lnTo>
                  <a:pt x="116574" y="23458"/>
                </a:lnTo>
                <a:lnTo>
                  <a:pt x="115446" y="23422"/>
                </a:lnTo>
                <a:lnTo>
                  <a:pt x="114297" y="23410"/>
                </a:lnTo>
                <a:lnTo>
                  <a:pt x="113215" y="23421"/>
                </a:lnTo>
                <a:lnTo>
                  <a:pt x="112149" y="23454"/>
                </a:lnTo>
                <a:lnTo>
                  <a:pt x="111100" y="23509"/>
                </a:lnTo>
                <a:lnTo>
                  <a:pt x="110066" y="23586"/>
                </a:lnTo>
                <a:lnTo>
                  <a:pt x="109049" y="23685"/>
                </a:lnTo>
                <a:lnTo>
                  <a:pt x="108048" y="23806"/>
                </a:lnTo>
                <a:lnTo>
                  <a:pt x="107064" y="23949"/>
                </a:lnTo>
                <a:lnTo>
                  <a:pt x="106096" y="24114"/>
                </a:lnTo>
                <a:lnTo>
                  <a:pt x="105144" y="24301"/>
                </a:lnTo>
                <a:lnTo>
                  <a:pt x="104208" y="24509"/>
                </a:lnTo>
                <a:lnTo>
                  <a:pt x="103288" y="24740"/>
                </a:lnTo>
                <a:lnTo>
                  <a:pt x="102385" y="24993"/>
                </a:lnTo>
                <a:lnTo>
                  <a:pt x="101498" y="25268"/>
                </a:lnTo>
                <a:lnTo>
                  <a:pt x="100627" y="25565"/>
                </a:lnTo>
                <a:lnTo>
                  <a:pt x="99773" y="25884"/>
                </a:lnTo>
                <a:lnTo>
                  <a:pt x="98935" y="26225"/>
                </a:lnTo>
                <a:lnTo>
                  <a:pt x="98113" y="26588"/>
                </a:lnTo>
                <a:lnTo>
                  <a:pt x="97307" y="26973"/>
                </a:lnTo>
                <a:lnTo>
                  <a:pt x="96518" y="27380"/>
                </a:lnTo>
                <a:lnTo>
                  <a:pt x="95744" y="27809"/>
                </a:lnTo>
                <a:lnTo>
                  <a:pt x="94987" y="28260"/>
                </a:lnTo>
                <a:lnTo>
                  <a:pt x="94247" y="28733"/>
                </a:lnTo>
                <a:lnTo>
                  <a:pt x="93522" y="29228"/>
                </a:lnTo>
                <a:lnTo>
                  <a:pt x="92814" y="29745"/>
                </a:lnTo>
                <a:lnTo>
                  <a:pt x="92126" y="30280"/>
                </a:lnTo>
                <a:lnTo>
                  <a:pt x="91464" y="30831"/>
                </a:lnTo>
                <a:lnTo>
                  <a:pt x="90826" y="31397"/>
                </a:lnTo>
                <a:lnTo>
                  <a:pt x="90213" y="31978"/>
                </a:lnTo>
                <a:lnTo>
                  <a:pt x="89625" y="32575"/>
                </a:lnTo>
                <a:lnTo>
                  <a:pt x="89061" y="33187"/>
                </a:lnTo>
                <a:lnTo>
                  <a:pt x="88523" y="33814"/>
                </a:lnTo>
                <a:lnTo>
                  <a:pt x="88009" y="34457"/>
                </a:lnTo>
                <a:lnTo>
                  <a:pt x="87521" y="35115"/>
                </a:lnTo>
                <a:lnTo>
                  <a:pt x="87057" y="35788"/>
                </a:lnTo>
                <a:lnTo>
                  <a:pt x="86618" y="36476"/>
                </a:lnTo>
                <a:lnTo>
                  <a:pt x="86204" y="37180"/>
                </a:lnTo>
                <a:lnTo>
                  <a:pt x="85814" y="37899"/>
                </a:lnTo>
                <a:lnTo>
                  <a:pt x="85450" y="38633"/>
                </a:lnTo>
                <a:lnTo>
                  <a:pt x="85110" y="39383"/>
                </a:lnTo>
                <a:lnTo>
                  <a:pt x="84796" y="40148"/>
                </a:lnTo>
                <a:lnTo>
                  <a:pt x="84506" y="40928"/>
                </a:lnTo>
                <a:lnTo>
                  <a:pt x="84241" y="41724"/>
                </a:lnTo>
                <a:lnTo>
                  <a:pt x="84001" y="42535"/>
                </a:lnTo>
                <a:lnTo>
                  <a:pt x="83786" y="43361"/>
                </a:lnTo>
                <a:lnTo>
                  <a:pt x="83596" y="44203"/>
                </a:lnTo>
                <a:lnTo>
                  <a:pt x="83430" y="45060"/>
                </a:lnTo>
                <a:lnTo>
                  <a:pt x="83289" y="45932"/>
                </a:lnTo>
                <a:lnTo>
                  <a:pt x="83174" y="46819"/>
                </a:lnTo>
                <a:lnTo>
                  <a:pt x="99975" y="46819"/>
                </a:lnTo>
                <a:lnTo>
                  <a:pt x="100038" y="46467"/>
                </a:lnTo>
                <a:lnTo>
                  <a:pt x="100111" y="46120"/>
                </a:lnTo>
                <a:lnTo>
                  <a:pt x="100194" y="45780"/>
                </a:lnTo>
                <a:lnTo>
                  <a:pt x="100288" y="45446"/>
                </a:lnTo>
                <a:lnTo>
                  <a:pt x="100393" y="45118"/>
                </a:lnTo>
                <a:lnTo>
                  <a:pt x="100508" y="44796"/>
                </a:lnTo>
                <a:lnTo>
                  <a:pt x="100634" y="44481"/>
                </a:lnTo>
                <a:lnTo>
                  <a:pt x="100770" y="44172"/>
                </a:lnTo>
                <a:lnTo>
                  <a:pt x="100916" y="43869"/>
                </a:lnTo>
                <a:lnTo>
                  <a:pt x="101074" y="43572"/>
                </a:lnTo>
                <a:lnTo>
                  <a:pt x="101241" y="43282"/>
                </a:lnTo>
                <a:lnTo>
                  <a:pt x="101420" y="42998"/>
                </a:lnTo>
                <a:lnTo>
                  <a:pt x="101608" y="42720"/>
                </a:lnTo>
                <a:lnTo>
                  <a:pt x="101808" y="42448"/>
                </a:lnTo>
                <a:lnTo>
                  <a:pt x="102017" y="42182"/>
                </a:lnTo>
                <a:lnTo>
                  <a:pt x="102238" y="41923"/>
                </a:lnTo>
                <a:lnTo>
                  <a:pt x="102469" y="41670"/>
                </a:lnTo>
                <a:lnTo>
                  <a:pt x="102710" y="41423"/>
                </a:lnTo>
                <a:lnTo>
                  <a:pt x="102962" y="41182"/>
                </a:lnTo>
                <a:lnTo>
                  <a:pt x="103224" y="40948"/>
                </a:lnTo>
                <a:lnTo>
                  <a:pt x="103497" y="40720"/>
                </a:lnTo>
                <a:lnTo>
                  <a:pt x="103781" y="40498"/>
                </a:lnTo>
                <a:lnTo>
                  <a:pt x="104075" y="40282"/>
                </a:lnTo>
                <a:lnTo>
                  <a:pt x="104379" y="40072"/>
                </a:lnTo>
                <a:lnTo>
                  <a:pt x="104692" y="39870"/>
                </a:lnTo>
                <a:lnTo>
                  <a:pt x="105012" y="39676"/>
                </a:lnTo>
                <a:lnTo>
                  <a:pt x="105339" y="39491"/>
                </a:lnTo>
                <a:lnTo>
                  <a:pt x="105672" y="39315"/>
                </a:lnTo>
                <a:lnTo>
                  <a:pt x="106012" y="39147"/>
                </a:lnTo>
                <a:lnTo>
                  <a:pt x="106359" y="38988"/>
                </a:lnTo>
                <a:lnTo>
                  <a:pt x="106713" y="38837"/>
                </a:lnTo>
                <a:lnTo>
                  <a:pt x="107073" y="38695"/>
                </a:lnTo>
                <a:lnTo>
                  <a:pt x="107439" y="38561"/>
                </a:lnTo>
                <a:lnTo>
                  <a:pt x="107813" y="38437"/>
                </a:lnTo>
                <a:lnTo>
                  <a:pt x="108193" y="38320"/>
                </a:lnTo>
                <a:lnTo>
                  <a:pt x="108580" y="38213"/>
                </a:lnTo>
                <a:lnTo>
                  <a:pt x="108974" y="38114"/>
                </a:lnTo>
                <a:lnTo>
                  <a:pt x="109374" y="38023"/>
                </a:lnTo>
                <a:lnTo>
                  <a:pt x="109781" y="37941"/>
                </a:lnTo>
                <a:lnTo>
                  <a:pt x="110194" y="37868"/>
                </a:lnTo>
                <a:lnTo>
                  <a:pt x="110615" y="37804"/>
                </a:lnTo>
                <a:lnTo>
                  <a:pt x="111042" y="37748"/>
                </a:lnTo>
                <a:lnTo>
                  <a:pt x="111475" y="37700"/>
                </a:lnTo>
                <a:lnTo>
                  <a:pt x="111916" y="37662"/>
                </a:lnTo>
                <a:lnTo>
                  <a:pt x="112363" y="37632"/>
                </a:lnTo>
                <a:lnTo>
                  <a:pt x="112817" y="37610"/>
                </a:lnTo>
                <a:lnTo>
                  <a:pt x="113277" y="37597"/>
                </a:lnTo>
                <a:lnTo>
                  <a:pt x="113744" y="37593"/>
                </a:lnTo>
                <a:lnTo>
                  <a:pt x="114256" y="37598"/>
                </a:lnTo>
                <a:lnTo>
                  <a:pt x="114759" y="37614"/>
                </a:lnTo>
                <a:lnTo>
                  <a:pt x="115253" y="37641"/>
                </a:lnTo>
                <a:lnTo>
                  <a:pt x="115738" y="37679"/>
                </a:lnTo>
                <a:lnTo>
                  <a:pt x="116213" y="37727"/>
                </a:lnTo>
                <a:lnTo>
                  <a:pt x="116680" y="37787"/>
                </a:lnTo>
                <a:lnTo>
                  <a:pt x="117137" y="37856"/>
                </a:lnTo>
                <a:lnTo>
                  <a:pt x="117586" y="37937"/>
                </a:lnTo>
                <a:lnTo>
                  <a:pt x="118025" y="38029"/>
                </a:lnTo>
                <a:lnTo>
                  <a:pt x="118455" y="38131"/>
                </a:lnTo>
                <a:lnTo>
                  <a:pt x="118876" y="38244"/>
                </a:lnTo>
                <a:lnTo>
                  <a:pt x="119288" y="38368"/>
                </a:lnTo>
                <a:lnTo>
                  <a:pt x="119691" y="38502"/>
                </a:lnTo>
                <a:lnTo>
                  <a:pt x="120084" y="38647"/>
                </a:lnTo>
                <a:lnTo>
                  <a:pt x="120469" y="38803"/>
                </a:lnTo>
                <a:lnTo>
                  <a:pt x="120845" y="38970"/>
                </a:lnTo>
                <a:lnTo>
                  <a:pt x="121211" y="39148"/>
                </a:lnTo>
                <a:lnTo>
                  <a:pt x="121568" y="39336"/>
                </a:lnTo>
                <a:lnTo>
                  <a:pt x="121917" y="39535"/>
                </a:lnTo>
                <a:lnTo>
                  <a:pt x="122256" y="39745"/>
                </a:lnTo>
                <a:lnTo>
                  <a:pt x="122586" y="39966"/>
                </a:lnTo>
                <a:lnTo>
                  <a:pt x="122907" y="40197"/>
                </a:lnTo>
                <a:lnTo>
                  <a:pt x="123218" y="40439"/>
                </a:lnTo>
                <a:lnTo>
                  <a:pt x="123521" y="40692"/>
                </a:lnTo>
                <a:lnTo>
                  <a:pt x="123813" y="40954"/>
                </a:lnTo>
                <a:lnTo>
                  <a:pt x="124093" y="41225"/>
                </a:lnTo>
                <a:lnTo>
                  <a:pt x="124360" y="41504"/>
                </a:lnTo>
                <a:lnTo>
                  <a:pt x="124615" y="41792"/>
                </a:lnTo>
                <a:lnTo>
                  <a:pt x="124858" y="42087"/>
                </a:lnTo>
                <a:lnTo>
                  <a:pt x="125088" y="42391"/>
                </a:lnTo>
                <a:lnTo>
                  <a:pt x="125305" y="42704"/>
                </a:lnTo>
                <a:lnTo>
                  <a:pt x="125510" y="43025"/>
                </a:lnTo>
                <a:lnTo>
                  <a:pt x="125703" y="43354"/>
                </a:lnTo>
                <a:lnTo>
                  <a:pt x="125883" y="43692"/>
                </a:lnTo>
                <a:lnTo>
                  <a:pt x="126051" y="44038"/>
                </a:lnTo>
                <a:lnTo>
                  <a:pt x="126207" y="44392"/>
                </a:lnTo>
                <a:lnTo>
                  <a:pt x="126350" y="44755"/>
                </a:lnTo>
                <a:lnTo>
                  <a:pt x="126480" y="45126"/>
                </a:lnTo>
                <a:lnTo>
                  <a:pt x="126598" y="45506"/>
                </a:lnTo>
                <a:lnTo>
                  <a:pt x="126704" y="45894"/>
                </a:lnTo>
                <a:lnTo>
                  <a:pt x="126797" y="46290"/>
                </a:lnTo>
                <a:lnTo>
                  <a:pt x="126878" y="46695"/>
                </a:lnTo>
                <a:lnTo>
                  <a:pt x="126946" y="47108"/>
                </a:lnTo>
                <a:lnTo>
                  <a:pt x="127002" y="47529"/>
                </a:lnTo>
                <a:lnTo>
                  <a:pt x="127046" y="47959"/>
                </a:lnTo>
                <a:lnTo>
                  <a:pt x="127077" y="48397"/>
                </a:lnTo>
                <a:lnTo>
                  <a:pt x="127095" y="48844"/>
                </a:lnTo>
                <a:lnTo>
                  <a:pt x="127102" y="49299"/>
                </a:lnTo>
                <a:lnTo>
                  <a:pt x="127102" y="55770"/>
                </a:lnTo>
                <a:lnTo>
                  <a:pt x="108237" y="55770"/>
                </a:lnTo>
                <a:lnTo>
                  <a:pt x="107112" y="55781"/>
                </a:lnTo>
                <a:lnTo>
                  <a:pt x="106008" y="55813"/>
                </a:lnTo>
                <a:lnTo>
                  <a:pt x="104926" y="55865"/>
                </a:lnTo>
                <a:lnTo>
                  <a:pt x="103865" y="55939"/>
                </a:lnTo>
                <a:lnTo>
                  <a:pt x="102826" y="56033"/>
                </a:lnTo>
                <a:lnTo>
                  <a:pt x="101808" y="56149"/>
                </a:lnTo>
                <a:lnTo>
                  <a:pt x="100812" y="56286"/>
                </a:lnTo>
                <a:lnTo>
                  <a:pt x="99837" y="56444"/>
                </a:lnTo>
                <a:lnTo>
                  <a:pt x="98884" y="56623"/>
                </a:lnTo>
                <a:lnTo>
                  <a:pt x="97952" y="56823"/>
                </a:lnTo>
                <a:lnTo>
                  <a:pt x="97042" y="57043"/>
                </a:lnTo>
                <a:lnTo>
                  <a:pt x="96153" y="57285"/>
                </a:lnTo>
                <a:lnTo>
                  <a:pt x="95286" y="57548"/>
                </a:lnTo>
                <a:lnTo>
                  <a:pt x="94441" y="57832"/>
                </a:lnTo>
                <a:lnTo>
                  <a:pt x="93617" y="58138"/>
                </a:lnTo>
                <a:lnTo>
                  <a:pt x="92814" y="58464"/>
                </a:lnTo>
                <a:lnTo>
                  <a:pt x="92033" y="58811"/>
                </a:lnTo>
                <a:lnTo>
                  <a:pt x="91273" y="59179"/>
                </a:lnTo>
                <a:lnTo>
                  <a:pt x="90535" y="59568"/>
                </a:lnTo>
                <a:lnTo>
                  <a:pt x="89819" y="59979"/>
                </a:lnTo>
                <a:lnTo>
                  <a:pt x="89124" y="60410"/>
                </a:lnTo>
                <a:lnTo>
                  <a:pt x="88451" y="60862"/>
                </a:lnTo>
                <a:lnTo>
                  <a:pt x="87799" y="61336"/>
                </a:lnTo>
                <a:lnTo>
                  <a:pt x="87168" y="61830"/>
                </a:lnTo>
                <a:lnTo>
                  <a:pt x="86561" y="62344"/>
                </a:lnTo>
                <a:lnTo>
                  <a:pt x="85980" y="62875"/>
                </a:lnTo>
                <a:lnTo>
                  <a:pt x="85425" y="63424"/>
                </a:lnTo>
                <a:lnTo>
                  <a:pt x="84896" y="63991"/>
                </a:lnTo>
                <a:lnTo>
                  <a:pt x="84392" y="64576"/>
                </a:lnTo>
                <a:lnTo>
                  <a:pt x="83915" y="65178"/>
                </a:lnTo>
                <a:lnTo>
                  <a:pt x="83463" y="65798"/>
                </a:lnTo>
                <a:lnTo>
                  <a:pt x="83037" y="66435"/>
                </a:lnTo>
                <a:lnTo>
                  <a:pt x="82637" y="67090"/>
                </a:lnTo>
                <a:lnTo>
                  <a:pt x="82262" y="67763"/>
                </a:lnTo>
                <a:lnTo>
                  <a:pt x="81914" y="68454"/>
                </a:lnTo>
                <a:lnTo>
                  <a:pt x="81591" y="69162"/>
                </a:lnTo>
                <a:lnTo>
                  <a:pt x="81294" y="69888"/>
                </a:lnTo>
                <a:lnTo>
                  <a:pt x="81023" y="70632"/>
                </a:lnTo>
                <a:lnTo>
                  <a:pt x="80778" y="71393"/>
                </a:lnTo>
                <a:lnTo>
                  <a:pt x="80558" y="72172"/>
                </a:lnTo>
                <a:lnTo>
                  <a:pt x="80365" y="72969"/>
                </a:lnTo>
                <a:lnTo>
                  <a:pt x="80197" y="73783"/>
                </a:lnTo>
                <a:lnTo>
                  <a:pt x="80055" y="74615"/>
                </a:lnTo>
                <a:lnTo>
                  <a:pt x="79938" y="75465"/>
                </a:lnTo>
                <a:lnTo>
                  <a:pt x="79848" y="76333"/>
                </a:lnTo>
                <a:lnTo>
                  <a:pt x="79784" y="77218"/>
                </a:lnTo>
                <a:lnTo>
                  <a:pt x="79745" y="78121"/>
                </a:lnTo>
                <a:lnTo>
                  <a:pt x="79732" y="79041"/>
                </a:lnTo>
                <a:lnTo>
                  <a:pt x="79744" y="79906"/>
                </a:lnTo>
                <a:lnTo>
                  <a:pt x="79779" y="80756"/>
                </a:lnTo>
                <a:lnTo>
                  <a:pt x="79837" y="81591"/>
                </a:lnTo>
                <a:lnTo>
                  <a:pt x="79919" y="82412"/>
                </a:lnTo>
                <a:lnTo>
                  <a:pt x="80025" y="83217"/>
                </a:lnTo>
                <a:lnTo>
                  <a:pt x="80154" y="84008"/>
                </a:lnTo>
                <a:lnTo>
                  <a:pt x="80306" y="84783"/>
                </a:lnTo>
                <a:lnTo>
                  <a:pt x="80482" y="85544"/>
                </a:lnTo>
                <a:lnTo>
                  <a:pt x="80681" y="86291"/>
                </a:lnTo>
                <a:lnTo>
                  <a:pt x="80903" y="87022"/>
                </a:lnTo>
                <a:lnTo>
                  <a:pt x="81149" y="87738"/>
                </a:lnTo>
                <a:lnTo>
                  <a:pt x="81419" y="88440"/>
                </a:lnTo>
                <a:lnTo>
                  <a:pt x="81712" y="89127"/>
                </a:lnTo>
                <a:lnTo>
                  <a:pt x="82028" y="89799"/>
                </a:lnTo>
                <a:lnTo>
                  <a:pt x="82367" y="90456"/>
                </a:lnTo>
                <a:lnTo>
                  <a:pt x="82731" y="91099"/>
                </a:lnTo>
                <a:lnTo>
                  <a:pt x="83117" y="91726"/>
                </a:lnTo>
                <a:lnTo>
                  <a:pt x="83527" y="92339"/>
                </a:lnTo>
                <a:lnTo>
                  <a:pt x="83961" y="92937"/>
                </a:lnTo>
                <a:lnTo>
                  <a:pt x="84417" y="93520"/>
                </a:lnTo>
                <a:lnTo>
                  <a:pt x="84898" y="94088"/>
                </a:lnTo>
                <a:lnTo>
                  <a:pt x="85401" y="94642"/>
                </a:lnTo>
                <a:lnTo>
                  <a:pt x="85928" y="95180"/>
                </a:lnTo>
                <a:lnTo>
                  <a:pt x="86479" y="95704"/>
                </a:lnTo>
                <a:lnTo>
                  <a:pt x="87050" y="96210"/>
                </a:lnTo>
                <a:lnTo>
                  <a:pt x="87638" y="96694"/>
                </a:lnTo>
                <a:lnTo>
                  <a:pt x="88244" y="97156"/>
                </a:lnTo>
                <a:lnTo>
                  <a:pt x="88866" y="97597"/>
                </a:lnTo>
                <a:lnTo>
                  <a:pt x="89506" y="98017"/>
                </a:lnTo>
                <a:lnTo>
                  <a:pt x="90163" y="98415"/>
                </a:lnTo>
                <a:lnTo>
                  <a:pt x="90837" y="98792"/>
                </a:lnTo>
                <a:lnTo>
                  <a:pt x="91529" y="99147"/>
                </a:lnTo>
                <a:lnTo>
                  <a:pt x="92237" y="99480"/>
                </a:lnTo>
                <a:lnTo>
                  <a:pt x="92963" y="99792"/>
                </a:lnTo>
                <a:lnTo>
                  <a:pt x="93706" y="100082"/>
                </a:lnTo>
                <a:lnTo>
                  <a:pt x="94467" y="100351"/>
                </a:lnTo>
                <a:lnTo>
                  <a:pt x="95244" y="100599"/>
                </a:lnTo>
                <a:lnTo>
                  <a:pt x="96039" y="100825"/>
                </a:lnTo>
                <a:lnTo>
                  <a:pt x="96851" y="101029"/>
                </a:lnTo>
                <a:lnTo>
                  <a:pt x="97680" y="101212"/>
                </a:lnTo>
                <a:lnTo>
                  <a:pt x="98526" y="101373"/>
                </a:lnTo>
                <a:lnTo>
                  <a:pt x="99390" y="101513"/>
                </a:lnTo>
                <a:lnTo>
                  <a:pt x="100270" y="101632"/>
                </a:lnTo>
                <a:lnTo>
                  <a:pt x="101168" y="101728"/>
                </a:lnTo>
                <a:lnTo>
                  <a:pt x="102083" y="101804"/>
                </a:lnTo>
                <a:lnTo>
                  <a:pt x="103016" y="101857"/>
                </a:lnTo>
                <a:lnTo>
                  <a:pt x="103965" y="101890"/>
                </a:lnTo>
                <a:lnTo>
                  <a:pt x="104932" y="101901"/>
                </a:lnTo>
                <a:lnTo>
                  <a:pt x="105785" y="101892"/>
                </a:lnTo>
                <a:lnTo>
                  <a:pt x="106624" y="101866"/>
                </a:lnTo>
                <a:lnTo>
                  <a:pt x="107449" y="101823"/>
                </a:lnTo>
                <a:lnTo>
                  <a:pt x="108260" y="101763"/>
                </a:lnTo>
                <a:lnTo>
                  <a:pt x="109056" y="101685"/>
                </a:lnTo>
                <a:lnTo>
                  <a:pt x="109837" y="101591"/>
                </a:lnTo>
                <a:lnTo>
                  <a:pt x="110605" y="101479"/>
                </a:lnTo>
                <a:lnTo>
                  <a:pt x="111358" y="101350"/>
                </a:lnTo>
                <a:lnTo>
                  <a:pt x="112096" y="101203"/>
                </a:lnTo>
                <a:lnTo>
                  <a:pt x="112821" y="101040"/>
                </a:lnTo>
                <a:lnTo>
                  <a:pt x="113531" y="100859"/>
                </a:lnTo>
                <a:lnTo>
                  <a:pt x="114227" y="100661"/>
                </a:lnTo>
                <a:lnTo>
                  <a:pt x="114908" y="100446"/>
                </a:lnTo>
                <a:lnTo>
                  <a:pt x="115575" y="100214"/>
                </a:lnTo>
                <a:lnTo>
                  <a:pt x="116227" y="99964"/>
                </a:lnTo>
                <a:lnTo>
                  <a:pt x="116866" y="99698"/>
                </a:lnTo>
                <a:lnTo>
                  <a:pt x="117490" y="99414"/>
                </a:lnTo>
                <a:lnTo>
                  <a:pt x="118099" y="99112"/>
                </a:lnTo>
                <a:lnTo>
                  <a:pt x="118695" y="98794"/>
                </a:lnTo>
                <a:lnTo>
                  <a:pt x="119275" y="98458"/>
                </a:lnTo>
                <a:lnTo>
                  <a:pt x="119842" y="98105"/>
                </a:lnTo>
                <a:lnTo>
                  <a:pt x="120394" y="97735"/>
                </a:lnTo>
                <a:lnTo>
                  <a:pt x="120932" y="97348"/>
                </a:lnTo>
                <a:lnTo>
                  <a:pt x="121456" y="96944"/>
                </a:lnTo>
                <a:lnTo>
                  <a:pt x="121962" y="96525"/>
                </a:lnTo>
                <a:lnTo>
                  <a:pt x="122446" y="96094"/>
                </a:lnTo>
                <a:lnTo>
                  <a:pt x="122909" y="95651"/>
                </a:lnTo>
                <a:lnTo>
                  <a:pt x="123350" y="95196"/>
                </a:lnTo>
                <a:lnTo>
                  <a:pt x="123769" y="94729"/>
                </a:lnTo>
                <a:lnTo>
                  <a:pt x="124168" y="94250"/>
                </a:lnTo>
                <a:lnTo>
                  <a:pt x="124544" y="93759"/>
                </a:lnTo>
                <a:lnTo>
                  <a:pt x="124899" y="93257"/>
                </a:lnTo>
                <a:lnTo>
                  <a:pt x="125233" y="92742"/>
                </a:lnTo>
                <a:lnTo>
                  <a:pt x="125545" y="92215"/>
                </a:lnTo>
                <a:lnTo>
                  <a:pt x="125836" y="91677"/>
                </a:lnTo>
                <a:lnTo>
                  <a:pt x="126105" y="91126"/>
                </a:lnTo>
                <a:lnTo>
                  <a:pt x="126352" y="90563"/>
                </a:lnTo>
                <a:lnTo>
                  <a:pt x="126578" y="89989"/>
                </a:lnTo>
                <a:lnTo>
                  <a:pt x="126783" y="89403"/>
                </a:lnTo>
                <a:lnTo>
                  <a:pt x="126966" y="88804"/>
                </a:lnTo>
                <a:lnTo>
                  <a:pt x="127127" y="88194"/>
                </a:lnTo>
                <a:lnTo>
                  <a:pt x="127267" y="87571"/>
                </a:lnTo>
                <a:lnTo>
                  <a:pt x="127317" y="87305"/>
                </a:lnTo>
                <a:lnTo>
                  <a:pt x="127654" y="87305"/>
                </a:lnTo>
                <a:lnTo>
                  <a:pt x="127654" y="100524"/>
                </a:lnTo>
                <a:lnTo>
                  <a:pt x="144315" y="100524"/>
                </a:lnTo>
                <a:close/>
                <a:moveTo>
                  <a:pt x="109036" y="88909"/>
                </a:moveTo>
                <a:lnTo>
                  <a:pt x="108541" y="88871"/>
                </a:lnTo>
                <a:lnTo>
                  <a:pt x="108055" y="88823"/>
                </a:lnTo>
                <a:lnTo>
                  <a:pt x="107578" y="88763"/>
                </a:lnTo>
                <a:lnTo>
                  <a:pt x="107111" y="88694"/>
                </a:lnTo>
                <a:lnTo>
                  <a:pt x="106653" y="88613"/>
                </a:lnTo>
                <a:lnTo>
                  <a:pt x="106204" y="88521"/>
                </a:lnTo>
                <a:lnTo>
                  <a:pt x="105765" y="88419"/>
                </a:lnTo>
                <a:lnTo>
                  <a:pt x="105335" y="88306"/>
                </a:lnTo>
                <a:lnTo>
                  <a:pt x="104914" y="88183"/>
                </a:lnTo>
                <a:lnTo>
                  <a:pt x="104503" y="88048"/>
                </a:lnTo>
                <a:lnTo>
                  <a:pt x="104100" y="87903"/>
                </a:lnTo>
                <a:lnTo>
                  <a:pt x="103708" y="87747"/>
                </a:lnTo>
                <a:lnTo>
                  <a:pt x="103324" y="87580"/>
                </a:lnTo>
                <a:lnTo>
                  <a:pt x="102950" y="87403"/>
                </a:lnTo>
                <a:lnTo>
                  <a:pt x="102586" y="87215"/>
                </a:lnTo>
                <a:lnTo>
                  <a:pt x="102230" y="87016"/>
                </a:lnTo>
                <a:lnTo>
                  <a:pt x="101884" y="86806"/>
                </a:lnTo>
                <a:lnTo>
                  <a:pt x="101547" y="86586"/>
                </a:lnTo>
                <a:lnTo>
                  <a:pt x="101220" y="86355"/>
                </a:lnTo>
                <a:lnTo>
                  <a:pt x="100902" y="86113"/>
                </a:lnTo>
                <a:lnTo>
                  <a:pt x="100593" y="85860"/>
                </a:lnTo>
                <a:lnTo>
                  <a:pt x="100295" y="85598"/>
                </a:lnTo>
                <a:lnTo>
                  <a:pt x="100010" y="85328"/>
                </a:lnTo>
                <a:lnTo>
                  <a:pt x="99738" y="85050"/>
                </a:lnTo>
                <a:lnTo>
                  <a:pt x="99478" y="84764"/>
                </a:lnTo>
                <a:lnTo>
                  <a:pt x="99231" y="84470"/>
                </a:lnTo>
                <a:lnTo>
                  <a:pt x="98997" y="84168"/>
                </a:lnTo>
                <a:lnTo>
                  <a:pt x="98775" y="83859"/>
                </a:lnTo>
                <a:lnTo>
                  <a:pt x="98566" y="83541"/>
                </a:lnTo>
                <a:lnTo>
                  <a:pt x="98370" y="83216"/>
                </a:lnTo>
                <a:lnTo>
                  <a:pt x="98186" y="82883"/>
                </a:lnTo>
                <a:lnTo>
                  <a:pt x="98015" y="82542"/>
                </a:lnTo>
                <a:lnTo>
                  <a:pt x="97857" y="82193"/>
                </a:lnTo>
                <a:lnTo>
                  <a:pt x="97711" y="81836"/>
                </a:lnTo>
                <a:lnTo>
                  <a:pt x="97578" y="81471"/>
                </a:lnTo>
                <a:lnTo>
                  <a:pt x="97458" y="81098"/>
                </a:lnTo>
                <a:lnTo>
                  <a:pt x="97350" y="80718"/>
                </a:lnTo>
                <a:lnTo>
                  <a:pt x="97255" y="80330"/>
                </a:lnTo>
                <a:lnTo>
                  <a:pt x="97173" y="79933"/>
                </a:lnTo>
                <a:lnTo>
                  <a:pt x="97103" y="79529"/>
                </a:lnTo>
                <a:lnTo>
                  <a:pt x="97046" y="79117"/>
                </a:lnTo>
                <a:lnTo>
                  <a:pt x="97002" y="78697"/>
                </a:lnTo>
                <a:lnTo>
                  <a:pt x="96970" y="78269"/>
                </a:lnTo>
                <a:lnTo>
                  <a:pt x="96951" y="77833"/>
                </a:lnTo>
                <a:lnTo>
                  <a:pt x="96945" y="77390"/>
                </a:lnTo>
                <a:lnTo>
                  <a:pt x="96951" y="76980"/>
                </a:lnTo>
                <a:lnTo>
                  <a:pt x="96967" y="76577"/>
                </a:lnTo>
                <a:lnTo>
                  <a:pt x="96995" y="76181"/>
                </a:lnTo>
                <a:lnTo>
                  <a:pt x="97033" y="75791"/>
                </a:lnTo>
                <a:lnTo>
                  <a:pt x="97083" y="75408"/>
                </a:lnTo>
                <a:lnTo>
                  <a:pt x="97143" y="75032"/>
                </a:lnTo>
                <a:lnTo>
                  <a:pt x="97214" y="74662"/>
                </a:lnTo>
                <a:lnTo>
                  <a:pt x="97297" y="74299"/>
                </a:lnTo>
                <a:lnTo>
                  <a:pt x="97390" y="73943"/>
                </a:lnTo>
                <a:lnTo>
                  <a:pt x="97495" y="73594"/>
                </a:lnTo>
                <a:lnTo>
                  <a:pt x="97610" y="73251"/>
                </a:lnTo>
                <a:lnTo>
                  <a:pt x="97737" y="72915"/>
                </a:lnTo>
                <a:lnTo>
                  <a:pt x="97874" y="72585"/>
                </a:lnTo>
                <a:lnTo>
                  <a:pt x="98023" y="72263"/>
                </a:lnTo>
                <a:lnTo>
                  <a:pt x="98182" y="71947"/>
                </a:lnTo>
                <a:lnTo>
                  <a:pt x="98352" y="71637"/>
                </a:lnTo>
                <a:lnTo>
                  <a:pt x="98534" y="71335"/>
                </a:lnTo>
                <a:lnTo>
                  <a:pt x="98726" y="71039"/>
                </a:lnTo>
                <a:lnTo>
                  <a:pt x="98930" y="70749"/>
                </a:lnTo>
                <a:lnTo>
                  <a:pt x="99144" y="70467"/>
                </a:lnTo>
                <a:lnTo>
                  <a:pt x="99369" y="70191"/>
                </a:lnTo>
                <a:lnTo>
                  <a:pt x="99606" y="69921"/>
                </a:lnTo>
                <a:lnTo>
                  <a:pt x="99853" y="69659"/>
                </a:lnTo>
                <a:lnTo>
                  <a:pt x="100112" y="69403"/>
                </a:lnTo>
                <a:lnTo>
                  <a:pt x="100379" y="69156"/>
                </a:lnTo>
                <a:lnTo>
                  <a:pt x="100654" y="68919"/>
                </a:lnTo>
                <a:lnTo>
                  <a:pt x="100936" y="68693"/>
                </a:lnTo>
                <a:lnTo>
                  <a:pt x="101225" y="68477"/>
                </a:lnTo>
                <a:lnTo>
                  <a:pt x="101521" y="68272"/>
                </a:lnTo>
                <a:lnTo>
                  <a:pt x="101825" y="68078"/>
                </a:lnTo>
                <a:lnTo>
                  <a:pt x="102135" y="67893"/>
                </a:lnTo>
                <a:lnTo>
                  <a:pt x="102453" y="67720"/>
                </a:lnTo>
                <a:lnTo>
                  <a:pt x="102778" y="67557"/>
                </a:lnTo>
                <a:lnTo>
                  <a:pt x="103110" y="67404"/>
                </a:lnTo>
                <a:lnTo>
                  <a:pt x="103450" y="67262"/>
                </a:lnTo>
                <a:lnTo>
                  <a:pt x="103796" y="67131"/>
                </a:lnTo>
                <a:lnTo>
                  <a:pt x="104150" y="67010"/>
                </a:lnTo>
                <a:lnTo>
                  <a:pt x="104510" y="66899"/>
                </a:lnTo>
                <a:lnTo>
                  <a:pt x="104878" y="66799"/>
                </a:lnTo>
                <a:lnTo>
                  <a:pt x="105254" y="66710"/>
                </a:lnTo>
                <a:lnTo>
                  <a:pt x="105636" y="66631"/>
                </a:lnTo>
                <a:lnTo>
                  <a:pt x="106025" y="66563"/>
                </a:lnTo>
                <a:lnTo>
                  <a:pt x="106422" y="66505"/>
                </a:lnTo>
                <a:lnTo>
                  <a:pt x="106826" y="66457"/>
                </a:lnTo>
                <a:lnTo>
                  <a:pt x="107236" y="66421"/>
                </a:lnTo>
                <a:lnTo>
                  <a:pt x="107655" y="66394"/>
                </a:lnTo>
                <a:lnTo>
                  <a:pt x="108080" y="66378"/>
                </a:lnTo>
                <a:lnTo>
                  <a:pt x="108512" y="66373"/>
                </a:lnTo>
                <a:lnTo>
                  <a:pt x="127102" y="66373"/>
                </a:lnTo>
                <a:lnTo>
                  <a:pt x="127102" y="75600"/>
                </a:lnTo>
                <a:lnTo>
                  <a:pt x="127094" y="76089"/>
                </a:lnTo>
                <a:lnTo>
                  <a:pt x="127070" y="76571"/>
                </a:lnTo>
                <a:lnTo>
                  <a:pt x="127030" y="77046"/>
                </a:lnTo>
                <a:lnTo>
                  <a:pt x="126974" y="77512"/>
                </a:lnTo>
                <a:lnTo>
                  <a:pt x="126901" y="77971"/>
                </a:lnTo>
                <a:lnTo>
                  <a:pt x="126813" y="78423"/>
                </a:lnTo>
                <a:lnTo>
                  <a:pt x="126709" y="78866"/>
                </a:lnTo>
                <a:lnTo>
                  <a:pt x="126589" y="79302"/>
                </a:lnTo>
                <a:lnTo>
                  <a:pt x="126453" y="79731"/>
                </a:lnTo>
                <a:lnTo>
                  <a:pt x="126301" y="80152"/>
                </a:lnTo>
                <a:lnTo>
                  <a:pt x="126132" y="80565"/>
                </a:lnTo>
                <a:lnTo>
                  <a:pt x="125948" y="80970"/>
                </a:lnTo>
                <a:lnTo>
                  <a:pt x="125748" y="81368"/>
                </a:lnTo>
                <a:lnTo>
                  <a:pt x="125532" y="81758"/>
                </a:lnTo>
                <a:lnTo>
                  <a:pt x="125299" y="82141"/>
                </a:lnTo>
                <a:lnTo>
                  <a:pt x="125051" y="82516"/>
                </a:lnTo>
                <a:lnTo>
                  <a:pt x="124787" y="82883"/>
                </a:lnTo>
                <a:lnTo>
                  <a:pt x="124506" y="83243"/>
                </a:lnTo>
                <a:lnTo>
                  <a:pt x="124210" y="83595"/>
                </a:lnTo>
                <a:lnTo>
                  <a:pt x="123897" y="83939"/>
                </a:lnTo>
                <a:lnTo>
                  <a:pt x="123569" y="84276"/>
                </a:lnTo>
                <a:lnTo>
                  <a:pt x="123224" y="84605"/>
                </a:lnTo>
                <a:lnTo>
                  <a:pt x="122864" y="84926"/>
                </a:lnTo>
                <a:lnTo>
                  <a:pt x="122487" y="85240"/>
                </a:lnTo>
                <a:lnTo>
                  <a:pt x="122098" y="85543"/>
                </a:lnTo>
                <a:lnTo>
                  <a:pt x="121700" y="85834"/>
                </a:lnTo>
                <a:lnTo>
                  <a:pt x="121292" y="86111"/>
                </a:lnTo>
                <a:lnTo>
                  <a:pt x="120875" y="86376"/>
                </a:lnTo>
                <a:lnTo>
                  <a:pt x="120449" y="86627"/>
                </a:lnTo>
                <a:lnTo>
                  <a:pt x="120014" y="86866"/>
                </a:lnTo>
                <a:lnTo>
                  <a:pt x="119569" y="87092"/>
                </a:lnTo>
                <a:lnTo>
                  <a:pt x="119114" y="87305"/>
                </a:lnTo>
                <a:lnTo>
                  <a:pt x="118651" y="87505"/>
                </a:lnTo>
                <a:lnTo>
                  <a:pt x="118178" y="87692"/>
                </a:lnTo>
                <a:lnTo>
                  <a:pt x="117696" y="87866"/>
                </a:lnTo>
                <a:lnTo>
                  <a:pt x="117204" y="88028"/>
                </a:lnTo>
                <a:lnTo>
                  <a:pt x="116703" y="88176"/>
                </a:lnTo>
                <a:lnTo>
                  <a:pt x="116193" y="88312"/>
                </a:lnTo>
                <a:lnTo>
                  <a:pt x="115673" y="88434"/>
                </a:lnTo>
                <a:lnTo>
                  <a:pt x="115144" y="88544"/>
                </a:lnTo>
                <a:lnTo>
                  <a:pt x="114606" y="88641"/>
                </a:lnTo>
                <a:lnTo>
                  <a:pt x="114059" y="88725"/>
                </a:lnTo>
                <a:lnTo>
                  <a:pt x="113502" y="88796"/>
                </a:lnTo>
                <a:lnTo>
                  <a:pt x="112936" y="88854"/>
                </a:lnTo>
                <a:lnTo>
                  <a:pt x="112360" y="88899"/>
                </a:lnTo>
                <a:lnTo>
                  <a:pt x="111775" y="88931"/>
                </a:lnTo>
                <a:lnTo>
                  <a:pt x="111181" y="88951"/>
                </a:lnTo>
                <a:lnTo>
                  <a:pt x="110578" y="88957"/>
                </a:lnTo>
                <a:lnTo>
                  <a:pt x="110054" y="88952"/>
                </a:lnTo>
                <a:lnTo>
                  <a:pt x="109541" y="88936"/>
                </a:lnTo>
                <a:lnTo>
                  <a:pt x="109036" y="88909"/>
                </a:lnTo>
                <a:close/>
                <a:moveTo>
                  <a:pt x="282481" y="101785"/>
                </a:moveTo>
                <a:lnTo>
                  <a:pt x="283604" y="101696"/>
                </a:lnTo>
                <a:lnTo>
                  <a:pt x="284707" y="101581"/>
                </a:lnTo>
                <a:lnTo>
                  <a:pt x="285790" y="101440"/>
                </a:lnTo>
                <a:lnTo>
                  <a:pt x="286853" y="101274"/>
                </a:lnTo>
                <a:lnTo>
                  <a:pt x="287896" y="101082"/>
                </a:lnTo>
                <a:lnTo>
                  <a:pt x="288919" y="100865"/>
                </a:lnTo>
                <a:lnTo>
                  <a:pt x="289921" y="100622"/>
                </a:lnTo>
                <a:lnTo>
                  <a:pt x="290904" y="100353"/>
                </a:lnTo>
                <a:lnTo>
                  <a:pt x="291866" y="100059"/>
                </a:lnTo>
                <a:lnTo>
                  <a:pt x="292809" y="99739"/>
                </a:lnTo>
                <a:lnTo>
                  <a:pt x="293731" y="99394"/>
                </a:lnTo>
                <a:lnTo>
                  <a:pt x="294633" y="99023"/>
                </a:lnTo>
                <a:lnTo>
                  <a:pt x="295516" y="98626"/>
                </a:lnTo>
                <a:lnTo>
                  <a:pt x="296378" y="98204"/>
                </a:lnTo>
                <a:lnTo>
                  <a:pt x="297220" y="97757"/>
                </a:lnTo>
                <a:lnTo>
                  <a:pt x="298042" y="97283"/>
                </a:lnTo>
                <a:lnTo>
                  <a:pt x="298843" y="96785"/>
                </a:lnTo>
                <a:lnTo>
                  <a:pt x="299625" y="96260"/>
                </a:lnTo>
                <a:lnTo>
                  <a:pt x="300387" y="95710"/>
                </a:lnTo>
                <a:lnTo>
                  <a:pt x="301128" y="95135"/>
                </a:lnTo>
                <a:lnTo>
                  <a:pt x="301850" y="94534"/>
                </a:lnTo>
                <a:lnTo>
                  <a:pt x="302547" y="93911"/>
                </a:lnTo>
                <a:lnTo>
                  <a:pt x="303217" y="93269"/>
                </a:lnTo>
                <a:lnTo>
                  <a:pt x="303858" y="92609"/>
                </a:lnTo>
                <a:lnTo>
                  <a:pt x="304470" y="91931"/>
                </a:lnTo>
                <a:lnTo>
                  <a:pt x="305055" y="91234"/>
                </a:lnTo>
                <a:lnTo>
                  <a:pt x="305611" y="90519"/>
                </a:lnTo>
                <a:lnTo>
                  <a:pt x="306140" y="89785"/>
                </a:lnTo>
                <a:lnTo>
                  <a:pt x="306640" y="89033"/>
                </a:lnTo>
                <a:lnTo>
                  <a:pt x="307111" y="88263"/>
                </a:lnTo>
                <a:lnTo>
                  <a:pt x="307555" y="87474"/>
                </a:lnTo>
                <a:lnTo>
                  <a:pt x="307970" y="86667"/>
                </a:lnTo>
                <a:lnTo>
                  <a:pt x="308357" y="85841"/>
                </a:lnTo>
                <a:lnTo>
                  <a:pt x="308716" y="84997"/>
                </a:lnTo>
                <a:lnTo>
                  <a:pt x="309047" y="84135"/>
                </a:lnTo>
                <a:lnTo>
                  <a:pt x="309349" y="83254"/>
                </a:lnTo>
                <a:lnTo>
                  <a:pt x="309623" y="82355"/>
                </a:lnTo>
                <a:lnTo>
                  <a:pt x="309869" y="81437"/>
                </a:lnTo>
                <a:lnTo>
                  <a:pt x="310087" y="80501"/>
                </a:lnTo>
                <a:lnTo>
                  <a:pt x="310277" y="79547"/>
                </a:lnTo>
                <a:lnTo>
                  <a:pt x="310438" y="78574"/>
                </a:lnTo>
                <a:lnTo>
                  <a:pt x="310571" y="77583"/>
                </a:lnTo>
                <a:lnTo>
                  <a:pt x="310676" y="76573"/>
                </a:lnTo>
                <a:lnTo>
                  <a:pt x="310753" y="75545"/>
                </a:lnTo>
                <a:lnTo>
                  <a:pt x="310801" y="74499"/>
                </a:lnTo>
                <a:lnTo>
                  <a:pt x="293588" y="74499"/>
                </a:lnTo>
                <a:lnTo>
                  <a:pt x="293548" y="74987"/>
                </a:lnTo>
                <a:lnTo>
                  <a:pt x="293496" y="75467"/>
                </a:lnTo>
                <a:lnTo>
                  <a:pt x="293432" y="75937"/>
                </a:lnTo>
                <a:lnTo>
                  <a:pt x="293357" y="76398"/>
                </a:lnTo>
                <a:lnTo>
                  <a:pt x="293270" y="76849"/>
                </a:lnTo>
                <a:lnTo>
                  <a:pt x="293171" y="77291"/>
                </a:lnTo>
                <a:lnTo>
                  <a:pt x="293060" y="77724"/>
                </a:lnTo>
                <a:lnTo>
                  <a:pt x="292938" y="78148"/>
                </a:lnTo>
                <a:lnTo>
                  <a:pt x="292804" y="78562"/>
                </a:lnTo>
                <a:lnTo>
                  <a:pt x="292658" y="78967"/>
                </a:lnTo>
                <a:lnTo>
                  <a:pt x="292501" y="79362"/>
                </a:lnTo>
                <a:lnTo>
                  <a:pt x="292332" y="79748"/>
                </a:lnTo>
                <a:lnTo>
                  <a:pt x="292151" y="80125"/>
                </a:lnTo>
                <a:lnTo>
                  <a:pt x="291958" y="80493"/>
                </a:lnTo>
                <a:lnTo>
                  <a:pt x="291754" y="80851"/>
                </a:lnTo>
                <a:lnTo>
                  <a:pt x="291538" y="81200"/>
                </a:lnTo>
                <a:lnTo>
                  <a:pt x="291310" y="81540"/>
                </a:lnTo>
                <a:lnTo>
                  <a:pt x="291071" y="81870"/>
                </a:lnTo>
                <a:lnTo>
                  <a:pt x="290819" y="82191"/>
                </a:lnTo>
                <a:lnTo>
                  <a:pt x="290556" y="82502"/>
                </a:lnTo>
                <a:lnTo>
                  <a:pt x="290282" y="82805"/>
                </a:lnTo>
                <a:lnTo>
                  <a:pt x="289995" y="83098"/>
                </a:lnTo>
                <a:lnTo>
                  <a:pt x="289697" y="83381"/>
                </a:lnTo>
                <a:lnTo>
                  <a:pt x="289387" y="83656"/>
                </a:lnTo>
                <a:lnTo>
                  <a:pt x="289067" y="83920"/>
                </a:lnTo>
                <a:lnTo>
                  <a:pt x="288737" y="84173"/>
                </a:lnTo>
                <a:lnTo>
                  <a:pt x="288397" y="84414"/>
                </a:lnTo>
                <a:lnTo>
                  <a:pt x="288047" y="84644"/>
                </a:lnTo>
                <a:lnTo>
                  <a:pt x="287687" y="84863"/>
                </a:lnTo>
                <a:lnTo>
                  <a:pt x="287318" y="85071"/>
                </a:lnTo>
                <a:lnTo>
                  <a:pt x="286938" y="85268"/>
                </a:lnTo>
                <a:lnTo>
                  <a:pt x="286549" y="85453"/>
                </a:lnTo>
                <a:lnTo>
                  <a:pt x="286151" y="85628"/>
                </a:lnTo>
                <a:lnTo>
                  <a:pt x="285742" y="85790"/>
                </a:lnTo>
                <a:lnTo>
                  <a:pt x="285323" y="85942"/>
                </a:lnTo>
                <a:lnTo>
                  <a:pt x="284895" y="86083"/>
                </a:lnTo>
                <a:lnTo>
                  <a:pt x="284457" y="86212"/>
                </a:lnTo>
                <a:lnTo>
                  <a:pt x="284009" y="86330"/>
                </a:lnTo>
                <a:lnTo>
                  <a:pt x="283551" y="86436"/>
                </a:lnTo>
                <a:lnTo>
                  <a:pt x="283084" y="86532"/>
                </a:lnTo>
                <a:lnTo>
                  <a:pt x="282606" y="86616"/>
                </a:lnTo>
                <a:lnTo>
                  <a:pt x="282119" y="86689"/>
                </a:lnTo>
                <a:lnTo>
                  <a:pt x="281622" y="86751"/>
                </a:lnTo>
                <a:lnTo>
                  <a:pt x="281116" y="86802"/>
                </a:lnTo>
                <a:lnTo>
                  <a:pt x="280599" y="86841"/>
                </a:lnTo>
                <a:lnTo>
                  <a:pt x="280073" y="86869"/>
                </a:lnTo>
                <a:lnTo>
                  <a:pt x="279537" y="86886"/>
                </a:lnTo>
                <a:lnTo>
                  <a:pt x="278991" y="86892"/>
                </a:lnTo>
                <a:lnTo>
                  <a:pt x="278422" y="86885"/>
                </a:lnTo>
                <a:lnTo>
                  <a:pt x="277863" y="86865"/>
                </a:lnTo>
                <a:lnTo>
                  <a:pt x="277315" y="86831"/>
                </a:lnTo>
                <a:lnTo>
                  <a:pt x="276776" y="86784"/>
                </a:lnTo>
                <a:lnTo>
                  <a:pt x="276248" y="86724"/>
                </a:lnTo>
                <a:lnTo>
                  <a:pt x="275729" y="86651"/>
                </a:lnTo>
                <a:lnTo>
                  <a:pt x="275221" y="86564"/>
                </a:lnTo>
                <a:lnTo>
                  <a:pt x="274723" y="86463"/>
                </a:lnTo>
                <a:lnTo>
                  <a:pt x="274234" y="86349"/>
                </a:lnTo>
                <a:lnTo>
                  <a:pt x="273756" y="86222"/>
                </a:lnTo>
                <a:lnTo>
                  <a:pt x="273288" y="86082"/>
                </a:lnTo>
                <a:lnTo>
                  <a:pt x="272829" y="85928"/>
                </a:lnTo>
                <a:lnTo>
                  <a:pt x="272381" y="85760"/>
                </a:lnTo>
                <a:lnTo>
                  <a:pt x="271943" y="85580"/>
                </a:lnTo>
                <a:lnTo>
                  <a:pt x="271515" y="85385"/>
                </a:lnTo>
                <a:lnTo>
                  <a:pt x="271097" y="85178"/>
                </a:lnTo>
                <a:lnTo>
                  <a:pt x="270689" y="84957"/>
                </a:lnTo>
                <a:lnTo>
                  <a:pt x="270290" y="84723"/>
                </a:lnTo>
                <a:lnTo>
                  <a:pt x="269902" y="84475"/>
                </a:lnTo>
                <a:lnTo>
                  <a:pt x="269524" y="84214"/>
                </a:lnTo>
                <a:lnTo>
                  <a:pt x="269156" y="83939"/>
                </a:lnTo>
                <a:lnTo>
                  <a:pt x="268798" y="83652"/>
                </a:lnTo>
                <a:lnTo>
                  <a:pt x="268451" y="83350"/>
                </a:lnTo>
                <a:lnTo>
                  <a:pt x="268113" y="83036"/>
                </a:lnTo>
                <a:lnTo>
                  <a:pt x="267787" y="82709"/>
                </a:lnTo>
                <a:lnTo>
                  <a:pt x="267475" y="82371"/>
                </a:lnTo>
                <a:lnTo>
                  <a:pt x="267177" y="82022"/>
                </a:lnTo>
                <a:lnTo>
                  <a:pt x="266893" y="81663"/>
                </a:lnTo>
                <a:lnTo>
                  <a:pt x="266622" y="81292"/>
                </a:lnTo>
                <a:lnTo>
                  <a:pt x="266366" y="80910"/>
                </a:lnTo>
                <a:lnTo>
                  <a:pt x="266123" y="80517"/>
                </a:lnTo>
                <a:lnTo>
                  <a:pt x="265895" y="80113"/>
                </a:lnTo>
                <a:lnTo>
                  <a:pt x="265680" y="79699"/>
                </a:lnTo>
                <a:lnTo>
                  <a:pt x="265479" y="79273"/>
                </a:lnTo>
                <a:lnTo>
                  <a:pt x="265292" y="78836"/>
                </a:lnTo>
                <a:lnTo>
                  <a:pt x="265118" y="78388"/>
                </a:lnTo>
                <a:lnTo>
                  <a:pt x="264959" y="77930"/>
                </a:lnTo>
                <a:lnTo>
                  <a:pt x="264813" y="77460"/>
                </a:lnTo>
                <a:lnTo>
                  <a:pt x="264682" y="76979"/>
                </a:lnTo>
                <a:lnTo>
                  <a:pt x="264564" y="76487"/>
                </a:lnTo>
                <a:lnTo>
                  <a:pt x="264460" y="75985"/>
                </a:lnTo>
                <a:lnTo>
                  <a:pt x="264370" y="75471"/>
                </a:lnTo>
                <a:lnTo>
                  <a:pt x="264294" y="74946"/>
                </a:lnTo>
                <a:lnTo>
                  <a:pt x="264231" y="74411"/>
                </a:lnTo>
                <a:lnTo>
                  <a:pt x="264183" y="73864"/>
                </a:lnTo>
                <a:lnTo>
                  <a:pt x="264148" y="73306"/>
                </a:lnTo>
                <a:lnTo>
                  <a:pt x="264127" y="72738"/>
                </a:lnTo>
                <a:lnTo>
                  <a:pt x="264120" y="72158"/>
                </a:lnTo>
                <a:lnTo>
                  <a:pt x="264120" y="53016"/>
                </a:lnTo>
                <a:lnTo>
                  <a:pt x="264127" y="52436"/>
                </a:lnTo>
                <a:lnTo>
                  <a:pt x="264148" y="51868"/>
                </a:lnTo>
                <a:lnTo>
                  <a:pt x="264183" y="51311"/>
                </a:lnTo>
                <a:lnTo>
                  <a:pt x="264231" y="50765"/>
                </a:lnTo>
                <a:lnTo>
                  <a:pt x="264294" y="50230"/>
                </a:lnTo>
                <a:lnTo>
                  <a:pt x="264370" y="49707"/>
                </a:lnTo>
                <a:lnTo>
                  <a:pt x="264460" y="49195"/>
                </a:lnTo>
                <a:lnTo>
                  <a:pt x="264564" y="48694"/>
                </a:lnTo>
                <a:lnTo>
                  <a:pt x="264682" y="48204"/>
                </a:lnTo>
                <a:lnTo>
                  <a:pt x="264813" y="47726"/>
                </a:lnTo>
                <a:lnTo>
                  <a:pt x="264959" y="47258"/>
                </a:lnTo>
                <a:lnTo>
                  <a:pt x="265118" y="46802"/>
                </a:lnTo>
                <a:lnTo>
                  <a:pt x="265292" y="46358"/>
                </a:lnTo>
                <a:lnTo>
                  <a:pt x="265479" y="45924"/>
                </a:lnTo>
                <a:lnTo>
                  <a:pt x="265680" y="45502"/>
                </a:lnTo>
                <a:lnTo>
                  <a:pt x="265895" y="45091"/>
                </a:lnTo>
                <a:lnTo>
                  <a:pt x="266123" y="44691"/>
                </a:lnTo>
                <a:lnTo>
                  <a:pt x="266366" y="44303"/>
                </a:lnTo>
                <a:lnTo>
                  <a:pt x="266622" y="43925"/>
                </a:lnTo>
                <a:lnTo>
                  <a:pt x="266893" y="43559"/>
                </a:lnTo>
                <a:lnTo>
                  <a:pt x="267177" y="43204"/>
                </a:lnTo>
                <a:lnTo>
                  <a:pt x="267475" y="42861"/>
                </a:lnTo>
                <a:lnTo>
                  <a:pt x="267787" y="42528"/>
                </a:lnTo>
                <a:lnTo>
                  <a:pt x="268113" y="42207"/>
                </a:lnTo>
                <a:lnTo>
                  <a:pt x="268451" y="41898"/>
                </a:lnTo>
                <a:lnTo>
                  <a:pt x="268798" y="41602"/>
                </a:lnTo>
                <a:lnTo>
                  <a:pt x="269156" y="41319"/>
                </a:lnTo>
                <a:lnTo>
                  <a:pt x="269524" y="41050"/>
                </a:lnTo>
                <a:lnTo>
                  <a:pt x="269902" y="40793"/>
                </a:lnTo>
                <a:lnTo>
                  <a:pt x="270290" y="40550"/>
                </a:lnTo>
                <a:lnTo>
                  <a:pt x="270689" y="40319"/>
                </a:lnTo>
                <a:lnTo>
                  <a:pt x="271097" y="40102"/>
                </a:lnTo>
                <a:lnTo>
                  <a:pt x="271515" y="39898"/>
                </a:lnTo>
                <a:lnTo>
                  <a:pt x="271943" y="39708"/>
                </a:lnTo>
                <a:lnTo>
                  <a:pt x="272381" y="39530"/>
                </a:lnTo>
                <a:lnTo>
                  <a:pt x="272829" y="39366"/>
                </a:lnTo>
                <a:lnTo>
                  <a:pt x="273288" y="39214"/>
                </a:lnTo>
                <a:lnTo>
                  <a:pt x="273756" y="39076"/>
                </a:lnTo>
                <a:lnTo>
                  <a:pt x="274234" y="38951"/>
                </a:lnTo>
                <a:lnTo>
                  <a:pt x="274723" y="38840"/>
                </a:lnTo>
                <a:lnTo>
                  <a:pt x="275221" y="38741"/>
                </a:lnTo>
                <a:lnTo>
                  <a:pt x="275729" y="38655"/>
                </a:lnTo>
                <a:lnTo>
                  <a:pt x="276248" y="38583"/>
                </a:lnTo>
                <a:lnTo>
                  <a:pt x="276776" y="38524"/>
                </a:lnTo>
                <a:lnTo>
                  <a:pt x="277315" y="38478"/>
                </a:lnTo>
                <a:lnTo>
                  <a:pt x="277863" y="38445"/>
                </a:lnTo>
                <a:lnTo>
                  <a:pt x="278422" y="38425"/>
                </a:lnTo>
                <a:lnTo>
                  <a:pt x="278991" y="38419"/>
                </a:lnTo>
                <a:lnTo>
                  <a:pt x="279537" y="38424"/>
                </a:lnTo>
                <a:lnTo>
                  <a:pt x="280073" y="38441"/>
                </a:lnTo>
                <a:lnTo>
                  <a:pt x="280599" y="38469"/>
                </a:lnTo>
                <a:lnTo>
                  <a:pt x="281116" y="38508"/>
                </a:lnTo>
                <a:lnTo>
                  <a:pt x="281622" y="38559"/>
                </a:lnTo>
                <a:lnTo>
                  <a:pt x="282119" y="38621"/>
                </a:lnTo>
                <a:lnTo>
                  <a:pt x="282606" y="38694"/>
                </a:lnTo>
                <a:lnTo>
                  <a:pt x="283084" y="38778"/>
                </a:lnTo>
                <a:lnTo>
                  <a:pt x="283551" y="38874"/>
                </a:lnTo>
                <a:lnTo>
                  <a:pt x="284009" y="38980"/>
                </a:lnTo>
                <a:lnTo>
                  <a:pt x="284457" y="39098"/>
                </a:lnTo>
                <a:lnTo>
                  <a:pt x="284895" y="39228"/>
                </a:lnTo>
                <a:lnTo>
                  <a:pt x="285323" y="39368"/>
                </a:lnTo>
                <a:lnTo>
                  <a:pt x="285742" y="39520"/>
                </a:lnTo>
                <a:lnTo>
                  <a:pt x="286151" y="39683"/>
                </a:lnTo>
                <a:lnTo>
                  <a:pt x="286549" y="39857"/>
                </a:lnTo>
                <a:lnTo>
                  <a:pt x="286938" y="40042"/>
                </a:lnTo>
                <a:lnTo>
                  <a:pt x="287318" y="40239"/>
                </a:lnTo>
                <a:lnTo>
                  <a:pt x="287687" y="40447"/>
                </a:lnTo>
                <a:lnTo>
                  <a:pt x="288047" y="40666"/>
                </a:lnTo>
                <a:lnTo>
                  <a:pt x="288397" y="40896"/>
                </a:lnTo>
                <a:lnTo>
                  <a:pt x="288737" y="41138"/>
                </a:lnTo>
                <a:lnTo>
                  <a:pt x="289067" y="41390"/>
                </a:lnTo>
                <a:lnTo>
                  <a:pt x="289387" y="41654"/>
                </a:lnTo>
                <a:lnTo>
                  <a:pt x="289697" y="41929"/>
                </a:lnTo>
                <a:lnTo>
                  <a:pt x="289995" y="42212"/>
                </a:lnTo>
                <a:lnTo>
                  <a:pt x="290282" y="42505"/>
                </a:lnTo>
                <a:lnTo>
                  <a:pt x="290556" y="42808"/>
                </a:lnTo>
                <a:lnTo>
                  <a:pt x="290819" y="43119"/>
                </a:lnTo>
                <a:lnTo>
                  <a:pt x="291071" y="43440"/>
                </a:lnTo>
                <a:lnTo>
                  <a:pt x="291310" y="43771"/>
                </a:lnTo>
                <a:lnTo>
                  <a:pt x="291538" y="44110"/>
                </a:lnTo>
                <a:lnTo>
                  <a:pt x="291754" y="44459"/>
                </a:lnTo>
                <a:lnTo>
                  <a:pt x="291958" y="44818"/>
                </a:lnTo>
                <a:lnTo>
                  <a:pt x="292151" y="45185"/>
                </a:lnTo>
                <a:lnTo>
                  <a:pt x="292332" y="45562"/>
                </a:lnTo>
                <a:lnTo>
                  <a:pt x="292501" y="45949"/>
                </a:lnTo>
                <a:lnTo>
                  <a:pt x="292658" y="46344"/>
                </a:lnTo>
                <a:lnTo>
                  <a:pt x="292804" y="46749"/>
                </a:lnTo>
                <a:lnTo>
                  <a:pt x="292938" y="47163"/>
                </a:lnTo>
                <a:lnTo>
                  <a:pt x="293060" y="47587"/>
                </a:lnTo>
                <a:lnTo>
                  <a:pt x="293171" y="48020"/>
                </a:lnTo>
                <a:lnTo>
                  <a:pt x="293270" y="48462"/>
                </a:lnTo>
                <a:lnTo>
                  <a:pt x="293357" y="48914"/>
                </a:lnTo>
                <a:lnTo>
                  <a:pt x="293432" y="49375"/>
                </a:lnTo>
                <a:lnTo>
                  <a:pt x="293496" y="49845"/>
                </a:lnTo>
                <a:lnTo>
                  <a:pt x="293548" y="50325"/>
                </a:lnTo>
                <a:lnTo>
                  <a:pt x="293588" y="50814"/>
                </a:lnTo>
                <a:lnTo>
                  <a:pt x="310801" y="50814"/>
                </a:lnTo>
                <a:lnTo>
                  <a:pt x="310753" y="49767"/>
                </a:lnTo>
                <a:lnTo>
                  <a:pt x="310676" y="48739"/>
                </a:lnTo>
                <a:lnTo>
                  <a:pt x="310571" y="47729"/>
                </a:lnTo>
                <a:lnTo>
                  <a:pt x="310438" y="46738"/>
                </a:lnTo>
                <a:lnTo>
                  <a:pt x="310277" y="45765"/>
                </a:lnTo>
                <a:lnTo>
                  <a:pt x="310087" y="44810"/>
                </a:lnTo>
                <a:lnTo>
                  <a:pt x="309869" y="43874"/>
                </a:lnTo>
                <a:lnTo>
                  <a:pt x="309623" y="42956"/>
                </a:lnTo>
                <a:lnTo>
                  <a:pt x="309349" y="42057"/>
                </a:lnTo>
                <a:lnTo>
                  <a:pt x="309047" y="41176"/>
                </a:lnTo>
                <a:lnTo>
                  <a:pt x="308716" y="40313"/>
                </a:lnTo>
                <a:lnTo>
                  <a:pt x="308357" y="39469"/>
                </a:lnTo>
                <a:lnTo>
                  <a:pt x="307970" y="38644"/>
                </a:lnTo>
                <a:lnTo>
                  <a:pt x="307555" y="37836"/>
                </a:lnTo>
                <a:lnTo>
                  <a:pt x="307111" y="37047"/>
                </a:lnTo>
                <a:lnTo>
                  <a:pt x="306640" y="36277"/>
                </a:lnTo>
                <a:lnTo>
                  <a:pt x="306140" y="35525"/>
                </a:lnTo>
                <a:lnTo>
                  <a:pt x="305611" y="34791"/>
                </a:lnTo>
                <a:lnTo>
                  <a:pt x="305055" y="34076"/>
                </a:lnTo>
                <a:lnTo>
                  <a:pt x="304470" y="33379"/>
                </a:lnTo>
                <a:lnTo>
                  <a:pt x="303858" y="32701"/>
                </a:lnTo>
                <a:lnTo>
                  <a:pt x="303217" y="32041"/>
                </a:lnTo>
                <a:lnTo>
                  <a:pt x="302547" y="31400"/>
                </a:lnTo>
                <a:lnTo>
                  <a:pt x="301850" y="30776"/>
                </a:lnTo>
                <a:lnTo>
                  <a:pt x="301128" y="30175"/>
                </a:lnTo>
                <a:lnTo>
                  <a:pt x="300387" y="29600"/>
                </a:lnTo>
                <a:lnTo>
                  <a:pt x="299625" y="29050"/>
                </a:lnTo>
                <a:lnTo>
                  <a:pt x="298843" y="28526"/>
                </a:lnTo>
                <a:lnTo>
                  <a:pt x="298042" y="28027"/>
                </a:lnTo>
                <a:lnTo>
                  <a:pt x="297220" y="27553"/>
                </a:lnTo>
                <a:lnTo>
                  <a:pt x="296378" y="27106"/>
                </a:lnTo>
                <a:lnTo>
                  <a:pt x="295516" y="26684"/>
                </a:lnTo>
                <a:lnTo>
                  <a:pt x="294633" y="26287"/>
                </a:lnTo>
                <a:lnTo>
                  <a:pt x="293731" y="25916"/>
                </a:lnTo>
                <a:lnTo>
                  <a:pt x="292809" y="25571"/>
                </a:lnTo>
                <a:lnTo>
                  <a:pt x="291866" y="25251"/>
                </a:lnTo>
                <a:lnTo>
                  <a:pt x="290904" y="24957"/>
                </a:lnTo>
                <a:lnTo>
                  <a:pt x="289921" y="24689"/>
                </a:lnTo>
                <a:lnTo>
                  <a:pt x="288919" y="24446"/>
                </a:lnTo>
                <a:lnTo>
                  <a:pt x="287896" y="24228"/>
                </a:lnTo>
                <a:lnTo>
                  <a:pt x="286853" y="24036"/>
                </a:lnTo>
                <a:lnTo>
                  <a:pt x="285790" y="23870"/>
                </a:lnTo>
                <a:lnTo>
                  <a:pt x="284707" y="23729"/>
                </a:lnTo>
                <a:lnTo>
                  <a:pt x="283604" y="23614"/>
                </a:lnTo>
                <a:lnTo>
                  <a:pt x="282481" y="23525"/>
                </a:lnTo>
                <a:lnTo>
                  <a:pt x="281337" y="23461"/>
                </a:lnTo>
                <a:lnTo>
                  <a:pt x="280174" y="23422"/>
                </a:lnTo>
                <a:lnTo>
                  <a:pt x="278991" y="23410"/>
                </a:lnTo>
                <a:lnTo>
                  <a:pt x="278192" y="23416"/>
                </a:lnTo>
                <a:lnTo>
                  <a:pt x="277401" y="23435"/>
                </a:lnTo>
                <a:lnTo>
                  <a:pt x="276619" y="23467"/>
                </a:lnTo>
                <a:lnTo>
                  <a:pt x="275845" y="23511"/>
                </a:lnTo>
                <a:lnTo>
                  <a:pt x="275079" y="23568"/>
                </a:lnTo>
                <a:lnTo>
                  <a:pt x="274322" y="23638"/>
                </a:lnTo>
                <a:lnTo>
                  <a:pt x="273573" y="23720"/>
                </a:lnTo>
                <a:lnTo>
                  <a:pt x="272833" y="23815"/>
                </a:lnTo>
                <a:lnTo>
                  <a:pt x="272101" y="23923"/>
                </a:lnTo>
                <a:lnTo>
                  <a:pt x="271377" y="24043"/>
                </a:lnTo>
                <a:lnTo>
                  <a:pt x="270661" y="24176"/>
                </a:lnTo>
                <a:lnTo>
                  <a:pt x="269954" y="24322"/>
                </a:lnTo>
                <a:lnTo>
                  <a:pt x="269256" y="24480"/>
                </a:lnTo>
                <a:lnTo>
                  <a:pt x="268565" y="24652"/>
                </a:lnTo>
                <a:lnTo>
                  <a:pt x="267883" y="24835"/>
                </a:lnTo>
                <a:lnTo>
                  <a:pt x="267210" y="25032"/>
                </a:lnTo>
                <a:lnTo>
                  <a:pt x="266545" y="25241"/>
                </a:lnTo>
                <a:lnTo>
                  <a:pt x="265888" y="25463"/>
                </a:lnTo>
                <a:lnTo>
                  <a:pt x="265239" y="25697"/>
                </a:lnTo>
                <a:lnTo>
                  <a:pt x="264599" y="25944"/>
                </a:lnTo>
                <a:lnTo>
                  <a:pt x="263967" y="26204"/>
                </a:lnTo>
                <a:lnTo>
                  <a:pt x="263344" y="26476"/>
                </a:lnTo>
                <a:lnTo>
                  <a:pt x="262729" y="26762"/>
                </a:lnTo>
                <a:lnTo>
                  <a:pt x="262122" y="27059"/>
                </a:lnTo>
                <a:lnTo>
                  <a:pt x="261525" y="27369"/>
                </a:lnTo>
                <a:lnTo>
                  <a:pt x="260940" y="27688"/>
                </a:lnTo>
                <a:lnTo>
                  <a:pt x="260366" y="28018"/>
                </a:lnTo>
                <a:lnTo>
                  <a:pt x="259803" y="28358"/>
                </a:lnTo>
                <a:lnTo>
                  <a:pt x="259251" y="28708"/>
                </a:lnTo>
                <a:lnTo>
                  <a:pt x="258710" y="29068"/>
                </a:lnTo>
                <a:lnTo>
                  <a:pt x="258181" y="29439"/>
                </a:lnTo>
                <a:lnTo>
                  <a:pt x="257663" y="29820"/>
                </a:lnTo>
                <a:lnTo>
                  <a:pt x="257156" y="30212"/>
                </a:lnTo>
                <a:lnTo>
                  <a:pt x="256660" y="30614"/>
                </a:lnTo>
                <a:lnTo>
                  <a:pt x="256176" y="31026"/>
                </a:lnTo>
                <a:lnTo>
                  <a:pt x="255702" y="31448"/>
                </a:lnTo>
                <a:lnTo>
                  <a:pt x="255240" y="31880"/>
                </a:lnTo>
                <a:lnTo>
                  <a:pt x="254790" y="32323"/>
                </a:lnTo>
                <a:lnTo>
                  <a:pt x="254350" y="32776"/>
                </a:lnTo>
                <a:lnTo>
                  <a:pt x="253922" y="33240"/>
                </a:lnTo>
                <a:lnTo>
                  <a:pt x="253505" y="33714"/>
                </a:lnTo>
                <a:lnTo>
                  <a:pt x="253099" y="34198"/>
                </a:lnTo>
                <a:lnTo>
                  <a:pt x="252704" y="34692"/>
                </a:lnTo>
                <a:lnTo>
                  <a:pt x="252321" y="35196"/>
                </a:lnTo>
                <a:lnTo>
                  <a:pt x="251949" y="35711"/>
                </a:lnTo>
                <a:lnTo>
                  <a:pt x="251588" y="36236"/>
                </a:lnTo>
                <a:lnTo>
                  <a:pt x="251238" y="36772"/>
                </a:lnTo>
                <a:lnTo>
                  <a:pt x="250900" y="37318"/>
                </a:lnTo>
                <a:lnTo>
                  <a:pt x="250574" y="37873"/>
                </a:lnTo>
                <a:lnTo>
                  <a:pt x="250262" y="38437"/>
                </a:lnTo>
                <a:lnTo>
                  <a:pt x="249964" y="39011"/>
                </a:lnTo>
                <a:lnTo>
                  <a:pt x="249680" y="39594"/>
                </a:lnTo>
                <a:lnTo>
                  <a:pt x="249409" y="40185"/>
                </a:lnTo>
                <a:lnTo>
                  <a:pt x="249153" y="40786"/>
                </a:lnTo>
                <a:lnTo>
                  <a:pt x="248910" y="41396"/>
                </a:lnTo>
                <a:lnTo>
                  <a:pt x="248682" y="42015"/>
                </a:lnTo>
                <a:lnTo>
                  <a:pt x="248467" y="42643"/>
                </a:lnTo>
                <a:lnTo>
                  <a:pt x="248266" y="43280"/>
                </a:lnTo>
                <a:lnTo>
                  <a:pt x="248079" y="43927"/>
                </a:lnTo>
                <a:lnTo>
                  <a:pt x="247905" y="44582"/>
                </a:lnTo>
                <a:lnTo>
                  <a:pt x="247746" y="45246"/>
                </a:lnTo>
                <a:lnTo>
                  <a:pt x="247600" y="45920"/>
                </a:lnTo>
                <a:lnTo>
                  <a:pt x="247469" y="46602"/>
                </a:lnTo>
                <a:lnTo>
                  <a:pt x="247351" y="47294"/>
                </a:lnTo>
                <a:lnTo>
                  <a:pt x="247247" y="47995"/>
                </a:lnTo>
                <a:lnTo>
                  <a:pt x="247157" y="48705"/>
                </a:lnTo>
                <a:lnTo>
                  <a:pt x="247080" y="49424"/>
                </a:lnTo>
                <a:lnTo>
                  <a:pt x="247018" y="50152"/>
                </a:lnTo>
                <a:lnTo>
                  <a:pt x="246970" y="50889"/>
                </a:lnTo>
                <a:lnTo>
                  <a:pt x="246935" y="51635"/>
                </a:lnTo>
                <a:lnTo>
                  <a:pt x="246914" y="52390"/>
                </a:lnTo>
                <a:lnTo>
                  <a:pt x="246907" y="53154"/>
                </a:lnTo>
                <a:lnTo>
                  <a:pt x="246907" y="72158"/>
                </a:lnTo>
                <a:lnTo>
                  <a:pt x="246914" y="72911"/>
                </a:lnTo>
                <a:lnTo>
                  <a:pt x="246935" y="73656"/>
                </a:lnTo>
                <a:lnTo>
                  <a:pt x="246970" y="74392"/>
                </a:lnTo>
                <a:lnTo>
                  <a:pt x="247018" y="75120"/>
                </a:lnTo>
                <a:lnTo>
                  <a:pt x="247080" y="75840"/>
                </a:lnTo>
                <a:lnTo>
                  <a:pt x="247157" y="76551"/>
                </a:lnTo>
                <a:lnTo>
                  <a:pt x="247247" y="77254"/>
                </a:lnTo>
                <a:lnTo>
                  <a:pt x="247351" y="77949"/>
                </a:lnTo>
                <a:lnTo>
                  <a:pt x="247469" y="78635"/>
                </a:lnTo>
                <a:lnTo>
                  <a:pt x="247600" y="79313"/>
                </a:lnTo>
                <a:lnTo>
                  <a:pt x="247746" y="79982"/>
                </a:lnTo>
                <a:lnTo>
                  <a:pt x="247905" y="80644"/>
                </a:lnTo>
                <a:lnTo>
                  <a:pt x="248079" y="81296"/>
                </a:lnTo>
                <a:lnTo>
                  <a:pt x="248266" y="81941"/>
                </a:lnTo>
                <a:lnTo>
                  <a:pt x="248467" y="82577"/>
                </a:lnTo>
                <a:lnTo>
                  <a:pt x="248682" y="83205"/>
                </a:lnTo>
                <a:lnTo>
                  <a:pt x="248910" y="83824"/>
                </a:lnTo>
                <a:lnTo>
                  <a:pt x="249153" y="84435"/>
                </a:lnTo>
                <a:lnTo>
                  <a:pt x="249409" y="85038"/>
                </a:lnTo>
                <a:lnTo>
                  <a:pt x="249680" y="85632"/>
                </a:lnTo>
                <a:lnTo>
                  <a:pt x="249964" y="86218"/>
                </a:lnTo>
                <a:lnTo>
                  <a:pt x="250262" y="86795"/>
                </a:lnTo>
                <a:lnTo>
                  <a:pt x="250574" y="87365"/>
                </a:lnTo>
                <a:lnTo>
                  <a:pt x="250900" y="87925"/>
                </a:lnTo>
                <a:lnTo>
                  <a:pt x="251238" y="88477"/>
                </a:lnTo>
                <a:lnTo>
                  <a:pt x="251588" y="89017"/>
                </a:lnTo>
                <a:lnTo>
                  <a:pt x="251949" y="89547"/>
                </a:lnTo>
                <a:lnTo>
                  <a:pt x="252321" y="90067"/>
                </a:lnTo>
                <a:lnTo>
                  <a:pt x="252704" y="90576"/>
                </a:lnTo>
                <a:lnTo>
                  <a:pt x="253099" y="91075"/>
                </a:lnTo>
                <a:lnTo>
                  <a:pt x="253505" y="91563"/>
                </a:lnTo>
                <a:lnTo>
                  <a:pt x="253922" y="92041"/>
                </a:lnTo>
                <a:lnTo>
                  <a:pt x="254350" y="92508"/>
                </a:lnTo>
                <a:lnTo>
                  <a:pt x="254790" y="92964"/>
                </a:lnTo>
                <a:lnTo>
                  <a:pt x="255240" y="93410"/>
                </a:lnTo>
                <a:lnTo>
                  <a:pt x="255702" y="93846"/>
                </a:lnTo>
                <a:lnTo>
                  <a:pt x="256176" y="94271"/>
                </a:lnTo>
                <a:lnTo>
                  <a:pt x="256660" y="94686"/>
                </a:lnTo>
                <a:lnTo>
                  <a:pt x="257156" y="95090"/>
                </a:lnTo>
                <a:lnTo>
                  <a:pt x="257663" y="95483"/>
                </a:lnTo>
                <a:lnTo>
                  <a:pt x="258181" y="95866"/>
                </a:lnTo>
                <a:lnTo>
                  <a:pt x="258710" y="96239"/>
                </a:lnTo>
                <a:lnTo>
                  <a:pt x="259251" y="96601"/>
                </a:lnTo>
                <a:lnTo>
                  <a:pt x="259803" y="96952"/>
                </a:lnTo>
                <a:lnTo>
                  <a:pt x="260366" y="97293"/>
                </a:lnTo>
                <a:lnTo>
                  <a:pt x="260940" y="97623"/>
                </a:lnTo>
                <a:lnTo>
                  <a:pt x="261525" y="97943"/>
                </a:lnTo>
                <a:lnTo>
                  <a:pt x="262122" y="98253"/>
                </a:lnTo>
                <a:lnTo>
                  <a:pt x="262729" y="98550"/>
                </a:lnTo>
                <a:lnTo>
                  <a:pt x="263344" y="98835"/>
                </a:lnTo>
                <a:lnTo>
                  <a:pt x="263967" y="99108"/>
                </a:lnTo>
                <a:lnTo>
                  <a:pt x="264599" y="99367"/>
                </a:lnTo>
                <a:lnTo>
                  <a:pt x="265239" y="99614"/>
                </a:lnTo>
                <a:lnTo>
                  <a:pt x="265888" y="99849"/>
                </a:lnTo>
                <a:lnTo>
                  <a:pt x="266545" y="100070"/>
                </a:lnTo>
                <a:lnTo>
                  <a:pt x="267210" y="100279"/>
                </a:lnTo>
                <a:lnTo>
                  <a:pt x="267883" y="100476"/>
                </a:lnTo>
                <a:lnTo>
                  <a:pt x="268565" y="100659"/>
                </a:lnTo>
                <a:lnTo>
                  <a:pt x="269256" y="100830"/>
                </a:lnTo>
                <a:lnTo>
                  <a:pt x="269954" y="100989"/>
                </a:lnTo>
                <a:lnTo>
                  <a:pt x="270661" y="101134"/>
                </a:lnTo>
                <a:lnTo>
                  <a:pt x="271377" y="101267"/>
                </a:lnTo>
                <a:lnTo>
                  <a:pt x="272101" y="101388"/>
                </a:lnTo>
                <a:lnTo>
                  <a:pt x="272833" y="101495"/>
                </a:lnTo>
                <a:lnTo>
                  <a:pt x="273573" y="101590"/>
                </a:lnTo>
                <a:lnTo>
                  <a:pt x="274322" y="101673"/>
                </a:lnTo>
                <a:lnTo>
                  <a:pt x="275079" y="101742"/>
                </a:lnTo>
                <a:lnTo>
                  <a:pt x="275845" y="101799"/>
                </a:lnTo>
                <a:lnTo>
                  <a:pt x="276619" y="101844"/>
                </a:lnTo>
                <a:lnTo>
                  <a:pt x="277401" y="101875"/>
                </a:lnTo>
                <a:lnTo>
                  <a:pt x="278192" y="101894"/>
                </a:lnTo>
                <a:lnTo>
                  <a:pt x="278991" y="101901"/>
                </a:lnTo>
                <a:lnTo>
                  <a:pt x="280174" y="101888"/>
                </a:lnTo>
                <a:lnTo>
                  <a:pt x="281337" y="101849"/>
                </a:lnTo>
                <a:lnTo>
                  <a:pt x="282481" y="1017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0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2ccd0293844297"/>
          <a:stretch xmlns:a="http://schemas.openxmlformats.org/drawingml/2006/main"/>
        </p:blipFill>
        <p:spPr>
          <a:xfrm xmlns:a="http://schemas.openxmlformats.org/drawingml/2006/main">
            <a:off x="5692821" y="4797955"/>
            <a:ext cx="1527180" cy="524256"/>
          </a:xfrm>
          <a:prstGeom xmlns:a="http://schemas.openxmlformats.org/drawingml/2006/main" prst="rect">
            <a:avLst/>
          </a:prstGeom>
        </p:spPr>
      </p:pic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42CF8C-A928-40B2-8B58-F4BCD487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6076" y="4866807"/>
            <a:ext cx="1320669" cy="317698"/>
          </a:xfrm>
          <a:custGeom xmlns:a="http://schemas.openxmlformats.org/drawingml/2006/main">
            <a:pathLst>
              <a:path w="1320669" h="317698">
                <a:moveTo>
                  <a:pt x="0" y="13451"/>
                </a:moveTo>
                <a:lnTo>
                  <a:pt x="0" y="13451"/>
                </a:lnTo>
                <a:cubicBezTo>
                  <a:pt x="0" y="6022"/>
                  <a:pt x="6022" y="0"/>
                  <a:pt x="13451" y="0"/>
                </a:cubicBezTo>
                <a:lnTo>
                  <a:pt x="1307218" y="0"/>
                </a:lnTo>
                <a:cubicBezTo>
                  <a:pt x="1310785" y="0"/>
                  <a:pt x="1314206" y="1417"/>
                  <a:pt x="1316729" y="3940"/>
                </a:cubicBezTo>
                <a:cubicBezTo>
                  <a:pt x="1319252" y="6462"/>
                  <a:pt x="1320669" y="9884"/>
                  <a:pt x="1320669" y="13451"/>
                </a:cubicBezTo>
                <a:lnTo>
                  <a:pt x="1320669" y="304247"/>
                </a:lnTo>
                <a:cubicBezTo>
                  <a:pt x="1320669" y="311675"/>
                  <a:pt x="1314646" y="317698"/>
                  <a:pt x="1307218" y="317698"/>
                </a:cubicBezTo>
                <a:lnTo>
                  <a:pt x="13451" y="317698"/>
                </a:lnTo>
                <a:cubicBezTo>
                  <a:pt x="6022" y="317698"/>
                  <a:pt x="0" y="311675"/>
                  <a:pt x="0" y="304247"/>
                </a:cubicBezTo>
                <a:lnTo>
                  <a:pt x="0" y="1345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BAF53C-BE2E-4735-8C21-FF8C47E7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739" y="4791042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BAE4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CF8299-34CD-4E3C-8629-594784AE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8459" y="4791042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BAE4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7E8644-444E-484D-ABB1-D62EC229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8" y="4791042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514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82A396-7CB7-401B-82CE-C1CA7943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898" y="4791042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514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E9173B-84CA-4965-ACD9-669ECF5F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5618" y="4791042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E3AD89-20AC-4C48-AC88-F7815592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566" y="4592323"/>
            <a:ext cx="1049596" cy="445102"/>
          </a:xfrm>
          <a:custGeom xmlns:a="http://schemas.openxmlformats.org/drawingml/2006/main">
            <a:pathLst>
              <a:path w="1049596" h="445102">
                <a:moveTo>
                  <a:pt x="0" y="0"/>
                </a:moveTo>
                <a:lnTo>
                  <a:pt x="1049596" y="0"/>
                </a:lnTo>
                <a:lnTo>
                  <a:pt x="1049596" y="445102"/>
                </a:lnTo>
                <a:lnTo>
                  <a:pt x="0" y="44510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" name="Text +12">
            <a:extLst xmlns:a="http://schemas.openxmlformats.org/drawingml/2006/main">
              <a:ext uri="{FF2B5EF4-FFF2-40B4-BE49-F238E27FC236}">
                <a16:creationId xmlns:a16="http://schemas.microsoft.com/office/drawing/2014/main" id="{580DAA43-B210-4CEB-B7C9-19B79DFA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901" y="4767438"/>
            <a:ext cx="153863" cy="67935"/>
          </a:xfrm>
          <a:custGeom xmlns:a="http://schemas.openxmlformats.org/drawingml/2006/main">
            <a:pathLst>
              <a:path w="153863" h="67935">
                <a:moveTo>
                  <a:pt x="16433" y="59490"/>
                </a:moveTo>
                <a:lnTo>
                  <a:pt x="16433" y="42964"/>
                </a:lnTo>
                <a:lnTo>
                  <a:pt x="0" y="42964"/>
                </a:lnTo>
                <a:lnTo>
                  <a:pt x="0" y="32315"/>
                </a:lnTo>
                <a:lnTo>
                  <a:pt x="16433" y="32315"/>
                </a:lnTo>
                <a:lnTo>
                  <a:pt x="16433" y="15791"/>
                </a:lnTo>
                <a:lnTo>
                  <a:pt x="27816" y="15791"/>
                </a:lnTo>
                <a:lnTo>
                  <a:pt x="27816" y="32315"/>
                </a:lnTo>
                <a:lnTo>
                  <a:pt x="44249" y="32315"/>
                </a:lnTo>
                <a:lnTo>
                  <a:pt x="44249" y="42964"/>
                </a:lnTo>
                <a:lnTo>
                  <a:pt x="27816" y="42964"/>
                </a:lnTo>
                <a:lnTo>
                  <a:pt x="27816" y="59490"/>
                </a:lnTo>
                <a:lnTo>
                  <a:pt x="16433" y="59490"/>
                </a:lnTo>
                <a:close/>
                <a:moveTo>
                  <a:pt x="57377" y="67935"/>
                </a:moveTo>
                <a:lnTo>
                  <a:pt x="57377" y="57837"/>
                </a:lnTo>
                <a:lnTo>
                  <a:pt x="74819" y="57837"/>
                </a:lnTo>
                <a:lnTo>
                  <a:pt x="74819" y="11108"/>
                </a:lnTo>
                <a:lnTo>
                  <a:pt x="57284" y="24144"/>
                </a:lnTo>
                <a:lnTo>
                  <a:pt x="57284" y="12027"/>
                </a:lnTo>
                <a:lnTo>
                  <a:pt x="72708" y="919"/>
                </a:lnTo>
                <a:lnTo>
                  <a:pt x="86295" y="919"/>
                </a:lnTo>
                <a:lnTo>
                  <a:pt x="86295" y="57837"/>
                </a:lnTo>
                <a:lnTo>
                  <a:pt x="100341" y="57837"/>
                </a:lnTo>
                <a:lnTo>
                  <a:pt x="100341" y="67935"/>
                </a:lnTo>
                <a:lnTo>
                  <a:pt x="57377" y="67935"/>
                </a:lnTo>
                <a:close/>
                <a:moveTo>
                  <a:pt x="111999" y="67935"/>
                </a:moveTo>
                <a:lnTo>
                  <a:pt x="111999" y="56827"/>
                </a:lnTo>
                <a:lnTo>
                  <a:pt x="132932" y="35803"/>
                </a:lnTo>
                <a:cubicBezTo>
                  <a:pt x="135869" y="32805"/>
                  <a:pt x="138041" y="30097"/>
                  <a:pt x="139448" y="27680"/>
                </a:cubicBezTo>
                <a:cubicBezTo>
                  <a:pt x="140857" y="25262"/>
                  <a:pt x="141561" y="22768"/>
                  <a:pt x="141561" y="20197"/>
                </a:cubicBezTo>
                <a:cubicBezTo>
                  <a:pt x="141561" y="17076"/>
                  <a:pt x="140704" y="14643"/>
                  <a:pt x="138990" y="12899"/>
                </a:cubicBezTo>
                <a:cubicBezTo>
                  <a:pt x="137277" y="11154"/>
                  <a:pt x="134951" y="10282"/>
                  <a:pt x="132013" y="10282"/>
                </a:cubicBezTo>
                <a:cubicBezTo>
                  <a:pt x="128769" y="10282"/>
                  <a:pt x="126230" y="11215"/>
                  <a:pt x="124394" y="13082"/>
                </a:cubicBezTo>
                <a:cubicBezTo>
                  <a:pt x="122558" y="14949"/>
                  <a:pt x="121640" y="17535"/>
                  <a:pt x="121640" y="20840"/>
                </a:cubicBezTo>
                <a:lnTo>
                  <a:pt x="110164" y="20840"/>
                </a:lnTo>
                <a:cubicBezTo>
                  <a:pt x="110225" y="16556"/>
                  <a:pt x="111158" y="12869"/>
                  <a:pt x="112963" y="9778"/>
                </a:cubicBezTo>
                <a:cubicBezTo>
                  <a:pt x="114769" y="6687"/>
                  <a:pt x="117325" y="4284"/>
                  <a:pt x="120630" y="2570"/>
                </a:cubicBezTo>
                <a:cubicBezTo>
                  <a:pt x="123935" y="857"/>
                  <a:pt x="127790" y="0"/>
                  <a:pt x="132196" y="0"/>
                </a:cubicBezTo>
                <a:cubicBezTo>
                  <a:pt x="136419" y="0"/>
                  <a:pt x="140091" y="796"/>
                  <a:pt x="143212" y="2387"/>
                </a:cubicBezTo>
                <a:cubicBezTo>
                  <a:pt x="146334" y="3978"/>
                  <a:pt x="148752" y="6213"/>
                  <a:pt x="150466" y="9090"/>
                </a:cubicBezTo>
                <a:cubicBezTo>
                  <a:pt x="152179" y="11966"/>
                  <a:pt x="153036" y="15393"/>
                  <a:pt x="153036" y="19370"/>
                </a:cubicBezTo>
                <a:cubicBezTo>
                  <a:pt x="153036" y="23471"/>
                  <a:pt x="151980" y="27465"/>
                  <a:pt x="149869" y="31352"/>
                </a:cubicBezTo>
                <a:cubicBezTo>
                  <a:pt x="147757" y="35237"/>
                  <a:pt x="144376" y="39415"/>
                  <a:pt x="139724" y="43883"/>
                </a:cubicBezTo>
                <a:lnTo>
                  <a:pt x="125771" y="57561"/>
                </a:lnTo>
                <a:lnTo>
                  <a:pt x="153863" y="57561"/>
                </a:lnTo>
                <a:lnTo>
                  <a:pt x="153863" y="67935"/>
                </a:lnTo>
                <a:lnTo>
                  <a:pt x="111999" y="67935"/>
                </a:lnTo>
                <a:close/>
              </a:path>
            </a:pathLst>
          </a:custGeom>
          <a:solidFill xmlns:a="http://schemas.openxmlformats.org/drawingml/2006/main">
            <a:srgbClr val="3BAE4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" name="Text -20">
            <a:extLst xmlns:a="http://schemas.openxmlformats.org/drawingml/2006/main">
              <a:ext uri="{FF2B5EF4-FFF2-40B4-BE49-F238E27FC236}">
                <a16:creationId xmlns:a16="http://schemas.microsoft.com/office/drawing/2014/main" id="{B05E069A-81C4-43F3-833E-5215A816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1453" y="4767438"/>
            <a:ext cx="146151" cy="68853"/>
          </a:xfrm>
          <a:custGeom xmlns:a="http://schemas.openxmlformats.org/drawingml/2006/main">
            <a:pathLst>
              <a:path w="146151" h="68853">
                <a:moveTo>
                  <a:pt x="0" y="42964"/>
                </a:moveTo>
                <a:lnTo>
                  <a:pt x="0" y="32315"/>
                </a:lnTo>
                <a:lnTo>
                  <a:pt x="29378" y="32315"/>
                </a:lnTo>
                <a:lnTo>
                  <a:pt x="29378" y="42964"/>
                </a:lnTo>
                <a:lnTo>
                  <a:pt x="0" y="42964"/>
                </a:lnTo>
                <a:close/>
                <a:moveTo>
                  <a:pt x="49481" y="67935"/>
                </a:moveTo>
                <a:lnTo>
                  <a:pt x="49481" y="56827"/>
                </a:lnTo>
                <a:lnTo>
                  <a:pt x="70414" y="35803"/>
                </a:lnTo>
                <a:cubicBezTo>
                  <a:pt x="73351" y="32805"/>
                  <a:pt x="75523" y="30097"/>
                  <a:pt x="76930" y="27680"/>
                </a:cubicBezTo>
                <a:cubicBezTo>
                  <a:pt x="78338" y="25262"/>
                  <a:pt x="79043" y="22768"/>
                  <a:pt x="79043" y="20197"/>
                </a:cubicBezTo>
                <a:cubicBezTo>
                  <a:pt x="79043" y="17076"/>
                  <a:pt x="78186" y="14643"/>
                  <a:pt x="76472" y="12899"/>
                </a:cubicBezTo>
                <a:cubicBezTo>
                  <a:pt x="74758" y="11154"/>
                  <a:pt x="72433" y="10282"/>
                  <a:pt x="69495" y="10282"/>
                </a:cubicBezTo>
                <a:cubicBezTo>
                  <a:pt x="66251" y="10282"/>
                  <a:pt x="63712" y="11215"/>
                  <a:pt x="61876" y="13082"/>
                </a:cubicBezTo>
                <a:cubicBezTo>
                  <a:pt x="60040" y="14949"/>
                  <a:pt x="59122" y="17535"/>
                  <a:pt x="59122" y="20840"/>
                </a:cubicBezTo>
                <a:lnTo>
                  <a:pt x="47646" y="20840"/>
                </a:lnTo>
                <a:cubicBezTo>
                  <a:pt x="47707" y="16556"/>
                  <a:pt x="48640" y="12869"/>
                  <a:pt x="50445" y="9778"/>
                </a:cubicBezTo>
                <a:cubicBezTo>
                  <a:pt x="52251" y="6687"/>
                  <a:pt x="54807" y="4284"/>
                  <a:pt x="58112" y="2570"/>
                </a:cubicBezTo>
                <a:cubicBezTo>
                  <a:pt x="61417" y="857"/>
                  <a:pt x="65272" y="0"/>
                  <a:pt x="69678" y="0"/>
                </a:cubicBezTo>
                <a:cubicBezTo>
                  <a:pt x="73901" y="0"/>
                  <a:pt x="77573" y="796"/>
                  <a:pt x="80694" y="2387"/>
                </a:cubicBezTo>
                <a:cubicBezTo>
                  <a:pt x="83816" y="3978"/>
                  <a:pt x="86234" y="6213"/>
                  <a:pt x="87948" y="9090"/>
                </a:cubicBezTo>
                <a:cubicBezTo>
                  <a:pt x="89661" y="11966"/>
                  <a:pt x="90518" y="15393"/>
                  <a:pt x="90518" y="19370"/>
                </a:cubicBezTo>
                <a:cubicBezTo>
                  <a:pt x="90518" y="23471"/>
                  <a:pt x="89462" y="27465"/>
                  <a:pt x="87351" y="31352"/>
                </a:cubicBezTo>
                <a:cubicBezTo>
                  <a:pt x="85239" y="35237"/>
                  <a:pt x="81858" y="39415"/>
                  <a:pt x="77206" y="43883"/>
                </a:cubicBezTo>
                <a:lnTo>
                  <a:pt x="63253" y="57561"/>
                </a:lnTo>
                <a:lnTo>
                  <a:pt x="91345" y="57561"/>
                </a:lnTo>
                <a:lnTo>
                  <a:pt x="91345" y="67935"/>
                </a:lnTo>
                <a:lnTo>
                  <a:pt x="49481" y="67935"/>
                </a:lnTo>
                <a:close/>
                <a:moveTo>
                  <a:pt x="124853" y="68853"/>
                </a:moveTo>
                <a:cubicBezTo>
                  <a:pt x="120508" y="68853"/>
                  <a:pt x="116744" y="68027"/>
                  <a:pt x="113561" y="66375"/>
                </a:cubicBezTo>
                <a:cubicBezTo>
                  <a:pt x="110379" y="64722"/>
                  <a:pt x="107915" y="62396"/>
                  <a:pt x="106171" y="59397"/>
                </a:cubicBezTo>
                <a:cubicBezTo>
                  <a:pt x="104426" y="56398"/>
                  <a:pt x="103554" y="52880"/>
                  <a:pt x="103554" y="48841"/>
                </a:cubicBezTo>
                <a:lnTo>
                  <a:pt x="103554" y="20013"/>
                </a:lnTo>
                <a:cubicBezTo>
                  <a:pt x="103554" y="15974"/>
                  <a:pt x="104426" y="12456"/>
                  <a:pt x="106171" y="9457"/>
                </a:cubicBezTo>
                <a:cubicBezTo>
                  <a:pt x="107915" y="6457"/>
                  <a:pt x="110379" y="4131"/>
                  <a:pt x="113561" y="2479"/>
                </a:cubicBezTo>
                <a:cubicBezTo>
                  <a:pt x="116744" y="826"/>
                  <a:pt x="120508" y="0"/>
                  <a:pt x="124853" y="0"/>
                </a:cubicBezTo>
                <a:cubicBezTo>
                  <a:pt x="129259" y="0"/>
                  <a:pt x="133038" y="826"/>
                  <a:pt x="136190" y="2479"/>
                </a:cubicBezTo>
                <a:cubicBezTo>
                  <a:pt x="139343" y="4131"/>
                  <a:pt x="141791" y="6457"/>
                  <a:pt x="143534" y="9457"/>
                </a:cubicBezTo>
                <a:cubicBezTo>
                  <a:pt x="145279" y="12456"/>
                  <a:pt x="146151" y="15974"/>
                  <a:pt x="146151" y="20013"/>
                </a:cubicBezTo>
                <a:lnTo>
                  <a:pt x="146151" y="48841"/>
                </a:lnTo>
                <a:cubicBezTo>
                  <a:pt x="146151" y="52880"/>
                  <a:pt x="145279" y="56398"/>
                  <a:pt x="143534" y="59397"/>
                </a:cubicBezTo>
                <a:cubicBezTo>
                  <a:pt x="141791" y="62396"/>
                  <a:pt x="139328" y="64722"/>
                  <a:pt x="136145" y="66375"/>
                </a:cubicBezTo>
                <a:cubicBezTo>
                  <a:pt x="132963" y="68027"/>
                  <a:pt x="129199" y="68853"/>
                  <a:pt x="124853" y="68853"/>
                </a:cubicBezTo>
                <a:moveTo>
                  <a:pt x="124853" y="58938"/>
                </a:moveTo>
                <a:cubicBezTo>
                  <a:pt x="128036" y="58938"/>
                  <a:pt x="130576" y="58020"/>
                  <a:pt x="132472" y="56184"/>
                </a:cubicBezTo>
                <a:cubicBezTo>
                  <a:pt x="134370" y="54348"/>
                  <a:pt x="135319" y="51900"/>
                  <a:pt x="135319" y="48841"/>
                </a:cubicBezTo>
                <a:lnTo>
                  <a:pt x="135319" y="20013"/>
                </a:lnTo>
                <a:cubicBezTo>
                  <a:pt x="135319" y="16953"/>
                  <a:pt x="134370" y="14505"/>
                  <a:pt x="132472" y="12669"/>
                </a:cubicBezTo>
                <a:cubicBezTo>
                  <a:pt x="130576" y="10833"/>
                  <a:pt x="128036" y="9915"/>
                  <a:pt x="124853" y="9915"/>
                </a:cubicBezTo>
                <a:cubicBezTo>
                  <a:pt x="121671" y="9915"/>
                  <a:pt x="119130" y="10833"/>
                  <a:pt x="117233" y="12669"/>
                </a:cubicBezTo>
                <a:cubicBezTo>
                  <a:pt x="115336" y="14505"/>
                  <a:pt x="114388" y="16953"/>
                  <a:pt x="114388" y="20013"/>
                </a:cubicBezTo>
                <a:lnTo>
                  <a:pt x="114388" y="48841"/>
                </a:lnTo>
                <a:cubicBezTo>
                  <a:pt x="114388" y="51900"/>
                  <a:pt x="115336" y="54348"/>
                  <a:pt x="117233" y="56184"/>
                </a:cubicBezTo>
                <a:cubicBezTo>
                  <a:pt x="119130" y="58020"/>
                  <a:pt x="121671" y="58938"/>
                  <a:pt x="124853" y="58938"/>
                </a:cubicBezTo>
                <a:moveTo>
                  <a:pt x="124853" y="40394"/>
                </a:moveTo>
                <a:cubicBezTo>
                  <a:pt x="123078" y="40394"/>
                  <a:pt x="121624" y="39812"/>
                  <a:pt x="120491" y="38650"/>
                </a:cubicBezTo>
                <a:cubicBezTo>
                  <a:pt x="119359" y="37487"/>
                  <a:pt x="118793" y="35988"/>
                  <a:pt x="118793" y="34152"/>
                </a:cubicBezTo>
                <a:cubicBezTo>
                  <a:pt x="118793" y="32316"/>
                  <a:pt x="119344" y="30847"/>
                  <a:pt x="120446" y="29745"/>
                </a:cubicBezTo>
                <a:cubicBezTo>
                  <a:pt x="121548" y="28643"/>
                  <a:pt x="123017" y="28092"/>
                  <a:pt x="124853" y="28092"/>
                </a:cubicBezTo>
                <a:cubicBezTo>
                  <a:pt x="126689" y="28092"/>
                  <a:pt x="128158" y="28643"/>
                  <a:pt x="129259" y="29745"/>
                </a:cubicBezTo>
                <a:cubicBezTo>
                  <a:pt x="130361" y="30847"/>
                  <a:pt x="130912" y="32316"/>
                  <a:pt x="130912" y="34152"/>
                </a:cubicBezTo>
                <a:cubicBezTo>
                  <a:pt x="130912" y="35988"/>
                  <a:pt x="130361" y="37487"/>
                  <a:pt x="129259" y="38650"/>
                </a:cubicBezTo>
                <a:cubicBezTo>
                  <a:pt x="128158" y="39812"/>
                  <a:pt x="126689" y="40394"/>
                  <a:pt x="124853" y="40394"/>
                </a:cubicBezTo>
                <a:close/>
              </a:path>
            </a:pathLst>
          </a:custGeom>
          <a:solidFill xmlns:a="http://schemas.openxmlformats.org/drawingml/2006/main">
            <a:srgbClr val="F8514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F28827-E7A1-4716-A541-2CF74DE9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2695" y="4924455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BAE4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1CC4DC-D073-433D-9446-4446A9D9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2695" y="4983007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514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1E1FD4-A846-44AB-8464-706D6B02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2695" y="5036318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514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C69725-BF1D-467A-9E26-17FA00A8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557" y="4924455"/>
            <a:ext cx="1218745" cy="58552"/>
          </a:xfrm>
          <a:custGeom xmlns:a="http://schemas.openxmlformats.org/drawingml/2006/main">
            <a:pathLst>
              <a:path w="1218745" h="58552">
                <a:moveTo>
                  <a:pt x="0" y="0"/>
                </a:moveTo>
                <a:lnTo>
                  <a:pt x="1218745" y="0"/>
                </a:lnTo>
                <a:lnTo>
                  <a:pt x="1218745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3D0127-9B0C-4E86-B27C-210944F1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559" y="4983007"/>
            <a:ext cx="1218745" cy="58552"/>
          </a:xfrm>
          <a:custGeom xmlns:a="http://schemas.openxmlformats.org/drawingml/2006/main">
            <a:pathLst>
              <a:path w="1218745" h="58552">
                <a:moveTo>
                  <a:pt x="0" y="0"/>
                </a:moveTo>
                <a:lnTo>
                  <a:pt x="1218745" y="0"/>
                </a:lnTo>
                <a:lnTo>
                  <a:pt x="1218745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EAD9C1-641D-4FB1-8295-2755E1B0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107" y="5036318"/>
            <a:ext cx="1218745" cy="58552"/>
          </a:xfrm>
          <a:custGeom xmlns:a="http://schemas.openxmlformats.org/drawingml/2006/main">
            <a:pathLst>
              <a:path w="1218745" h="58552">
                <a:moveTo>
                  <a:pt x="0" y="0"/>
                </a:moveTo>
                <a:lnTo>
                  <a:pt x="1218745" y="0"/>
                </a:lnTo>
                <a:lnTo>
                  <a:pt x="1218745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0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8a52c2a2ff4b3e"/>
          <a:stretch xmlns:a="http://schemas.openxmlformats.org/drawingml/2006/main"/>
        </p:blipFill>
        <p:spPr>
          <a:xfrm xmlns:a="http://schemas.openxmlformats.org/drawingml/2006/main">
            <a:off x="5752976" y="4829776"/>
            <a:ext cx="1627388" cy="750661"/>
          </a:xfrm>
          <a:prstGeom xmlns:a="http://schemas.openxmlformats.org/drawingml/2006/main" prst="rect">
            <a:avLst/>
          </a:prstGeom>
        </p:spPr>
      </p:pic>
      <p:sp>
        <p:nvSpPr>
          <p:cNvPr id="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D044C9-9AC9-494A-B94F-77041EE3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4861" y="4906926"/>
            <a:ext cx="1403617" cy="527509"/>
          </a:xfrm>
          <a:custGeom xmlns:a="http://schemas.openxmlformats.org/drawingml/2006/main">
            <a:pathLst>
              <a:path w="1403617" h="527509">
                <a:moveTo>
                  <a:pt x="0" y="22335"/>
                </a:moveTo>
                <a:lnTo>
                  <a:pt x="0" y="22335"/>
                </a:lnTo>
                <a:cubicBezTo>
                  <a:pt x="0" y="10000"/>
                  <a:pt x="9999" y="0"/>
                  <a:pt x="22335" y="0"/>
                </a:cubicBezTo>
                <a:lnTo>
                  <a:pt x="1381283" y="0"/>
                </a:lnTo>
                <a:cubicBezTo>
                  <a:pt x="1387206" y="0"/>
                  <a:pt x="1392887" y="2353"/>
                  <a:pt x="1397075" y="6542"/>
                </a:cubicBezTo>
                <a:cubicBezTo>
                  <a:pt x="1401264" y="10730"/>
                  <a:pt x="1403617" y="16411"/>
                  <a:pt x="1403617" y="22335"/>
                </a:cubicBezTo>
                <a:lnTo>
                  <a:pt x="1403617" y="505174"/>
                </a:lnTo>
                <a:cubicBezTo>
                  <a:pt x="1403617" y="517509"/>
                  <a:pt x="1393618" y="527509"/>
                  <a:pt x="1381283" y="527509"/>
                </a:cubicBezTo>
                <a:lnTo>
                  <a:pt x="22335" y="527509"/>
                </a:lnTo>
                <a:cubicBezTo>
                  <a:pt x="9999" y="527509"/>
                  <a:pt x="0" y="517509"/>
                  <a:pt x="0" y="505174"/>
                </a:cubicBezTo>
                <a:lnTo>
                  <a:pt x="0" y="22335"/>
                </a:lnTo>
                <a:close/>
              </a:path>
            </a:pathLst>
          </a:custGeom>
          <a:solidFill xmlns:a="http://schemas.openxmlformats.org/drawingml/2006/main">
            <a:srgbClr val="F3F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6F5784-0CEC-43B3-A89B-5240E10A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4861" y="4906926"/>
            <a:ext cx="1403617" cy="527509"/>
          </a:xfrm>
          <a:custGeom xmlns:a="http://schemas.openxmlformats.org/drawingml/2006/main">
            <a:pathLst>
              <a:path w="1403617" h="527509" fill="none">
                <a:moveTo>
                  <a:pt x="0" y="22335"/>
                </a:moveTo>
                <a:lnTo>
                  <a:pt x="0" y="22335"/>
                </a:lnTo>
                <a:cubicBezTo>
                  <a:pt x="0" y="10000"/>
                  <a:pt x="9999" y="0"/>
                  <a:pt x="22335" y="0"/>
                </a:cubicBezTo>
                <a:lnTo>
                  <a:pt x="1381283" y="0"/>
                </a:lnTo>
                <a:cubicBezTo>
                  <a:pt x="1387206" y="0"/>
                  <a:pt x="1392887" y="2353"/>
                  <a:pt x="1397075" y="6542"/>
                </a:cubicBezTo>
                <a:cubicBezTo>
                  <a:pt x="1401264" y="10730"/>
                  <a:pt x="1403617" y="16411"/>
                  <a:pt x="1403617" y="22335"/>
                </a:cubicBezTo>
                <a:lnTo>
                  <a:pt x="1403617" y="505174"/>
                </a:lnTo>
                <a:cubicBezTo>
                  <a:pt x="1403617" y="517509"/>
                  <a:pt x="1393618" y="527509"/>
                  <a:pt x="1381283" y="527509"/>
                </a:cubicBezTo>
                <a:lnTo>
                  <a:pt x="22335" y="527509"/>
                </a:lnTo>
                <a:cubicBezTo>
                  <a:pt x="9999" y="527509"/>
                  <a:pt x="0" y="517509"/>
                  <a:pt x="0" y="505174"/>
                </a:cubicBezTo>
                <a:lnTo>
                  <a:pt x="0" y="2233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213" cap="flat">
            <a:solidFill>
              <a:srgbClr val="666666"/>
            </a:solidFill>
            <a:round/>
          </a:ln>
        </p:spPr>
      </p:sp>
      <p:sp>
        <p:nvSpPr>
          <p:cNvPr id="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4793A9-81EB-4597-A2F1-43F014E4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763" y="4926173"/>
            <a:ext cx="103145" cy="137526"/>
          </a:xfrm>
          <a:custGeom xmlns:a="http://schemas.openxmlformats.org/drawingml/2006/main">
            <a:pathLst>
              <a:path w="103145" h="137526">
                <a:moveTo>
                  <a:pt x="0" y="0"/>
                </a:moveTo>
                <a:lnTo>
                  <a:pt x="103145" y="0"/>
                </a:lnTo>
                <a:lnTo>
                  <a:pt x="103145" y="137526"/>
                </a:lnTo>
                <a:lnTo>
                  <a:pt x="0" y="1375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0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a9ace4ca0a4031"/>
          <a:stretch xmlns:a="http://schemas.openxmlformats.org/drawingml/2006/main"/>
        </p:blipFill>
        <p:spPr>
          <a:xfrm xmlns:a="http://schemas.openxmlformats.org/drawingml/2006/main">
            <a:off x="5888763" y="4926470"/>
            <a:ext cx="103144" cy="136933"/>
          </a:xfrm>
          <a:prstGeom xmlns:a="http://schemas.openxmlformats.org/drawingml/2006/main" prst="rect">
            <a:avLst/>
          </a:prstGeom>
        </p:spPr>
      </p:pic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CA52BE-566B-4E71-887D-26D657FF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540" y="4744711"/>
            <a:ext cx="1049596" cy="500401"/>
          </a:xfrm>
          <a:custGeom xmlns:a="http://schemas.openxmlformats.org/drawingml/2006/main">
            <a:pathLst>
              <a:path w="1049596" h="500401">
                <a:moveTo>
                  <a:pt x="0" y="0"/>
                </a:moveTo>
                <a:lnTo>
                  <a:pt x="1049596" y="0"/>
                </a:lnTo>
                <a:lnTo>
                  <a:pt x="1049596" y="500401"/>
                </a:lnTo>
                <a:lnTo>
                  <a:pt x="0" y="5004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" name="Text Patch">
            <a:extLst xmlns:a="http://schemas.openxmlformats.org/drawingml/2006/main">
              <a:ext uri="{FF2B5EF4-FFF2-40B4-BE49-F238E27FC236}">
                <a16:creationId xmlns:a16="http://schemas.microsoft.com/office/drawing/2014/main" id="{D2008574-91B7-4F88-B9C0-AF1CA889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062" y="4931302"/>
            <a:ext cx="392184" cy="101901"/>
          </a:xfrm>
          <a:custGeom xmlns:a="http://schemas.openxmlformats.org/drawingml/2006/main">
            <a:pathLst>
              <a:path w="392184" h="101901">
                <a:moveTo>
                  <a:pt x="33464" y="61967"/>
                </a:moveTo>
                <a:lnTo>
                  <a:pt x="34297" y="61960"/>
                </a:lnTo>
                <a:lnTo>
                  <a:pt x="35121" y="61940"/>
                </a:lnTo>
                <a:lnTo>
                  <a:pt x="35936" y="61907"/>
                </a:lnTo>
                <a:lnTo>
                  <a:pt x="36742" y="61860"/>
                </a:lnTo>
                <a:lnTo>
                  <a:pt x="37539" y="61800"/>
                </a:lnTo>
                <a:lnTo>
                  <a:pt x="38327" y="61726"/>
                </a:lnTo>
                <a:lnTo>
                  <a:pt x="39105" y="61639"/>
                </a:lnTo>
                <a:lnTo>
                  <a:pt x="39875" y="61539"/>
                </a:lnTo>
                <a:lnTo>
                  <a:pt x="40635" y="61425"/>
                </a:lnTo>
                <a:lnTo>
                  <a:pt x="41387" y="61298"/>
                </a:lnTo>
                <a:lnTo>
                  <a:pt x="42129" y="61157"/>
                </a:lnTo>
                <a:lnTo>
                  <a:pt x="42862" y="61003"/>
                </a:lnTo>
                <a:lnTo>
                  <a:pt x="43586" y="60836"/>
                </a:lnTo>
                <a:lnTo>
                  <a:pt x="44301" y="60655"/>
                </a:lnTo>
                <a:lnTo>
                  <a:pt x="45007" y="60461"/>
                </a:lnTo>
                <a:lnTo>
                  <a:pt x="45704" y="60253"/>
                </a:lnTo>
                <a:lnTo>
                  <a:pt x="46392" y="60032"/>
                </a:lnTo>
                <a:lnTo>
                  <a:pt x="47071" y="59798"/>
                </a:lnTo>
                <a:lnTo>
                  <a:pt x="47740" y="59550"/>
                </a:lnTo>
                <a:lnTo>
                  <a:pt x="48401" y="59289"/>
                </a:lnTo>
                <a:lnTo>
                  <a:pt x="49052" y="59015"/>
                </a:lnTo>
                <a:lnTo>
                  <a:pt x="49695" y="58727"/>
                </a:lnTo>
                <a:lnTo>
                  <a:pt x="50328" y="58426"/>
                </a:lnTo>
                <a:lnTo>
                  <a:pt x="50952" y="58111"/>
                </a:lnTo>
                <a:lnTo>
                  <a:pt x="51566" y="57784"/>
                </a:lnTo>
                <a:lnTo>
                  <a:pt x="52169" y="57447"/>
                </a:lnTo>
                <a:lnTo>
                  <a:pt x="52761" y="57098"/>
                </a:lnTo>
                <a:lnTo>
                  <a:pt x="53341" y="56738"/>
                </a:lnTo>
                <a:lnTo>
                  <a:pt x="53910" y="56367"/>
                </a:lnTo>
                <a:lnTo>
                  <a:pt x="54468" y="55985"/>
                </a:lnTo>
                <a:lnTo>
                  <a:pt x="55015" y="55593"/>
                </a:lnTo>
                <a:lnTo>
                  <a:pt x="55550" y="55189"/>
                </a:lnTo>
                <a:lnTo>
                  <a:pt x="56074" y="54774"/>
                </a:lnTo>
                <a:lnTo>
                  <a:pt x="56587" y="54348"/>
                </a:lnTo>
                <a:lnTo>
                  <a:pt x="57089" y="53912"/>
                </a:lnTo>
                <a:lnTo>
                  <a:pt x="57579" y="53464"/>
                </a:lnTo>
                <a:lnTo>
                  <a:pt x="58058" y="53005"/>
                </a:lnTo>
                <a:lnTo>
                  <a:pt x="58526" y="52535"/>
                </a:lnTo>
                <a:lnTo>
                  <a:pt x="58983" y="52055"/>
                </a:lnTo>
                <a:lnTo>
                  <a:pt x="59428" y="51563"/>
                </a:lnTo>
                <a:lnTo>
                  <a:pt x="59862" y="51060"/>
                </a:lnTo>
                <a:lnTo>
                  <a:pt x="60285" y="50546"/>
                </a:lnTo>
                <a:lnTo>
                  <a:pt x="60697" y="50022"/>
                </a:lnTo>
                <a:lnTo>
                  <a:pt x="61097" y="49486"/>
                </a:lnTo>
                <a:lnTo>
                  <a:pt x="61487" y="48939"/>
                </a:lnTo>
                <a:lnTo>
                  <a:pt x="61865" y="48382"/>
                </a:lnTo>
                <a:lnTo>
                  <a:pt x="62231" y="47813"/>
                </a:lnTo>
                <a:lnTo>
                  <a:pt x="62587" y="47233"/>
                </a:lnTo>
                <a:lnTo>
                  <a:pt x="62930" y="46644"/>
                </a:lnTo>
                <a:lnTo>
                  <a:pt x="63258" y="46047"/>
                </a:lnTo>
                <a:lnTo>
                  <a:pt x="63571" y="45443"/>
                </a:lnTo>
                <a:lnTo>
                  <a:pt x="63870" y="44831"/>
                </a:lnTo>
                <a:lnTo>
                  <a:pt x="64155" y="44211"/>
                </a:lnTo>
                <a:lnTo>
                  <a:pt x="64424" y="43583"/>
                </a:lnTo>
                <a:lnTo>
                  <a:pt x="64680" y="42948"/>
                </a:lnTo>
                <a:lnTo>
                  <a:pt x="64920" y="42306"/>
                </a:lnTo>
                <a:lnTo>
                  <a:pt x="65146" y="41655"/>
                </a:lnTo>
                <a:lnTo>
                  <a:pt x="65358" y="40997"/>
                </a:lnTo>
                <a:lnTo>
                  <a:pt x="65555" y="40332"/>
                </a:lnTo>
                <a:lnTo>
                  <a:pt x="65737" y="39658"/>
                </a:lnTo>
                <a:lnTo>
                  <a:pt x="65905" y="38977"/>
                </a:lnTo>
                <a:lnTo>
                  <a:pt x="66058" y="38289"/>
                </a:lnTo>
                <a:lnTo>
                  <a:pt x="66196" y="37593"/>
                </a:lnTo>
                <a:lnTo>
                  <a:pt x="66320" y="36889"/>
                </a:lnTo>
                <a:lnTo>
                  <a:pt x="66430" y="36177"/>
                </a:lnTo>
                <a:lnTo>
                  <a:pt x="66525" y="35458"/>
                </a:lnTo>
                <a:lnTo>
                  <a:pt x="66605" y="34731"/>
                </a:lnTo>
                <a:lnTo>
                  <a:pt x="66670" y="33997"/>
                </a:lnTo>
                <a:lnTo>
                  <a:pt x="66721" y="33255"/>
                </a:lnTo>
                <a:lnTo>
                  <a:pt x="66758" y="32505"/>
                </a:lnTo>
                <a:lnTo>
                  <a:pt x="66780" y="31747"/>
                </a:lnTo>
                <a:lnTo>
                  <a:pt x="66787" y="30982"/>
                </a:lnTo>
                <a:lnTo>
                  <a:pt x="66780" y="30206"/>
                </a:lnTo>
                <a:lnTo>
                  <a:pt x="66758" y="29439"/>
                </a:lnTo>
                <a:lnTo>
                  <a:pt x="66723" y="28679"/>
                </a:lnTo>
                <a:lnTo>
                  <a:pt x="66672" y="27928"/>
                </a:lnTo>
                <a:lnTo>
                  <a:pt x="66608" y="27186"/>
                </a:lnTo>
                <a:lnTo>
                  <a:pt x="66529" y="26452"/>
                </a:lnTo>
                <a:lnTo>
                  <a:pt x="66436" y="25726"/>
                </a:lnTo>
                <a:lnTo>
                  <a:pt x="66328" y="25008"/>
                </a:lnTo>
                <a:lnTo>
                  <a:pt x="66206" y="24299"/>
                </a:lnTo>
                <a:lnTo>
                  <a:pt x="66070" y="23598"/>
                </a:lnTo>
                <a:lnTo>
                  <a:pt x="65919" y="22906"/>
                </a:lnTo>
                <a:lnTo>
                  <a:pt x="65754" y="22222"/>
                </a:lnTo>
                <a:lnTo>
                  <a:pt x="65575" y="21546"/>
                </a:lnTo>
                <a:lnTo>
                  <a:pt x="65381" y="20879"/>
                </a:lnTo>
                <a:lnTo>
                  <a:pt x="65173" y="20220"/>
                </a:lnTo>
                <a:lnTo>
                  <a:pt x="64951" y="19570"/>
                </a:lnTo>
                <a:lnTo>
                  <a:pt x="64714" y="18927"/>
                </a:lnTo>
                <a:lnTo>
                  <a:pt x="64463" y="18294"/>
                </a:lnTo>
                <a:lnTo>
                  <a:pt x="64198" y="17668"/>
                </a:lnTo>
                <a:lnTo>
                  <a:pt x="63918" y="17051"/>
                </a:lnTo>
                <a:lnTo>
                  <a:pt x="63624" y="16442"/>
                </a:lnTo>
                <a:lnTo>
                  <a:pt x="63316" y="15842"/>
                </a:lnTo>
                <a:lnTo>
                  <a:pt x="62993" y="15250"/>
                </a:lnTo>
                <a:lnTo>
                  <a:pt x="62656" y="14666"/>
                </a:lnTo>
                <a:lnTo>
                  <a:pt x="62306" y="14092"/>
                </a:lnTo>
                <a:lnTo>
                  <a:pt x="61944" y="13529"/>
                </a:lnTo>
                <a:lnTo>
                  <a:pt x="61571" y="12976"/>
                </a:lnTo>
                <a:lnTo>
                  <a:pt x="61185" y="12434"/>
                </a:lnTo>
                <a:lnTo>
                  <a:pt x="60788" y="11903"/>
                </a:lnTo>
                <a:lnTo>
                  <a:pt x="60380" y="11383"/>
                </a:lnTo>
                <a:lnTo>
                  <a:pt x="59959" y="10873"/>
                </a:lnTo>
                <a:lnTo>
                  <a:pt x="59527" y="10374"/>
                </a:lnTo>
                <a:lnTo>
                  <a:pt x="59083" y="9886"/>
                </a:lnTo>
                <a:lnTo>
                  <a:pt x="58628" y="9409"/>
                </a:lnTo>
                <a:lnTo>
                  <a:pt x="58160" y="8942"/>
                </a:lnTo>
                <a:lnTo>
                  <a:pt x="57681" y="8486"/>
                </a:lnTo>
                <a:lnTo>
                  <a:pt x="57191" y="8041"/>
                </a:lnTo>
                <a:lnTo>
                  <a:pt x="56688" y="7607"/>
                </a:lnTo>
                <a:lnTo>
                  <a:pt x="56174" y="7183"/>
                </a:lnTo>
                <a:lnTo>
                  <a:pt x="55648" y="6771"/>
                </a:lnTo>
                <a:lnTo>
                  <a:pt x="55111" y="6369"/>
                </a:lnTo>
                <a:lnTo>
                  <a:pt x="54561" y="5977"/>
                </a:lnTo>
                <a:lnTo>
                  <a:pt x="54000" y="5597"/>
                </a:lnTo>
                <a:lnTo>
                  <a:pt x="53428" y="5227"/>
                </a:lnTo>
                <a:lnTo>
                  <a:pt x="52843" y="4868"/>
                </a:lnTo>
                <a:lnTo>
                  <a:pt x="52247" y="4520"/>
                </a:lnTo>
                <a:lnTo>
                  <a:pt x="51639" y="4182"/>
                </a:lnTo>
                <a:lnTo>
                  <a:pt x="51020" y="3856"/>
                </a:lnTo>
                <a:lnTo>
                  <a:pt x="50390" y="3541"/>
                </a:lnTo>
                <a:lnTo>
                  <a:pt x="49751" y="3240"/>
                </a:lnTo>
                <a:lnTo>
                  <a:pt x="49104" y="2952"/>
                </a:lnTo>
                <a:lnTo>
                  <a:pt x="48448" y="2678"/>
                </a:lnTo>
                <a:lnTo>
                  <a:pt x="47783" y="2417"/>
                </a:lnTo>
                <a:lnTo>
                  <a:pt x="47109" y="2169"/>
                </a:lnTo>
                <a:lnTo>
                  <a:pt x="46426" y="1935"/>
                </a:lnTo>
                <a:lnTo>
                  <a:pt x="45734" y="1714"/>
                </a:lnTo>
                <a:lnTo>
                  <a:pt x="45034" y="1506"/>
                </a:lnTo>
                <a:lnTo>
                  <a:pt x="44324" y="1312"/>
                </a:lnTo>
                <a:lnTo>
                  <a:pt x="43606" y="1131"/>
                </a:lnTo>
                <a:lnTo>
                  <a:pt x="42879" y="964"/>
                </a:lnTo>
                <a:lnTo>
                  <a:pt x="42143" y="810"/>
                </a:lnTo>
                <a:lnTo>
                  <a:pt x="41398" y="669"/>
                </a:lnTo>
                <a:lnTo>
                  <a:pt x="40645" y="542"/>
                </a:lnTo>
                <a:lnTo>
                  <a:pt x="39882" y="428"/>
                </a:lnTo>
                <a:lnTo>
                  <a:pt x="39111" y="328"/>
                </a:lnTo>
                <a:lnTo>
                  <a:pt x="38331" y="241"/>
                </a:lnTo>
                <a:lnTo>
                  <a:pt x="37542" y="167"/>
                </a:lnTo>
                <a:lnTo>
                  <a:pt x="36744" y="107"/>
                </a:lnTo>
                <a:lnTo>
                  <a:pt x="35937" y="60"/>
                </a:lnTo>
                <a:lnTo>
                  <a:pt x="35122" y="27"/>
                </a:lnTo>
                <a:lnTo>
                  <a:pt x="34297" y="7"/>
                </a:lnTo>
                <a:lnTo>
                  <a:pt x="33464" y="0"/>
                </a:lnTo>
                <a:lnTo>
                  <a:pt x="0" y="0"/>
                </a:lnTo>
                <a:lnTo>
                  <a:pt x="0" y="100524"/>
                </a:lnTo>
                <a:lnTo>
                  <a:pt x="17213" y="100524"/>
                </a:lnTo>
                <a:lnTo>
                  <a:pt x="17213" y="61967"/>
                </a:lnTo>
                <a:lnTo>
                  <a:pt x="33464" y="61967"/>
                </a:lnTo>
                <a:close/>
                <a:moveTo>
                  <a:pt x="34056" y="15567"/>
                </a:moveTo>
                <a:lnTo>
                  <a:pt x="34637" y="15588"/>
                </a:lnTo>
                <a:lnTo>
                  <a:pt x="35210" y="15624"/>
                </a:lnTo>
                <a:lnTo>
                  <a:pt x="35772" y="15674"/>
                </a:lnTo>
                <a:lnTo>
                  <a:pt x="36324" y="15739"/>
                </a:lnTo>
                <a:lnTo>
                  <a:pt x="36867" y="15818"/>
                </a:lnTo>
                <a:lnTo>
                  <a:pt x="37400" y="15911"/>
                </a:lnTo>
                <a:lnTo>
                  <a:pt x="37923" y="16018"/>
                </a:lnTo>
                <a:lnTo>
                  <a:pt x="38436" y="16140"/>
                </a:lnTo>
                <a:lnTo>
                  <a:pt x="38940" y="16277"/>
                </a:lnTo>
                <a:lnTo>
                  <a:pt x="39433" y="16427"/>
                </a:lnTo>
                <a:lnTo>
                  <a:pt x="39917" y="16592"/>
                </a:lnTo>
                <a:lnTo>
                  <a:pt x="40391" y="16772"/>
                </a:lnTo>
                <a:lnTo>
                  <a:pt x="40856" y="16965"/>
                </a:lnTo>
                <a:lnTo>
                  <a:pt x="41310" y="17173"/>
                </a:lnTo>
                <a:lnTo>
                  <a:pt x="41755" y="17395"/>
                </a:lnTo>
                <a:lnTo>
                  <a:pt x="42190" y="17632"/>
                </a:lnTo>
                <a:lnTo>
                  <a:pt x="42615" y="17883"/>
                </a:lnTo>
                <a:lnTo>
                  <a:pt x="43030" y="18149"/>
                </a:lnTo>
                <a:lnTo>
                  <a:pt x="43436" y="18428"/>
                </a:lnTo>
                <a:lnTo>
                  <a:pt x="43831" y="18722"/>
                </a:lnTo>
                <a:lnTo>
                  <a:pt x="44217" y="19031"/>
                </a:lnTo>
                <a:lnTo>
                  <a:pt x="44593" y="19353"/>
                </a:lnTo>
                <a:lnTo>
                  <a:pt x="44960" y="19690"/>
                </a:lnTo>
                <a:lnTo>
                  <a:pt x="45314" y="20040"/>
                </a:lnTo>
                <a:lnTo>
                  <a:pt x="45653" y="20400"/>
                </a:lnTo>
                <a:lnTo>
                  <a:pt x="45977" y="20771"/>
                </a:lnTo>
                <a:lnTo>
                  <a:pt x="46286" y="21152"/>
                </a:lnTo>
                <a:lnTo>
                  <a:pt x="46579" y="21543"/>
                </a:lnTo>
                <a:lnTo>
                  <a:pt x="46858" y="21945"/>
                </a:lnTo>
                <a:lnTo>
                  <a:pt x="47122" y="22358"/>
                </a:lnTo>
                <a:lnTo>
                  <a:pt x="47370" y="22781"/>
                </a:lnTo>
                <a:lnTo>
                  <a:pt x="47604" y="23215"/>
                </a:lnTo>
                <a:lnTo>
                  <a:pt x="47822" y="23659"/>
                </a:lnTo>
                <a:lnTo>
                  <a:pt x="48026" y="24114"/>
                </a:lnTo>
                <a:lnTo>
                  <a:pt x="48214" y="24579"/>
                </a:lnTo>
                <a:lnTo>
                  <a:pt x="48387" y="25055"/>
                </a:lnTo>
                <a:lnTo>
                  <a:pt x="48545" y="25541"/>
                </a:lnTo>
                <a:lnTo>
                  <a:pt x="48689" y="26038"/>
                </a:lnTo>
                <a:lnTo>
                  <a:pt x="48817" y="26545"/>
                </a:lnTo>
                <a:lnTo>
                  <a:pt x="48930" y="27063"/>
                </a:lnTo>
                <a:lnTo>
                  <a:pt x="49028" y="27591"/>
                </a:lnTo>
                <a:lnTo>
                  <a:pt x="49110" y="28130"/>
                </a:lnTo>
                <a:lnTo>
                  <a:pt x="49178" y="28680"/>
                </a:lnTo>
                <a:lnTo>
                  <a:pt x="49231" y="29240"/>
                </a:lnTo>
                <a:lnTo>
                  <a:pt x="49269" y="29810"/>
                </a:lnTo>
                <a:lnTo>
                  <a:pt x="49291" y="30391"/>
                </a:lnTo>
                <a:lnTo>
                  <a:pt x="49299" y="30982"/>
                </a:lnTo>
                <a:lnTo>
                  <a:pt x="49291" y="31563"/>
                </a:lnTo>
                <a:lnTo>
                  <a:pt x="49269" y="32134"/>
                </a:lnTo>
                <a:lnTo>
                  <a:pt x="49231" y="32694"/>
                </a:lnTo>
                <a:lnTo>
                  <a:pt x="49178" y="33245"/>
                </a:lnTo>
                <a:lnTo>
                  <a:pt x="49110" y="33787"/>
                </a:lnTo>
                <a:lnTo>
                  <a:pt x="49028" y="34318"/>
                </a:lnTo>
                <a:lnTo>
                  <a:pt x="48930" y="34840"/>
                </a:lnTo>
                <a:lnTo>
                  <a:pt x="48817" y="35352"/>
                </a:lnTo>
                <a:lnTo>
                  <a:pt x="48689" y="35854"/>
                </a:lnTo>
                <a:lnTo>
                  <a:pt x="48545" y="36346"/>
                </a:lnTo>
                <a:lnTo>
                  <a:pt x="48387" y="36828"/>
                </a:lnTo>
                <a:lnTo>
                  <a:pt x="48214" y="37301"/>
                </a:lnTo>
                <a:lnTo>
                  <a:pt x="48026" y="37764"/>
                </a:lnTo>
                <a:lnTo>
                  <a:pt x="47822" y="38217"/>
                </a:lnTo>
                <a:lnTo>
                  <a:pt x="47604" y="38660"/>
                </a:lnTo>
                <a:lnTo>
                  <a:pt x="47370" y="39093"/>
                </a:lnTo>
                <a:lnTo>
                  <a:pt x="47122" y="39517"/>
                </a:lnTo>
                <a:lnTo>
                  <a:pt x="46858" y="39930"/>
                </a:lnTo>
                <a:lnTo>
                  <a:pt x="46579" y="40334"/>
                </a:lnTo>
                <a:lnTo>
                  <a:pt x="46286" y="40729"/>
                </a:lnTo>
                <a:lnTo>
                  <a:pt x="45977" y="41113"/>
                </a:lnTo>
                <a:lnTo>
                  <a:pt x="45653" y="41487"/>
                </a:lnTo>
                <a:lnTo>
                  <a:pt x="45314" y="41852"/>
                </a:lnTo>
                <a:lnTo>
                  <a:pt x="44960" y="42207"/>
                </a:lnTo>
                <a:lnTo>
                  <a:pt x="44593" y="42550"/>
                </a:lnTo>
                <a:lnTo>
                  <a:pt x="44217" y="42878"/>
                </a:lnTo>
                <a:lnTo>
                  <a:pt x="43831" y="43191"/>
                </a:lnTo>
                <a:lnTo>
                  <a:pt x="43436" y="43490"/>
                </a:lnTo>
                <a:lnTo>
                  <a:pt x="43030" y="43774"/>
                </a:lnTo>
                <a:lnTo>
                  <a:pt x="42615" y="44044"/>
                </a:lnTo>
                <a:lnTo>
                  <a:pt x="42190" y="44299"/>
                </a:lnTo>
                <a:lnTo>
                  <a:pt x="41755" y="44539"/>
                </a:lnTo>
                <a:lnTo>
                  <a:pt x="41310" y="44765"/>
                </a:lnTo>
                <a:lnTo>
                  <a:pt x="40856" y="44977"/>
                </a:lnTo>
                <a:lnTo>
                  <a:pt x="40391" y="45174"/>
                </a:lnTo>
                <a:lnTo>
                  <a:pt x="39917" y="45356"/>
                </a:lnTo>
                <a:lnTo>
                  <a:pt x="39433" y="45523"/>
                </a:lnTo>
                <a:lnTo>
                  <a:pt x="38940" y="45676"/>
                </a:lnTo>
                <a:lnTo>
                  <a:pt x="38436" y="45815"/>
                </a:lnTo>
                <a:lnTo>
                  <a:pt x="37923" y="45939"/>
                </a:lnTo>
                <a:lnTo>
                  <a:pt x="37400" y="46048"/>
                </a:lnTo>
                <a:lnTo>
                  <a:pt x="36867" y="46143"/>
                </a:lnTo>
                <a:lnTo>
                  <a:pt x="36324" y="46223"/>
                </a:lnTo>
                <a:lnTo>
                  <a:pt x="35772" y="46289"/>
                </a:lnTo>
                <a:lnTo>
                  <a:pt x="35210" y="46340"/>
                </a:lnTo>
                <a:lnTo>
                  <a:pt x="34637" y="46376"/>
                </a:lnTo>
                <a:lnTo>
                  <a:pt x="34056" y="46398"/>
                </a:lnTo>
                <a:lnTo>
                  <a:pt x="33464" y="46405"/>
                </a:lnTo>
                <a:lnTo>
                  <a:pt x="17213" y="46405"/>
                </a:lnTo>
                <a:lnTo>
                  <a:pt x="17213" y="15559"/>
                </a:lnTo>
                <a:lnTo>
                  <a:pt x="33464" y="15559"/>
                </a:lnTo>
                <a:lnTo>
                  <a:pt x="34056" y="15567"/>
                </a:lnTo>
                <a:close/>
                <a:moveTo>
                  <a:pt x="347706" y="0"/>
                </a:moveTo>
                <a:lnTo>
                  <a:pt x="330493" y="0"/>
                </a:lnTo>
                <a:lnTo>
                  <a:pt x="330493" y="100524"/>
                </a:lnTo>
                <a:lnTo>
                  <a:pt x="347706" y="100524"/>
                </a:lnTo>
                <a:lnTo>
                  <a:pt x="347706" y="53154"/>
                </a:lnTo>
                <a:lnTo>
                  <a:pt x="347712" y="52563"/>
                </a:lnTo>
                <a:lnTo>
                  <a:pt x="347731" y="51984"/>
                </a:lnTo>
                <a:lnTo>
                  <a:pt x="347763" y="51416"/>
                </a:lnTo>
                <a:lnTo>
                  <a:pt x="347807" y="50859"/>
                </a:lnTo>
                <a:lnTo>
                  <a:pt x="347864" y="50314"/>
                </a:lnTo>
                <a:lnTo>
                  <a:pt x="347934" y="49781"/>
                </a:lnTo>
                <a:lnTo>
                  <a:pt x="348016" y="49258"/>
                </a:lnTo>
                <a:lnTo>
                  <a:pt x="348111" y="48748"/>
                </a:lnTo>
                <a:lnTo>
                  <a:pt x="348219" y="48249"/>
                </a:lnTo>
                <a:lnTo>
                  <a:pt x="348340" y="47761"/>
                </a:lnTo>
                <a:lnTo>
                  <a:pt x="348473" y="47285"/>
                </a:lnTo>
                <a:lnTo>
                  <a:pt x="348618" y="46820"/>
                </a:lnTo>
                <a:lnTo>
                  <a:pt x="348777" y="46366"/>
                </a:lnTo>
                <a:lnTo>
                  <a:pt x="348948" y="45925"/>
                </a:lnTo>
                <a:lnTo>
                  <a:pt x="349132" y="45494"/>
                </a:lnTo>
                <a:lnTo>
                  <a:pt x="349328" y="45075"/>
                </a:lnTo>
                <a:lnTo>
                  <a:pt x="349537" y="44668"/>
                </a:lnTo>
                <a:lnTo>
                  <a:pt x="349759" y="44272"/>
                </a:lnTo>
                <a:lnTo>
                  <a:pt x="349993" y="43888"/>
                </a:lnTo>
                <a:lnTo>
                  <a:pt x="350240" y="43515"/>
                </a:lnTo>
                <a:lnTo>
                  <a:pt x="350500" y="43153"/>
                </a:lnTo>
                <a:lnTo>
                  <a:pt x="350773" y="42803"/>
                </a:lnTo>
                <a:lnTo>
                  <a:pt x="351058" y="42465"/>
                </a:lnTo>
                <a:lnTo>
                  <a:pt x="351356" y="42138"/>
                </a:lnTo>
                <a:lnTo>
                  <a:pt x="351665" y="41823"/>
                </a:lnTo>
                <a:lnTo>
                  <a:pt x="351983" y="41522"/>
                </a:lnTo>
                <a:lnTo>
                  <a:pt x="352310" y="41234"/>
                </a:lnTo>
                <a:lnTo>
                  <a:pt x="352647" y="40960"/>
                </a:lnTo>
                <a:lnTo>
                  <a:pt x="352993" y="40699"/>
                </a:lnTo>
                <a:lnTo>
                  <a:pt x="353348" y="40451"/>
                </a:lnTo>
                <a:lnTo>
                  <a:pt x="353713" y="40217"/>
                </a:lnTo>
                <a:lnTo>
                  <a:pt x="354087" y="39996"/>
                </a:lnTo>
                <a:lnTo>
                  <a:pt x="354470" y="39788"/>
                </a:lnTo>
                <a:lnTo>
                  <a:pt x="354863" y="39594"/>
                </a:lnTo>
                <a:lnTo>
                  <a:pt x="355265" y="39413"/>
                </a:lnTo>
                <a:lnTo>
                  <a:pt x="355676" y="39246"/>
                </a:lnTo>
                <a:lnTo>
                  <a:pt x="356097" y="39092"/>
                </a:lnTo>
                <a:lnTo>
                  <a:pt x="356527" y="38951"/>
                </a:lnTo>
                <a:lnTo>
                  <a:pt x="356966" y="38824"/>
                </a:lnTo>
                <a:lnTo>
                  <a:pt x="357415" y="38710"/>
                </a:lnTo>
                <a:lnTo>
                  <a:pt x="357873" y="38610"/>
                </a:lnTo>
                <a:lnTo>
                  <a:pt x="358340" y="38523"/>
                </a:lnTo>
                <a:lnTo>
                  <a:pt x="358816" y="38449"/>
                </a:lnTo>
                <a:lnTo>
                  <a:pt x="359302" y="38389"/>
                </a:lnTo>
                <a:lnTo>
                  <a:pt x="359797" y="38342"/>
                </a:lnTo>
                <a:lnTo>
                  <a:pt x="360302" y="38309"/>
                </a:lnTo>
                <a:lnTo>
                  <a:pt x="360815" y="38289"/>
                </a:lnTo>
                <a:lnTo>
                  <a:pt x="361339" y="38282"/>
                </a:lnTo>
                <a:lnTo>
                  <a:pt x="361873" y="38288"/>
                </a:lnTo>
                <a:lnTo>
                  <a:pt x="362397" y="38308"/>
                </a:lnTo>
                <a:lnTo>
                  <a:pt x="362912" y="38340"/>
                </a:lnTo>
                <a:lnTo>
                  <a:pt x="363416" y="38385"/>
                </a:lnTo>
                <a:lnTo>
                  <a:pt x="363910" y="38443"/>
                </a:lnTo>
                <a:lnTo>
                  <a:pt x="364395" y="38514"/>
                </a:lnTo>
                <a:lnTo>
                  <a:pt x="364869" y="38598"/>
                </a:lnTo>
                <a:lnTo>
                  <a:pt x="365333" y="38695"/>
                </a:lnTo>
                <a:lnTo>
                  <a:pt x="365787" y="38805"/>
                </a:lnTo>
                <a:lnTo>
                  <a:pt x="366231" y="38928"/>
                </a:lnTo>
                <a:lnTo>
                  <a:pt x="366665" y="39063"/>
                </a:lnTo>
                <a:lnTo>
                  <a:pt x="367089" y="39212"/>
                </a:lnTo>
                <a:lnTo>
                  <a:pt x="367502" y="39373"/>
                </a:lnTo>
                <a:lnTo>
                  <a:pt x="367906" y="39548"/>
                </a:lnTo>
                <a:lnTo>
                  <a:pt x="368300" y="39735"/>
                </a:lnTo>
                <a:lnTo>
                  <a:pt x="368683" y="39935"/>
                </a:lnTo>
                <a:lnTo>
                  <a:pt x="369057" y="40148"/>
                </a:lnTo>
                <a:lnTo>
                  <a:pt x="369421" y="40374"/>
                </a:lnTo>
                <a:lnTo>
                  <a:pt x="369774" y="40613"/>
                </a:lnTo>
                <a:lnTo>
                  <a:pt x="370118" y="40865"/>
                </a:lnTo>
                <a:lnTo>
                  <a:pt x="370451" y="41130"/>
                </a:lnTo>
                <a:lnTo>
                  <a:pt x="370774" y="41407"/>
                </a:lnTo>
                <a:lnTo>
                  <a:pt x="371088" y="41698"/>
                </a:lnTo>
                <a:lnTo>
                  <a:pt x="371391" y="42001"/>
                </a:lnTo>
                <a:lnTo>
                  <a:pt x="371683" y="42316"/>
                </a:lnTo>
                <a:lnTo>
                  <a:pt x="371963" y="42643"/>
                </a:lnTo>
                <a:lnTo>
                  <a:pt x="372230" y="42980"/>
                </a:lnTo>
                <a:lnTo>
                  <a:pt x="372485" y="43328"/>
                </a:lnTo>
                <a:lnTo>
                  <a:pt x="372727" y="43687"/>
                </a:lnTo>
                <a:lnTo>
                  <a:pt x="372957" y="44058"/>
                </a:lnTo>
                <a:lnTo>
                  <a:pt x="373175" y="44439"/>
                </a:lnTo>
                <a:lnTo>
                  <a:pt x="373380" y="44831"/>
                </a:lnTo>
                <a:lnTo>
                  <a:pt x="373573" y="45234"/>
                </a:lnTo>
                <a:lnTo>
                  <a:pt x="373753" y="45648"/>
                </a:lnTo>
                <a:lnTo>
                  <a:pt x="373921" y="46074"/>
                </a:lnTo>
                <a:lnTo>
                  <a:pt x="374076" y="46510"/>
                </a:lnTo>
                <a:lnTo>
                  <a:pt x="374219" y="46957"/>
                </a:lnTo>
                <a:lnTo>
                  <a:pt x="374350" y="47415"/>
                </a:lnTo>
                <a:lnTo>
                  <a:pt x="374468" y="47884"/>
                </a:lnTo>
                <a:lnTo>
                  <a:pt x="374573" y="48365"/>
                </a:lnTo>
                <a:lnTo>
                  <a:pt x="374667" y="48856"/>
                </a:lnTo>
                <a:lnTo>
                  <a:pt x="374747" y="49358"/>
                </a:lnTo>
                <a:lnTo>
                  <a:pt x="374816" y="49871"/>
                </a:lnTo>
                <a:lnTo>
                  <a:pt x="374872" y="50395"/>
                </a:lnTo>
                <a:lnTo>
                  <a:pt x="374915" y="50930"/>
                </a:lnTo>
                <a:lnTo>
                  <a:pt x="374946" y="51477"/>
                </a:lnTo>
                <a:lnTo>
                  <a:pt x="374965" y="52034"/>
                </a:lnTo>
                <a:lnTo>
                  <a:pt x="374971" y="52602"/>
                </a:lnTo>
                <a:lnTo>
                  <a:pt x="374971" y="100524"/>
                </a:lnTo>
                <a:lnTo>
                  <a:pt x="392184" y="100524"/>
                </a:lnTo>
                <a:lnTo>
                  <a:pt x="392184" y="50814"/>
                </a:lnTo>
                <a:lnTo>
                  <a:pt x="392173" y="49778"/>
                </a:lnTo>
                <a:lnTo>
                  <a:pt x="392138" y="48760"/>
                </a:lnTo>
                <a:lnTo>
                  <a:pt x="392080" y="47760"/>
                </a:lnTo>
                <a:lnTo>
                  <a:pt x="391999" y="46778"/>
                </a:lnTo>
                <a:lnTo>
                  <a:pt x="391894" y="45813"/>
                </a:lnTo>
                <a:lnTo>
                  <a:pt x="391767" y="44866"/>
                </a:lnTo>
                <a:lnTo>
                  <a:pt x="391616" y="43937"/>
                </a:lnTo>
                <a:lnTo>
                  <a:pt x="391442" y="43025"/>
                </a:lnTo>
                <a:lnTo>
                  <a:pt x="391245" y="42131"/>
                </a:lnTo>
                <a:lnTo>
                  <a:pt x="391025" y="41255"/>
                </a:lnTo>
                <a:lnTo>
                  <a:pt x="390781" y="40397"/>
                </a:lnTo>
                <a:lnTo>
                  <a:pt x="390514" y="39556"/>
                </a:lnTo>
                <a:lnTo>
                  <a:pt x="390225" y="38733"/>
                </a:lnTo>
                <a:lnTo>
                  <a:pt x="389911" y="37927"/>
                </a:lnTo>
                <a:lnTo>
                  <a:pt x="389575" y="37140"/>
                </a:lnTo>
                <a:lnTo>
                  <a:pt x="389216" y="36369"/>
                </a:lnTo>
                <a:lnTo>
                  <a:pt x="388833" y="35617"/>
                </a:lnTo>
                <a:lnTo>
                  <a:pt x="388427" y="34882"/>
                </a:lnTo>
                <a:lnTo>
                  <a:pt x="387998" y="34165"/>
                </a:lnTo>
                <a:lnTo>
                  <a:pt x="387546" y="33466"/>
                </a:lnTo>
                <a:lnTo>
                  <a:pt x="387070" y="32784"/>
                </a:lnTo>
                <a:lnTo>
                  <a:pt x="386572" y="32121"/>
                </a:lnTo>
                <a:lnTo>
                  <a:pt x="386050" y="31474"/>
                </a:lnTo>
                <a:lnTo>
                  <a:pt x="385505" y="30846"/>
                </a:lnTo>
                <a:lnTo>
                  <a:pt x="384940" y="30239"/>
                </a:lnTo>
                <a:lnTo>
                  <a:pt x="384361" y="29658"/>
                </a:lnTo>
                <a:lnTo>
                  <a:pt x="383765" y="29103"/>
                </a:lnTo>
                <a:lnTo>
                  <a:pt x="383154" y="28574"/>
                </a:lnTo>
                <a:lnTo>
                  <a:pt x="382528" y="28070"/>
                </a:lnTo>
                <a:lnTo>
                  <a:pt x="381886" y="27592"/>
                </a:lnTo>
                <a:lnTo>
                  <a:pt x="381229" y="27141"/>
                </a:lnTo>
                <a:lnTo>
                  <a:pt x="380556" y="26715"/>
                </a:lnTo>
                <a:lnTo>
                  <a:pt x="379867" y="26314"/>
                </a:lnTo>
                <a:lnTo>
                  <a:pt x="379163" y="25940"/>
                </a:lnTo>
                <a:lnTo>
                  <a:pt x="378443" y="25591"/>
                </a:lnTo>
                <a:lnTo>
                  <a:pt x="377708" y="25269"/>
                </a:lnTo>
                <a:lnTo>
                  <a:pt x="376957" y="24972"/>
                </a:lnTo>
                <a:lnTo>
                  <a:pt x="376191" y="24701"/>
                </a:lnTo>
                <a:lnTo>
                  <a:pt x="375409" y="24455"/>
                </a:lnTo>
                <a:lnTo>
                  <a:pt x="374612" y="24236"/>
                </a:lnTo>
                <a:lnTo>
                  <a:pt x="373799" y="24042"/>
                </a:lnTo>
                <a:lnTo>
                  <a:pt x="372971" y="23874"/>
                </a:lnTo>
                <a:lnTo>
                  <a:pt x="372127" y="23732"/>
                </a:lnTo>
                <a:lnTo>
                  <a:pt x="371267" y="23616"/>
                </a:lnTo>
                <a:lnTo>
                  <a:pt x="370392" y="23526"/>
                </a:lnTo>
                <a:lnTo>
                  <a:pt x="369502" y="23461"/>
                </a:lnTo>
                <a:lnTo>
                  <a:pt x="368595" y="23423"/>
                </a:lnTo>
                <a:lnTo>
                  <a:pt x="367674" y="23410"/>
                </a:lnTo>
                <a:lnTo>
                  <a:pt x="366889" y="23419"/>
                </a:lnTo>
                <a:lnTo>
                  <a:pt x="366118" y="23446"/>
                </a:lnTo>
                <a:lnTo>
                  <a:pt x="365362" y="23491"/>
                </a:lnTo>
                <a:lnTo>
                  <a:pt x="364619" y="23555"/>
                </a:lnTo>
                <a:lnTo>
                  <a:pt x="363891" y="23637"/>
                </a:lnTo>
                <a:lnTo>
                  <a:pt x="363177" y="23737"/>
                </a:lnTo>
                <a:lnTo>
                  <a:pt x="362477" y="23855"/>
                </a:lnTo>
                <a:lnTo>
                  <a:pt x="361791" y="23991"/>
                </a:lnTo>
                <a:lnTo>
                  <a:pt x="361119" y="24146"/>
                </a:lnTo>
                <a:lnTo>
                  <a:pt x="360461" y="24318"/>
                </a:lnTo>
                <a:lnTo>
                  <a:pt x="359817" y="24509"/>
                </a:lnTo>
                <a:lnTo>
                  <a:pt x="359187" y="24718"/>
                </a:lnTo>
                <a:lnTo>
                  <a:pt x="358572" y="24945"/>
                </a:lnTo>
                <a:lnTo>
                  <a:pt x="357971" y="25191"/>
                </a:lnTo>
                <a:lnTo>
                  <a:pt x="357383" y="25454"/>
                </a:lnTo>
                <a:lnTo>
                  <a:pt x="356810" y="25736"/>
                </a:lnTo>
                <a:lnTo>
                  <a:pt x="356251" y="26036"/>
                </a:lnTo>
                <a:lnTo>
                  <a:pt x="355706" y="26354"/>
                </a:lnTo>
                <a:lnTo>
                  <a:pt x="355175" y="26690"/>
                </a:lnTo>
                <a:lnTo>
                  <a:pt x="354658" y="27044"/>
                </a:lnTo>
                <a:lnTo>
                  <a:pt x="354155" y="27417"/>
                </a:lnTo>
                <a:lnTo>
                  <a:pt x="353667" y="27808"/>
                </a:lnTo>
                <a:lnTo>
                  <a:pt x="353192" y="28217"/>
                </a:lnTo>
                <a:lnTo>
                  <a:pt x="352732" y="28644"/>
                </a:lnTo>
                <a:lnTo>
                  <a:pt x="352288" y="29087"/>
                </a:lnTo>
                <a:lnTo>
                  <a:pt x="351863" y="29544"/>
                </a:lnTo>
                <a:lnTo>
                  <a:pt x="351457" y="30016"/>
                </a:lnTo>
                <a:lnTo>
                  <a:pt x="351070" y="30503"/>
                </a:lnTo>
                <a:lnTo>
                  <a:pt x="350702" y="31003"/>
                </a:lnTo>
                <a:lnTo>
                  <a:pt x="350353" y="31518"/>
                </a:lnTo>
                <a:lnTo>
                  <a:pt x="350022" y="32047"/>
                </a:lnTo>
                <a:lnTo>
                  <a:pt x="349711" y="32591"/>
                </a:lnTo>
                <a:lnTo>
                  <a:pt x="349418" y="33149"/>
                </a:lnTo>
                <a:lnTo>
                  <a:pt x="349144" y="33721"/>
                </a:lnTo>
                <a:lnTo>
                  <a:pt x="348890" y="34308"/>
                </a:lnTo>
                <a:lnTo>
                  <a:pt x="348654" y="34909"/>
                </a:lnTo>
                <a:lnTo>
                  <a:pt x="348436" y="35524"/>
                </a:lnTo>
                <a:lnTo>
                  <a:pt x="348238" y="36153"/>
                </a:lnTo>
                <a:lnTo>
                  <a:pt x="348059" y="36797"/>
                </a:lnTo>
                <a:lnTo>
                  <a:pt x="347898" y="37456"/>
                </a:lnTo>
                <a:lnTo>
                  <a:pt x="347757" y="38128"/>
                </a:lnTo>
                <a:lnTo>
                  <a:pt x="347634" y="38815"/>
                </a:lnTo>
                <a:lnTo>
                  <a:pt x="347570" y="39244"/>
                </a:lnTo>
                <a:lnTo>
                  <a:pt x="347294" y="39244"/>
                </a:lnTo>
                <a:lnTo>
                  <a:pt x="347706" y="24786"/>
                </a:lnTo>
                <a:lnTo>
                  <a:pt x="347706" y="0"/>
                </a:lnTo>
                <a:close/>
                <a:moveTo>
                  <a:pt x="205457" y="84963"/>
                </a:moveTo>
                <a:lnTo>
                  <a:pt x="204884" y="84950"/>
                </a:lnTo>
                <a:lnTo>
                  <a:pt x="204335" y="84913"/>
                </a:lnTo>
                <a:lnTo>
                  <a:pt x="203811" y="84851"/>
                </a:lnTo>
                <a:lnTo>
                  <a:pt x="203311" y="84764"/>
                </a:lnTo>
                <a:lnTo>
                  <a:pt x="202835" y="84652"/>
                </a:lnTo>
                <a:lnTo>
                  <a:pt x="202384" y="84515"/>
                </a:lnTo>
                <a:lnTo>
                  <a:pt x="201957" y="84354"/>
                </a:lnTo>
                <a:lnTo>
                  <a:pt x="201555" y="84167"/>
                </a:lnTo>
                <a:lnTo>
                  <a:pt x="201177" y="83956"/>
                </a:lnTo>
                <a:lnTo>
                  <a:pt x="200823" y="83720"/>
                </a:lnTo>
                <a:lnTo>
                  <a:pt x="200494" y="83459"/>
                </a:lnTo>
                <a:lnTo>
                  <a:pt x="200189" y="83173"/>
                </a:lnTo>
                <a:lnTo>
                  <a:pt x="199909" y="82862"/>
                </a:lnTo>
                <a:lnTo>
                  <a:pt x="199652" y="82527"/>
                </a:lnTo>
                <a:lnTo>
                  <a:pt x="199421" y="82166"/>
                </a:lnTo>
                <a:lnTo>
                  <a:pt x="199213" y="81781"/>
                </a:lnTo>
                <a:lnTo>
                  <a:pt x="199031" y="81371"/>
                </a:lnTo>
                <a:lnTo>
                  <a:pt x="198872" y="80936"/>
                </a:lnTo>
                <a:lnTo>
                  <a:pt x="198738" y="80476"/>
                </a:lnTo>
                <a:lnTo>
                  <a:pt x="198628" y="79991"/>
                </a:lnTo>
                <a:lnTo>
                  <a:pt x="198543" y="79482"/>
                </a:lnTo>
                <a:lnTo>
                  <a:pt x="198482" y="78947"/>
                </a:lnTo>
                <a:lnTo>
                  <a:pt x="198445" y="78388"/>
                </a:lnTo>
                <a:lnTo>
                  <a:pt x="198433" y="77804"/>
                </a:lnTo>
                <a:lnTo>
                  <a:pt x="198433" y="40348"/>
                </a:lnTo>
                <a:lnTo>
                  <a:pt x="227491" y="40348"/>
                </a:lnTo>
                <a:lnTo>
                  <a:pt x="227491" y="24786"/>
                </a:lnTo>
                <a:lnTo>
                  <a:pt x="198433" y="24786"/>
                </a:lnTo>
                <a:lnTo>
                  <a:pt x="198433" y="3442"/>
                </a:lnTo>
                <a:lnTo>
                  <a:pt x="181083" y="3442"/>
                </a:lnTo>
                <a:lnTo>
                  <a:pt x="181083" y="24786"/>
                </a:lnTo>
                <a:lnTo>
                  <a:pt x="160565" y="24786"/>
                </a:lnTo>
                <a:lnTo>
                  <a:pt x="160565" y="40348"/>
                </a:lnTo>
                <a:lnTo>
                  <a:pt x="181083" y="40348"/>
                </a:lnTo>
                <a:lnTo>
                  <a:pt x="181083" y="77804"/>
                </a:lnTo>
                <a:lnTo>
                  <a:pt x="181094" y="78679"/>
                </a:lnTo>
                <a:lnTo>
                  <a:pt x="181126" y="79539"/>
                </a:lnTo>
                <a:lnTo>
                  <a:pt x="181179" y="80383"/>
                </a:lnTo>
                <a:lnTo>
                  <a:pt x="181253" y="81212"/>
                </a:lnTo>
                <a:lnTo>
                  <a:pt x="181349" y="82024"/>
                </a:lnTo>
                <a:lnTo>
                  <a:pt x="181466" y="82821"/>
                </a:lnTo>
                <a:lnTo>
                  <a:pt x="181604" y="83602"/>
                </a:lnTo>
                <a:lnTo>
                  <a:pt x="181764" y="84368"/>
                </a:lnTo>
                <a:lnTo>
                  <a:pt x="181945" y="85117"/>
                </a:lnTo>
                <a:lnTo>
                  <a:pt x="182147" y="85851"/>
                </a:lnTo>
                <a:lnTo>
                  <a:pt x="182370" y="86569"/>
                </a:lnTo>
                <a:lnTo>
                  <a:pt x="182615" y="87271"/>
                </a:lnTo>
                <a:lnTo>
                  <a:pt x="182881" y="87957"/>
                </a:lnTo>
                <a:lnTo>
                  <a:pt x="183168" y="88628"/>
                </a:lnTo>
                <a:lnTo>
                  <a:pt x="183477" y="89283"/>
                </a:lnTo>
                <a:lnTo>
                  <a:pt x="183806" y="89922"/>
                </a:lnTo>
                <a:lnTo>
                  <a:pt x="184157" y="90545"/>
                </a:lnTo>
                <a:lnTo>
                  <a:pt x="184530" y="91153"/>
                </a:lnTo>
                <a:lnTo>
                  <a:pt x="184923" y="91744"/>
                </a:lnTo>
                <a:lnTo>
                  <a:pt x="185338" y="92320"/>
                </a:lnTo>
                <a:lnTo>
                  <a:pt x="185774" y="92880"/>
                </a:lnTo>
                <a:lnTo>
                  <a:pt x="186232" y="93425"/>
                </a:lnTo>
                <a:lnTo>
                  <a:pt x="186710" y="93954"/>
                </a:lnTo>
                <a:lnTo>
                  <a:pt x="187210" y="94466"/>
                </a:lnTo>
                <a:lnTo>
                  <a:pt x="187729" y="94961"/>
                </a:lnTo>
                <a:lnTo>
                  <a:pt x="188265" y="95434"/>
                </a:lnTo>
                <a:lnTo>
                  <a:pt x="188817" y="95886"/>
                </a:lnTo>
                <a:lnTo>
                  <a:pt x="189385" y="96317"/>
                </a:lnTo>
                <a:lnTo>
                  <a:pt x="189970" y="96728"/>
                </a:lnTo>
                <a:lnTo>
                  <a:pt x="190572" y="97117"/>
                </a:lnTo>
                <a:lnTo>
                  <a:pt x="191190" y="97485"/>
                </a:lnTo>
                <a:lnTo>
                  <a:pt x="191824" y="97832"/>
                </a:lnTo>
                <a:lnTo>
                  <a:pt x="192475" y="98158"/>
                </a:lnTo>
                <a:lnTo>
                  <a:pt x="193143" y="98463"/>
                </a:lnTo>
                <a:lnTo>
                  <a:pt x="193826" y="98747"/>
                </a:lnTo>
                <a:lnTo>
                  <a:pt x="194527" y="99010"/>
                </a:lnTo>
                <a:lnTo>
                  <a:pt x="195244" y="99252"/>
                </a:lnTo>
                <a:lnTo>
                  <a:pt x="195977" y="99473"/>
                </a:lnTo>
                <a:lnTo>
                  <a:pt x="196727" y="99672"/>
                </a:lnTo>
                <a:lnTo>
                  <a:pt x="197493" y="99851"/>
                </a:lnTo>
                <a:lnTo>
                  <a:pt x="198276" y="100009"/>
                </a:lnTo>
                <a:lnTo>
                  <a:pt x="199075" y="100146"/>
                </a:lnTo>
                <a:lnTo>
                  <a:pt x="199891" y="100261"/>
                </a:lnTo>
                <a:lnTo>
                  <a:pt x="200724" y="100356"/>
                </a:lnTo>
                <a:lnTo>
                  <a:pt x="201572" y="100430"/>
                </a:lnTo>
                <a:lnTo>
                  <a:pt x="202438" y="100482"/>
                </a:lnTo>
                <a:lnTo>
                  <a:pt x="203319" y="100514"/>
                </a:lnTo>
                <a:lnTo>
                  <a:pt x="204218" y="100524"/>
                </a:lnTo>
                <a:lnTo>
                  <a:pt x="226112" y="100524"/>
                </a:lnTo>
                <a:lnTo>
                  <a:pt x="226112" y="84963"/>
                </a:lnTo>
                <a:lnTo>
                  <a:pt x="205457" y="84963"/>
                </a:lnTo>
                <a:close/>
                <a:moveTo>
                  <a:pt x="144315" y="100524"/>
                </a:moveTo>
                <a:lnTo>
                  <a:pt x="144315" y="49160"/>
                </a:lnTo>
                <a:lnTo>
                  <a:pt x="144301" y="48182"/>
                </a:lnTo>
                <a:lnTo>
                  <a:pt x="144259" y="47220"/>
                </a:lnTo>
                <a:lnTo>
                  <a:pt x="144189" y="46276"/>
                </a:lnTo>
                <a:lnTo>
                  <a:pt x="144091" y="45348"/>
                </a:lnTo>
                <a:lnTo>
                  <a:pt x="143965" y="44438"/>
                </a:lnTo>
                <a:lnTo>
                  <a:pt x="143811" y="43544"/>
                </a:lnTo>
                <a:lnTo>
                  <a:pt x="143630" y="42668"/>
                </a:lnTo>
                <a:lnTo>
                  <a:pt x="143420" y="41808"/>
                </a:lnTo>
                <a:lnTo>
                  <a:pt x="143182" y="40966"/>
                </a:lnTo>
                <a:lnTo>
                  <a:pt x="142916" y="40140"/>
                </a:lnTo>
                <a:lnTo>
                  <a:pt x="142623" y="39332"/>
                </a:lnTo>
                <a:lnTo>
                  <a:pt x="142301" y="38540"/>
                </a:lnTo>
                <a:lnTo>
                  <a:pt x="141951" y="37765"/>
                </a:lnTo>
                <a:lnTo>
                  <a:pt x="141574" y="37008"/>
                </a:lnTo>
                <a:lnTo>
                  <a:pt x="141168" y="36267"/>
                </a:lnTo>
                <a:lnTo>
                  <a:pt x="140734" y="35543"/>
                </a:lnTo>
                <a:lnTo>
                  <a:pt x="140273" y="34836"/>
                </a:lnTo>
                <a:lnTo>
                  <a:pt x="139783" y="34147"/>
                </a:lnTo>
                <a:lnTo>
                  <a:pt x="139266" y="33474"/>
                </a:lnTo>
                <a:lnTo>
                  <a:pt x="138720" y="32818"/>
                </a:lnTo>
                <a:lnTo>
                  <a:pt x="138147" y="32179"/>
                </a:lnTo>
                <a:lnTo>
                  <a:pt x="137546" y="31557"/>
                </a:lnTo>
                <a:lnTo>
                  <a:pt x="136916" y="30953"/>
                </a:lnTo>
                <a:lnTo>
                  <a:pt x="136259" y="30365"/>
                </a:lnTo>
                <a:lnTo>
                  <a:pt x="135577" y="29797"/>
                </a:lnTo>
                <a:lnTo>
                  <a:pt x="134876" y="29254"/>
                </a:lnTo>
                <a:lnTo>
                  <a:pt x="134154" y="28735"/>
                </a:lnTo>
                <a:lnTo>
                  <a:pt x="133412" y="28240"/>
                </a:lnTo>
                <a:lnTo>
                  <a:pt x="132649" y="27769"/>
                </a:lnTo>
                <a:lnTo>
                  <a:pt x="131866" y="27322"/>
                </a:lnTo>
                <a:lnTo>
                  <a:pt x="131063" y="26899"/>
                </a:lnTo>
                <a:lnTo>
                  <a:pt x="130239" y="26501"/>
                </a:lnTo>
                <a:lnTo>
                  <a:pt x="129395" y="26126"/>
                </a:lnTo>
                <a:lnTo>
                  <a:pt x="128531" y="25776"/>
                </a:lnTo>
                <a:lnTo>
                  <a:pt x="127646" y="25450"/>
                </a:lnTo>
                <a:lnTo>
                  <a:pt x="126741" y="25148"/>
                </a:lnTo>
                <a:lnTo>
                  <a:pt x="125816" y="24871"/>
                </a:lnTo>
                <a:lnTo>
                  <a:pt x="124871" y="24617"/>
                </a:lnTo>
                <a:lnTo>
                  <a:pt x="123905" y="24388"/>
                </a:lnTo>
                <a:lnTo>
                  <a:pt x="122918" y="24182"/>
                </a:lnTo>
                <a:lnTo>
                  <a:pt x="121912" y="24001"/>
                </a:lnTo>
                <a:lnTo>
                  <a:pt x="120885" y="23844"/>
                </a:lnTo>
                <a:lnTo>
                  <a:pt x="119838" y="23711"/>
                </a:lnTo>
                <a:lnTo>
                  <a:pt x="118770" y="23603"/>
                </a:lnTo>
                <a:lnTo>
                  <a:pt x="117682" y="23518"/>
                </a:lnTo>
                <a:lnTo>
                  <a:pt x="116574" y="23458"/>
                </a:lnTo>
                <a:lnTo>
                  <a:pt x="115446" y="23422"/>
                </a:lnTo>
                <a:lnTo>
                  <a:pt x="114297" y="23410"/>
                </a:lnTo>
                <a:lnTo>
                  <a:pt x="113215" y="23421"/>
                </a:lnTo>
                <a:lnTo>
                  <a:pt x="112149" y="23454"/>
                </a:lnTo>
                <a:lnTo>
                  <a:pt x="111100" y="23509"/>
                </a:lnTo>
                <a:lnTo>
                  <a:pt x="110066" y="23586"/>
                </a:lnTo>
                <a:lnTo>
                  <a:pt x="109049" y="23685"/>
                </a:lnTo>
                <a:lnTo>
                  <a:pt x="108048" y="23806"/>
                </a:lnTo>
                <a:lnTo>
                  <a:pt x="107064" y="23949"/>
                </a:lnTo>
                <a:lnTo>
                  <a:pt x="106096" y="24114"/>
                </a:lnTo>
                <a:lnTo>
                  <a:pt x="105144" y="24301"/>
                </a:lnTo>
                <a:lnTo>
                  <a:pt x="104208" y="24509"/>
                </a:lnTo>
                <a:lnTo>
                  <a:pt x="103288" y="24740"/>
                </a:lnTo>
                <a:lnTo>
                  <a:pt x="102385" y="24993"/>
                </a:lnTo>
                <a:lnTo>
                  <a:pt x="101498" y="25268"/>
                </a:lnTo>
                <a:lnTo>
                  <a:pt x="100627" y="25565"/>
                </a:lnTo>
                <a:lnTo>
                  <a:pt x="99773" y="25884"/>
                </a:lnTo>
                <a:lnTo>
                  <a:pt x="98935" y="26225"/>
                </a:lnTo>
                <a:lnTo>
                  <a:pt x="98113" y="26588"/>
                </a:lnTo>
                <a:lnTo>
                  <a:pt x="97307" y="26973"/>
                </a:lnTo>
                <a:lnTo>
                  <a:pt x="96518" y="27380"/>
                </a:lnTo>
                <a:lnTo>
                  <a:pt x="95744" y="27809"/>
                </a:lnTo>
                <a:lnTo>
                  <a:pt x="94987" y="28260"/>
                </a:lnTo>
                <a:lnTo>
                  <a:pt x="94247" y="28733"/>
                </a:lnTo>
                <a:lnTo>
                  <a:pt x="93522" y="29228"/>
                </a:lnTo>
                <a:lnTo>
                  <a:pt x="92814" y="29745"/>
                </a:lnTo>
                <a:lnTo>
                  <a:pt x="92126" y="30280"/>
                </a:lnTo>
                <a:lnTo>
                  <a:pt x="91464" y="30831"/>
                </a:lnTo>
                <a:lnTo>
                  <a:pt x="90826" y="31397"/>
                </a:lnTo>
                <a:lnTo>
                  <a:pt x="90213" y="31978"/>
                </a:lnTo>
                <a:lnTo>
                  <a:pt x="89625" y="32575"/>
                </a:lnTo>
                <a:lnTo>
                  <a:pt x="89061" y="33187"/>
                </a:lnTo>
                <a:lnTo>
                  <a:pt x="88523" y="33814"/>
                </a:lnTo>
                <a:lnTo>
                  <a:pt x="88009" y="34457"/>
                </a:lnTo>
                <a:lnTo>
                  <a:pt x="87521" y="35115"/>
                </a:lnTo>
                <a:lnTo>
                  <a:pt x="87057" y="35788"/>
                </a:lnTo>
                <a:lnTo>
                  <a:pt x="86618" y="36476"/>
                </a:lnTo>
                <a:lnTo>
                  <a:pt x="86204" y="37180"/>
                </a:lnTo>
                <a:lnTo>
                  <a:pt x="85814" y="37899"/>
                </a:lnTo>
                <a:lnTo>
                  <a:pt x="85450" y="38633"/>
                </a:lnTo>
                <a:lnTo>
                  <a:pt x="85110" y="39383"/>
                </a:lnTo>
                <a:lnTo>
                  <a:pt x="84796" y="40148"/>
                </a:lnTo>
                <a:lnTo>
                  <a:pt x="84506" y="40928"/>
                </a:lnTo>
                <a:lnTo>
                  <a:pt x="84241" y="41724"/>
                </a:lnTo>
                <a:lnTo>
                  <a:pt x="84001" y="42535"/>
                </a:lnTo>
                <a:lnTo>
                  <a:pt x="83786" y="43361"/>
                </a:lnTo>
                <a:lnTo>
                  <a:pt x="83596" y="44203"/>
                </a:lnTo>
                <a:lnTo>
                  <a:pt x="83430" y="45060"/>
                </a:lnTo>
                <a:lnTo>
                  <a:pt x="83289" y="45932"/>
                </a:lnTo>
                <a:lnTo>
                  <a:pt x="83174" y="46819"/>
                </a:lnTo>
                <a:lnTo>
                  <a:pt x="99975" y="46819"/>
                </a:lnTo>
                <a:lnTo>
                  <a:pt x="100038" y="46467"/>
                </a:lnTo>
                <a:lnTo>
                  <a:pt x="100111" y="46120"/>
                </a:lnTo>
                <a:lnTo>
                  <a:pt x="100194" y="45780"/>
                </a:lnTo>
                <a:lnTo>
                  <a:pt x="100288" y="45446"/>
                </a:lnTo>
                <a:lnTo>
                  <a:pt x="100393" y="45118"/>
                </a:lnTo>
                <a:lnTo>
                  <a:pt x="100508" y="44796"/>
                </a:lnTo>
                <a:lnTo>
                  <a:pt x="100634" y="44481"/>
                </a:lnTo>
                <a:lnTo>
                  <a:pt x="100770" y="44172"/>
                </a:lnTo>
                <a:lnTo>
                  <a:pt x="100916" y="43869"/>
                </a:lnTo>
                <a:lnTo>
                  <a:pt x="101074" y="43572"/>
                </a:lnTo>
                <a:lnTo>
                  <a:pt x="101241" y="43282"/>
                </a:lnTo>
                <a:lnTo>
                  <a:pt x="101420" y="42998"/>
                </a:lnTo>
                <a:lnTo>
                  <a:pt x="101608" y="42720"/>
                </a:lnTo>
                <a:lnTo>
                  <a:pt x="101808" y="42448"/>
                </a:lnTo>
                <a:lnTo>
                  <a:pt x="102017" y="42182"/>
                </a:lnTo>
                <a:lnTo>
                  <a:pt x="102238" y="41923"/>
                </a:lnTo>
                <a:lnTo>
                  <a:pt x="102469" y="41670"/>
                </a:lnTo>
                <a:lnTo>
                  <a:pt x="102710" y="41423"/>
                </a:lnTo>
                <a:lnTo>
                  <a:pt x="102962" y="41182"/>
                </a:lnTo>
                <a:lnTo>
                  <a:pt x="103224" y="40948"/>
                </a:lnTo>
                <a:lnTo>
                  <a:pt x="103497" y="40720"/>
                </a:lnTo>
                <a:lnTo>
                  <a:pt x="103781" y="40498"/>
                </a:lnTo>
                <a:lnTo>
                  <a:pt x="104075" y="40282"/>
                </a:lnTo>
                <a:lnTo>
                  <a:pt x="104379" y="40072"/>
                </a:lnTo>
                <a:lnTo>
                  <a:pt x="104692" y="39870"/>
                </a:lnTo>
                <a:lnTo>
                  <a:pt x="105012" y="39676"/>
                </a:lnTo>
                <a:lnTo>
                  <a:pt x="105339" y="39491"/>
                </a:lnTo>
                <a:lnTo>
                  <a:pt x="105672" y="39315"/>
                </a:lnTo>
                <a:lnTo>
                  <a:pt x="106012" y="39147"/>
                </a:lnTo>
                <a:lnTo>
                  <a:pt x="106359" y="38988"/>
                </a:lnTo>
                <a:lnTo>
                  <a:pt x="106713" y="38837"/>
                </a:lnTo>
                <a:lnTo>
                  <a:pt x="107073" y="38695"/>
                </a:lnTo>
                <a:lnTo>
                  <a:pt x="107439" y="38561"/>
                </a:lnTo>
                <a:lnTo>
                  <a:pt x="107813" y="38437"/>
                </a:lnTo>
                <a:lnTo>
                  <a:pt x="108193" y="38320"/>
                </a:lnTo>
                <a:lnTo>
                  <a:pt x="108580" y="38213"/>
                </a:lnTo>
                <a:lnTo>
                  <a:pt x="108974" y="38114"/>
                </a:lnTo>
                <a:lnTo>
                  <a:pt x="109374" y="38023"/>
                </a:lnTo>
                <a:lnTo>
                  <a:pt x="109781" y="37941"/>
                </a:lnTo>
                <a:lnTo>
                  <a:pt x="110194" y="37868"/>
                </a:lnTo>
                <a:lnTo>
                  <a:pt x="110615" y="37804"/>
                </a:lnTo>
                <a:lnTo>
                  <a:pt x="111042" y="37748"/>
                </a:lnTo>
                <a:lnTo>
                  <a:pt x="111475" y="37700"/>
                </a:lnTo>
                <a:lnTo>
                  <a:pt x="111916" y="37662"/>
                </a:lnTo>
                <a:lnTo>
                  <a:pt x="112363" y="37632"/>
                </a:lnTo>
                <a:lnTo>
                  <a:pt x="112817" y="37610"/>
                </a:lnTo>
                <a:lnTo>
                  <a:pt x="113277" y="37597"/>
                </a:lnTo>
                <a:lnTo>
                  <a:pt x="113744" y="37593"/>
                </a:lnTo>
                <a:lnTo>
                  <a:pt x="114256" y="37598"/>
                </a:lnTo>
                <a:lnTo>
                  <a:pt x="114759" y="37614"/>
                </a:lnTo>
                <a:lnTo>
                  <a:pt x="115253" y="37641"/>
                </a:lnTo>
                <a:lnTo>
                  <a:pt x="115738" y="37679"/>
                </a:lnTo>
                <a:lnTo>
                  <a:pt x="116213" y="37727"/>
                </a:lnTo>
                <a:lnTo>
                  <a:pt x="116680" y="37787"/>
                </a:lnTo>
                <a:lnTo>
                  <a:pt x="117137" y="37856"/>
                </a:lnTo>
                <a:lnTo>
                  <a:pt x="117586" y="37937"/>
                </a:lnTo>
                <a:lnTo>
                  <a:pt x="118025" y="38029"/>
                </a:lnTo>
                <a:lnTo>
                  <a:pt x="118455" y="38131"/>
                </a:lnTo>
                <a:lnTo>
                  <a:pt x="118876" y="38244"/>
                </a:lnTo>
                <a:lnTo>
                  <a:pt x="119288" y="38368"/>
                </a:lnTo>
                <a:lnTo>
                  <a:pt x="119691" y="38502"/>
                </a:lnTo>
                <a:lnTo>
                  <a:pt x="120084" y="38647"/>
                </a:lnTo>
                <a:lnTo>
                  <a:pt x="120469" y="38803"/>
                </a:lnTo>
                <a:lnTo>
                  <a:pt x="120845" y="38970"/>
                </a:lnTo>
                <a:lnTo>
                  <a:pt x="121211" y="39148"/>
                </a:lnTo>
                <a:lnTo>
                  <a:pt x="121568" y="39336"/>
                </a:lnTo>
                <a:lnTo>
                  <a:pt x="121917" y="39535"/>
                </a:lnTo>
                <a:lnTo>
                  <a:pt x="122256" y="39745"/>
                </a:lnTo>
                <a:lnTo>
                  <a:pt x="122586" y="39966"/>
                </a:lnTo>
                <a:lnTo>
                  <a:pt x="122907" y="40197"/>
                </a:lnTo>
                <a:lnTo>
                  <a:pt x="123218" y="40439"/>
                </a:lnTo>
                <a:lnTo>
                  <a:pt x="123521" y="40692"/>
                </a:lnTo>
                <a:lnTo>
                  <a:pt x="123813" y="40954"/>
                </a:lnTo>
                <a:lnTo>
                  <a:pt x="124093" y="41225"/>
                </a:lnTo>
                <a:lnTo>
                  <a:pt x="124360" y="41504"/>
                </a:lnTo>
                <a:lnTo>
                  <a:pt x="124615" y="41792"/>
                </a:lnTo>
                <a:lnTo>
                  <a:pt x="124858" y="42087"/>
                </a:lnTo>
                <a:lnTo>
                  <a:pt x="125088" y="42391"/>
                </a:lnTo>
                <a:lnTo>
                  <a:pt x="125305" y="42704"/>
                </a:lnTo>
                <a:lnTo>
                  <a:pt x="125510" y="43025"/>
                </a:lnTo>
                <a:lnTo>
                  <a:pt x="125703" y="43354"/>
                </a:lnTo>
                <a:lnTo>
                  <a:pt x="125883" y="43692"/>
                </a:lnTo>
                <a:lnTo>
                  <a:pt x="126051" y="44038"/>
                </a:lnTo>
                <a:lnTo>
                  <a:pt x="126207" y="44392"/>
                </a:lnTo>
                <a:lnTo>
                  <a:pt x="126350" y="44755"/>
                </a:lnTo>
                <a:lnTo>
                  <a:pt x="126480" y="45126"/>
                </a:lnTo>
                <a:lnTo>
                  <a:pt x="126598" y="45506"/>
                </a:lnTo>
                <a:lnTo>
                  <a:pt x="126704" y="45894"/>
                </a:lnTo>
                <a:lnTo>
                  <a:pt x="126797" y="46290"/>
                </a:lnTo>
                <a:lnTo>
                  <a:pt x="126878" y="46695"/>
                </a:lnTo>
                <a:lnTo>
                  <a:pt x="126946" y="47108"/>
                </a:lnTo>
                <a:lnTo>
                  <a:pt x="127002" y="47529"/>
                </a:lnTo>
                <a:lnTo>
                  <a:pt x="127046" y="47959"/>
                </a:lnTo>
                <a:lnTo>
                  <a:pt x="127077" y="48397"/>
                </a:lnTo>
                <a:lnTo>
                  <a:pt x="127095" y="48844"/>
                </a:lnTo>
                <a:lnTo>
                  <a:pt x="127102" y="49299"/>
                </a:lnTo>
                <a:lnTo>
                  <a:pt x="127102" y="55770"/>
                </a:lnTo>
                <a:lnTo>
                  <a:pt x="108237" y="55770"/>
                </a:lnTo>
                <a:lnTo>
                  <a:pt x="107112" y="55781"/>
                </a:lnTo>
                <a:lnTo>
                  <a:pt x="106008" y="55813"/>
                </a:lnTo>
                <a:lnTo>
                  <a:pt x="104926" y="55865"/>
                </a:lnTo>
                <a:lnTo>
                  <a:pt x="103865" y="55939"/>
                </a:lnTo>
                <a:lnTo>
                  <a:pt x="102826" y="56033"/>
                </a:lnTo>
                <a:lnTo>
                  <a:pt x="101808" y="56149"/>
                </a:lnTo>
                <a:lnTo>
                  <a:pt x="100812" y="56286"/>
                </a:lnTo>
                <a:lnTo>
                  <a:pt x="99837" y="56444"/>
                </a:lnTo>
                <a:lnTo>
                  <a:pt x="98884" y="56623"/>
                </a:lnTo>
                <a:lnTo>
                  <a:pt x="97952" y="56823"/>
                </a:lnTo>
                <a:lnTo>
                  <a:pt x="97042" y="57043"/>
                </a:lnTo>
                <a:lnTo>
                  <a:pt x="96153" y="57285"/>
                </a:lnTo>
                <a:lnTo>
                  <a:pt x="95286" y="57548"/>
                </a:lnTo>
                <a:lnTo>
                  <a:pt x="94441" y="57832"/>
                </a:lnTo>
                <a:lnTo>
                  <a:pt x="93617" y="58138"/>
                </a:lnTo>
                <a:lnTo>
                  <a:pt x="92814" y="58464"/>
                </a:lnTo>
                <a:lnTo>
                  <a:pt x="92033" y="58811"/>
                </a:lnTo>
                <a:lnTo>
                  <a:pt x="91273" y="59179"/>
                </a:lnTo>
                <a:lnTo>
                  <a:pt x="90535" y="59568"/>
                </a:lnTo>
                <a:lnTo>
                  <a:pt x="89819" y="59979"/>
                </a:lnTo>
                <a:lnTo>
                  <a:pt x="89124" y="60410"/>
                </a:lnTo>
                <a:lnTo>
                  <a:pt x="88451" y="60862"/>
                </a:lnTo>
                <a:lnTo>
                  <a:pt x="87799" y="61336"/>
                </a:lnTo>
                <a:lnTo>
                  <a:pt x="87168" y="61830"/>
                </a:lnTo>
                <a:lnTo>
                  <a:pt x="86561" y="62344"/>
                </a:lnTo>
                <a:lnTo>
                  <a:pt x="85980" y="62875"/>
                </a:lnTo>
                <a:lnTo>
                  <a:pt x="85425" y="63424"/>
                </a:lnTo>
                <a:lnTo>
                  <a:pt x="84896" y="63991"/>
                </a:lnTo>
                <a:lnTo>
                  <a:pt x="84392" y="64576"/>
                </a:lnTo>
                <a:lnTo>
                  <a:pt x="83915" y="65178"/>
                </a:lnTo>
                <a:lnTo>
                  <a:pt x="83463" y="65798"/>
                </a:lnTo>
                <a:lnTo>
                  <a:pt x="83037" y="66435"/>
                </a:lnTo>
                <a:lnTo>
                  <a:pt x="82637" y="67090"/>
                </a:lnTo>
                <a:lnTo>
                  <a:pt x="82262" y="67763"/>
                </a:lnTo>
                <a:lnTo>
                  <a:pt x="81914" y="68454"/>
                </a:lnTo>
                <a:lnTo>
                  <a:pt x="81591" y="69162"/>
                </a:lnTo>
                <a:lnTo>
                  <a:pt x="81294" y="69888"/>
                </a:lnTo>
                <a:lnTo>
                  <a:pt x="81023" y="70632"/>
                </a:lnTo>
                <a:lnTo>
                  <a:pt x="80778" y="71393"/>
                </a:lnTo>
                <a:lnTo>
                  <a:pt x="80558" y="72172"/>
                </a:lnTo>
                <a:lnTo>
                  <a:pt x="80365" y="72969"/>
                </a:lnTo>
                <a:lnTo>
                  <a:pt x="80197" y="73783"/>
                </a:lnTo>
                <a:lnTo>
                  <a:pt x="80055" y="74615"/>
                </a:lnTo>
                <a:lnTo>
                  <a:pt x="79938" y="75465"/>
                </a:lnTo>
                <a:lnTo>
                  <a:pt x="79848" y="76333"/>
                </a:lnTo>
                <a:lnTo>
                  <a:pt x="79784" y="77218"/>
                </a:lnTo>
                <a:lnTo>
                  <a:pt x="79745" y="78121"/>
                </a:lnTo>
                <a:lnTo>
                  <a:pt x="79732" y="79041"/>
                </a:lnTo>
                <a:lnTo>
                  <a:pt x="79744" y="79906"/>
                </a:lnTo>
                <a:lnTo>
                  <a:pt x="79779" y="80756"/>
                </a:lnTo>
                <a:lnTo>
                  <a:pt x="79837" y="81591"/>
                </a:lnTo>
                <a:lnTo>
                  <a:pt x="79919" y="82412"/>
                </a:lnTo>
                <a:lnTo>
                  <a:pt x="80025" y="83217"/>
                </a:lnTo>
                <a:lnTo>
                  <a:pt x="80154" y="84008"/>
                </a:lnTo>
                <a:lnTo>
                  <a:pt x="80306" y="84783"/>
                </a:lnTo>
                <a:lnTo>
                  <a:pt x="80482" y="85544"/>
                </a:lnTo>
                <a:lnTo>
                  <a:pt x="80681" y="86291"/>
                </a:lnTo>
                <a:lnTo>
                  <a:pt x="80903" y="87022"/>
                </a:lnTo>
                <a:lnTo>
                  <a:pt x="81149" y="87738"/>
                </a:lnTo>
                <a:lnTo>
                  <a:pt x="81419" y="88440"/>
                </a:lnTo>
                <a:lnTo>
                  <a:pt x="81712" y="89127"/>
                </a:lnTo>
                <a:lnTo>
                  <a:pt x="82028" y="89799"/>
                </a:lnTo>
                <a:lnTo>
                  <a:pt x="82367" y="90456"/>
                </a:lnTo>
                <a:lnTo>
                  <a:pt x="82731" y="91099"/>
                </a:lnTo>
                <a:lnTo>
                  <a:pt x="83117" y="91726"/>
                </a:lnTo>
                <a:lnTo>
                  <a:pt x="83527" y="92339"/>
                </a:lnTo>
                <a:lnTo>
                  <a:pt x="83961" y="92937"/>
                </a:lnTo>
                <a:lnTo>
                  <a:pt x="84417" y="93520"/>
                </a:lnTo>
                <a:lnTo>
                  <a:pt x="84898" y="94088"/>
                </a:lnTo>
                <a:lnTo>
                  <a:pt x="85401" y="94642"/>
                </a:lnTo>
                <a:lnTo>
                  <a:pt x="85928" y="95180"/>
                </a:lnTo>
                <a:lnTo>
                  <a:pt x="86479" y="95704"/>
                </a:lnTo>
                <a:lnTo>
                  <a:pt x="87050" y="96210"/>
                </a:lnTo>
                <a:lnTo>
                  <a:pt x="87638" y="96694"/>
                </a:lnTo>
                <a:lnTo>
                  <a:pt x="88244" y="97156"/>
                </a:lnTo>
                <a:lnTo>
                  <a:pt x="88866" y="97597"/>
                </a:lnTo>
                <a:lnTo>
                  <a:pt x="89506" y="98017"/>
                </a:lnTo>
                <a:lnTo>
                  <a:pt x="90163" y="98415"/>
                </a:lnTo>
                <a:lnTo>
                  <a:pt x="90837" y="98792"/>
                </a:lnTo>
                <a:lnTo>
                  <a:pt x="91529" y="99147"/>
                </a:lnTo>
                <a:lnTo>
                  <a:pt x="92237" y="99480"/>
                </a:lnTo>
                <a:lnTo>
                  <a:pt x="92963" y="99792"/>
                </a:lnTo>
                <a:lnTo>
                  <a:pt x="93706" y="100082"/>
                </a:lnTo>
                <a:lnTo>
                  <a:pt x="94467" y="100351"/>
                </a:lnTo>
                <a:lnTo>
                  <a:pt x="95244" y="100599"/>
                </a:lnTo>
                <a:lnTo>
                  <a:pt x="96039" y="100825"/>
                </a:lnTo>
                <a:lnTo>
                  <a:pt x="96851" y="101029"/>
                </a:lnTo>
                <a:lnTo>
                  <a:pt x="97680" y="101212"/>
                </a:lnTo>
                <a:lnTo>
                  <a:pt x="98526" y="101373"/>
                </a:lnTo>
                <a:lnTo>
                  <a:pt x="99390" y="101513"/>
                </a:lnTo>
                <a:lnTo>
                  <a:pt x="100270" y="101632"/>
                </a:lnTo>
                <a:lnTo>
                  <a:pt x="101168" y="101728"/>
                </a:lnTo>
                <a:lnTo>
                  <a:pt x="102083" y="101804"/>
                </a:lnTo>
                <a:lnTo>
                  <a:pt x="103016" y="101857"/>
                </a:lnTo>
                <a:lnTo>
                  <a:pt x="103965" y="101890"/>
                </a:lnTo>
                <a:lnTo>
                  <a:pt x="104932" y="101901"/>
                </a:lnTo>
                <a:lnTo>
                  <a:pt x="105785" y="101892"/>
                </a:lnTo>
                <a:lnTo>
                  <a:pt x="106624" y="101866"/>
                </a:lnTo>
                <a:lnTo>
                  <a:pt x="107449" y="101823"/>
                </a:lnTo>
                <a:lnTo>
                  <a:pt x="108260" y="101763"/>
                </a:lnTo>
                <a:lnTo>
                  <a:pt x="109056" y="101685"/>
                </a:lnTo>
                <a:lnTo>
                  <a:pt x="109837" y="101591"/>
                </a:lnTo>
                <a:lnTo>
                  <a:pt x="110605" y="101479"/>
                </a:lnTo>
                <a:lnTo>
                  <a:pt x="111358" y="101350"/>
                </a:lnTo>
                <a:lnTo>
                  <a:pt x="112096" y="101203"/>
                </a:lnTo>
                <a:lnTo>
                  <a:pt x="112821" y="101040"/>
                </a:lnTo>
                <a:lnTo>
                  <a:pt x="113531" y="100859"/>
                </a:lnTo>
                <a:lnTo>
                  <a:pt x="114227" y="100661"/>
                </a:lnTo>
                <a:lnTo>
                  <a:pt x="114908" y="100446"/>
                </a:lnTo>
                <a:lnTo>
                  <a:pt x="115575" y="100214"/>
                </a:lnTo>
                <a:lnTo>
                  <a:pt x="116227" y="99964"/>
                </a:lnTo>
                <a:lnTo>
                  <a:pt x="116866" y="99698"/>
                </a:lnTo>
                <a:lnTo>
                  <a:pt x="117490" y="99414"/>
                </a:lnTo>
                <a:lnTo>
                  <a:pt x="118099" y="99112"/>
                </a:lnTo>
                <a:lnTo>
                  <a:pt x="118695" y="98794"/>
                </a:lnTo>
                <a:lnTo>
                  <a:pt x="119275" y="98458"/>
                </a:lnTo>
                <a:lnTo>
                  <a:pt x="119842" y="98105"/>
                </a:lnTo>
                <a:lnTo>
                  <a:pt x="120394" y="97735"/>
                </a:lnTo>
                <a:lnTo>
                  <a:pt x="120932" y="97348"/>
                </a:lnTo>
                <a:lnTo>
                  <a:pt x="121456" y="96944"/>
                </a:lnTo>
                <a:lnTo>
                  <a:pt x="121962" y="96525"/>
                </a:lnTo>
                <a:lnTo>
                  <a:pt x="122446" y="96094"/>
                </a:lnTo>
                <a:lnTo>
                  <a:pt x="122909" y="95651"/>
                </a:lnTo>
                <a:lnTo>
                  <a:pt x="123350" y="95196"/>
                </a:lnTo>
                <a:lnTo>
                  <a:pt x="123769" y="94729"/>
                </a:lnTo>
                <a:lnTo>
                  <a:pt x="124168" y="94250"/>
                </a:lnTo>
                <a:lnTo>
                  <a:pt x="124544" y="93759"/>
                </a:lnTo>
                <a:lnTo>
                  <a:pt x="124899" y="93257"/>
                </a:lnTo>
                <a:lnTo>
                  <a:pt x="125233" y="92742"/>
                </a:lnTo>
                <a:lnTo>
                  <a:pt x="125545" y="92215"/>
                </a:lnTo>
                <a:lnTo>
                  <a:pt x="125836" y="91677"/>
                </a:lnTo>
                <a:lnTo>
                  <a:pt x="126105" y="91126"/>
                </a:lnTo>
                <a:lnTo>
                  <a:pt x="126352" y="90563"/>
                </a:lnTo>
                <a:lnTo>
                  <a:pt x="126578" y="89989"/>
                </a:lnTo>
                <a:lnTo>
                  <a:pt x="126783" y="89403"/>
                </a:lnTo>
                <a:lnTo>
                  <a:pt x="126966" y="88804"/>
                </a:lnTo>
                <a:lnTo>
                  <a:pt x="127127" y="88194"/>
                </a:lnTo>
                <a:lnTo>
                  <a:pt x="127267" y="87571"/>
                </a:lnTo>
                <a:lnTo>
                  <a:pt x="127317" y="87305"/>
                </a:lnTo>
                <a:lnTo>
                  <a:pt x="127654" y="87305"/>
                </a:lnTo>
                <a:lnTo>
                  <a:pt x="127654" y="100524"/>
                </a:lnTo>
                <a:lnTo>
                  <a:pt x="144315" y="100524"/>
                </a:lnTo>
                <a:close/>
                <a:moveTo>
                  <a:pt x="109036" y="88909"/>
                </a:moveTo>
                <a:lnTo>
                  <a:pt x="108541" y="88871"/>
                </a:lnTo>
                <a:lnTo>
                  <a:pt x="108055" y="88823"/>
                </a:lnTo>
                <a:lnTo>
                  <a:pt x="107578" y="88763"/>
                </a:lnTo>
                <a:lnTo>
                  <a:pt x="107111" y="88694"/>
                </a:lnTo>
                <a:lnTo>
                  <a:pt x="106653" y="88613"/>
                </a:lnTo>
                <a:lnTo>
                  <a:pt x="106204" y="88521"/>
                </a:lnTo>
                <a:lnTo>
                  <a:pt x="105765" y="88419"/>
                </a:lnTo>
                <a:lnTo>
                  <a:pt x="105335" y="88306"/>
                </a:lnTo>
                <a:lnTo>
                  <a:pt x="104914" y="88183"/>
                </a:lnTo>
                <a:lnTo>
                  <a:pt x="104503" y="88048"/>
                </a:lnTo>
                <a:lnTo>
                  <a:pt x="104100" y="87903"/>
                </a:lnTo>
                <a:lnTo>
                  <a:pt x="103708" y="87747"/>
                </a:lnTo>
                <a:lnTo>
                  <a:pt x="103324" y="87580"/>
                </a:lnTo>
                <a:lnTo>
                  <a:pt x="102950" y="87403"/>
                </a:lnTo>
                <a:lnTo>
                  <a:pt x="102586" y="87215"/>
                </a:lnTo>
                <a:lnTo>
                  <a:pt x="102230" y="87016"/>
                </a:lnTo>
                <a:lnTo>
                  <a:pt x="101884" y="86806"/>
                </a:lnTo>
                <a:lnTo>
                  <a:pt x="101547" y="86586"/>
                </a:lnTo>
                <a:lnTo>
                  <a:pt x="101220" y="86355"/>
                </a:lnTo>
                <a:lnTo>
                  <a:pt x="100902" y="86113"/>
                </a:lnTo>
                <a:lnTo>
                  <a:pt x="100593" y="85860"/>
                </a:lnTo>
                <a:lnTo>
                  <a:pt x="100295" y="85598"/>
                </a:lnTo>
                <a:lnTo>
                  <a:pt x="100010" y="85328"/>
                </a:lnTo>
                <a:lnTo>
                  <a:pt x="99738" y="85050"/>
                </a:lnTo>
                <a:lnTo>
                  <a:pt x="99478" y="84764"/>
                </a:lnTo>
                <a:lnTo>
                  <a:pt x="99231" y="84470"/>
                </a:lnTo>
                <a:lnTo>
                  <a:pt x="98997" y="84168"/>
                </a:lnTo>
                <a:lnTo>
                  <a:pt x="98775" y="83859"/>
                </a:lnTo>
                <a:lnTo>
                  <a:pt x="98566" y="83541"/>
                </a:lnTo>
                <a:lnTo>
                  <a:pt x="98370" y="83216"/>
                </a:lnTo>
                <a:lnTo>
                  <a:pt x="98186" y="82883"/>
                </a:lnTo>
                <a:lnTo>
                  <a:pt x="98015" y="82542"/>
                </a:lnTo>
                <a:lnTo>
                  <a:pt x="97857" y="82193"/>
                </a:lnTo>
                <a:lnTo>
                  <a:pt x="97711" y="81836"/>
                </a:lnTo>
                <a:lnTo>
                  <a:pt x="97578" y="81471"/>
                </a:lnTo>
                <a:lnTo>
                  <a:pt x="97458" y="81098"/>
                </a:lnTo>
                <a:lnTo>
                  <a:pt x="97350" y="80718"/>
                </a:lnTo>
                <a:lnTo>
                  <a:pt x="97255" y="80330"/>
                </a:lnTo>
                <a:lnTo>
                  <a:pt x="97173" y="79933"/>
                </a:lnTo>
                <a:lnTo>
                  <a:pt x="97103" y="79529"/>
                </a:lnTo>
                <a:lnTo>
                  <a:pt x="97046" y="79117"/>
                </a:lnTo>
                <a:lnTo>
                  <a:pt x="97002" y="78697"/>
                </a:lnTo>
                <a:lnTo>
                  <a:pt x="96970" y="78269"/>
                </a:lnTo>
                <a:lnTo>
                  <a:pt x="96951" y="77833"/>
                </a:lnTo>
                <a:lnTo>
                  <a:pt x="96945" y="77390"/>
                </a:lnTo>
                <a:lnTo>
                  <a:pt x="96951" y="76980"/>
                </a:lnTo>
                <a:lnTo>
                  <a:pt x="96967" y="76577"/>
                </a:lnTo>
                <a:lnTo>
                  <a:pt x="96995" y="76181"/>
                </a:lnTo>
                <a:lnTo>
                  <a:pt x="97033" y="75791"/>
                </a:lnTo>
                <a:lnTo>
                  <a:pt x="97083" y="75408"/>
                </a:lnTo>
                <a:lnTo>
                  <a:pt x="97143" y="75032"/>
                </a:lnTo>
                <a:lnTo>
                  <a:pt x="97214" y="74662"/>
                </a:lnTo>
                <a:lnTo>
                  <a:pt x="97297" y="74299"/>
                </a:lnTo>
                <a:lnTo>
                  <a:pt x="97390" y="73943"/>
                </a:lnTo>
                <a:lnTo>
                  <a:pt x="97495" y="73594"/>
                </a:lnTo>
                <a:lnTo>
                  <a:pt x="97610" y="73251"/>
                </a:lnTo>
                <a:lnTo>
                  <a:pt x="97737" y="72915"/>
                </a:lnTo>
                <a:lnTo>
                  <a:pt x="97874" y="72585"/>
                </a:lnTo>
                <a:lnTo>
                  <a:pt x="98023" y="72263"/>
                </a:lnTo>
                <a:lnTo>
                  <a:pt x="98182" y="71947"/>
                </a:lnTo>
                <a:lnTo>
                  <a:pt x="98352" y="71637"/>
                </a:lnTo>
                <a:lnTo>
                  <a:pt x="98534" y="71335"/>
                </a:lnTo>
                <a:lnTo>
                  <a:pt x="98726" y="71039"/>
                </a:lnTo>
                <a:lnTo>
                  <a:pt x="98930" y="70749"/>
                </a:lnTo>
                <a:lnTo>
                  <a:pt x="99144" y="70467"/>
                </a:lnTo>
                <a:lnTo>
                  <a:pt x="99369" y="70191"/>
                </a:lnTo>
                <a:lnTo>
                  <a:pt x="99606" y="69921"/>
                </a:lnTo>
                <a:lnTo>
                  <a:pt x="99853" y="69659"/>
                </a:lnTo>
                <a:lnTo>
                  <a:pt x="100112" y="69403"/>
                </a:lnTo>
                <a:lnTo>
                  <a:pt x="100379" y="69156"/>
                </a:lnTo>
                <a:lnTo>
                  <a:pt x="100654" y="68919"/>
                </a:lnTo>
                <a:lnTo>
                  <a:pt x="100936" y="68693"/>
                </a:lnTo>
                <a:lnTo>
                  <a:pt x="101225" y="68477"/>
                </a:lnTo>
                <a:lnTo>
                  <a:pt x="101521" y="68272"/>
                </a:lnTo>
                <a:lnTo>
                  <a:pt x="101825" y="68078"/>
                </a:lnTo>
                <a:lnTo>
                  <a:pt x="102135" y="67893"/>
                </a:lnTo>
                <a:lnTo>
                  <a:pt x="102453" y="67720"/>
                </a:lnTo>
                <a:lnTo>
                  <a:pt x="102778" y="67557"/>
                </a:lnTo>
                <a:lnTo>
                  <a:pt x="103110" y="67404"/>
                </a:lnTo>
                <a:lnTo>
                  <a:pt x="103450" y="67262"/>
                </a:lnTo>
                <a:lnTo>
                  <a:pt x="103796" y="67131"/>
                </a:lnTo>
                <a:lnTo>
                  <a:pt x="104150" y="67010"/>
                </a:lnTo>
                <a:lnTo>
                  <a:pt x="104510" y="66899"/>
                </a:lnTo>
                <a:lnTo>
                  <a:pt x="104878" y="66799"/>
                </a:lnTo>
                <a:lnTo>
                  <a:pt x="105254" y="66710"/>
                </a:lnTo>
                <a:lnTo>
                  <a:pt x="105636" y="66631"/>
                </a:lnTo>
                <a:lnTo>
                  <a:pt x="106025" y="66563"/>
                </a:lnTo>
                <a:lnTo>
                  <a:pt x="106422" y="66505"/>
                </a:lnTo>
                <a:lnTo>
                  <a:pt x="106826" y="66457"/>
                </a:lnTo>
                <a:lnTo>
                  <a:pt x="107236" y="66421"/>
                </a:lnTo>
                <a:lnTo>
                  <a:pt x="107655" y="66394"/>
                </a:lnTo>
                <a:lnTo>
                  <a:pt x="108080" y="66378"/>
                </a:lnTo>
                <a:lnTo>
                  <a:pt x="108512" y="66373"/>
                </a:lnTo>
                <a:lnTo>
                  <a:pt x="127102" y="66373"/>
                </a:lnTo>
                <a:lnTo>
                  <a:pt x="127102" y="75600"/>
                </a:lnTo>
                <a:lnTo>
                  <a:pt x="127094" y="76089"/>
                </a:lnTo>
                <a:lnTo>
                  <a:pt x="127070" y="76571"/>
                </a:lnTo>
                <a:lnTo>
                  <a:pt x="127030" y="77046"/>
                </a:lnTo>
                <a:lnTo>
                  <a:pt x="126974" y="77512"/>
                </a:lnTo>
                <a:lnTo>
                  <a:pt x="126901" y="77971"/>
                </a:lnTo>
                <a:lnTo>
                  <a:pt x="126813" y="78423"/>
                </a:lnTo>
                <a:lnTo>
                  <a:pt x="126709" y="78866"/>
                </a:lnTo>
                <a:lnTo>
                  <a:pt x="126589" y="79302"/>
                </a:lnTo>
                <a:lnTo>
                  <a:pt x="126453" y="79731"/>
                </a:lnTo>
                <a:lnTo>
                  <a:pt x="126301" y="80152"/>
                </a:lnTo>
                <a:lnTo>
                  <a:pt x="126132" y="80565"/>
                </a:lnTo>
                <a:lnTo>
                  <a:pt x="125948" y="80970"/>
                </a:lnTo>
                <a:lnTo>
                  <a:pt x="125748" y="81368"/>
                </a:lnTo>
                <a:lnTo>
                  <a:pt x="125532" y="81758"/>
                </a:lnTo>
                <a:lnTo>
                  <a:pt x="125299" y="82141"/>
                </a:lnTo>
                <a:lnTo>
                  <a:pt x="125051" y="82516"/>
                </a:lnTo>
                <a:lnTo>
                  <a:pt x="124787" y="82883"/>
                </a:lnTo>
                <a:lnTo>
                  <a:pt x="124506" y="83243"/>
                </a:lnTo>
                <a:lnTo>
                  <a:pt x="124210" y="83595"/>
                </a:lnTo>
                <a:lnTo>
                  <a:pt x="123897" y="83939"/>
                </a:lnTo>
                <a:lnTo>
                  <a:pt x="123569" y="84276"/>
                </a:lnTo>
                <a:lnTo>
                  <a:pt x="123224" y="84605"/>
                </a:lnTo>
                <a:lnTo>
                  <a:pt x="122864" y="84926"/>
                </a:lnTo>
                <a:lnTo>
                  <a:pt x="122487" y="85240"/>
                </a:lnTo>
                <a:lnTo>
                  <a:pt x="122098" y="85543"/>
                </a:lnTo>
                <a:lnTo>
                  <a:pt x="121700" y="85834"/>
                </a:lnTo>
                <a:lnTo>
                  <a:pt x="121292" y="86111"/>
                </a:lnTo>
                <a:lnTo>
                  <a:pt x="120875" y="86376"/>
                </a:lnTo>
                <a:lnTo>
                  <a:pt x="120449" y="86627"/>
                </a:lnTo>
                <a:lnTo>
                  <a:pt x="120014" y="86866"/>
                </a:lnTo>
                <a:lnTo>
                  <a:pt x="119569" y="87092"/>
                </a:lnTo>
                <a:lnTo>
                  <a:pt x="119114" y="87305"/>
                </a:lnTo>
                <a:lnTo>
                  <a:pt x="118651" y="87505"/>
                </a:lnTo>
                <a:lnTo>
                  <a:pt x="118178" y="87692"/>
                </a:lnTo>
                <a:lnTo>
                  <a:pt x="117696" y="87866"/>
                </a:lnTo>
                <a:lnTo>
                  <a:pt x="117204" y="88028"/>
                </a:lnTo>
                <a:lnTo>
                  <a:pt x="116703" y="88176"/>
                </a:lnTo>
                <a:lnTo>
                  <a:pt x="116193" y="88312"/>
                </a:lnTo>
                <a:lnTo>
                  <a:pt x="115673" y="88434"/>
                </a:lnTo>
                <a:lnTo>
                  <a:pt x="115144" y="88544"/>
                </a:lnTo>
                <a:lnTo>
                  <a:pt x="114606" y="88641"/>
                </a:lnTo>
                <a:lnTo>
                  <a:pt x="114059" y="88725"/>
                </a:lnTo>
                <a:lnTo>
                  <a:pt x="113502" y="88796"/>
                </a:lnTo>
                <a:lnTo>
                  <a:pt x="112936" y="88854"/>
                </a:lnTo>
                <a:lnTo>
                  <a:pt x="112360" y="88899"/>
                </a:lnTo>
                <a:lnTo>
                  <a:pt x="111775" y="88931"/>
                </a:lnTo>
                <a:lnTo>
                  <a:pt x="111181" y="88951"/>
                </a:lnTo>
                <a:lnTo>
                  <a:pt x="110578" y="88957"/>
                </a:lnTo>
                <a:lnTo>
                  <a:pt x="110054" y="88952"/>
                </a:lnTo>
                <a:lnTo>
                  <a:pt x="109541" y="88936"/>
                </a:lnTo>
                <a:lnTo>
                  <a:pt x="109036" y="88909"/>
                </a:lnTo>
                <a:close/>
                <a:moveTo>
                  <a:pt x="282481" y="101785"/>
                </a:moveTo>
                <a:lnTo>
                  <a:pt x="283604" y="101696"/>
                </a:lnTo>
                <a:lnTo>
                  <a:pt x="284707" y="101581"/>
                </a:lnTo>
                <a:lnTo>
                  <a:pt x="285790" y="101440"/>
                </a:lnTo>
                <a:lnTo>
                  <a:pt x="286853" y="101274"/>
                </a:lnTo>
                <a:lnTo>
                  <a:pt x="287896" y="101082"/>
                </a:lnTo>
                <a:lnTo>
                  <a:pt x="288919" y="100865"/>
                </a:lnTo>
                <a:lnTo>
                  <a:pt x="289921" y="100622"/>
                </a:lnTo>
                <a:lnTo>
                  <a:pt x="290904" y="100353"/>
                </a:lnTo>
                <a:lnTo>
                  <a:pt x="291866" y="100059"/>
                </a:lnTo>
                <a:lnTo>
                  <a:pt x="292809" y="99739"/>
                </a:lnTo>
                <a:lnTo>
                  <a:pt x="293731" y="99394"/>
                </a:lnTo>
                <a:lnTo>
                  <a:pt x="294633" y="99023"/>
                </a:lnTo>
                <a:lnTo>
                  <a:pt x="295516" y="98626"/>
                </a:lnTo>
                <a:lnTo>
                  <a:pt x="296378" y="98204"/>
                </a:lnTo>
                <a:lnTo>
                  <a:pt x="297220" y="97757"/>
                </a:lnTo>
                <a:lnTo>
                  <a:pt x="298042" y="97283"/>
                </a:lnTo>
                <a:lnTo>
                  <a:pt x="298843" y="96785"/>
                </a:lnTo>
                <a:lnTo>
                  <a:pt x="299625" y="96260"/>
                </a:lnTo>
                <a:lnTo>
                  <a:pt x="300387" y="95710"/>
                </a:lnTo>
                <a:lnTo>
                  <a:pt x="301128" y="95135"/>
                </a:lnTo>
                <a:lnTo>
                  <a:pt x="301850" y="94534"/>
                </a:lnTo>
                <a:lnTo>
                  <a:pt x="302547" y="93911"/>
                </a:lnTo>
                <a:lnTo>
                  <a:pt x="303217" y="93269"/>
                </a:lnTo>
                <a:lnTo>
                  <a:pt x="303858" y="92609"/>
                </a:lnTo>
                <a:lnTo>
                  <a:pt x="304470" y="91931"/>
                </a:lnTo>
                <a:lnTo>
                  <a:pt x="305055" y="91234"/>
                </a:lnTo>
                <a:lnTo>
                  <a:pt x="305611" y="90519"/>
                </a:lnTo>
                <a:lnTo>
                  <a:pt x="306140" y="89785"/>
                </a:lnTo>
                <a:lnTo>
                  <a:pt x="306640" y="89033"/>
                </a:lnTo>
                <a:lnTo>
                  <a:pt x="307111" y="88263"/>
                </a:lnTo>
                <a:lnTo>
                  <a:pt x="307555" y="87474"/>
                </a:lnTo>
                <a:lnTo>
                  <a:pt x="307970" y="86667"/>
                </a:lnTo>
                <a:lnTo>
                  <a:pt x="308357" y="85841"/>
                </a:lnTo>
                <a:lnTo>
                  <a:pt x="308716" y="84997"/>
                </a:lnTo>
                <a:lnTo>
                  <a:pt x="309047" y="84135"/>
                </a:lnTo>
                <a:lnTo>
                  <a:pt x="309349" y="83254"/>
                </a:lnTo>
                <a:lnTo>
                  <a:pt x="309623" y="82355"/>
                </a:lnTo>
                <a:lnTo>
                  <a:pt x="309869" y="81437"/>
                </a:lnTo>
                <a:lnTo>
                  <a:pt x="310087" y="80501"/>
                </a:lnTo>
                <a:lnTo>
                  <a:pt x="310277" y="79547"/>
                </a:lnTo>
                <a:lnTo>
                  <a:pt x="310438" y="78574"/>
                </a:lnTo>
                <a:lnTo>
                  <a:pt x="310571" y="77583"/>
                </a:lnTo>
                <a:lnTo>
                  <a:pt x="310676" y="76573"/>
                </a:lnTo>
                <a:lnTo>
                  <a:pt x="310753" y="75545"/>
                </a:lnTo>
                <a:lnTo>
                  <a:pt x="310801" y="74499"/>
                </a:lnTo>
                <a:lnTo>
                  <a:pt x="293588" y="74499"/>
                </a:lnTo>
                <a:lnTo>
                  <a:pt x="293548" y="74987"/>
                </a:lnTo>
                <a:lnTo>
                  <a:pt x="293496" y="75467"/>
                </a:lnTo>
                <a:lnTo>
                  <a:pt x="293432" y="75937"/>
                </a:lnTo>
                <a:lnTo>
                  <a:pt x="293357" y="76398"/>
                </a:lnTo>
                <a:lnTo>
                  <a:pt x="293270" y="76849"/>
                </a:lnTo>
                <a:lnTo>
                  <a:pt x="293171" y="77291"/>
                </a:lnTo>
                <a:lnTo>
                  <a:pt x="293060" y="77724"/>
                </a:lnTo>
                <a:lnTo>
                  <a:pt x="292938" y="78148"/>
                </a:lnTo>
                <a:lnTo>
                  <a:pt x="292804" y="78562"/>
                </a:lnTo>
                <a:lnTo>
                  <a:pt x="292658" y="78967"/>
                </a:lnTo>
                <a:lnTo>
                  <a:pt x="292501" y="79362"/>
                </a:lnTo>
                <a:lnTo>
                  <a:pt x="292332" y="79748"/>
                </a:lnTo>
                <a:lnTo>
                  <a:pt x="292151" y="80125"/>
                </a:lnTo>
                <a:lnTo>
                  <a:pt x="291958" y="80493"/>
                </a:lnTo>
                <a:lnTo>
                  <a:pt x="291754" y="80851"/>
                </a:lnTo>
                <a:lnTo>
                  <a:pt x="291538" y="81200"/>
                </a:lnTo>
                <a:lnTo>
                  <a:pt x="291310" y="81540"/>
                </a:lnTo>
                <a:lnTo>
                  <a:pt x="291071" y="81870"/>
                </a:lnTo>
                <a:lnTo>
                  <a:pt x="290819" y="82191"/>
                </a:lnTo>
                <a:lnTo>
                  <a:pt x="290556" y="82502"/>
                </a:lnTo>
                <a:lnTo>
                  <a:pt x="290282" y="82805"/>
                </a:lnTo>
                <a:lnTo>
                  <a:pt x="289995" y="83098"/>
                </a:lnTo>
                <a:lnTo>
                  <a:pt x="289697" y="83381"/>
                </a:lnTo>
                <a:lnTo>
                  <a:pt x="289387" y="83656"/>
                </a:lnTo>
                <a:lnTo>
                  <a:pt x="289067" y="83920"/>
                </a:lnTo>
                <a:lnTo>
                  <a:pt x="288737" y="84173"/>
                </a:lnTo>
                <a:lnTo>
                  <a:pt x="288397" y="84414"/>
                </a:lnTo>
                <a:lnTo>
                  <a:pt x="288047" y="84644"/>
                </a:lnTo>
                <a:lnTo>
                  <a:pt x="287687" y="84863"/>
                </a:lnTo>
                <a:lnTo>
                  <a:pt x="287318" y="85071"/>
                </a:lnTo>
                <a:lnTo>
                  <a:pt x="286938" y="85268"/>
                </a:lnTo>
                <a:lnTo>
                  <a:pt x="286549" y="85453"/>
                </a:lnTo>
                <a:lnTo>
                  <a:pt x="286151" y="85628"/>
                </a:lnTo>
                <a:lnTo>
                  <a:pt x="285742" y="85790"/>
                </a:lnTo>
                <a:lnTo>
                  <a:pt x="285323" y="85942"/>
                </a:lnTo>
                <a:lnTo>
                  <a:pt x="284895" y="86083"/>
                </a:lnTo>
                <a:lnTo>
                  <a:pt x="284457" y="86212"/>
                </a:lnTo>
                <a:lnTo>
                  <a:pt x="284009" y="86330"/>
                </a:lnTo>
                <a:lnTo>
                  <a:pt x="283551" y="86436"/>
                </a:lnTo>
                <a:lnTo>
                  <a:pt x="283084" y="86532"/>
                </a:lnTo>
                <a:lnTo>
                  <a:pt x="282606" y="86616"/>
                </a:lnTo>
                <a:lnTo>
                  <a:pt x="282119" y="86689"/>
                </a:lnTo>
                <a:lnTo>
                  <a:pt x="281622" y="86751"/>
                </a:lnTo>
                <a:lnTo>
                  <a:pt x="281116" y="86802"/>
                </a:lnTo>
                <a:lnTo>
                  <a:pt x="280599" y="86841"/>
                </a:lnTo>
                <a:lnTo>
                  <a:pt x="280073" y="86869"/>
                </a:lnTo>
                <a:lnTo>
                  <a:pt x="279537" y="86886"/>
                </a:lnTo>
                <a:lnTo>
                  <a:pt x="278991" y="86892"/>
                </a:lnTo>
                <a:lnTo>
                  <a:pt x="278422" y="86885"/>
                </a:lnTo>
                <a:lnTo>
                  <a:pt x="277863" y="86865"/>
                </a:lnTo>
                <a:lnTo>
                  <a:pt x="277315" y="86831"/>
                </a:lnTo>
                <a:lnTo>
                  <a:pt x="276776" y="86784"/>
                </a:lnTo>
                <a:lnTo>
                  <a:pt x="276248" y="86724"/>
                </a:lnTo>
                <a:lnTo>
                  <a:pt x="275729" y="86651"/>
                </a:lnTo>
                <a:lnTo>
                  <a:pt x="275221" y="86564"/>
                </a:lnTo>
                <a:lnTo>
                  <a:pt x="274723" y="86463"/>
                </a:lnTo>
                <a:lnTo>
                  <a:pt x="274234" y="86349"/>
                </a:lnTo>
                <a:lnTo>
                  <a:pt x="273756" y="86222"/>
                </a:lnTo>
                <a:lnTo>
                  <a:pt x="273288" y="86082"/>
                </a:lnTo>
                <a:lnTo>
                  <a:pt x="272829" y="85928"/>
                </a:lnTo>
                <a:lnTo>
                  <a:pt x="272381" y="85760"/>
                </a:lnTo>
                <a:lnTo>
                  <a:pt x="271943" y="85580"/>
                </a:lnTo>
                <a:lnTo>
                  <a:pt x="271515" y="85385"/>
                </a:lnTo>
                <a:lnTo>
                  <a:pt x="271097" y="85178"/>
                </a:lnTo>
                <a:lnTo>
                  <a:pt x="270689" y="84957"/>
                </a:lnTo>
                <a:lnTo>
                  <a:pt x="270290" y="84723"/>
                </a:lnTo>
                <a:lnTo>
                  <a:pt x="269902" y="84475"/>
                </a:lnTo>
                <a:lnTo>
                  <a:pt x="269524" y="84214"/>
                </a:lnTo>
                <a:lnTo>
                  <a:pt x="269156" y="83939"/>
                </a:lnTo>
                <a:lnTo>
                  <a:pt x="268798" y="83652"/>
                </a:lnTo>
                <a:lnTo>
                  <a:pt x="268451" y="83350"/>
                </a:lnTo>
                <a:lnTo>
                  <a:pt x="268113" y="83036"/>
                </a:lnTo>
                <a:lnTo>
                  <a:pt x="267787" y="82709"/>
                </a:lnTo>
                <a:lnTo>
                  <a:pt x="267475" y="82371"/>
                </a:lnTo>
                <a:lnTo>
                  <a:pt x="267177" y="82022"/>
                </a:lnTo>
                <a:lnTo>
                  <a:pt x="266893" y="81663"/>
                </a:lnTo>
                <a:lnTo>
                  <a:pt x="266622" y="81292"/>
                </a:lnTo>
                <a:lnTo>
                  <a:pt x="266366" y="80910"/>
                </a:lnTo>
                <a:lnTo>
                  <a:pt x="266123" y="80517"/>
                </a:lnTo>
                <a:lnTo>
                  <a:pt x="265895" y="80113"/>
                </a:lnTo>
                <a:lnTo>
                  <a:pt x="265680" y="79699"/>
                </a:lnTo>
                <a:lnTo>
                  <a:pt x="265479" y="79273"/>
                </a:lnTo>
                <a:lnTo>
                  <a:pt x="265292" y="78836"/>
                </a:lnTo>
                <a:lnTo>
                  <a:pt x="265118" y="78388"/>
                </a:lnTo>
                <a:lnTo>
                  <a:pt x="264959" y="77930"/>
                </a:lnTo>
                <a:lnTo>
                  <a:pt x="264813" y="77460"/>
                </a:lnTo>
                <a:lnTo>
                  <a:pt x="264682" y="76979"/>
                </a:lnTo>
                <a:lnTo>
                  <a:pt x="264564" y="76487"/>
                </a:lnTo>
                <a:lnTo>
                  <a:pt x="264460" y="75985"/>
                </a:lnTo>
                <a:lnTo>
                  <a:pt x="264370" y="75471"/>
                </a:lnTo>
                <a:lnTo>
                  <a:pt x="264294" y="74946"/>
                </a:lnTo>
                <a:lnTo>
                  <a:pt x="264231" y="74411"/>
                </a:lnTo>
                <a:lnTo>
                  <a:pt x="264183" y="73864"/>
                </a:lnTo>
                <a:lnTo>
                  <a:pt x="264148" y="73306"/>
                </a:lnTo>
                <a:lnTo>
                  <a:pt x="264127" y="72738"/>
                </a:lnTo>
                <a:lnTo>
                  <a:pt x="264120" y="72158"/>
                </a:lnTo>
                <a:lnTo>
                  <a:pt x="264120" y="53016"/>
                </a:lnTo>
                <a:lnTo>
                  <a:pt x="264127" y="52436"/>
                </a:lnTo>
                <a:lnTo>
                  <a:pt x="264148" y="51868"/>
                </a:lnTo>
                <a:lnTo>
                  <a:pt x="264183" y="51311"/>
                </a:lnTo>
                <a:lnTo>
                  <a:pt x="264231" y="50765"/>
                </a:lnTo>
                <a:lnTo>
                  <a:pt x="264294" y="50230"/>
                </a:lnTo>
                <a:lnTo>
                  <a:pt x="264370" y="49707"/>
                </a:lnTo>
                <a:lnTo>
                  <a:pt x="264460" y="49195"/>
                </a:lnTo>
                <a:lnTo>
                  <a:pt x="264564" y="48694"/>
                </a:lnTo>
                <a:lnTo>
                  <a:pt x="264682" y="48204"/>
                </a:lnTo>
                <a:lnTo>
                  <a:pt x="264813" y="47726"/>
                </a:lnTo>
                <a:lnTo>
                  <a:pt x="264959" y="47258"/>
                </a:lnTo>
                <a:lnTo>
                  <a:pt x="265118" y="46802"/>
                </a:lnTo>
                <a:lnTo>
                  <a:pt x="265292" y="46358"/>
                </a:lnTo>
                <a:lnTo>
                  <a:pt x="265479" y="45924"/>
                </a:lnTo>
                <a:lnTo>
                  <a:pt x="265680" y="45502"/>
                </a:lnTo>
                <a:lnTo>
                  <a:pt x="265895" y="45091"/>
                </a:lnTo>
                <a:lnTo>
                  <a:pt x="266123" y="44691"/>
                </a:lnTo>
                <a:lnTo>
                  <a:pt x="266366" y="44303"/>
                </a:lnTo>
                <a:lnTo>
                  <a:pt x="266622" y="43925"/>
                </a:lnTo>
                <a:lnTo>
                  <a:pt x="266893" y="43559"/>
                </a:lnTo>
                <a:lnTo>
                  <a:pt x="267177" y="43204"/>
                </a:lnTo>
                <a:lnTo>
                  <a:pt x="267475" y="42861"/>
                </a:lnTo>
                <a:lnTo>
                  <a:pt x="267787" y="42528"/>
                </a:lnTo>
                <a:lnTo>
                  <a:pt x="268113" y="42207"/>
                </a:lnTo>
                <a:lnTo>
                  <a:pt x="268451" y="41898"/>
                </a:lnTo>
                <a:lnTo>
                  <a:pt x="268798" y="41602"/>
                </a:lnTo>
                <a:lnTo>
                  <a:pt x="269156" y="41319"/>
                </a:lnTo>
                <a:lnTo>
                  <a:pt x="269524" y="41050"/>
                </a:lnTo>
                <a:lnTo>
                  <a:pt x="269902" y="40793"/>
                </a:lnTo>
                <a:lnTo>
                  <a:pt x="270290" y="40550"/>
                </a:lnTo>
                <a:lnTo>
                  <a:pt x="270689" y="40319"/>
                </a:lnTo>
                <a:lnTo>
                  <a:pt x="271097" y="40102"/>
                </a:lnTo>
                <a:lnTo>
                  <a:pt x="271515" y="39898"/>
                </a:lnTo>
                <a:lnTo>
                  <a:pt x="271943" y="39708"/>
                </a:lnTo>
                <a:lnTo>
                  <a:pt x="272381" y="39530"/>
                </a:lnTo>
                <a:lnTo>
                  <a:pt x="272829" y="39366"/>
                </a:lnTo>
                <a:lnTo>
                  <a:pt x="273288" y="39214"/>
                </a:lnTo>
                <a:lnTo>
                  <a:pt x="273756" y="39076"/>
                </a:lnTo>
                <a:lnTo>
                  <a:pt x="274234" y="38951"/>
                </a:lnTo>
                <a:lnTo>
                  <a:pt x="274723" y="38840"/>
                </a:lnTo>
                <a:lnTo>
                  <a:pt x="275221" y="38741"/>
                </a:lnTo>
                <a:lnTo>
                  <a:pt x="275729" y="38655"/>
                </a:lnTo>
                <a:lnTo>
                  <a:pt x="276248" y="38583"/>
                </a:lnTo>
                <a:lnTo>
                  <a:pt x="276776" y="38524"/>
                </a:lnTo>
                <a:lnTo>
                  <a:pt x="277315" y="38478"/>
                </a:lnTo>
                <a:lnTo>
                  <a:pt x="277863" y="38445"/>
                </a:lnTo>
                <a:lnTo>
                  <a:pt x="278422" y="38425"/>
                </a:lnTo>
                <a:lnTo>
                  <a:pt x="278991" y="38419"/>
                </a:lnTo>
                <a:lnTo>
                  <a:pt x="279537" y="38424"/>
                </a:lnTo>
                <a:lnTo>
                  <a:pt x="280073" y="38441"/>
                </a:lnTo>
                <a:lnTo>
                  <a:pt x="280599" y="38469"/>
                </a:lnTo>
                <a:lnTo>
                  <a:pt x="281116" y="38508"/>
                </a:lnTo>
                <a:lnTo>
                  <a:pt x="281622" y="38559"/>
                </a:lnTo>
                <a:lnTo>
                  <a:pt x="282119" y="38621"/>
                </a:lnTo>
                <a:lnTo>
                  <a:pt x="282606" y="38694"/>
                </a:lnTo>
                <a:lnTo>
                  <a:pt x="283084" y="38778"/>
                </a:lnTo>
                <a:lnTo>
                  <a:pt x="283551" y="38874"/>
                </a:lnTo>
                <a:lnTo>
                  <a:pt x="284009" y="38980"/>
                </a:lnTo>
                <a:lnTo>
                  <a:pt x="284457" y="39098"/>
                </a:lnTo>
                <a:lnTo>
                  <a:pt x="284895" y="39228"/>
                </a:lnTo>
                <a:lnTo>
                  <a:pt x="285323" y="39368"/>
                </a:lnTo>
                <a:lnTo>
                  <a:pt x="285742" y="39520"/>
                </a:lnTo>
                <a:lnTo>
                  <a:pt x="286151" y="39683"/>
                </a:lnTo>
                <a:lnTo>
                  <a:pt x="286549" y="39857"/>
                </a:lnTo>
                <a:lnTo>
                  <a:pt x="286938" y="40042"/>
                </a:lnTo>
                <a:lnTo>
                  <a:pt x="287318" y="40239"/>
                </a:lnTo>
                <a:lnTo>
                  <a:pt x="287687" y="40447"/>
                </a:lnTo>
                <a:lnTo>
                  <a:pt x="288047" y="40666"/>
                </a:lnTo>
                <a:lnTo>
                  <a:pt x="288397" y="40896"/>
                </a:lnTo>
                <a:lnTo>
                  <a:pt x="288737" y="41138"/>
                </a:lnTo>
                <a:lnTo>
                  <a:pt x="289067" y="41390"/>
                </a:lnTo>
                <a:lnTo>
                  <a:pt x="289387" y="41654"/>
                </a:lnTo>
                <a:lnTo>
                  <a:pt x="289697" y="41929"/>
                </a:lnTo>
                <a:lnTo>
                  <a:pt x="289995" y="42212"/>
                </a:lnTo>
                <a:lnTo>
                  <a:pt x="290282" y="42505"/>
                </a:lnTo>
                <a:lnTo>
                  <a:pt x="290556" y="42808"/>
                </a:lnTo>
                <a:lnTo>
                  <a:pt x="290819" y="43119"/>
                </a:lnTo>
                <a:lnTo>
                  <a:pt x="291071" y="43440"/>
                </a:lnTo>
                <a:lnTo>
                  <a:pt x="291310" y="43771"/>
                </a:lnTo>
                <a:lnTo>
                  <a:pt x="291538" y="44110"/>
                </a:lnTo>
                <a:lnTo>
                  <a:pt x="291754" y="44459"/>
                </a:lnTo>
                <a:lnTo>
                  <a:pt x="291958" y="44818"/>
                </a:lnTo>
                <a:lnTo>
                  <a:pt x="292151" y="45185"/>
                </a:lnTo>
                <a:lnTo>
                  <a:pt x="292332" y="45562"/>
                </a:lnTo>
                <a:lnTo>
                  <a:pt x="292501" y="45949"/>
                </a:lnTo>
                <a:lnTo>
                  <a:pt x="292658" y="46344"/>
                </a:lnTo>
                <a:lnTo>
                  <a:pt x="292804" y="46749"/>
                </a:lnTo>
                <a:lnTo>
                  <a:pt x="292938" y="47163"/>
                </a:lnTo>
                <a:lnTo>
                  <a:pt x="293060" y="47587"/>
                </a:lnTo>
                <a:lnTo>
                  <a:pt x="293171" y="48020"/>
                </a:lnTo>
                <a:lnTo>
                  <a:pt x="293270" y="48462"/>
                </a:lnTo>
                <a:lnTo>
                  <a:pt x="293357" y="48914"/>
                </a:lnTo>
                <a:lnTo>
                  <a:pt x="293432" y="49375"/>
                </a:lnTo>
                <a:lnTo>
                  <a:pt x="293496" y="49845"/>
                </a:lnTo>
                <a:lnTo>
                  <a:pt x="293548" y="50325"/>
                </a:lnTo>
                <a:lnTo>
                  <a:pt x="293588" y="50814"/>
                </a:lnTo>
                <a:lnTo>
                  <a:pt x="310801" y="50814"/>
                </a:lnTo>
                <a:lnTo>
                  <a:pt x="310753" y="49767"/>
                </a:lnTo>
                <a:lnTo>
                  <a:pt x="310676" y="48739"/>
                </a:lnTo>
                <a:lnTo>
                  <a:pt x="310571" y="47729"/>
                </a:lnTo>
                <a:lnTo>
                  <a:pt x="310438" y="46738"/>
                </a:lnTo>
                <a:lnTo>
                  <a:pt x="310277" y="45765"/>
                </a:lnTo>
                <a:lnTo>
                  <a:pt x="310087" y="44810"/>
                </a:lnTo>
                <a:lnTo>
                  <a:pt x="309869" y="43874"/>
                </a:lnTo>
                <a:lnTo>
                  <a:pt x="309623" y="42956"/>
                </a:lnTo>
                <a:lnTo>
                  <a:pt x="309349" y="42057"/>
                </a:lnTo>
                <a:lnTo>
                  <a:pt x="309047" y="41176"/>
                </a:lnTo>
                <a:lnTo>
                  <a:pt x="308716" y="40313"/>
                </a:lnTo>
                <a:lnTo>
                  <a:pt x="308357" y="39469"/>
                </a:lnTo>
                <a:lnTo>
                  <a:pt x="307970" y="38644"/>
                </a:lnTo>
                <a:lnTo>
                  <a:pt x="307555" y="37836"/>
                </a:lnTo>
                <a:lnTo>
                  <a:pt x="307111" y="37047"/>
                </a:lnTo>
                <a:lnTo>
                  <a:pt x="306640" y="36277"/>
                </a:lnTo>
                <a:lnTo>
                  <a:pt x="306140" y="35525"/>
                </a:lnTo>
                <a:lnTo>
                  <a:pt x="305611" y="34791"/>
                </a:lnTo>
                <a:lnTo>
                  <a:pt x="305055" y="34076"/>
                </a:lnTo>
                <a:lnTo>
                  <a:pt x="304470" y="33379"/>
                </a:lnTo>
                <a:lnTo>
                  <a:pt x="303858" y="32701"/>
                </a:lnTo>
                <a:lnTo>
                  <a:pt x="303217" y="32041"/>
                </a:lnTo>
                <a:lnTo>
                  <a:pt x="302547" y="31400"/>
                </a:lnTo>
                <a:lnTo>
                  <a:pt x="301850" y="30776"/>
                </a:lnTo>
                <a:lnTo>
                  <a:pt x="301128" y="30175"/>
                </a:lnTo>
                <a:lnTo>
                  <a:pt x="300387" y="29600"/>
                </a:lnTo>
                <a:lnTo>
                  <a:pt x="299625" y="29050"/>
                </a:lnTo>
                <a:lnTo>
                  <a:pt x="298843" y="28526"/>
                </a:lnTo>
                <a:lnTo>
                  <a:pt x="298042" y="28027"/>
                </a:lnTo>
                <a:lnTo>
                  <a:pt x="297220" y="27553"/>
                </a:lnTo>
                <a:lnTo>
                  <a:pt x="296378" y="27106"/>
                </a:lnTo>
                <a:lnTo>
                  <a:pt x="295516" y="26684"/>
                </a:lnTo>
                <a:lnTo>
                  <a:pt x="294633" y="26287"/>
                </a:lnTo>
                <a:lnTo>
                  <a:pt x="293731" y="25916"/>
                </a:lnTo>
                <a:lnTo>
                  <a:pt x="292809" y="25571"/>
                </a:lnTo>
                <a:lnTo>
                  <a:pt x="291866" y="25251"/>
                </a:lnTo>
                <a:lnTo>
                  <a:pt x="290904" y="24957"/>
                </a:lnTo>
                <a:lnTo>
                  <a:pt x="289921" y="24689"/>
                </a:lnTo>
                <a:lnTo>
                  <a:pt x="288919" y="24446"/>
                </a:lnTo>
                <a:lnTo>
                  <a:pt x="287896" y="24228"/>
                </a:lnTo>
                <a:lnTo>
                  <a:pt x="286853" y="24036"/>
                </a:lnTo>
                <a:lnTo>
                  <a:pt x="285790" y="23870"/>
                </a:lnTo>
                <a:lnTo>
                  <a:pt x="284707" y="23729"/>
                </a:lnTo>
                <a:lnTo>
                  <a:pt x="283604" y="23614"/>
                </a:lnTo>
                <a:lnTo>
                  <a:pt x="282481" y="23525"/>
                </a:lnTo>
                <a:lnTo>
                  <a:pt x="281337" y="23461"/>
                </a:lnTo>
                <a:lnTo>
                  <a:pt x="280174" y="23422"/>
                </a:lnTo>
                <a:lnTo>
                  <a:pt x="278991" y="23410"/>
                </a:lnTo>
                <a:lnTo>
                  <a:pt x="278192" y="23416"/>
                </a:lnTo>
                <a:lnTo>
                  <a:pt x="277401" y="23435"/>
                </a:lnTo>
                <a:lnTo>
                  <a:pt x="276619" y="23467"/>
                </a:lnTo>
                <a:lnTo>
                  <a:pt x="275845" y="23511"/>
                </a:lnTo>
                <a:lnTo>
                  <a:pt x="275079" y="23568"/>
                </a:lnTo>
                <a:lnTo>
                  <a:pt x="274322" y="23638"/>
                </a:lnTo>
                <a:lnTo>
                  <a:pt x="273573" y="23720"/>
                </a:lnTo>
                <a:lnTo>
                  <a:pt x="272833" y="23815"/>
                </a:lnTo>
                <a:lnTo>
                  <a:pt x="272101" y="23923"/>
                </a:lnTo>
                <a:lnTo>
                  <a:pt x="271377" y="24043"/>
                </a:lnTo>
                <a:lnTo>
                  <a:pt x="270661" y="24176"/>
                </a:lnTo>
                <a:lnTo>
                  <a:pt x="269954" y="24322"/>
                </a:lnTo>
                <a:lnTo>
                  <a:pt x="269256" y="24480"/>
                </a:lnTo>
                <a:lnTo>
                  <a:pt x="268565" y="24652"/>
                </a:lnTo>
                <a:lnTo>
                  <a:pt x="267883" y="24835"/>
                </a:lnTo>
                <a:lnTo>
                  <a:pt x="267210" y="25032"/>
                </a:lnTo>
                <a:lnTo>
                  <a:pt x="266545" y="25241"/>
                </a:lnTo>
                <a:lnTo>
                  <a:pt x="265888" y="25463"/>
                </a:lnTo>
                <a:lnTo>
                  <a:pt x="265239" y="25697"/>
                </a:lnTo>
                <a:lnTo>
                  <a:pt x="264599" y="25944"/>
                </a:lnTo>
                <a:lnTo>
                  <a:pt x="263967" y="26204"/>
                </a:lnTo>
                <a:lnTo>
                  <a:pt x="263344" y="26476"/>
                </a:lnTo>
                <a:lnTo>
                  <a:pt x="262729" y="26762"/>
                </a:lnTo>
                <a:lnTo>
                  <a:pt x="262122" y="27059"/>
                </a:lnTo>
                <a:lnTo>
                  <a:pt x="261525" y="27369"/>
                </a:lnTo>
                <a:lnTo>
                  <a:pt x="260940" y="27688"/>
                </a:lnTo>
                <a:lnTo>
                  <a:pt x="260366" y="28018"/>
                </a:lnTo>
                <a:lnTo>
                  <a:pt x="259803" y="28358"/>
                </a:lnTo>
                <a:lnTo>
                  <a:pt x="259251" y="28708"/>
                </a:lnTo>
                <a:lnTo>
                  <a:pt x="258710" y="29068"/>
                </a:lnTo>
                <a:lnTo>
                  <a:pt x="258181" y="29439"/>
                </a:lnTo>
                <a:lnTo>
                  <a:pt x="257663" y="29820"/>
                </a:lnTo>
                <a:lnTo>
                  <a:pt x="257156" y="30212"/>
                </a:lnTo>
                <a:lnTo>
                  <a:pt x="256660" y="30614"/>
                </a:lnTo>
                <a:lnTo>
                  <a:pt x="256176" y="31026"/>
                </a:lnTo>
                <a:lnTo>
                  <a:pt x="255702" y="31448"/>
                </a:lnTo>
                <a:lnTo>
                  <a:pt x="255240" y="31880"/>
                </a:lnTo>
                <a:lnTo>
                  <a:pt x="254790" y="32323"/>
                </a:lnTo>
                <a:lnTo>
                  <a:pt x="254350" y="32776"/>
                </a:lnTo>
                <a:lnTo>
                  <a:pt x="253922" y="33240"/>
                </a:lnTo>
                <a:lnTo>
                  <a:pt x="253505" y="33714"/>
                </a:lnTo>
                <a:lnTo>
                  <a:pt x="253099" y="34198"/>
                </a:lnTo>
                <a:lnTo>
                  <a:pt x="252704" y="34692"/>
                </a:lnTo>
                <a:lnTo>
                  <a:pt x="252321" y="35196"/>
                </a:lnTo>
                <a:lnTo>
                  <a:pt x="251949" y="35711"/>
                </a:lnTo>
                <a:lnTo>
                  <a:pt x="251588" y="36236"/>
                </a:lnTo>
                <a:lnTo>
                  <a:pt x="251238" y="36772"/>
                </a:lnTo>
                <a:lnTo>
                  <a:pt x="250900" y="37318"/>
                </a:lnTo>
                <a:lnTo>
                  <a:pt x="250574" y="37873"/>
                </a:lnTo>
                <a:lnTo>
                  <a:pt x="250262" y="38437"/>
                </a:lnTo>
                <a:lnTo>
                  <a:pt x="249964" y="39011"/>
                </a:lnTo>
                <a:lnTo>
                  <a:pt x="249680" y="39594"/>
                </a:lnTo>
                <a:lnTo>
                  <a:pt x="249409" y="40185"/>
                </a:lnTo>
                <a:lnTo>
                  <a:pt x="249153" y="40786"/>
                </a:lnTo>
                <a:lnTo>
                  <a:pt x="248910" y="41396"/>
                </a:lnTo>
                <a:lnTo>
                  <a:pt x="248682" y="42015"/>
                </a:lnTo>
                <a:lnTo>
                  <a:pt x="248467" y="42643"/>
                </a:lnTo>
                <a:lnTo>
                  <a:pt x="248266" y="43280"/>
                </a:lnTo>
                <a:lnTo>
                  <a:pt x="248079" y="43927"/>
                </a:lnTo>
                <a:lnTo>
                  <a:pt x="247905" y="44582"/>
                </a:lnTo>
                <a:lnTo>
                  <a:pt x="247746" y="45246"/>
                </a:lnTo>
                <a:lnTo>
                  <a:pt x="247600" y="45920"/>
                </a:lnTo>
                <a:lnTo>
                  <a:pt x="247469" y="46602"/>
                </a:lnTo>
                <a:lnTo>
                  <a:pt x="247351" y="47294"/>
                </a:lnTo>
                <a:lnTo>
                  <a:pt x="247247" y="47995"/>
                </a:lnTo>
                <a:lnTo>
                  <a:pt x="247157" y="48705"/>
                </a:lnTo>
                <a:lnTo>
                  <a:pt x="247080" y="49424"/>
                </a:lnTo>
                <a:lnTo>
                  <a:pt x="247018" y="50152"/>
                </a:lnTo>
                <a:lnTo>
                  <a:pt x="246970" y="50889"/>
                </a:lnTo>
                <a:lnTo>
                  <a:pt x="246935" y="51635"/>
                </a:lnTo>
                <a:lnTo>
                  <a:pt x="246914" y="52390"/>
                </a:lnTo>
                <a:lnTo>
                  <a:pt x="246907" y="53154"/>
                </a:lnTo>
                <a:lnTo>
                  <a:pt x="246907" y="72158"/>
                </a:lnTo>
                <a:lnTo>
                  <a:pt x="246914" y="72911"/>
                </a:lnTo>
                <a:lnTo>
                  <a:pt x="246935" y="73656"/>
                </a:lnTo>
                <a:lnTo>
                  <a:pt x="246970" y="74392"/>
                </a:lnTo>
                <a:lnTo>
                  <a:pt x="247018" y="75120"/>
                </a:lnTo>
                <a:lnTo>
                  <a:pt x="247080" y="75840"/>
                </a:lnTo>
                <a:lnTo>
                  <a:pt x="247157" y="76551"/>
                </a:lnTo>
                <a:lnTo>
                  <a:pt x="247247" y="77254"/>
                </a:lnTo>
                <a:lnTo>
                  <a:pt x="247351" y="77949"/>
                </a:lnTo>
                <a:lnTo>
                  <a:pt x="247469" y="78635"/>
                </a:lnTo>
                <a:lnTo>
                  <a:pt x="247600" y="79313"/>
                </a:lnTo>
                <a:lnTo>
                  <a:pt x="247746" y="79982"/>
                </a:lnTo>
                <a:lnTo>
                  <a:pt x="247905" y="80644"/>
                </a:lnTo>
                <a:lnTo>
                  <a:pt x="248079" y="81296"/>
                </a:lnTo>
                <a:lnTo>
                  <a:pt x="248266" y="81941"/>
                </a:lnTo>
                <a:lnTo>
                  <a:pt x="248467" y="82577"/>
                </a:lnTo>
                <a:lnTo>
                  <a:pt x="248682" y="83205"/>
                </a:lnTo>
                <a:lnTo>
                  <a:pt x="248910" y="83824"/>
                </a:lnTo>
                <a:lnTo>
                  <a:pt x="249153" y="84435"/>
                </a:lnTo>
                <a:lnTo>
                  <a:pt x="249409" y="85038"/>
                </a:lnTo>
                <a:lnTo>
                  <a:pt x="249680" y="85632"/>
                </a:lnTo>
                <a:lnTo>
                  <a:pt x="249964" y="86218"/>
                </a:lnTo>
                <a:lnTo>
                  <a:pt x="250262" y="86795"/>
                </a:lnTo>
                <a:lnTo>
                  <a:pt x="250574" y="87365"/>
                </a:lnTo>
                <a:lnTo>
                  <a:pt x="250900" y="87925"/>
                </a:lnTo>
                <a:lnTo>
                  <a:pt x="251238" y="88477"/>
                </a:lnTo>
                <a:lnTo>
                  <a:pt x="251588" y="89017"/>
                </a:lnTo>
                <a:lnTo>
                  <a:pt x="251949" y="89547"/>
                </a:lnTo>
                <a:lnTo>
                  <a:pt x="252321" y="90067"/>
                </a:lnTo>
                <a:lnTo>
                  <a:pt x="252704" y="90576"/>
                </a:lnTo>
                <a:lnTo>
                  <a:pt x="253099" y="91075"/>
                </a:lnTo>
                <a:lnTo>
                  <a:pt x="253505" y="91563"/>
                </a:lnTo>
                <a:lnTo>
                  <a:pt x="253922" y="92041"/>
                </a:lnTo>
                <a:lnTo>
                  <a:pt x="254350" y="92508"/>
                </a:lnTo>
                <a:lnTo>
                  <a:pt x="254790" y="92964"/>
                </a:lnTo>
                <a:lnTo>
                  <a:pt x="255240" y="93410"/>
                </a:lnTo>
                <a:lnTo>
                  <a:pt x="255702" y="93846"/>
                </a:lnTo>
                <a:lnTo>
                  <a:pt x="256176" y="94271"/>
                </a:lnTo>
                <a:lnTo>
                  <a:pt x="256660" y="94686"/>
                </a:lnTo>
                <a:lnTo>
                  <a:pt x="257156" y="95090"/>
                </a:lnTo>
                <a:lnTo>
                  <a:pt x="257663" y="95483"/>
                </a:lnTo>
                <a:lnTo>
                  <a:pt x="258181" y="95866"/>
                </a:lnTo>
                <a:lnTo>
                  <a:pt x="258710" y="96239"/>
                </a:lnTo>
                <a:lnTo>
                  <a:pt x="259251" y="96601"/>
                </a:lnTo>
                <a:lnTo>
                  <a:pt x="259803" y="96952"/>
                </a:lnTo>
                <a:lnTo>
                  <a:pt x="260366" y="97293"/>
                </a:lnTo>
                <a:lnTo>
                  <a:pt x="260940" y="97623"/>
                </a:lnTo>
                <a:lnTo>
                  <a:pt x="261525" y="97943"/>
                </a:lnTo>
                <a:lnTo>
                  <a:pt x="262122" y="98253"/>
                </a:lnTo>
                <a:lnTo>
                  <a:pt x="262729" y="98550"/>
                </a:lnTo>
                <a:lnTo>
                  <a:pt x="263344" y="98835"/>
                </a:lnTo>
                <a:lnTo>
                  <a:pt x="263967" y="99108"/>
                </a:lnTo>
                <a:lnTo>
                  <a:pt x="264599" y="99367"/>
                </a:lnTo>
                <a:lnTo>
                  <a:pt x="265239" y="99614"/>
                </a:lnTo>
                <a:lnTo>
                  <a:pt x="265888" y="99849"/>
                </a:lnTo>
                <a:lnTo>
                  <a:pt x="266545" y="100070"/>
                </a:lnTo>
                <a:lnTo>
                  <a:pt x="267210" y="100279"/>
                </a:lnTo>
                <a:lnTo>
                  <a:pt x="267883" y="100476"/>
                </a:lnTo>
                <a:lnTo>
                  <a:pt x="268565" y="100659"/>
                </a:lnTo>
                <a:lnTo>
                  <a:pt x="269256" y="100830"/>
                </a:lnTo>
                <a:lnTo>
                  <a:pt x="269954" y="100989"/>
                </a:lnTo>
                <a:lnTo>
                  <a:pt x="270661" y="101134"/>
                </a:lnTo>
                <a:lnTo>
                  <a:pt x="271377" y="101267"/>
                </a:lnTo>
                <a:lnTo>
                  <a:pt x="272101" y="101388"/>
                </a:lnTo>
                <a:lnTo>
                  <a:pt x="272833" y="101495"/>
                </a:lnTo>
                <a:lnTo>
                  <a:pt x="273573" y="101590"/>
                </a:lnTo>
                <a:lnTo>
                  <a:pt x="274322" y="101673"/>
                </a:lnTo>
                <a:lnTo>
                  <a:pt x="275079" y="101742"/>
                </a:lnTo>
                <a:lnTo>
                  <a:pt x="275845" y="101799"/>
                </a:lnTo>
                <a:lnTo>
                  <a:pt x="276619" y="101844"/>
                </a:lnTo>
                <a:lnTo>
                  <a:pt x="277401" y="101875"/>
                </a:lnTo>
                <a:lnTo>
                  <a:pt x="278192" y="101894"/>
                </a:lnTo>
                <a:lnTo>
                  <a:pt x="278991" y="101901"/>
                </a:lnTo>
                <a:lnTo>
                  <a:pt x="280174" y="101888"/>
                </a:lnTo>
                <a:lnTo>
                  <a:pt x="281337" y="101849"/>
                </a:lnTo>
                <a:lnTo>
                  <a:pt x="282481" y="1017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E7611D-58A5-4965-954F-42D7C5DF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838" y="5080910"/>
            <a:ext cx="1320669" cy="317698"/>
          </a:xfrm>
          <a:custGeom xmlns:a="http://schemas.openxmlformats.org/drawingml/2006/main">
            <a:pathLst>
              <a:path w="1320669" h="317698">
                <a:moveTo>
                  <a:pt x="0" y="13451"/>
                </a:moveTo>
                <a:lnTo>
                  <a:pt x="0" y="13451"/>
                </a:lnTo>
                <a:cubicBezTo>
                  <a:pt x="0" y="6022"/>
                  <a:pt x="6022" y="0"/>
                  <a:pt x="13452" y="0"/>
                </a:cubicBezTo>
                <a:lnTo>
                  <a:pt x="1307218" y="0"/>
                </a:lnTo>
                <a:cubicBezTo>
                  <a:pt x="1310785" y="0"/>
                  <a:pt x="1314206" y="1417"/>
                  <a:pt x="1316729" y="3940"/>
                </a:cubicBezTo>
                <a:cubicBezTo>
                  <a:pt x="1319252" y="6462"/>
                  <a:pt x="1320669" y="9884"/>
                  <a:pt x="1320669" y="13451"/>
                </a:cubicBezTo>
                <a:lnTo>
                  <a:pt x="1320669" y="304247"/>
                </a:lnTo>
                <a:cubicBezTo>
                  <a:pt x="1320669" y="311675"/>
                  <a:pt x="1314646" y="317698"/>
                  <a:pt x="1307218" y="317698"/>
                </a:cubicBezTo>
                <a:lnTo>
                  <a:pt x="13452" y="317698"/>
                </a:lnTo>
                <a:cubicBezTo>
                  <a:pt x="6022" y="317698"/>
                  <a:pt x="0" y="311675"/>
                  <a:pt x="0" y="304247"/>
                </a:cubicBezTo>
                <a:lnTo>
                  <a:pt x="0" y="1345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9C9BB4-C169-464A-B4FB-22AE9AF0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2501" y="5005145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BAE4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6C981B-414E-460B-9F76-A3703403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221" y="5005145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BAE4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8914B0-2C96-4EA6-9A57-0520AC65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940" y="5005145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514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14C13C-46E5-48B2-A10E-FE92995D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9660" y="5005145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514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D9655B-1BD1-40C2-9382-D48C4B75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5380" y="5005145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AD37B3-33AD-4927-A34D-D9484363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3328" y="4806426"/>
            <a:ext cx="1049596" cy="445102"/>
          </a:xfrm>
          <a:custGeom xmlns:a="http://schemas.openxmlformats.org/drawingml/2006/main">
            <a:pathLst>
              <a:path w="1049596" h="445102">
                <a:moveTo>
                  <a:pt x="0" y="0"/>
                </a:moveTo>
                <a:lnTo>
                  <a:pt x="1049596" y="0"/>
                </a:lnTo>
                <a:lnTo>
                  <a:pt x="1049596" y="445102"/>
                </a:lnTo>
                <a:lnTo>
                  <a:pt x="0" y="44510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" name="Text +12">
            <a:extLst xmlns:a="http://schemas.openxmlformats.org/drawingml/2006/main">
              <a:ext uri="{FF2B5EF4-FFF2-40B4-BE49-F238E27FC236}">
                <a16:creationId xmlns:a16="http://schemas.microsoft.com/office/drawing/2014/main" id="{4435A8D5-C853-4B2C-95BD-5096E83D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664" y="4981541"/>
            <a:ext cx="153863" cy="67935"/>
          </a:xfrm>
          <a:custGeom xmlns:a="http://schemas.openxmlformats.org/drawingml/2006/main">
            <a:pathLst>
              <a:path w="153863" h="67935">
                <a:moveTo>
                  <a:pt x="16433" y="59490"/>
                </a:moveTo>
                <a:lnTo>
                  <a:pt x="16433" y="42964"/>
                </a:lnTo>
                <a:lnTo>
                  <a:pt x="0" y="42964"/>
                </a:lnTo>
                <a:lnTo>
                  <a:pt x="0" y="32315"/>
                </a:lnTo>
                <a:lnTo>
                  <a:pt x="16433" y="32315"/>
                </a:lnTo>
                <a:lnTo>
                  <a:pt x="16433" y="15791"/>
                </a:lnTo>
                <a:lnTo>
                  <a:pt x="27816" y="15791"/>
                </a:lnTo>
                <a:lnTo>
                  <a:pt x="27816" y="32315"/>
                </a:lnTo>
                <a:lnTo>
                  <a:pt x="44249" y="32315"/>
                </a:lnTo>
                <a:lnTo>
                  <a:pt x="44249" y="42964"/>
                </a:lnTo>
                <a:lnTo>
                  <a:pt x="27816" y="42964"/>
                </a:lnTo>
                <a:lnTo>
                  <a:pt x="27816" y="59490"/>
                </a:lnTo>
                <a:lnTo>
                  <a:pt x="16433" y="59490"/>
                </a:lnTo>
                <a:close/>
                <a:moveTo>
                  <a:pt x="57377" y="67935"/>
                </a:moveTo>
                <a:lnTo>
                  <a:pt x="57377" y="57837"/>
                </a:lnTo>
                <a:lnTo>
                  <a:pt x="74819" y="57837"/>
                </a:lnTo>
                <a:lnTo>
                  <a:pt x="74819" y="11108"/>
                </a:lnTo>
                <a:lnTo>
                  <a:pt x="57284" y="24144"/>
                </a:lnTo>
                <a:lnTo>
                  <a:pt x="57284" y="12027"/>
                </a:lnTo>
                <a:lnTo>
                  <a:pt x="72708" y="919"/>
                </a:lnTo>
                <a:lnTo>
                  <a:pt x="86295" y="919"/>
                </a:lnTo>
                <a:lnTo>
                  <a:pt x="86295" y="57837"/>
                </a:lnTo>
                <a:lnTo>
                  <a:pt x="100341" y="57837"/>
                </a:lnTo>
                <a:lnTo>
                  <a:pt x="100341" y="67935"/>
                </a:lnTo>
                <a:lnTo>
                  <a:pt x="57377" y="67935"/>
                </a:lnTo>
                <a:close/>
                <a:moveTo>
                  <a:pt x="111999" y="67935"/>
                </a:moveTo>
                <a:lnTo>
                  <a:pt x="111999" y="56827"/>
                </a:lnTo>
                <a:lnTo>
                  <a:pt x="132932" y="35803"/>
                </a:lnTo>
                <a:cubicBezTo>
                  <a:pt x="135869" y="32805"/>
                  <a:pt x="138041" y="30097"/>
                  <a:pt x="139448" y="27680"/>
                </a:cubicBezTo>
                <a:cubicBezTo>
                  <a:pt x="140857" y="25262"/>
                  <a:pt x="141561" y="22768"/>
                  <a:pt x="141561" y="20197"/>
                </a:cubicBezTo>
                <a:cubicBezTo>
                  <a:pt x="141561" y="17076"/>
                  <a:pt x="140704" y="14643"/>
                  <a:pt x="138990" y="12899"/>
                </a:cubicBezTo>
                <a:cubicBezTo>
                  <a:pt x="137277" y="11154"/>
                  <a:pt x="134951" y="10282"/>
                  <a:pt x="132013" y="10282"/>
                </a:cubicBezTo>
                <a:cubicBezTo>
                  <a:pt x="128769" y="10282"/>
                  <a:pt x="126230" y="11215"/>
                  <a:pt x="124394" y="13082"/>
                </a:cubicBezTo>
                <a:cubicBezTo>
                  <a:pt x="122558" y="14949"/>
                  <a:pt x="121640" y="17535"/>
                  <a:pt x="121640" y="20840"/>
                </a:cubicBezTo>
                <a:lnTo>
                  <a:pt x="110164" y="20840"/>
                </a:lnTo>
                <a:cubicBezTo>
                  <a:pt x="110225" y="16556"/>
                  <a:pt x="111158" y="12869"/>
                  <a:pt x="112963" y="9778"/>
                </a:cubicBezTo>
                <a:cubicBezTo>
                  <a:pt x="114769" y="6687"/>
                  <a:pt x="117325" y="4284"/>
                  <a:pt x="120630" y="2570"/>
                </a:cubicBezTo>
                <a:cubicBezTo>
                  <a:pt x="123935" y="857"/>
                  <a:pt x="127790" y="0"/>
                  <a:pt x="132196" y="0"/>
                </a:cubicBezTo>
                <a:cubicBezTo>
                  <a:pt x="136419" y="0"/>
                  <a:pt x="140091" y="796"/>
                  <a:pt x="143212" y="2387"/>
                </a:cubicBezTo>
                <a:cubicBezTo>
                  <a:pt x="146334" y="3978"/>
                  <a:pt x="148752" y="6213"/>
                  <a:pt x="150466" y="9090"/>
                </a:cubicBezTo>
                <a:cubicBezTo>
                  <a:pt x="152179" y="11966"/>
                  <a:pt x="153036" y="15393"/>
                  <a:pt x="153036" y="19370"/>
                </a:cubicBezTo>
                <a:cubicBezTo>
                  <a:pt x="153036" y="23471"/>
                  <a:pt x="151980" y="27465"/>
                  <a:pt x="149869" y="31352"/>
                </a:cubicBezTo>
                <a:cubicBezTo>
                  <a:pt x="147757" y="35237"/>
                  <a:pt x="144376" y="39415"/>
                  <a:pt x="139724" y="43883"/>
                </a:cubicBezTo>
                <a:lnTo>
                  <a:pt x="125771" y="57561"/>
                </a:lnTo>
                <a:lnTo>
                  <a:pt x="153863" y="57561"/>
                </a:lnTo>
                <a:lnTo>
                  <a:pt x="153863" y="67935"/>
                </a:lnTo>
                <a:lnTo>
                  <a:pt x="111999" y="67935"/>
                </a:lnTo>
                <a:close/>
              </a:path>
            </a:pathLst>
          </a:custGeom>
          <a:solidFill xmlns:a="http://schemas.openxmlformats.org/drawingml/2006/main">
            <a:srgbClr val="3BAE4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" name="Text -20">
            <a:extLst xmlns:a="http://schemas.openxmlformats.org/drawingml/2006/main">
              <a:ext uri="{FF2B5EF4-FFF2-40B4-BE49-F238E27FC236}">
                <a16:creationId xmlns:a16="http://schemas.microsoft.com/office/drawing/2014/main" id="{3747254C-F0FE-4FF7-B115-774B9267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5" y="4981541"/>
            <a:ext cx="146151" cy="68853"/>
          </a:xfrm>
          <a:custGeom xmlns:a="http://schemas.openxmlformats.org/drawingml/2006/main">
            <a:pathLst>
              <a:path w="146151" h="68853">
                <a:moveTo>
                  <a:pt x="0" y="42964"/>
                </a:moveTo>
                <a:lnTo>
                  <a:pt x="0" y="32315"/>
                </a:lnTo>
                <a:lnTo>
                  <a:pt x="29378" y="32315"/>
                </a:lnTo>
                <a:lnTo>
                  <a:pt x="29378" y="42964"/>
                </a:lnTo>
                <a:lnTo>
                  <a:pt x="0" y="42964"/>
                </a:lnTo>
                <a:close/>
                <a:moveTo>
                  <a:pt x="49482" y="67935"/>
                </a:moveTo>
                <a:lnTo>
                  <a:pt x="49482" y="56827"/>
                </a:lnTo>
                <a:lnTo>
                  <a:pt x="70414" y="35803"/>
                </a:lnTo>
                <a:cubicBezTo>
                  <a:pt x="73351" y="32805"/>
                  <a:pt x="75523" y="30097"/>
                  <a:pt x="76930" y="27680"/>
                </a:cubicBezTo>
                <a:cubicBezTo>
                  <a:pt x="78339" y="25262"/>
                  <a:pt x="79043" y="22768"/>
                  <a:pt x="79043" y="20197"/>
                </a:cubicBezTo>
                <a:cubicBezTo>
                  <a:pt x="79043" y="17076"/>
                  <a:pt x="78186" y="14643"/>
                  <a:pt x="76472" y="12899"/>
                </a:cubicBezTo>
                <a:cubicBezTo>
                  <a:pt x="74759" y="11154"/>
                  <a:pt x="72433" y="10282"/>
                  <a:pt x="69495" y="10282"/>
                </a:cubicBezTo>
                <a:cubicBezTo>
                  <a:pt x="66252" y="10282"/>
                  <a:pt x="63712" y="11215"/>
                  <a:pt x="61876" y="13082"/>
                </a:cubicBezTo>
                <a:cubicBezTo>
                  <a:pt x="60040" y="14949"/>
                  <a:pt x="59122" y="17535"/>
                  <a:pt x="59122" y="20840"/>
                </a:cubicBezTo>
                <a:lnTo>
                  <a:pt x="47647" y="20840"/>
                </a:lnTo>
                <a:cubicBezTo>
                  <a:pt x="47707" y="16556"/>
                  <a:pt x="48640" y="12869"/>
                  <a:pt x="50445" y="9778"/>
                </a:cubicBezTo>
                <a:cubicBezTo>
                  <a:pt x="52251" y="6687"/>
                  <a:pt x="54807" y="4284"/>
                  <a:pt x="58112" y="2570"/>
                </a:cubicBezTo>
                <a:cubicBezTo>
                  <a:pt x="61417" y="857"/>
                  <a:pt x="65272" y="0"/>
                  <a:pt x="69678" y="0"/>
                </a:cubicBezTo>
                <a:cubicBezTo>
                  <a:pt x="73901" y="0"/>
                  <a:pt x="77573" y="796"/>
                  <a:pt x="80694" y="2387"/>
                </a:cubicBezTo>
                <a:cubicBezTo>
                  <a:pt x="83816" y="3978"/>
                  <a:pt x="86234" y="6213"/>
                  <a:pt x="87948" y="9090"/>
                </a:cubicBezTo>
                <a:cubicBezTo>
                  <a:pt x="89661" y="11966"/>
                  <a:pt x="90518" y="15393"/>
                  <a:pt x="90518" y="19370"/>
                </a:cubicBezTo>
                <a:cubicBezTo>
                  <a:pt x="90518" y="23471"/>
                  <a:pt x="89463" y="27465"/>
                  <a:pt x="87351" y="31352"/>
                </a:cubicBezTo>
                <a:cubicBezTo>
                  <a:pt x="85240" y="35237"/>
                  <a:pt x="81858" y="39415"/>
                  <a:pt x="77206" y="43883"/>
                </a:cubicBezTo>
                <a:lnTo>
                  <a:pt x="63253" y="57561"/>
                </a:lnTo>
                <a:lnTo>
                  <a:pt x="91345" y="57561"/>
                </a:lnTo>
                <a:lnTo>
                  <a:pt x="91345" y="67935"/>
                </a:lnTo>
                <a:lnTo>
                  <a:pt x="49482" y="67935"/>
                </a:lnTo>
                <a:close/>
                <a:moveTo>
                  <a:pt x="124853" y="68853"/>
                </a:moveTo>
                <a:cubicBezTo>
                  <a:pt x="120508" y="68853"/>
                  <a:pt x="116744" y="68027"/>
                  <a:pt x="113561" y="66375"/>
                </a:cubicBezTo>
                <a:cubicBezTo>
                  <a:pt x="110379" y="64722"/>
                  <a:pt x="107915" y="62396"/>
                  <a:pt x="106171" y="59397"/>
                </a:cubicBezTo>
                <a:cubicBezTo>
                  <a:pt x="104426" y="56398"/>
                  <a:pt x="103554" y="52880"/>
                  <a:pt x="103554" y="48841"/>
                </a:cubicBezTo>
                <a:lnTo>
                  <a:pt x="103554" y="20013"/>
                </a:lnTo>
                <a:cubicBezTo>
                  <a:pt x="103554" y="15974"/>
                  <a:pt x="104426" y="12456"/>
                  <a:pt x="106171" y="9457"/>
                </a:cubicBezTo>
                <a:cubicBezTo>
                  <a:pt x="107915" y="6457"/>
                  <a:pt x="110379" y="4131"/>
                  <a:pt x="113561" y="2479"/>
                </a:cubicBezTo>
                <a:cubicBezTo>
                  <a:pt x="116744" y="826"/>
                  <a:pt x="120508" y="0"/>
                  <a:pt x="124853" y="0"/>
                </a:cubicBezTo>
                <a:cubicBezTo>
                  <a:pt x="129259" y="0"/>
                  <a:pt x="133038" y="826"/>
                  <a:pt x="136190" y="2479"/>
                </a:cubicBezTo>
                <a:cubicBezTo>
                  <a:pt x="139343" y="4131"/>
                  <a:pt x="141791" y="6457"/>
                  <a:pt x="143534" y="9457"/>
                </a:cubicBezTo>
                <a:cubicBezTo>
                  <a:pt x="145279" y="12456"/>
                  <a:pt x="146151" y="15974"/>
                  <a:pt x="146151" y="20013"/>
                </a:cubicBezTo>
                <a:lnTo>
                  <a:pt x="146151" y="48841"/>
                </a:lnTo>
                <a:cubicBezTo>
                  <a:pt x="146151" y="52880"/>
                  <a:pt x="145279" y="56398"/>
                  <a:pt x="143534" y="59397"/>
                </a:cubicBezTo>
                <a:cubicBezTo>
                  <a:pt x="141791" y="62396"/>
                  <a:pt x="139328" y="64722"/>
                  <a:pt x="136145" y="66375"/>
                </a:cubicBezTo>
                <a:cubicBezTo>
                  <a:pt x="132963" y="68027"/>
                  <a:pt x="129199" y="68853"/>
                  <a:pt x="124853" y="68853"/>
                </a:cubicBezTo>
                <a:moveTo>
                  <a:pt x="124853" y="58938"/>
                </a:moveTo>
                <a:cubicBezTo>
                  <a:pt x="128036" y="58938"/>
                  <a:pt x="130576" y="58020"/>
                  <a:pt x="132472" y="56184"/>
                </a:cubicBezTo>
                <a:cubicBezTo>
                  <a:pt x="134370" y="54348"/>
                  <a:pt x="135319" y="51900"/>
                  <a:pt x="135319" y="48841"/>
                </a:cubicBezTo>
                <a:lnTo>
                  <a:pt x="135319" y="20013"/>
                </a:lnTo>
                <a:cubicBezTo>
                  <a:pt x="135319" y="16953"/>
                  <a:pt x="134370" y="14505"/>
                  <a:pt x="132472" y="12669"/>
                </a:cubicBezTo>
                <a:cubicBezTo>
                  <a:pt x="130576" y="10833"/>
                  <a:pt x="128036" y="9915"/>
                  <a:pt x="124853" y="9915"/>
                </a:cubicBezTo>
                <a:cubicBezTo>
                  <a:pt x="121671" y="9915"/>
                  <a:pt x="119130" y="10833"/>
                  <a:pt x="117233" y="12669"/>
                </a:cubicBezTo>
                <a:cubicBezTo>
                  <a:pt x="115336" y="14505"/>
                  <a:pt x="114388" y="16953"/>
                  <a:pt x="114388" y="20013"/>
                </a:cubicBezTo>
                <a:lnTo>
                  <a:pt x="114388" y="48841"/>
                </a:lnTo>
                <a:cubicBezTo>
                  <a:pt x="114388" y="51900"/>
                  <a:pt x="115336" y="54348"/>
                  <a:pt x="117233" y="56184"/>
                </a:cubicBezTo>
                <a:cubicBezTo>
                  <a:pt x="119130" y="58020"/>
                  <a:pt x="121671" y="58938"/>
                  <a:pt x="124853" y="58938"/>
                </a:cubicBezTo>
                <a:moveTo>
                  <a:pt x="124853" y="40394"/>
                </a:moveTo>
                <a:cubicBezTo>
                  <a:pt x="123078" y="40394"/>
                  <a:pt x="121624" y="39812"/>
                  <a:pt x="120491" y="38650"/>
                </a:cubicBezTo>
                <a:cubicBezTo>
                  <a:pt x="119359" y="37487"/>
                  <a:pt x="118793" y="35988"/>
                  <a:pt x="118793" y="34152"/>
                </a:cubicBezTo>
                <a:cubicBezTo>
                  <a:pt x="118793" y="32316"/>
                  <a:pt x="119344" y="30847"/>
                  <a:pt x="120446" y="29745"/>
                </a:cubicBezTo>
                <a:cubicBezTo>
                  <a:pt x="121548" y="28643"/>
                  <a:pt x="123017" y="28092"/>
                  <a:pt x="124853" y="28092"/>
                </a:cubicBezTo>
                <a:cubicBezTo>
                  <a:pt x="126689" y="28092"/>
                  <a:pt x="128158" y="28643"/>
                  <a:pt x="129259" y="29745"/>
                </a:cubicBezTo>
                <a:cubicBezTo>
                  <a:pt x="130361" y="30847"/>
                  <a:pt x="130912" y="32316"/>
                  <a:pt x="130912" y="34152"/>
                </a:cubicBezTo>
                <a:cubicBezTo>
                  <a:pt x="130912" y="35988"/>
                  <a:pt x="130361" y="37487"/>
                  <a:pt x="129259" y="38650"/>
                </a:cubicBezTo>
                <a:cubicBezTo>
                  <a:pt x="128158" y="39812"/>
                  <a:pt x="126689" y="40394"/>
                  <a:pt x="124853" y="40394"/>
                </a:cubicBezTo>
                <a:close/>
              </a:path>
            </a:pathLst>
          </a:custGeom>
          <a:solidFill xmlns:a="http://schemas.openxmlformats.org/drawingml/2006/main">
            <a:srgbClr val="F8514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954F21-CAF3-438D-8668-69D3A311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783" y="5149266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BAE4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73D86D-AA8F-4E50-9FAF-19900242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783" y="5207817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514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6EC4C6-1DE2-42AA-8D15-2413ADAF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783" y="5261128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514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E9DBA5-2A0C-4B0F-A7DC-75E16F67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2645" y="5149266"/>
            <a:ext cx="1218745" cy="58552"/>
          </a:xfrm>
          <a:custGeom xmlns:a="http://schemas.openxmlformats.org/drawingml/2006/main">
            <a:pathLst>
              <a:path w="1218745" h="58552">
                <a:moveTo>
                  <a:pt x="0" y="0"/>
                </a:moveTo>
                <a:lnTo>
                  <a:pt x="1218745" y="0"/>
                </a:lnTo>
                <a:lnTo>
                  <a:pt x="1218745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CC24BE-A564-42BD-A312-C55385C7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2647" y="5207817"/>
            <a:ext cx="1218745" cy="58552"/>
          </a:xfrm>
          <a:custGeom xmlns:a="http://schemas.openxmlformats.org/drawingml/2006/main">
            <a:pathLst>
              <a:path w="1218745" h="58552">
                <a:moveTo>
                  <a:pt x="0" y="0"/>
                </a:moveTo>
                <a:lnTo>
                  <a:pt x="1218745" y="0"/>
                </a:lnTo>
                <a:lnTo>
                  <a:pt x="1218745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E46B67-9B6A-40DD-B996-3578376D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2195" y="5261128"/>
            <a:ext cx="1218745" cy="58552"/>
          </a:xfrm>
          <a:custGeom xmlns:a="http://schemas.openxmlformats.org/drawingml/2006/main">
            <a:pathLst>
              <a:path w="1218745" h="58552">
                <a:moveTo>
                  <a:pt x="0" y="0"/>
                </a:moveTo>
                <a:lnTo>
                  <a:pt x="1218745" y="0"/>
                </a:lnTo>
                <a:lnTo>
                  <a:pt x="1218745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D7E9B3-C367-442E-B954-736214CF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7614" y="4855829"/>
            <a:ext cx="939540" cy="10"/>
          </a:xfrm>
          <a:custGeom xmlns:a="http://schemas.openxmlformats.org/drawingml/2006/main">
            <a:pathLst>
              <a:path w="939540" h="1">
                <a:moveTo>
                  <a:pt x="0" y="0"/>
                </a:moveTo>
                <a:lnTo>
                  <a:pt x="93954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D600E8-9A17-43DC-8C82-8797BA20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172" y="4855829"/>
            <a:ext cx="732982" cy="10"/>
          </a:xfrm>
          <a:custGeom xmlns:a="http://schemas.openxmlformats.org/drawingml/2006/main">
            <a:pathLst>
              <a:path w="732982" h="1" fill="none">
                <a:moveTo>
                  <a:pt x="0" y="0"/>
                </a:moveTo>
                <a:lnTo>
                  <a:pt x="7329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426" cap="flat">
            <a:solidFill>
              <a:srgbClr val="000000"/>
            </a:solidFill>
            <a:round/>
          </a:ln>
        </p:spPr>
      </p:sp>
      <p:sp>
        <p:nvSpPr>
          <p:cNvPr id="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E81FBD-36FA-4358-B087-91DCFB76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942" y="4798966"/>
            <a:ext cx="156230" cy="113726"/>
          </a:xfrm>
          <a:custGeom xmlns:a="http://schemas.openxmlformats.org/drawingml/2006/main">
            <a:pathLst>
              <a:path w="156230" h="113726">
                <a:moveTo>
                  <a:pt x="156230" y="0"/>
                </a:moveTo>
                <a:lnTo>
                  <a:pt x="156230" y="113726"/>
                </a:lnTo>
                <a:lnTo>
                  <a:pt x="0" y="56863"/>
                </a:lnTo>
                <a:lnTo>
                  <a:pt x="15623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A87E19-866B-4C4B-90C4-41D84A92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942" y="4798966"/>
            <a:ext cx="156230" cy="113726"/>
          </a:xfrm>
          <a:custGeom xmlns:a="http://schemas.openxmlformats.org/drawingml/2006/main">
            <a:pathLst>
              <a:path w="156230" h="113726" fill="none">
                <a:moveTo>
                  <a:pt x="156230" y="0"/>
                </a:moveTo>
                <a:lnTo>
                  <a:pt x="0" y="56863"/>
                </a:lnTo>
                <a:lnTo>
                  <a:pt x="156230" y="113726"/>
                </a:lnTo>
                <a:lnTo>
                  <a:pt x="15623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426" cap="flat">
            <a:solidFill>
              <a:srgbClr val="000000"/>
            </a:solidFill>
            <a:miter/>
          </a:ln>
        </p:spPr>
      </p:sp>
      <p:sp>
        <p:nvSpPr>
          <p:cNvPr id="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FFF5F9-8CBF-445F-8D93-8AE2329A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9415" y="1775691"/>
            <a:ext cx="236376" cy="191920"/>
          </a:xfrm>
          <a:custGeom xmlns:a="http://schemas.openxmlformats.org/drawingml/2006/main">
            <a:pathLst>
              <a:path w="236376" h="191920">
                <a:moveTo>
                  <a:pt x="0" y="0"/>
                </a:moveTo>
                <a:lnTo>
                  <a:pt x="236376" y="0"/>
                </a:lnTo>
                <a:lnTo>
                  <a:pt x="236376" y="191920"/>
                </a:lnTo>
                <a:lnTo>
                  <a:pt x="0" y="1919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2923E1-B540-4926-8C59-A9661BE6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3367" y="4753905"/>
            <a:ext cx="236376" cy="191920"/>
          </a:xfrm>
          <a:custGeom xmlns:a="http://schemas.openxmlformats.org/drawingml/2006/main">
            <a:pathLst>
              <a:path w="236376" h="191920">
                <a:moveTo>
                  <a:pt x="0" y="0"/>
                </a:moveTo>
                <a:lnTo>
                  <a:pt x="236376" y="0"/>
                </a:lnTo>
                <a:lnTo>
                  <a:pt x="236376" y="191920"/>
                </a:lnTo>
                <a:lnTo>
                  <a:pt x="0" y="1919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D0A82A-9CA3-4B16-B7A5-4EB2CFE6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5790" y="1871651"/>
            <a:ext cx="1228233" cy="2978011"/>
          </a:xfrm>
          <a:custGeom xmlns:a="http://schemas.openxmlformats.org/drawingml/2006/main">
            <a:pathLst>
              <a:path w="1228233" h="2978011">
                <a:moveTo>
                  <a:pt x="0" y="0"/>
                </a:moveTo>
                <a:lnTo>
                  <a:pt x="1228233" y="0"/>
                </a:lnTo>
                <a:lnTo>
                  <a:pt x="1228233" y="2978011"/>
                </a:lnTo>
                <a:lnTo>
                  <a:pt x="34155" y="2978011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60D979-084C-4A1E-8F65-6378BD2E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5790" y="1871651"/>
            <a:ext cx="1228233" cy="2978011"/>
          </a:xfrm>
          <a:custGeom xmlns:a="http://schemas.openxmlformats.org/drawingml/2006/main">
            <a:pathLst>
              <a:path w="1228233" h="2978011" fill="none">
                <a:moveTo>
                  <a:pt x="0" y="0"/>
                </a:moveTo>
                <a:lnTo>
                  <a:pt x="1228233" y="0"/>
                </a:lnTo>
                <a:lnTo>
                  <a:pt x="1228233" y="2978011"/>
                </a:lnTo>
                <a:lnTo>
                  <a:pt x="240713" y="2978011"/>
                </a:lnTo>
              </a:path>
            </a:pathLst>
          </a:custGeom>
          <a:noFill xmlns:a="http://schemas.openxmlformats.org/drawingml/2006/main"/>
          <a:ln xmlns:a="http://schemas.openxmlformats.org/drawingml/2006/main" w="34426" cap="flat">
            <a:solidFill>
              <a:srgbClr val="000000"/>
            </a:solidFill>
            <a:round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8DF29E-E267-4BDA-8EE4-9962B5DD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274" y="4792799"/>
            <a:ext cx="156230" cy="113726"/>
          </a:xfrm>
          <a:custGeom xmlns:a="http://schemas.openxmlformats.org/drawingml/2006/main">
            <a:pathLst>
              <a:path w="156230" h="113726">
                <a:moveTo>
                  <a:pt x="156230" y="0"/>
                </a:moveTo>
                <a:lnTo>
                  <a:pt x="156230" y="113726"/>
                </a:lnTo>
                <a:lnTo>
                  <a:pt x="0" y="56863"/>
                </a:lnTo>
                <a:lnTo>
                  <a:pt x="15623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D964BD-F738-4749-B111-99D11A3F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274" y="4792799"/>
            <a:ext cx="156230" cy="113726"/>
          </a:xfrm>
          <a:custGeom xmlns:a="http://schemas.openxmlformats.org/drawingml/2006/main">
            <a:pathLst>
              <a:path w="156230" h="113726" fill="none">
                <a:moveTo>
                  <a:pt x="156230" y="0"/>
                </a:moveTo>
                <a:lnTo>
                  <a:pt x="0" y="56863"/>
                </a:lnTo>
                <a:lnTo>
                  <a:pt x="156230" y="113726"/>
                </a:lnTo>
                <a:lnTo>
                  <a:pt x="15623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426" cap="flat">
            <a:solidFill>
              <a:srgbClr val="000000"/>
            </a:solidFill>
            <a:miter/>
          </a:ln>
        </p:spPr>
      </p:sp>
      <p:pic>
        <p:nvPicPr>
          <p:cNvPr id="10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df6d90232c4465"/>
          <a:stretch xmlns:a="http://schemas.openxmlformats.org/drawingml/2006/main"/>
        </p:blipFill>
        <p:spPr>
          <a:xfrm xmlns:a="http://schemas.openxmlformats.org/drawingml/2006/main">
            <a:off x="9551074" y="1875243"/>
            <a:ext cx="442934" cy="442934"/>
          </a:xfrm>
          <a:prstGeom xmlns:a="http://schemas.openxmlformats.org/drawingml/2006/main" prst="rect">
            <a:avLst/>
          </a:prstGeom>
        </p:spPr>
      </p:pic>
      <p:sp>
        <p:nvSpPr>
          <p:cNvPr id="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91C70D-FE07-4BB5-BB8D-BE24E422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352" y="1944096"/>
            <a:ext cx="236376" cy="236376"/>
          </a:xfrm>
          <a:custGeom xmlns:a="http://schemas.openxmlformats.org/drawingml/2006/main">
            <a:pathLst>
              <a:path w="236376" h="236376">
                <a:moveTo>
                  <a:pt x="0" y="118188"/>
                </a:moveTo>
                <a:lnTo>
                  <a:pt x="0" y="118188"/>
                </a:lnTo>
                <a:cubicBezTo>
                  <a:pt x="0" y="52914"/>
                  <a:pt x="52914" y="0"/>
                  <a:pt x="118188" y="0"/>
                </a:cubicBezTo>
                <a:cubicBezTo>
                  <a:pt x="149534" y="0"/>
                  <a:pt x="179595" y="12452"/>
                  <a:pt x="201760" y="34617"/>
                </a:cubicBezTo>
                <a:cubicBezTo>
                  <a:pt x="223924" y="56781"/>
                  <a:pt x="236376" y="86842"/>
                  <a:pt x="236376" y="118188"/>
                </a:cubicBezTo>
                <a:cubicBezTo>
                  <a:pt x="236376" y="183461"/>
                  <a:pt x="183461" y="236376"/>
                  <a:pt x="118188" y="236376"/>
                </a:cubicBezTo>
                <a:cubicBezTo>
                  <a:pt x="52914" y="236376"/>
                  <a:pt x="0" y="183461"/>
                  <a:pt x="0" y="118188"/>
                </a:cubicBezTo>
                <a:close/>
              </a:path>
            </a:pathLst>
          </a:custGeom>
          <a:solidFill xmlns:a="http://schemas.openxmlformats.org/drawingml/2006/main">
            <a:srgbClr val="A64D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" name="Text 5">
            <a:extLst xmlns:a="http://schemas.openxmlformats.org/drawingml/2006/main">
              <a:ext uri="{FF2B5EF4-FFF2-40B4-BE49-F238E27FC236}">
                <a16:creationId xmlns:a16="http://schemas.microsoft.com/office/drawing/2014/main" id="{FA00C4CD-5B47-46E4-BAEB-3523888B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852" y="2015502"/>
            <a:ext cx="83059" cy="117440"/>
          </a:xfrm>
          <a:custGeom xmlns:a="http://schemas.openxmlformats.org/drawingml/2006/main">
            <a:pathLst>
              <a:path w="83059" h="117440">
                <a:moveTo>
                  <a:pt x="76313" y="24100"/>
                </a:moveTo>
                <a:lnTo>
                  <a:pt x="26186" y="24100"/>
                </a:lnTo>
                <a:lnTo>
                  <a:pt x="26186" y="46270"/>
                </a:lnTo>
                <a:cubicBezTo>
                  <a:pt x="28329" y="43914"/>
                  <a:pt x="31327" y="41986"/>
                  <a:pt x="35183" y="40488"/>
                </a:cubicBezTo>
                <a:cubicBezTo>
                  <a:pt x="39040" y="38987"/>
                  <a:pt x="43217" y="38237"/>
                  <a:pt x="47714" y="38237"/>
                </a:cubicBezTo>
                <a:cubicBezTo>
                  <a:pt x="55747" y="38237"/>
                  <a:pt x="62414" y="40058"/>
                  <a:pt x="67715" y="43699"/>
                </a:cubicBezTo>
                <a:cubicBezTo>
                  <a:pt x="73017" y="47340"/>
                  <a:pt x="76899" y="52053"/>
                  <a:pt x="79362" y="57836"/>
                </a:cubicBezTo>
                <a:cubicBezTo>
                  <a:pt x="81827" y="63620"/>
                  <a:pt x="83059" y="69886"/>
                  <a:pt x="83059" y="76634"/>
                </a:cubicBezTo>
                <a:cubicBezTo>
                  <a:pt x="83059" y="89165"/>
                  <a:pt x="79524" y="99099"/>
                  <a:pt x="72454" y="106436"/>
                </a:cubicBezTo>
                <a:cubicBezTo>
                  <a:pt x="65386" y="113772"/>
                  <a:pt x="55426" y="117440"/>
                  <a:pt x="42574" y="117440"/>
                </a:cubicBezTo>
                <a:cubicBezTo>
                  <a:pt x="34005" y="117440"/>
                  <a:pt x="26561" y="115968"/>
                  <a:pt x="20241" y="113023"/>
                </a:cubicBezTo>
                <a:cubicBezTo>
                  <a:pt x="13923" y="110078"/>
                  <a:pt x="9051" y="105981"/>
                  <a:pt x="5624" y="100734"/>
                </a:cubicBezTo>
                <a:cubicBezTo>
                  <a:pt x="2196" y="95484"/>
                  <a:pt x="322" y="89433"/>
                  <a:pt x="0" y="82578"/>
                </a:cubicBezTo>
                <a:lnTo>
                  <a:pt x="26831" y="82578"/>
                </a:lnTo>
                <a:cubicBezTo>
                  <a:pt x="27473" y="85898"/>
                  <a:pt x="29026" y="88655"/>
                  <a:pt x="31488" y="90852"/>
                </a:cubicBezTo>
                <a:cubicBezTo>
                  <a:pt x="33951" y="93047"/>
                  <a:pt x="37325" y="94144"/>
                  <a:pt x="41610" y="94144"/>
                </a:cubicBezTo>
                <a:cubicBezTo>
                  <a:pt x="46644" y="94144"/>
                  <a:pt x="50392" y="92538"/>
                  <a:pt x="52855" y="89325"/>
                </a:cubicBezTo>
                <a:cubicBezTo>
                  <a:pt x="55319" y="86112"/>
                  <a:pt x="56552" y="81827"/>
                  <a:pt x="56552" y="76472"/>
                </a:cubicBezTo>
                <a:cubicBezTo>
                  <a:pt x="56552" y="71224"/>
                  <a:pt x="55266" y="67208"/>
                  <a:pt x="52696" y="64423"/>
                </a:cubicBezTo>
                <a:cubicBezTo>
                  <a:pt x="50125" y="61638"/>
                  <a:pt x="46376" y="60246"/>
                  <a:pt x="41449" y="60246"/>
                </a:cubicBezTo>
                <a:cubicBezTo>
                  <a:pt x="37807" y="60246"/>
                  <a:pt x="34808" y="61130"/>
                  <a:pt x="32452" y="62898"/>
                </a:cubicBezTo>
                <a:cubicBezTo>
                  <a:pt x="30097" y="64665"/>
                  <a:pt x="28544" y="66994"/>
                  <a:pt x="27794" y="69885"/>
                </a:cubicBezTo>
                <a:lnTo>
                  <a:pt x="1285" y="69885"/>
                </a:lnTo>
                <a:lnTo>
                  <a:pt x="1285" y="0"/>
                </a:lnTo>
                <a:lnTo>
                  <a:pt x="76313" y="0"/>
                </a:lnTo>
                <a:lnTo>
                  <a:pt x="76313" y="241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0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7e616bfbd4ea8"/>
          <a:stretch xmlns:a="http://schemas.openxmlformats.org/drawingml/2006/main"/>
        </p:blipFill>
        <p:spPr>
          <a:xfrm xmlns:a="http://schemas.openxmlformats.org/drawingml/2006/main">
            <a:off x="4174447" y="829375"/>
            <a:ext cx="677142" cy="677142"/>
          </a:xfrm>
          <a:prstGeom xmlns:a="http://schemas.openxmlformats.org/drawingml/2006/main" prst="rect">
            <a:avLst/>
          </a:prstGeom>
        </p:spPr>
      </p:pic>
      <p:sp>
        <p:nvSpPr>
          <p:cNvPr id="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141398-C21A-4E29-A7FE-61FCF614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726" y="898227"/>
            <a:ext cx="470584" cy="470584"/>
          </a:xfrm>
          <a:custGeom xmlns:a="http://schemas.openxmlformats.org/drawingml/2006/main">
            <a:pathLst>
              <a:path w="470584" h="470584">
                <a:moveTo>
                  <a:pt x="470584" y="0"/>
                </a:moveTo>
                <a:lnTo>
                  <a:pt x="470584" y="470584"/>
                </a:lnTo>
                <a:lnTo>
                  <a:pt x="0" y="470584"/>
                </a:lnTo>
                <a:lnTo>
                  <a:pt x="0" y="0"/>
                </a:lnTo>
                <a:lnTo>
                  <a:pt x="470584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0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c0a4df341a4c28"/>
          <a:stretch xmlns:a="http://schemas.openxmlformats.org/drawingml/2006/main"/>
        </p:blipFill>
        <p:spPr>
          <a:xfrm xmlns:a="http://schemas.openxmlformats.org/drawingml/2006/main">
            <a:off x="4277726" y="898227"/>
            <a:ext cx="470584" cy="470584"/>
          </a:xfrm>
          <a:prstGeom xmlns:a="http://schemas.openxmlformats.org/drawingml/2006/main" prst="rect">
            <a:avLst/>
          </a:prstGeom>
        </p:spPr>
      </p:pic>
      <p:sp>
        <p:nvSpPr>
          <p:cNvPr id="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A04F65-5072-4898-8B25-4AB912B8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3024" y="649156"/>
            <a:ext cx="236376" cy="191920"/>
          </a:xfrm>
          <a:custGeom xmlns:a="http://schemas.openxmlformats.org/drawingml/2006/main">
            <a:pathLst>
              <a:path w="236376" h="191920">
                <a:moveTo>
                  <a:pt x="0" y="0"/>
                </a:moveTo>
                <a:lnTo>
                  <a:pt x="236376" y="0"/>
                </a:lnTo>
                <a:lnTo>
                  <a:pt x="236376" y="191920"/>
                </a:lnTo>
                <a:lnTo>
                  <a:pt x="0" y="1919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4089BD-E294-4C76-BC38-7AFE777C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00" y="745116"/>
            <a:ext cx="758463" cy="388177"/>
          </a:xfrm>
          <a:custGeom xmlns:a="http://schemas.openxmlformats.org/drawingml/2006/main">
            <a:pathLst>
              <a:path w="758463" h="388177">
                <a:moveTo>
                  <a:pt x="758463" y="388177"/>
                </a:moveTo>
                <a:lnTo>
                  <a:pt x="379163" y="388177"/>
                </a:lnTo>
                <a:lnTo>
                  <a:pt x="37916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BD439E-D23D-4CA5-B651-977EB985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00" y="745116"/>
            <a:ext cx="551905" cy="388177"/>
          </a:xfrm>
          <a:custGeom xmlns:a="http://schemas.openxmlformats.org/drawingml/2006/main">
            <a:pathLst>
              <a:path w="551905" h="388177" fill="none">
                <a:moveTo>
                  <a:pt x="0" y="0"/>
                </a:moveTo>
                <a:lnTo>
                  <a:pt x="379163" y="0"/>
                </a:lnTo>
                <a:lnTo>
                  <a:pt x="379163" y="388177"/>
                </a:lnTo>
                <a:lnTo>
                  <a:pt x="551905" y="388177"/>
                </a:lnTo>
              </a:path>
            </a:pathLst>
          </a:custGeom>
          <a:noFill xmlns:a="http://schemas.openxmlformats.org/drawingml/2006/main"/>
          <a:ln xmlns:a="http://schemas.openxmlformats.org/drawingml/2006/main" w="34426" cap="flat">
            <a:solidFill>
              <a:srgbClr val="000000"/>
            </a:solidFill>
            <a:round/>
          </a:ln>
        </p:spPr>
      </p:sp>
      <p:sp>
        <p:nvSpPr>
          <p:cNvPr id="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C419BC-C3A6-4CB2-AA87-E6E84D19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305" y="1076430"/>
            <a:ext cx="156230" cy="113726"/>
          </a:xfrm>
          <a:custGeom xmlns:a="http://schemas.openxmlformats.org/drawingml/2006/main">
            <a:pathLst>
              <a:path w="156230" h="113726">
                <a:moveTo>
                  <a:pt x="0" y="113726"/>
                </a:moveTo>
                <a:lnTo>
                  <a:pt x="0" y="0"/>
                </a:lnTo>
                <a:lnTo>
                  <a:pt x="156230" y="56863"/>
                </a:lnTo>
                <a:lnTo>
                  <a:pt x="0" y="1137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00945F-123D-44E6-A151-4B70E969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305" y="1076430"/>
            <a:ext cx="156230" cy="113726"/>
          </a:xfrm>
          <a:custGeom xmlns:a="http://schemas.openxmlformats.org/drawingml/2006/main">
            <a:pathLst>
              <a:path w="156230" h="113726" fill="none">
                <a:moveTo>
                  <a:pt x="0" y="113726"/>
                </a:moveTo>
                <a:lnTo>
                  <a:pt x="156230" y="56863"/>
                </a:lnTo>
                <a:lnTo>
                  <a:pt x="0" y="0"/>
                </a:lnTo>
                <a:lnTo>
                  <a:pt x="0" y="11372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426" cap="flat">
            <a:solidFill>
              <a:srgbClr val="000000"/>
            </a:solidFill>
            <a:miter/>
          </a:ln>
        </p:spPr>
      </p:sp>
      <p:sp>
        <p:nvSpPr>
          <p:cNvPr id="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F5C6E1-FAD2-42E0-9DD8-034A3B28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3747" y="380432"/>
            <a:ext cx="236376" cy="191920"/>
          </a:xfrm>
          <a:custGeom xmlns:a="http://schemas.openxmlformats.org/drawingml/2006/main">
            <a:pathLst>
              <a:path w="236376" h="191920">
                <a:moveTo>
                  <a:pt x="0" y="0"/>
                </a:moveTo>
                <a:lnTo>
                  <a:pt x="236376" y="0"/>
                </a:lnTo>
                <a:lnTo>
                  <a:pt x="236376" y="191920"/>
                </a:lnTo>
                <a:lnTo>
                  <a:pt x="0" y="1919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3D616F-1596-4D10-8C02-9A18E82C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934" y="572352"/>
            <a:ext cx="1084" cy="325830"/>
          </a:xfrm>
          <a:custGeom xmlns:a="http://schemas.openxmlformats.org/drawingml/2006/main">
            <a:pathLst>
              <a:path w="1084" h="325830">
                <a:moveTo>
                  <a:pt x="0" y="0"/>
                </a:moveTo>
                <a:lnTo>
                  <a:pt x="1084" y="32583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C28313-B2F8-4641-ABE2-76A1ED4D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934" y="572352"/>
            <a:ext cx="397" cy="119273"/>
          </a:xfrm>
          <a:custGeom xmlns:a="http://schemas.openxmlformats.org/drawingml/2006/main">
            <a:pathLst>
              <a:path w="397" h="119273" fill="none">
                <a:moveTo>
                  <a:pt x="0" y="0"/>
                </a:moveTo>
                <a:lnTo>
                  <a:pt x="397" y="119273"/>
                </a:lnTo>
              </a:path>
            </a:pathLst>
          </a:custGeom>
          <a:noFill xmlns:a="http://schemas.openxmlformats.org/drawingml/2006/main"/>
          <a:ln xmlns:a="http://schemas.openxmlformats.org/drawingml/2006/main" w="34426" cap="flat">
            <a:solidFill>
              <a:srgbClr val="000000"/>
            </a:solidFill>
            <a:round/>
          </a:ln>
        </p:spPr>
      </p:sp>
      <p:sp>
        <p:nvSpPr>
          <p:cNvPr id="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10781C-BEC7-48ED-8AC0-E9EC6845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469" y="691436"/>
            <a:ext cx="113726" cy="156418"/>
          </a:xfrm>
          <a:custGeom xmlns:a="http://schemas.openxmlformats.org/drawingml/2006/main">
            <a:pathLst>
              <a:path w="113726" h="156418">
                <a:moveTo>
                  <a:pt x="0" y="378"/>
                </a:moveTo>
                <a:lnTo>
                  <a:pt x="113726" y="0"/>
                </a:lnTo>
                <a:lnTo>
                  <a:pt x="57383" y="156418"/>
                </a:lnTo>
                <a:lnTo>
                  <a:pt x="0" y="3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3E2EB4-94E9-459B-9BC4-51A388A8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469" y="691436"/>
            <a:ext cx="113726" cy="156418"/>
          </a:xfrm>
          <a:custGeom xmlns:a="http://schemas.openxmlformats.org/drawingml/2006/main">
            <a:pathLst>
              <a:path w="113726" h="156418" fill="none">
                <a:moveTo>
                  <a:pt x="0" y="378"/>
                </a:moveTo>
                <a:lnTo>
                  <a:pt x="57383" y="156418"/>
                </a:lnTo>
                <a:lnTo>
                  <a:pt x="113726" y="0"/>
                </a:lnTo>
                <a:lnTo>
                  <a:pt x="0" y="37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426" cap="flat">
            <a:solidFill>
              <a:srgbClr val="000000"/>
            </a:solidFill>
            <a:miter/>
          </a:ln>
        </p:spPr>
      </p:sp>
      <p:sp>
        <p:nvSpPr>
          <p:cNvPr id="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1D2EF5-8774-4F69-9E0F-8A2A1B9B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0796" y="1663556"/>
            <a:ext cx="413655" cy="413655"/>
          </a:xfrm>
          <a:custGeom xmlns:a="http://schemas.openxmlformats.org/drawingml/2006/main">
            <a:pathLst>
              <a:path w="413655" h="413655">
                <a:moveTo>
                  <a:pt x="0" y="0"/>
                </a:moveTo>
                <a:lnTo>
                  <a:pt x="413655" y="0"/>
                </a:lnTo>
                <a:lnTo>
                  <a:pt x="413655" y="413655"/>
                </a:lnTo>
                <a:lnTo>
                  <a:pt x="0" y="4136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0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8c23239464e84"/>
          <a:stretch xmlns:a="http://schemas.openxmlformats.org/drawingml/2006/main"/>
        </p:blipFill>
        <p:spPr>
          <a:xfrm xmlns:a="http://schemas.openxmlformats.org/drawingml/2006/main">
            <a:off x="4300796" y="1663556"/>
            <a:ext cx="413655" cy="413655"/>
          </a:xfrm>
          <a:prstGeom xmlns:a="http://schemas.openxmlformats.org/drawingml/2006/main" prst="rect">
            <a:avLst/>
          </a:prstGeom>
        </p:spPr>
      </p:pic>
      <p:sp>
        <p:nvSpPr>
          <p:cNvPr id="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F7A5A0-8C29-4C8C-AC9E-F4B9FAC6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9766" y="1318481"/>
            <a:ext cx="4337" cy="324746"/>
          </a:xfrm>
          <a:custGeom xmlns:a="http://schemas.openxmlformats.org/drawingml/2006/main">
            <a:pathLst>
              <a:path w="4337" h="324746">
                <a:moveTo>
                  <a:pt x="4337" y="0"/>
                </a:moveTo>
                <a:lnTo>
                  <a:pt x="0" y="324746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269722-172B-4ABF-A56E-52AC5C75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2524" y="1318481"/>
            <a:ext cx="1579" cy="118206"/>
          </a:xfrm>
          <a:custGeom xmlns:a="http://schemas.openxmlformats.org/drawingml/2006/main">
            <a:pathLst>
              <a:path w="1579" h="118206" fill="none">
                <a:moveTo>
                  <a:pt x="1579" y="0"/>
                </a:moveTo>
                <a:lnTo>
                  <a:pt x="0" y="118206"/>
                </a:lnTo>
              </a:path>
            </a:pathLst>
          </a:custGeom>
          <a:noFill xmlns:a="http://schemas.openxmlformats.org/drawingml/2006/main"/>
          <a:ln xmlns:a="http://schemas.openxmlformats.org/drawingml/2006/main" w="34426" cap="flat">
            <a:solidFill>
              <a:srgbClr val="000000"/>
            </a:solidFill>
            <a:round/>
          </a:ln>
        </p:spPr>
      </p:sp>
      <p:sp>
        <p:nvSpPr>
          <p:cNvPr id="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677A71-7B3F-4A28-A8C1-61F06B02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66" y="1435928"/>
            <a:ext cx="113716" cy="156975"/>
          </a:xfrm>
          <a:custGeom xmlns:a="http://schemas.openxmlformats.org/drawingml/2006/main">
            <a:pathLst>
              <a:path w="113716" h="156975">
                <a:moveTo>
                  <a:pt x="0" y="0"/>
                </a:moveTo>
                <a:lnTo>
                  <a:pt x="113716" y="1519"/>
                </a:lnTo>
                <a:lnTo>
                  <a:pt x="54772" y="1569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A4B010-4536-45DE-AD25-B9CB3E2C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66" y="1435928"/>
            <a:ext cx="113716" cy="156975"/>
          </a:xfrm>
          <a:custGeom xmlns:a="http://schemas.openxmlformats.org/drawingml/2006/main">
            <a:pathLst>
              <a:path w="113716" h="156975" fill="none">
                <a:moveTo>
                  <a:pt x="0" y="0"/>
                </a:moveTo>
                <a:lnTo>
                  <a:pt x="54772" y="156975"/>
                </a:lnTo>
                <a:lnTo>
                  <a:pt x="113716" y="151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426" cap="flat">
            <a:solidFill>
              <a:srgbClr val="000000"/>
            </a:solidFill>
            <a:miter/>
          </a:ln>
        </p:spPr>
      </p:sp>
      <p:sp>
        <p:nvSpPr>
          <p:cNvPr id="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4490CB-762D-47FB-BAD6-BC08CF40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101" y="1870386"/>
            <a:ext cx="713465" cy="10"/>
          </a:xfrm>
          <a:custGeom xmlns:a="http://schemas.openxmlformats.org/drawingml/2006/main">
            <a:pathLst>
              <a:path w="713465" h="1">
                <a:moveTo>
                  <a:pt x="0" y="0"/>
                </a:moveTo>
                <a:lnTo>
                  <a:pt x="713465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81CC7F-FB37-4F4F-A293-59BF3A8D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101" y="1870386"/>
            <a:ext cx="506907" cy="10"/>
          </a:xfrm>
          <a:custGeom xmlns:a="http://schemas.openxmlformats.org/drawingml/2006/main">
            <a:pathLst>
              <a:path w="506907" h="1" fill="none">
                <a:moveTo>
                  <a:pt x="0" y="0"/>
                </a:moveTo>
                <a:lnTo>
                  <a:pt x="5069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426" cap="flat">
            <a:solidFill>
              <a:srgbClr val="000000"/>
            </a:solidFill>
            <a:round/>
          </a:ln>
        </p:spPr>
      </p:sp>
      <p:sp>
        <p:nvSpPr>
          <p:cNvPr id="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1E7C46-940B-4580-AE88-7F9B51E7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008" y="1813523"/>
            <a:ext cx="156230" cy="113726"/>
          </a:xfrm>
          <a:custGeom xmlns:a="http://schemas.openxmlformats.org/drawingml/2006/main">
            <a:pathLst>
              <a:path w="156230" h="113726">
                <a:moveTo>
                  <a:pt x="0" y="113726"/>
                </a:moveTo>
                <a:lnTo>
                  <a:pt x="0" y="0"/>
                </a:lnTo>
                <a:lnTo>
                  <a:pt x="156230" y="56863"/>
                </a:lnTo>
                <a:lnTo>
                  <a:pt x="0" y="1137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379BC1-15AA-4527-8FED-030815AC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008" y="1813523"/>
            <a:ext cx="156230" cy="113726"/>
          </a:xfrm>
          <a:custGeom xmlns:a="http://schemas.openxmlformats.org/drawingml/2006/main">
            <a:pathLst>
              <a:path w="156230" h="113726" fill="none">
                <a:moveTo>
                  <a:pt x="0" y="113726"/>
                </a:moveTo>
                <a:lnTo>
                  <a:pt x="156230" y="56863"/>
                </a:lnTo>
                <a:lnTo>
                  <a:pt x="0" y="0"/>
                </a:lnTo>
                <a:lnTo>
                  <a:pt x="0" y="11372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426" cap="flat">
            <a:solidFill>
              <a:srgbClr val="000000"/>
            </a:solidFill>
            <a:miter/>
          </a:ln>
        </p:spPr>
      </p:sp>
      <p:pic>
        <p:nvPicPr>
          <p:cNvPr id="10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93deecee324dd6"/>
          <a:stretch xmlns:a="http://schemas.openxmlformats.org/drawingml/2006/main"/>
        </p:blipFill>
        <p:spPr>
          <a:xfrm xmlns:a="http://schemas.openxmlformats.org/drawingml/2006/main">
            <a:off x="9745737" y="5253154"/>
            <a:ext cx="564682" cy="547571"/>
          </a:xfrm>
          <a:prstGeom xmlns:a="http://schemas.openxmlformats.org/drawingml/2006/main" prst="rect">
            <a:avLst/>
          </a:prstGeom>
        </p:spPr>
      </p:pic>
      <p:sp>
        <p:nvSpPr>
          <p:cNvPr id="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09182E-AA26-4684-B797-E558032C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356" y="5322007"/>
            <a:ext cx="359444" cy="359444"/>
          </a:xfrm>
          <a:custGeom xmlns:a="http://schemas.openxmlformats.org/drawingml/2006/main">
            <a:pathLst>
              <a:path w="359444" h="359444">
                <a:moveTo>
                  <a:pt x="359444" y="0"/>
                </a:moveTo>
                <a:lnTo>
                  <a:pt x="359444" y="359444"/>
                </a:lnTo>
                <a:lnTo>
                  <a:pt x="0" y="359444"/>
                </a:lnTo>
                <a:lnTo>
                  <a:pt x="0" y="0"/>
                </a:lnTo>
                <a:lnTo>
                  <a:pt x="359444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0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3f66e0257043bb"/>
          <a:stretch xmlns:a="http://schemas.openxmlformats.org/drawingml/2006/main"/>
        </p:blipFill>
        <p:spPr>
          <a:xfrm xmlns:a="http://schemas.openxmlformats.org/drawingml/2006/main">
            <a:off x="9848357" y="5322007"/>
            <a:ext cx="359444" cy="359444"/>
          </a:xfrm>
          <a:prstGeom xmlns:a="http://schemas.openxmlformats.org/drawingml/2006/main" prst="rect">
            <a:avLst/>
          </a:prstGeom>
        </p:spPr>
      </p:pic>
      <p:sp>
        <p:nvSpPr>
          <p:cNvPr id="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7A79E7-8F43-45C4-9A7B-148F11FB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034" y="5237974"/>
            <a:ext cx="1121778" cy="527509"/>
          </a:xfrm>
          <a:custGeom xmlns:a="http://schemas.openxmlformats.org/drawingml/2006/main">
            <a:pathLst>
              <a:path w="1121778" h="527509">
                <a:moveTo>
                  <a:pt x="1121778" y="527509"/>
                </a:moveTo>
                <a:lnTo>
                  <a:pt x="0" y="527509"/>
                </a:lnTo>
                <a:lnTo>
                  <a:pt x="0" y="0"/>
                </a:lnTo>
                <a:lnTo>
                  <a:pt x="1121778" y="0"/>
                </a:lnTo>
                <a:lnTo>
                  <a:pt x="1121778" y="52750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" name="Text Embedding">
            <a:extLst xmlns:a="http://schemas.openxmlformats.org/drawingml/2006/main">
              <a:ext uri="{FF2B5EF4-FFF2-40B4-BE49-F238E27FC236}">
                <a16:creationId xmlns:a16="http://schemas.microsoft.com/office/drawing/2014/main" id="{892D3899-1894-4DB4-B424-993585A9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323" y="5424863"/>
            <a:ext cx="899513" cy="165637"/>
          </a:xfrm>
          <a:custGeom xmlns:a="http://schemas.openxmlformats.org/drawingml/2006/main">
            <a:pathLst>
              <a:path w="899513" h="165637">
                <a:moveTo>
                  <a:pt x="14620" y="22171"/>
                </a:moveTo>
                <a:lnTo>
                  <a:pt x="14620" y="59604"/>
                </a:lnTo>
                <a:lnTo>
                  <a:pt x="55427" y="59604"/>
                </a:lnTo>
                <a:lnTo>
                  <a:pt x="55427" y="71652"/>
                </a:lnTo>
                <a:lnTo>
                  <a:pt x="14620" y="71652"/>
                </a:lnTo>
                <a:lnTo>
                  <a:pt x="14620" y="110211"/>
                </a:lnTo>
                <a:lnTo>
                  <a:pt x="60246" y="110211"/>
                </a:lnTo>
                <a:lnTo>
                  <a:pt x="60246" y="122260"/>
                </a:lnTo>
                <a:lnTo>
                  <a:pt x="0" y="122260"/>
                </a:lnTo>
                <a:lnTo>
                  <a:pt x="0" y="10122"/>
                </a:lnTo>
                <a:lnTo>
                  <a:pt x="60246" y="10122"/>
                </a:lnTo>
                <a:lnTo>
                  <a:pt x="60246" y="22171"/>
                </a:lnTo>
                <a:lnTo>
                  <a:pt x="14620" y="22171"/>
                </a:lnTo>
                <a:close/>
                <a:moveTo>
                  <a:pt x="188288" y="32614"/>
                </a:moveTo>
                <a:cubicBezTo>
                  <a:pt x="195144" y="32614"/>
                  <a:pt x="201249" y="34033"/>
                  <a:pt x="206603" y="36872"/>
                </a:cubicBezTo>
                <a:cubicBezTo>
                  <a:pt x="211958" y="39709"/>
                  <a:pt x="216189" y="43966"/>
                  <a:pt x="219294" y="49644"/>
                </a:cubicBezTo>
                <a:cubicBezTo>
                  <a:pt x="222400" y="55319"/>
                  <a:pt x="223954" y="62228"/>
                  <a:pt x="223954" y="70368"/>
                </a:cubicBezTo>
                <a:lnTo>
                  <a:pt x="223954" y="122260"/>
                </a:lnTo>
                <a:lnTo>
                  <a:pt x="209495" y="122260"/>
                </a:lnTo>
                <a:lnTo>
                  <a:pt x="209495" y="72457"/>
                </a:lnTo>
                <a:cubicBezTo>
                  <a:pt x="209495" y="63674"/>
                  <a:pt x="207327" y="56953"/>
                  <a:pt x="202989" y="52294"/>
                </a:cubicBezTo>
                <a:cubicBezTo>
                  <a:pt x="198652" y="47634"/>
                  <a:pt x="192788" y="45305"/>
                  <a:pt x="185398" y="45305"/>
                </a:cubicBezTo>
                <a:cubicBezTo>
                  <a:pt x="177794" y="45305"/>
                  <a:pt x="171742" y="47741"/>
                  <a:pt x="167243" y="52615"/>
                </a:cubicBezTo>
                <a:cubicBezTo>
                  <a:pt x="162745" y="57488"/>
                  <a:pt x="160496" y="64530"/>
                  <a:pt x="160496" y="73741"/>
                </a:cubicBezTo>
                <a:lnTo>
                  <a:pt x="160496" y="122260"/>
                </a:lnTo>
                <a:lnTo>
                  <a:pt x="146038" y="122260"/>
                </a:lnTo>
                <a:lnTo>
                  <a:pt x="146038" y="72457"/>
                </a:lnTo>
                <a:cubicBezTo>
                  <a:pt x="146038" y="63674"/>
                  <a:pt x="143868" y="56953"/>
                  <a:pt x="139529" y="52294"/>
                </a:cubicBezTo>
                <a:cubicBezTo>
                  <a:pt x="135192" y="47634"/>
                  <a:pt x="129328" y="45305"/>
                  <a:pt x="121938" y="45305"/>
                </a:cubicBezTo>
                <a:cubicBezTo>
                  <a:pt x="114334" y="45305"/>
                  <a:pt x="108282" y="47741"/>
                  <a:pt x="103783" y="52615"/>
                </a:cubicBezTo>
                <a:cubicBezTo>
                  <a:pt x="99285" y="57488"/>
                  <a:pt x="97037" y="64530"/>
                  <a:pt x="97037" y="73741"/>
                </a:cubicBezTo>
                <a:lnTo>
                  <a:pt x="97037" y="122260"/>
                </a:lnTo>
                <a:lnTo>
                  <a:pt x="82416" y="122260"/>
                </a:lnTo>
                <a:lnTo>
                  <a:pt x="82416" y="34219"/>
                </a:lnTo>
                <a:lnTo>
                  <a:pt x="97037" y="34219"/>
                </a:lnTo>
                <a:lnTo>
                  <a:pt x="97037" y="46913"/>
                </a:lnTo>
                <a:cubicBezTo>
                  <a:pt x="99929" y="42307"/>
                  <a:pt x="103811" y="38773"/>
                  <a:pt x="108683" y="36310"/>
                </a:cubicBezTo>
                <a:cubicBezTo>
                  <a:pt x="113557" y="33846"/>
                  <a:pt x="118939" y="32614"/>
                  <a:pt x="124831" y="32614"/>
                </a:cubicBezTo>
                <a:cubicBezTo>
                  <a:pt x="132221" y="32614"/>
                  <a:pt x="138754" y="34274"/>
                  <a:pt x="144430" y="37595"/>
                </a:cubicBezTo>
                <a:cubicBezTo>
                  <a:pt x="150107" y="40914"/>
                  <a:pt x="154338" y="45787"/>
                  <a:pt x="157123" y="52213"/>
                </a:cubicBezTo>
                <a:cubicBezTo>
                  <a:pt x="159586" y="46001"/>
                  <a:pt x="163655" y="41181"/>
                  <a:pt x="169331" y="37754"/>
                </a:cubicBezTo>
                <a:cubicBezTo>
                  <a:pt x="175009" y="34327"/>
                  <a:pt x="181328" y="32614"/>
                  <a:pt x="188288" y="32614"/>
                </a:cubicBezTo>
                <a:close/>
                <a:moveTo>
                  <a:pt x="262512" y="50607"/>
                </a:moveTo>
                <a:cubicBezTo>
                  <a:pt x="265511" y="45359"/>
                  <a:pt x="269903" y="41075"/>
                  <a:pt x="275686" y="37754"/>
                </a:cubicBezTo>
                <a:cubicBezTo>
                  <a:pt x="281470" y="34433"/>
                  <a:pt x="288057" y="32773"/>
                  <a:pt x="295447" y="32773"/>
                </a:cubicBezTo>
                <a:cubicBezTo>
                  <a:pt x="303373" y="32773"/>
                  <a:pt x="310496" y="34648"/>
                  <a:pt x="316814" y="38397"/>
                </a:cubicBezTo>
                <a:cubicBezTo>
                  <a:pt x="323133" y="42146"/>
                  <a:pt x="328114" y="47421"/>
                  <a:pt x="331755" y="54223"/>
                </a:cubicBezTo>
                <a:cubicBezTo>
                  <a:pt x="335396" y="61023"/>
                  <a:pt x="337217" y="68922"/>
                  <a:pt x="337217" y="77918"/>
                </a:cubicBezTo>
                <a:cubicBezTo>
                  <a:pt x="337217" y="86809"/>
                  <a:pt x="335396" y="94735"/>
                  <a:pt x="331755" y="101697"/>
                </a:cubicBezTo>
                <a:cubicBezTo>
                  <a:pt x="328114" y="108657"/>
                  <a:pt x="323107" y="114066"/>
                  <a:pt x="316733" y="117923"/>
                </a:cubicBezTo>
                <a:cubicBezTo>
                  <a:pt x="310361" y="121778"/>
                  <a:pt x="303266" y="123706"/>
                  <a:pt x="295447" y="123706"/>
                </a:cubicBezTo>
                <a:cubicBezTo>
                  <a:pt x="287843" y="123706"/>
                  <a:pt x="281176" y="122046"/>
                  <a:pt x="275446" y="118727"/>
                </a:cubicBezTo>
                <a:cubicBezTo>
                  <a:pt x="269716" y="115406"/>
                  <a:pt x="265405" y="111175"/>
                  <a:pt x="262512" y="106034"/>
                </a:cubicBezTo>
                <a:lnTo>
                  <a:pt x="262512" y="122260"/>
                </a:lnTo>
                <a:lnTo>
                  <a:pt x="247892" y="122260"/>
                </a:lnTo>
                <a:lnTo>
                  <a:pt x="247892" y="3373"/>
                </a:lnTo>
                <a:lnTo>
                  <a:pt x="262512" y="3373"/>
                </a:lnTo>
                <a:lnTo>
                  <a:pt x="262512" y="50607"/>
                </a:lnTo>
                <a:moveTo>
                  <a:pt x="322275" y="77918"/>
                </a:moveTo>
                <a:cubicBezTo>
                  <a:pt x="322275" y="71278"/>
                  <a:pt x="320937" y="65495"/>
                  <a:pt x="318260" y="60570"/>
                </a:cubicBezTo>
                <a:cubicBezTo>
                  <a:pt x="315583" y="55642"/>
                  <a:pt x="311968" y="51893"/>
                  <a:pt x="307415" y="49323"/>
                </a:cubicBezTo>
                <a:cubicBezTo>
                  <a:pt x="302864" y="46752"/>
                  <a:pt x="297857" y="45466"/>
                  <a:pt x="292395" y="45466"/>
                </a:cubicBezTo>
                <a:cubicBezTo>
                  <a:pt x="287040" y="45466"/>
                  <a:pt x="282085" y="46779"/>
                  <a:pt x="277532" y="49403"/>
                </a:cubicBezTo>
                <a:cubicBezTo>
                  <a:pt x="272981" y="52026"/>
                  <a:pt x="269340" y="55829"/>
                  <a:pt x="266609" y="60810"/>
                </a:cubicBezTo>
                <a:cubicBezTo>
                  <a:pt x="263878" y="65790"/>
                  <a:pt x="262512" y="71546"/>
                  <a:pt x="262512" y="78080"/>
                </a:cubicBezTo>
                <a:cubicBezTo>
                  <a:pt x="262512" y="84720"/>
                  <a:pt x="263878" y="90531"/>
                  <a:pt x="266609" y="95512"/>
                </a:cubicBezTo>
                <a:cubicBezTo>
                  <a:pt x="269340" y="100492"/>
                  <a:pt x="272981" y="104294"/>
                  <a:pt x="277532" y="106919"/>
                </a:cubicBezTo>
                <a:cubicBezTo>
                  <a:pt x="282085" y="109542"/>
                  <a:pt x="287040" y="110853"/>
                  <a:pt x="292395" y="110853"/>
                </a:cubicBezTo>
                <a:cubicBezTo>
                  <a:pt x="297857" y="110853"/>
                  <a:pt x="302864" y="109542"/>
                  <a:pt x="307415" y="106919"/>
                </a:cubicBezTo>
                <a:cubicBezTo>
                  <a:pt x="311968" y="104294"/>
                  <a:pt x="315583" y="100492"/>
                  <a:pt x="318260" y="95512"/>
                </a:cubicBezTo>
                <a:cubicBezTo>
                  <a:pt x="320937" y="90531"/>
                  <a:pt x="322275" y="84666"/>
                  <a:pt x="322275" y="77918"/>
                </a:cubicBezTo>
                <a:close/>
                <a:moveTo>
                  <a:pt x="436822" y="74866"/>
                </a:moveTo>
                <a:cubicBezTo>
                  <a:pt x="436822" y="77651"/>
                  <a:pt x="436662" y="80596"/>
                  <a:pt x="436342" y="83701"/>
                </a:cubicBezTo>
                <a:lnTo>
                  <a:pt x="365974" y="83701"/>
                </a:lnTo>
                <a:cubicBezTo>
                  <a:pt x="366510" y="92378"/>
                  <a:pt x="369482" y="99152"/>
                  <a:pt x="374890" y="104026"/>
                </a:cubicBezTo>
                <a:cubicBezTo>
                  <a:pt x="380299" y="108899"/>
                  <a:pt x="386859" y="111336"/>
                  <a:pt x="394570" y="111336"/>
                </a:cubicBezTo>
                <a:cubicBezTo>
                  <a:pt x="400889" y="111336"/>
                  <a:pt x="406164" y="109864"/>
                  <a:pt x="410394" y="106919"/>
                </a:cubicBezTo>
                <a:cubicBezTo>
                  <a:pt x="414625" y="103972"/>
                  <a:pt x="417597" y="100035"/>
                  <a:pt x="419312" y="95108"/>
                </a:cubicBezTo>
                <a:lnTo>
                  <a:pt x="435055" y="95108"/>
                </a:lnTo>
                <a:cubicBezTo>
                  <a:pt x="432700" y="103570"/>
                  <a:pt x="427987" y="110452"/>
                  <a:pt x="420918" y="115753"/>
                </a:cubicBezTo>
                <a:cubicBezTo>
                  <a:pt x="413849" y="121055"/>
                  <a:pt x="405067" y="123706"/>
                  <a:pt x="394570" y="123706"/>
                </a:cubicBezTo>
                <a:cubicBezTo>
                  <a:pt x="386215" y="123706"/>
                  <a:pt x="378745" y="121831"/>
                  <a:pt x="372159" y="118082"/>
                </a:cubicBezTo>
                <a:cubicBezTo>
                  <a:pt x="365573" y="114333"/>
                  <a:pt x="360405" y="109005"/>
                  <a:pt x="356656" y="102097"/>
                </a:cubicBezTo>
                <a:cubicBezTo>
                  <a:pt x="352907" y="95189"/>
                  <a:pt x="351033" y="87183"/>
                  <a:pt x="351033" y="78080"/>
                </a:cubicBezTo>
                <a:cubicBezTo>
                  <a:pt x="351033" y="68976"/>
                  <a:pt x="352853" y="60996"/>
                  <a:pt x="356494" y="54142"/>
                </a:cubicBezTo>
                <a:cubicBezTo>
                  <a:pt x="360135" y="47286"/>
                  <a:pt x="365249" y="42011"/>
                  <a:pt x="371835" y="38316"/>
                </a:cubicBezTo>
                <a:cubicBezTo>
                  <a:pt x="378423" y="34621"/>
                  <a:pt x="386001" y="32773"/>
                  <a:pt x="394570" y="32773"/>
                </a:cubicBezTo>
                <a:cubicBezTo>
                  <a:pt x="402924" y="32773"/>
                  <a:pt x="410314" y="34594"/>
                  <a:pt x="416740" y="38237"/>
                </a:cubicBezTo>
                <a:cubicBezTo>
                  <a:pt x="423166" y="41878"/>
                  <a:pt x="428120" y="46886"/>
                  <a:pt x="431601" y="53259"/>
                </a:cubicBezTo>
                <a:cubicBezTo>
                  <a:pt x="435082" y="59632"/>
                  <a:pt x="436822" y="66834"/>
                  <a:pt x="436822" y="74866"/>
                </a:cubicBezTo>
                <a:moveTo>
                  <a:pt x="421722" y="71814"/>
                </a:moveTo>
                <a:cubicBezTo>
                  <a:pt x="421722" y="66245"/>
                  <a:pt x="420489" y="61452"/>
                  <a:pt x="418025" y="57437"/>
                </a:cubicBezTo>
                <a:cubicBezTo>
                  <a:pt x="415562" y="53420"/>
                  <a:pt x="412215" y="50367"/>
                  <a:pt x="407984" y="48278"/>
                </a:cubicBezTo>
                <a:cubicBezTo>
                  <a:pt x="403754" y="46190"/>
                  <a:pt x="399069" y="45145"/>
                  <a:pt x="393927" y="45145"/>
                </a:cubicBezTo>
                <a:cubicBezTo>
                  <a:pt x="386537" y="45145"/>
                  <a:pt x="380244" y="47502"/>
                  <a:pt x="375049" y="52215"/>
                </a:cubicBezTo>
                <a:cubicBezTo>
                  <a:pt x="369855" y="56927"/>
                  <a:pt x="366883" y="63460"/>
                  <a:pt x="366133" y="71814"/>
                </a:cubicBezTo>
                <a:lnTo>
                  <a:pt x="421722" y="71814"/>
                </a:lnTo>
                <a:close/>
                <a:moveTo>
                  <a:pt x="450640" y="77918"/>
                </a:moveTo>
                <a:cubicBezTo>
                  <a:pt x="450640" y="68922"/>
                  <a:pt x="452461" y="61023"/>
                  <a:pt x="456102" y="54223"/>
                </a:cubicBezTo>
                <a:cubicBezTo>
                  <a:pt x="459743" y="47421"/>
                  <a:pt x="464750" y="42146"/>
                  <a:pt x="471122" y="38397"/>
                </a:cubicBezTo>
                <a:cubicBezTo>
                  <a:pt x="477495" y="34648"/>
                  <a:pt x="484645" y="32773"/>
                  <a:pt x="492572" y="32773"/>
                </a:cubicBezTo>
                <a:cubicBezTo>
                  <a:pt x="499426" y="32773"/>
                  <a:pt x="505798" y="34353"/>
                  <a:pt x="511688" y="37514"/>
                </a:cubicBezTo>
                <a:cubicBezTo>
                  <a:pt x="517579" y="40673"/>
                  <a:pt x="522078" y="44823"/>
                  <a:pt x="525185" y="49965"/>
                </a:cubicBezTo>
                <a:lnTo>
                  <a:pt x="525185" y="3373"/>
                </a:lnTo>
                <a:lnTo>
                  <a:pt x="539965" y="3373"/>
                </a:lnTo>
                <a:lnTo>
                  <a:pt x="539965" y="122260"/>
                </a:lnTo>
                <a:lnTo>
                  <a:pt x="525185" y="122260"/>
                </a:lnTo>
                <a:lnTo>
                  <a:pt x="525185" y="105712"/>
                </a:lnTo>
                <a:cubicBezTo>
                  <a:pt x="522293" y="110960"/>
                  <a:pt x="518008" y="115271"/>
                  <a:pt x="512330" y="118646"/>
                </a:cubicBezTo>
                <a:cubicBezTo>
                  <a:pt x="506654" y="122019"/>
                  <a:pt x="500014" y="123706"/>
                  <a:pt x="492410" y="123706"/>
                </a:cubicBezTo>
                <a:cubicBezTo>
                  <a:pt x="484591" y="123706"/>
                  <a:pt x="477495" y="121778"/>
                  <a:pt x="471122" y="117923"/>
                </a:cubicBezTo>
                <a:cubicBezTo>
                  <a:pt x="464750" y="114066"/>
                  <a:pt x="459743" y="108657"/>
                  <a:pt x="456102" y="101697"/>
                </a:cubicBezTo>
                <a:cubicBezTo>
                  <a:pt x="452461" y="94735"/>
                  <a:pt x="450640" y="86809"/>
                  <a:pt x="450640" y="77918"/>
                </a:cubicBezTo>
                <a:moveTo>
                  <a:pt x="525185" y="78080"/>
                </a:moveTo>
                <a:cubicBezTo>
                  <a:pt x="525185" y="71438"/>
                  <a:pt x="523846" y="65655"/>
                  <a:pt x="521167" y="60729"/>
                </a:cubicBezTo>
                <a:cubicBezTo>
                  <a:pt x="518490" y="55802"/>
                  <a:pt x="514875" y="52026"/>
                  <a:pt x="510322" y="49403"/>
                </a:cubicBezTo>
                <a:cubicBezTo>
                  <a:pt x="505771" y="46779"/>
                  <a:pt x="500764" y="45466"/>
                  <a:pt x="495302" y="45466"/>
                </a:cubicBezTo>
                <a:cubicBezTo>
                  <a:pt x="489841" y="45466"/>
                  <a:pt x="484860" y="46752"/>
                  <a:pt x="480361" y="49323"/>
                </a:cubicBezTo>
                <a:cubicBezTo>
                  <a:pt x="475864" y="51893"/>
                  <a:pt x="472275" y="55642"/>
                  <a:pt x="469597" y="60570"/>
                </a:cubicBezTo>
                <a:cubicBezTo>
                  <a:pt x="466920" y="65495"/>
                  <a:pt x="465581" y="71278"/>
                  <a:pt x="465581" y="77918"/>
                </a:cubicBezTo>
                <a:cubicBezTo>
                  <a:pt x="465581" y="84666"/>
                  <a:pt x="466920" y="90531"/>
                  <a:pt x="469597" y="95512"/>
                </a:cubicBezTo>
                <a:cubicBezTo>
                  <a:pt x="472275" y="100492"/>
                  <a:pt x="475864" y="104294"/>
                  <a:pt x="480361" y="106919"/>
                </a:cubicBezTo>
                <a:cubicBezTo>
                  <a:pt x="484860" y="109542"/>
                  <a:pt x="489841" y="110853"/>
                  <a:pt x="495302" y="110853"/>
                </a:cubicBezTo>
                <a:cubicBezTo>
                  <a:pt x="500764" y="110853"/>
                  <a:pt x="505771" y="109542"/>
                  <a:pt x="510322" y="106919"/>
                </a:cubicBezTo>
                <a:cubicBezTo>
                  <a:pt x="514875" y="104294"/>
                  <a:pt x="518490" y="100492"/>
                  <a:pt x="521167" y="95512"/>
                </a:cubicBezTo>
                <a:cubicBezTo>
                  <a:pt x="523846" y="90531"/>
                  <a:pt x="525185" y="84720"/>
                  <a:pt x="525185" y="78080"/>
                </a:cubicBezTo>
                <a:close/>
                <a:moveTo>
                  <a:pt x="559244" y="77918"/>
                </a:moveTo>
                <a:cubicBezTo>
                  <a:pt x="559244" y="68922"/>
                  <a:pt x="561065" y="61023"/>
                  <a:pt x="564706" y="54223"/>
                </a:cubicBezTo>
                <a:cubicBezTo>
                  <a:pt x="568347" y="47421"/>
                  <a:pt x="573354" y="42146"/>
                  <a:pt x="579726" y="38397"/>
                </a:cubicBezTo>
                <a:cubicBezTo>
                  <a:pt x="586099" y="34648"/>
                  <a:pt x="593249" y="32773"/>
                  <a:pt x="601175" y="32773"/>
                </a:cubicBezTo>
                <a:cubicBezTo>
                  <a:pt x="608030" y="32773"/>
                  <a:pt x="614402" y="34353"/>
                  <a:pt x="620292" y="37514"/>
                </a:cubicBezTo>
                <a:cubicBezTo>
                  <a:pt x="626183" y="40673"/>
                  <a:pt x="630682" y="44823"/>
                  <a:pt x="633789" y="49965"/>
                </a:cubicBezTo>
                <a:lnTo>
                  <a:pt x="633789" y="3373"/>
                </a:lnTo>
                <a:lnTo>
                  <a:pt x="648569" y="3373"/>
                </a:lnTo>
                <a:lnTo>
                  <a:pt x="648569" y="122260"/>
                </a:lnTo>
                <a:lnTo>
                  <a:pt x="633789" y="122260"/>
                </a:lnTo>
                <a:lnTo>
                  <a:pt x="633789" y="105712"/>
                </a:lnTo>
                <a:cubicBezTo>
                  <a:pt x="630896" y="110960"/>
                  <a:pt x="626611" y="115271"/>
                  <a:pt x="620934" y="118646"/>
                </a:cubicBezTo>
                <a:cubicBezTo>
                  <a:pt x="615258" y="122019"/>
                  <a:pt x="608618" y="123706"/>
                  <a:pt x="601014" y="123706"/>
                </a:cubicBezTo>
                <a:cubicBezTo>
                  <a:pt x="593195" y="123706"/>
                  <a:pt x="586099" y="121778"/>
                  <a:pt x="579726" y="117923"/>
                </a:cubicBezTo>
                <a:cubicBezTo>
                  <a:pt x="573354" y="114066"/>
                  <a:pt x="568347" y="108657"/>
                  <a:pt x="564706" y="101697"/>
                </a:cubicBezTo>
                <a:cubicBezTo>
                  <a:pt x="561065" y="94735"/>
                  <a:pt x="559244" y="86809"/>
                  <a:pt x="559244" y="77918"/>
                </a:cubicBezTo>
                <a:moveTo>
                  <a:pt x="633789" y="78080"/>
                </a:moveTo>
                <a:cubicBezTo>
                  <a:pt x="633789" y="71438"/>
                  <a:pt x="632450" y="65655"/>
                  <a:pt x="629771" y="60729"/>
                </a:cubicBezTo>
                <a:cubicBezTo>
                  <a:pt x="627094" y="55802"/>
                  <a:pt x="623479" y="52026"/>
                  <a:pt x="618926" y="49403"/>
                </a:cubicBezTo>
                <a:cubicBezTo>
                  <a:pt x="614375" y="46779"/>
                  <a:pt x="609368" y="45466"/>
                  <a:pt x="603906" y="45466"/>
                </a:cubicBezTo>
                <a:cubicBezTo>
                  <a:pt x="598445" y="45466"/>
                  <a:pt x="593464" y="46752"/>
                  <a:pt x="588965" y="49323"/>
                </a:cubicBezTo>
                <a:cubicBezTo>
                  <a:pt x="584467" y="51893"/>
                  <a:pt x="580879" y="55642"/>
                  <a:pt x="578201" y="60570"/>
                </a:cubicBezTo>
                <a:cubicBezTo>
                  <a:pt x="575524" y="65495"/>
                  <a:pt x="574185" y="71278"/>
                  <a:pt x="574185" y="77918"/>
                </a:cubicBezTo>
                <a:cubicBezTo>
                  <a:pt x="574185" y="84666"/>
                  <a:pt x="575524" y="90531"/>
                  <a:pt x="578201" y="95512"/>
                </a:cubicBezTo>
                <a:cubicBezTo>
                  <a:pt x="580879" y="100492"/>
                  <a:pt x="584467" y="104294"/>
                  <a:pt x="588965" y="106919"/>
                </a:cubicBezTo>
                <a:cubicBezTo>
                  <a:pt x="593464" y="109542"/>
                  <a:pt x="598445" y="110853"/>
                  <a:pt x="603906" y="110853"/>
                </a:cubicBezTo>
                <a:cubicBezTo>
                  <a:pt x="609368" y="110853"/>
                  <a:pt x="614375" y="109542"/>
                  <a:pt x="618926" y="106919"/>
                </a:cubicBezTo>
                <a:cubicBezTo>
                  <a:pt x="623479" y="104294"/>
                  <a:pt x="627094" y="100492"/>
                  <a:pt x="629771" y="95512"/>
                </a:cubicBezTo>
                <a:cubicBezTo>
                  <a:pt x="632450" y="90531"/>
                  <a:pt x="633789" y="84720"/>
                  <a:pt x="633789" y="78080"/>
                </a:cubicBezTo>
                <a:close/>
                <a:moveTo>
                  <a:pt x="680859" y="19923"/>
                </a:moveTo>
                <a:cubicBezTo>
                  <a:pt x="678075" y="19923"/>
                  <a:pt x="675720" y="18958"/>
                  <a:pt x="673791" y="17030"/>
                </a:cubicBezTo>
                <a:cubicBezTo>
                  <a:pt x="671863" y="15102"/>
                  <a:pt x="670898" y="12745"/>
                  <a:pt x="670898" y="9960"/>
                </a:cubicBezTo>
                <a:cubicBezTo>
                  <a:pt x="670898" y="7175"/>
                  <a:pt x="671863" y="4819"/>
                  <a:pt x="673791" y="2893"/>
                </a:cubicBezTo>
                <a:cubicBezTo>
                  <a:pt x="675720" y="964"/>
                  <a:pt x="678075" y="0"/>
                  <a:pt x="680859" y="0"/>
                </a:cubicBezTo>
                <a:cubicBezTo>
                  <a:pt x="683537" y="0"/>
                  <a:pt x="685814" y="964"/>
                  <a:pt x="687688" y="2893"/>
                </a:cubicBezTo>
                <a:cubicBezTo>
                  <a:pt x="689563" y="4819"/>
                  <a:pt x="690500" y="7175"/>
                  <a:pt x="690500" y="9960"/>
                </a:cubicBezTo>
                <a:cubicBezTo>
                  <a:pt x="690500" y="12745"/>
                  <a:pt x="689563" y="15102"/>
                  <a:pt x="687688" y="17030"/>
                </a:cubicBezTo>
                <a:cubicBezTo>
                  <a:pt x="685814" y="18958"/>
                  <a:pt x="683537" y="19923"/>
                  <a:pt x="680859" y="19923"/>
                </a:cubicBezTo>
                <a:moveTo>
                  <a:pt x="687928" y="34219"/>
                </a:moveTo>
                <a:lnTo>
                  <a:pt x="687928" y="122260"/>
                </a:lnTo>
                <a:lnTo>
                  <a:pt x="673308" y="122260"/>
                </a:lnTo>
                <a:lnTo>
                  <a:pt x="673308" y="34219"/>
                </a:lnTo>
                <a:lnTo>
                  <a:pt x="687928" y="34219"/>
                </a:lnTo>
                <a:close/>
                <a:moveTo>
                  <a:pt x="755725" y="32614"/>
                </a:moveTo>
                <a:cubicBezTo>
                  <a:pt x="766436" y="32614"/>
                  <a:pt x="775112" y="35854"/>
                  <a:pt x="781752" y="42334"/>
                </a:cubicBezTo>
                <a:cubicBezTo>
                  <a:pt x="788392" y="48813"/>
                  <a:pt x="791712" y="58158"/>
                  <a:pt x="791712" y="70368"/>
                </a:cubicBezTo>
                <a:lnTo>
                  <a:pt x="791712" y="122260"/>
                </a:lnTo>
                <a:lnTo>
                  <a:pt x="777253" y="122260"/>
                </a:lnTo>
                <a:lnTo>
                  <a:pt x="777253" y="72457"/>
                </a:lnTo>
                <a:cubicBezTo>
                  <a:pt x="777253" y="63674"/>
                  <a:pt x="775058" y="56953"/>
                  <a:pt x="770667" y="52294"/>
                </a:cubicBezTo>
                <a:cubicBezTo>
                  <a:pt x="766275" y="47634"/>
                  <a:pt x="760277" y="45305"/>
                  <a:pt x="752673" y="45305"/>
                </a:cubicBezTo>
                <a:cubicBezTo>
                  <a:pt x="744963" y="45305"/>
                  <a:pt x="738831" y="47714"/>
                  <a:pt x="734278" y="52534"/>
                </a:cubicBezTo>
                <a:cubicBezTo>
                  <a:pt x="729726" y="57353"/>
                  <a:pt x="727450" y="64369"/>
                  <a:pt x="727450" y="73582"/>
                </a:cubicBezTo>
                <a:lnTo>
                  <a:pt x="727450" y="122260"/>
                </a:lnTo>
                <a:lnTo>
                  <a:pt x="712830" y="122260"/>
                </a:lnTo>
                <a:lnTo>
                  <a:pt x="712830" y="34219"/>
                </a:lnTo>
                <a:lnTo>
                  <a:pt x="727450" y="34219"/>
                </a:lnTo>
                <a:lnTo>
                  <a:pt x="727450" y="46751"/>
                </a:lnTo>
                <a:cubicBezTo>
                  <a:pt x="730343" y="42253"/>
                  <a:pt x="734279" y="38773"/>
                  <a:pt x="739259" y="36310"/>
                </a:cubicBezTo>
                <a:cubicBezTo>
                  <a:pt x="744239" y="33846"/>
                  <a:pt x="749727" y="32614"/>
                  <a:pt x="755725" y="32614"/>
                </a:cubicBezTo>
                <a:close/>
                <a:moveTo>
                  <a:pt x="851958" y="32773"/>
                </a:moveTo>
                <a:cubicBezTo>
                  <a:pt x="859562" y="32773"/>
                  <a:pt x="866230" y="34433"/>
                  <a:pt x="871959" y="37754"/>
                </a:cubicBezTo>
                <a:cubicBezTo>
                  <a:pt x="877691" y="41075"/>
                  <a:pt x="881949" y="45252"/>
                  <a:pt x="884734" y="50286"/>
                </a:cubicBezTo>
                <a:lnTo>
                  <a:pt x="884734" y="34219"/>
                </a:lnTo>
                <a:lnTo>
                  <a:pt x="899513" y="34219"/>
                </a:lnTo>
                <a:lnTo>
                  <a:pt x="899513" y="124186"/>
                </a:lnTo>
                <a:cubicBezTo>
                  <a:pt x="899513" y="132220"/>
                  <a:pt x="897800" y="139370"/>
                  <a:pt x="894373" y="145634"/>
                </a:cubicBezTo>
                <a:cubicBezTo>
                  <a:pt x="890946" y="151900"/>
                  <a:pt x="886045" y="156800"/>
                  <a:pt x="879671" y="160335"/>
                </a:cubicBezTo>
                <a:cubicBezTo>
                  <a:pt x="873299" y="163870"/>
                  <a:pt x="865883" y="165637"/>
                  <a:pt x="857422" y="165637"/>
                </a:cubicBezTo>
                <a:cubicBezTo>
                  <a:pt x="845855" y="165637"/>
                  <a:pt x="836215" y="162906"/>
                  <a:pt x="828503" y="157442"/>
                </a:cubicBezTo>
                <a:cubicBezTo>
                  <a:pt x="820792" y="151981"/>
                  <a:pt x="816241" y="144537"/>
                  <a:pt x="814849" y="135112"/>
                </a:cubicBezTo>
                <a:lnTo>
                  <a:pt x="829307" y="135112"/>
                </a:lnTo>
                <a:cubicBezTo>
                  <a:pt x="830914" y="140468"/>
                  <a:pt x="834234" y="144778"/>
                  <a:pt x="839267" y="148044"/>
                </a:cubicBezTo>
                <a:cubicBezTo>
                  <a:pt x="844301" y="151310"/>
                  <a:pt x="850352" y="152944"/>
                  <a:pt x="857422" y="152944"/>
                </a:cubicBezTo>
                <a:cubicBezTo>
                  <a:pt x="865455" y="152944"/>
                  <a:pt x="872015" y="150427"/>
                  <a:pt x="877102" y="145394"/>
                </a:cubicBezTo>
                <a:cubicBezTo>
                  <a:pt x="882190" y="140360"/>
                  <a:pt x="884734" y="133291"/>
                  <a:pt x="884734" y="124186"/>
                </a:cubicBezTo>
                <a:lnTo>
                  <a:pt x="884734" y="105712"/>
                </a:lnTo>
                <a:cubicBezTo>
                  <a:pt x="881841" y="110854"/>
                  <a:pt x="877556" y="115138"/>
                  <a:pt x="871878" y="118565"/>
                </a:cubicBezTo>
                <a:cubicBezTo>
                  <a:pt x="866203" y="121992"/>
                  <a:pt x="859562" y="123706"/>
                  <a:pt x="851958" y="123706"/>
                </a:cubicBezTo>
                <a:cubicBezTo>
                  <a:pt x="844140" y="123706"/>
                  <a:pt x="837044" y="121778"/>
                  <a:pt x="830670" y="117923"/>
                </a:cubicBezTo>
                <a:cubicBezTo>
                  <a:pt x="824298" y="114066"/>
                  <a:pt x="819291" y="108657"/>
                  <a:pt x="815650" y="101697"/>
                </a:cubicBezTo>
                <a:cubicBezTo>
                  <a:pt x="812009" y="94735"/>
                  <a:pt x="810188" y="86809"/>
                  <a:pt x="810188" y="77918"/>
                </a:cubicBezTo>
                <a:cubicBezTo>
                  <a:pt x="810188" y="68922"/>
                  <a:pt x="812009" y="61023"/>
                  <a:pt x="815650" y="54223"/>
                </a:cubicBezTo>
                <a:cubicBezTo>
                  <a:pt x="819291" y="47421"/>
                  <a:pt x="824298" y="42146"/>
                  <a:pt x="830670" y="38397"/>
                </a:cubicBezTo>
                <a:cubicBezTo>
                  <a:pt x="837044" y="34648"/>
                  <a:pt x="844140" y="32773"/>
                  <a:pt x="851958" y="32773"/>
                </a:cubicBezTo>
                <a:moveTo>
                  <a:pt x="884734" y="78080"/>
                </a:moveTo>
                <a:cubicBezTo>
                  <a:pt x="884734" y="71438"/>
                  <a:pt x="883394" y="65655"/>
                  <a:pt x="880716" y="60729"/>
                </a:cubicBezTo>
                <a:cubicBezTo>
                  <a:pt x="878039" y="55802"/>
                  <a:pt x="874424" y="52026"/>
                  <a:pt x="869871" y="49403"/>
                </a:cubicBezTo>
                <a:cubicBezTo>
                  <a:pt x="865319" y="46779"/>
                  <a:pt x="860313" y="45466"/>
                  <a:pt x="854851" y="45466"/>
                </a:cubicBezTo>
                <a:cubicBezTo>
                  <a:pt x="849389" y="45466"/>
                  <a:pt x="844409" y="46752"/>
                  <a:pt x="839909" y="49323"/>
                </a:cubicBezTo>
                <a:cubicBezTo>
                  <a:pt x="835412" y="51893"/>
                  <a:pt x="831824" y="55642"/>
                  <a:pt x="829145" y="60570"/>
                </a:cubicBezTo>
                <a:cubicBezTo>
                  <a:pt x="826468" y="65495"/>
                  <a:pt x="825130" y="71278"/>
                  <a:pt x="825130" y="77918"/>
                </a:cubicBezTo>
                <a:cubicBezTo>
                  <a:pt x="825130" y="84666"/>
                  <a:pt x="826468" y="90531"/>
                  <a:pt x="829145" y="95512"/>
                </a:cubicBezTo>
                <a:cubicBezTo>
                  <a:pt x="831824" y="100492"/>
                  <a:pt x="835412" y="104294"/>
                  <a:pt x="839909" y="106919"/>
                </a:cubicBezTo>
                <a:cubicBezTo>
                  <a:pt x="844409" y="109542"/>
                  <a:pt x="849389" y="110853"/>
                  <a:pt x="854851" y="110853"/>
                </a:cubicBezTo>
                <a:cubicBezTo>
                  <a:pt x="860313" y="110853"/>
                  <a:pt x="865319" y="109542"/>
                  <a:pt x="869871" y="106919"/>
                </a:cubicBezTo>
                <a:cubicBezTo>
                  <a:pt x="874424" y="104294"/>
                  <a:pt x="878039" y="100492"/>
                  <a:pt x="880716" y="95512"/>
                </a:cubicBezTo>
                <a:cubicBezTo>
                  <a:pt x="883394" y="90531"/>
                  <a:pt x="884734" y="84720"/>
                  <a:pt x="884734" y="780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0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b2b213ae38420d"/>
          <a:stretch xmlns:a="http://schemas.openxmlformats.org/drawingml/2006/main"/>
        </p:blipFill>
        <p:spPr>
          <a:xfrm xmlns:a="http://schemas.openxmlformats.org/drawingml/2006/main">
            <a:off x="1839340" y="3168873"/>
            <a:ext cx="3723720" cy="2612333"/>
          </a:xfrm>
          <a:prstGeom xmlns:a="http://schemas.openxmlformats.org/drawingml/2006/main" prst="rect">
            <a:avLst/>
          </a:prstGeom>
        </p:spPr>
      </p:pic>
      <p:sp>
        <p:nvSpPr>
          <p:cNvPr id="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5EBE71-0AE5-474D-950D-8628E9E4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9796" y="3254938"/>
            <a:ext cx="3482807" cy="2371349"/>
          </a:xfrm>
          <a:custGeom xmlns:a="http://schemas.openxmlformats.org/drawingml/2006/main">
            <a:pathLst>
              <a:path w="3482807" h="2371349">
                <a:moveTo>
                  <a:pt x="246104" y="2371349"/>
                </a:moveTo>
                <a:cubicBezTo>
                  <a:pt x="110200" y="2371349"/>
                  <a:pt x="29" y="2261177"/>
                  <a:pt x="29" y="2125274"/>
                </a:cubicBezTo>
                <a:lnTo>
                  <a:pt x="0" y="29"/>
                </a:lnTo>
                <a:cubicBezTo>
                  <a:pt x="0" y="13"/>
                  <a:pt x="13" y="0"/>
                  <a:pt x="29" y="0"/>
                </a:cubicBezTo>
                <a:lnTo>
                  <a:pt x="3236703" y="0"/>
                </a:lnTo>
                <a:cubicBezTo>
                  <a:pt x="3372606" y="0"/>
                  <a:pt x="3482778" y="110171"/>
                  <a:pt x="3482778" y="246075"/>
                </a:cubicBezTo>
                <a:lnTo>
                  <a:pt x="3482807" y="2371320"/>
                </a:lnTo>
                <a:cubicBezTo>
                  <a:pt x="3482807" y="2371327"/>
                  <a:pt x="3482804" y="2371335"/>
                  <a:pt x="3482798" y="2371340"/>
                </a:cubicBezTo>
                <a:cubicBezTo>
                  <a:pt x="3482793" y="2371345"/>
                  <a:pt x="3482786" y="2371349"/>
                  <a:pt x="3482778" y="2371349"/>
                </a:cubicBezTo>
                <a:lnTo>
                  <a:pt x="246104" y="2371349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46884B-D2B4-4D57-B547-1124F31B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9796" y="3254938"/>
            <a:ext cx="3482807" cy="2371349"/>
          </a:xfrm>
          <a:custGeom xmlns:a="http://schemas.openxmlformats.org/drawingml/2006/main">
            <a:pathLst>
              <a:path w="3482807" h="2371349" fill="none">
                <a:moveTo>
                  <a:pt x="246104" y="2371349"/>
                </a:moveTo>
                <a:lnTo>
                  <a:pt x="3482778" y="2371349"/>
                </a:lnTo>
                <a:cubicBezTo>
                  <a:pt x="3482786" y="2371349"/>
                  <a:pt x="3482793" y="2371345"/>
                  <a:pt x="3482798" y="2371340"/>
                </a:cubicBezTo>
                <a:cubicBezTo>
                  <a:pt x="3482804" y="2371335"/>
                  <a:pt x="3482807" y="2371327"/>
                  <a:pt x="3482807" y="2371320"/>
                </a:cubicBezTo>
                <a:lnTo>
                  <a:pt x="3482778" y="246075"/>
                </a:lnTo>
                <a:cubicBezTo>
                  <a:pt x="3482778" y="110171"/>
                  <a:pt x="3372606" y="0"/>
                  <a:pt x="3236703" y="0"/>
                </a:cubicBezTo>
                <a:lnTo>
                  <a:pt x="29" y="0"/>
                </a:lnTo>
                <a:cubicBezTo>
                  <a:pt x="13" y="0"/>
                  <a:pt x="0" y="13"/>
                  <a:pt x="0" y="29"/>
                </a:cubicBezTo>
                <a:lnTo>
                  <a:pt x="29" y="2125274"/>
                </a:lnTo>
                <a:cubicBezTo>
                  <a:pt x="29" y="2261177"/>
                  <a:pt x="110200" y="2371349"/>
                  <a:pt x="246104" y="237134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4426" cap="flat">
            <a:solidFill>
              <a:srgbClr val="6AA84F"/>
            </a:solidFill>
            <a:custDash>
              <a:ds d="100000" sp="300000"/>
            </a:custDash>
            <a:round/>
          </a:ln>
        </p:spPr>
      </p:sp>
      <p:pic>
        <p:nvPicPr>
          <p:cNvPr id="10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b963134f7c4322"/>
          <a:stretch xmlns:a="http://schemas.openxmlformats.org/drawingml/2006/main"/>
        </p:blipFill>
        <p:spPr>
          <a:xfrm xmlns:a="http://schemas.openxmlformats.org/drawingml/2006/main">
            <a:off x="1941557" y="3388713"/>
            <a:ext cx="1625699" cy="1001751"/>
          </a:xfrm>
          <a:prstGeom xmlns:a="http://schemas.openxmlformats.org/drawingml/2006/main" prst="rect">
            <a:avLst/>
          </a:prstGeom>
        </p:spPr>
      </p:pic>
      <p:sp>
        <p:nvSpPr>
          <p:cNvPr id="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97AD17-8D9B-47EB-ABBB-4D4CC17A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586" y="3466172"/>
            <a:ext cx="1403640" cy="777980"/>
          </a:xfrm>
          <a:custGeom xmlns:a="http://schemas.openxmlformats.org/drawingml/2006/main">
            <a:pathLst>
              <a:path w="1403640" h="777980">
                <a:moveTo>
                  <a:pt x="0" y="65327"/>
                </a:moveTo>
                <a:lnTo>
                  <a:pt x="0" y="65327"/>
                </a:lnTo>
                <a:cubicBezTo>
                  <a:pt x="0" y="29248"/>
                  <a:pt x="29248" y="0"/>
                  <a:pt x="65327" y="0"/>
                </a:cubicBezTo>
                <a:lnTo>
                  <a:pt x="1338313" y="0"/>
                </a:lnTo>
                <a:cubicBezTo>
                  <a:pt x="1355639" y="0"/>
                  <a:pt x="1372255" y="6883"/>
                  <a:pt x="1384507" y="19134"/>
                </a:cubicBezTo>
                <a:cubicBezTo>
                  <a:pt x="1396758" y="31385"/>
                  <a:pt x="1403640" y="48001"/>
                  <a:pt x="1403640" y="65327"/>
                </a:cubicBezTo>
                <a:lnTo>
                  <a:pt x="1403640" y="712653"/>
                </a:lnTo>
                <a:cubicBezTo>
                  <a:pt x="1403640" y="748732"/>
                  <a:pt x="1374392" y="777980"/>
                  <a:pt x="1338313" y="777980"/>
                </a:cubicBezTo>
                <a:lnTo>
                  <a:pt x="65327" y="777980"/>
                </a:lnTo>
                <a:cubicBezTo>
                  <a:pt x="29248" y="777980"/>
                  <a:pt x="0" y="748732"/>
                  <a:pt x="0" y="712653"/>
                </a:cubicBezTo>
                <a:lnTo>
                  <a:pt x="0" y="65327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E1275B-5D72-4827-BB6A-F1D492EF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586" y="3466172"/>
            <a:ext cx="1403640" cy="777980"/>
          </a:xfrm>
          <a:custGeom xmlns:a="http://schemas.openxmlformats.org/drawingml/2006/main">
            <a:pathLst>
              <a:path w="1403640" h="777980" fill="none">
                <a:moveTo>
                  <a:pt x="0" y="65327"/>
                </a:moveTo>
                <a:lnTo>
                  <a:pt x="0" y="65327"/>
                </a:lnTo>
                <a:cubicBezTo>
                  <a:pt x="0" y="29248"/>
                  <a:pt x="29248" y="0"/>
                  <a:pt x="65327" y="0"/>
                </a:cubicBezTo>
                <a:lnTo>
                  <a:pt x="1338313" y="0"/>
                </a:lnTo>
                <a:cubicBezTo>
                  <a:pt x="1355639" y="0"/>
                  <a:pt x="1372255" y="6883"/>
                  <a:pt x="1384507" y="19134"/>
                </a:cubicBezTo>
                <a:cubicBezTo>
                  <a:pt x="1396758" y="31385"/>
                  <a:pt x="1403640" y="48001"/>
                  <a:pt x="1403640" y="65327"/>
                </a:cubicBezTo>
                <a:lnTo>
                  <a:pt x="1403640" y="712653"/>
                </a:lnTo>
                <a:cubicBezTo>
                  <a:pt x="1403640" y="748732"/>
                  <a:pt x="1374392" y="777980"/>
                  <a:pt x="1338313" y="777980"/>
                </a:cubicBezTo>
                <a:lnTo>
                  <a:pt x="65327" y="777980"/>
                </a:lnTo>
                <a:cubicBezTo>
                  <a:pt x="29248" y="777980"/>
                  <a:pt x="0" y="748732"/>
                  <a:pt x="0" y="712653"/>
                </a:cubicBezTo>
                <a:lnTo>
                  <a:pt x="0" y="6532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213" cap="flat">
            <a:solidFill>
              <a:srgbClr val="CC0000"/>
            </a:solidFill>
            <a:round/>
          </a:ln>
        </p:spPr>
      </p:sp>
      <p:sp>
        <p:nvSpPr>
          <p:cNvPr id="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C1C045-84EB-4ED4-A23B-353D46B3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100" y="3359414"/>
            <a:ext cx="1049610" cy="528593"/>
          </a:xfrm>
          <a:custGeom xmlns:a="http://schemas.openxmlformats.org/drawingml/2006/main">
            <a:pathLst>
              <a:path w="1049610" h="528593">
                <a:moveTo>
                  <a:pt x="0" y="0"/>
                </a:moveTo>
                <a:lnTo>
                  <a:pt x="1049610" y="0"/>
                </a:lnTo>
                <a:lnTo>
                  <a:pt x="1049610" y="528593"/>
                </a:lnTo>
                <a:lnTo>
                  <a:pt x="0" y="5285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3" name="Text Issue:">
            <a:extLst xmlns:a="http://schemas.openxmlformats.org/drawingml/2006/main">
              <a:ext uri="{FF2B5EF4-FFF2-40B4-BE49-F238E27FC236}">
                <a16:creationId xmlns:a16="http://schemas.microsoft.com/office/drawing/2014/main" id="{0FF2F1FB-6F4F-4675-93FA-02D871CA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979" y="3555783"/>
            <a:ext cx="486869" cy="114386"/>
          </a:xfrm>
          <a:custGeom xmlns:a="http://schemas.openxmlformats.org/drawingml/2006/main">
            <a:pathLst>
              <a:path w="486869" h="114386">
                <a:moveTo>
                  <a:pt x="27473" y="0"/>
                </a:moveTo>
                <a:lnTo>
                  <a:pt x="27473" y="112780"/>
                </a:lnTo>
                <a:lnTo>
                  <a:pt x="0" y="112780"/>
                </a:lnTo>
                <a:lnTo>
                  <a:pt x="0" y="0"/>
                </a:lnTo>
                <a:lnTo>
                  <a:pt x="27473" y="0"/>
                </a:lnTo>
                <a:close/>
                <a:moveTo>
                  <a:pt x="83863" y="114064"/>
                </a:moveTo>
                <a:cubicBezTo>
                  <a:pt x="76045" y="114064"/>
                  <a:pt x="69083" y="112726"/>
                  <a:pt x="62977" y="110049"/>
                </a:cubicBezTo>
                <a:cubicBezTo>
                  <a:pt x="56873" y="107370"/>
                  <a:pt x="52054" y="103702"/>
                  <a:pt x="48519" y="99045"/>
                </a:cubicBezTo>
                <a:cubicBezTo>
                  <a:pt x="44984" y="94385"/>
                  <a:pt x="43002" y="89164"/>
                  <a:pt x="42574" y="83380"/>
                </a:cubicBezTo>
                <a:lnTo>
                  <a:pt x="69726" y="83380"/>
                </a:lnTo>
                <a:cubicBezTo>
                  <a:pt x="70046" y="86485"/>
                  <a:pt x="71492" y="89002"/>
                  <a:pt x="74063" y="90930"/>
                </a:cubicBezTo>
                <a:cubicBezTo>
                  <a:pt x="76633" y="92859"/>
                  <a:pt x="79793" y="93823"/>
                  <a:pt x="83542" y="93823"/>
                </a:cubicBezTo>
                <a:cubicBezTo>
                  <a:pt x="86969" y="93823"/>
                  <a:pt x="89620" y="93154"/>
                  <a:pt x="91495" y="91815"/>
                </a:cubicBezTo>
                <a:cubicBezTo>
                  <a:pt x="93369" y="90475"/>
                  <a:pt x="94306" y="88735"/>
                  <a:pt x="94306" y="86594"/>
                </a:cubicBezTo>
                <a:cubicBezTo>
                  <a:pt x="94306" y="84023"/>
                  <a:pt x="92967" y="82122"/>
                  <a:pt x="90289" y="80889"/>
                </a:cubicBezTo>
                <a:cubicBezTo>
                  <a:pt x="87612" y="79657"/>
                  <a:pt x="83274" y="78292"/>
                  <a:pt x="77276" y="76793"/>
                </a:cubicBezTo>
                <a:cubicBezTo>
                  <a:pt x="70850" y="75293"/>
                  <a:pt x="65495" y="73713"/>
                  <a:pt x="61210" y="72055"/>
                </a:cubicBezTo>
                <a:cubicBezTo>
                  <a:pt x="56926" y="70394"/>
                  <a:pt x="53231" y="67770"/>
                  <a:pt x="50124" y="64183"/>
                </a:cubicBezTo>
                <a:cubicBezTo>
                  <a:pt x="47019" y="60594"/>
                  <a:pt x="45467" y="55747"/>
                  <a:pt x="45467" y="49641"/>
                </a:cubicBezTo>
                <a:cubicBezTo>
                  <a:pt x="45467" y="44501"/>
                  <a:pt x="46885" y="39816"/>
                  <a:pt x="49722" y="35585"/>
                </a:cubicBezTo>
                <a:cubicBezTo>
                  <a:pt x="52561" y="31354"/>
                  <a:pt x="56738" y="28007"/>
                  <a:pt x="62254" y="25544"/>
                </a:cubicBezTo>
                <a:cubicBezTo>
                  <a:pt x="67770" y="23081"/>
                  <a:pt x="74330" y="21849"/>
                  <a:pt x="81934" y="21849"/>
                </a:cubicBezTo>
                <a:cubicBezTo>
                  <a:pt x="93181" y="21849"/>
                  <a:pt x="102045" y="24634"/>
                  <a:pt x="108525" y="30204"/>
                </a:cubicBezTo>
                <a:cubicBezTo>
                  <a:pt x="115005" y="35772"/>
                  <a:pt x="118726" y="43161"/>
                  <a:pt x="119688" y="52372"/>
                </a:cubicBezTo>
                <a:lnTo>
                  <a:pt x="94306" y="52372"/>
                </a:lnTo>
                <a:cubicBezTo>
                  <a:pt x="93878" y="49267"/>
                  <a:pt x="92513" y="46804"/>
                  <a:pt x="90210" y="44984"/>
                </a:cubicBezTo>
                <a:cubicBezTo>
                  <a:pt x="87907" y="43163"/>
                  <a:pt x="84882" y="42253"/>
                  <a:pt x="81132" y="42253"/>
                </a:cubicBezTo>
                <a:cubicBezTo>
                  <a:pt x="77919" y="42253"/>
                  <a:pt x="75456" y="42869"/>
                  <a:pt x="73741" y="44101"/>
                </a:cubicBezTo>
                <a:cubicBezTo>
                  <a:pt x="72029" y="45332"/>
                  <a:pt x="71172" y="47018"/>
                  <a:pt x="71172" y="49161"/>
                </a:cubicBezTo>
                <a:cubicBezTo>
                  <a:pt x="71172" y="51731"/>
                  <a:pt x="72538" y="53659"/>
                  <a:pt x="75269" y="54944"/>
                </a:cubicBezTo>
                <a:cubicBezTo>
                  <a:pt x="78000" y="56228"/>
                  <a:pt x="82257" y="57514"/>
                  <a:pt x="88041" y="58800"/>
                </a:cubicBezTo>
                <a:cubicBezTo>
                  <a:pt x="94681" y="60512"/>
                  <a:pt x="100089" y="62199"/>
                  <a:pt x="104266" y="63859"/>
                </a:cubicBezTo>
                <a:cubicBezTo>
                  <a:pt x="108444" y="65520"/>
                  <a:pt x="112112" y="68198"/>
                  <a:pt x="115271" y="71893"/>
                </a:cubicBezTo>
                <a:cubicBezTo>
                  <a:pt x="118432" y="75588"/>
                  <a:pt x="120065" y="80541"/>
                  <a:pt x="120171" y="86753"/>
                </a:cubicBezTo>
                <a:cubicBezTo>
                  <a:pt x="120171" y="92001"/>
                  <a:pt x="118699" y="96687"/>
                  <a:pt x="115754" y="100812"/>
                </a:cubicBezTo>
                <a:cubicBezTo>
                  <a:pt x="112809" y="104935"/>
                  <a:pt x="108578" y="108175"/>
                  <a:pt x="103060" y="110532"/>
                </a:cubicBezTo>
                <a:cubicBezTo>
                  <a:pt x="97545" y="112887"/>
                  <a:pt x="91146" y="114064"/>
                  <a:pt x="83863" y="114064"/>
                </a:cubicBezTo>
                <a:close/>
                <a:moveTo>
                  <a:pt x="173509" y="114064"/>
                </a:moveTo>
                <a:cubicBezTo>
                  <a:pt x="165691" y="114064"/>
                  <a:pt x="158729" y="112726"/>
                  <a:pt x="152623" y="110049"/>
                </a:cubicBezTo>
                <a:cubicBezTo>
                  <a:pt x="146519" y="107370"/>
                  <a:pt x="141700" y="103702"/>
                  <a:pt x="138165" y="99045"/>
                </a:cubicBezTo>
                <a:cubicBezTo>
                  <a:pt x="134630" y="94385"/>
                  <a:pt x="132648" y="89164"/>
                  <a:pt x="132220" y="83380"/>
                </a:cubicBezTo>
                <a:lnTo>
                  <a:pt x="159372" y="83380"/>
                </a:lnTo>
                <a:cubicBezTo>
                  <a:pt x="159692" y="86485"/>
                  <a:pt x="161138" y="89002"/>
                  <a:pt x="163709" y="90930"/>
                </a:cubicBezTo>
                <a:cubicBezTo>
                  <a:pt x="166279" y="92859"/>
                  <a:pt x="169439" y="93823"/>
                  <a:pt x="173188" y="93823"/>
                </a:cubicBezTo>
                <a:cubicBezTo>
                  <a:pt x="176615" y="93823"/>
                  <a:pt x="179266" y="93154"/>
                  <a:pt x="181141" y="91815"/>
                </a:cubicBezTo>
                <a:cubicBezTo>
                  <a:pt x="183015" y="90475"/>
                  <a:pt x="183952" y="88735"/>
                  <a:pt x="183952" y="86594"/>
                </a:cubicBezTo>
                <a:cubicBezTo>
                  <a:pt x="183952" y="84023"/>
                  <a:pt x="182613" y="82122"/>
                  <a:pt x="179935" y="80889"/>
                </a:cubicBezTo>
                <a:cubicBezTo>
                  <a:pt x="177258" y="79657"/>
                  <a:pt x="172920" y="78292"/>
                  <a:pt x="166923" y="76793"/>
                </a:cubicBezTo>
                <a:cubicBezTo>
                  <a:pt x="160497" y="75293"/>
                  <a:pt x="155141" y="73713"/>
                  <a:pt x="150856" y="72055"/>
                </a:cubicBezTo>
                <a:cubicBezTo>
                  <a:pt x="146572" y="70394"/>
                  <a:pt x="142877" y="67770"/>
                  <a:pt x="139771" y="64183"/>
                </a:cubicBezTo>
                <a:cubicBezTo>
                  <a:pt x="136665" y="60594"/>
                  <a:pt x="135113" y="55747"/>
                  <a:pt x="135113" y="49641"/>
                </a:cubicBezTo>
                <a:cubicBezTo>
                  <a:pt x="135113" y="44501"/>
                  <a:pt x="136531" y="39816"/>
                  <a:pt x="139369" y="35585"/>
                </a:cubicBezTo>
                <a:cubicBezTo>
                  <a:pt x="142207" y="31354"/>
                  <a:pt x="146385" y="28007"/>
                  <a:pt x="151900" y="25544"/>
                </a:cubicBezTo>
                <a:cubicBezTo>
                  <a:pt x="157416" y="23081"/>
                  <a:pt x="163976" y="21849"/>
                  <a:pt x="171580" y="21849"/>
                </a:cubicBezTo>
                <a:cubicBezTo>
                  <a:pt x="182827" y="21849"/>
                  <a:pt x="191691" y="24634"/>
                  <a:pt x="198171" y="30204"/>
                </a:cubicBezTo>
                <a:cubicBezTo>
                  <a:pt x="204651" y="35772"/>
                  <a:pt x="208372" y="43161"/>
                  <a:pt x="209334" y="52372"/>
                </a:cubicBezTo>
                <a:lnTo>
                  <a:pt x="183952" y="52372"/>
                </a:lnTo>
                <a:cubicBezTo>
                  <a:pt x="183524" y="49267"/>
                  <a:pt x="182159" y="46804"/>
                  <a:pt x="179856" y="44984"/>
                </a:cubicBezTo>
                <a:cubicBezTo>
                  <a:pt x="177553" y="43163"/>
                  <a:pt x="174528" y="42253"/>
                  <a:pt x="170779" y="42253"/>
                </a:cubicBezTo>
                <a:cubicBezTo>
                  <a:pt x="167566" y="42253"/>
                  <a:pt x="165102" y="42869"/>
                  <a:pt x="163388" y="44101"/>
                </a:cubicBezTo>
                <a:cubicBezTo>
                  <a:pt x="161675" y="45332"/>
                  <a:pt x="160818" y="47018"/>
                  <a:pt x="160818" y="49161"/>
                </a:cubicBezTo>
                <a:cubicBezTo>
                  <a:pt x="160818" y="51731"/>
                  <a:pt x="162184" y="53659"/>
                  <a:pt x="164915" y="54944"/>
                </a:cubicBezTo>
                <a:cubicBezTo>
                  <a:pt x="167646" y="56228"/>
                  <a:pt x="171903" y="57514"/>
                  <a:pt x="177687" y="58800"/>
                </a:cubicBezTo>
                <a:cubicBezTo>
                  <a:pt x="184327" y="60512"/>
                  <a:pt x="189735" y="62199"/>
                  <a:pt x="193913" y="63859"/>
                </a:cubicBezTo>
                <a:cubicBezTo>
                  <a:pt x="198090" y="65520"/>
                  <a:pt x="201758" y="68198"/>
                  <a:pt x="204917" y="71893"/>
                </a:cubicBezTo>
                <a:cubicBezTo>
                  <a:pt x="208078" y="75588"/>
                  <a:pt x="209711" y="80541"/>
                  <a:pt x="209817" y="86753"/>
                </a:cubicBezTo>
                <a:cubicBezTo>
                  <a:pt x="209817" y="92001"/>
                  <a:pt x="208345" y="96687"/>
                  <a:pt x="205400" y="100812"/>
                </a:cubicBezTo>
                <a:cubicBezTo>
                  <a:pt x="202455" y="104935"/>
                  <a:pt x="198224" y="108175"/>
                  <a:pt x="192707" y="110532"/>
                </a:cubicBezTo>
                <a:cubicBezTo>
                  <a:pt x="187191" y="112887"/>
                  <a:pt x="180792" y="114064"/>
                  <a:pt x="173509" y="114064"/>
                </a:cubicBezTo>
                <a:close/>
                <a:moveTo>
                  <a:pt x="315209" y="23134"/>
                </a:moveTo>
                <a:lnTo>
                  <a:pt x="315209" y="112780"/>
                </a:lnTo>
                <a:lnTo>
                  <a:pt x="287736" y="112780"/>
                </a:lnTo>
                <a:lnTo>
                  <a:pt x="287736" y="100569"/>
                </a:lnTo>
                <a:cubicBezTo>
                  <a:pt x="284951" y="104533"/>
                  <a:pt x="281175" y="107719"/>
                  <a:pt x="276408" y="110130"/>
                </a:cubicBezTo>
                <a:cubicBezTo>
                  <a:pt x="271642" y="112539"/>
                  <a:pt x="266368" y="113743"/>
                  <a:pt x="260584" y="113743"/>
                </a:cubicBezTo>
                <a:cubicBezTo>
                  <a:pt x="253730" y="113743"/>
                  <a:pt x="247678" y="112218"/>
                  <a:pt x="242429" y="109167"/>
                </a:cubicBezTo>
                <a:cubicBezTo>
                  <a:pt x="237181" y="106114"/>
                  <a:pt x="233112" y="101695"/>
                  <a:pt x="230221" y="95912"/>
                </a:cubicBezTo>
                <a:cubicBezTo>
                  <a:pt x="227330" y="90128"/>
                  <a:pt x="225884" y="83327"/>
                  <a:pt x="225884" y="75509"/>
                </a:cubicBezTo>
                <a:lnTo>
                  <a:pt x="225884" y="23134"/>
                </a:lnTo>
                <a:lnTo>
                  <a:pt x="253195" y="23134"/>
                </a:lnTo>
                <a:lnTo>
                  <a:pt x="253195" y="71812"/>
                </a:lnTo>
                <a:cubicBezTo>
                  <a:pt x="253195" y="77810"/>
                  <a:pt x="254748" y="82469"/>
                  <a:pt x="257853" y="85790"/>
                </a:cubicBezTo>
                <a:cubicBezTo>
                  <a:pt x="260960" y="89111"/>
                  <a:pt x="265137" y="90771"/>
                  <a:pt x="270385" y="90771"/>
                </a:cubicBezTo>
                <a:cubicBezTo>
                  <a:pt x="275740" y="90771"/>
                  <a:pt x="279971" y="89111"/>
                  <a:pt x="283076" y="85790"/>
                </a:cubicBezTo>
                <a:cubicBezTo>
                  <a:pt x="286183" y="82469"/>
                  <a:pt x="287736" y="77810"/>
                  <a:pt x="287736" y="71812"/>
                </a:cubicBezTo>
                <a:lnTo>
                  <a:pt x="287736" y="23134"/>
                </a:lnTo>
                <a:lnTo>
                  <a:pt x="315209" y="23134"/>
                </a:lnTo>
                <a:close/>
                <a:moveTo>
                  <a:pt x="419473" y="66512"/>
                </a:moveTo>
                <a:cubicBezTo>
                  <a:pt x="419473" y="69081"/>
                  <a:pt x="419313" y="71758"/>
                  <a:pt x="418993" y="74543"/>
                </a:cubicBezTo>
                <a:lnTo>
                  <a:pt x="356817" y="74543"/>
                </a:lnTo>
                <a:cubicBezTo>
                  <a:pt x="357246" y="80112"/>
                  <a:pt x="359039" y="84370"/>
                  <a:pt x="362198" y="87317"/>
                </a:cubicBezTo>
                <a:cubicBezTo>
                  <a:pt x="365359" y="90262"/>
                  <a:pt x="369242" y="91734"/>
                  <a:pt x="373847" y="91734"/>
                </a:cubicBezTo>
                <a:cubicBezTo>
                  <a:pt x="380702" y="91734"/>
                  <a:pt x="385468" y="88843"/>
                  <a:pt x="388146" y="83059"/>
                </a:cubicBezTo>
                <a:lnTo>
                  <a:pt x="417385" y="83059"/>
                </a:lnTo>
                <a:cubicBezTo>
                  <a:pt x="415886" y="88949"/>
                  <a:pt x="413182" y="94250"/>
                  <a:pt x="409273" y="98964"/>
                </a:cubicBezTo>
                <a:cubicBezTo>
                  <a:pt x="405364" y="103675"/>
                  <a:pt x="400463" y="107370"/>
                  <a:pt x="394572" y="110049"/>
                </a:cubicBezTo>
                <a:cubicBezTo>
                  <a:pt x="388682" y="112726"/>
                  <a:pt x="382095" y="114064"/>
                  <a:pt x="374811" y="114064"/>
                </a:cubicBezTo>
                <a:cubicBezTo>
                  <a:pt x="366028" y="114064"/>
                  <a:pt x="358210" y="112191"/>
                  <a:pt x="351356" y="108443"/>
                </a:cubicBezTo>
                <a:cubicBezTo>
                  <a:pt x="344501" y="104694"/>
                  <a:pt x="339146" y="99339"/>
                  <a:pt x="335289" y="92377"/>
                </a:cubicBezTo>
                <a:cubicBezTo>
                  <a:pt x="331434" y="85415"/>
                  <a:pt x="329506" y="77274"/>
                  <a:pt x="329506" y="67956"/>
                </a:cubicBezTo>
                <a:cubicBezTo>
                  <a:pt x="329506" y="58639"/>
                  <a:pt x="331407" y="50499"/>
                  <a:pt x="335208" y="43537"/>
                </a:cubicBezTo>
                <a:cubicBezTo>
                  <a:pt x="339011" y="36575"/>
                  <a:pt x="344340" y="31220"/>
                  <a:pt x="351194" y="27473"/>
                </a:cubicBezTo>
                <a:cubicBezTo>
                  <a:pt x="358050" y="23724"/>
                  <a:pt x="365922" y="21849"/>
                  <a:pt x="374811" y="21849"/>
                </a:cubicBezTo>
                <a:cubicBezTo>
                  <a:pt x="383487" y="21849"/>
                  <a:pt x="391199" y="23670"/>
                  <a:pt x="397945" y="27311"/>
                </a:cubicBezTo>
                <a:cubicBezTo>
                  <a:pt x="404693" y="30952"/>
                  <a:pt x="409967" y="36147"/>
                  <a:pt x="413769" y="42895"/>
                </a:cubicBezTo>
                <a:cubicBezTo>
                  <a:pt x="417572" y="49643"/>
                  <a:pt x="419473" y="57515"/>
                  <a:pt x="419473" y="66512"/>
                </a:cubicBezTo>
                <a:moveTo>
                  <a:pt x="391358" y="59283"/>
                </a:moveTo>
                <a:cubicBezTo>
                  <a:pt x="391358" y="54569"/>
                  <a:pt x="389751" y="50820"/>
                  <a:pt x="386538" y="48036"/>
                </a:cubicBezTo>
                <a:cubicBezTo>
                  <a:pt x="383325" y="45251"/>
                  <a:pt x="379309" y="43858"/>
                  <a:pt x="374490" y="43858"/>
                </a:cubicBezTo>
                <a:cubicBezTo>
                  <a:pt x="369884" y="43858"/>
                  <a:pt x="366001" y="45198"/>
                  <a:pt x="362841" y="47876"/>
                </a:cubicBezTo>
                <a:cubicBezTo>
                  <a:pt x="359681" y="50553"/>
                  <a:pt x="357728" y="54355"/>
                  <a:pt x="356979" y="59283"/>
                </a:cubicBezTo>
                <a:lnTo>
                  <a:pt x="391358" y="59283"/>
                </a:lnTo>
                <a:close/>
                <a:moveTo>
                  <a:pt x="471927" y="49803"/>
                </a:moveTo>
                <a:cubicBezTo>
                  <a:pt x="467428" y="49803"/>
                  <a:pt x="463813" y="48545"/>
                  <a:pt x="461082" y="46028"/>
                </a:cubicBezTo>
                <a:cubicBezTo>
                  <a:pt x="458351" y="43511"/>
                  <a:pt x="456986" y="40271"/>
                  <a:pt x="456986" y="36308"/>
                </a:cubicBezTo>
                <a:cubicBezTo>
                  <a:pt x="456986" y="32237"/>
                  <a:pt x="458351" y="28970"/>
                  <a:pt x="461082" y="26507"/>
                </a:cubicBezTo>
                <a:cubicBezTo>
                  <a:pt x="463813" y="24044"/>
                  <a:pt x="467428" y="22813"/>
                  <a:pt x="471927" y="22813"/>
                </a:cubicBezTo>
                <a:cubicBezTo>
                  <a:pt x="476425" y="22813"/>
                  <a:pt x="480039" y="24044"/>
                  <a:pt x="482770" y="26507"/>
                </a:cubicBezTo>
                <a:cubicBezTo>
                  <a:pt x="485502" y="28970"/>
                  <a:pt x="486869" y="32237"/>
                  <a:pt x="486869" y="36308"/>
                </a:cubicBezTo>
                <a:cubicBezTo>
                  <a:pt x="486869" y="40271"/>
                  <a:pt x="485502" y="43511"/>
                  <a:pt x="482770" y="46028"/>
                </a:cubicBezTo>
                <a:cubicBezTo>
                  <a:pt x="480039" y="48545"/>
                  <a:pt x="476425" y="49803"/>
                  <a:pt x="471927" y="49803"/>
                </a:cubicBezTo>
                <a:moveTo>
                  <a:pt x="471927" y="114386"/>
                </a:moveTo>
                <a:cubicBezTo>
                  <a:pt x="467428" y="114386"/>
                  <a:pt x="463813" y="113154"/>
                  <a:pt x="461082" y="110691"/>
                </a:cubicBezTo>
                <a:cubicBezTo>
                  <a:pt x="458351" y="108228"/>
                  <a:pt x="456986" y="104962"/>
                  <a:pt x="456986" y="100891"/>
                </a:cubicBezTo>
                <a:cubicBezTo>
                  <a:pt x="456986" y="96821"/>
                  <a:pt x="458351" y="93555"/>
                  <a:pt x="461082" y="91092"/>
                </a:cubicBezTo>
                <a:cubicBezTo>
                  <a:pt x="463813" y="88628"/>
                  <a:pt x="467428" y="87395"/>
                  <a:pt x="471927" y="87395"/>
                </a:cubicBezTo>
                <a:cubicBezTo>
                  <a:pt x="476425" y="87395"/>
                  <a:pt x="480039" y="88628"/>
                  <a:pt x="482770" y="91092"/>
                </a:cubicBezTo>
                <a:cubicBezTo>
                  <a:pt x="485502" y="93555"/>
                  <a:pt x="486869" y="96821"/>
                  <a:pt x="486869" y="100891"/>
                </a:cubicBezTo>
                <a:cubicBezTo>
                  <a:pt x="486869" y="104962"/>
                  <a:pt x="485502" y="108228"/>
                  <a:pt x="482770" y="110691"/>
                </a:cubicBezTo>
                <a:cubicBezTo>
                  <a:pt x="480039" y="113154"/>
                  <a:pt x="476425" y="114386"/>
                  <a:pt x="471927" y="1143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BE9B8E-24DA-4B80-BA3A-4468B9ED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1860" y="3527118"/>
            <a:ext cx="171275" cy="171275"/>
          </a:xfrm>
          <a:custGeom xmlns:a="http://schemas.openxmlformats.org/drawingml/2006/main">
            <a:pathLst>
              <a:path w="171275" h="171275">
                <a:moveTo>
                  <a:pt x="0" y="0"/>
                </a:moveTo>
                <a:lnTo>
                  <a:pt x="171275" y="0"/>
                </a:lnTo>
                <a:lnTo>
                  <a:pt x="171275" y="171275"/>
                </a:lnTo>
                <a:lnTo>
                  <a:pt x="0" y="1712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0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b58b1d1074241"/>
          <a:stretch xmlns:a="http://schemas.openxmlformats.org/drawingml/2006/main"/>
        </p:blipFill>
        <p:spPr>
          <a:xfrm xmlns:a="http://schemas.openxmlformats.org/drawingml/2006/main">
            <a:off x="2091860" y="3527118"/>
            <a:ext cx="171275" cy="171275"/>
          </a:xfrm>
          <a:prstGeom xmlns:a="http://schemas.openxmlformats.org/drawingml/2006/main" prst="rect">
            <a:avLst/>
          </a:prstGeom>
        </p:spPr>
      </p:pic>
      <p:sp>
        <p:nvSpPr>
          <p:cNvPr id="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31B3AE-B47E-4BF0-B351-C80C2D13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184" y="3733473"/>
            <a:ext cx="1304404" cy="360527"/>
          </a:xfrm>
          <a:custGeom xmlns:a="http://schemas.openxmlformats.org/drawingml/2006/main">
            <a:pathLst>
              <a:path w="1304404" h="360527">
                <a:moveTo>
                  <a:pt x="0" y="15265"/>
                </a:moveTo>
                <a:lnTo>
                  <a:pt x="0" y="15265"/>
                </a:lnTo>
                <a:cubicBezTo>
                  <a:pt x="0" y="6834"/>
                  <a:pt x="6834" y="0"/>
                  <a:pt x="15265" y="0"/>
                </a:cubicBezTo>
                <a:lnTo>
                  <a:pt x="1289140" y="0"/>
                </a:lnTo>
                <a:cubicBezTo>
                  <a:pt x="1293188" y="0"/>
                  <a:pt x="1297071" y="1608"/>
                  <a:pt x="1299934" y="4471"/>
                </a:cubicBezTo>
                <a:cubicBezTo>
                  <a:pt x="1302796" y="7334"/>
                  <a:pt x="1304404" y="11217"/>
                  <a:pt x="1304404" y="15265"/>
                </a:cubicBezTo>
                <a:lnTo>
                  <a:pt x="1304404" y="345263"/>
                </a:lnTo>
                <a:cubicBezTo>
                  <a:pt x="1304404" y="353693"/>
                  <a:pt x="1297570" y="360527"/>
                  <a:pt x="1289140" y="360527"/>
                </a:cubicBezTo>
                <a:lnTo>
                  <a:pt x="15265" y="360527"/>
                </a:lnTo>
                <a:cubicBezTo>
                  <a:pt x="6834" y="360527"/>
                  <a:pt x="0" y="353693"/>
                  <a:pt x="0" y="345263"/>
                </a:cubicBezTo>
                <a:lnTo>
                  <a:pt x="0" y="1526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7" name="Text Lambdif">
            <a:extLst xmlns:a="http://schemas.openxmlformats.org/drawingml/2006/main">
              <a:ext uri="{FF2B5EF4-FFF2-40B4-BE49-F238E27FC236}">
                <a16:creationId xmlns:a16="http://schemas.microsoft.com/office/drawing/2014/main" id="{DAB0F3D9-EE7B-44C0-AA4F-624B9AC7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665" y="3752541"/>
            <a:ext cx="393194" cy="74268"/>
          </a:xfrm>
          <a:custGeom xmlns:a="http://schemas.openxmlformats.org/drawingml/2006/main">
            <a:pathLst>
              <a:path w="393194" h="74268">
                <a:moveTo>
                  <a:pt x="17810" y="61599"/>
                </a:moveTo>
                <a:lnTo>
                  <a:pt x="38374" y="61599"/>
                </a:lnTo>
                <a:lnTo>
                  <a:pt x="36263" y="73534"/>
                </a:lnTo>
                <a:lnTo>
                  <a:pt x="0" y="73534"/>
                </a:lnTo>
                <a:lnTo>
                  <a:pt x="11383" y="9088"/>
                </a:lnTo>
                <a:lnTo>
                  <a:pt x="27082" y="9088"/>
                </a:lnTo>
                <a:lnTo>
                  <a:pt x="17810" y="61599"/>
                </a:lnTo>
                <a:close/>
                <a:moveTo>
                  <a:pt x="45258" y="47829"/>
                </a:moveTo>
                <a:cubicBezTo>
                  <a:pt x="46177" y="42566"/>
                  <a:pt x="47983" y="37945"/>
                  <a:pt x="50675" y="33967"/>
                </a:cubicBezTo>
                <a:cubicBezTo>
                  <a:pt x="53369" y="29989"/>
                  <a:pt x="56612" y="26929"/>
                  <a:pt x="60407" y="24787"/>
                </a:cubicBezTo>
                <a:cubicBezTo>
                  <a:pt x="64201" y="22645"/>
                  <a:pt x="68210" y="21574"/>
                  <a:pt x="72433" y="21574"/>
                </a:cubicBezTo>
                <a:cubicBezTo>
                  <a:pt x="76044" y="21574"/>
                  <a:pt x="79073" y="22308"/>
                  <a:pt x="81521" y="23777"/>
                </a:cubicBezTo>
                <a:cubicBezTo>
                  <a:pt x="83970" y="25245"/>
                  <a:pt x="85745" y="27173"/>
                  <a:pt x="86846" y="29560"/>
                </a:cubicBezTo>
                <a:lnTo>
                  <a:pt x="88132" y="22308"/>
                </a:lnTo>
                <a:lnTo>
                  <a:pt x="103829" y="22308"/>
                </a:lnTo>
                <a:lnTo>
                  <a:pt x="94741" y="73534"/>
                </a:lnTo>
                <a:lnTo>
                  <a:pt x="79043" y="73534"/>
                </a:lnTo>
                <a:lnTo>
                  <a:pt x="80420" y="66282"/>
                </a:lnTo>
                <a:cubicBezTo>
                  <a:pt x="78462" y="68669"/>
                  <a:pt x="75983" y="70597"/>
                  <a:pt x="72983" y="72066"/>
                </a:cubicBezTo>
                <a:cubicBezTo>
                  <a:pt x="69985" y="73534"/>
                  <a:pt x="66680" y="74268"/>
                  <a:pt x="63068" y="74268"/>
                </a:cubicBezTo>
                <a:cubicBezTo>
                  <a:pt x="59458" y="74268"/>
                  <a:pt x="56260" y="73442"/>
                  <a:pt x="53476" y="71790"/>
                </a:cubicBezTo>
                <a:cubicBezTo>
                  <a:pt x="50691" y="70137"/>
                  <a:pt x="48533" y="67796"/>
                  <a:pt x="47002" y="64766"/>
                </a:cubicBezTo>
                <a:cubicBezTo>
                  <a:pt x="45473" y="61737"/>
                  <a:pt x="44708" y="58172"/>
                  <a:pt x="44708" y="54071"/>
                </a:cubicBezTo>
                <a:cubicBezTo>
                  <a:pt x="44708" y="52113"/>
                  <a:pt x="44891" y="50032"/>
                  <a:pt x="45258" y="47829"/>
                </a:cubicBezTo>
                <a:moveTo>
                  <a:pt x="83634" y="47920"/>
                </a:moveTo>
                <a:cubicBezTo>
                  <a:pt x="83817" y="46819"/>
                  <a:pt x="83908" y="45810"/>
                  <a:pt x="83908" y="44892"/>
                </a:cubicBezTo>
                <a:cubicBezTo>
                  <a:pt x="83908" y="41893"/>
                  <a:pt x="83036" y="39537"/>
                  <a:pt x="81291" y="37823"/>
                </a:cubicBezTo>
                <a:cubicBezTo>
                  <a:pt x="79548" y="36109"/>
                  <a:pt x="77329" y="35251"/>
                  <a:pt x="74636" y="35251"/>
                </a:cubicBezTo>
                <a:cubicBezTo>
                  <a:pt x="71515" y="35251"/>
                  <a:pt x="68669" y="36369"/>
                  <a:pt x="66098" y="38604"/>
                </a:cubicBezTo>
                <a:cubicBezTo>
                  <a:pt x="63528" y="40837"/>
                  <a:pt x="61907" y="43913"/>
                  <a:pt x="61233" y="47829"/>
                </a:cubicBezTo>
                <a:cubicBezTo>
                  <a:pt x="61049" y="48931"/>
                  <a:pt x="60957" y="49941"/>
                  <a:pt x="60957" y="50859"/>
                </a:cubicBezTo>
                <a:cubicBezTo>
                  <a:pt x="60957" y="53858"/>
                  <a:pt x="61830" y="56229"/>
                  <a:pt x="63574" y="57974"/>
                </a:cubicBezTo>
                <a:cubicBezTo>
                  <a:pt x="65318" y="59717"/>
                  <a:pt x="67507" y="60589"/>
                  <a:pt x="70138" y="60589"/>
                </a:cubicBezTo>
                <a:cubicBezTo>
                  <a:pt x="73259" y="60589"/>
                  <a:pt x="76105" y="59457"/>
                  <a:pt x="78675" y="57194"/>
                </a:cubicBezTo>
                <a:cubicBezTo>
                  <a:pt x="81246" y="54929"/>
                  <a:pt x="82899" y="51838"/>
                  <a:pt x="83634" y="47920"/>
                </a:cubicBezTo>
                <a:close/>
                <a:moveTo>
                  <a:pt x="180669" y="21757"/>
                </a:moveTo>
                <a:cubicBezTo>
                  <a:pt x="186177" y="21757"/>
                  <a:pt x="190476" y="23211"/>
                  <a:pt x="193566" y="26118"/>
                </a:cubicBezTo>
                <a:cubicBezTo>
                  <a:pt x="196657" y="29025"/>
                  <a:pt x="198203" y="33080"/>
                  <a:pt x="198203" y="38281"/>
                </a:cubicBezTo>
                <a:cubicBezTo>
                  <a:pt x="198203" y="39873"/>
                  <a:pt x="198019" y="41647"/>
                  <a:pt x="197652" y="43606"/>
                </a:cubicBezTo>
                <a:lnTo>
                  <a:pt x="192328" y="73534"/>
                </a:lnTo>
                <a:lnTo>
                  <a:pt x="176721" y="73534"/>
                </a:lnTo>
                <a:lnTo>
                  <a:pt x="181679" y="45718"/>
                </a:lnTo>
                <a:cubicBezTo>
                  <a:pt x="181801" y="45106"/>
                  <a:pt x="181862" y="44279"/>
                  <a:pt x="181862" y="43239"/>
                </a:cubicBezTo>
                <a:cubicBezTo>
                  <a:pt x="181862" y="40669"/>
                  <a:pt x="181143" y="38710"/>
                  <a:pt x="179705" y="37364"/>
                </a:cubicBezTo>
                <a:cubicBezTo>
                  <a:pt x="178267" y="36017"/>
                  <a:pt x="176262" y="35344"/>
                  <a:pt x="173691" y="35344"/>
                </a:cubicBezTo>
                <a:cubicBezTo>
                  <a:pt x="170632" y="35344"/>
                  <a:pt x="168062" y="36247"/>
                  <a:pt x="165980" y="38053"/>
                </a:cubicBezTo>
                <a:cubicBezTo>
                  <a:pt x="163899" y="39858"/>
                  <a:pt x="162583" y="42413"/>
                  <a:pt x="162032" y="45718"/>
                </a:cubicBezTo>
                <a:lnTo>
                  <a:pt x="157075" y="73534"/>
                </a:lnTo>
                <a:lnTo>
                  <a:pt x="141469" y="73534"/>
                </a:lnTo>
                <a:lnTo>
                  <a:pt x="146426" y="45718"/>
                </a:lnTo>
                <a:cubicBezTo>
                  <a:pt x="146548" y="45106"/>
                  <a:pt x="146610" y="44279"/>
                  <a:pt x="146610" y="43239"/>
                </a:cubicBezTo>
                <a:cubicBezTo>
                  <a:pt x="146610" y="40669"/>
                  <a:pt x="145891" y="38710"/>
                  <a:pt x="144452" y="37364"/>
                </a:cubicBezTo>
                <a:cubicBezTo>
                  <a:pt x="143014" y="36017"/>
                  <a:pt x="141010" y="35344"/>
                  <a:pt x="138440" y="35344"/>
                </a:cubicBezTo>
                <a:cubicBezTo>
                  <a:pt x="135380" y="35344"/>
                  <a:pt x="132809" y="36247"/>
                  <a:pt x="130727" y="38053"/>
                </a:cubicBezTo>
                <a:cubicBezTo>
                  <a:pt x="128647" y="39858"/>
                  <a:pt x="127331" y="42413"/>
                  <a:pt x="126780" y="45718"/>
                </a:cubicBezTo>
                <a:lnTo>
                  <a:pt x="126780" y="45259"/>
                </a:lnTo>
                <a:lnTo>
                  <a:pt x="121824" y="73534"/>
                </a:lnTo>
                <a:lnTo>
                  <a:pt x="106125" y="73534"/>
                </a:lnTo>
                <a:lnTo>
                  <a:pt x="115121" y="22308"/>
                </a:lnTo>
                <a:lnTo>
                  <a:pt x="130820" y="22308"/>
                </a:lnTo>
                <a:lnTo>
                  <a:pt x="129719" y="28826"/>
                </a:lnTo>
                <a:cubicBezTo>
                  <a:pt x="131677" y="26623"/>
                  <a:pt x="134049" y="24894"/>
                  <a:pt x="136833" y="23640"/>
                </a:cubicBezTo>
                <a:cubicBezTo>
                  <a:pt x="139618" y="22385"/>
                  <a:pt x="142632" y="21757"/>
                  <a:pt x="145876" y="21757"/>
                </a:cubicBezTo>
                <a:cubicBezTo>
                  <a:pt x="149792" y="21757"/>
                  <a:pt x="153112" y="22584"/>
                  <a:pt x="155835" y="24237"/>
                </a:cubicBezTo>
                <a:cubicBezTo>
                  <a:pt x="158559" y="25889"/>
                  <a:pt x="160503" y="28275"/>
                  <a:pt x="161665" y="31396"/>
                </a:cubicBezTo>
                <a:cubicBezTo>
                  <a:pt x="163930" y="28520"/>
                  <a:pt x="166745" y="26195"/>
                  <a:pt x="170111" y="24420"/>
                </a:cubicBezTo>
                <a:cubicBezTo>
                  <a:pt x="173478" y="22645"/>
                  <a:pt x="176997" y="21757"/>
                  <a:pt x="180669" y="21757"/>
                </a:cubicBezTo>
                <a:close/>
                <a:moveTo>
                  <a:pt x="226755" y="29560"/>
                </a:moveTo>
                <a:cubicBezTo>
                  <a:pt x="228713" y="27173"/>
                  <a:pt x="231192" y="25245"/>
                  <a:pt x="234190" y="23777"/>
                </a:cubicBezTo>
                <a:cubicBezTo>
                  <a:pt x="237189" y="22308"/>
                  <a:pt x="240463" y="21574"/>
                  <a:pt x="244013" y="21574"/>
                </a:cubicBezTo>
                <a:cubicBezTo>
                  <a:pt x="249522" y="21574"/>
                  <a:pt x="253975" y="23364"/>
                  <a:pt x="257371" y="26945"/>
                </a:cubicBezTo>
                <a:cubicBezTo>
                  <a:pt x="260768" y="30524"/>
                  <a:pt x="262466" y="35405"/>
                  <a:pt x="262466" y="41586"/>
                </a:cubicBezTo>
                <a:cubicBezTo>
                  <a:pt x="262466" y="43545"/>
                  <a:pt x="262282" y="45626"/>
                  <a:pt x="261915" y="47829"/>
                </a:cubicBezTo>
                <a:cubicBezTo>
                  <a:pt x="260997" y="53093"/>
                  <a:pt x="259192" y="57729"/>
                  <a:pt x="256498" y="61738"/>
                </a:cubicBezTo>
                <a:cubicBezTo>
                  <a:pt x="253806" y="65746"/>
                  <a:pt x="250562" y="68837"/>
                  <a:pt x="246767" y="71010"/>
                </a:cubicBezTo>
                <a:cubicBezTo>
                  <a:pt x="242973" y="73182"/>
                  <a:pt x="238964" y="74268"/>
                  <a:pt x="234741" y="74268"/>
                </a:cubicBezTo>
                <a:cubicBezTo>
                  <a:pt x="231131" y="74268"/>
                  <a:pt x="228101" y="73549"/>
                  <a:pt x="225653" y="72111"/>
                </a:cubicBezTo>
                <a:cubicBezTo>
                  <a:pt x="223205" y="70673"/>
                  <a:pt x="221430" y="68760"/>
                  <a:pt x="220328" y="66373"/>
                </a:cubicBezTo>
                <a:lnTo>
                  <a:pt x="219044" y="73534"/>
                </a:lnTo>
                <a:lnTo>
                  <a:pt x="203345" y="73534"/>
                </a:lnTo>
                <a:lnTo>
                  <a:pt x="215371" y="5599"/>
                </a:lnTo>
                <a:lnTo>
                  <a:pt x="231069" y="5599"/>
                </a:lnTo>
                <a:lnTo>
                  <a:pt x="226755" y="29560"/>
                </a:lnTo>
                <a:moveTo>
                  <a:pt x="246033" y="47829"/>
                </a:moveTo>
                <a:cubicBezTo>
                  <a:pt x="246217" y="46789"/>
                  <a:pt x="246309" y="45840"/>
                  <a:pt x="246309" y="44983"/>
                </a:cubicBezTo>
                <a:cubicBezTo>
                  <a:pt x="246309" y="41923"/>
                  <a:pt x="245437" y="39537"/>
                  <a:pt x="243692" y="37823"/>
                </a:cubicBezTo>
                <a:cubicBezTo>
                  <a:pt x="241948" y="36109"/>
                  <a:pt x="239729" y="35251"/>
                  <a:pt x="237037" y="35251"/>
                </a:cubicBezTo>
                <a:cubicBezTo>
                  <a:pt x="233915" y="35251"/>
                  <a:pt x="231069" y="36384"/>
                  <a:pt x="228498" y="38648"/>
                </a:cubicBezTo>
                <a:cubicBezTo>
                  <a:pt x="225928" y="40913"/>
                  <a:pt x="224276" y="44004"/>
                  <a:pt x="223542" y="47920"/>
                </a:cubicBezTo>
                <a:cubicBezTo>
                  <a:pt x="223358" y="49022"/>
                  <a:pt x="223266" y="50032"/>
                  <a:pt x="223266" y="50950"/>
                </a:cubicBezTo>
                <a:cubicBezTo>
                  <a:pt x="223266" y="53949"/>
                  <a:pt x="224122" y="56305"/>
                  <a:pt x="225836" y="58019"/>
                </a:cubicBezTo>
                <a:cubicBezTo>
                  <a:pt x="227550" y="59732"/>
                  <a:pt x="229753" y="60589"/>
                  <a:pt x="232446" y="60589"/>
                </a:cubicBezTo>
                <a:cubicBezTo>
                  <a:pt x="235567" y="60589"/>
                  <a:pt x="238428" y="59442"/>
                  <a:pt x="241029" y="57147"/>
                </a:cubicBezTo>
                <a:cubicBezTo>
                  <a:pt x="243631" y="54852"/>
                  <a:pt x="245299" y="51746"/>
                  <a:pt x="246033" y="47829"/>
                </a:cubicBezTo>
                <a:close/>
                <a:moveTo>
                  <a:pt x="267147" y="47829"/>
                </a:moveTo>
                <a:cubicBezTo>
                  <a:pt x="268066" y="42566"/>
                  <a:pt x="269872" y="37945"/>
                  <a:pt x="272564" y="33967"/>
                </a:cubicBezTo>
                <a:cubicBezTo>
                  <a:pt x="275258" y="29989"/>
                  <a:pt x="278501" y="26929"/>
                  <a:pt x="282296" y="24787"/>
                </a:cubicBezTo>
                <a:cubicBezTo>
                  <a:pt x="286090" y="22645"/>
                  <a:pt x="290099" y="21574"/>
                  <a:pt x="294322" y="21574"/>
                </a:cubicBezTo>
                <a:cubicBezTo>
                  <a:pt x="297688" y="21574"/>
                  <a:pt x="300641" y="22278"/>
                  <a:pt x="303180" y="23685"/>
                </a:cubicBezTo>
                <a:cubicBezTo>
                  <a:pt x="305721" y="25092"/>
                  <a:pt x="307572" y="26989"/>
                  <a:pt x="308735" y="29376"/>
                </a:cubicBezTo>
                <a:lnTo>
                  <a:pt x="312958" y="5599"/>
                </a:lnTo>
                <a:lnTo>
                  <a:pt x="328657" y="5599"/>
                </a:lnTo>
                <a:lnTo>
                  <a:pt x="316630" y="73534"/>
                </a:lnTo>
                <a:lnTo>
                  <a:pt x="300932" y="73534"/>
                </a:lnTo>
                <a:lnTo>
                  <a:pt x="302217" y="66190"/>
                </a:lnTo>
                <a:cubicBezTo>
                  <a:pt x="300258" y="68638"/>
                  <a:pt x="297810" y="70597"/>
                  <a:pt x="294872" y="72066"/>
                </a:cubicBezTo>
                <a:cubicBezTo>
                  <a:pt x="291935" y="73534"/>
                  <a:pt x="288661" y="74268"/>
                  <a:pt x="285050" y="74268"/>
                </a:cubicBezTo>
                <a:cubicBezTo>
                  <a:pt x="281438" y="74268"/>
                  <a:pt x="278240" y="73442"/>
                  <a:pt x="275456" y="71790"/>
                </a:cubicBezTo>
                <a:cubicBezTo>
                  <a:pt x="272672" y="70137"/>
                  <a:pt x="270499" y="67781"/>
                  <a:pt x="268938" y="64722"/>
                </a:cubicBezTo>
                <a:cubicBezTo>
                  <a:pt x="267377" y="61661"/>
                  <a:pt x="266597" y="58081"/>
                  <a:pt x="266597" y="53980"/>
                </a:cubicBezTo>
                <a:cubicBezTo>
                  <a:pt x="266597" y="52083"/>
                  <a:pt x="266780" y="50032"/>
                  <a:pt x="267147" y="47829"/>
                </a:cubicBezTo>
                <a:moveTo>
                  <a:pt x="305523" y="47920"/>
                </a:moveTo>
                <a:cubicBezTo>
                  <a:pt x="305706" y="46819"/>
                  <a:pt x="305797" y="45810"/>
                  <a:pt x="305797" y="44892"/>
                </a:cubicBezTo>
                <a:cubicBezTo>
                  <a:pt x="305797" y="41893"/>
                  <a:pt x="304925" y="39537"/>
                  <a:pt x="303180" y="37823"/>
                </a:cubicBezTo>
                <a:cubicBezTo>
                  <a:pt x="301437" y="36109"/>
                  <a:pt x="299218" y="35251"/>
                  <a:pt x="296525" y="35251"/>
                </a:cubicBezTo>
                <a:cubicBezTo>
                  <a:pt x="293404" y="35251"/>
                  <a:pt x="290558" y="36369"/>
                  <a:pt x="287987" y="38604"/>
                </a:cubicBezTo>
                <a:cubicBezTo>
                  <a:pt x="285417" y="40837"/>
                  <a:pt x="283795" y="43913"/>
                  <a:pt x="283122" y="47829"/>
                </a:cubicBezTo>
                <a:cubicBezTo>
                  <a:pt x="282938" y="48931"/>
                  <a:pt x="282846" y="49941"/>
                  <a:pt x="282846" y="50859"/>
                </a:cubicBezTo>
                <a:cubicBezTo>
                  <a:pt x="282846" y="53858"/>
                  <a:pt x="283718" y="56229"/>
                  <a:pt x="285463" y="57974"/>
                </a:cubicBezTo>
                <a:cubicBezTo>
                  <a:pt x="287207" y="59717"/>
                  <a:pt x="289395" y="60589"/>
                  <a:pt x="292027" y="60589"/>
                </a:cubicBezTo>
                <a:cubicBezTo>
                  <a:pt x="295148" y="60589"/>
                  <a:pt x="297994" y="59457"/>
                  <a:pt x="300564" y="57194"/>
                </a:cubicBezTo>
                <a:cubicBezTo>
                  <a:pt x="303135" y="54929"/>
                  <a:pt x="304788" y="51838"/>
                  <a:pt x="305523" y="47920"/>
                </a:cubicBezTo>
                <a:close/>
                <a:moveTo>
                  <a:pt x="345915" y="16983"/>
                </a:moveTo>
                <a:cubicBezTo>
                  <a:pt x="343467" y="16983"/>
                  <a:pt x="341524" y="16326"/>
                  <a:pt x="340086" y="15010"/>
                </a:cubicBezTo>
                <a:cubicBezTo>
                  <a:pt x="338648" y="13694"/>
                  <a:pt x="337929" y="12026"/>
                  <a:pt x="337929" y="10006"/>
                </a:cubicBezTo>
                <a:cubicBezTo>
                  <a:pt x="337929" y="7252"/>
                  <a:pt x="338999" y="4896"/>
                  <a:pt x="341141" y="2938"/>
                </a:cubicBezTo>
                <a:cubicBezTo>
                  <a:pt x="343283" y="979"/>
                  <a:pt x="345884" y="0"/>
                  <a:pt x="348945" y="0"/>
                </a:cubicBezTo>
                <a:cubicBezTo>
                  <a:pt x="351393" y="0"/>
                  <a:pt x="353321" y="658"/>
                  <a:pt x="354728" y="1974"/>
                </a:cubicBezTo>
                <a:cubicBezTo>
                  <a:pt x="356136" y="3290"/>
                  <a:pt x="356840" y="4988"/>
                  <a:pt x="356840" y="7068"/>
                </a:cubicBezTo>
                <a:cubicBezTo>
                  <a:pt x="356840" y="9762"/>
                  <a:pt x="355768" y="12088"/>
                  <a:pt x="353626" y="14046"/>
                </a:cubicBezTo>
                <a:cubicBezTo>
                  <a:pt x="351485" y="16004"/>
                  <a:pt x="348914" y="16983"/>
                  <a:pt x="345915" y="16983"/>
                </a:cubicBezTo>
                <a:moveTo>
                  <a:pt x="352709" y="22308"/>
                </a:moveTo>
                <a:lnTo>
                  <a:pt x="343713" y="73534"/>
                </a:lnTo>
                <a:lnTo>
                  <a:pt x="328014" y="73534"/>
                </a:lnTo>
                <a:lnTo>
                  <a:pt x="337010" y="22308"/>
                </a:lnTo>
                <a:lnTo>
                  <a:pt x="352709" y="22308"/>
                </a:lnTo>
                <a:close/>
                <a:moveTo>
                  <a:pt x="390899" y="14963"/>
                </a:moveTo>
                <a:cubicBezTo>
                  <a:pt x="387901" y="14779"/>
                  <a:pt x="385712" y="15208"/>
                  <a:pt x="384335" y="16249"/>
                </a:cubicBezTo>
                <a:cubicBezTo>
                  <a:pt x="382958" y="17290"/>
                  <a:pt x="382025" y="19156"/>
                  <a:pt x="381535" y="21848"/>
                </a:cubicBezTo>
                <a:lnTo>
                  <a:pt x="381444" y="22308"/>
                </a:lnTo>
                <a:lnTo>
                  <a:pt x="389889" y="22308"/>
                </a:lnTo>
                <a:lnTo>
                  <a:pt x="387595" y="35344"/>
                </a:lnTo>
                <a:lnTo>
                  <a:pt x="379148" y="35344"/>
                </a:lnTo>
                <a:lnTo>
                  <a:pt x="372446" y="73534"/>
                </a:lnTo>
                <a:lnTo>
                  <a:pt x="356656" y="73534"/>
                </a:lnTo>
                <a:lnTo>
                  <a:pt x="363358" y="35344"/>
                </a:lnTo>
                <a:lnTo>
                  <a:pt x="357666" y="35344"/>
                </a:lnTo>
                <a:lnTo>
                  <a:pt x="359961" y="22308"/>
                </a:lnTo>
                <a:lnTo>
                  <a:pt x="365654" y="22308"/>
                </a:lnTo>
                <a:lnTo>
                  <a:pt x="365928" y="20838"/>
                </a:lnTo>
                <a:cubicBezTo>
                  <a:pt x="367091" y="14535"/>
                  <a:pt x="369768" y="9746"/>
                  <a:pt x="373961" y="6472"/>
                </a:cubicBezTo>
                <a:cubicBezTo>
                  <a:pt x="378154" y="3198"/>
                  <a:pt x="383739" y="1561"/>
                  <a:pt x="390716" y="1561"/>
                </a:cubicBezTo>
                <a:cubicBezTo>
                  <a:pt x="391818" y="1561"/>
                  <a:pt x="392644" y="1591"/>
                  <a:pt x="393194" y="1652"/>
                </a:cubicBezTo>
                <a:lnTo>
                  <a:pt x="390899" y="149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" name="Text ymisinter">
            <a:extLst xmlns:a="http://schemas.openxmlformats.org/drawingml/2006/main">
              <a:ext uri="{FF2B5EF4-FFF2-40B4-BE49-F238E27FC236}">
                <a16:creationId xmlns:a16="http://schemas.microsoft.com/office/drawing/2014/main" id="{E337E04D-F58F-428D-8627-CC4714C2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4892" y="3752541"/>
            <a:ext cx="479397" cy="97862"/>
          </a:xfrm>
          <a:custGeom xmlns:a="http://schemas.openxmlformats.org/drawingml/2006/main">
            <a:pathLst>
              <a:path w="479397" h="97862">
                <a:moveTo>
                  <a:pt x="21665" y="22308"/>
                </a:moveTo>
                <a:lnTo>
                  <a:pt x="27907" y="54347"/>
                </a:lnTo>
                <a:lnTo>
                  <a:pt x="45350" y="22308"/>
                </a:lnTo>
                <a:lnTo>
                  <a:pt x="62333" y="22308"/>
                </a:lnTo>
                <a:lnTo>
                  <a:pt x="16891" y="97862"/>
                </a:lnTo>
                <a:lnTo>
                  <a:pt x="0" y="97862"/>
                </a:lnTo>
                <a:lnTo>
                  <a:pt x="16340" y="71790"/>
                </a:lnTo>
                <a:lnTo>
                  <a:pt x="4222" y="22308"/>
                </a:lnTo>
                <a:lnTo>
                  <a:pt x="21665" y="22308"/>
                </a:lnTo>
                <a:close/>
                <a:moveTo>
                  <a:pt x="154688" y="21757"/>
                </a:moveTo>
                <a:cubicBezTo>
                  <a:pt x="160196" y="21757"/>
                  <a:pt x="164495" y="23211"/>
                  <a:pt x="167585" y="26118"/>
                </a:cubicBezTo>
                <a:cubicBezTo>
                  <a:pt x="170676" y="29025"/>
                  <a:pt x="172222" y="33080"/>
                  <a:pt x="172222" y="38281"/>
                </a:cubicBezTo>
                <a:cubicBezTo>
                  <a:pt x="172222" y="39873"/>
                  <a:pt x="172038" y="41647"/>
                  <a:pt x="171671" y="43606"/>
                </a:cubicBezTo>
                <a:lnTo>
                  <a:pt x="166347" y="73534"/>
                </a:lnTo>
                <a:lnTo>
                  <a:pt x="150740" y="73534"/>
                </a:lnTo>
                <a:lnTo>
                  <a:pt x="155698" y="45718"/>
                </a:lnTo>
                <a:cubicBezTo>
                  <a:pt x="155820" y="45106"/>
                  <a:pt x="155881" y="44279"/>
                  <a:pt x="155881" y="43239"/>
                </a:cubicBezTo>
                <a:cubicBezTo>
                  <a:pt x="155881" y="40669"/>
                  <a:pt x="155162" y="38710"/>
                  <a:pt x="153724" y="37364"/>
                </a:cubicBezTo>
                <a:cubicBezTo>
                  <a:pt x="152286" y="36017"/>
                  <a:pt x="150281" y="35344"/>
                  <a:pt x="147710" y="35344"/>
                </a:cubicBezTo>
                <a:cubicBezTo>
                  <a:pt x="144651" y="35344"/>
                  <a:pt x="142081" y="36247"/>
                  <a:pt x="139999" y="38053"/>
                </a:cubicBezTo>
                <a:cubicBezTo>
                  <a:pt x="137918" y="39858"/>
                  <a:pt x="136602" y="42413"/>
                  <a:pt x="136051" y="45718"/>
                </a:cubicBezTo>
                <a:lnTo>
                  <a:pt x="131094" y="73534"/>
                </a:lnTo>
                <a:lnTo>
                  <a:pt x="115488" y="73534"/>
                </a:lnTo>
                <a:lnTo>
                  <a:pt x="120445" y="45718"/>
                </a:lnTo>
                <a:cubicBezTo>
                  <a:pt x="120567" y="45106"/>
                  <a:pt x="120629" y="44279"/>
                  <a:pt x="120629" y="43239"/>
                </a:cubicBezTo>
                <a:cubicBezTo>
                  <a:pt x="120629" y="40669"/>
                  <a:pt x="119909" y="38710"/>
                  <a:pt x="118471" y="37364"/>
                </a:cubicBezTo>
                <a:cubicBezTo>
                  <a:pt x="117033" y="36017"/>
                  <a:pt x="115029" y="35344"/>
                  <a:pt x="112459" y="35344"/>
                </a:cubicBezTo>
                <a:cubicBezTo>
                  <a:pt x="109399" y="35344"/>
                  <a:pt x="106828" y="36247"/>
                  <a:pt x="104746" y="38053"/>
                </a:cubicBezTo>
                <a:cubicBezTo>
                  <a:pt x="102665" y="39858"/>
                  <a:pt x="101350" y="42413"/>
                  <a:pt x="100799" y="45718"/>
                </a:cubicBezTo>
                <a:lnTo>
                  <a:pt x="100799" y="45259"/>
                </a:lnTo>
                <a:lnTo>
                  <a:pt x="95843" y="73534"/>
                </a:lnTo>
                <a:lnTo>
                  <a:pt x="80144" y="73534"/>
                </a:lnTo>
                <a:lnTo>
                  <a:pt x="89140" y="22308"/>
                </a:lnTo>
                <a:lnTo>
                  <a:pt x="104839" y="22308"/>
                </a:lnTo>
                <a:lnTo>
                  <a:pt x="103738" y="28826"/>
                </a:lnTo>
                <a:cubicBezTo>
                  <a:pt x="105696" y="26623"/>
                  <a:pt x="108067" y="24894"/>
                  <a:pt x="110852" y="23640"/>
                </a:cubicBezTo>
                <a:cubicBezTo>
                  <a:pt x="113637" y="22385"/>
                  <a:pt x="116651" y="21757"/>
                  <a:pt x="119895" y="21757"/>
                </a:cubicBezTo>
                <a:cubicBezTo>
                  <a:pt x="123811" y="21757"/>
                  <a:pt x="127131" y="22584"/>
                  <a:pt x="129854" y="24237"/>
                </a:cubicBezTo>
                <a:cubicBezTo>
                  <a:pt x="132578" y="25889"/>
                  <a:pt x="134522" y="28275"/>
                  <a:pt x="135684" y="31396"/>
                </a:cubicBezTo>
                <a:cubicBezTo>
                  <a:pt x="137949" y="28520"/>
                  <a:pt x="140764" y="26195"/>
                  <a:pt x="144130" y="24420"/>
                </a:cubicBezTo>
                <a:cubicBezTo>
                  <a:pt x="147497" y="22645"/>
                  <a:pt x="151016" y="21757"/>
                  <a:pt x="154688" y="21757"/>
                </a:cubicBezTo>
                <a:close/>
                <a:moveTo>
                  <a:pt x="195265" y="16983"/>
                </a:moveTo>
                <a:cubicBezTo>
                  <a:pt x="192817" y="16983"/>
                  <a:pt x="190874" y="16326"/>
                  <a:pt x="189436" y="15010"/>
                </a:cubicBezTo>
                <a:cubicBezTo>
                  <a:pt x="187998" y="13694"/>
                  <a:pt x="187279" y="12026"/>
                  <a:pt x="187279" y="10006"/>
                </a:cubicBezTo>
                <a:cubicBezTo>
                  <a:pt x="187279" y="7252"/>
                  <a:pt x="188349" y="4896"/>
                  <a:pt x="190491" y="2938"/>
                </a:cubicBezTo>
                <a:cubicBezTo>
                  <a:pt x="192633" y="979"/>
                  <a:pt x="195234" y="0"/>
                  <a:pt x="198295" y="0"/>
                </a:cubicBezTo>
                <a:cubicBezTo>
                  <a:pt x="200743" y="0"/>
                  <a:pt x="202671" y="658"/>
                  <a:pt x="204079" y="1974"/>
                </a:cubicBezTo>
                <a:cubicBezTo>
                  <a:pt x="205486" y="3290"/>
                  <a:pt x="206190" y="4988"/>
                  <a:pt x="206190" y="7068"/>
                </a:cubicBezTo>
                <a:cubicBezTo>
                  <a:pt x="206190" y="9762"/>
                  <a:pt x="205119" y="12088"/>
                  <a:pt x="202976" y="14046"/>
                </a:cubicBezTo>
                <a:cubicBezTo>
                  <a:pt x="200835" y="16004"/>
                  <a:pt x="198264" y="16983"/>
                  <a:pt x="195265" y="16983"/>
                </a:cubicBezTo>
                <a:moveTo>
                  <a:pt x="202059" y="22308"/>
                </a:moveTo>
                <a:lnTo>
                  <a:pt x="193063" y="73534"/>
                </a:lnTo>
                <a:lnTo>
                  <a:pt x="177364" y="73534"/>
                </a:lnTo>
                <a:lnTo>
                  <a:pt x="186360" y="22308"/>
                </a:lnTo>
                <a:lnTo>
                  <a:pt x="202059" y="22308"/>
                </a:lnTo>
                <a:close/>
                <a:moveTo>
                  <a:pt x="225743" y="74268"/>
                </a:moveTo>
                <a:cubicBezTo>
                  <a:pt x="221704" y="74268"/>
                  <a:pt x="218078" y="73626"/>
                  <a:pt x="214865" y="72341"/>
                </a:cubicBezTo>
                <a:cubicBezTo>
                  <a:pt x="211652" y="71056"/>
                  <a:pt x="209128" y="69266"/>
                  <a:pt x="207291" y="66971"/>
                </a:cubicBezTo>
                <a:cubicBezTo>
                  <a:pt x="205455" y="64676"/>
                  <a:pt x="204537" y="62028"/>
                  <a:pt x="204537" y="59029"/>
                </a:cubicBezTo>
                <a:cubicBezTo>
                  <a:pt x="204537" y="58601"/>
                  <a:pt x="204598" y="57836"/>
                  <a:pt x="204722" y="56734"/>
                </a:cubicBezTo>
                <a:lnTo>
                  <a:pt x="219868" y="56734"/>
                </a:lnTo>
                <a:cubicBezTo>
                  <a:pt x="219746" y="58632"/>
                  <a:pt x="220312" y="60147"/>
                  <a:pt x="221566" y="61278"/>
                </a:cubicBezTo>
                <a:cubicBezTo>
                  <a:pt x="222821" y="62410"/>
                  <a:pt x="224612" y="62976"/>
                  <a:pt x="226937" y="62976"/>
                </a:cubicBezTo>
                <a:cubicBezTo>
                  <a:pt x="228895" y="62976"/>
                  <a:pt x="230517" y="62609"/>
                  <a:pt x="231802" y="61875"/>
                </a:cubicBezTo>
                <a:cubicBezTo>
                  <a:pt x="233088" y="61140"/>
                  <a:pt x="233731" y="60100"/>
                  <a:pt x="233731" y="58754"/>
                </a:cubicBezTo>
                <a:cubicBezTo>
                  <a:pt x="233731" y="57468"/>
                  <a:pt x="233042" y="56443"/>
                  <a:pt x="231665" y="55678"/>
                </a:cubicBezTo>
                <a:cubicBezTo>
                  <a:pt x="230288" y="54913"/>
                  <a:pt x="228009" y="53980"/>
                  <a:pt x="224826" y="52878"/>
                </a:cubicBezTo>
                <a:cubicBezTo>
                  <a:pt x="221521" y="51777"/>
                  <a:pt x="218752" y="50691"/>
                  <a:pt x="216518" y="49619"/>
                </a:cubicBezTo>
                <a:cubicBezTo>
                  <a:pt x="214284" y="48548"/>
                  <a:pt x="212371" y="47003"/>
                  <a:pt x="210780" y="44984"/>
                </a:cubicBezTo>
                <a:cubicBezTo>
                  <a:pt x="209189" y="42964"/>
                  <a:pt x="208393" y="40424"/>
                  <a:pt x="208393" y="37364"/>
                </a:cubicBezTo>
                <a:cubicBezTo>
                  <a:pt x="208393" y="34365"/>
                  <a:pt x="209280" y="31657"/>
                  <a:pt x="211055" y="29239"/>
                </a:cubicBezTo>
                <a:cubicBezTo>
                  <a:pt x="212830" y="26821"/>
                  <a:pt x="215324" y="24940"/>
                  <a:pt x="218536" y="23594"/>
                </a:cubicBezTo>
                <a:cubicBezTo>
                  <a:pt x="221750" y="22247"/>
                  <a:pt x="225468" y="21574"/>
                  <a:pt x="229691" y="21574"/>
                </a:cubicBezTo>
                <a:cubicBezTo>
                  <a:pt x="233914" y="21574"/>
                  <a:pt x="237586" y="22263"/>
                  <a:pt x="240707" y="23640"/>
                </a:cubicBezTo>
                <a:cubicBezTo>
                  <a:pt x="243829" y="25017"/>
                  <a:pt x="246247" y="26929"/>
                  <a:pt x="247960" y="29378"/>
                </a:cubicBezTo>
                <a:cubicBezTo>
                  <a:pt x="249674" y="31825"/>
                  <a:pt x="250531" y="34579"/>
                  <a:pt x="250531" y="37638"/>
                </a:cubicBezTo>
                <a:lnTo>
                  <a:pt x="250438" y="39015"/>
                </a:lnTo>
                <a:lnTo>
                  <a:pt x="236209" y="39015"/>
                </a:lnTo>
                <a:cubicBezTo>
                  <a:pt x="236331" y="37179"/>
                  <a:pt x="235780" y="35711"/>
                  <a:pt x="234556" y="34610"/>
                </a:cubicBezTo>
                <a:cubicBezTo>
                  <a:pt x="233333" y="33508"/>
                  <a:pt x="231589" y="32957"/>
                  <a:pt x="229324" y="32957"/>
                </a:cubicBezTo>
                <a:cubicBezTo>
                  <a:pt x="227550" y="32957"/>
                  <a:pt x="226096" y="33324"/>
                  <a:pt x="224963" y="34059"/>
                </a:cubicBezTo>
                <a:cubicBezTo>
                  <a:pt x="223831" y="34793"/>
                  <a:pt x="223265" y="35803"/>
                  <a:pt x="223265" y="37088"/>
                </a:cubicBezTo>
                <a:cubicBezTo>
                  <a:pt x="223265" y="38434"/>
                  <a:pt x="224015" y="39552"/>
                  <a:pt x="225514" y="40440"/>
                </a:cubicBezTo>
                <a:cubicBezTo>
                  <a:pt x="227014" y="41327"/>
                  <a:pt x="229355" y="42321"/>
                  <a:pt x="232537" y="43422"/>
                </a:cubicBezTo>
                <a:cubicBezTo>
                  <a:pt x="235842" y="44524"/>
                  <a:pt x="238581" y="45611"/>
                  <a:pt x="240753" y="46682"/>
                </a:cubicBezTo>
                <a:cubicBezTo>
                  <a:pt x="242926" y="47753"/>
                  <a:pt x="244793" y="49252"/>
                  <a:pt x="246354" y="51180"/>
                </a:cubicBezTo>
                <a:cubicBezTo>
                  <a:pt x="247914" y="53108"/>
                  <a:pt x="248694" y="55510"/>
                  <a:pt x="248694" y="58387"/>
                </a:cubicBezTo>
                <a:cubicBezTo>
                  <a:pt x="248694" y="61692"/>
                  <a:pt x="247700" y="64538"/>
                  <a:pt x="245711" y="66925"/>
                </a:cubicBezTo>
                <a:cubicBezTo>
                  <a:pt x="243721" y="69311"/>
                  <a:pt x="240998" y="71132"/>
                  <a:pt x="237540" y="72387"/>
                </a:cubicBezTo>
                <a:cubicBezTo>
                  <a:pt x="234083" y="73641"/>
                  <a:pt x="230150" y="74268"/>
                  <a:pt x="225743" y="74268"/>
                </a:cubicBezTo>
                <a:close/>
                <a:moveTo>
                  <a:pt x="273573" y="16983"/>
                </a:moveTo>
                <a:cubicBezTo>
                  <a:pt x="271125" y="16983"/>
                  <a:pt x="269183" y="16326"/>
                  <a:pt x="267744" y="15010"/>
                </a:cubicBezTo>
                <a:cubicBezTo>
                  <a:pt x="266306" y="13694"/>
                  <a:pt x="265587" y="12026"/>
                  <a:pt x="265587" y="10006"/>
                </a:cubicBezTo>
                <a:cubicBezTo>
                  <a:pt x="265587" y="7252"/>
                  <a:pt x="266658" y="4896"/>
                  <a:pt x="268799" y="2938"/>
                </a:cubicBezTo>
                <a:cubicBezTo>
                  <a:pt x="270941" y="979"/>
                  <a:pt x="273543" y="0"/>
                  <a:pt x="276603" y="0"/>
                </a:cubicBezTo>
                <a:cubicBezTo>
                  <a:pt x="279052" y="0"/>
                  <a:pt x="280980" y="658"/>
                  <a:pt x="282387" y="1974"/>
                </a:cubicBezTo>
                <a:cubicBezTo>
                  <a:pt x="283794" y="3290"/>
                  <a:pt x="284498" y="4988"/>
                  <a:pt x="284498" y="7068"/>
                </a:cubicBezTo>
                <a:cubicBezTo>
                  <a:pt x="284498" y="9762"/>
                  <a:pt x="283427" y="12088"/>
                  <a:pt x="281285" y="14046"/>
                </a:cubicBezTo>
                <a:cubicBezTo>
                  <a:pt x="279143" y="16004"/>
                  <a:pt x="276573" y="16983"/>
                  <a:pt x="273573" y="16983"/>
                </a:cubicBezTo>
                <a:moveTo>
                  <a:pt x="280367" y="22308"/>
                </a:moveTo>
                <a:lnTo>
                  <a:pt x="271371" y="73534"/>
                </a:lnTo>
                <a:lnTo>
                  <a:pt x="255672" y="73534"/>
                </a:lnTo>
                <a:lnTo>
                  <a:pt x="264668" y="22308"/>
                </a:lnTo>
                <a:lnTo>
                  <a:pt x="280367" y="22308"/>
                </a:lnTo>
                <a:close/>
                <a:moveTo>
                  <a:pt x="323056" y="21757"/>
                </a:moveTo>
                <a:cubicBezTo>
                  <a:pt x="328196" y="21757"/>
                  <a:pt x="332236" y="23196"/>
                  <a:pt x="335174" y="26072"/>
                </a:cubicBezTo>
                <a:cubicBezTo>
                  <a:pt x="338112" y="28948"/>
                  <a:pt x="339581" y="32957"/>
                  <a:pt x="339581" y="38098"/>
                </a:cubicBezTo>
                <a:cubicBezTo>
                  <a:pt x="339581" y="39811"/>
                  <a:pt x="339397" y="41647"/>
                  <a:pt x="339029" y="43606"/>
                </a:cubicBezTo>
                <a:lnTo>
                  <a:pt x="333704" y="73534"/>
                </a:lnTo>
                <a:lnTo>
                  <a:pt x="318098" y="73534"/>
                </a:lnTo>
                <a:lnTo>
                  <a:pt x="323056" y="45718"/>
                </a:lnTo>
                <a:cubicBezTo>
                  <a:pt x="323239" y="44677"/>
                  <a:pt x="323331" y="43759"/>
                  <a:pt x="323331" y="42964"/>
                </a:cubicBezTo>
                <a:cubicBezTo>
                  <a:pt x="323331" y="40393"/>
                  <a:pt x="322612" y="38404"/>
                  <a:pt x="321174" y="36997"/>
                </a:cubicBezTo>
                <a:cubicBezTo>
                  <a:pt x="319736" y="35589"/>
                  <a:pt x="317732" y="34884"/>
                  <a:pt x="315161" y="34884"/>
                </a:cubicBezTo>
                <a:cubicBezTo>
                  <a:pt x="312100" y="34884"/>
                  <a:pt x="309530" y="35833"/>
                  <a:pt x="307449" y="37731"/>
                </a:cubicBezTo>
                <a:cubicBezTo>
                  <a:pt x="305368" y="39628"/>
                  <a:pt x="304022" y="42291"/>
                  <a:pt x="303409" y="45718"/>
                </a:cubicBezTo>
                <a:lnTo>
                  <a:pt x="303409" y="45259"/>
                </a:lnTo>
                <a:lnTo>
                  <a:pt x="298453" y="73534"/>
                </a:lnTo>
                <a:lnTo>
                  <a:pt x="282754" y="73534"/>
                </a:lnTo>
                <a:lnTo>
                  <a:pt x="291750" y="22308"/>
                </a:lnTo>
                <a:lnTo>
                  <a:pt x="307449" y="22308"/>
                </a:lnTo>
                <a:lnTo>
                  <a:pt x="306256" y="29193"/>
                </a:lnTo>
                <a:cubicBezTo>
                  <a:pt x="308276" y="26928"/>
                  <a:pt x="310739" y="25123"/>
                  <a:pt x="313646" y="23777"/>
                </a:cubicBezTo>
                <a:cubicBezTo>
                  <a:pt x="316553" y="22431"/>
                  <a:pt x="319690" y="21757"/>
                  <a:pt x="323056" y="21757"/>
                </a:cubicBezTo>
                <a:close/>
                <a:moveTo>
                  <a:pt x="365928" y="55908"/>
                </a:moveTo>
                <a:cubicBezTo>
                  <a:pt x="365867" y="56214"/>
                  <a:pt x="365836" y="56612"/>
                  <a:pt x="365836" y="57101"/>
                </a:cubicBezTo>
                <a:cubicBezTo>
                  <a:pt x="365836" y="58203"/>
                  <a:pt x="366158" y="58999"/>
                  <a:pt x="366800" y="59488"/>
                </a:cubicBezTo>
                <a:cubicBezTo>
                  <a:pt x="367443" y="59978"/>
                  <a:pt x="368498" y="60222"/>
                  <a:pt x="369967" y="60222"/>
                </a:cubicBezTo>
                <a:lnTo>
                  <a:pt x="375568" y="60222"/>
                </a:lnTo>
                <a:lnTo>
                  <a:pt x="373181" y="73534"/>
                </a:lnTo>
                <a:lnTo>
                  <a:pt x="365193" y="73534"/>
                </a:lnTo>
                <a:cubicBezTo>
                  <a:pt x="354912" y="73534"/>
                  <a:pt x="349771" y="69219"/>
                  <a:pt x="349771" y="60589"/>
                </a:cubicBezTo>
                <a:cubicBezTo>
                  <a:pt x="349771" y="59304"/>
                  <a:pt x="349924" y="57683"/>
                  <a:pt x="350230" y="55724"/>
                </a:cubicBezTo>
                <a:lnTo>
                  <a:pt x="353902" y="35344"/>
                </a:lnTo>
                <a:lnTo>
                  <a:pt x="347660" y="35344"/>
                </a:lnTo>
                <a:lnTo>
                  <a:pt x="349954" y="22308"/>
                </a:lnTo>
                <a:lnTo>
                  <a:pt x="356196" y="22308"/>
                </a:lnTo>
                <a:lnTo>
                  <a:pt x="358400" y="9822"/>
                </a:lnTo>
                <a:lnTo>
                  <a:pt x="374098" y="9822"/>
                </a:lnTo>
                <a:lnTo>
                  <a:pt x="371895" y="22308"/>
                </a:lnTo>
                <a:lnTo>
                  <a:pt x="382177" y="22308"/>
                </a:lnTo>
                <a:lnTo>
                  <a:pt x="379882" y="35344"/>
                </a:lnTo>
                <a:lnTo>
                  <a:pt x="369600" y="35344"/>
                </a:lnTo>
                <a:lnTo>
                  <a:pt x="365928" y="55908"/>
                </a:lnTo>
                <a:close/>
                <a:moveTo>
                  <a:pt x="413849" y="21574"/>
                </a:moveTo>
                <a:cubicBezTo>
                  <a:pt x="420459" y="21574"/>
                  <a:pt x="425706" y="23364"/>
                  <a:pt x="429592" y="26945"/>
                </a:cubicBezTo>
                <a:cubicBezTo>
                  <a:pt x="433479" y="30524"/>
                  <a:pt x="435422" y="35405"/>
                  <a:pt x="435422" y="41586"/>
                </a:cubicBezTo>
                <a:cubicBezTo>
                  <a:pt x="435422" y="43606"/>
                  <a:pt x="435270" y="45411"/>
                  <a:pt x="434964" y="47003"/>
                </a:cubicBezTo>
                <a:cubicBezTo>
                  <a:pt x="434720" y="48410"/>
                  <a:pt x="434352" y="49909"/>
                  <a:pt x="433862" y="51501"/>
                </a:cubicBezTo>
                <a:lnTo>
                  <a:pt x="398335" y="51501"/>
                </a:lnTo>
                <a:cubicBezTo>
                  <a:pt x="398273" y="51869"/>
                  <a:pt x="398242" y="52451"/>
                  <a:pt x="398242" y="53246"/>
                </a:cubicBezTo>
                <a:cubicBezTo>
                  <a:pt x="398242" y="55939"/>
                  <a:pt x="398977" y="57989"/>
                  <a:pt x="400446" y="59397"/>
                </a:cubicBezTo>
                <a:cubicBezTo>
                  <a:pt x="401915" y="60804"/>
                  <a:pt x="403873" y="61508"/>
                  <a:pt x="406321" y="61508"/>
                </a:cubicBezTo>
                <a:cubicBezTo>
                  <a:pt x="410238" y="61508"/>
                  <a:pt x="413237" y="59856"/>
                  <a:pt x="415318" y="56551"/>
                </a:cubicBezTo>
                <a:lnTo>
                  <a:pt x="432027" y="56551"/>
                </a:lnTo>
                <a:cubicBezTo>
                  <a:pt x="429823" y="61752"/>
                  <a:pt x="426242" y="66006"/>
                  <a:pt x="421284" y="69311"/>
                </a:cubicBezTo>
                <a:cubicBezTo>
                  <a:pt x="416327" y="72616"/>
                  <a:pt x="410758" y="74268"/>
                  <a:pt x="404577" y="74268"/>
                </a:cubicBezTo>
                <a:cubicBezTo>
                  <a:pt x="397967" y="74268"/>
                  <a:pt x="392688" y="72432"/>
                  <a:pt x="388741" y="68760"/>
                </a:cubicBezTo>
                <a:cubicBezTo>
                  <a:pt x="384793" y="65088"/>
                  <a:pt x="382819" y="60100"/>
                  <a:pt x="382819" y="53797"/>
                </a:cubicBezTo>
                <a:cubicBezTo>
                  <a:pt x="382819" y="51899"/>
                  <a:pt x="383003" y="49940"/>
                  <a:pt x="383370" y="47920"/>
                </a:cubicBezTo>
                <a:cubicBezTo>
                  <a:pt x="384289" y="42596"/>
                  <a:pt x="386186" y="37945"/>
                  <a:pt x="389063" y="33967"/>
                </a:cubicBezTo>
                <a:cubicBezTo>
                  <a:pt x="391939" y="29989"/>
                  <a:pt x="395519" y="26929"/>
                  <a:pt x="399803" y="24787"/>
                </a:cubicBezTo>
                <a:cubicBezTo>
                  <a:pt x="404087" y="22645"/>
                  <a:pt x="408769" y="21574"/>
                  <a:pt x="413849" y="21574"/>
                </a:cubicBezTo>
                <a:moveTo>
                  <a:pt x="419542" y="43515"/>
                </a:moveTo>
                <a:cubicBezTo>
                  <a:pt x="419664" y="42657"/>
                  <a:pt x="419725" y="42076"/>
                  <a:pt x="419725" y="41771"/>
                </a:cubicBezTo>
                <a:cubicBezTo>
                  <a:pt x="419725" y="39322"/>
                  <a:pt x="418960" y="37440"/>
                  <a:pt x="417429" y="36124"/>
                </a:cubicBezTo>
                <a:cubicBezTo>
                  <a:pt x="415899" y="34808"/>
                  <a:pt x="413880" y="34150"/>
                  <a:pt x="411371" y="34150"/>
                </a:cubicBezTo>
                <a:cubicBezTo>
                  <a:pt x="408677" y="34150"/>
                  <a:pt x="406305" y="34961"/>
                  <a:pt x="404254" y="36584"/>
                </a:cubicBezTo>
                <a:cubicBezTo>
                  <a:pt x="402205" y="38205"/>
                  <a:pt x="400721" y="40515"/>
                  <a:pt x="399803" y="43515"/>
                </a:cubicBezTo>
                <a:lnTo>
                  <a:pt x="419542" y="43515"/>
                </a:lnTo>
                <a:close/>
                <a:moveTo>
                  <a:pt x="461495" y="31580"/>
                </a:moveTo>
                <a:cubicBezTo>
                  <a:pt x="463882" y="28520"/>
                  <a:pt x="466620" y="26118"/>
                  <a:pt x="469710" y="24374"/>
                </a:cubicBezTo>
                <a:cubicBezTo>
                  <a:pt x="472802" y="22630"/>
                  <a:pt x="476030" y="21757"/>
                  <a:pt x="479397" y="21757"/>
                </a:cubicBezTo>
                <a:lnTo>
                  <a:pt x="476460" y="38374"/>
                </a:lnTo>
                <a:lnTo>
                  <a:pt x="472145" y="38374"/>
                </a:lnTo>
                <a:cubicBezTo>
                  <a:pt x="468227" y="38374"/>
                  <a:pt x="465136" y="39215"/>
                  <a:pt x="462872" y="40898"/>
                </a:cubicBezTo>
                <a:cubicBezTo>
                  <a:pt x="460608" y="42581"/>
                  <a:pt x="459109" y="45534"/>
                  <a:pt x="458374" y="49757"/>
                </a:cubicBezTo>
                <a:lnTo>
                  <a:pt x="454152" y="73534"/>
                </a:lnTo>
                <a:lnTo>
                  <a:pt x="438453" y="73534"/>
                </a:lnTo>
                <a:lnTo>
                  <a:pt x="447449" y="22308"/>
                </a:lnTo>
                <a:lnTo>
                  <a:pt x="463148" y="22308"/>
                </a:lnTo>
                <a:lnTo>
                  <a:pt x="461495" y="315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9" name="Text prets">
            <a:extLst xmlns:a="http://schemas.openxmlformats.org/drawingml/2006/main">
              <a:ext uri="{FF2B5EF4-FFF2-40B4-BE49-F238E27FC236}">
                <a16:creationId xmlns:a16="http://schemas.microsoft.com/office/drawing/2014/main" id="{1605186E-FA2F-4913-A5A2-075E4BA2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322" y="3762363"/>
            <a:ext cx="245850" cy="88132"/>
          </a:xfrm>
          <a:custGeom xmlns:a="http://schemas.openxmlformats.org/drawingml/2006/main">
            <a:pathLst>
              <a:path w="245850" h="88132">
                <a:moveTo>
                  <a:pt x="27725" y="19737"/>
                </a:moveTo>
                <a:cubicBezTo>
                  <a:pt x="29683" y="17350"/>
                  <a:pt x="32146" y="15423"/>
                  <a:pt x="35114" y="13955"/>
                </a:cubicBezTo>
                <a:cubicBezTo>
                  <a:pt x="38083" y="12486"/>
                  <a:pt x="41372" y="11751"/>
                  <a:pt x="44983" y="11751"/>
                </a:cubicBezTo>
                <a:cubicBezTo>
                  <a:pt x="50492" y="11751"/>
                  <a:pt x="54944" y="13557"/>
                  <a:pt x="58341" y="17168"/>
                </a:cubicBezTo>
                <a:cubicBezTo>
                  <a:pt x="61737" y="20779"/>
                  <a:pt x="63436" y="25675"/>
                  <a:pt x="63436" y="31856"/>
                </a:cubicBezTo>
                <a:cubicBezTo>
                  <a:pt x="63436" y="33753"/>
                  <a:pt x="63252" y="35804"/>
                  <a:pt x="62885" y="38007"/>
                </a:cubicBezTo>
                <a:cubicBezTo>
                  <a:pt x="61967" y="43270"/>
                  <a:pt x="60162" y="47906"/>
                  <a:pt x="57468" y="51915"/>
                </a:cubicBezTo>
                <a:cubicBezTo>
                  <a:pt x="54776" y="55924"/>
                  <a:pt x="51532" y="59014"/>
                  <a:pt x="47737" y="61187"/>
                </a:cubicBezTo>
                <a:cubicBezTo>
                  <a:pt x="43942" y="63360"/>
                  <a:pt x="39934" y="64446"/>
                  <a:pt x="35711" y="64446"/>
                </a:cubicBezTo>
                <a:cubicBezTo>
                  <a:pt x="32161" y="64446"/>
                  <a:pt x="29162" y="63712"/>
                  <a:pt x="26713" y="62244"/>
                </a:cubicBezTo>
                <a:cubicBezTo>
                  <a:pt x="24266" y="60775"/>
                  <a:pt x="22461" y="58877"/>
                  <a:pt x="21298" y="56551"/>
                </a:cubicBezTo>
                <a:lnTo>
                  <a:pt x="15697" y="88132"/>
                </a:lnTo>
                <a:lnTo>
                  <a:pt x="0" y="88132"/>
                </a:lnTo>
                <a:lnTo>
                  <a:pt x="13310" y="12485"/>
                </a:lnTo>
                <a:lnTo>
                  <a:pt x="29009" y="12485"/>
                </a:lnTo>
                <a:lnTo>
                  <a:pt x="27725" y="19737"/>
                </a:lnTo>
                <a:moveTo>
                  <a:pt x="47003" y="38007"/>
                </a:moveTo>
                <a:cubicBezTo>
                  <a:pt x="47187" y="36966"/>
                  <a:pt x="47279" y="36018"/>
                  <a:pt x="47279" y="35160"/>
                </a:cubicBezTo>
                <a:cubicBezTo>
                  <a:pt x="47279" y="32101"/>
                  <a:pt x="46406" y="29714"/>
                  <a:pt x="44662" y="28001"/>
                </a:cubicBezTo>
                <a:cubicBezTo>
                  <a:pt x="42918" y="26286"/>
                  <a:pt x="40699" y="25429"/>
                  <a:pt x="38007" y="25429"/>
                </a:cubicBezTo>
                <a:cubicBezTo>
                  <a:pt x="34885" y="25429"/>
                  <a:pt x="32038" y="26561"/>
                  <a:pt x="29467" y="28826"/>
                </a:cubicBezTo>
                <a:cubicBezTo>
                  <a:pt x="26897" y="31091"/>
                  <a:pt x="25245" y="34181"/>
                  <a:pt x="24511" y="38098"/>
                </a:cubicBezTo>
                <a:cubicBezTo>
                  <a:pt x="24327" y="39200"/>
                  <a:pt x="24235" y="40210"/>
                  <a:pt x="24235" y="41128"/>
                </a:cubicBezTo>
                <a:cubicBezTo>
                  <a:pt x="24235" y="44126"/>
                  <a:pt x="25092" y="46483"/>
                  <a:pt x="26806" y="48196"/>
                </a:cubicBezTo>
                <a:cubicBezTo>
                  <a:pt x="28520" y="49910"/>
                  <a:pt x="30723" y="50767"/>
                  <a:pt x="33416" y="50767"/>
                </a:cubicBezTo>
                <a:cubicBezTo>
                  <a:pt x="36537" y="50767"/>
                  <a:pt x="39398" y="49619"/>
                  <a:pt x="41999" y="47325"/>
                </a:cubicBezTo>
                <a:cubicBezTo>
                  <a:pt x="44601" y="45030"/>
                  <a:pt x="46269" y="41923"/>
                  <a:pt x="47003" y="38007"/>
                </a:cubicBezTo>
                <a:close/>
                <a:moveTo>
                  <a:pt x="89691" y="21757"/>
                </a:moveTo>
                <a:cubicBezTo>
                  <a:pt x="92078" y="18697"/>
                  <a:pt x="94817" y="16295"/>
                  <a:pt x="97907" y="14552"/>
                </a:cubicBezTo>
                <a:cubicBezTo>
                  <a:pt x="100998" y="12807"/>
                  <a:pt x="104227" y="11935"/>
                  <a:pt x="107593" y="11935"/>
                </a:cubicBezTo>
                <a:lnTo>
                  <a:pt x="104656" y="28551"/>
                </a:lnTo>
                <a:lnTo>
                  <a:pt x="100341" y="28551"/>
                </a:lnTo>
                <a:cubicBezTo>
                  <a:pt x="96424" y="28551"/>
                  <a:pt x="93333" y="29393"/>
                  <a:pt x="91068" y="31076"/>
                </a:cubicBezTo>
                <a:cubicBezTo>
                  <a:pt x="88804" y="32758"/>
                  <a:pt x="87305" y="35711"/>
                  <a:pt x="86570" y="39934"/>
                </a:cubicBezTo>
                <a:lnTo>
                  <a:pt x="82348" y="63712"/>
                </a:lnTo>
                <a:lnTo>
                  <a:pt x="66649" y="63712"/>
                </a:lnTo>
                <a:lnTo>
                  <a:pt x="75645" y="12485"/>
                </a:lnTo>
                <a:lnTo>
                  <a:pt x="91344" y="12485"/>
                </a:lnTo>
                <a:lnTo>
                  <a:pt x="89691" y="21757"/>
                </a:lnTo>
                <a:close/>
                <a:moveTo>
                  <a:pt x="137888" y="11751"/>
                </a:moveTo>
                <a:cubicBezTo>
                  <a:pt x="144498" y="11751"/>
                  <a:pt x="149746" y="13542"/>
                  <a:pt x="153631" y="17122"/>
                </a:cubicBezTo>
                <a:cubicBezTo>
                  <a:pt x="157518" y="20702"/>
                  <a:pt x="159462" y="25582"/>
                  <a:pt x="159462" y="31763"/>
                </a:cubicBezTo>
                <a:cubicBezTo>
                  <a:pt x="159462" y="33783"/>
                  <a:pt x="159309" y="35589"/>
                  <a:pt x="159004" y="37180"/>
                </a:cubicBezTo>
                <a:cubicBezTo>
                  <a:pt x="158759" y="38588"/>
                  <a:pt x="158391" y="40087"/>
                  <a:pt x="157901" y="41678"/>
                </a:cubicBezTo>
                <a:lnTo>
                  <a:pt x="122374" y="41678"/>
                </a:lnTo>
                <a:cubicBezTo>
                  <a:pt x="122312" y="42046"/>
                  <a:pt x="122281" y="42628"/>
                  <a:pt x="122281" y="43424"/>
                </a:cubicBezTo>
                <a:cubicBezTo>
                  <a:pt x="122281" y="46116"/>
                  <a:pt x="123016" y="48166"/>
                  <a:pt x="124485" y="49575"/>
                </a:cubicBezTo>
                <a:cubicBezTo>
                  <a:pt x="125954" y="50982"/>
                  <a:pt x="127912" y="51686"/>
                  <a:pt x="130360" y="51686"/>
                </a:cubicBezTo>
                <a:cubicBezTo>
                  <a:pt x="134277" y="51686"/>
                  <a:pt x="137277" y="50033"/>
                  <a:pt x="139357" y="46728"/>
                </a:cubicBezTo>
                <a:lnTo>
                  <a:pt x="156066" y="46728"/>
                </a:lnTo>
                <a:cubicBezTo>
                  <a:pt x="153862" y="51930"/>
                  <a:pt x="150281" y="56183"/>
                  <a:pt x="145323" y="59488"/>
                </a:cubicBezTo>
                <a:cubicBezTo>
                  <a:pt x="140366" y="62793"/>
                  <a:pt x="134797" y="64446"/>
                  <a:pt x="128616" y="64446"/>
                </a:cubicBezTo>
                <a:cubicBezTo>
                  <a:pt x="122006" y="64446"/>
                  <a:pt x="116727" y="62610"/>
                  <a:pt x="112780" y="58938"/>
                </a:cubicBezTo>
                <a:cubicBezTo>
                  <a:pt x="108832" y="55266"/>
                  <a:pt x="106858" y="50278"/>
                  <a:pt x="106858" y="43974"/>
                </a:cubicBezTo>
                <a:cubicBezTo>
                  <a:pt x="106858" y="42077"/>
                  <a:pt x="107042" y="40118"/>
                  <a:pt x="107409" y="38098"/>
                </a:cubicBezTo>
                <a:cubicBezTo>
                  <a:pt x="108328" y="32774"/>
                  <a:pt x="110226" y="28123"/>
                  <a:pt x="113102" y="24144"/>
                </a:cubicBezTo>
                <a:cubicBezTo>
                  <a:pt x="115978" y="20166"/>
                  <a:pt x="119558" y="17106"/>
                  <a:pt x="123842" y="14965"/>
                </a:cubicBezTo>
                <a:cubicBezTo>
                  <a:pt x="128126" y="12823"/>
                  <a:pt x="132808" y="11751"/>
                  <a:pt x="137888" y="11751"/>
                </a:cubicBezTo>
                <a:moveTo>
                  <a:pt x="143581" y="33692"/>
                </a:moveTo>
                <a:cubicBezTo>
                  <a:pt x="143703" y="32835"/>
                  <a:pt x="143764" y="32254"/>
                  <a:pt x="143764" y="31948"/>
                </a:cubicBezTo>
                <a:cubicBezTo>
                  <a:pt x="143764" y="29500"/>
                  <a:pt x="142999" y="27617"/>
                  <a:pt x="141468" y="26302"/>
                </a:cubicBezTo>
                <a:cubicBezTo>
                  <a:pt x="139939" y="24986"/>
                  <a:pt x="137919" y="24328"/>
                  <a:pt x="135410" y="24328"/>
                </a:cubicBezTo>
                <a:cubicBezTo>
                  <a:pt x="132716" y="24328"/>
                  <a:pt x="130344" y="25139"/>
                  <a:pt x="128294" y="26761"/>
                </a:cubicBezTo>
                <a:cubicBezTo>
                  <a:pt x="126244" y="28382"/>
                  <a:pt x="124760" y="30693"/>
                  <a:pt x="123842" y="33692"/>
                </a:cubicBezTo>
                <a:lnTo>
                  <a:pt x="143581" y="33692"/>
                </a:lnTo>
                <a:close/>
                <a:moveTo>
                  <a:pt x="183790" y="46085"/>
                </a:moveTo>
                <a:cubicBezTo>
                  <a:pt x="183729" y="46392"/>
                  <a:pt x="183699" y="46789"/>
                  <a:pt x="183699" y="47279"/>
                </a:cubicBezTo>
                <a:cubicBezTo>
                  <a:pt x="183699" y="48381"/>
                  <a:pt x="184020" y="49176"/>
                  <a:pt x="184663" y="49666"/>
                </a:cubicBezTo>
                <a:cubicBezTo>
                  <a:pt x="185305" y="50155"/>
                  <a:pt x="186361" y="50400"/>
                  <a:pt x="187830" y="50400"/>
                </a:cubicBezTo>
                <a:lnTo>
                  <a:pt x="193430" y="50400"/>
                </a:lnTo>
                <a:lnTo>
                  <a:pt x="191043" y="63712"/>
                </a:lnTo>
                <a:lnTo>
                  <a:pt x="183056" y="63712"/>
                </a:lnTo>
                <a:cubicBezTo>
                  <a:pt x="172774" y="63712"/>
                  <a:pt x="167633" y="59397"/>
                  <a:pt x="167633" y="50767"/>
                </a:cubicBezTo>
                <a:cubicBezTo>
                  <a:pt x="167633" y="49482"/>
                  <a:pt x="167786" y="47860"/>
                  <a:pt x="168092" y="45902"/>
                </a:cubicBezTo>
                <a:lnTo>
                  <a:pt x="171764" y="25521"/>
                </a:lnTo>
                <a:lnTo>
                  <a:pt x="165522" y="25521"/>
                </a:lnTo>
                <a:lnTo>
                  <a:pt x="167816" y="12485"/>
                </a:lnTo>
                <a:lnTo>
                  <a:pt x="174058" y="12485"/>
                </a:lnTo>
                <a:lnTo>
                  <a:pt x="176262" y="0"/>
                </a:lnTo>
                <a:lnTo>
                  <a:pt x="191961" y="0"/>
                </a:lnTo>
                <a:lnTo>
                  <a:pt x="189757" y="12485"/>
                </a:lnTo>
                <a:lnTo>
                  <a:pt x="200039" y="12485"/>
                </a:lnTo>
                <a:lnTo>
                  <a:pt x="197745" y="25521"/>
                </a:lnTo>
                <a:lnTo>
                  <a:pt x="187463" y="25521"/>
                </a:lnTo>
                <a:lnTo>
                  <a:pt x="183790" y="46085"/>
                </a:lnTo>
                <a:close/>
                <a:moveTo>
                  <a:pt x="221062" y="64446"/>
                </a:moveTo>
                <a:cubicBezTo>
                  <a:pt x="217023" y="64446"/>
                  <a:pt x="213397" y="63803"/>
                  <a:pt x="210183" y="62518"/>
                </a:cubicBezTo>
                <a:cubicBezTo>
                  <a:pt x="206971" y="61233"/>
                  <a:pt x="204446" y="59443"/>
                  <a:pt x="202609" y="57149"/>
                </a:cubicBezTo>
                <a:cubicBezTo>
                  <a:pt x="200773" y="54853"/>
                  <a:pt x="199855" y="52206"/>
                  <a:pt x="199855" y="49206"/>
                </a:cubicBezTo>
                <a:cubicBezTo>
                  <a:pt x="199855" y="48779"/>
                  <a:pt x="199917" y="48014"/>
                  <a:pt x="200040" y="46912"/>
                </a:cubicBezTo>
                <a:lnTo>
                  <a:pt x="215187" y="46912"/>
                </a:lnTo>
                <a:cubicBezTo>
                  <a:pt x="215065" y="48809"/>
                  <a:pt x="215631" y="50324"/>
                  <a:pt x="216885" y="51456"/>
                </a:cubicBezTo>
                <a:cubicBezTo>
                  <a:pt x="218140" y="52588"/>
                  <a:pt x="219930" y="53154"/>
                  <a:pt x="222256" y="53154"/>
                </a:cubicBezTo>
                <a:cubicBezTo>
                  <a:pt x="224214" y="53154"/>
                  <a:pt x="225836" y="52787"/>
                  <a:pt x="227121" y="52053"/>
                </a:cubicBezTo>
                <a:cubicBezTo>
                  <a:pt x="228407" y="51318"/>
                  <a:pt x="229050" y="50277"/>
                  <a:pt x="229050" y="48932"/>
                </a:cubicBezTo>
                <a:cubicBezTo>
                  <a:pt x="229050" y="47646"/>
                  <a:pt x="228361" y="46620"/>
                  <a:pt x="226983" y="45856"/>
                </a:cubicBezTo>
                <a:cubicBezTo>
                  <a:pt x="225607" y="45091"/>
                  <a:pt x="223327" y="44157"/>
                  <a:pt x="220145" y="43055"/>
                </a:cubicBezTo>
                <a:cubicBezTo>
                  <a:pt x="216840" y="41954"/>
                  <a:pt x="214070" y="40868"/>
                  <a:pt x="211836" y="39797"/>
                </a:cubicBezTo>
                <a:cubicBezTo>
                  <a:pt x="209603" y="38726"/>
                  <a:pt x="207690" y="37181"/>
                  <a:pt x="206099" y="35162"/>
                </a:cubicBezTo>
                <a:cubicBezTo>
                  <a:pt x="204507" y="33142"/>
                  <a:pt x="203712" y="30602"/>
                  <a:pt x="203712" y="27541"/>
                </a:cubicBezTo>
                <a:cubicBezTo>
                  <a:pt x="203712" y="24543"/>
                  <a:pt x="204599" y="21834"/>
                  <a:pt x="206373" y="19417"/>
                </a:cubicBezTo>
                <a:cubicBezTo>
                  <a:pt x="208149" y="16999"/>
                  <a:pt x="210642" y="15117"/>
                  <a:pt x="213855" y="13771"/>
                </a:cubicBezTo>
                <a:cubicBezTo>
                  <a:pt x="217068" y="12425"/>
                  <a:pt x="220787" y="11751"/>
                  <a:pt x="225010" y="11751"/>
                </a:cubicBezTo>
                <a:cubicBezTo>
                  <a:pt x="229233" y="11751"/>
                  <a:pt x="232905" y="12440"/>
                  <a:pt x="236026" y="13818"/>
                </a:cubicBezTo>
                <a:cubicBezTo>
                  <a:pt x="239148" y="15194"/>
                  <a:pt x="241565" y="17107"/>
                  <a:pt x="243279" y="19555"/>
                </a:cubicBezTo>
                <a:cubicBezTo>
                  <a:pt x="244993" y="22003"/>
                  <a:pt x="245850" y="24757"/>
                  <a:pt x="245850" y="27816"/>
                </a:cubicBezTo>
                <a:lnTo>
                  <a:pt x="245757" y="29193"/>
                </a:lnTo>
                <a:lnTo>
                  <a:pt x="231528" y="29193"/>
                </a:lnTo>
                <a:cubicBezTo>
                  <a:pt x="231650" y="27357"/>
                  <a:pt x="231099" y="25888"/>
                  <a:pt x="229875" y="24787"/>
                </a:cubicBezTo>
                <a:cubicBezTo>
                  <a:pt x="228651" y="23685"/>
                  <a:pt x="226907" y="23134"/>
                  <a:pt x="224643" y="23134"/>
                </a:cubicBezTo>
                <a:cubicBezTo>
                  <a:pt x="222868" y="23134"/>
                  <a:pt x="221415" y="23502"/>
                  <a:pt x="220282" y="24237"/>
                </a:cubicBezTo>
                <a:cubicBezTo>
                  <a:pt x="219150" y="24971"/>
                  <a:pt x="218584" y="25980"/>
                  <a:pt x="218584" y="27265"/>
                </a:cubicBezTo>
                <a:cubicBezTo>
                  <a:pt x="218584" y="28612"/>
                  <a:pt x="219334" y="29729"/>
                  <a:pt x="220832" y="30618"/>
                </a:cubicBezTo>
                <a:cubicBezTo>
                  <a:pt x="222332" y="31505"/>
                  <a:pt x="224673" y="32499"/>
                  <a:pt x="227856" y="33600"/>
                </a:cubicBezTo>
                <a:cubicBezTo>
                  <a:pt x="231161" y="34702"/>
                  <a:pt x="233900" y="35788"/>
                  <a:pt x="236072" y="36860"/>
                </a:cubicBezTo>
                <a:cubicBezTo>
                  <a:pt x="238245" y="37931"/>
                  <a:pt x="240112" y="39430"/>
                  <a:pt x="241672" y="41358"/>
                </a:cubicBezTo>
                <a:cubicBezTo>
                  <a:pt x="243233" y="43285"/>
                  <a:pt x="244013" y="45687"/>
                  <a:pt x="244013" y="48565"/>
                </a:cubicBezTo>
                <a:cubicBezTo>
                  <a:pt x="244013" y="51870"/>
                  <a:pt x="243018" y="54716"/>
                  <a:pt x="241029" y="57103"/>
                </a:cubicBezTo>
                <a:cubicBezTo>
                  <a:pt x="239040" y="59489"/>
                  <a:pt x="236317" y="61309"/>
                  <a:pt x="232858" y="62564"/>
                </a:cubicBezTo>
                <a:cubicBezTo>
                  <a:pt x="229401" y="63819"/>
                  <a:pt x="225469" y="64446"/>
                  <a:pt x="221062" y="644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0" name="Text somematri">
            <a:extLst xmlns:a="http://schemas.openxmlformats.org/drawingml/2006/main">
              <a:ext uri="{FF2B5EF4-FFF2-40B4-BE49-F238E27FC236}">
                <a16:creationId xmlns:a16="http://schemas.microsoft.com/office/drawing/2014/main" id="{0742F87D-E14E-46E1-A1DF-51FB8BDE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756" y="3855820"/>
            <a:ext cx="549536" cy="74268"/>
          </a:xfrm>
          <a:custGeom xmlns:a="http://schemas.openxmlformats.org/drawingml/2006/main">
            <a:pathLst>
              <a:path w="549536" h="74268">
                <a:moveTo>
                  <a:pt x="21207" y="74268"/>
                </a:moveTo>
                <a:cubicBezTo>
                  <a:pt x="17168" y="74268"/>
                  <a:pt x="13542" y="73626"/>
                  <a:pt x="10328" y="72341"/>
                </a:cubicBezTo>
                <a:cubicBezTo>
                  <a:pt x="7116" y="71056"/>
                  <a:pt x="4591" y="69266"/>
                  <a:pt x="2754" y="66971"/>
                </a:cubicBezTo>
                <a:cubicBezTo>
                  <a:pt x="918" y="64676"/>
                  <a:pt x="0" y="62028"/>
                  <a:pt x="0" y="59029"/>
                </a:cubicBezTo>
                <a:cubicBezTo>
                  <a:pt x="0" y="58601"/>
                  <a:pt x="62" y="57836"/>
                  <a:pt x="185" y="56734"/>
                </a:cubicBezTo>
                <a:lnTo>
                  <a:pt x="15332" y="56734"/>
                </a:lnTo>
                <a:cubicBezTo>
                  <a:pt x="15210" y="58632"/>
                  <a:pt x="15775" y="60147"/>
                  <a:pt x="17030" y="61278"/>
                </a:cubicBezTo>
                <a:cubicBezTo>
                  <a:pt x="18285" y="62410"/>
                  <a:pt x="20075" y="62976"/>
                  <a:pt x="22400" y="62976"/>
                </a:cubicBezTo>
                <a:cubicBezTo>
                  <a:pt x="24359" y="62976"/>
                  <a:pt x="25980" y="62609"/>
                  <a:pt x="27265" y="61875"/>
                </a:cubicBezTo>
                <a:cubicBezTo>
                  <a:pt x="28551" y="61140"/>
                  <a:pt x="29194" y="60100"/>
                  <a:pt x="29194" y="58754"/>
                </a:cubicBezTo>
                <a:cubicBezTo>
                  <a:pt x="29194" y="57468"/>
                  <a:pt x="28506" y="56443"/>
                  <a:pt x="27128" y="55678"/>
                </a:cubicBezTo>
                <a:cubicBezTo>
                  <a:pt x="25752" y="54913"/>
                  <a:pt x="23472" y="53980"/>
                  <a:pt x="20289" y="52878"/>
                </a:cubicBezTo>
                <a:cubicBezTo>
                  <a:pt x="16984" y="51777"/>
                  <a:pt x="14215" y="50691"/>
                  <a:pt x="11981" y="49619"/>
                </a:cubicBezTo>
                <a:cubicBezTo>
                  <a:pt x="9747" y="48548"/>
                  <a:pt x="7835" y="47003"/>
                  <a:pt x="6243" y="44984"/>
                </a:cubicBezTo>
                <a:cubicBezTo>
                  <a:pt x="4652" y="42964"/>
                  <a:pt x="3856" y="40424"/>
                  <a:pt x="3856" y="37364"/>
                </a:cubicBezTo>
                <a:cubicBezTo>
                  <a:pt x="3856" y="34365"/>
                  <a:pt x="4744" y="31657"/>
                  <a:pt x="6518" y="29239"/>
                </a:cubicBezTo>
                <a:cubicBezTo>
                  <a:pt x="8293" y="26821"/>
                  <a:pt x="10787" y="24940"/>
                  <a:pt x="14000" y="23594"/>
                </a:cubicBezTo>
                <a:cubicBezTo>
                  <a:pt x="17213" y="22247"/>
                  <a:pt x="20931" y="21574"/>
                  <a:pt x="25154" y="21574"/>
                </a:cubicBezTo>
                <a:cubicBezTo>
                  <a:pt x="29377" y="21574"/>
                  <a:pt x="33049" y="22263"/>
                  <a:pt x="36170" y="23640"/>
                </a:cubicBezTo>
                <a:cubicBezTo>
                  <a:pt x="39292" y="25017"/>
                  <a:pt x="41710" y="26929"/>
                  <a:pt x="43424" y="29378"/>
                </a:cubicBezTo>
                <a:cubicBezTo>
                  <a:pt x="45137" y="31825"/>
                  <a:pt x="45994" y="34579"/>
                  <a:pt x="45994" y="37638"/>
                </a:cubicBezTo>
                <a:lnTo>
                  <a:pt x="45902" y="39015"/>
                </a:lnTo>
                <a:lnTo>
                  <a:pt x="31672" y="39015"/>
                </a:lnTo>
                <a:cubicBezTo>
                  <a:pt x="31795" y="37179"/>
                  <a:pt x="31244" y="35711"/>
                  <a:pt x="30019" y="34610"/>
                </a:cubicBezTo>
                <a:cubicBezTo>
                  <a:pt x="28796" y="33508"/>
                  <a:pt x="27052" y="32957"/>
                  <a:pt x="24787" y="32957"/>
                </a:cubicBezTo>
                <a:cubicBezTo>
                  <a:pt x="23013" y="32957"/>
                  <a:pt x="21559" y="33324"/>
                  <a:pt x="20427" y="34059"/>
                </a:cubicBezTo>
                <a:cubicBezTo>
                  <a:pt x="19295" y="34793"/>
                  <a:pt x="18729" y="35803"/>
                  <a:pt x="18729" y="37088"/>
                </a:cubicBezTo>
                <a:cubicBezTo>
                  <a:pt x="18729" y="38434"/>
                  <a:pt x="19478" y="39552"/>
                  <a:pt x="20977" y="40440"/>
                </a:cubicBezTo>
                <a:cubicBezTo>
                  <a:pt x="22477" y="41327"/>
                  <a:pt x="24818" y="42321"/>
                  <a:pt x="28001" y="43422"/>
                </a:cubicBezTo>
                <a:cubicBezTo>
                  <a:pt x="31306" y="44524"/>
                  <a:pt x="34044" y="45611"/>
                  <a:pt x="36217" y="46682"/>
                </a:cubicBezTo>
                <a:cubicBezTo>
                  <a:pt x="38390" y="47753"/>
                  <a:pt x="40256" y="49252"/>
                  <a:pt x="41817" y="51180"/>
                </a:cubicBezTo>
                <a:cubicBezTo>
                  <a:pt x="43377" y="53108"/>
                  <a:pt x="44158" y="55510"/>
                  <a:pt x="44158" y="58387"/>
                </a:cubicBezTo>
                <a:cubicBezTo>
                  <a:pt x="44158" y="61692"/>
                  <a:pt x="43163" y="64538"/>
                  <a:pt x="41174" y="66925"/>
                </a:cubicBezTo>
                <a:cubicBezTo>
                  <a:pt x="39185" y="69311"/>
                  <a:pt x="36461" y="71132"/>
                  <a:pt x="33003" y="72387"/>
                </a:cubicBezTo>
                <a:cubicBezTo>
                  <a:pt x="29546" y="73641"/>
                  <a:pt x="25614" y="74268"/>
                  <a:pt x="21207" y="74268"/>
                </a:cubicBezTo>
                <a:close/>
                <a:moveTo>
                  <a:pt x="74545" y="74268"/>
                </a:moveTo>
                <a:cubicBezTo>
                  <a:pt x="70139" y="74268"/>
                  <a:pt x="66221" y="73381"/>
                  <a:pt x="62794" y="71607"/>
                </a:cubicBezTo>
                <a:cubicBezTo>
                  <a:pt x="59367" y="69831"/>
                  <a:pt x="56720" y="67322"/>
                  <a:pt x="54853" y="64079"/>
                </a:cubicBezTo>
                <a:cubicBezTo>
                  <a:pt x="52986" y="60834"/>
                  <a:pt x="52053" y="57070"/>
                  <a:pt x="52053" y="52787"/>
                </a:cubicBezTo>
                <a:cubicBezTo>
                  <a:pt x="52053" y="46972"/>
                  <a:pt x="53430" y="41678"/>
                  <a:pt x="56184" y="36904"/>
                </a:cubicBezTo>
                <a:cubicBezTo>
                  <a:pt x="58938" y="32130"/>
                  <a:pt x="62732" y="28382"/>
                  <a:pt x="67567" y="25659"/>
                </a:cubicBezTo>
                <a:cubicBezTo>
                  <a:pt x="72402" y="22935"/>
                  <a:pt x="77788" y="21574"/>
                  <a:pt x="83725" y="21574"/>
                </a:cubicBezTo>
                <a:cubicBezTo>
                  <a:pt x="88132" y="21574"/>
                  <a:pt x="92064" y="22476"/>
                  <a:pt x="95521" y="24282"/>
                </a:cubicBezTo>
                <a:cubicBezTo>
                  <a:pt x="98979" y="26087"/>
                  <a:pt x="101657" y="28612"/>
                  <a:pt x="103555" y="31856"/>
                </a:cubicBezTo>
                <a:cubicBezTo>
                  <a:pt x="105452" y="35099"/>
                  <a:pt x="106401" y="38863"/>
                  <a:pt x="106401" y="43148"/>
                </a:cubicBezTo>
                <a:cubicBezTo>
                  <a:pt x="106401" y="49023"/>
                  <a:pt x="105009" y="54332"/>
                  <a:pt x="102224" y="59075"/>
                </a:cubicBezTo>
                <a:cubicBezTo>
                  <a:pt x="99439" y="63818"/>
                  <a:pt x="95614" y="67536"/>
                  <a:pt x="90749" y="70230"/>
                </a:cubicBezTo>
                <a:cubicBezTo>
                  <a:pt x="85883" y="72922"/>
                  <a:pt x="80482" y="74268"/>
                  <a:pt x="74545" y="74268"/>
                </a:cubicBezTo>
                <a:moveTo>
                  <a:pt x="76748" y="60773"/>
                </a:moveTo>
                <a:cubicBezTo>
                  <a:pt x="79319" y="60773"/>
                  <a:pt x="81629" y="59992"/>
                  <a:pt x="83679" y="58432"/>
                </a:cubicBezTo>
                <a:cubicBezTo>
                  <a:pt x="85730" y="56871"/>
                  <a:pt x="87321" y="54852"/>
                  <a:pt x="88453" y="52373"/>
                </a:cubicBezTo>
                <a:cubicBezTo>
                  <a:pt x="89586" y="49895"/>
                  <a:pt x="90152" y="47309"/>
                  <a:pt x="90152" y="44616"/>
                </a:cubicBezTo>
                <a:cubicBezTo>
                  <a:pt x="90152" y="41555"/>
                  <a:pt x="89325" y="39199"/>
                  <a:pt x="87672" y="37547"/>
                </a:cubicBezTo>
                <a:cubicBezTo>
                  <a:pt x="86020" y="35894"/>
                  <a:pt x="83940" y="35068"/>
                  <a:pt x="81430" y="35068"/>
                </a:cubicBezTo>
                <a:cubicBezTo>
                  <a:pt x="78799" y="35068"/>
                  <a:pt x="76488" y="35849"/>
                  <a:pt x="74499" y="37410"/>
                </a:cubicBezTo>
                <a:cubicBezTo>
                  <a:pt x="72510" y="38971"/>
                  <a:pt x="70965" y="41005"/>
                  <a:pt x="69863" y="43515"/>
                </a:cubicBezTo>
                <a:cubicBezTo>
                  <a:pt x="68762" y="46024"/>
                  <a:pt x="68211" y="48656"/>
                  <a:pt x="68211" y="51410"/>
                </a:cubicBezTo>
                <a:cubicBezTo>
                  <a:pt x="68211" y="54408"/>
                  <a:pt x="69006" y="56719"/>
                  <a:pt x="70597" y="58341"/>
                </a:cubicBezTo>
                <a:cubicBezTo>
                  <a:pt x="72188" y="59962"/>
                  <a:pt x="74238" y="60773"/>
                  <a:pt x="76748" y="60773"/>
                </a:cubicBezTo>
                <a:close/>
                <a:moveTo>
                  <a:pt x="184158" y="21757"/>
                </a:moveTo>
                <a:cubicBezTo>
                  <a:pt x="189666" y="21757"/>
                  <a:pt x="193965" y="23211"/>
                  <a:pt x="197056" y="26118"/>
                </a:cubicBezTo>
                <a:cubicBezTo>
                  <a:pt x="200147" y="29025"/>
                  <a:pt x="201692" y="33080"/>
                  <a:pt x="201692" y="38281"/>
                </a:cubicBezTo>
                <a:cubicBezTo>
                  <a:pt x="201692" y="39873"/>
                  <a:pt x="201509" y="41647"/>
                  <a:pt x="201142" y="43606"/>
                </a:cubicBezTo>
                <a:lnTo>
                  <a:pt x="195817" y="73534"/>
                </a:lnTo>
                <a:lnTo>
                  <a:pt x="180211" y="73534"/>
                </a:lnTo>
                <a:lnTo>
                  <a:pt x="185168" y="45718"/>
                </a:lnTo>
                <a:cubicBezTo>
                  <a:pt x="185291" y="45106"/>
                  <a:pt x="185352" y="44279"/>
                  <a:pt x="185352" y="43239"/>
                </a:cubicBezTo>
                <a:cubicBezTo>
                  <a:pt x="185352" y="40669"/>
                  <a:pt x="184633" y="38710"/>
                  <a:pt x="183195" y="37364"/>
                </a:cubicBezTo>
                <a:cubicBezTo>
                  <a:pt x="181756" y="36017"/>
                  <a:pt x="179752" y="35344"/>
                  <a:pt x="177181" y="35344"/>
                </a:cubicBezTo>
                <a:cubicBezTo>
                  <a:pt x="174121" y="35344"/>
                  <a:pt x="171551" y="36247"/>
                  <a:pt x="169469" y="38053"/>
                </a:cubicBezTo>
                <a:cubicBezTo>
                  <a:pt x="167389" y="39858"/>
                  <a:pt x="166073" y="42413"/>
                  <a:pt x="165522" y="45718"/>
                </a:cubicBezTo>
                <a:lnTo>
                  <a:pt x="160564" y="73534"/>
                </a:lnTo>
                <a:lnTo>
                  <a:pt x="144958" y="73534"/>
                </a:lnTo>
                <a:lnTo>
                  <a:pt x="149915" y="45718"/>
                </a:lnTo>
                <a:cubicBezTo>
                  <a:pt x="150038" y="45106"/>
                  <a:pt x="150099" y="44279"/>
                  <a:pt x="150099" y="43239"/>
                </a:cubicBezTo>
                <a:cubicBezTo>
                  <a:pt x="150099" y="40669"/>
                  <a:pt x="149380" y="38710"/>
                  <a:pt x="147942" y="37364"/>
                </a:cubicBezTo>
                <a:cubicBezTo>
                  <a:pt x="146504" y="36017"/>
                  <a:pt x="144499" y="35344"/>
                  <a:pt x="141929" y="35344"/>
                </a:cubicBezTo>
                <a:cubicBezTo>
                  <a:pt x="138869" y="35344"/>
                  <a:pt x="136298" y="36247"/>
                  <a:pt x="134217" y="38053"/>
                </a:cubicBezTo>
                <a:cubicBezTo>
                  <a:pt x="132136" y="39858"/>
                  <a:pt x="130820" y="42413"/>
                  <a:pt x="130269" y="45718"/>
                </a:cubicBezTo>
                <a:lnTo>
                  <a:pt x="130269" y="45259"/>
                </a:lnTo>
                <a:lnTo>
                  <a:pt x="125313" y="73534"/>
                </a:lnTo>
                <a:lnTo>
                  <a:pt x="109614" y="73534"/>
                </a:lnTo>
                <a:lnTo>
                  <a:pt x="118610" y="22308"/>
                </a:lnTo>
                <a:lnTo>
                  <a:pt x="134309" y="22308"/>
                </a:lnTo>
                <a:lnTo>
                  <a:pt x="133208" y="28826"/>
                </a:lnTo>
                <a:cubicBezTo>
                  <a:pt x="135166" y="26623"/>
                  <a:pt x="137538" y="24894"/>
                  <a:pt x="140323" y="23640"/>
                </a:cubicBezTo>
                <a:cubicBezTo>
                  <a:pt x="143108" y="22385"/>
                  <a:pt x="146122" y="21757"/>
                  <a:pt x="149365" y="21757"/>
                </a:cubicBezTo>
                <a:cubicBezTo>
                  <a:pt x="153282" y="21757"/>
                  <a:pt x="156602" y="22584"/>
                  <a:pt x="159325" y="24237"/>
                </a:cubicBezTo>
                <a:cubicBezTo>
                  <a:pt x="162049" y="25889"/>
                  <a:pt x="163992" y="28275"/>
                  <a:pt x="165155" y="31396"/>
                </a:cubicBezTo>
                <a:cubicBezTo>
                  <a:pt x="167420" y="28520"/>
                  <a:pt x="170235" y="26195"/>
                  <a:pt x="173600" y="24420"/>
                </a:cubicBezTo>
                <a:cubicBezTo>
                  <a:pt x="176967" y="22645"/>
                  <a:pt x="180486" y="21757"/>
                  <a:pt x="184158" y="21757"/>
                </a:cubicBezTo>
                <a:close/>
                <a:moveTo>
                  <a:pt x="238781" y="21574"/>
                </a:moveTo>
                <a:cubicBezTo>
                  <a:pt x="245391" y="21574"/>
                  <a:pt x="250639" y="23364"/>
                  <a:pt x="254525" y="26945"/>
                </a:cubicBezTo>
                <a:cubicBezTo>
                  <a:pt x="258411" y="30524"/>
                  <a:pt x="260355" y="35405"/>
                  <a:pt x="260355" y="41586"/>
                </a:cubicBezTo>
                <a:cubicBezTo>
                  <a:pt x="260355" y="43606"/>
                  <a:pt x="260202" y="45411"/>
                  <a:pt x="259897" y="47003"/>
                </a:cubicBezTo>
                <a:cubicBezTo>
                  <a:pt x="259652" y="48410"/>
                  <a:pt x="259284" y="49909"/>
                  <a:pt x="258794" y="51501"/>
                </a:cubicBezTo>
                <a:lnTo>
                  <a:pt x="223267" y="51501"/>
                </a:lnTo>
                <a:cubicBezTo>
                  <a:pt x="223205" y="51869"/>
                  <a:pt x="223174" y="52451"/>
                  <a:pt x="223174" y="53246"/>
                </a:cubicBezTo>
                <a:cubicBezTo>
                  <a:pt x="223174" y="55939"/>
                  <a:pt x="223909" y="57989"/>
                  <a:pt x="225378" y="59397"/>
                </a:cubicBezTo>
                <a:cubicBezTo>
                  <a:pt x="226847" y="60804"/>
                  <a:pt x="228805" y="61508"/>
                  <a:pt x="231253" y="61508"/>
                </a:cubicBezTo>
                <a:cubicBezTo>
                  <a:pt x="235170" y="61508"/>
                  <a:pt x="238170" y="59856"/>
                  <a:pt x="240250" y="56551"/>
                </a:cubicBezTo>
                <a:lnTo>
                  <a:pt x="256959" y="56551"/>
                </a:lnTo>
                <a:cubicBezTo>
                  <a:pt x="254755" y="61752"/>
                  <a:pt x="251174" y="66006"/>
                  <a:pt x="246216" y="69311"/>
                </a:cubicBezTo>
                <a:cubicBezTo>
                  <a:pt x="241259" y="72616"/>
                  <a:pt x="235690" y="74268"/>
                  <a:pt x="229509" y="74268"/>
                </a:cubicBezTo>
                <a:cubicBezTo>
                  <a:pt x="222899" y="74268"/>
                  <a:pt x="217620" y="72432"/>
                  <a:pt x="213673" y="68760"/>
                </a:cubicBezTo>
                <a:cubicBezTo>
                  <a:pt x="209725" y="65088"/>
                  <a:pt x="207751" y="60100"/>
                  <a:pt x="207751" y="53797"/>
                </a:cubicBezTo>
                <a:cubicBezTo>
                  <a:pt x="207751" y="51899"/>
                  <a:pt x="207935" y="49940"/>
                  <a:pt x="208302" y="47920"/>
                </a:cubicBezTo>
                <a:cubicBezTo>
                  <a:pt x="209221" y="42596"/>
                  <a:pt x="211119" y="37945"/>
                  <a:pt x="213995" y="33967"/>
                </a:cubicBezTo>
                <a:cubicBezTo>
                  <a:pt x="216871" y="29989"/>
                  <a:pt x="220451" y="26929"/>
                  <a:pt x="224735" y="24787"/>
                </a:cubicBezTo>
                <a:cubicBezTo>
                  <a:pt x="229020" y="22645"/>
                  <a:pt x="233701" y="21574"/>
                  <a:pt x="238781" y="21574"/>
                </a:cubicBezTo>
                <a:moveTo>
                  <a:pt x="244474" y="43515"/>
                </a:moveTo>
                <a:cubicBezTo>
                  <a:pt x="244596" y="42657"/>
                  <a:pt x="244657" y="42076"/>
                  <a:pt x="244657" y="41771"/>
                </a:cubicBezTo>
                <a:cubicBezTo>
                  <a:pt x="244657" y="39322"/>
                  <a:pt x="243892" y="37440"/>
                  <a:pt x="242361" y="36124"/>
                </a:cubicBezTo>
                <a:cubicBezTo>
                  <a:pt x="240832" y="34808"/>
                  <a:pt x="238812" y="34150"/>
                  <a:pt x="236303" y="34150"/>
                </a:cubicBezTo>
                <a:cubicBezTo>
                  <a:pt x="233610" y="34150"/>
                  <a:pt x="231237" y="34961"/>
                  <a:pt x="229187" y="36584"/>
                </a:cubicBezTo>
                <a:cubicBezTo>
                  <a:pt x="227137" y="38205"/>
                  <a:pt x="225653" y="40515"/>
                  <a:pt x="224735" y="43515"/>
                </a:cubicBezTo>
                <a:lnTo>
                  <a:pt x="244474" y="43515"/>
                </a:lnTo>
                <a:close/>
                <a:moveTo>
                  <a:pt x="359136" y="21757"/>
                </a:moveTo>
                <a:cubicBezTo>
                  <a:pt x="364644" y="21757"/>
                  <a:pt x="368943" y="23211"/>
                  <a:pt x="372033" y="26118"/>
                </a:cubicBezTo>
                <a:cubicBezTo>
                  <a:pt x="375124" y="29025"/>
                  <a:pt x="376670" y="33080"/>
                  <a:pt x="376670" y="38281"/>
                </a:cubicBezTo>
                <a:cubicBezTo>
                  <a:pt x="376670" y="39873"/>
                  <a:pt x="376486" y="41647"/>
                  <a:pt x="376119" y="43606"/>
                </a:cubicBezTo>
                <a:lnTo>
                  <a:pt x="370795" y="73534"/>
                </a:lnTo>
                <a:lnTo>
                  <a:pt x="355188" y="73534"/>
                </a:lnTo>
                <a:lnTo>
                  <a:pt x="360146" y="45718"/>
                </a:lnTo>
                <a:cubicBezTo>
                  <a:pt x="360268" y="45106"/>
                  <a:pt x="360329" y="44279"/>
                  <a:pt x="360329" y="43239"/>
                </a:cubicBezTo>
                <a:cubicBezTo>
                  <a:pt x="360329" y="40669"/>
                  <a:pt x="359610" y="38710"/>
                  <a:pt x="358172" y="37364"/>
                </a:cubicBezTo>
                <a:cubicBezTo>
                  <a:pt x="356734" y="36017"/>
                  <a:pt x="354729" y="35344"/>
                  <a:pt x="352158" y="35344"/>
                </a:cubicBezTo>
                <a:cubicBezTo>
                  <a:pt x="349099" y="35344"/>
                  <a:pt x="346528" y="36247"/>
                  <a:pt x="344447" y="38053"/>
                </a:cubicBezTo>
                <a:cubicBezTo>
                  <a:pt x="342366" y="39858"/>
                  <a:pt x="341050" y="42413"/>
                  <a:pt x="340499" y="45718"/>
                </a:cubicBezTo>
                <a:lnTo>
                  <a:pt x="335542" y="73534"/>
                </a:lnTo>
                <a:lnTo>
                  <a:pt x="319935" y="73534"/>
                </a:lnTo>
                <a:lnTo>
                  <a:pt x="324893" y="45718"/>
                </a:lnTo>
                <a:cubicBezTo>
                  <a:pt x="325015" y="45106"/>
                  <a:pt x="325076" y="44279"/>
                  <a:pt x="325076" y="43239"/>
                </a:cubicBezTo>
                <a:cubicBezTo>
                  <a:pt x="325076" y="40669"/>
                  <a:pt x="324357" y="38710"/>
                  <a:pt x="322919" y="37364"/>
                </a:cubicBezTo>
                <a:cubicBezTo>
                  <a:pt x="321481" y="36017"/>
                  <a:pt x="319477" y="35344"/>
                  <a:pt x="316907" y="35344"/>
                </a:cubicBezTo>
                <a:cubicBezTo>
                  <a:pt x="313846" y="35344"/>
                  <a:pt x="311275" y="36247"/>
                  <a:pt x="309194" y="38053"/>
                </a:cubicBezTo>
                <a:cubicBezTo>
                  <a:pt x="307113" y="39858"/>
                  <a:pt x="305797" y="42413"/>
                  <a:pt x="305246" y="45718"/>
                </a:cubicBezTo>
                <a:lnTo>
                  <a:pt x="305246" y="45259"/>
                </a:lnTo>
                <a:lnTo>
                  <a:pt x="300290" y="73534"/>
                </a:lnTo>
                <a:lnTo>
                  <a:pt x="284591" y="73534"/>
                </a:lnTo>
                <a:lnTo>
                  <a:pt x="293587" y="22308"/>
                </a:lnTo>
                <a:lnTo>
                  <a:pt x="309286" y="22308"/>
                </a:lnTo>
                <a:lnTo>
                  <a:pt x="308185" y="28826"/>
                </a:lnTo>
                <a:cubicBezTo>
                  <a:pt x="310144" y="26623"/>
                  <a:pt x="312515" y="24894"/>
                  <a:pt x="315300" y="23640"/>
                </a:cubicBezTo>
                <a:cubicBezTo>
                  <a:pt x="318085" y="22385"/>
                  <a:pt x="321099" y="21757"/>
                  <a:pt x="324342" y="21757"/>
                </a:cubicBezTo>
                <a:cubicBezTo>
                  <a:pt x="328259" y="21757"/>
                  <a:pt x="331579" y="22584"/>
                  <a:pt x="334302" y="24237"/>
                </a:cubicBezTo>
                <a:cubicBezTo>
                  <a:pt x="337026" y="25889"/>
                  <a:pt x="338970" y="28275"/>
                  <a:pt x="340132" y="31396"/>
                </a:cubicBezTo>
                <a:cubicBezTo>
                  <a:pt x="342397" y="28520"/>
                  <a:pt x="345212" y="26195"/>
                  <a:pt x="348578" y="24420"/>
                </a:cubicBezTo>
                <a:cubicBezTo>
                  <a:pt x="351944" y="22645"/>
                  <a:pt x="355464" y="21757"/>
                  <a:pt x="359136" y="21757"/>
                </a:cubicBezTo>
                <a:close/>
                <a:moveTo>
                  <a:pt x="383279" y="47829"/>
                </a:moveTo>
                <a:cubicBezTo>
                  <a:pt x="384198" y="42566"/>
                  <a:pt x="386004" y="37945"/>
                  <a:pt x="388696" y="33967"/>
                </a:cubicBezTo>
                <a:cubicBezTo>
                  <a:pt x="391390" y="29989"/>
                  <a:pt x="394633" y="26929"/>
                  <a:pt x="398428" y="24787"/>
                </a:cubicBezTo>
                <a:cubicBezTo>
                  <a:pt x="402222" y="22645"/>
                  <a:pt x="406231" y="21574"/>
                  <a:pt x="410454" y="21574"/>
                </a:cubicBezTo>
                <a:cubicBezTo>
                  <a:pt x="414065" y="21574"/>
                  <a:pt x="417094" y="22308"/>
                  <a:pt x="419542" y="23777"/>
                </a:cubicBezTo>
                <a:cubicBezTo>
                  <a:pt x="421991" y="25245"/>
                  <a:pt x="423766" y="27173"/>
                  <a:pt x="424867" y="29560"/>
                </a:cubicBezTo>
                <a:lnTo>
                  <a:pt x="426153" y="22308"/>
                </a:lnTo>
                <a:lnTo>
                  <a:pt x="441850" y="22308"/>
                </a:lnTo>
                <a:lnTo>
                  <a:pt x="432762" y="73534"/>
                </a:lnTo>
                <a:lnTo>
                  <a:pt x="417064" y="73534"/>
                </a:lnTo>
                <a:lnTo>
                  <a:pt x="418441" y="66282"/>
                </a:lnTo>
                <a:cubicBezTo>
                  <a:pt x="416483" y="68669"/>
                  <a:pt x="414004" y="70597"/>
                  <a:pt x="411004" y="72066"/>
                </a:cubicBezTo>
                <a:cubicBezTo>
                  <a:pt x="408006" y="73534"/>
                  <a:pt x="404701" y="74268"/>
                  <a:pt x="401089" y="74268"/>
                </a:cubicBezTo>
                <a:cubicBezTo>
                  <a:pt x="397479" y="74268"/>
                  <a:pt x="394281" y="73442"/>
                  <a:pt x="391497" y="71790"/>
                </a:cubicBezTo>
                <a:cubicBezTo>
                  <a:pt x="388712" y="70137"/>
                  <a:pt x="386554" y="67796"/>
                  <a:pt x="385023" y="64766"/>
                </a:cubicBezTo>
                <a:cubicBezTo>
                  <a:pt x="383494" y="61737"/>
                  <a:pt x="382729" y="58172"/>
                  <a:pt x="382729" y="54071"/>
                </a:cubicBezTo>
                <a:cubicBezTo>
                  <a:pt x="382729" y="52113"/>
                  <a:pt x="382912" y="50032"/>
                  <a:pt x="383279" y="47829"/>
                </a:cubicBezTo>
                <a:moveTo>
                  <a:pt x="421655" y="47920"/>
                </a:moveTo>
                <a:cubicBezTo>
                  <a:pt x="421838" y="46819"/>
                  <a:pt x="421929" y="45810"/>
                  <a:pt x="421929" y="44892"/>
                </a:cubicBezTo>
                <a:cubicBezTo>
                  <a:pt x="421929" y="41893"/>
                  <a:pt x="421057" y="39537"/>
                  <a:pt x="419312" y="37823"/>
                </a:cubicBezTo>
                <a:cubicBezTo>
                  <a:pt x="417569" y="36109"/>
                  <a:pt x="415350" y="35251"/>
                  <a:pt x="412657" y="35251"/>
                </a:cubicBezTo>
                <a:cubicBezTo>
                  <a:pt x="409536" y="35251"/>
                  <a:pt x="406690" y="36369"/>
                  <a:pt x="404119" y="38604"/>
                </a:cubicBezTo>
                <a:cubicBezTo>
                  <a:pt x="401549" y="40837"/>
                  <a:pt x="399928" y="43913"/>
                  <a:pt x="399254" y="47829"/>
                </a:cubicBezTo>
                <a:cubicBezTo>
                  <a:pt x="399070" y="48931"/>
                  <a:pt x="398978" y="49941"/>
                  <a:pt x="398978" y="50859"/>
                </a:cubicBezTo>
                <a:cubicBezTo>
                  <a:pt x="398978" y="53858"/>
                  <a:pt x="399850" y="56229"/>
                  <a:pt x="401595" y="57974"/>
                </a:cubicBezTo>
                <a:cubicBezTo>
                  <a:pt x="403339" y="59717"/>
                  <a:pt x="405528" y="60589"/>
                  <a:pt x="408159" y="60589"/>
                </a:cubicBezTo>
                <a:cubicBezTo>
                  <a:pt x="411280" y="60589"/>
                  <a:pt x="414126" y="59457"/>
                  <a:pt x="416696" y="57194"/>
                </a:cubicBezTo>
                <a:cubicBezTo>
                  <a:pt x="419267" y="54929"/>
                  <a:pt x="420920" y="51838"/>
                  <a:pt x="421655" y="47920"/>
                </a:cubicBezTo>
                <a:close/>
                <a:moveTo>
                  <a:pt x="465444" y="55908"/>
                </a:moveTo>
                <a:cubicBezTo>
                  <a:pt x="465383" y="56214"/>
                  <a:pt x="465353" y="56612"/>
                  <a:pt x="465353" y="57101"/>
                </a:cubicBezTo>
                <a:cubicBezTo>
                  <a:pt x="465353" y="58203"/>
                  <a:pt x="465674" y="58999"/>
                  <a:pt x="466317" y="59488"/>
                </a:cubicBezTo>
                <a:cubicBezTo>
                  <a:pt x="466959" y="59978"/>
                  <a:pt x="468015" y="60222"/>
                  <a:pt x="469484" y="60222"/>
                </a:cubicBezTo>
                <a:lnTo>
                  <a:pt x="475084" y="60222"/>
                </a:lnTo>
                <a:lnTo>
                  <a:pt x="472697" y="73534"/>
                </a:lnTo>
                <a:lnTo>
                  <a:pt x="464710" y="73534"/>
                </a:lnTo>
                <a:cubicBezTo>
                  <a:pt x="454428" y="73534"/>
                  <a:pt x="449287" y="69219"/>
                  <a:pt x="449287" y="60589"/>
                </a:cubicBezTo>
                <a:cubicBezTo>
                  <a:pt x="449287" y="59304"/>
                  <a:pt x="449440" y="57683"/>
                  <a:pt x="449746" y="55724"/>
                </a:cubicBezTo>
                <a:lnTo>
                  <a:pt x="453418" y="35344"/>
                </a:lnTo>
                <a:lnTo>
                  <a:pt x="447176" y="35344"/>
                </a:lnTo>
                <a:lnTo>
                  <a:pt x="449470" y="22308"/>
                </a:lnTo>
                <a:lnTo>
                  <a:pt x="455712" y="22308"/>
                </a:lnTo>
                <a:lnTo>
                  <a:pt x="457916" y="9822"/>
                </a:lnTo>
                <a:lnTo>
                  <a:pt x="473615" y="9822"/>
                </a:lnTo>
                <a:lnTo>
                  <a:pt x="471411" y="22308"/>
                </a:lnTo>
                <a:lnTo>
                  <a:pt x="481693" y="22308"/>
                </a:lnTo>
                <a:lnTo>
                  <a:pt x="479399" y="35344"/>
                </a:lnTo>
                <a:lnTo>
                  <a:pt x="469117" y="35344"/>
                </a:lnTo>
                <a:lnTo>
                  <a:pt x="465444" y="55908"/>
                </a:lnTo>
                <a:close/>
                <a:moveTo>
                  <a:pt x="504460" y="31580"/>
                </a:moveTo>
                <a:cubicBezTo>
                  <a:pt x="506847" y="28520"/>
                  <a:pt x="509586" y="26118"/>
                  <a:pt x="512676" y="24374"/>
                </a:cubicBezTo>
                <a:cubicBezTo>
                  <a:pt x="515767" y="22630"/>
                  <a:pt x="518996" y="21757"/>
                  <a:pt x="522362" y="21757"/>
                </a:cubicBezTo>
                <a:lnTo>
                  <a:pt x="519425" y="38374"/>
                </a:lnTo>
                <a:lnTo>
                  <a:pt x="515110" y="38374"/>
                </a:lnTo>
                <a:cubicBezTo>
                  <a:pt x="511193" y="38374"/>
                  <a:pt x="508102" y="39215"/>
                  <a:pt x="505837" y="40898"/>
                </a:cubicBezTo>
                <a:cubicBezTo>
                  <a:pt x="503573" y="42581"/>
                  <a:pt x="502074" y="45534"/>
                  <a:pt x="501339" y="49757"/>
                </a:cubicBezTo>
                <a:lnTo>
                  <a:pt x="497117" y="73534"/>
                </a:lnTo>
                <a:lnTo>
                  <a:pt x="481418" y="73534"/>
                </a:lnTo>
                <a:lnTo>
                  <a:pt x="490414" y="22308"/>
                </a:lnTo>
                <a:lnTo>
                  <a:pt x="506113" y="22308"/>
                </a:lnTo>
                <a:lnTo>
                  <a:pt x="504460" y="31580"/>
                </a:lnTo>
                <a:close/>
                <a:moveTo>
                  <a:pt x="538611" y="16983"/>
                </a:moveTo>
                <a:cubicBezTo>
                  <a:pt x="536163" y="16983"/>
                  <a:pt x="534220" y="16326"/>
                  <a:pt x="532782" y="15010"/>
                </a:cubicBezTo>
                <a:cubicBezTo>
                  <a:pt x="531344" y="13694"/>
                  <a:pt x="530625" y="12026"/>
                  <a:pt x="530625" y="10006"/>
                </a:cubicBezTo>
                <a:cubicBezTo>
                  <a:pt x="530625" y="7252"/>
                  <a:pt x="531696" y="4896"/>
                  <a:pt x="533837" y="2938"/>
                </a:cubicBezTo>
                <a:cubicBezTo>
                  <a:pt x="535979" y="979"/>
                  <a:pt x="538581" y="0"/>
                  <a:pt x="541641" y="0"/>
                </a:cubicBezTo>
                <a:cubicBezTo>
                  <a:pt x="544090" y="0"/>
                  <a:pt x="546018" y="658"/>
                  <a:pt x="547425" y="1974"/>
                </a:cubicBezTo>
                <a:cubicBezTo>
                  <a:pt x="548832" y="3290"/>
                  <a:pt x="549536" y="4988"/>
                  <a:pt x="549536" y="7068"/>
                </a:cubicBezTo>
                <a:cubicBezTo>
                  <a:pt x="549536" y="9762"/>
                  <a:pt x="548465" y="12088"/>
                  <a:pt x="546323" y="14046"/>
                </a:cubicBezTo>
                <a:cubicBezTo>
                  <a:pt x="544181" y="16004"/>
                  <a:pt x="541611" y="16983"/>
                  <a:pt x="538611" y="16983"/>
                </a:cubicBezTo>
                <a:moveTo>
                  <a:pt x="545405" y="22308"/>
                </a:moveTo>
                <a:lnTo>
                  <a:pt x="536409" y="73534"/>
                </a:lnTo>
                <a:lnTo>
                  <a:pt x="520710" y="73534"/>
                </a:lnTo>
                <a:lnTo>
                  <a:pt x="529706" y="22308"/>
                </a:lnTo>
                <a:lnTo>
                  <a:pt x="545405" y="223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1" name="Text xex">
            <a:extLst xmlns:a="http://schemas.openxmlformats.org/drawingml/2006/main">
              <a:ext uri="{FF2B5EF4-FFF2-40B4-BE49-F238E27FC236}">
                <a16:creationId xmlns:a16="http://schemas.microsoft.com/office/drawing/2014/main" id="{722260A6-CEA9-4AFC-8FA6-AB21804E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774" y="3877394"/>
            <a:ext cx="192971" cy="52694"/>
          </a:xfrm>
          <a:custGeom xmlns:a="http://schemas.openxmlformats.org/drawingml/2006/main">
            <a:pathLst>
              <a:path w="192971" h="52694">
                <a:moveTo>
                  <a:pt x="39567" y="26622"/>
                </a:moveTo>
                <a:lnTo>
                  <a:pt x="52696" y="51960"/>
                </a:lnTo>
                <a:lnTo>
                  <a:pt x="35069" y="51960"/>
                </a:lnTo>
                <a:lnTo>
                  <a:pt x="27725" y="37822"/>
                </a:lnTo>
                <a:lnTo>
                  <a:pt x="16983" y="51960"/>
                </a:lnTo>
                <a:lnTo>
                  <a:pt x="0" y="51960"/>
                </a:lnTo>
                <a:lnTo>
                  <a:pt x="21481" y="25796"/>
                </a:lnTo>
                <a:lnTo>
                  <a:pt x="8538" y="734"/>
                </a:lnTo>
                <a:lnTo>
                  <a:pt x="26164" y="734"/>
                </a:lnTo>
                <a:lnTo>
                  <a:pt x="33509" y="14963"/>
                </a:lnTo>
                <a:lnTo>
                  <a:pt x="44249" y="734"/>
                </a:lnTo>
                <a:lnTo>
                  <a:pt x="61234" y="734"/>
                </a:lnTo>
                <a:lnTo>
                  <a:pt x="39567" y="26622"/>
                </a:lnTo>
                <a:close/>
                <a:moveTo>
                  <a:pt x="111908" y="0"/>
                </a:moveTo>
                <a:cubicBezTo>
                  <a:pt x="118518" y="0"/>
                  <a:pt x="123766" y="1790"/>
                  <a:pt x="127652" y="5371"/>
                </a:cubicBezTo>
                <a:cubicBezTo>
                  <a:pt x="131538" y="8950"/>
                  <a:pt x="133482" y="13831"/>
                  <a:pt x="133482" y="20012"/>
                </a:cubicBezTo>
                <a:cubicBezTo>
                  <a:pt x="133482" y="22032"/>
                  <a:pt x="133329" y="23838"/>
                  <a:pt x="133024" y="25429"/>
                </a:cubicBezTo>
                <a:cubicBezTo>
                  <a:pt x="132779" y="26836"/>
                  <a:pt x="132412" y="28336"/>
                  <a:pt x="131921" y="29927"/>
                </a:cubicBezTo>
                <a:lnTo>
                  <a:pt x="96394" y="29927"/>
                </a:lnTo>
                <a:cubicBezTo>
                  <a:pt x="96332" y="30295"/>
                  <a:pt x="96302" y="30877"/>
                  <a:pt x="96302" y="31672"/>
                </a:cubicBezTo>
                <a:cubicBezTo>
                  <a:pt x="96302" y="34365"/>
                  <a:pt x="97036" y="36415"/>
                  <a:pt x="98505" y="37823"/>
                </a:cubicBezTo>
                <a:cubicBezTo>
                  <a:pt x="99974" y="39231"/>
                  <a:pt x="101932" y="39934"/>
                  <a:pt x="104380" y="39934"/>
                </a:cubicBezTo>
                <a:cubicBezTo>
                  <a:pt x="108298" y="39934"/>
                  <a:pt x="111297" y="38282"/>
                  <a:pt x="113377" y="34977"/>
                </a:cubicBezTo>
                <a:lnTo>
                  <a:pt x="130086" y="34977"/>
                </a:lnTo>
                <a:cubicBezTo>
                  <a:pt x="127882" y="40178"/>
                  <a:pt x="124301" y="44432"/>
                  <a:pt x="119343" y="47737"/>
                </a:cubicBezTo>
                <a:cubicBezTo>
                  <a:pt x="114386" y="51042"/>
                  <a:pt x="108817" y="52694"/>
                  <a:pt x="102636" y="52694"/>
                </a:cubicBezTo>
                <a:cubicBezTo>
                  <a:pt x="96026" y="52694"/>
                  <a:pt x="90747" y="50858"/>
                  <a:pt x="86800" y="47186"/>
                </a:cubicBezTo>
                <a:cubicBezTo>
                  <a:pt x="82852" y="43514"/>
                  <a:pt x="80879" y="38526"/>
                  <a:pt x="80879" y="32223"/>
                </a:cubicBezTo>
                <a:cubicBezTo>
                  <a:pt x="80879" y="30325"/>
                  <a:pt x="81062" y="28366"/>
                  <a:pt x="81429" y="26346"/>
                </a:cubicBezTo>
                <a:cubicBezTo>
                  <a:pt x="82348" y="21022"/>
                  <a:pt x="84246" y="16371"/>
                  <a:pt x="87122" y="12393"/>
                </a:cubicBezTo>
                <a:cubicBezTo>
                  <a:pt x="89998" y="8415"/>
                  <a:pt x="93578" y="5355"/>
                  <a:pt x="97862" y="3213"/>
                </a:cubicBezTo>
                <a:cubicBezTo>
                  <a:pt x="102147" y="1071"/>
                  <a:pt x="106829" y="0"/>
                  <a:pt x="111908" y="0"/>
                </a:cubicBezTo>
                <a:moveTo>
                  <a:pt x="117601" y="21941"/>
                </a:moveTo>
                <a:cubicBezTo>
                  <a:pt x="117723" y="21084"/>
                  <a:pt x="117784" y="20502"/>
                  <a:pt x="117784" y="20197"/>
                </a:cubicBezTo>
                <a:cubicBezTo>
                  <a:pt x="117784" y="17748"/>
                  <a:pt x="117019" y="15866"/>
                  <a:pt x="115488" y="14550"/>
                </a:cubicBezTo>
                <a:cubicBezTo>
                  <a:pt x="113959" y="13234"/>
                  <a:pt x="111939" y="12576"/>
                  <a:pt x="109430" y="12576"/>
                </a:cubicBezTo>
                <a:cubicBezTo>
                  <a:pt x="106737" y="12576"/>
                  <a:pt x="104365" y="13388"/>
                  <a:pt x="102314" y="15010"/>
                </a:cubicBezTo>
                <a:cubicBezTo>
                  <a:pt x="100264" y="16631"/>
                  <a:pt x="98780" y="18941"/>
                  <a:pt x="97862" y="21941"/>
                </a:cubicBezTo>
                <a:lnTo>
                  <a:pt x="117601" y="21941"/>
                </a:lnTo>
                <a:close/>
                <a:moveTo>
                  <a:pt x="171305" y="26622"/>
                </a:moveTo>
                <a:lnTo>
                  <a:pt x="184434" y="51960"/>
                </a:lnTo>
                <a:lnTo>
                  <a:pt x="166807" y="51960"/>
                </a:lnTo>
                <a:lnTo>
                  <a:pt x="159463" y="37822"/>
                </a:lnTo>
                <a:lnTo>
                  <a:pt x="148721" y="51960"/>
                </a:lnTo>
                <a:lnTo>
                  <a:pt x="131738" y="51960"/>
                </a:lnTo>
                <a:lnTo>
                  <a:pt x="153219" y="25796"/>
                </a:lnTo>
                <a:lnTo>
                  <a:pt x="140276" y="734"/>
                </a:lnTo>
                <a:lnTo>
                  <a:pt x="157902" y="734"/>
                </a:lnTo>
                <a:lnTo>
                  <a:pt x="165247" y="14963"/>
                </a:lnTo>
                <a:lnTo>
                  <a:pt x="175987" y="734"/>
                </a:lnTo>
                <a:lnTo>
                  <a:pt x="192971" y="734"/>
                </a:lnTo>
                <a:lnTo>
                  <a:pt x="171305" y="266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2" name="Text pressions">
            <a:extLst xmlns:a="http://schemas.openxmlformats.org/drawingml/2006/main">
              <a:ext uri="{FF2B5EF4-FFF2-40B4-BE49-F238E27FC236}">
                <a16:creationId xmlns:a16="http://schemas.microsoft.com/office/drawing/2014/main" id="{1FD1BB60-1520-4738-9E1A-743D0871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6952" y="3855820"/>
            <a:ext cx="458466" cy="97954"/>
          </a:xfrm>
          <a:custGeom xmlns:a="http://schemas.openxmlformats.org/drawingml/2006/main">
            <a:pathLst>
              <a:path w="458466" h="97954">
                <a:moveTo>
                  <a:pt x="27725" y="29560"/>
                </a:moveTo>
                <a:cubicBezTo>
                  <a:pt x="29683" y="27173"/>
                  <a:pt x="32146" y="25245"/>
                  <a:pt x="35114" y="23777"/>
                </a:cubicBezTo>
                <a:cubicBezTo>
                  <a:pt x="38083" y="22308"/>
                  <a:pt x="41372" y="21574"/>
                  <a:pt x="44983" y="21574"/>
                </a:cubicBezTo>
                <a:cubicBezTo>
                  <a:pt x="50492" y="21574"/>
                  <a:pt x="54944" y="23380"/>
                  <a:pt x="58341" y="26991"/>
                </a:cubicBezTo>
                <a:cubicBezTo>
                  <a:pt x="61737" y="30601"/>
                  <a:pt x="63436" y="35497"/>
                  <a:pt x="63436" y="41678"/>
                </a:cubicBezTo>
                <a:cubicBezTo>
                  <a:pt x="63436" y="43576"/>
                  <a:pt x="63252" y="45626"/>
                  <a:pt x="62885" y="47829"/>
                </a:cubicBezTo>
                <a:cubicBezTo>
                  <a:pt x="61967" y="53093"/>
                  <a:pt x="60162" y="57729"/>
                  <a:pt x="57468" y="61738"/>
                </a:cubicBezTo>
                <a:cubicBezTo>
                  <a:pt x="54776" y="65746"/>
                  <a:pt x="51532" y="68837"/>
                  <a:pt x="47737" y="71010"/>
                </a:cubicBezTo>
                <a:cubicBezTo>
                  <a:pt x="43942" y="73182"/>
                  <a:pt x="39934" y="74268"/>
                  <a:pt x="35711" y="74268"/>
                </a:cubicBezTo>
                <a:cubicBezTo>
                  <a:pt x="32161" y="74268"/>
                  <a:pt x="29162" y="73534"/>
                  <a:pt x="26713" y="72066"/>
                </a:cubicBezTo>
                <a:cubicBezTo>
                  <a:pt x="24266" y="70597"/>
                  <a:pt x="22461" y="68699"/>
                  <a:pt x="21298" y="66373"/>
                </a:cubicBezTo>
                <a:lnTo>
                  <a:pt x="15697" y="97954"/>
                </a:lnTo>
                <a:lnTo>
                  <a:pt x="0" y="97954"/>
                </a:lnTo>
                <a:lnTo>
                  <a:pt x="13310" y="22308"/>
                </a:lnTo>
                <a:lnTo>
                  <a:pt x="29009" y="22308"/>
                </a:lnTo>
                <a:lnTo>
                  <a:pt x="27725" y="29560"/>
                </a:lnTo>
                <a:moveTo>
                  <a:pt x="47003" y="47829"/>
                </a:moveTo>
                <a:cubicBezTo>
                  <a:pt x="47187" y="46789"/>
                  <a:pt x="47279" y="45840"/>
                  <a:pt x="47279" y="44983"/>
                </a:cubicBezTo>
                <a:cubicBezTo>
                  <a:pt x="47279" y="41923"/>
                  <a:pt x="46406" y="39537"/>
                  <a:pt x="44662" y="37823"/>
                </a:cubicBezTo>
                <a:cubicBezTo>
                  <a:pt x="42918" y="36109"/>
                  <a:pt x="40699" y="35251"/>
                  <a:pt x="38007" y="35251"/>
                </a:cubicBezTo>
                <a:cubicBezTo>
                  <a:pt x="34885" y="35251"/>
                  <a:pt x="32038" y="36384"/>
                  <a:pt x="29467" y="38648"/>
                </a:cubicBezTo>
                <a:cubicBezTo>
                  <a:pt x="26897" y="40913"/>
                  <a:pt x="25245" y="44004"/>
                  <a:pt x="24511" y="47920"/>
                </a:cubicBezTo>
                <a:cubicBezTo>
                  <a:pt x="24327" y="49022"/>
                  <a:pt x="24235" y="50032"/>
                  <a:pt x="24235" y="50950"/>
                </a:cubicBezTo>
                <a:cubicBezTo>
                  <a:pt x="24235" y="53949"/>
                  <a:pt x="25092" y="56305"/>
                  <a:pt x="26806" y="58019"/>
                </a:cubicBezTo>
                <a:cubicBezTo>
                  <a:pt x="28520" y="59732"/>
                  <a:pt x="30723" y="60589"/>
                  <a:pt x="33416" y="60589"/>
                </a:cubicBezTo>
                <a:cubicBezTo>
                  <a:pt x="36537" y="60589"/>
                  <a:pt x="39398" y="59442"/>
                  <a:pt x="41999" y="57147"/>
                </a:cubicBezTo>
                <a:cubicBezTo>
                  <a:pt x="44601" y="54852"/>
                  <a:pt x="46269" y="51746"/>
                  <a:pt x="47003" y="47829"/>
                </a:cubicBezTo>
                <a:close/>
                <a:moveTo>
                  <a:pt x="89691" y="31580"/>
                </a:moveTo>
                <a:cubicBezTo>
                  <a:pt x="92078" y="28520"/>
                  <a:pt x="94816" y="26118"/>
                  <a:pt x="97907" y="24374"/>
                </a:cubicBezTo>
                <a:cubicBezTo>
                  <a:pt x="100998" y="22630"/>
                  <a:pt x="104227" y="21757"/>
                  <a:pt x="107593" y="21757"/>
                </a:cubicBezTo>
                <a:lnTo>
                  <a:pt x="104656" y="38374"/>
                </a:lnTo>
                <a:lnTo>
                  <a:pt x="100341" y="38374"/>
                </a:lnTo>
                <a:cubicBezTo>
                  <a:pt x="96424" y="38374"/>
                  <a:pt x="93332" y="39215"/>
                  <a:pt x="91068" y="40898"/>
                </a:cubicBezTo>
                <a:cubicBezTo>
                  <a:pt x="88804" y="42581"/>
                  <a:pt x="87305" y="45534"/>
                  <a:pt x="86570" y="49757"/>
                </a:cubicBezTo>
                <a:lnTo>
                  <a:pt x="82348" y="73534"/>
                </a:lnTo>
                <a:lnTo>
                  <a:pt x="66649" y="73534"/>
                </a:lnTo>
                <a:lnTo>
                  <a:pt x="75645" y="22308"/>
                </a:lnTo>
                <a:lnTo>
                  <a:pt x="91344" y="22308"/>
                </a:lnTo>
                <a:lnTo>
                  <a:pt x="89691" y="31580"/>
                </a:lnTo>
                <a:close/>
                <a:moveTo>
                  <a:pt x="137888" y="21574"/>
                </a:moveTo>
                <a:cubicBezTo>
                  <a:pt x="144498" y="21574"/>
                  <a:pt x="149746" y="23364"/>
                  <a:pt x="153631" y="26945"/>
                </a:cubicBezTo>
                <a:cubicBezTo>
                  <a:pt x="157518" y="30524"/>
                  <a:pt x="159462" y="35405"/>
                  <a:pt x="159462" y="41586"/>
                </a:cubicBezTo>
                <a:cubicBezTo>
                  <a:pt x="159462" y="43606"/>
                  <a:pt x="159309" y="45411"/>
                  <a:pt x="159004" y="47003"/>
                </a:cubicBezTo>
                <a:cubicBezTo>
                  <a:pt x="158759" y="48410"/>
                  <a:pt x="158391" y="49909"/>
                  <a:pt x="157901" y="51501"/>
                </a:cubicBezTo>
                <a:lnTo>
                  <a:pt x="122374" y="51501"/>
                </a:lnTo>
                <a:cubicBezTo>
                  <a:pt x="122312" y="51869"/>
                  <a:pt x="122281" y="52451"/>
                  <a:pt x="122281" y="53246"/>
                </a:cubicBezTo>
                <a:cubicBezTo>
                  <a:pt x="122281" y="55939"/>
                  <a:pt x="123016" y="57989"/>
                  <a:pt x="124485" y="59397"/>
                </a:cubicBezTo>
                <a:cubicBezTo>
                  <a:pt x="125954" y="60804"/>
                  <a:pt x="127912" y="61508"/>
                  <a:pt x="130360" y="61508"/>
                </a:cubicBezTo>
                <a:cubicBezTo>
                  <a:pt x="134277" y="61508"/>
                  <a:pt x="137277" y="59856"/>
                  <a:pt x="139357" y="56551"/>
                </a:cubicBezTo>
                <a:lnTo>
                  <a:pt x="156066" y="56551"/>
                </a:lnTo>
                <a:cubicBezTo>
                  <a:pt x="153862" y="61752"/>
                  <a:pt x="150281" y="66006"/>
                  <a:pt x="145323" y="69311"/>
                </a:cubicBezTo>
                <a:cubicBezTo>
                  <a:pt x="140366" y="72616"/>
                  <a:pt x="134797" y="74268"/>
                  <a:pt x="128616" y="74268"/>
                </a:cubicBezTo>
                <a:cubicBezTo>
                  <a:pt x="122006" y="74268"/>
                  <a:pt x="116727" y="72432"/>
                  <a:pt x="112780" y="68760"/>
                </a:cubicBezTo>
                <a:cubicBezTo>
                  <a:pt x="108832" y="65088"/>
                  <a:pt x="106858" y="60100"/>
                  <a:pt x="106858" y="53797"/>
                </a:cubicBezTo>
                <a:cubicBezTo>
                  <a:pt x="106858" y="51899"/>
                  <a:pt x="107042" y="49940"/>
                  <a:pt x="107409" y="47920"/>
                </a:cubicBezTo>
                <a:cubicBezTo>
                  <a:pt x="108328" y="42596"/>
                  <a:pt x="110226" y="37945"/>
                  <a:pt x="113102" y="33967"/>
                </a:cubicBezTo>
                <a:cubicBezTo>
                  <a:pt x="115978" y="29989"/>
                  <a:pt x="119558" y="26929"/>
                  <a:pt x="123842" y="24787"/>
                </a:cubicBezTo>
                <a:cubicBezTo>
                  <a:pt x="128126" y="22645"/>
                  <a:pt x="132808" y="21574"/>
                  <a:pt x="137888" y="21574"/>
                </a:cubicBezTo>
                <a:moveTo>
                  <a:pt x="143581" y="43515"/>
                </a:moveTo>
                <a:cubicBezTo>
                  <a:pt x="143703" y="42657"/>
                  <a:pt x="143764" y="42076"/>
                  <a:pt x="143764" y="41771"/>
                </a:cubicBezTo>
                <a:cubicBezTo>
                  <a:pt x="143764" y="39322"/>
                  <a:pt x="142999" y="37440"/>
                  <a:pt x="141468" y="36124"/>
                </a:cubicBezTo>
                <a:cubicBezTo>
                  <a:pt x="139939" y="34808"/>
                  <a:pt x="137919" y="34150"/>
                  <a:pt x="135410" y="34150"/>
                </a:cubicBezTo>
                <a:cubicBezTo>
                  <a:pt x="132716" y="34150"/>
                  <a:pt x="130344" y="34961"/>
                  <a:pt x="128294" y="36584"/>
                </a:cubicBezTo>
                <a:cubicBezTo>
                  <a:pt x="126244" y="38205"/>
                  <a:pt x="124760" y="40515"/>
                  <a:pt x="123842" y="43515"/>
                </a:cubicBezTo>
                <a:lnTo>
                  <a:pt x="143581" y="43515"/>
                </a:lnTo>
                <a:close/>
                <a:moveTo>
                  <a:pt x="183790" y="74268"/>
                </a:moveTo>
                <a:cubicBezTo>
                  <a:pt x="179751" y="74268"/>
                  <a:pt x="176124" y="73626"/>
                  <a:pt x="172911" y="72341"/>
                </a:cubicBezTo>
                <a:cubicBezTo>
                  <a:pt x="169698" y="71056"/>
                  <a:pt x="167174" y="69266"/>
                  <a:pt x="165337" y="66971"/>
                </a:cubicBezTo>
                <a:cubicBezTo>
                  <a:pt x="163501" y="64676"/>
                  <a:pt x="162583" y="62028"/>
                  <a:pt x="162583" y="59029"/>
                </a:cubicBezTo>
                <a:cubicBezTo>
                  <a:pt x="162583" y="58601"/>
                  <a:pt x="162644" y="57836"/>
                  <a:pt x="162768" y="56734"/>
                </a:cubicBezTo>
                <a:lnTo>
                  <a:pt x="177915" y="56734"/>
                </a:lnTo>
                <a:cubicBezTo>
                  <a:pt x="177792" y="58632"/>
                  <a:pt x="178358" y="60147"/>
                  <a:pt x="179612" y="61278"/>
                </a:cubicBezTo>
                <a:cubicBezTo>
                  <a:pt x="180868" y="62410"/>
                  <a:pt x="182658" y="62976"/>
                  <a:pt x="184983" y="62976"/>
                </a:cubicBezTo>
                <a:cubicBezTo>
                  <a:pt x="186941" y="62976"/>
                  <a:pt x="188563" y="62609"/>
                  <a:pt x="189848" y="61875"/>
                </a:cubicBezTo>
                <a:cubicBezTo>
                  <a:pt x="191134" y="61140"/>
                  <a:pt x="191777" y="60100"/>
                  <a:pt x="191777" y="58754"/>
                </a:cubicBezTo>
                <a:cubicBezTo>
                  <a:pt x="191777" y="57468"/>
                  <a:pt x="191088" y="56443"/>
                  <a:pt x="189711" y="55678"/>
                </a:cubicBezTo>
                <a:cubicBezTo>
                  <a:pt x="188334" y="54913"/>
                  <a:pt x="186055" y="53980"/>
                  <a:pt x="182872" y="52878"/>
                </a:cubicBezTo>
                <a:cubicBezTo>
                  <a:pt x="179567" y="51777"/>
                  <a:pt x="176798" y="50691"/>
                  <a:pt x="174564" y="49619"/>
                </a:cubicBezTo>
                <a:cubicBezTo>
                  <a:pt x="172330" y="48548"/>
                  <a:pt x="170417" y="47003"/>
                  <a:pt x="168826" y="44984"/>
                </a:cubicBezTo>
                <a:cubicBezTo>
                  <a:pt x="167235" y="42964"/>
                  <a:pt x="166439" y="40424"/>
                  <a:pt x="166439" y="37364"/>
                </a:cubicBezTo>
                <a:cubicBezTo>
                  <a:pt x="166439" y="34365"/>
                  <a:pt x="167326" y="31657"/>
                  <a:pt x="169101" y="29239"/>
                </a:cubicBezTo>
                <a:cubicBezTo>
                  <a:pt x="170876" y="26821"/>
                  <a:pt x="173370" y="24940"/>
                  <a:pt x="176582" y="23594"/>
                </a:cubicBezTo>
                <a:cubicBezTo>
                  <a:pt x="179796" y="22247"/>
                  <a:pt x="183514" y="21574"/>
                  <a:pt x="187737" y="21574"/>
                </a:cubicBezTo>
                <a:cubicBezTo>
                  <a:pt x="191960" y="21574"/>
                  <a:pt x="195632" y="22263"/>
                  <a:pt x="198753" y="23640"/>
                </a:cubicBezTo>
                <a:cubicBezTo>
                  <a:pt x="201875" y="25017"/>
                  <a:pt x="204293" y="26929"/>
                  <a:pt x="206006" y="29378"/>
                </a:cubicBezTo>
                <a:cubicBezTo>
                  <a:pt x="207720" y="31825"/>
                  <a:pt x="208577" y="34579"/>
                  <a:pt x="208577" y="37638"/>
                </a:cubicBezTo>
                <a:lnTo>
                  <a:pt x="208484" y="39015"/>
                </a:lnTo>
                <a:lnTo>
                  <a:pt x="194255" y="39015"/>
                </a:lnTo>
                <a:cubicBezTo>
                  <a:pt x="194377" y="37179"/>
                  <a:pt x="193826" y="35711"/>
                  <a:pt x="192602" y="34610"/>
                </a:cubicBezTo>
                <a:cubicBezTo>
                  <a:pt x="191379" y="33508"/>
                  <a:pt x="189635" y="32957"/>
                  <a:pt x="187370" y="32957"/>
                </a:cubicBezTo>
                <a:cubicBezTo>
                  <a:pt x="185596" y="32957"/>
                  <a:pt x="184142" y="33324"/>
                  <a:pt x="183009" y="34059"/>
                </a:cubicBezTo>
                <a:cubicBezTo>
                  <a:pt x="181878" y="34793"/>
                  <a:pt x="181312" y="35803"/>
                  <a:pt x="181312" y="37088"/>
                </a:cubicBezTo>
                <a:cubicBezTo>
                  <a:pt x="181312" y="38434"/>
                  <a:pt x="182061" y="39552"/>
                  <a:pt x="183560" y="40440"/>
                </a:cubicBezTo>
                <a:cubicBezTo>
                  <a:pt x="185060" y="41327"/>
                  <a:pt x="187401" y="42321"/>
                  <a:pt x="190584" y="43422"/>
                </a:cubicBezTo>
                <a:cubicBezTo>
                  <a:pt x="193889" y="44524"/>
                  <a:pt x="196627" y="45611"/>
                  <a:pt x="198799" y="46682"/>
                </a:cubicBezTo>
                <a:cubicBezTo>
                  <a:pt x="200972" y="47753"/>
                  <a:pt x="202839" y="49252"/>
                  <a:pt x="204400" y="51180"/>
                </a:cubicBezTo>
                <a:cubicBezTo>
                  <a:pt x="205960" y="53108"/>
                  <a:pt x="206740" y="55510"/>
                  <a:pt x="206740" y="58387"/>
                </a:cubicBezTo>
                <a:cubicBezTo>
                  <a:pt x="206740" y="61692"/>
                  <a:pt x="205746" y="64538"/>
                  <a:pt x="203757" y="66925"/>
                </a:cubicBezTo>
                <a:cubicBezTo>
                  <a:pt x="201768" y="69311"/>
                  <a:pt x="199044" y="71132"/>
                  <a:pt x="195586" y="72387"/>
                </a:cubicBezTo>
                <a:cubicBezTo>
                  <a:pt x="192129" y="73641"/>
                  <a:pt x="188197" y="74268"/>
                  <a:pt x="183790" y="74268"/>
                </a:cubicBezTo>
                <a:close/>
                <a:moveTo>
                  <a:pt x="235016" y="74268"/>
                </a:moveTo>
                <a:cubicBezTo>
                  <a:pt x="230977" y="74268"/>
                  <a:pt x="227351" y="73626"/>
                  <a:pt x="224138" y="72341"/>
                </a:cubicBezTo>
                <a:cubicBezTo>
                  <a:pt x="220925" y="71056"/>
                  <a:pt x="218400" y="69266"/>
                  <a:pt x="216563" y="66971"/>
                </a:cubicBezTo>
                <a:cubicBezTo>
                  <a:pt x="214727" y="64676"/>
                  <a:pt x="213809" y="62028"/>
                  <a:pt x="213809" y="59029"/>
                </a:cubicBezTo>
                <a:cubicBezTo>
                  <a:pt x="213809" y="58601"/>
                  <a:pt x="213871" y="57836"/>
                  <a:pt x="213994" y="56734"/>
                </a:cubicBezTo>
                <a:lnTo>
                  <a:pt x="229141" y="56734"/>
                </a:lnTo>
                <a:cubicBezTo>
                  <a:pt x="229019" y="58632"/>
                  <a:pt x="229585" y="60147"/>
                  <a:pt x="230839" y="61278"/>
                </a:cubicBezTo>
                <a:cubicBezTo>
                  <a:pt x="232094" y="62410"/>
                  <a:pt x="233884" y="62976"/>
                  <a:pt x="236210" y="62976"/>
                </a:cubicBezTo>
                <a:cubicBezTo>
                  <a:pt x="238168" y="62976"/>
                  <a:pt x="239790" y="62609"/>
                  <a:pt x="241075" y="61875"/>
                </a:cubicBezTo>
                <a:cubicBezTo>
                  <a:pt x="242361" y="61140"/>
                  <a:pt x="243004" y="60100"/>
                  <a:pt x="243004" y="58754"/>
                </a:cubicBezTo>
                <a:cubicBezTo>
                  <a:pt x="243004" y="57468"/>
                  <a:pt x="242315" y="56443"/>
                  <a:pt x="240937" y="55678"/>
                </a:cubicBezTo>
                <a:cubicBezTo>
                  <a:pt x="239561" y="54913"/>
                  <a:pt x="237281" y="53980"/>
                  <a:pt x="234099" y="52878"/>
                </a:cubicBezTo>
                <a:cubicBezTo>
                  <a:pt x="230794" y="51777"/>
                  <a:pt x="228024" y="50691"/>
                  <a:pt x="225791" y="49619"/>
                </a:cubicBezTo>
                <a:cubicBezTo>
                  <a:pt x="223557" y="48548"/>
                  <a:pt x="221644" y="47003"/>
                  <a:pt x="220053" y="44984"/>
                </a:cubicBezTo>
                <a:cubicBezTo>
                  <a:pt x="218461" y="42964"/>
                  <a:pt x="217666" y="40424"/>
                  <a:pt x="217666" y="37364"/>
                </a:cubicBezTo>
                <a:cubicBezTo>
                  <a:pt x="217666" y="34365"/>
                  <a:pt x="218553" y="31657"/>
                  <a:pt x="220327" y="29239"/>
                </a:cubicBezTo>
                <a:cubicBezTo>
                  <a:pt x="222103" y="26821"/>
                  <a:pt x="224597" y="24940"/>
                  <a:pt x="227809" y="23594"/>
                </a:cubicBezTo>
                <a:cubicBezTo>
                  <a:pt x="231023" y="22247"/>
                  <a:pt x="234741" y="21574"/>
                  <a:pt x="238964" y="21574"/>
                </a:cubicBezTo>
                <a:cubicBezTo>
                  <a:pt x="243187" y="21574"/>
                  <a:pt x="246859" y="22263"/>
                  <a:pt x="249980" y="23640"/>
                </a:cubicBezTo>
                <a:cubicBezTo>
                  <a:pt x="253102" y="25017"/>
                  <a:pt x="255519" y="26929"/>
                  <a:pt x="257233" y="29378"/>
                </a:cubicBezTo>
                <a:cubicBezTo>
                  <a:pt x="258947" y="31825"/>
                  <a:pt x="259804" y="34579"/>
                  <a:pt x="259804" y="37638"/>
                </a:cubicBezTo>
                <a:lnTo>
                  <a:pt x="259711" y="39015"/>
                </a:lnTo>
                <a:lnTo>
                  <a:pt x="245482" y="39015"/>
                </a:lnTo>
                <a:cubicBezTo>
                  <a:pt x="245604" y="37179"/>
                  <a:pt x="245053" y="35711"/>
                  <a:pt x="243829" y="34610"/>
                </a:cubicBezTo>
                <a:cubicBezTo>
                  <a:pt x="242605" y="33508"/>
                  <a:pt x="240861" y="32957"/>
                  <a:pt x="238597" y="32957"/>
                </a:cubicBezTo>
                <a:cubicBezTo>
                  <a:pt x="236822" y="32957"/>
                  <a:pt x="235369" y="33324"/>
                  <a:pt x="234236" y="34059"/>
                </a:cubicBezTo>
                <a:cubicBezTo>
                  <a:pt x="233104" y="34793"/>
                  <a:pt x="232538" y="35803"/>
                  <a:pt x="232538" y="37088"/>
                </a:cubicBezTo>
                <a:cubicBezTo>
                  <a:pt x="232538" y="38434"/>
                  <a:pt x="233288" y="39552"/>
                  <a:pt x="234787" y="40440"/>
                </a:cubicBezTo>
                <a:cubicBezTo>
                  <a:pt x="236286" y="41327"/>
                  <a:pt x="238628" y="42321"/>
                  <a:pt x="241810" y="43422"/>
                </a:cubicBezTo>
                <a:cubicBezTo>
                  <a:pt x="245115" y="44524"/>
                  <a:pt x="247854" y="45611"/>
                  <a:pt x="250026" y="46682"/>
                </a:cubicBezTo>
                <a:cubicBezTo>
                  <a:pt x="252199" y="47753"/>
                  <a:pt x="254066" y="49252"/>
                  <a:pt x="255626" y="51180"/>
                </a:cubicBezTo>
                <a:cubicBezTo>
                  <a:pt x="257187" y="53108"/>
                  <a:pt x="257967" y="55510"/>
                  <a:pt x="257967" y="58387"/>
                </a:cubicBezTo>
                <a:cubicBezTo>
                  <a:pt x="257967" y="61692"/>
                  <a:pt x="256973" y="64538"/>
                  <a:pt x="254983" y="66925"/>
                </a:cubicBezTo>
                <a:cubicBezTo>
                  <a:pt x="252994" y="69311"/>
                  <a:pt x="250271" y="71132"/>
                  <a:pt x="246812" y="72387"/>
                </a:cubicBezTo>
                <a:cubicBezTo>
                  <a:pt x="243355" y="73641"/>
                  <a:pt x="239423" y="74268"/>
                  <a:pt x="235016" y="74268"/>
                </a:cubicBezTo>
                <a:close/>
                <a:moveTo>
                  <a:pt x="282846" y="16983"/>
                </a:moveTo>
                <a:cubicBezTo>
                  <a:pt x="280398" y="16983"/>
                  <a:pt x="278455" y="16326"/>
                  <a:pt x="277017" y="15010"/>
                </a:cubicBezTo>
                <a:cubicBezTo>
                  <a:pt x="275579" y="13694"/>
                  <a:pt x="274860" y="12026"/>
                  <a:pt x="274860" y="10006"/>
                </a:cubicBezTo>
                <a:cubicBezTo>
                  <a:pt x="274860" y="7252"/>
                  <a:pt x="275930" y="4896"/>
                  <a:pt x="278072" y="2938"/>
                </a:cubicBezTo>
                <a:cubicBezTo>
                  <a:pt x="280214" y="979"/>
                  <a:pt x="282815" y="0"/>
                  <a:pt x="285876" y="0"/>
                </a:cubicBezTo>
                <a:cubicBezTo>
                  <a:pt x="288324" y="0"/>
                  <a:pt x="290252" y="658"/>
                  <a:pt x="291660" y="1974"/>
                </a:cubicBezTo>
                <a:cubicBezTo>
                  <a:pt x="293067" y="3290"/>
                  <a:pt x="293771" y="4988"/>
                  <a:pt x="293771" y="7068"/>
                </a:cubicBezTo>
                <a:cubicBezTo>
                  <a:pt x="293771" y="9762"/>
                  <a:pt x="292699" y="12088"/>
                  <a:pt x="290557" y="14046"/>
                </a:cubicBezTo>
                <a:cubicBezTo>
                  <a:pt x="288416" y="16004"/>
                  <a:pt x="285845" y="16983"/>
                  <a:pt x="282846" y="16983"/>
                </a:cubicBezTo>
                <a:moveTo>
                  <a:pt x="289640" y="22308"/>
                </a:moveTo>
                <a:lnTo>
                  <a:pt x="280644" y="73534"/>
                </a:lnTo>
                <a:lnTo>
                  <a:pt x="264945" y="73534"/>
                </a:lnTo>
                <a:lnTo>
                  <a:pt x="273941" y="22308"/>
                </a:lnTo>
                <a:lnTo>
                  <a:pt x="289640" y="22308"/>
                </a:lnTo>
                <a:close/>
                <a:moveTo>
                  <a:pt x="315437" y="74268"/>
                </a:moveTo>
                <a:cubicBezTo>
                  <a:pt x="311030" y="74268"/>
                  <a:pt x="307113" y="73381"/>
                  <a:pt x="303686" y="71607"/>
                </a:cubicBezTo>
                <a:cubicBezTo>
                  <a:pt x="300258" y="69831"/>
                  <a:pt x="297611" y="67322"/>
                  <a:pt x="295744" y="64079"/>
                </a:cubicBezTo>
                <a:cubicBezTo>
                  <a:pt x="293878" y="60834"/>
                  <a:pt x="292944" y="57070"/>
                  <a:pt x="292944" y="52787"/>
                </a:cubicBezTo>
                <a:cubicBezTo>
                  <a:pt x="292944" y="46972"/>
                  <a:pt x="294321" y="41678"/>
                  <a:pt x="297075" y="36904"/>
                </a:cubicBezTo>
                <a:cubicBezTo>
                  <a:pt x="299829" y="32130"/>
                  <a:pt x="303624" y="28382"/>
                  <a:pt x="308458" y="25659"/>
                </a:cubicBezTo>
                <a:cubicBezTo>
                  <a:pt x="313294" y="22935"/>
                  <a:pt x="318680" y="21574"/>
                  <a:pt x="324617" y="21574"/>
                </a:cubicBezTo>
                <a:cubicBezTo>
                  <a:pt x="329024" y="21574"/>
                  <a:pt x="332956" y="22476"/>
                  <a:pt x="336413" y="24282"/>
                </a:cubicBezTo>
                <a:cubicBezTo>
                  <a:pt x="339871" y="26087"/>
                  <a:pt x="342549" y="28612"/>
                  <a:pt x="344446" y="31856"/>
                </a:cubicBezTo>
                <a:cubicBezTo>
                  <a:pt x="346344" y="35099"/>
                  <a:pt x="347293" y="38863"/>
                  <a:pt x="347293" y="43148"/>
                </a:cubicBezTo>
                <a:cubicBezTo>
                  <a:pt x="347293" y="49023"/>
                  <a:pt x="345900" y="54332"/>
                  <a:pt x="343116" y="59075"/>
                </a:cubicBezTo>
                <a:cubicBezTo>
                  <a:pt x="340331" y="63818"/>
                  <a:pt x="336506" y="67536"/>
                  <a:pt x="331640" y="70230"/>
                </a:cubicBezTo>
                <a:cubicBezTo>
                  <a:pt x="326775" y="72922"/>
                  <a:pt x="321374" y="74268"/>
                  <a:pt x="315437" y="74268"/>
                </a:cubicBezTo>
                <a:moveTo>
                  <a:pt x="317639" y="60773"/>
                </a:moveTo>
                <a:cubicBezTo>
                  <a:pt x="320210" y="60773"/>
                  <a:pt x="322521" y="59992"/>
                  <a:pt x="324570" y="58432"/>
                </a:cubicBezTo>
                <a:cubicBezTo>
                  <a:pt x="326621" y="56871"/>
                  <a:pt x="328212" y="54852"/>
                  <a:pt x="329344" y="52373"/>
                </a:cubicBezTo>
                <a:cubicBezTo>
                  <a:pt x="330477" y="49895"/>
                  <a:pt x="331043" y="47309"/>
                  <a:pt x="331043" y="44616"/>
                </a:cubicBezTo>
                <a:cubicBezTo>
                  <a:pt x="331043" y="41555"/>
                  <a:pt x="330217" y="39199"/>
                  <a:pt x="328564" y="37547"/>
                </a:cubicBezTo>
                <a:cubicBezTo>
                  <a:pt x="326912" y="35894"/>
                  <a:pt x="324831" y="35068"/>
                  <a:pt x="322322" y="35068"/>
                </a:cubicBezTo>
                <a:cubicBezTo>
                  <a:pt x="319690" y="35068"/>
                  <a:pt x="317380" y="35849"/>
                  <a:pt x="315391" y="37410"/>
                </a:cubicBezTo>
                <a:cubicBezTo>
                  <a:pt x="313402" y="38971"/>
                  <a:pt x="311856" y="41005"/>
                  <a:pt x="310754" y="43515"/>
                </a:cubicBezTo>
                <a:cubicBezTo>
                  <a:pt x="309653" y="46024"/>
                  <a:pt x="309103" y="48656"/>
                  <a:pt x="309103" y="51410"/>
                </a:cubicBezTo>
                <a:cubicBezTo>
                  <a:pt x="309103" y="54408"/>
                  <a:pt x="309898" y="56719"/>
                  <a:pt x="311488" y="58341"/>
                </a:cubicBezTo>
                <a:cubicBezTo>
                  <a:pt x="313080" y="59962"/>
                  <a:pt x="315130" y="60773"/>
                  <a:pt x="317639" y="60773"/>
                </a:cubicBezTo>
                <a:close/>
                <a:moveTo>
                  <a:pt x="390806" y="21757"/>
                </a:moveTo>
                <a:cubicBezTo>
                  <a:pt x="395947" y="21757"/>
                  <a:pt x="399987" y="23196"/>
                  <a:pt x="402925" y="26072"/>
                </a:cubicBezTo>
                <a:cubicBezTo>
                  <a:pt x="405863" y="28948"/>
                  <a:pt x="407332" y="32957"/>
                  <a:pt x="407332" y="38098"/>
                </a:cubicBezTo>
                <a:cubicBezTo>
                  <a:pt x="407332" y="39811"/>
                  <a:pt x="407148" y="41647"/>
                  <a:pt x="406780" y="43606"/>
                </a:cubicBezTo>
                <a:lnTo>
                  <a:pt x="401455" y="73534"/>
                </a:lnTo>
                <a:lnTo>
                  <a:pt x="385849" y="73534"/>
                </a:lnTo>
                <a:lnTo>
                  <a:pt x="390806" y="45718"/>
                </a:lnTo>
                <a:cubicBezTo>
                  <a:pt x="390990" y="44677"/>
                  <a:pt x="391082" y="43759"/>
                  <a:pt x="391082" y="42964"/>
                </a:cubicBezTo>
                <a:cubicBezTo>
                  <a:pt x="391082" y="40393"/>
                  <a:pt x="390363" y="38404"/>
                  <a:pt x="388925" y="36997"/>
                </a:cubicBezTo>
                <a:cubicBezTo>
                  <a:pt x="387487" y="35589"/>
                  <a:pt x="385482" y="34884"/>
                  <a:pt x="382912" y="34884"/>
                </a:cubicBezTo>
                <a:cubicBezTo>
                  <a:pt x="379851" y="34884"/>
                  <a:pt x="377281" y="35833"/>
                  <a:pt x="375200" y="37731"/>
                </a:cubicBezTo>
                <a:cubicBezTo>
                  <a:pt x="373119" y="39628"/>
                  <a:pt x="371773" y="42291"/>
                  <a:pt x="371160" y="45718"/>
                </a:cubicBezTo>
                <a:lnTo>
                  <a:pt x="371160" y="45259"/>
                </a:lnTo>
                <a:lnTo>
                  <a:pt x="366204" y="73534"/>
                </a:lnTo>
                <a:lnTo>
                  <a:pt x="350505" y="73534"/>
                </a:lnTo>
                <a:lnTo>
                  <a:pt x="359501" y="22308"/>
                </a:lnTo>
                <a:lnTo>
                  <a:pt x="375200" y="22308"/>
                </a:lnTo>
                <a:lnTo>
                  <a:pt x="374007" y="29193"/>
                </a:lnTo>
                <a:cubicBezTo>
                  <a:pt x="376027" y="26928"/>
                  <a:pt x="378490" y="25123"/>
                  <a:pt x="381397" y="23777"/>
                </a:cubicBezTo>
                <a:cubicBezTo>
                  <a:pt x="384304" y="22431"/>
                  <a:pt x="387441" y="21757"/>
                  <a:pt x="390806" y="21757"/>
                </a:cubicBezTo>
                <a:close/>
                <a:moveTo>
                  <a:pt x="433679" y="74268"/>
                </a:moveTo>
                <a:cubicBezTo>
                  <a:pt x="429640" y="74268"/>
                  <a:pt x="426014" y="73626"/>
                  <a:pt x="422800" y="72341"/>
                </a:cubicBezTo>
                <a:cubicBezTo>
                  <a:pt x="419588" y="71056"/>
                  <a:pt x="417063" y="69266"/>
                  <a:pt x="415226" y="66971"/>
                </a:cubicBezTo>
                <a:cubicBezTo>
                  <a:pt x="413390" y="64676"/>
                  <a:pt x="412472" y="62028"/>
                  <a:pt x="412472" y="59029"/>
                </a:cubicBezTo>
                <a:cubicBezTo>
                  <a:pt x="412472" y="58601"/>
                  <a:pt x="412534" y="57836"/>
                  <a:pt x="412657" y="56734"/>
                </a:cubicBezTo>
                <a:lnTo>
                  <a:pt x="427804" y="56734"/>
                </a:lnTo>
                <a:cubicBezTo>
                  <a:pt x="427682" y="58632"/>
                  <a:pt x="428247" y="60147"/>
                  <a:pt x="429502" y="61278"/>
                </a:cubicBezTo>
                <a:cubicBezTo>
                  <a:pt x="430757" y="62410"/>
                  <a:pt x="432547" y="62976"/>
                  <a:pt x="434872" y="62976"/>
                </a:cubicBezTo>
                <a:cubicBezTo>
                  <a:pt x="436831" y="62976"/>
                  <a:pt x="438452" y="62609"/>
                  <a:pt x="439737" y="61875"/>
                </a:cubicBezTo>
                <a:cubicBezTo>
                  <a:pt x="441023" y="61140"/>
                  <a:pt x="441666" y="60100"/>
                  <a:pt x="441666" y="58754"/>
                </a:cubicBezTo>
                <a:cubicBezTo>
                  <a:pt x="441666" y="57468"/>
                  <a:pt x="440978" y="56443"/>
                  <a:pt x="439600" y="55678"/>
                </a:cubicBezTo>
                <a:cubicBezTo>
                  <a:pt x="438224" y="54913"/>
                  <a:pt x="435944" y="53980"/>
                  <a:pt x="432761" y="52878"/>
                </a:cubicBezTo>
                <a:cubicBezTo>
                  <a:pt x="429456" y="51777"/>
                  <a:pt x="426687" y="50691"/>
                  <a:pt x="424453" y="49619"/>
                </a:cubicBezTo>
                <a:cubicBezTo>
                  <a:pt x="422219" y="48548"/>
                  <a:pt x="420307" y="47003"/>
                  <a:pt x="418715" y="44984"/>
                </a:cubicBezTo>
                <a:cubicBezTo>
                  <a:pt x="417124" y="42964"/>
                  <a:pt x="416328" y="40424"/>
                  <a:pt x="416328" y="37364"/>
                </a:cubicBezTo>
                <a:cubicBezTo>
                  <a:pt x="416328" y="34365"/>
                  <a:pt x="417216" y="31657"/>
                  <a:pt x="418990" y="29239"/>
                </a:cubicBezTo>
                <a:cubicBezTo>
                  <a:pt x="420765" y="26821"/>
                  <a:pt x="423259" y="24940"/>
                  <a:pt x="426472" y="23594"/>
                </a:cubicBezTo>
                <a:cubicBezTo>
                  <a:pt x="429685" y="22247"/>
                  <a:pt x="433403" y="21574"/>
                  <a:pt x="437626" y="21574"/>
                </a:cubicBezTo>
                <a:cubicBezTo>
                  <a:pt x="441849" y="21574"/>
                  <a:pt x="445521" y="22263"/>
                  <a:pt x="448642" y="23640"/>
                </a:cubicBezTo>
                <a:cubicBezTo>
                  <a:pt x="451764" y="25017"/>
                  <a:pt x="454182" y="26929"/>
                  <a:pt x="455896" y="29378"/>
                </a:cubicBezTo>
                <a:cubicBezTo>
                  <a:pt x="457609" y="31825"/>
                  <a:pt x="458466" y="34579"/>
                  <a:pt x="458466" y="37638"/>
                </a:cubicBezTo>
                <a:lnTo>
                  <a:pt x="458374" y="39015"/>
                </a:lnTo>
                <a:lnTo>
                  <a:pt x="444144" y="39015"/>
                </a:lnTo>
                <a:cubicBezTo>
                  <a:pt x="444267" y="37179"/>
                  <a:pt x="443716" y="35711"/>
                  <a:pt x="442491" y="34610"/>
                </a:cubicBezTo>
                <a:cubicBezTo>
                  <a:pt x="441268" y="33508"/>
                  <a:pt x="439524" y="32957"/>
                  <a:pt x="437259" y="32957"/>
                </a:cubicBezTo>
                <a:cubicBezTo>
                  <a:pt x="435485" y="32957"/>
                  <a:pt x="434031" y="33324"/>
                  <a:pt x="432899" y="34059"/>
                </a:cubicBezTo>
                <a:cubicBezTo>
                  <a:pt x="431767" y="34793"/>
                  <a:pt x="431201" y="35803"/>
                  <a:pt x="431201" y="37088"/>
                </a:cubicBezTo>
                <a:cubicBezTo>
                  <a:pt x="431201" y="38434"/>
                  <a:pt x="431950" y="39552"/>
                  <a:pt x="433449" y="40440"/>
                </a:cubicBezTo>
                <a:cubicBezTo>
                  <a:pt x="434949" y="41327"/>
                  <a:pt x="437290" y="42321"/>
                  <a:pt x="440473" y="43422"/>
                </a:cubicBezTo>
                <a:cubicBezTo>
                  <a:pt x="443778" y="44524"/>
                  <a:pt x="446516" y="45611"/>
                  <a:pt x="448689" y="46682"/>
                </a:cubicBezTo>
                <a:cubicBezTo>
                  <a:pt x="450862" y="47753"/>
                  <a:pt x="452728" y="49252"/>
                  <a:pt x="454289" y="51180"/>
                </a:cubicBezTo>
                <a:cubicBezTo>
                  <a:pt x="455849" y="53108"/>
                  <a:pt x="456630" y="55510"/>
                  <a:pt x="456630" y="58387"/>
                </a:cubicBezTo>
                <a:cubicBezTo>
                  <a:pt x="456630" y="61692"/>
                  <a:pt x="455635" y="64538"/>
                  <a:pt x="453646" y="66925"/>
                </a:cubicBezTo>
                <a:cubicBezTo>
                  <a:pt x="451657" y="69311"/>
                  <a:pt x="448933" y="71132"/>
                  <a:pt x="445475" y="72387"/>
                </a:cubicBezTo>
                <a:cubicBezTo>
                  <a:pt x="442018" y="73641"/>
                  <a:pt x="438086" y="74268"/>
                  <a:pt x="433679" y="742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3" name="Text Usinglambdif">
            <a:extLst xmlns:a="http://schemas.openxmlformats.org/drawingml/2006/main">
              <a:ext uri="{FF2B5EF4-FFF2-40B4-BE49-F238E27FC236}">
                <a16:creationId xmlns:a16="http://schemas.microsoft.com/office/drawing/2014/main" id="{025B65F5-F354-412D-8863-8EDB2E7A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520" y="3959099"/>
            <a:ext cx="661077" cy="98780"/>
          </a:xfrm>
          <a:custGeom xmlns:a="http://schemas.openxmlformats.org/drawingml/2006/main">
            <a:pathLst>
              <a:path w="661077" h="98780">
                <a:moveTo>
                  <a:pt x="22951" y="9088"/>
                </a:moveTo>
                <a:lnTo>
                  <a:pt x="16158" y="47553"/>
                </a:lnTo>
                <a:cubicBezTo>
                  <a:pt x="15914" y="49145"/>
                  <a:pt x="15791" y="50247"/>
                  <a:pt x="15791" y="50859"/>
                </a:cubicBezTo>
                <a:cubicBezTo>
                  <a:pt x="15791" y="53674"/>
                  <a:pt x="16587" y="55831"/>
                  <a:pt x="18177" y="57331"/>
                </a:cubicBezTo>
                <a:cubicBezTo>
                  <a:pt x="19768" y="58831"/>
                  <a:pt x="22125" y="59581"/>
                  <a:pt x="25247" y="59581"/>
                </a:cubicBezTo>
                <a:cubicBezTo>
                  <a:pt x="28919" y="59581"/>
                  <a:pt x="31917" y="58540"/>
                  <a:pt x="34243" y="56460"/>
                </a:cubicBezTo>
                <a:cubicBezTo>
                  <a:pt x="36569" y="54378"/>
                  <a:pt x="38069" y="51409"/>
                  <a:pt x="38742" y="47553"/>
                </a:cubicBezTo>
                <a:lnTo>
                  <a:pt x="45535" y="9088"/>
                </a:lnTo>
                <a:lnTo>
                  <a:pt x="61234" y="9088"/>
                </a:lnTo>
                <a:lnTo>
                  <a:pt x="54440" y="47553"/>
                </a:lnTo>
                <a:cubicBezTo>
                  <a:pt x="53399" y="53368"/>
                  <a:pt x="51334" y="58279"/>
                  <a:pt x="48242" y="62288"/>
                </a:cubicBezTo>
                <a:cubicBezTo>
                  <a:pt x="45152" y="66297"/>
                  <a:pt x="41388" y="69280"/>
                  <a:pt x="36951" y="71240"/>
                </a:cubicBezTo>
                <a:cubicBezTo>
                  <a:pt x="32514" y="73198"/>
                  <a:pt x="27694" y="74177"/>
                  <a:pt x="22493" y="74177"/>
                </a:cubicBezTo>
                <a:cubicBezTo>
                  <a:pt x="15761" y="74177"/>
                  <a:pt x="10329" y="72433"/>
                  <a:pt x="6197" y="68945"/>
                </a:cubicBezTo>
                <a:cubicBezTo>
                  <a:pt x="2066" y="65456"/>
                  <a:pt x="0" y="60407"/>
                  <a:pt x="0" y="53797"/>
                </a:cubicBezTo>
                <a:cubicBezTo>
                  <a:pt x="0" y="51838"/>
                  <a:pt x="184" y="49757"/>
                  <a:pt x="552" y="47553"/>
                </a:cubicBezTo>
                <a:lnTo>
                  <a:pt x="7253" y="9088"/>
                </a:lnTo>
                <a:lnTo>
                  <a:pt x="22951" y="9088"/>
                </a:lnTo>
                <a:close/>
                <a:moveTo>
                  <a:pt x="82164" y="74268"/>
                </a:moveTo>
                <a:cubicBezTo>
                  <a:pt x="78125" y="74268"/>
                  <a:pt x="74499" y="73626"/>
                  <a:pt x="71286" y="72341"/>
                </a:cubicBezTo>
                <a:cubicBezTo>
                  <a:pt x="68073" y="71056"/>
                  <a:pt x="65548" y="69266"/>
                  <a:pt x="63711" y="66971"/>
                </a:cubicBezTo>
                <a:cubicBezTo>
                  <a:pt x="61875" y="64676"/>
                  <a:pt x="60957" y="62028"/>
                  <a:pt x="60957" y="59029"/>
                </a:cubicBezTo>
                <a:cubicBezTo>
                  <a:pt x="60957" y="58601"/>
                  <a:pt x="61019" y="57836"/>
                  <a:pt x="61142" y="56734"/>
                </a:cubicBezTo>
                <a:lnTo>
                  <a:pt x="76289" y="56734"/>
                </a:lnTo>
                <a:cubicBezTo>
                  <a:pt x="76167" y="58632"/>
                  <a:pt x="76733" y="60147"/>
                  <a:pt x="77987" y="61278"/>
                </a:cubicBezTo>
                <a:cubicBezTo>
                  <a:pt x="79242" y="62410"/>
                  <a:pt x="81032" y="62976"/>
                  <a:pt x="83358" y="62976"/>
                </a:cubicBezTo>
                <a:cubicBezTo>
                  <a:pt x="85316" y="62976"/>
                  <a:pt x="86938" y="62609"/>
                  <a:pt x="88223" y="61875"/>
                </a:cubicBezTo>
                <a:cubicBezTo>
                  <a:pt x="89509" y="61140"/>
                  <a:pt x="90152" y="60100"/>
                  <a:pt x="90152" y="58754"/>
                </a:cubicBezTo>
                <a:cubicBezTo>
                  <a:pt x="90152" y="57468"/>
                  <a:pt x="89463" y="56443"/>
                  <a:pt x="88085" y="55678"/>
                </a:cubicBezTo>
                <a:cubicBezTo>
                  <a:pt x="86709" y="54913"/>
                  <a:pt x="84429" y="53980"/>
                  <a:pt x="81247" y="52878"/>
                </a:cubicBezTo>
                <a:cubicBezTo>
                  <a:pt x="77942" y="51777"/>
                  <a:pt x="75172" y="50691"/>
                  <a:pt x="72938" y="49619"/>
                </a:cubicBezTo>
                <a:cubicBezTo>
                  <a:pt x="70705" y="48548"/>
                  <a:pt x="68792" y="47003"/>
                  <a:pt x="67201" y="44984"/>
                </a:cubicBezTo>
                <a:cubicBezTo>
                  <a:pt x="65609" y="42964"/>
                  <a:pt x="64814" y="40424"/>
                  <a:pt x="64814" y="37364"/>
                </a:cubicBezTo>
                <a:cubicBezTo>
                  <a:pt x="64814" y="34365"/>
                  <a:pt x="65701" y="31657"/>
                  <a:pt x="67475" y="29239"/>
                </a:cubicBezTo>
                <a:cubicBezTo>
                  <a:pt x="69251" y="26821"/>
                  <a:pt x="71745" y="24940"/>
                  <a:pt x="74957" y="23594"/>
                </a:cubicBezTo>
                <a:cubicBezTo>
                  <a:pt x="78170" y="22247"/>
                  <a:pt x="81889" y="21574"/>
                  <a:pt x="86112" y="21574"/>
                </a:cubicBezTo>
                <a:cubicBezTo>
                  <a:pt x="90335" y="21574"/>
                  <a:pt x="94007" y="22263"/>
                  <a:pt x="97128" y="23640"/>
                </a:cubicBezTo>
                <a:cubicBezTo>
                  <a:pt x="100250" y="25017"/>
                  <a:pt x="102667" y="26929"/>
                  <a:pt x="104381" y="29378"/>
                </a:cubicBezTo>
                <a:cubicBezTo>
                  <a:pt x="106095" y="31825"/>
                  <a:pt x="106952" y="34579"/>
                  <a:pt x="106952" y="37638"/>
                </a:cubicBezTo>
                <a:lnTo>
                  <a:pt x="106859" y="39015"/>
                </a:lnTo>
                <a:lnTo>
                  <a:pt x="92630" y="39015"/>
                </a:lnTo>
                <a:cubicBezTo>
                  <a:pt x="92752" y="37179"/>
                  <a:pt x="92201" y="35711"/>
                  <a:pt x="90977" y="34610"/>
                </a:cubicBezTo>
                <a:cubicBezTo>
                  <a:pt x="89753" y="33508"/>
                  <a:pt x="88009" y="32957"/>
                  <a:pt x="85745" y="32957"/>
                </a:cubicBezTo>
                <a:cubicBezTo>
                  <a:pt x="83970" y="32957"/>
                  <a:pt x="82517" y="33324"/>
                  <a:pt x="81384" y="34059"/>
                </a:cubicBezTo>
                <a:cubicBezTo>
                  <a:pt x="80252" y="34793"/>
                  <a:pt x="79686" y="35803"/>
                  <a:pt x="79686" y="37088"/>
                </a:cubicBezTo>
                <a:cubicBezTo>
                  <a:pt x="79686" y="38434"/>
                  <a:pt x="80436" y="39552"/>
                  <a:pt x="81934" y="40440"/>
                </a:cubicBezTo>
                <a:cubicBezTo>
                  <a:pt x="83434" y="41327"/>
                  <a:pt x="85775" y="42321"/>
                  <a:pt x="88958" y="43422"/>
                </a:cubicBezTo>
                <a:cubicBezTo>
                  <a:pt x="92263" y="44524"/>
                  <a:pt x="95002" y="45611"/>
                  <a:pt x="97174" y="46682"/>
                </a:cubicBezTo>
                <a:cubicBezTo>
                  <a:pt x="99347" y="47753"/>
                  <a:pt x="101214" y="49252"/>
                  <a:pt x="102774" y="51180"/>
                </a:cubicBezTo>
                <a:cubicBezTo>
                  <a:pt x="104335" y="53108"/>
                  <a:pt x="105115" y="55510"/>
                  <a:pt x="105115" y="58387"/>
                </a:cubicBezTo>
                <a:cubicBezTo>
                  <a:pt x="105115" y="61692"/>
                  <a:pt x="104120" y="64538"/>
                  <a:pt x="102131" y="66925"/>
                </a:cubicBezTo>
                <a:cubicBezTo>
                  <a:pt x="100142" y="69311"/>
                  <a:pt x="97419" y="71132"/>
                  <a:pt x="93960" y="72387"/>
                </a:cubicBezTo>
                <a:cubicBezTo>
                  <a:pt x="90503" y="73641"/>
                  <a:pt x="86571" y="74268"/>
                  <a:pt x="82164" y="74268"/>
                </a:cubicBezTo>
                <a:close/>
                <a:moveTo>
                  <a:pt x="129994" y="16983"/>
                </a:moveTo>
                <a:cubicBezTo>
                  <a:pt x="127546" y="16983"/>
                  <a:pt x="125603" y="16326"/>
                  <a:pt x="124165" y="15010"/>
                </a:cubicBezTo>
                <a:cubicBezTo>
                  <a:pt x="122727" y="13694"/>
                  <a:pt x="122008" y="12026"/>
                  <a:pt x="122008" y="10006"/>
                </a:cubicBezTo>
                <a:cubicBezTo>
                  <a:pt x="122008" y="7252"/>
                  <a:pt x="123078" y="4896"/>
                  <a:pt x="125220" y="2938"/>
                </a:cubicBezTo>
                <a:cubicBezTo>
                  <a:pt x="127362" y="979"/>
                  <a:pt x="129963" y="0"/>
                  <a:pt x="133024" y="0"/>
                </a:cubicBezTo>
                <a:cubicBezTo>
                  <a:pt x="135472" y="0"/>
                  <a:pt x="137400" y="658"/>
                  <a:pt x="138808" y="1974"/>
                </a:cubicBezTo>
                <a:cubicBezTo>
                  <a:pt x="140215" y="3290"/>
                  <a:pt x="140919" y="4988"/>
                  <a:pt x="140919" y="7068"/>
                </a:cubicBezTo>
                <a:cubicBezTo>
                  <a:pt x="140919" y="9762"/>
                  <a:pt x="139847" y="12088"/>
                  <a:pt x="137705" y="14046"/>
                </a:cubicBezTo>
                <a:cubicBezTo>
                  <a:pt x="135564" y="16004"/>
                  <a:pt x="132993" y="16983"/>
                  <a:pt x="129994" y="16983"/>
                </a:cubicBezTo>
                <a:moveTo>
                  <a:pt x="136788" y="22308"/>
                </a:moveTo>
                <a:lnTo>
                  <a:pt x="127792" y="73534"/>
                </a:lnTo>
                <a:lnTo>
                  <a:pt x="112093" y="73534"/>
                </a:lnTo>
                <a:lnTo>
                  <a:pt x="121089" y="22308"/>
                </a:lnTo>
                <a:lnTo>
                  <a:pt x="136788" y="22308"/>
                </a:lnTo>
                <a:close/>
                <a:moveTo>
                  <a:pt x="179476" y="21757"/>
                </a:moveTo>
                <a:cubicBezTo>
                  <a:pt x="184617" y="21757"/>
                  <a:pt x="188656" y="23196"/>
                  <a:pt x="191594" y="26072"/>
                </a:cubicBezTo>
                <a:cubicBezTo>
                  <a:pt x="194532" y="28948"/>
                  <a:pt x="196001" y="32957"/>
                  <a:pt x="196001" y="38098"/>
                </a:cubicBezTo>
                <a:cubicBezTo>
                  <a:pt x="196001" y="39811"/>
                  <a:pt x="195817" y="41647"/>
                  <a:pt x="195449" y="43606"/>
                </a:cubicBezTo>
                <a:lnTo>
                  <a:pt x="190125" y="73534"/>
                </a:lnTo>
                <a:lnTo>
                  <a:pt x="174518" y="73534"/>
                </a:lnTo>
                <a:lnTo>
                  <a:pt x="179476" y="45718"/>
                </a:lnTo>
                <a:cubicBezTo>
                  <a:pt x="179660" y="44677"/>
                  <a:pt x="179752" y="43759"/>
                  <a:pt x="179752" y="42964"/>
                </a:cubicBezTo>
                <a:cubicBezTo>
                  <a:pt x="179752" y="40393"/>
                  <a:pt x="179033" y="38404"/>
                  <a:pt x="177595" y="36997"/>
                </a:cubicBezTo>
                <a:cubicBezTo>
                  <a:pt x="176156" y="35589"/>
                  <a:pt x="174152" y="34884"/>
                  <a:pt x="171581" y="34884"/>
                </a:cubicBezTo>
                <a:cubicBezTo>
                  <a:pt x="168521" y="34884"/>
                  <a:pt x="165950" y="35833"/>
                  <a:pt x="163870" y="37731"/>
                </a:cubicBezTo>
                <a:cubicBezTo>
                  <a:pt x="161789" y="39628"/>
                  <a:pt x="160442" y="42291"/>
                  <a:pt x="159830" y="45718"/>
                </a:cubicBezTo>
                <a:lnTo>
                  <a:pt x="159830" y="45259"/>
                </a:lnTo>
                <a:lnTo>
                  <a:pt x="154874" y="73534"/>
                </a:lnTo>
                <a:lnTo>
                  <a:pt x="139175" y="73534"/>
                </a:lnTo>
                <a:lnTo>
                  <a:pt x="148171" y="22308"/>
                </a:lnTo>
                <a:lnTo>
                  <a:pt x="163870" y="22308"/>
                </a:lnTo>
                <a:lnTo>
                  <a:pt x="162676" y="29193"/>
                </a:lnTo>
                <a:cubicBezTo>
                  <a:pt x="164696" y="26928"/>
                  <a:pt x="167160" y="25123"/>
                  <a:pt x="170067" y="23777"/>
                </a:cubicBezTo>
                <a:cubicBezTo>
                  <a:pt x="172974" y="22431"/>
                  <a:pt x="176110" y="21757"/>
                  <a:pt x="179476" y="21757"/>
                </a:cubicBezTo>
                <a:close/>
                <a:moveTo>
                  <a:pt x="229693" y="21574"/>
                </a:moveTo>
                <a:cubicBezTo>
                  <a:pt x="233304" y="21574"/>
                  <a:pt x="236364" y="22308"/>
                  <a:pt x="238874" y="23777"/>
                </a:cubicBezTo>
                <a:cubicBezTo>
                  <a:pt x="241383" y="25245"/>
                  <a:pt x="243127" y="27173"/>
                  <a:pt x="244106" y="29560"/>
                </a:cubicBezTo>
                <a:lnTo>
                  <a:pt x="245392" y="22308"/>
                </a:lnTo>
                <a:lnTo>
                  <a:pt x="261089" y="22308"/>
                </a:lnTo>
                <a:lnTo>
                  <a:pt x="252093" y="73442"/>
                </a:lnTo>
                <a:cubicBezTo>
                  <a:pt x="251236" y="78155"/>
                  <a:pt x="249537" y="82424"/>
                  <a:pt x="246997" y="86249"/>
                </a:cubicBezTo>
                <a:cubicBezTo>
                  <a:pt x="244458" y="90074"/>
                  <a:pt x="241061" y="93119"/>
                  <a:pt x="236807" y="95383"/>
                </a:cubicBezTo>
                <a:cubicBezTo>
                  <a:pt x="232554" y="97647"/>
                  <a:pt x="227612" y="98780"/>
                  <a:pt x="221981" y="98780"/>
                </a:cubicBezTo>
                <a:cubicBezTo>
                  <a:pt x="214393" y="98780"/>
                  <a:pt x="208548" y="96989"/>
                  <a:pt x="204447" y="93409"/>
                </a:cubicBezTo>
                <a:cubicBezTo>
                  <a:pt x="200347" y="89829"/>
                  <a:pt x="198511" y="84979"/>
                  <a:pt x="198939" y="78859"/>
                </a:cubicBezTo>
                <a:lnTo>
                  <a:pt x="214453" y="78859"/>
                </a:lnTo>
                <a:cubicBezTo>
                  <a:pt x="214637" y="80817"/>
                  <a:pt x="215540" y="82362"/>
                  <a:pt x="217161" y="83494"/>
                </a:cubicBezTo>
                <a:cubicBezTo>
                  <a:pt x="218783" y="84627"/>
                  <a:pt x="220941" y="85193"/>
                  <a:pt x="223634" y="85193"/>
                </a:cubicBezTo>
                <a:cubicBezTo>
                  <a:pt x="226878" y="85193"/>
                  <a:pt x="229632" y="84260"/>
                  <a:pt x="231896" y="82393"/>
                </a:cubicBezTo>
                <a:cubicBezTo>
                  <a:pt x="234161" y="80526"/>
                  <a:pt x="235660" y="77542"/>
                  <a:pt x="236394" y="73442"/>
                </a:cubicBezTo>
                <a:lnTo>
                  <a:pt x="237680" y="66190"/>
                </a:lnTo>
                <a:cubicBezTo>
                  <a:pt x="235722" y="68577"/>
                  <a:pt x="233258" y="70520"/>
                  <a:pt x="230289" y="72020"/>
                </a:cubicBezTo>
                <a:cubicBezTo>
                  <a:pt x="227322" y="73519"/>
                  <a:pt x="224032" y="74268"/>
                  <a:pt x="220421" y="74268"/>
                </a:cubicBezTo>
                <a:cubicBezTo>
                  <a:pt x="216809" y="74268"/>
                  <a:pt x="213611" y="73442"/>
                  <a:pt x="210827" y="71790"/>
                </a:cubicBezTo>
                <a:cubicBezTo>
                  <a:pt x="208043" y="70137"/>
                  <a:pt x="205870" y="67781"/>
                  <a:pt x="204309" y="64722"/>
                </a:cubicBezTo>
                <a:cubicBezTo>
                  <a:pt x="202748" y="61661"/>
                  <a:pt x="201968" y="58081"/>
                  <a:pt x="201968" y="53980"/>
                </a:cubicBezTo>
                <a:cubicBezTo>
                  <a:pt x="201968" y="52083"/>
                  <a:pt x="202151" y="50032"/>
                  <a:pt x="202518" y="47829"/>
                </a:cubicBezTo>
                <a:cubicBezTo>
                  <a:pt x="203437" y="42566"/>
                  <a:pt x="205243" y="37945"/>
                  <a:pt x="207935" y="33967"/>
                </a:cubicBezTo>
                <a:cubicBezTo>
                  <a:pt x="210629" y="29989"/>
                  <a:pt x="213872" y="26929"/>
                  <a:pt x="217667" y="24787"/>
                </a:cubicBezTo>
                <a:cubicBezTo>
                  <a:pt x="221461" y="22645"/>
                  <a:pt x="225470" y="21574"/>
                  <a:pt x="229693" y="21574"/>
                </a:cubicBezTo>
                <a:moveTo>
                  <a:pt x="240894" y="47920"/>
                </a:moveTo>
                <a:cubicBezTo>
                  <a:pt x="241077" y="46819"/>
                  <a:pt x="241168" y="45810"/>
                  <a:pt x="241168" y="44892"/>
                </a:cubicBezTo>
                <a:cubicBezTo>
                  <a:pt x="241168" y="41893"/>
                  <a:pt x="240296" y="39537"/>
                  <a:pt x="238551" y="37823"/>
                </a:cubicBezTo>
                <a:cubicBezTo>
                  <a:pt x="236808" y="36109"/>
                  <a:pt x="234589" y="35251"/>
                  <a:pt x="231896" y="35251"/>
                </a:cubicBezTo>
                <a:cubicBezTo>
                  <a:pt x="228775" y="35251"/>
                  <a:pt x="225929" y="36369"/>
                  <a:pt x="223358" y="38604"/>
                </a:cubicBezTo>
                <a:cubicBezTo>
                  <a:pt x="220788" y="40837"/>
                  <a:pt x="219167" y="43913"/>
                  <a:pt x="218493" y="47829"/>
                </a:cubicBezTo>
                <a:cubicBezTo>
                  <a:pt x="218309" y="48931"/>
                  <a:pt x="218217" y="49941"/>
                  <a:pt x="218217" y="50859"/>
                </a:cubicBezTo>
                <a:cubicBezTo>
                  <a:pt x="218217" y="53858"/>
                  <a:pt x="219090" y="56229"/>
                  <a:pt x="220834" y="57974"/>
                </a:cubicBezTo>
                <a:cubicBezTo>
                  <a:pt x="222578" y="59717"/>
                  <a:pt x="224767" y="60589"/>
                  <a:pt x="227398" y="60589"/>
                </a:cubicBezTo>
                <a:cubicBezTo>
                  <a:pt x="230519" y="60589"/>
                  <a:pt x="233365" y="59457"/>
                  <a:pt x="235935" y="57194"/>
                </a:cubicBezTo>
                <a:cubicBezTo>
                  <a:pt x="238506" y="54929"/>
                  <a:pt x="240159" y="51838"/>
                  <a:pt x="240894" y="47920"/>
                </a:cubicBezTo>
                <a:close/>
                <a:moveTo>
                  <a:pt x="312316" y="5599"/>
                </a:moveTo>
                <a:lnTo>
                  <a:pt x="300290" y="73534"/>
                </a:lnTo>
                <a:lnTo>
                  <a:pt x="284591" y="73534"/>
                </a:lnTo>
                <a:lnTo>
                  <a:pt x="296617" y="5599"/>
                </a:lnTo>
                <a:lnTo>
                  <a:pt x="312316" y="5599"/>
                </a:lnTo>
                <a:close/>
                <a:moveTo>
                  <a:pt x="313142" y="47829"/>
                </a:moveTo>
                <a:cubicBezTo>
                  <a:pt x="314061" y="42566"/>
                  <a:pt x="315866" y="37945"/>
                  <a:pt x="318559" y="33967"/>
                </a:cubicBezTo>
                <a:cubicBezTo>
                  <a:pt x="321252" y="29989"/>
                  <a:pt x="324496" y="26929"/>
                  <a:pt x="328290" y="24787"/>
                </a:cubicBezTo>
                <a:cubicBezTo>
                  <a:pt x="332084" y="22645"/>
                  <a:pt x="336093" y="21574"/>
                  <a:pt x="340316" y="21574"/>
                </a:cubicBezTo>
                <a:cubicBezTo>
                  <a:pt x="343927" y="21574"/>
                  <a:pt x="346957" y="22308"/>
                  <a:pt x="349404" y="23777"/>
                </a:cubicBezTo>
                <a:cubicBezTo>
                  <a:pt x="351853" y="25245"/>
                  <a:pt x="353628" y="27173"/>
                  <a:pt x="354729" y="29560"/>
                </a:cubicBezTo>
                <a:lnTo>
                  <a:pt x="356015" y="22308"/>
                </a:lnTo>
                <a:lnTo>
                  <a:pt x="371712" y="22308"/>
                </a:lnTo>
                <a:lnTo>
                  <a:pt x="362624" y="73534"/>
                </a:lnTo>
                <a:lnTo>
                  <a:pt x="346926" y="73534"/>
                </a:lnTo>
                <a:lnTo>
                  <a:pt x="348303" y="66282"/>
                </a:lnTo>
                <a:cubicBezTo>
                  <a:pt x="346345" y="68669"/>
                  <a:pt x="343866" y="70597"/>
                  <a:pt x="340866" y="72066"/>
                </a:cubicBezTo>
                <a:cubicBezTo>
                  <a:pt x="337868" y="73534"/>
                  <a:pt x="334563" y="74268"/>
                  <a:pt x="330952" y="74268"/>
                </a:cubicBezTo>
                <a:cubicBezTo>
                  <a:pt x="327341" y="74268"/>
                  <a:pt x="324144" y="73442"/>
                  <a:pt x="321359" y="71790"/>
                </a:cubicBezTo>
                <a:cubicBezTo>
                  <a:pt x="318574" y="70137"/>
                  <a:pt x="316416" y="67796"/>
                  <a:pt x="314886" y="64766"/>
                </a:cubicBezTo>
                <a:cubicBezTo>
                  <a:pt x="313356" y="61737"/>
                  <a:pt x="312591" y="58172"/>
                  <a:pt x="312591" y="54071"/>
                </a:cubicBezTo>
                <a:cubicBezTo>
                  <a:pt x="312591" y="52113"/>
                  <a:pt x="312775" y="50032"/>
                  <a:pt x="313142" y="47829"/>
                </a:cubicBezTo>
                <a:moveTo>
                  <a:pt x="351517" y="47920"/>
                </a:moveTo>
                <a:cubicBezTo>
                  <a:pt x="351700" y="46819"/>
                  <a:pt x="351791" y="45810"/>
                  <a:pt x="351791" y="44892"/>
                </a:cubicBezTo>
                <a:cubicBezTo>
                  <a:pt x="351791" y="41893"/>
                  <a:pt x="350919" y="39537"/>
                  <a:pt x="349175" y="37823"/>
                </a:cubicBezTo>
                <a:cubicBezTo>
                  <a:pt x="347431" y="36109"/>
                  <a:pt x="345213" y="35251"/>
                  <a:pt x="342519" y="35251"/>
                </a:cubicBezTo>
                <a:cubicBezTo>
                  <a:pt x="339398" y="35251"/>
                  <a:pt x="336552" y="36369"/>
                  <a:pt x="333982" y="38604"/>
                </a:cubicBezTo>
                <a:cubicBezTo>
                  <a:pt x="331411" y="40837"/>
                  <a:pt x="329790" y="43913"/>
                  <a:pt x="329116" y="47829"/>
                </a:cubicBezTo>
                <a:cubicBezTo>
                  <a:pt x="328933" y="48931"/>
                  <a:pt x="328841" y="49941"/>
                  <a:pt x="328841" y="50859"/>
                </a:cubicBezTo>
                <a:cubicBezTo>
                  <a:pt x="328841" y="53858"/>
                  <a:pt x="329713" y="56229"/>
                  <a:pt x="331457" y="57974"/>
                </a:cubicBezTo>
                <a:cubicBezTo>
                  <a:pt x="333202" y="59717"/>
                  <a:pt x="335390" y="60589"/>
                  <a:pt x="338021" y="60589"/>
                </a:cubicBezTo>
                <a:cubicBezTo>
                  <a:pt x="341142" y="60589"/>
                  <a:pt x="343988" y="59457"/>
                  <a:pt x="346558" y="57194"/>
                </a:cubicBezTo>
                <a:cubicBezTo>
                  <a:pt x="349129" y="54929"/>
                  <a:pt x="350782" y="51838"/>
                  <a:pt x="351517" y="47920"/>
                </a:cubicBezTo>
                <a:close/>
                <a:moveTo>
                  <a:pt x="448552" y="21757"/>
                </a:moveTo>
                <a:cubicBezTo>
                  <a:pt x="454060" y="21757"/>
                  <a:pt x="458359" y="23211"/>
                  <a:pt x="461449" y="26118"/>
                </a:cubicBezTo>
                <a:cubicBezTo>
                  <a:pt x="464540" y="29025"/>
                  <a:pt x="466086" y="33080"/>
                  <a:pt x="466086" y="38281"/>
                </a:cubicBezTo>
                <a:cubicBezTo>
                  <a:pt x="466086" y="39873"/>
                  <a:pt x="465903" y="41647"/>
                  <a:pt x="465536" y="43606"/>
                </a:cubicBezTo>
                <a:lnTo>
                  <a:pt x="460211" y="73534"/>
                </a:lnTo>
                <a:lnTo>
                  <a:pt x="444605" y="73534"/>
                </a:lnTo>
                <a:lnTo>
                  <a:pt x="449562" y="45718"/>
                </a:lnTo>
                <a:cubicBezTo>
                  <a:pt x="449684" y="45106"/>
                  <a:pt x="449746" y="44279"/>
                  <a:pt x="449746" y="43239"/>
                </a:cubicBezTo>
                <a:cubicBezTo>
                  <a:pt x="449746" y="40669"/>
                  <a:pt x="449027" y="38710"/>
                  <a:pt x="447588" y="37364"/>
                </a:cubicBezTo>
                <a:cubicBezTo>
                  <a:pt x="446150" y="36017"/>
                  <a:pt x="444146" y="35344"/>
                  <a:pt x="441575" y="35344"/>
                </a:cubicBezTo>
                <a:cubicBezTo>
                  <a:pt x="438515" y="35344"/>
                  <a:pt x="435945" y="36247"/>
                  <a:pt x="433863" y="38053"/>
                </a:cubicBezTo>
                <a:cubicBezTo>
                  <a:pt x="431783" y="39858"/>
                  <a:pt x="430467" y="42413"/>
                  <a:pt x="429916" y="45718"/>
                </a:cubicBezTo>
                <a:lnTo>
                  <a:pt x="424958" y="73534"/>
                </a:lnTo>
                <a:lnTo>
                  <a:pt x="409352" y="73534"/>
                </a:lnTo>
                <a:lnTo>
                  <a:pt x="414309" y="45718"/>
                </a:lnTo>
                <a:cubicBezTo>
                  <a:pt x="414432" y="45106"/>
                  <a:pt x="414493" y="44279"/>
                  <a:pt x="414493" y="43239"/>
                </a:cubicBezTo>
                <a:cubicBezTo>
                  <a:pt x="414493" y="40669"/>
                  <a:pt x="413774" y="38710"/>
                  <a:pt x="412336" y="37364"/>
                </a:cubicBezTo>
                <a:cubicBezTo>
                  <a:pt x="410897" y="36017"/>
                  <a:pt x="408893" y="35344"/>
                  <a:pt x="406323" y="35344"/>
                </a:cubicBezTo>
                <a:cubicBezTo>
                  <a:pt x="403263" y="35344"/>
                  <a:pt x="400692" y="36247"/>
                  <a:pt x="398610" y="38053"/>
                </a:cubicBezTo>
                <a:cubicBezTo>
                  <a:pt x="396530" y="39858"/>
                  <a:pt x="395214" y="42413"/>
                  <a:pt x="394663" y="45718"/>
                </a:cubicBezTo>
                <a:lnTo>
                  <a:pt x="394663" y="45259"/>
                </a:lnTo>
                <a:lnTo>
                  <a:pt x="389707" y="73534"/>
                </a:lnTo>
                <a:lnTo>
                  <a:pt x="374008" y="73534"/>
                </a:lnTo>
                <a:lnTo>
                  <a:pt x="383004" y="22308"/>
                </a:lnTo>
                <a:lnTo>
                  <a:pt x="398703" y="22308"/>
                </a:lnTo>
                <a:lnTo>
                  <a:pt x="397602" y="28826"/>
                </a:lnTo>
                <a:cubicBezTo>
                  <a:pt x="399560" y="26623"/>
                  <a:pt x="401932" y="24894"/>
                  <a:pt x="404717" y="23640"/>
                </a:cubicBezTo>
                <a:cubicBezTo>
                  <a:pt x="407501" y="22385"/>
                  <a:pt x="410515" y="21757"/>
                  <a:pt x="413759" y="21757"/>
                </a:cubicBezTo>
                <a:cubicBezTo>
                  <a:pt x="417675" y="21757"/>
                  <a:pt x="420995" y="22584"/>
                  <a:pt x="423719" y="24237"/>
                </a:cubicBezTo>
                <a:cubicBezTo>
                  <a:pt x="426443" y="25889"/>
                  <a:pt x="428386" y="28275"/>
                  <a:pt x="429549" y="31396"/>
                </a:cubicBezTo>
                <a:cubicBezTo>
                  <a:pt x="431813" y="28520"/>
                  <a:pt x="434629" y="26195"/>
                  <a:pt x="437994" y="24420"/>
                </a:cubicBezTo>
                <a:cubicBezTo>
                  <a:pt x="441361" y="22645"/>
                  <a:pt x="444880" y="21757"/>
                  <a:pt x="448552" y="21757"/>
                </a:cubicBezTo>
                <a:close/>
                <a:moveTo>
                  <a:pt x="494638" y="29560"/>
                </a:moveTo>
                <a:cubicBezTo>
                  <a:pt x="496597" y="27173"/>
                  <a:pt x="499075" y="25245"/>
                  <a:pt x="502074" y="23777"/>
                </a:cubicBezTo>
                <a:cubicBezTo>
                  <a:pt x="505072" y="22308"/>
                  <a:pt x="508347" y="21574"/>
                  <a:pt x="511896" y="21574"/>
                </a:cubicBezTo>
                <a:cubicBezTo>
                  <a:pt x="517405" y="21574"/>
                  <a:pt x="521858" y="23364"/>
                  <a:pt x="525254" y="26945"/>
                </a:cubicBezTo>
                <a:cubicBezTo>
                  <a:pt x="528651" y="30524"/>
                  <a:pt x="530349" y="35405"/>
                  <a:pt x="530349" y="41586"/>
                </a:cubicBezTo>
                <a:cubicBezTo>
                  <a:pt x="530349" y="43545"/>
                  <a:pt x="530166" y="45626"/>
                  <a:pt x="529799" y="47829"/>
                </a:cubicBezTo>
                <a:cubicBezTo>
                  <a:pt x="528881" y="53093"/>
                  <a:pt x="527075" y="57729"/>
                  <a:pt x="524382" y="61738"/>
                </a:cubicBezTo>
                <a:cubicBezTo>
                  <a:pt x="521689" y="65746"/>
                  <a:pt x="518445" y="68837"/>
                  <a:pt x="514650" y="71010"/>
                </a:cubicBezTo>
                <a:cubicBezTo>
                  <a:pt x="510856" y="73182"/>
                  <a:pt x="506847" y="74268"/>
                  <a:pt x="502624" y="74268"/>
                </a:cubicBezTo>
                <a:cubicBezTo>
                  <a:pt x="499014" y="74268"/>
                  <a:pt x="495984" y="73549"/>
                  <a:pt x="493536" y="72111"/>
                </a:cubicBezTo>
                <a:cubicBezTo>
                  <a:pt x="491088" y="70673"/>
                  <a:pt x="489313" y="68760"/>
                  <a:pt x="488211" y="66373"/>
                </a:cubicBezTo>
                <a:lnTo>
                  <a:pt x="486927" y="73534"/>
                </a:lnTo>
                <a:lnTo>
                  <a:pt x="471228" y="73534"/>
                </a:lnTo>
                <a:lnTo>
                  <a:pt x="483254" y="5599"/>
                </a:lnTo>
                <a:lnTo>
                  <a:pt x="498953" y="5599"/>
                </a:lnTo>
                <a:lnTo>
                  <a:pt x="494638" y="29560"/>
                </a:lnTo>
                <a:moveTo>
                  <a:pt x="513916" y="47829"/>
                </a:moveTo>
                <a:cubicBezTo>
                  <a:pt x="514100" y="46789"/>
                  <a:pt x="514192" y="45840"/>
                  <a:pt x="514192" y="44983"/>
                </a:cubicBezTo>
                <a:cubicBezTo>
                  <a:pt x="514192" y="41923"/>
                  <a:pt x="513320" y="39537"/>
                  <a:pt x="511575" y="37823"/>
                </a:cubicBezTo>
                <a:cubicBezTo>
                  <a:pt x="509831" y="36109"/>
                  <a:pt x="507612" y="35251"/>
                  <a:pt x="504920" y="35251"/>
                </a:cubicBezTo>
                <a:cubicBezTo>
                  <a:pt x="501798" y="35251"/>
                  <a:pt x="498952" y="36384"/>
                  <a:pt x="496381" y="38648"/>
                </a:cubicBezTo>
                <a:cubicBezTo>
                  <a:pt x="493811" y="40913"/>
                  <a:pt x="492159" y="44004"/>
                  <a:pt x="491425" y="47920"/>
                </a:cubicBezTo>
                <a:cubicBezTo>
                  <a:pt x="491241" y="49022"/>
                  <a:pt x="491149" y="50032"/>
                  <a:pt x="491149" y="50950"/>
                </a:cubicBezTo>
                <a:cubicBezTo>
                  <a:pt x="491149" y="53949"/>
                  <a:pt x="492006" y="56305"/>
                  <a:pt x="493719" y="58019"/>
                </a:cubicBezTo>
                <a:cubicBezTo>
                  <a:pt x="495433" y="59732"/>
                  <a:pt x="497636" y="60589"/>
                  <a:pt x="500330" y="60589"/>
                </a:cubicBezTo>
                <a:cubicBezTo>
                  <a:pt x="503451" y="60589"/>
                  <a:pt x="506312" y="59442"/>
                  <a:pt x="508912" y="57147"/>
                </a:cubicBezTo>
                <a:cubicBezTo>
                  <a:pt x="511514" y="54852"/>
                  <a:pt x="513182" y="51746"/>
                  <a:pt x="513916" y="47829"/>
                </a:cubicBezTo>
                <a:close/>
                <a:moveTo>
                  <a:pt x="535031" y="47829"/>
                </a:moveTo>
                <a:cubicBezTo>
                  <a:pt x="535949" y="42566"/>
                  <a:pt x="537755" y="37945"/>
                  <a:pt x="540447" y="33967"/>
                </a:cubicBezTo>
                <a:cubicBezTo>
                  <a:pt x="543141" y="29989"/>
                  <a:pt x="546385" y="26929"/>
                  <a:pt x="550179" y="24787"/>
                </a:cubicBezTo>
                <a:cubicBezTo>
                  <a:pt x="553973" y="22645"/>
                  <a:pt x="557982" y="21574"/>
                  <a:pt x="562205" y="21574"/>
                </a:cubicBezTo>
                <a:cubicBezTo>
                  <a:pt x="565571" y="21574"/>
                  <a:pt x="568524" y="22278"/>
                  <a:pt x="571064" y="23685"/>
                </a:cubicBezTo>
                <a:cubicBezTo>
                  <a:pt x="573604" y="25092"/>
                  <a:pt x="575455" y="26989"/>
                  <a:pt x="576618" y="29376"/>
                </a:cubicBezTo>
                <a:lnTo>
                  <a:pt x="580841" y="5599"/>
                </a:lnTo>
                <a:lnTo>
                  <a:pt x="596540" y="5599"/>
                </a:lnTo>
                <a:lnTo>
                  <a:pt x="584513" y="73534"/>
                </a:lnTo>
                <a:lnTo>
                  <a:pt x="568815" y="73534"/>
                </a:lnTo>
                <a:lnTo>
                  <a:pt x="570100" y="66190"/>
                </a:lnTo>
                <a:cubicBezTo>
                  <a:pt x="568142" y="68638"/>
                  <a:pt x="565693" y="70597"/>
                  <a:pt x="562755" y="72066"/>
                </a:cubicBezTo>
                <a:cubicBezTo>
                  <a:pt x="559818" y="73534"/>
                  <a:pt x="556544" y="74268"/>
                  <a:pt x="552933" y="74268"/>
                </a:cubicBezTo>
                <a:cubicBezTo>
                  <a:pt x="549322" y="74268"/>
                  <a:pt x="546124" y="73442"/>
                  <a:pt x="543339" y="71790"/>
                </a:cubicBezTo>
                <a:cubicBezTo>
                  <a:pt x="540555" y="70137"/>
                  <a:pt x="538382" y="67781"/>
                  <a:pt x="536821" y="64722"/>
                </a:cubicBezTo>
                <a:cubicBezTo>
                  <a:pt x="535260" y="61661"/>
                  <a:pt x="534480" y="58081"/>
                  <a:pt x="534480" y="53980"/>
                </a:cubicBezTo>
                <a:cubicBezTo>
                  <a:pt x="534480" y="52083"/>
                  <a:pt x="534664" y="50032"/>
                  <a:pt x="535031" y="47829"/>
                </a:cubicBezTo>
                <a:moveTo>
                  <a:pt x="573406" y="47920"/>
                </a:moveTo>
                <a:cubicBezTo>
                  <a:pt x="573589" y="46819"/>
                  <a:pt x="573680" y="45810"/>
                  <a:pt x="573680" y="44892"/>
                </a:cubicBezTo>
                <a:cubicBezTo>
                  <a:pt x="573680" y="41893"/>
                  <a:pt x="572808" y="39537"/>
                  <a:pt x="571064" y="37823"/>
                </a:cubicBezTo>
                <a:cubicBezTo>
                  <a:pt x="569320" y="36109"/>
                  <a:pt x="567102" y="35251"/>
                  <a:pt x="564408" y="35251"/>
                </a:cubicBezTo>
                <a:cubicBezTo>
                  <a:pt x="561287" y="35251"/>
                  <a:pt x="558441" y="36369"/>
                  <a:pt x="555870" y="38604"/>
                </a:cubicBezTo>
                <a:cubicBezTo>
                  <a:pt x="553300" y="40837"/>
                  <a:pt x="551679" y="43913"/>
                  <a:pt x="551005" y="47829"/>
                </a:cubicBezTo>
                <a:cubicBezTo>
                  <a:pt x="550821" y="48931"/>
                  <a:pt x="550729" y="49941"/>
                  <a:pt x="550729" y="50859"/>
                </a:cubicBezTo>
                <a:cubicBezTo>
                  <a:pt x="550729" y="53858"/>
                  <a:pt x="551602" y="56229"/>
                  <a:pt x="553346" y="57974"/>
                </a:cubicBezTo>
                <a:cubicBezTo>
                  <a:pt x="555091" y="59717"/>
                  <a:pt x="557279" y="60589"/>
                  <a:pt x="559910" y="60589"/>
                </a:cubicBezTo>
                <a:cubicBezTo>
                  <a:pt x="563031" y="60589"/>
                  <a:pt x="565877" y="59457"/>
                  <a:pt x="568447" y="57194"/>
                </a:cubicBezTo>
                <a:cubicBezTo>
                  <a:pt x="571018" y="54929"/>
                  <a:pt x="572671" y="51838"/>
                  <a:pt x="573406" y="47920"/>
                </a:cubicBezTo>
                <a:close/>
                <a:moveTo>
                  <a:pt x="613798" y="16983"/>
                </a:moveTo>
                <a:cubicBezTo>
                  <a:pt x="611350" y="16983"/>
                  <a:pt x="609407" y="16326"/>
                  <a:pt x="607969" y="15010"/>
                </a:cubicBezTo>
                <a:cubicBezTo>
                  <a:pt x="606531" y="13694"/>
                  <a:pt x="605812" y="12026"/>
                  <a:pt x="605812" y="10006"/>
                </a:cubicBezTo>
                <a:cubicBezTo>
                  <a:pt x="605812" y="7252"/>
                  <a:pt x="606883" y="4896"/>
                  <a:pt x="609024" y="2938"/>
                </a:cubicBezTo>
                <a:cubicBezTo>
                  <a:pt x="611166" y="979"/>
                  <a:pt x="613768" y="0"/>
                  <a:pt x="616828" y="0"/>
                </a:cubicBezTo>
                <a:cubicBezTo>
                  <a:pt x="619277" y="0"/>
                  <a:pt x="621205" y="658"/>
                  <a:pt x="622612" y="1974"/>
                </a:cubicBezTo>
                <a:cubicBezTo>
                  <a:pt x="624019" y="3290"/>
                  <a:pt x="624723" y="4988"/>
                  <a:pt x="624723" y="7068"/>
                </a:cubicBezTo>
                <a:cubicBezTo>
                  <a:pt x="624723" y="9762"/>
                  <a:pt x="623652" y="12088"/>
                  <a:pt x="621510" y="14046"/>
                </a:cubicBezTo>
                <a:cubicBezTo>
                  <a:pt x="619368" y="16004"/>
                  <a:pt x="616798" y="16983"/>
                  <a:pt x="613798" y="16983"/>
                </a:cubicBezTo>
                <a:moveTo>
                  <a:pt x="620592" y="22308"/>
                </a:moveTo>
                <a:lnTo>
                  <a:pt x="611596" y="73534"/>
                </a:lnTo>
                <a:lnTo>
                  <a:pt x="595897" y="73534"/>
                </a:lnTo>
                <a:lnTo>
                  <a:pt x="604893" y="22308"/>
                </a:lnTo>
                <a:lnTo>
                  <a:pt x="620592" y="22308"/>
                </a:lnTo>
                <a:close/>
                <a:moveTo>
                  <a:pt x="658782" y="14963"/>
                </a:moveTo>
                <a:cubicBezTo>
                  <a:pt x="655784" y="14779"/>
                  <a:pt x="653596" y="15208"/>
                  <a:pt x="652218" y="16249"/>
                </a:cubicBezTo>
                <a:cubicBezTo>
                  <a:pt x="650842" y="17290"/>
                  <a:pt x="649908" y="19156"/>
                  <a:pt x="649418" y="21848"/>
                </a:cubicBezTo>
                <a:lnTo>
                  <a:pt x="649327" y="22308"/>
                </a:lnTo>
                <a:lnTo>
                  <a:pt x="657772" y="22308"/>
                </a:lnTo>
                <a:lnTo>
                  <a:pt x="655478" y="35344"/>
                </a:lnTo>
                <a:lnTo>
                  <a:pt x="647031" y="35344"/>
                </a:lnTo>
                <a:lnTo>
                  <a:pt x="640330" y="73534"/>
                </a:lnTo>
                <a:lnTo>
                  <a:pt x="624540" y="73534"/>
                </a:lnTo>
                <a:lnTo>
                  <a:pt x="631241" y="35344"/>
                </a:lnTo>
                <a:lnTo>
                  <a:pt x="625550" y="35344"/>
                </a:lnTo>
                <a:lnTo>
                  <a:pt x="627844" y="22308"/>
                </a:lnTo>
                <a:lnTo>
                  <a:pt x="633537" y="22308"/>
                </a:lnTo>
                <a:lnTo>
                  <a:pt x="633812" y="20838"/>
                </a:lnTo>
                <a:cubicBezTo>
                  <a:pt x="634974" y="14535"/>
                  <a:pt x="637652" y="9746"/>
                  <a:pt x="641844" y="6472"/>
                </a:cubicBezTo>
                <a:cubicBezTo>
                  <a:pt x="646037" y="3198"/>
                  <a:pt x="651622" y="1561"/>
                  <a:pt x="658599" y="1561"/>
                </a:cubicBezTo>
                <a:cubicBezTo>
                  <a:pt x="659701" y="1561"/>
                  <a:pt x="660527" y="1591"/>
                  <a:pt x="661077" y="1652"/>
                </a:cubicBezTo>
                <a:lnTo>
                  <a:pt x="658782" y="149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4" name="Text yonan...">
            <a:extLst xmlns:a="http://schemas.openxmlformats.org/drawingml/2006/main">
              <a:ext uri="{FF2B5EF4-FFF2-40B4-BE49-F238E27FC236}">
                <a16:creationId xmlns:a16="http://schemas.microsoft.com/office/drawing/2014/main" id="{8337B099-340A-489A-8A8B-D96E1D93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631" y="3980673"/>
            <a:ext cx="436983" cy="76288"/>
          </a:xfrm>
          <a:custGeom xmlns:a="http://schemas.openxmlformats.org/drawingml/2006/main">
            <a:pathLst>
              <a:path w="436983" h="76288">
                <a:moveTo>
                  <a:pt x="21665" y="734"/>
                </a:moveTo>
                <a:lnTo>
                  <a:pt x="27907" y="32773"/>
                </a:lnTo>
                <a:lnTo>
                  <a:pt x="45350" y="734"/>
                </a:lnTo>
                <a:lnTo>
                  <a:pt x="62333" y="734"/>
                </a:lnTo>
                <a:lnTo>
                  <a:pt x="16891" y="76288"/>
                </a:lnTo>
                <a:lnTo>
                  <a:pt x="0" y="76288"/>
                </a:lnTo>
                <a:lnTo>
                  <a:pt x="16340" y="50216"/>
                </a:lnTo>
                <a:lnTo>
                  <a:pt x="4222" y="734"/>
                </a:lnTo>
                <a:lnTo>
                  <a:pt x="21665" y="734"/>
                </a:lnTo>
                <a:close/>
                <a:moveTo>
                  <a:pt x="103554" y="52694"/>
                </a:moveTo>
                <a:cubicBezTo>
                  <a:pt x="99147" y="52694"/>
                  <a:pt x="95230" y="51807"/>
                  <a:pt x="91803" y="50033"/>
                </a:cubicBezTo>
                <a:cubicBezTo>
                  <a:pt x="88375" y="48257"/>
                  <a:pt x="85728" y="45748"/>
                  <a:pt x="83861" y="42505"/>
                </a:cubicBezTo>
                <a:cubicBezTo>
                  <a:pt x="81995" y="39261"/>
                  <a:pt x="81061" y="35497"/>
                  <a:pt x="81061" y="31213"/>
                </a:cubicBezTo>
                <a:cubicBezTo>
                  <a:pt x="81061" y="25399"/>
                  <a:pt x="82438" y="20104"/>
                  <a:pt x="85192" y="15330"/>
                </a:cubicBezTo>
                <a:cubicBezTo>
                  <a:pt x="87946" y="10557"/>
                  <a:pt x="91741" y="6808"/>
                  <a:pt x="96575" y="4085"/>
                </a:cubicBezTo>
                <a:cubicBezTo>
                  <a:pt x="101411" y="1362"/>
                  <a:pt x="106797" y="0"/>
                  <a:pt x="112734" y="0"/>
                </a:cubicBezTo>
                <a:cubicBezTo>
                  <a:pt x="117141" y="0"/>
                  <a:pt x="121073" y="903"/>
                  <a:pt x="124530" y="2708"/>
                </a:cubicBezTo>
                <a:cubicBezTo>
                  <a:pt x="127988" y="4513"/>
                  <a:pt x="130666" y="7038"/>
                  <a:pt x="132563" y="10282"/>
                </a:cubicBezTo>
                <a:cubicBezTo>
                  <a:pt x="134461" y="13525"/>
                  <a:pt x="135410" y="17289"/>
                  <a:pt x="135410" y="21574"/>
                </a:cubicBezTo>
                <a:cubicBezTo>
                  <a:pt x="135410" y="27449"/>
                  <a:pt x="134017" y="32758"/>
                  <a:pt x="131233" y="37501"/>
                </a:cubicBezTo>
                <a:cubicBezTo>
                  <a:pt x="128448" y="42244"/>
                  <a:pt x="124623" y="45962"/>
                  <a:pt x="119757" y="48656"/>
                </a:cubicBezTo>
                <a:cubicBezTo>
                  <a:pt x="114892" y="51348"/>
                  <a:pt x="109491" y="52694"/>
                  <a:pt x="103554" y="52694"/>
                </a:cubicBezTo>
                <a:moveTo>
                  <a:pt x="105756" y="39199"/>
                </a:moveTo>
                <a:cubicBezTo>
                  <a:pt x="108327" y="39199"/>
                  <a:pt x="110637" y="38419"/>
                  <a:pt x="112687" y="36858"/>
                </a:cubicBezTo>
                <a:cubicBezTo>
                  <a:pt x="114738" y="35298"/>
                  <a:pt x="116329" y="33278"/>
                  <a:pt x="117461" y="30800"/>
                </a:cubicBezTo>
                <a:cubicBezTo>
                  <a:pt x="118594" y="28321"/>
                  <a:pt x="119160" y="25735"/>
                  <a:pt x="119160" y="23042"/>
                </a:cubicBezTo>
                <a:cubicBezTo>
                  <a:pt x="119160" y="19982"/>
                  <a:pt x="118334" y="17625"/>
                  <a:pt x="116681" y="15973"/>
                </a:cubicBezTo>
                <a:cubicBezTo>
                  <a:pt x="115029" y="14320"/>
                  <a:pt x="112948" y="13494"/>
                  <a:pt x="110439" y="13494"/>
                </a:cubicBezTo>
                <a:cubicBezTo>
                  <a:pt x="107807" y="13494"/>
                  <a:pt x="105497" y="14275"/>
                  <a:pt x="103508" y="15836"/>
                </a:cubicBezTo>
                <a:cubicBezTo>
                  <a:pt x="101519" y="17397"/>
                  <a:pt x="99973" y="19432"/>
                  <a:pt x="98871" y="21941"/>
                </a:cubicBezTo>
                <a:cubicBezTo>
                  <a:pt x="97770" y="24450"/>
                  <a:pt x="97220" y="27082"/>
                  <a:pt x="97220" y="29836"/>
                </a:cubicBezTo>
                <a:cubicBezTo>
                  <a:pt x="97220" y="32835"/>
                  <a:pt x="98015" y="35145"/>
                  <a:pt x="99605" y="36767"/>
                </a:cubicBezTo>
                <a:cubicBezTo>
                  <a:pt x="101196" y="38388"/>
                  <a:pt x="103247" y="39199"/>
                  <a:pt x="105756" y="39199"/>
                </a:cubicBezTo>
                <a:close/>
                <a:moveTo>
                  <a:pt x="178924" y="184"/>
                </a:moveTo>
                <a:cubicBezTo>
                  <a:pt x="184065" y="184"/>
                  <a:pt x="188104" y="1622"/>
                  <a:pt x="191042" y="4498"/>
                </a:cubicBezTo>
                <a:cubicBezTo>
                  <a:pt x="193980" y="7374"/>
                  <a:pt x="195449" y="11383"/>
                  <a:pt x="195449" y="16524"/>
                </a:cubicBezTo>
                <a:cubicBezTo>
                  <a:pt x="195449" y="18238"/>
                  <a:pt x="195265" y="20074"/>
                  <a:pt x="194897" y="22032"/>
                </a:cubicBezTo>
                <a:lnTo>
                  <a:pt x="189573" y="51960"/>
                </a:lnTo>
                <a:lnTo>
                  <a:pt x="173967" y="51960"/>
                </a:lnTo>
                <a:lnTo>
                  <a:pt x="178924" y="24144"/>
                </a:lnTo>
                <a:cubicBezTo>
                  <a:pt x="179108" y="23103"/>
                  <a:pt x="179200" y="22185"/>
                  <a:pt x="179200" y="21390"/>
                </a:cubicBezTo>
                <a:cubicBezTo>
                  <a:pt x="179200" y="18819"/>
                  <a:pt x="178481" y="16830"/>
                  <a:pt x="177043" y="15423"/>
                </a:cubicBezTo>
                <a:cubicBezTo>
                  <a:pt x="175605" y="14015"/>
                  <a:pt x="173600" y="13310"/>
                  <a:pt x="171029" y="13310"/>
                </a:cubicBezTo>
                <a:cubicBezTo>
                  <a:pt x="167969" y="13310"/>
                  <a:pt x="165398" y="14259"/>
                  <a:pt x="163318" y="16157"/>
                </a:cubicBezTo>
                <a:cubicBezTo>
                  <a:pt x="161237" y="18055"/>
                  <a:pt x="159890" y="20717"/>
                  <a:pt x="159278" y="24144"/>
                </a:cubicBezTo>
                <a:lnTo>
                  <a:pt x="159278" y="23685"/>
                </a:lnTo>
                <a:lnTo>
                  <a:pt x="154322" y="51960"/>
                </a:lnTo>
                <a:lnTo>
                  <a:pt x="138623" y="51960"/>
                </a:lnTo>
                <a:lnTo>
                  <a:pt x="147619" y="734"/>
                </a:lnTo>
                <a:lnTo>
                  <a:pt x="163318" y="734"/>
                </a:lnTo>
                <a:lnTo>
                  <a:pt x="162124" y="7619"/>
                </a:lnTo>
                <a:cubicBezTo>
                  <a:pt x="164144" y="5354"/>
                  <a:pt x="166608" y="3549"/>
                  <a:pt x="169515" y="2203"/>
                </a:cubicBezTo>
                <a:cubicBezTo>
                  <a:pt x="172422" y="857"/>
                  <a:pt x="175558" y="184"/>
                  <a:pt x="178924" y="184"/>
                </a:cubicBezTo>
                <a:close/>
                <a:moveTo>
                  <a:pt x="223173" y="26255"/>
                </a:moveTo>
                <a:cubicBezTo>
                  <a:pt x="224092" y="20992"/>
                  <a:pt x="225897" y="16371"/>
                  <a:pt x="228590" y="12393"/>
                </a:cubicBezTo>
                <a:cubicBezTo>
                  <a:pt x="231283" y="8415"/>
                  <a:pt x="234527" y="5355"/>
                  <a:pt x="238321" y="3213"/>
                </a:cubicBezTo>
                <a:cubicBezTo>
                  <a:pt x="242116" y="1071"/>
                  <a:pt x="246124" y="0"/>
                  <a:pt x="250347" y="0"/>
                </a:cubicBezTo>
                <a:cubicBezTo>
                  <a:pt x="253958" y="0"/>
                  <a:pt x="256988" y="734"/>
                  <a:pt x="259436" y="2203"/>
                </a:cubicBezTo>
                <a:cubicBezTo>
                  <a:pt x="261884" y="3672"/>
                  <a:pt x="263659" y="5599"/>
                  <a:pt x="264760" y="7986"/>
                </a:cubicBezTo>
                <a:lnTo>
                  <a:pt x="266046" y="734"/>
                </a:lnTo>
                <a:lnTo>
                  <a:pt x="281744" y="734"/>
                </a:lnTo>
                <a:lnTo>
                  <a:pt x="272655" y="51960"/>
                </a:lnTo>
                <a:lnTo>
                  <a:pt x="256958" y="51960"/>
                </a:lnTo>
                <a:lnTo>
                  <a:pt x="258335" y="44708"/>
                </a:lnTo>
                <a:cubicBezTo>
                  <a:pt x="256376" y="47095"/>
                  <a:pt x="253897" y="49023"/>
                  <a:pt x="250898" y="50492"/>
                </a:cubicBezTo>
                <a:cubicBezTo>
                  <a:pt x="247899" y="51960"/>
                  <a:pt x="244594" y="52694"/>
                  <a:pt x="240983" y="52694"/>
                </a:cubicBezTo>
                <a:cubicBezTo>
                  <a:pt x="237372" y="52694"/>
                  <a:pt x="234175" y="51868"/>
                  <a:pt x="231390" y="50216"/>
                </a:cubicBezTo>
                <a:cubicBezTo>
                  <a:pt x="228605" y="48563"/>
                  <a:pt x="226448" y="46222"/>
                  <a:pt x="224917" y="43193"/>
                </a:cubicBezTo>
                <a:cubicBezTo>
                  <a:pt x="223387" y="40163"/>
                  <a:pt x="222622" y="36598"/>
                  <a:pt x="222622" y="32497"/>
                </a:cubicBezTo>
                <a:cubicBezTo>
                  <a:pt x="222622" y="30539"/>
                  <a:pt x="222806" y="28458"/>
                  <a:pt x="223173" y="26255"/>
                </a:cubicBezTo>
                <a:moveTo>
                  <a:pt x="261548" y="26346"/>
                </a:moveTo>
                <a:cubicBezTo>
                  <a:pt x="261731" y="25245"/>
                  <a:pt x="261823" y="24236"/>
                  <a:pt x="261823" y="23318"/>
                </a:cubicBezTo>
                <a:cubicBezTo>
                  <a:pt x="261823" y="20319"/>
                  <a:pt x="260950" y="17963"/>
                  <a:pt x="259206" y="16249"/>
                </a:cubicBezTo>
                <a:cubicBezTo>
                  <a:pt x="257462" y="14535"/>
                  <a:pt x="255244" y="13678"/>
                  <a:pt x="252551" y="13678"/>
                </a:cubicBezTo>
                <a:cubicBezTo>
                  <a:pt x="249430" y="13678"/>
                  <a:pt x="246584" y="14795"/>
                  <a:pt x="244013" y="17030"/>
                </a:cubicBezTo>
                <a:cubicBezTo>
                  <a:pt x="241443" y="19263"/>
                  <a:pt x="239821" y="22339"/>
                  <a:pt x="239148" y="26255"/>
                </a:cubicBezTo>
                <a:cubicBezTo>
                  <a:pt x="238964" y="27357"/>
                  <a:pt x="238872" y="28367"/>
                  <a:pt x="238872" y="29285"/>
                </a:cubicBezTo>
                <a:cubicBezTo>
                  <a:pt x="238872" y="32284"/>
                  <a:pt x="239744" y="34656"/>
                  <a:pt x="241488" y="36400"/>
                </a:cubicBezTo>
                <a:cubicBezTo>
                  <a:pt x="243233" y="38144"/>
                  <a:pt x="245421" y="39015"/>
                  <a:pt x="248053" y="39015"/>
                </a:cubicBezTo>
                <a:cubicBezTo>
                  <a:pt x="251174" y="39015"/>
                  <a:pt x="254019" y="37884"/>
                  <a:pt x="256589" y="35620"/>
                </a:cubicBezTo>
                <a:cubicBezTo>
                  <a:pt x="259160" y="33355"/>
                  <a:pt x="260813" y="30264"/>
                  <a:pt x="261548" y="26346"/>
                </a:cubicBezTo>
                <a:close/>
                <a:moveTo>
                  <a:pt x="324341" y="184"/>
                </a:moveTo>
                <a:cubicBezTo>
                  <a:pt x="329482" y="184"/>
                  <a:pt x="333521" y="1622"/>
                  <a:pt x="336459" y="4498"/>
                </a:cubicBezTo>
                <a:cubicBezTo>
                  <a:pt x="339397" y="7374"/>
                  <a:pt x="340866" y="11383"/>
                  <a:pt x="340866" y="16524"/>
                </a:cubicBezTo>
                <a:cubicBezTo>
                  <a:pt x="340866" y="18238"/>
                  <a:pt x="340682" y="20074"/>
                  <a:pt x="340314" y="22032"/>
                </a:cubicBezTo>
                <a:lnTo>
                  <a:pt x="334990" y="51960"/>
                </a:lnTo>
                <a:lnTo>
                  <a:pt x="319383" y="51960"/>
                </a:lnTo>
                <a:lnTo>
                  <a:pt x="324341" y="24144"/>
                </a:lnTo>
                <a:cubicBezTo>
                  <a:pt x="324525" y="23103"/>
                  <a:pt x="324617" y="22185"/>
                  <a:pt x="324617" y="21390"/>
                </a:cubicBezTo>
                <a:cubicBezTo>
                  <a:pt x="324617" y="18819"/>
                  <a:pt x="323898" y="16830"/>
                  <a:pt x="322459" y="15423"/>
                </a:cubicBezTo>
                <a:cubicBezTo>
                  <a:pt x="321021" y="14015"/>
                  <a:pt x="319017" y="13310"/>
                  <a:pt x="316446" y="13310"/>
                </a:cubicBezTo>
                <a:cubicBezTo>
                  <a:pt x="313385" y="13310"/>
                  <a:pt x="310815" y="14259"/>
                  <a:pt x="308734" y="16157"/>
                </a:cubicBezTo>
                <a:cubicBezTo>
                  <a:pt x="306654" y="18055"/>
                  <a:pt x="305307" y="20717"/>
                  <a:pt x="304694" y="24144"/>
                </a:cubicBezTo>
                <a:lnTo>
                  <a:pt x="304694" y="23685"/>
                </a:lnTo>
                <a:lnTo>
                  <a:pt x="299738" y="51960"/>
                </a:lnTo>
                <a:lnTo>
                  <a:pt x="284039" y="51960"/>
                </a:lnTo>
                <a:lnTo>
                  <a:pt x="293035" y="734"/>
                </a:lnTo>
                <a:lnTo>
                  <a:pt x="308734" y="734"/>
                </a:lnTo>
                <a:lnTo>
                  <a:pt x="307541" y="7619"/>
                </a:lnTo>
                <a:cubicBezTo>
                  <a:pt x="309561" y="5354"/>
                  <a:pt x="312024" y="3549"/>
                  <a:pt x="314931" y="2203"/>
                </a:cubicBezTo>
                <a:cubicBezTo>
                  <a:pt x="317839" y="857"/>
                  <a:pt x="320975" y="184"/>
                  <a:pt x="324341" y="184"/>
                </a:cubicBezTo>
                <a:close/>
                <a:moveTo>
                  <a:pt x="374373" y="52694"/>
                </a:moveTo>
                <a:cubicBezTo>
                  <a:pt x="371926" y="52694"/>
                  <a:pt x="369983" y="52036"/>
                  <a:pt x="368545" y="50721"/>
                </a:cubicBezTo>
                <a:cubicBezTo>
                  <a:pt x="367106" y="49405"/>
                  <a:pt x="366387" y="47737"/>
                  <a:pt x="366387" y="45718"/>
                </a:cubicBezTo>
                <a:cubicBezTo>
                  <a:pt x="366387" y="42903"/>
                  <a:pt x="367443" y="40516"/>
                  <a:pt x="369555" y="38557"/>
                </a:cubicBezTo>
                <a:cubicBezTo>
                  <a:pt x="371666" y="36599"/>
                  <a:pt x="374282" y="35620"/>
                  <a:pt x="377403" y="35620"/>
                </a:cubicBezTo>
                <a:cubicBezTo>
                  <a:pt x="379790" y="35620"/>
                  <a:pt x="381687" y="36278"/>
                  <a:pt x="383095" y="37594"/>
                </a:cubicBezTo>
                <a:cubicBezTo>
                  <a:pt x="384502" y="38909"/>
                  <a:pt x="385206" y="40608"/>
                  <a:pt x="385206" y="42688"/>
                </a:cubicBezTo>
                <a:cubicBezTo>
                  <a:pt x="385206" y="45442"/>
                  <a:pt x="384150" y="47798"/>
                  <a:pt x="382039" y="49757"/>
                </a:cubicBezTo>
                <a:cubicBezTo>
                  <a:pt x="379928" y="51715"/>
                  <a:pt x="377373" y="52694"/>
                  <a:pt x="374373" y="52694"/>
                </a:cubicBezTo>
                <a:close/>
                <a:moveTo>
                  <a:pt x="400262" y="52694"/>
                </a:moveTo>
                <a:cubicBezTo>
                  <a:pt x="397814" y="52694"/>
                  <a:pt x="395871" y="52036"/>
                  <a:pt x="394433" y="50721"/>
                </a:cubicBezTo>
                <a:cubicBezTo>
                  <a:pt x="392995" y="49405"/>
                  <a:pt x="392276" y="47737"/>
                  <a:pt x="392276" y="45718"/>
                </a:cubicBezTo>
                <a:cubicBezTo>
                  <a:pt x="392276" y="42903"/>
                  <a:pt x="393332" y="40516"/>
                  <a:pt x="395443" y="38557"/>
                </a:cubicBezTo>
                <a:cubicBezTo>
                  <a:pt x="397555" y="36599"/>
                  <a:pt x="400171" y="35620"/>
                  <a:pt x="403292" y="35620"/>
                </a:cubicBezTo>
                <a:cubicBezTo>
                  <a:pt x="405679" y="35620"/>
                  <a:pt x="407576" y="36278"/>
                  <a:pt x="408983" y="37594"/>
                </a:cubicBezTo>
                <a:cubicBezTo>
                  <a:pt x="410391" y="38909"/>
                  <a:pt x="411094" y="40608"/>
                  <a:pt x="411094" y="42688"/>
                </a:cubicBezTo>
                <a:cubicBezTo>
                  <a:pt x="411094" y="45442"/>
                  <a:pt x="410039" y="47798"/>
                  <a:pt x="407927" y="49757"/>
                </a:cubicBezTo>
                <a:cubicBezTo>
                  <a:pt x="405817" y="51715"/>
                  <a:pt x="403262" y="52694"/>
                  <a:pt x="400262" y="52694"/>
                </a:cubicBezTo>
                <a:close/>
                <a:moveTo>
                  <a:pt x="426151" y="52694"/>
                </a:moveTo>
                <a:cubicBezTo>
                  <a:pt x="423703" y="52694"/>
                  <a:pt x="421760" y="52036"/>
                  <a:pt x="420322" y="50721"/>
                </a:cubicBezTo>
                <a:cubicBezTo>
                  <a:pt x="418884" y="49405"/>
                  <a:pt x="418165" y="47737"/>
                  <a:pt x="418165" y="45718"/>
                </a:cubicBezTo>
                <a:cubicBezTo>
                  <a:pt x="418165" y="42903"/>
                  <a:pt x="419221" y="40516"/>
                  <a:pt x="421332" y="38557"/>
                </a:cubicBezTo>
                <a:cubicBezTo>
                  <a:pt x="423444" y="36599"/>
                  <a:pt x="426060" y="35620"/>
                  <a:pt x="429181" y="35620"/>
                </a:cubicBezTo>
                <a:cubicBezTo>
                  <a:pt x="431568" y="35620"/>
                  <a:pt x="433465" y="36278"/>
                  <a:pt x="434872" y="37594"/>
                </a:cubicBezTo>
                <a:cubicBezTo>
                  <a:pt x="436280" y="38909"/>
                  <a:pt x="436983" y="40608"/>
                  <a:pt x="436983" y="42688"/>
                </a:cubicBezTo>
                <a:cubicBezTo>
                  <a:pt x="436983" y="45442"/>
                  <a:pt x="435928" y="47798"/>
                  <a:pt x="433816" y="49757"/>
                </a:cubicBezTo>
                <a:cubicBezTo>
                  <a:pt x="431706" y="51715"/>
                  <a:pt x="429150" y="52694"/>
                  <a:pt x="426151" y="526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2E3A75-BE5D-4F93-B009-6E77FD7E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0451" y="3120169"/>
            <a:ext cx="1594995" cy="527509"/>
          </a:xfrm>
          <a:custGeom xmlns:a="http://schemas.openxmlformats.org/drawingml/2006/main">
            <a:pathLst>
              <a:path w="1594995" h="527509">
                <a:moveTo>
                  <a:pt x="0" y="0"/>
                </a:moveTo>
                <a:lnTo>
                  <a:pt x="1594995" y="0"/>
                </a:lnTo>
                <a:lnTo>
                  <a:pt x="1594995" y="527509"/>
                </a:lnTo>
                <a:lnTo>
                  <a:pt x="0" y="52750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76" name="Text Generate">
            <a:extLst xmlns:a="http://schemas.openxmlformats.org/drawingml/2006/main">
              <a:ext uri="{FF2B5EF4-FFF2-40B4-BE49-F238E27FC236}">
                <a16:creationId xmlns:a16="http://schemas.microsoft.com/office/drawing/2014/main" id="{A8B7B0B1-1AB1-45E1-B416-CEEDD69A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2277" y="3316055"/>
            <a:ext cx="739821" cy="114709"/>
          </a:xfrm>
          <a:custGeom xmlns:a="http://schemas.openxmlformats.org/drawingml/2006/main">
            <a:pathLst>
              <a:path w="739821" h="114709">
                <a:moveTo>
                  <a:pt x="90288" y="33739"/>
                </a:moveTo>
                <a:cubicBezTo>
                  <a:pt x="87183" y="27205"/>
                  <a:pt x="82685" y="22144"/>
                  <a:pt x="76793" y="18557"/>
                </a:cubicBezTo>
                <a:cubicBezTo>
                  <a:pt x="70903" y="14968"/>
                  <a:pt x="64049" y="13174"/>
                  <a:pt x="56231" y="13174"/>
                </a:cubicBezTo>
                <a:cubicBezTo>
                  <a:pt x="48412" y="13174"/>
                  <a:pt x="41370" y="14968"/>
                  <a:pt x="35104" y="18557"/>
                </a:cubicBezTo>
                <a:cubicBezTo>
                  <a:pt x="28838" y="22144"/>
                  <a:pt x="23911" y="27285"/>
                  <a:pt x="20322" y="33979"/>
                </a:cubicBezTo>
                <a:cubicBezTo>
                  <a:pt x="16735" y="40673"/>
                  <a:pt x="14941" y="48411"/>
                  <a:pt x="14941" y="57194"/>
                </a:cubicBezTo>
                <a:cubicBezTo>
                  <a:pt x="14941" y="65977"/>
                  <a:pt x="16735" y="73688"/>
                  <a:pt x="20322" y="80328"/>
                </a:cubicBezTo>
                <a:cubicBezTo>
                  <a:pt x="23911" y="86968"/>
                  <a:pt x="28838" y="92083"/>
                  <a:pt x="35104" y="95671"/>
                </a:cubicBezTo>
                <a:cubicBezTo>
                  <a:pt x="41370" y="99259"/>
                  <a:pt x="48412" y="101052"/>
                  <a:pt x="56231" y="101052"/>
                </a:cubicBezTo>
                <a:cubicBezTo>
                  <a:pt x="67154" y="101052"/>
                  <a:pt x="76150" y="97786"/>
                  <a:pt x="83218" y="91254"/>
                </a:cubicBezTo>
                <a:cubicBezTo>
                  <a:pt x="90288" y="84720"/>
                  <a:pt x="94412" y="75884"/>
                  <a:pt x="95591" y="64744"/>
                </a:cubicBezTo>
                <a:lnTo>
                  <a:pt x="50928" y="64744"/>
                </a:lnTo>
                <a:lnTo>
                  <a:pt x="50928" y="52855"/>
                </a:lnTo>
                <a:lnTo>
                  <a:pt x="111174" y="52855"/>
                </a:lnTo>
                <a:lnTo>
                  <a:pt x="111174" y="64102"/>
                </a:lnTo>
                <a:cubicBezTo>
                  <a:pt x="110318" y="73313"/>
                  <a:pt x="107426" y="81747"/>
                  <a:pt x="102499" y="89406"/>
                </a:cubicBezTo>
                <a:cubicBezTo>
                  <a:pt x="97571" y="97064"/>
                  <a:pt x="91091" y="103116"/>
                  <a:pt x="83059" y="107561"/>
                </a:cubicBezTo>
                <a:cubicBezTo>
                  <a:pt x="75026" y="112004"/>
                  <a:pt x="66084" y="114226"/>
                  <a:pt x="56231" y="114226"/>
                </a:cubicBezTo>
                <a:cubicBezTo>
                  <a:pt x="45842" y="114226"/>
                  <a:pt x="36363" y="111790"/>
                  <a:pt x="27794" y="106916"/>
                </a:cubicBezTo>
                <a:cubicBezTo>
                  <a:pt x="19226" y="102043"/>
                  <a:pt x="12451" y="95269"/>
                  <a:pt x="7469" y="86594"/>
                </a:cubicBezTo>
                <a:cubicBezTo>
                  <a:pt x="2490" y="77919"/>
                  <a:pt x="0" y="68119"/>
                  <a:pt x="0" y="57194"/>
                </a:cubicBezTo>
                <a:cubicBezTo>
                  <a:pt x="0" y="46269"/>
                  <a:pt x="2490" y="36442"/>
                  <a:pt x="7469" y="27713"/>
                </a:cubicBezTo>
                <a:cubicBezTo>
                  <a:pt x="12451" y="18985"/>
                  <a:pt x="19226" y="12184"/>
                  <a:pt x="27794" y="7310"/>
                </a:cubicBezTo>
                <a:cubicBezTo>
                  <a:pt x="36363" y="2437"/>
                  <a:pt x="45842" y="0"/>
                  <a:pt x="56231" y="0"/>
                </a:cubicBezTo>
                <a:cubicBezTo>
                  <a:pt x="68118" y="0"/>
                  <a:pt x="78641" y="2946"/>
                  <a:pt x="87798" y="8837"/>
                </a:cubicBezTo>
                <a:cubicBezTo>
                  <a:pt x="96956" y="14727"/>
                  <a:pt x="103624" y="23028"/>
                  <a:pt x="107801" y="33739"/>
                </a:cubicBezTo>
                <a:lnTo>
                  <a:pt x="90288" y="33739"/>
                </a:lnTo>
                <a:close/>
                <a:moveTo>
                  <a:pt x="210780" y="65870"/>
                </a:moveTo>
                <a:cubicBezTo>
                  <a:pt x="210780" y="68654"/>
                  <a:pt x="210620" y="71599"/>
                  <a:pt x="210300" y="74704"/>
                </a:cubicBezTo>
                <a:lnTo>
                  <a:pt x="139932" y="74704"/>
                </a:lnTo>
                <a:cubicBezTo>
                  <a:pt x="140468" y="83381"/>
                  <a:pt x="143440" y="90156"/>
                  <a:pt x="148848" y="95029"/>
                </a:cubicBezTo>
                <a:cubicBezTo>
                  <a:pt x="154257" y="99903"/>
                  <a:pt x="160817" y="102339"/>
                  <a:pt x="168528" y="102339"/>
                </a:cubicBezTo>
                <a:cubicBezTo>
                  <a:pt x="174847" y="102339"/>
                  <a:pt x="180122" y="100867"/>
                  <a:pt x="184352" y="97922"/>
                </a:cubicBezTo>
                <a:cubicBezTo>
                  <a:pt x="188583" y="94975"/>
                  <a:pt x="191555" y="91038"/>
                  <a:pt x="193270" y="86111"/>
                </a:cubicBezTo>
                <a:lnTo>
                  <a:pt x="209013" y="86111"/>
                </a:lnTo>
                <a:cubicBezTo>
                  <a:pt x="206658" y="94573"/>
                  <a:pt x="201945" y="101455"/>
                  <a:pt x="194875" y="106757"/>
                </a:cubicBezTo>
                <a:cubicBezTo>
                  <a:pt x="187807" y="112058"/>
                  <a:pt x="179025" y="114709"/>
                  <a:pt x="168528" y="114709"/>
                </a:cubicBezTo>
                <a:cubicBezTo>
                  <a:pt x="160173" y="114709"/>
                  <a:pt x="152703" y="112835"/>
                  <a:pt x="146117" y="109086"/>
                </a:cubicBezTo>
                <a:cubicBezTo>
                  <a:pt x="139531" y="105337"/>
                  <a:pt x="134363" y="100008"/>
                  <a:pt x="130614" y="93100"/>
                </a:cubicBezTo>
                <a:cubicBezTo>
                  <a:pt x="126865" y="86192"/>
                  <a:pt x="124990" y="78186"/>
                  <a:pt x="124990" y="69083"/>
                </a:cubicBezTo>
                <a:cubicBezTo>
                  <a:pt x="124990" y="59979"/>
                  <a:pt x="126811" y="51999"/>
                  <a:pt x="130452" y="45145"/>
                </a:cubicBezTo>
                <a:cubicBezTo>
                  <a:pt x="134093" y="38290"/>
                  <a:pt x="139207" y="33014"/>
                  <a:pt x="145793" y="29319"/>
                </a:cubicBezTo>
                <a:cubicBezTo>
                  <a:pt x="152381" y="25624"/>
                  <a:pt x="159959" y="23776"/>
                  <a:pt x="168528" y="23776"/>
                </a:cubicBezTo>
                <a:cubicBezTo>
                  <a:pt x="176882" y="23776"/>
                  <a:pt x="184272" y="25598"/>
                  <a:pt x="190698" y="29241"/>
                </a:cubicBezTo>
                <a:cubicBezTo>
                  <a:pt x="197124" y="32882"/>
                  <a:pt x="202078" y="37889"/>
                  <a:pt x="205559" y="44263"/>
                </a:cubicBezTo>
                <a:cubicBezTo>
                  <a:pt x="209040" y="50635"/>
                  <a:pt x="210780" y="57837"/>
                  <a:pt x="210780" y="65870"/>
                </a:cubicBezTo>
                <a:moveTo>
                  <a:pt x="195680" y="62818"/>
                </a:moveTo>
                <a:cubicBezTo>
                  <a:pt x="195680" y="57248"/>
                  <a:pt x="194447" y="52455"/>
                  <a:pt x="191983" y="48440"/>
                </a:cubicBezTo>
                <a:cubicBezTo>
                  <a:pt x="189520" y="44423"/>
                  <a:pt x="186173" y="41370"/>
                  <a:pt x="181942" y="39282"/>
                </a:cubicBezTo>
                <a:cubicBezTo>
                  <a:pt x="177712" y="37193"/>
                  <a:pt x="173027" y="36149"/>
                  <a:pt x="167885" y="36149"/>
                </a:cubicBezTo>
                <a:cubicBezTo>
                  <a:pt x="160495" y="36149"/>
                  <a:pt x="154202" y="38505"/>
                  <a:pt x="149007" y="43218"/>
                </a:cubicBezTo>
                <a:cubicBezTo>
                  <a:pt x="143813" y="47930"/>
                  <a:pt x="140841" y="54463"/>
                  <a:pt x="140091" y="62818"/>
                </a:cubicBezTo>
                <a:lnTo>
                  <a:pt x="195680" y="62818"/>
                </a:lnTo>
                <a:close/>
                <a:moveTo>
                  <a:pt x="272954" y="23617"/>
                </a:moveTo>
                <a:cubicBezTo>
                  <a:pt x="283665" y="23617"/>
                  <a:pt x="292340" y="26857"/>
                  <a:pt x="298981" y="33337"/>
                </a:cubicBezTo>
                <a:cubicBezTo>
                  <a:pt x="305621" y="39817"/>
                  <a:pt x="308941" y="49162"/>
                  <a:pt x="308941" y="61371"/>
                </a:cubicBezTo>
                <a:lnTo>
                  <a:pt x="308941" y="113263"/>
                </a:lnTo>
                <a:lnTo>
                  <a:pt x="294482" y="113263"/>
                </a:lnTo>
                <a:lnTo>
                  <a:pt x="294482" y="63460"/>
                </a:lnTo>
                <a:cubicBezTo>
                  <a:pt x="294482" y="54677"/>
                  <a:pt x="292287" y="47956"/>
                  <a:pt x="287895" y="43297"/>
                </a:cubicBezTo>
                <a:cubicBezTo>
                  <a:pt x="283504" y="38638"/>
                  <a:pt x="277506" y="36308"/>
                  <a:pt x="269902" y="36308"/>
                </a:cubicBezTo>
                <a:cubicBezTo>
                  <a:pt x="262191" y="36308"/>
                  <a:pt x="256060" y="38718"/>
                  <a:pt x="251506" y="43537"/>
                </a:cubicBezTo>
                <a:cubicBezTo>
                  <a:pt x="246955" y="48357"/>
                  <a:pt x="244679" y="55373"/>
                  <a:pt x="244679" y="64585"/>
                </a:cubicBezTo>
                <a:lnTo>
                  <a:pt x="244679" y="113263"/>
                </a:lnTo>
                <a:lnTo>
                  <a:pt x="230059" y="113263"/>
                </a:lnTo>
                <a:lnTo>
                  <a:pt x="230059" y="25223"/>
                </a:lnTo>
                <a:lnTo>
                  <a:pt x="244679" y="25223"/>
                </a:lnTo>
                <a:lnTo>
                  <a:pt x="244679" y="37754"/>
                </a:lnTo>
                <a:cubicBezTo>
                  <a:pt x="247572" y="33257"/>
                  <a:pt x="251508" y="29777"/>
                  <a:pt x="256488" y="27314"/>
                </a:cubicBezTo>
                <a:cubicBezTo>
                  <a:pt x="261467" y="24849"/>
                  <a:pt x="266956" y="23617"/>
                  <a:pt x="272954" y="23617"/>
                </a:cubicBezTo>
                <a:close/>
                <a:moveTo>
                  <a:pt x="413207" y="65870"/>
                </a:moveTo>
                <a:cubicBezTo>
                  <a:pt x="413207" y="68654"/>
                  <a:pt x="413047" y="71599"/>
                  <a:pt x="412726" y="74704"/>
                </a:cubicBezTo>
                <a:lnTo>
                  <a:pt x="342358" y="74704"/>
                </a:lnTo>
                <a:cubicBezTo>
                  <a:pt x="342894" y="83381"/>
                  <a:pt x="345866" y="90156"/>
                  <a:pt x="351274" y="95029"/>
                </a:cubicBezTo>
                <a:cubicBezTo>
                  <a:pt x="356684" y="99903"/>
                  <a:pt x="363244" y="102339"/>
                  <a:pt x="370954" y="102339"/>
                </a:cubicBezTo>
                <a:cubicBezTo>
                  <a:pt x="377274" y="102339"/>
                  <a:pt x="382548" y="100867"/>
                  <a:pt x="386778" y="97922"/>
                </a:cubicBezTo>
                <a:cubicBezTo>
                  <a:pt x="391009" y="94975"/>
                  <a:pt x="393982" y="91038"/>
                  <a:pt x="395696" y="86111"/>
                </a:cubicBezTo>
                <a:lnTo>
                  <a:pt x="411439" y="86111"/>
                </a:lnTo>
                <a:cubicBezTo>
                  <a:pt x="409084" y="94573"/>
                  <a:pt x="404372" y="101455"/>
                  <a:pt x="397302" y="106757"/>
                </a:cubicBezTo>
                <a:cubicBezTo>
                  <a:pt x="390234" y="112058"/>
                  <a:pt x="381451" y="114709"/>
                  <a:pt x="370954" y="114709"/>
                </a:cubicBezTo>
                <a:cubicBezTo>
                  <a:pt x="362600" y="114709"/>
                  <a:pt x="355129" y="112835"/>
                  <a:pt x="348543" y="109086"/>
                </a:cubicBezTo>
                <a:cubicBezTo>
                  <a:pt x="341957" y="105337"/>
                  <a:pt x="336790" y="100008"/>
                  <a:pt x="333040" y="93100"/>
                </a:cubicBezTo>
                <a:cubicBezTo>
                  <a:pt x="329291" y="86192"/>
                  <a:pt x="327417" y="78186"/>
                  <a:pt x="327417" y="69083"/>
                </a:cubicBezTo>
                <a:cubicBezTo>
                  <a:pt x="327417" y="59979"/>
                  <a:pt x="329238" y="51999"/>
                  <a:pt x="332879" y="45145"/>
                </a:cubicBezTo>
                <a:cubicBezTo>
                  <a:pt x="336520" y="38290"/>
                  <a:pt x="341634" y="33014"/>
                  <a:pt x="348220" y="29319"/>
                </a:cubicBezTo>
                <a:cubicBezTo>
                  <a:pt x="354807" y="25624"/>
                  <a:pt x="362386" y="23776"/>
                  <a:pt x="370954" y="23776"/>
                </a:cubicBezTo>
                <a:cubicBezTo>
                  <a:pt x="379309" y="23776"/>
                  <a:pt x="386699" y="25598"/>
                  <a:pt x="393125" y="29241"/>
                </a:cubicBezTo>
                <a:cubicBezTo>
                  <a:pt x="399551" y="32882"/>
                  <a:pt x="404504" y="37889"/>
                  <a:pt x="407985" y="44263"/>
                </a:cubicBezTo>
                <a:cubicBezTo>
                  <a:pt x="411466" y="50635"/>
                  <a:pt x="413207" y="57837"/>
                  <a:pt x="413207" y="65870"/>
                </a:cubicBezTo>
                <a:moveTo>
                  <a:pt x="398106" y="62818"/>
                </a:moveTo>
                <a:cubicBezTo>
                  <a:pt x="398106" y="57248"/>
                  <a:pt x="396874" y="52455"/>
                  <a:pt x="394409" y="48440"/>
                </a:cubicBezTo>
                <a:cubicBezTo>
                  <a:pt x="391946" y="44423"/>
                  <a:pt x="388599" y="41370"/>
                  <a:pt x="384368" y="39282"/>
                </a:cubicBezTo>
                <a:cubicBezTo>
                  <a:pt x="380139" y="37193"/>
                  <a:pt x="375453" y="36149"/>
                  <a:pt x="370312" y="36149"/>
                </a:cubicBezTo>
                <a:cubicBezTo>
                  <a:pt x="362922" y="36149"/>
                  <a:pt x="356629" y="38505"/>
                  <a:pt x="351433" y="43218"/>
                </a:cubicBezTo>
                <a:cubicBezTo>
                  <a:pt x="346240" y="47930"/>
                  <a:pt x="343268" y="54463"/>
                  <a:pt x="342518" y="62818"/>
                </a:cubicBezTo>
                <a:lnTo>
                  <a:pt x="398106" y="62818"/>
                </a:lnTo>
                <a:close/>
                <a:moveTo>
                  <a:pt x="447106" y="39522"/>
                </a:moveTo>
                <a:cubicBezTo>
                  <a:pt x="449677" y="34488"/>
                  <a:pt x="453345" y="30579"/>
                  <a:pt x="458110" y="27794"/>
                </a:cubicBezTo>
                <a:cubicBezTo>
                  <a:pt x="462878" y="25009"/>
                  <a:pt x="468688" y="23617"/>
                  <a:pt x="475542" y="23617"/>
                </a:cubicBezTo>
                <a:lnTo>
                  <a:pt x="475542" y="38718"/>
                </a:lnTo>
                <a:lnTo>
                  <a:pt x="471686" y="38718"/>
                </a:lnTo>
                <a:cubicBezTo>
                  <a:pt x="455299" y="38718"/>
                  <a:pt x="447106" y="47607"/>
                  <a:pt x="447106" y="65387"/>
                </a:cubicBezTo>
                <a:lnTo>
                  <a:pt x="447106" y="113263"/>
                </a:lnTo>
                <a:lnTo>
                  <a:pt x="432486" y="113263"/>
                </a:lnTo>
                <a:lnTo>
                  <a:pt x="432486" y="25223"/>
                </a:lnTo>
                <a:lnTo>
                  <a:pt x="447106" y="25223"/>
                </a:lnTo>
                <a:lnTo>
                  <a:pt x="447106" y="39522"/>
                </a:lnTo>
                <a:close/>
                <a:moveTo>
                  <a:pt x="486949" y="68922"/>
                </a:moveTo>
                <a:cubicBezTo>
                  <a:pt x="486949" y="59925"/>
                  <a:pt x="488769" y="52026"/>
                  <a:pt x="492411" y="45226"/>
                </a:cubicBezTo>
                <a:cubicBezTo>
                  <a:pt x="496052" y="38424"/>
                  <a:pt x="501058" y="33149"/>
                  <a:pt x="507430" y="29400"/>
                </a:cubicBezTo>
                <a:cubicBezTo>
                  <a:pt x="513804" y="25651"/>
                  <a:pt x="520900" y="23776"/>
                  <a:pt x="528719" y="23776"/>
                </a:cubicBezTo>
                <a:cubicBezTo>
                  <a:pt x="536431" y="23776"/>
                  <a:pt x="543125" y="25437"/>
                  <a:pt x="548801" y="28758"/>
                </a:cubicBezTo>
                <a:cubicBezTo>
                  <a:pt x="554478" y="32078"/>
                  <a:pt x="558709" y="36256"/>
                  <a:pt x="561494" y="41289"/>
                </a:cubicBezTo>
                <a:lnTo>
                  <a:pt x="561494" y="25223"/>
                </a:lnTo>
                <a:lnTo>
                  <a:pt x="576274" y="25223"/>
                </a:lnTo>
                <a:lnTo>
                  <a:pt x="576274" y="113263"/>
                </a:lnTo>
                <a:lnTo>
                  <a:pt x="561494" y="113263"/>
                </a:lnTo>
                <a:lnTo>
                  <a:pt x="561494" y="96875"/>
                </a:lnTo>
                <a:cubicBezTo>
                  <a:pt x="558601" y="102017"/>
                  <a:pt x="554290" y="106275"/>
                  <a:pt x="548560" y="109649"/>
                </a:cubicBezTo>
                <a:cubicBezTo>
                  <a:pt x="542831" y="113023"/>
                  <a:pt x="536164" y="114709"/>
                  <a:pt x="528559" y="114709"/>
                </a:cubicBezTo>
                <a:cubicBezTo>
                  <a:pt x="520741" y="114709"/>
                  <a:pt x="513672" y="112782"/>
                  <a:pt x="507352" y="108926"/>
                </a:cubicBezTo>
                <a:cubicBezTo>
                  <a:pt x="501032" y="105069"/>
                  <a:pt x="496052" y="99661"/>
                  <a:pt x="492411" y="92700"/>
                </a:cubicBezTo>
                <a:cubicBezTo>
                  <a:pt x="488769" y="85738"/>
                  <a:pt x="486949" y="77812"/>
                  <a:pt x="486949" y="68922"/>
                </a:cubicBezTo>
                <a:moveTo>
                  <a:pt x="561494" y="69083"/>
                </a:moveTo>
                <a:cubicBezTo>
                  <a:pt x="561494" y="62442"/>
                  <a:pt x="560155" y="56658"/>
                  <a:pt x="557476" y="51732"/>
                </a:cubicBezTo>
                <a:cubicBezTo>
                  <a:pt x="554799" y="46805"/>
                  <a:pt x="551184" y="43030"/>
                  <a:pt x="546631" y="40407"/>
                </a:cubicBezTo>
                <a:cubicBezTo>
                  <a:pt x="542080" y="37782"/>
                  <a:pt x="537073" y="36470"/>
                  <a:pt x="531611" y="36470"/>
                </a:cubicBezTo>
                <a:cubicBezTo>
                  <a:pt x="526149" y="36470"/>
                  <a:pt x="521169" y="37755"/>
                  <a:pt x="516670" y="40326"/>
                </a:cubicBezTo>
                <a:cubicBezTo>
                  <a:pt x="512172" y="42897"/>
                  <a:pt x="508584" y="46646"/>
                  <a:pt x="505906" y="51573"/>
                </a:cubicBezTo>
                <a:cubicBezTo>
                  <a:pt x="503229" y="56499"/>
                  <a:pt x="501890" y="62282"/>
                  <a:pt x="501890" y="68922"/>
                </a:cubicBezTo>
                <a:cubicBezTo>
                  <a:pt x="501890" y="75670"/>
                  <a:pt x="503229" y="81534"/>
                  <a:pt x="505906" y="86515"/>
                </a:cubicBezTo>
                <a:cubicBezTo>
                  <a:pt x="508584" y="91495"/>
                  <a:pt x="512172" y="95297"/>
                  <a:pt x="516670" y="97922"/>
                </a:cubicBezTo>
                <a:cubicBezTo>
                  <a:pt x="521169" y="100545"/>
                  <a:pt x="526149" y="101856"/>
                  <a:pt x="531611" y="101856"/>
                </a:cubicBezTo>
                <a:cubicBezTo>
                  <a:pt x="537073" y="101856"/>
                  <a:pt x="542080" y="100545"/>
                  <a:pt x="546631" y="97922"/>
                </a:cubicBezTo>
                <a:cubicBezTo>
                  <a:pt x="551184" y="95297"/>
                  <a:pt x="554799" y="91495"/>
                  <a:pt x="557476" y="86515"/>
                </a:cubicBezTo>
                <a:cubicBezTo>
                  <a:pt x="560155" y="81534"/>
                  <a:pt x="561494" y="75723"/>
                  <a:pt x="561494" y="69083"/>
                </a:cubicBezTo>
                <a:close/>
                <a:moveTo>
                  <a:pt x="618848" y="37271"/>
                </a:moveTo>
                <a:lnTo>
                  <a:pt x="618848" y="89165"/>
                </a:lnTo>
                <a:cubicBezTo>
                  <a:pt x="618848" y="93449"/>
                  <a:pt x="619758" y="96475"/>
                  <a:pt x="621579" y="98243"/>
                </a:cubicBezTo>
                <a:cubicBezTo>
                  <a:pt x="623399" y="100010"/>
                  <a:pt x="626559" y="100893"/>
                  <a:pt x="631058" y="100893"/>
                </a:cubicBezTo>
                <a:lnTo>
                  <a:pt x="641820" y="100893"/>
                </a:lnTo>
                <a:lnTo>
                  <a:pt x="641820" y="113263"/>
                </a:lnTo>
                <a:lnTo>
                  <a:pt x="628646" y="113263"/>
                </a:lnTo>
                <a:cubicBezTo>
                  <a:pt x="620508" y="113263"/>
                  <a:pt x="614403" y="111388"/>
                  <a:pt x="610332" y="107639"/>
                </a:cubicBezTo>
                <a:cubicBezTo>
                  <a:pt x="606262" y="103890"/>
                  <a:pt x="604228" y="97732"/>
                  <a:pt x="604228" y="89165"/>
                </a:cubicBezTo>
                <a:lnTo>
                  <a:pt x="604228" y="37271"/>
                </a:lnTo>
                <a:lnTo>
                  <a:pt x="592821" y="37271"/>
                </a:lnTo>
                <a:lnTo>
                  <a:pt x="592821" y="25223"/>
                </a:lnTo>
                <a:lnTo>
                  <a:pt x="604228" y="25223"/>
                </a:lnTo>
                <a:lnTo>
                  <a:pt x="604228" y="3052"/>
                </a:lnTo>
                <a:lnTo>
                  <a:pt x="618848" y="3052"/>
                </a:lnTo>
                <a:lnTo>
                  <a:pt x="618848" y="25223"/>
                </a:lnTo>
                <a:lnTo>
                  <a:pt x="641820" y="25223"/>
                </a:lnTo>
                <a:lnTo>
                  <a:pt x="641820" y="37271"/>
                </a:lnTo>
                <a:lnTo>
                  <a:pt x="618848" y="37271"/>
                </a:lnTo>
                <a:close/>
                <a:moveTo>
                  <a:pt x="739821" y="65870"/>
                </a:moveTo>
                <a:cubicBezTo>
                  <a:pt x="739821" y="68654"/>
                  <a:pt x="739661" y="71599"/>
                  <a:pt x="739340" y="74704"/>
                </a:cubicBezTo>
                <a:lnTo>
                  <a:pt x="668973" y="74704"/>
                </a:lnTo>
                <a:cubicBezTo>
                  <a:pt x="669509" y="83381"/>
                  <a:pt x="672481" y="90156"/>
                  <a:pt x="677888" y="95029"/>
                </a:cubicBezTo>
                <a:cubicBezTo>
                  <a:pt x="683298" y="99903"/>
                  <a:pt x="689858" y="102339"/>
                  <a:pt x="697568" y="102339"/>
                </a:cubicBezTo>
                <a:cubicBezTo>
                  <a:pt x="703888" y="102339"/>
                  <a:pt x="709163" y="100867"/>
                  <a:pt x="713392" y="97922"/>
                </a:cubicBezTo>
                <a:cubicBezTo>
                  <a:pt x="717623" y="94975"/>
                  <a:pt x="720596" y="91038"/>
                  <a:pt x="722310" y="86111"/>
                </a:cubicBezTo>
                <a:lnTo>
                  <a:pt x="738053" y="86111"/>
                </a:lnTo>
                <a:cubicBezTo>
                  <a:pt x="735699" y="94573"/>
                  <a:pt x="730986" y="101455"/>
                  <a:pt x="723916" y="106757"/>
                </a:cubicBezTo>
                <a:cubicBezTo>
                  <a:pt x="716848" y="112058"/>
                  <a:pt x="708065" y="114709"/>
                  <a:pt x="697568" y="114709"/>
                </a:cubicBezTo>
                <a:cubicBezTo>
                  <a:pt x="689214" y="114709"/>
                  <a:pt x="681744" y="112835"/>
                  <a:pt x="675157" y="109086"/>
                </a:cubicBezTo>
                <a:cubicBezTo>
                  <a:pt x="668571" y="105337"/>
                  <a:pt x="663404" y="100008"/>
                  <a:pt x="659655" y="93100"/>
                </a:cubicBezTo>
                <a:cubicBezTo>
                  <a:pt x="655906" y="86192"/>
                  <a:pt x="654031" y="78186"/>
                  <a:pt x="654031" y="69083"/>
                </a:cubicBezTo>
                <a:cubicBezTo>
                  <a:pt x="654031" y="59979"/>
                  <a:pt x="655852" y="51999"/>
                  <a:pt x="659493" y="45145"/>
                </a:cubicBezTo>
                <a:cubicBezTo>
                  <a:pt x="663134" y="38290"/>
                  <a:pt x="668248" y="33014"/>
                  <a:pt x="674834" y="29319"/>
                </a:cubicBezTo>
                <a:cubicBezTo>
                  <a:pt x="681422" y="25624"/>
                  <a:pt x="689000" y="23776"/>
                  <a:pt x="697568" y="23776"/>
                </a:cubicBezTo>
                <a:cubicBezTo>
                  <a:pt x="705923" y="23776"/>
                  <a:pt x="713313" y="25598"/>
                  <a:pt x="719739" y="29241"/>
                </a:cubicBezTo>
                <a:cubicBezTo>
                  <a:pt x="726165" y="32882"/>
                  <a:pt x="731118" y="37889"/>
                  <a:pt x="734599" y="44263"/>
                </a:cubicBezTo>
                <a:cubicBezTo>
                  <a:pt x="738080" y="50635"/>
                  <a:pt x="739821" y="57837"/>
                  <a:pt x="739821" y="65870"/>
                </a:cubicBezTo>
                <a:moveTo>
                  <a:pt x="724720" y="62818"/>
                </a:moveTo>
                <a:cubicBezTo>
                  <a:pt x="724720" y="57248"/>
                  <a:pt x="723488" y="52455"/>
                  <a:pt x="721024" y="48440"/>
                </a:cubicBezTo>
                <a:cubicBezTo>
                  <a:pt x="718561" y="44423"/>
                  <a:pt x="715214" y="41370"/>
                  <a:pt x="710982" y="39282"/>
                </a:cubicBezTo>
                <a:cubicBezTo>
                  <a:pt x="706753" y="37193"/>
                  <a:pt x="702068" y="36149"/>
                  <a:pt x="696926" y="36149"/>
                </a:cubicBezTo>
                <a:cubicBezTo>
                  <a:pt x="689536" y="36149"/>
                  <a:pt x="683243" y="38505"/>
                  <a:pt x="678048" y="43218"/>
                </a:cubicBezTo>
                <a:cubicBezTo>
                  <a:pt x="672854" y="47930"/>
                  <a:pt x="669882" y="54463"/>
                  <a:pt x="669132" y="62818"/>
                </a:cubicBezTo>
                <a:lnTo>
                  <a:pt x="724720" y="628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7" name="Text Reprod.">
            <a:extLst xmlns:a="http://schemas.openxmlformats.org/drawingml/2006/main">
              <a:ext uri="{FF2B5EF4-FFF2-40B4-BE49-F238E27FC236}">
                <a16:creationId xmlns:a16="http://schemas.microsoft.com/office/drawing/2014/main" id="{53E7EB59-CF78-4274-A37A-81BF302A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739" y="3503219"/>
            <a:ext cx="591536" cy="160656"/>
          </a:xfrm>
          <a:custGeom xmlns:a="http://schemas.openxmlformats.org/drawingml/2006/main">
            <a:pathLst>
              <a:path w="591536" h="160656">
                <a:moveTo>
                  <a:pt x="58961" y="118886"/>
                </a:moveTo>
                <a:lnTo>
                  <a:pt x="32293" y="73099"/>
                </a:lnTo>
                <a:lnTo>
                  <a:pt x="14620" y="73099"/>
                </a:lnTo>
                <a:lnTo>
                  <a:pt x="14620" y="118886"/>
                </a:lnTo>
                <a:lnTo>
                  <a:pt x="0" y="118886"/>
                </a:lnTo>
                <a:lnTo>
                  <a:pt x="0" y="6908"/>
                </a:lnTo>
                <a:lnTo>
                  <a:pt x="36149" y="6908"/>
                </a:lnTo>
                <a:cubicBezTo>
                  <a:pt x="44609" y="6908"/>
                  <a:pt x="51758" y="8354"/>
                  <a:pt x="57596" y="11247"/>
                </a:cubicBezTo>
                <a:cubicBezTo>
                  <a:pt x="63434" y="14138"/>
                  <a:pt x="67798" y="18047"/>
                  <a:pt x="70689" y="22975"/>
                </a:cubicBezTo>
                <a:cubicBezTo>
                  <a:pt x="73582" y="27902"/>
                  <a:pt x="75028" y="33525"/>
                  <a:pt x="75028" y="39843"/>
                </a:cubicBezTo>
                <a:cubicBezTo>
                  <a:pt x="75028" y="47555"/>
                  <a:pt x="72805" y="54357"/>
                  <a:pt x="68360" y="60248"/>
                </a:cubicBezTo>
                <a:cubicBezTo>
                  <a:pt x="63915" y="66138"/>
                  <a:pt x="57248" y="70047"/>
                  <a:pt x="48359" y="71974"/>
                </a:cubicBezTo>
                <a:lnTo>
                  <a:pt x="76472" y="118886"/>
                </a:lnTo>
                <a:lnTo>
                  <a:pt x="58961" y="118886"/>
                </a:lnTo>
                <a:moveTo>
                  <a:pt x="14620" y="61371"/>
                </a:moveTo>
                <a:lnTo>
                  <a:pt x="36149" y="61371"/>
                </a:lnTo>
                <a:cubicBezTo>
                  <a:pt x="44075" y="61371"/>
                  <a:pt x="50019" y="59417"/>
                  <a:pt x="53980" y="55507"/>
                </a:cubicBezTo>
                <a:cubicBezTo>
                  <a:pt x="57943" y="51598"/>
                  <a:pt x="59925" y="46377"/>
                  <a:pt x="59925" y="39843"/>
                </a:cubicBezTo>
                <a:cubicBezTo>
                  <a:pt x="59925" y="33203"/>
                  <a:pt x="57970" y="28062"/>
                  <a:pt x="54061" y="24421"/>
                </a:cubicBezTo>
                <a:cubicBezTo>
                  <a:pt x="50152" y="20780"/>
                  <a:pt x="44181" y="18959"/>
                  <a:pt x="36149" y="18959"/>
                </a:cubicBezTo>
                <a:lnTo>
                  <a:pt x="14620" y="18959"/>
                </a:lnTo>
                <a:lnTo>
                  <a:pt x="14620" y="61371"/>
                </a:lnTo>
                <a:close/>
                <a:moveTo>
                  <a:pt x="178007" y="71493"/>
                </a:moveTo>
                <a:cubicBezTo>
                  <a:pt x="178007" y="74278"/>
                  <a:pt x="177847" y="77223"/>
                  <a:pt x="177526" y="80328"/>
                </a:cubicBezTo>
                <a:lnTo>
                  <a:pt x="107158" y="80328"/>
                </a:lnTo>
                <a:cubicBezTo>
                  <a:pt x="107694" y="89004"/>
                  <a:pt x="110666" y="95779"/>
                  <a:pt x="116074" y="100653"/>
                </a:cubicBezTo>
                <a:cubicBezTo>
                  <a:pt x="121484" y="105526"/>
                  <a:pt x="128044" y="107963"/>
                  <a:pt x="135754" y="107963"/>
                </a:cubicBezTo>
                <a:cubicBezTo>
                  <a:pt x="142074" y="107963"/>
                  <a:pt x="147349" y="106490"/>
                  <a:pt x="151578" y="103545"/>
                </a:cubicBezTo>
                <a:cubicBezTo>
                  <a:pt x="155809" y="100599"/>
                  <a:pt x="158782" y="96662"/>
                  <a:pt x="160496" y="91734"/>
                </a:cubicBezTo>
                <a:lnTo>
                  <a:pt x="176239" y="91734"/>
                </a:lnTo>
                <a:cubicBezTo>
                  <a:pt x="173884" y="100197"/>
                  <a:pt x="169172" y="107079"/>
                  <a:pt x="162102" y="112380"/>
                </a:cubicBezTo>
                <a:cubicBezTo>
                  <a:pt x="155034" y="117682"/>
                  <a:pt x="146251" y="120333"/>
                  <a:pt x="135754" y="120333"/>
                </a:cubicBezTo>
                <a:cubicBezTo>
                  <a:pt x="127400" y="120333"/>
                  <a:pt x="119929" y="118458"/>
                  <a:pt x="113343" y="114709"/>
                </a:cubicBezTo>
                <a:cubicBezTo>
                  <a:pt x="106757" y="110960"/>
                  <a:pt x="101590" y="105632"/>
                  <a:pt x="97841" y="98723"/>
                </a:cubicBezTo>
                <a:cubicBezTo>
                  <a:pt x="94092" y="91815"/>
                  <a:pt x="92217" y="83810"/>
                  <a:pt x="92217" y="74707"/>
                </a:cubicBezTo>
                <a:cubicBezTo>
                  <a:pt x="92217" y="65602"/>
                  <a:pt x="94038" y="57623"/>
                  <a:pt x="97679" y="50769"/>
                </a:cubicBezTo>
                <a:cubicBezTo>
                  <a:pt x="101320" y="43913"/>
                  <a:pt x="106434" y="38638"/>
                  <a:pt x="113020" y="34943"/>
                </a:cubicBezTo>
                <a:cubicBezTo>
                  <a:pt x="119608" y="31247"/>
                  <a:pt x="127186" y="29400"/>
                  <a:pt x="135754" y="29400"/>
                </a:cubicBezTo>
                <a:cubicBezTo>
                  <a:pt x="144109" y="29400"/>
                  <a:pt x="151499" y="31221"/>
                  <a:pt x="157925" y="34864"/>
                </a:cubicBezTo>
                <a:cubicBezTo>
                  <a:pt x="164351" y="38505"/>
                  <a:pt x="169304" y="43513"/>
                  <a:pt x="172785" y="49886"/>
                </a:cubicBezTo>
                <a:cubicBezTo>
                  <a:pt x="176266" y="56258"/>
                  <a:pt x="178007" y="63461"/>
                  <a:pt x="178007" y="71493"/>
                </a:cubicBezTo>
                <a:moveTo>
                  <a:pt x="162906" y="68441"/>
                </a:moveTo>
                <a:cubicBezTo>
                  <a:pt x="162906" y="62871"/>
                  <a:pt x="161674" y="58079"/>
                  <a:pt x="159209" y="54064"/>
                </a:cubicBezTo>
                <a:cubicBezTo>
                  <a:pt x="156746" y="50046"/>
                  <a:pt x="153399" y="46994"/>
                  <a:pt x="149168" y="44905"/>
                </a:cubicBezTo>
                <a:cubicBezTo>
                  <a:pt x="144939" y="42816"/>
                  <a:pt x="140253" y="41772"/>
                  <a:pt x="135112" y="41772"/>
                </a:cubicBezTo>
                <a:cubicBezTo>
                  <a:pt x="127722" y="41772"/>
                  <a:pt x="121429" y="44129"/>
                  <a:pt x="116234" y="48842"/>
                </a:cubicBezTo>
                <a:cubicBezTo>
                  <a:pt x="111040" y="53554"/>
                  <a:pt x="108068" y="60087"/>
                  <a:pt x="107318" y="68441"/>
                </a:cubicBezTo>
                <a:lnTo>
                  <a:pt x="162906" y="68441"/>
                </a:lnTo>
                <a:close/>
                <a:moveTo>
                  <a:pt x="211906" y="47072"/>
                </a:moveTo>
                <a:cubicBezTo>
                  <a:pt x="214799" y="42039"/>
                  <a:pt x="219110" y="37835"/>
                  <a:pt x="224840" y="34462"/>
                </a:cubicBezTo>
                <a:cubicBezTo>
                  <a:pt x="230570" y="31087"/>
                  <a:pt x="237237" y="29400"/>
                  <a:pt x="244841" y="29400"/>
                </a:cubicBezTo>
                <a:cubicBezTo>
                  <a:pt x="252659" y="29400"/>
                  <a:pt x="259754" y="31274"/>
                  <a:pt x="266127" y="35023"/>
                </a:cubicBezTo>
                <a:cubicBezTo>
                  <a:pt x="272500" y="38772"/>
                  <a:pt x="277508" y="44048"/>
                  <a:pt x="281149" y="50850"/>
                </a:cubicBezTo>
                <a:cubicBezTo>
                  <a:pt x="284790" y="57650"/>
                  <a:pt x="286611" y="65548"/>
                  <a:pt x="286611" y="74545"/>
                </a:cubicBezTo>
                <a:cubicBezTo>
                  <a:pt x="286611" y="83436"/>
                  <a:pt x="284790" y="91362"/>
                  <a:pt x="281149" y="98324"/>
                </a:cubicBezTo>
                <a:cubicBezTo>
                  <a:pt x="277508" y="105284"/>
                  <a:pt x="272500" y="110693"/>
                  <a:pt x="266127" y="114550"/>
                </a:cubicBezTo>
                <a:cubicBezTo>
                  <a:pt x="259754" y="118405"/>
                  <a:pt x="252659" y="120333"/>
                  <a:pt x="244841" y="120333"/>
                </a:cubicBezTo>
                <a:cubicBezTo>
                  <a:pt x="237343" y="120333"/>
                  <a:pt x="230729" y="118646"/>
                  <a:pt x="224999" y="115273"/>
                </a:cubicBezTo>
                <a:cubicBezTo>
                  <a:pt x="219269" y="111898"/>
                  <a:pt x="214905" y="107694"/>
                  <a:pt x="211906" y="102660"/>
                </a:cubicBezTo>
                <a:lnTo>
                  <a:pt x="211906" y="160656"/>
                </a:lnTo>
                <a:lnTo>
                  <a:pt x="197286" y="160656"/>
                </a:lnTo>
                <a:lnTo>
                  <a:pt x="197286" y="30846"/>
                </a:lnTo>
                <a:lnTo>
                  <a:pt x="211906" y="30846"/>
                </a:lnTo>
                <a:lnTo>
                  <a:pt x="211906" y="47072"/>
                </a:lnTo>
                <a:moveTo>
                  <a:pt x="271669" y="74545"/>
                </a:moveTo>
                <a:cubicBezTo>
                  <a:pt x="271669" y="67905"/>
                  <a:pt x="270331" y="62122"/>
                  <a:pt x="267654" y="57196"/>
                </a:cubicBezTo>
                <a:cubicBezTo>
                  <a:pt x="264977" y="52269"/>
                  <a:pt x="261362" y="48520"/>
                  <a:pt x="256809" y="45949"/>
                </a:cubicBezTo>
                <a:cubicBezTo>
                  <a:pt x="252257" y="43379"/>
                  <a:pt x="247251" y="42093"/>
                  <a:pt x="241789" y="42093"/>
                </a:cubicBezTo>
                <a:cubicBezTo>
                  <a:pt x="236433" y="42093"/>
                  <a:pt x="231479" y="43406"/>
                  <a:pt x="226926" y="46030"/>
                </a:cubicBezTo>
                <a:cubicBezTo>
                  <a:pt x="222374" y="48653"/>
                  <a:pt x="218733" y="52455"/>
                  <a:pt x="216002" y="57437"/>
                </a:cubicBezTo>
                <a:cubicBezTo>
                  <a:pt x="213271" y="62416"/>
                  <a:pt x="211906" y="68173"/>
                  <a:pt x="211906" y="74707"/>
                </a:cubicBezTo>
                <a:cubicBezTo>
                  <a:pt x="211906" y="81347"/>
                  <a:pt x="213271" y="87158"/>
                  <a:pt x="216002" y="92139"/>
                </a:cubicBezTo>
                <a:cubicBezTo>
                  <a:pt x="218733" y="97119"/>
                  <a:pt x="222374" y="100921"/>
                  <a:pt x="226926" y="103545"/>
                </a:cubicBezTo>
                <a:cubicBezTo>
                  <a:pt x="231479" y="106168"/>
                  <a:pt x="236433" y="107480"/>
                  <a:pt x="241789" y="107480"/>
                </a:cubicBezTo>
                <a:cubicBezTo>
                  <a:pt x="247251" y="107480"/>
                  <a:pt x="252257" y="106168"/>
                  <a:pt x="256809" y="103545"/>
                </a:cubicBezTo>
                <a:cubicBezTo>
                  <a:pt x="261362" y="100921"/>
                  <a:pt x="264977" y="97119"/>
                  <a:pt x="267654" y="92139"/>
                </a:cubicBezTo>
                <a:cubicBezTo>
                  <a:pt x="270331" y="87158"/>
                  <a:pt x="271669" y="81293"/>
                  <a:pt x="271669" y="74545"/>
                </a:cubicBezTo>
                <a:close/>
                <a:moveTo>
                  <a:pt x="320510" y="45145"/>
                </a:moveTo>
                <a:cubicBezTo>
                  <a:pt x="323080" y="40112"/>
                  <a:pt x="326748" y="36203"/>
                  <a:pt x="331514" y="33418"/>
                </a:cubicBezTo>
                <a:cubicBezTo>
                  <a:pt x="336281" y="30633"/>
                  <a:pt x="342092" y="29241"/>
                  <a:pt x="348946" y="29241"/>
                </a:cubicBezTo>
                <a:lnTo>
                  <a:pt x="348946" y="44341"/>
                </a:lnTo>
                <a:lnTo>
                  <a:pt x="345090" y="44341"/>
                </a:lnTo>
                <a:cubicBezTo>
                  <a:pt x="328703" y="44341"/>
                  <a:pt x="320510" y="53231"/>
                  <a:pt x="320510" y="71010"/>
                </a:cubicBezTo>
                <a:lnTo>
                  <a:pt x="320510" y="118886"/>
                </a:lnTo>
                <a:lnTo>
                  <a:pt x="305889" y="118886"/>
                </a:lnTo>
                <a:lnTo>
                  <a:pt x="305889" y="30846"/>
                </a:lnTo>
                <a:lnTo>
                  <a:pt x="320510" y="30846"/>
                </a:lnTo>
                <a:lnTo>
                  <a:pt x="320510" y="45145"/>
                </a:lnTo>
                <a:close/>
                <a:moveTo>
                  <a:pt x="404210" y="120333"/>
                </a:moveTo>
                <a:cubicBezTo>
                  <a:pt x="395964" y="120333"/>
                  <a:pt x="388493" y="118458"/>
                  <a:pt x="381799" y="114709"/>
                </a:cubicBezTo>
                <a:cubicBezTo>
                  <a:pt x="375105" y="110960"/>
                  <a:pt x="369857" y="105632"/>
                  <a:pt x="366054" y="98723"/>
                </a:cubicBezTo>
                <a:cubicBezTo>
                  <a:pt x="362253" y="91815"/>
                  <a:pt x="360352" y="83810"/>
                  <a:pt x="360352" y="74707"/>
                </a:cubicBezTo>
                <a:cubicBezTo>
                  <a:pt x="360352" y="65710"/>
                  <a:pt x="362307" y="57758"/>
                  <a:pt x="366216" y="50850"/>
                </a:cubicBezTo>
                <a:cubicBezTo>
                  <a:pt x="370125" y="43940"/>
                  <a:pt x="375454" y="38638"/>
                  <a:pt x="382201" y="34943"/>
                </a:cubicBezTo>
                <a:cubicBezTo>
                  <a:pt x="388949" y="31247"/>
                  <a:pt x="396501" y="29400"/>
                  <a:pt x="404855" y="29400"/>
                </a:cubicBezTo>
                <a:cubicBezTo>
                  <a:pt x="413208" y="29400"/>
                  <a:pt x="420758" y="31247"/>
                  <a:pt x="427506" y="34943"/>
                </a:cubicBezTo>
                <a:cubicBezTo>
                  <a:pt x="434254" y="38638"/>
                  <a:pt x="439583" y="43913"/>
                  <a:pt x="443492" y="50769"/>
                </a:cubicBezTo>
                <a:cubicBezTo>
                  <a:pt x="447401" y="57623"/>
                  <a:pt x="449356" y="65602"/>
                  <a:pt x="449356" y="74707"/>
                </a:cubicBezTo>
                <a:cubicBezTo>
                  <a:pt x="449356" y="83810"/>
                  <a:pt x="447347" y="91815"/>
                  <a:pt x="443330" y="98723"/>
                </a:cubicBezTo>
                <a:cubicBezTo>
                  <a:pt x="439315" y="105632"/>
                  <a:pt x="433879" y="110960"/>
                  <a:pt x="427023" y="114709"/>
                </a:cubicBezTo>
                <a:cubicBezTo>
                  <a:pt x="420169" y="118458"/>
                  <a:pt x="412565" y="120333"/>
                  <a:pt x="404210" y="120333"/>
                </a:cubicBezTo>
                <a:moveTo>
                  <a:pt x="404210" y="107480"/>
                </a:moveTo>
                <a:cubicBezTo>
                  <a:pt x="409460" y="107480"/>
                  <a:pt x="414387" y="106249"/>
                  <a:pt x="418992" y="103786"/>
                </a:cubicBezTo>
                <a:cubicBezTo>
                  <a:pt x="423598" y="101321"/>
                  <a:pt x="427319" y="97626"/>
                  <a:pt x="430156" y="92700"/>
                </a:cubicBezTo>
                <a:cubicBezTo>
                  <a:pt x="432995" y="87773"/>
                  <a:pt x="434414" y="81775"/>
                  <a:pt x="434414" y="74707"/>
                </a:cubicBezTo>
                <a:cubicBezTo>
                  <a:pt x="434414" y="67637"/>
                  <a:pt x="433022" y="61639"/>
                  <a:pt x="430237" y="56714"/>
                </a:cubicBezTo>
                <a:cubicBezTo>
                  <a:pt x="427452" y="51786"/>
                  <a:pt x="423810" y="48118"/>
                  <a:pt x="419311" y="45709"/>
                </a:cubicBezTo>
                <a:cubicBezTo>
                  <a:pt x="414813" y="43299"/>
                  <a:pt x="409941" y="42093"/>
                  <a:pt x="404693" y="42093"/>
                </a:cubicBezTo>
                <a:cubicBezTo>
                  <a:pt x="399338" y="42093"/>
                  <a:pt x="394437" y="43299"/>
                  <a:pt x="389992" y="45709"/>
                </a:cubicBezTo>
                <a:cubicBezTo>
                  <a:pt x="385548" y="48118"/>
                  <a:pt x="381987" y="51786"/>
                  <a:pt x="379309" y="56714"/>
                </a:cubicBezTo>
                <a:cubicBezTo>
                  <a:pt x="376632" y="61639"/>
                  <a:pt x="375293" y="67637"/>
                  <a:pt x="375293" y="74707"/>
                </a:cubicBezTo>
                <a:cubicBezTo>
                  <a:pt x="375293" y="81883"/>
                  <a:pt x="376605" y="87935"/>
                  <a:pt x="379228" y="92862"/>
                </a:cubicBezTo>
                <a:cubicBezTo>
                  <a:pt x="381853" y="97788"/>
                  <a:pt x="385361" y="101456"/>
                  <a:pt x="389752" y="103867"/>
                </a:cubicBezTo>
                <a:cubicBezTo>
                  <a:pt x="394143" y="106275"/>
                  <a:pt x="398963" y="107480"/>
                  <a:pt x="404210" y="107480"/>
                </a:cubicBezTo>
                <a:close/>
                <a:moveTo>
                  <a:pt x="463172" y="74545"/>
                </a:moveTo>
                <a:cubicBezTo>
                  <a:pt x="463172" y="65548"/>
                  <a:pt x="464993" y="57650"/>
                  <a:pt x="468634" y="50850"/>
                </a:cubicBezTo>
                <a:cubicBezTo>
                  <a:pt x="472275" y="44048"/>
                  <a:pt x="477281" y="38772"/>
                  <a:pt x="483654" y="35023"/>
                </a:cubicBezTo>
                <a:cubicBezTo>
                  <a:pt x="490027" y="31274"/>
                  <a:pt x="497177" y="29400"/>
                  <a:pt x="505103" y="29400"/>
                </a:cubicBezTo>
                <a:cubicBezTo>
                  <a:pt x="511958" y="29400"/>
                  <a:pt x="518330" y="30980"/>
                  <a:pt x="524220" y="34141"/>
                </a:cubicBezTo>
                <a:cubicBezTo>
                  <a:pt x="530111" y="37300"/>
                  <a:pt x="534610" y="41450"/>
                  <a:pt x="537717" y="46592"/>
                </a:cubicBezTo>
                <a:lnTo>
                  <a:pt x="537717" y="0"/>
                </a:lnTo>
                <a:lnTo>
                  <a:pt x="552497" y="0"/>
                </a:lnTo>
                <a:lnTo>
                  <a:pt x="552497" y="118886"/>
                </a:lnTo>
                <a:lnTo>
                  <a:pt x="537717" y="118886"/>
                </a:lnTo>
                <a:lnTo>
                  <a:pt x="537717" y="102339"/>
                </a:lnTo>
                <a:cubicBezTo>
                  <a:pt x="534824" y="107587"/>
                  <a:pt x="530539" y="111898"/>
                  <a:pt x="524862" y="115273"/>
                </a:cubicBezTo>
                <a:cubicBezTo>
                  <a:pt x="519186" y="118646"/>
                  <a:pt x="512546" y="120333"/>
                  <a:pt x="504942" y="120333"/>
                </a:cubicBezTo>
                <a:cubicBezTo>
                  <a:pt x="497123" y="120333"/>
                  <a:pt x="490027" y="118405"/>
                  <a:pt x="483654" y="114550"/>
                </a:cubicBezTo>
                <a:cubicBezTo>
                  <a:pt x="477281" y="110693"/>
                  <a:pt x="472275" y="105284"/>
                  <a:pt x="468634" y="98324"/>
                </a:cubicBezTo>
                <a:cubicBezTo>
                  <a:pt x="464993" y="91362"/>
                  <a:pt x="463172" y="83436"/>
                  <a:pt x="463172" y="74545"/>
                </a:cubicBezTo>
                <a:moveTo>
                  <a:pt x="537717" y="74707"/>
                </a:moveTo>
                <a:cubicBezTo>
                  <a:pt x="537717" y="68065"/>
                  <a:pt x="536378" y="62282"/>
                  <a:pt x="533699" y="57356"/>
                </a:cubicBezTo>
                <a:cubicBezTo>
                  <a:pt x="531022" y="52428"/>
                  <a:pt x="527407" y="48653"/>
                  <a:pt x="522854" y="46030"/>
                </a:cubicBezTo>
                <a:cubicBezTo>
                  <a:pt x="518303" y="43406"/>
                  <a:pt x="513296" y="42093"/>
                  <a:pt x="507834" y="42093"/>
                </a:cubicBezTo>
                <a:cubicBezTo>
                  <a:pt x="502373" y="42093"/>
                  <a:pt x="497392" y="43379"/>
                  <a:pt x="492893" y="45949"/>
                </a:cubicBezTo>
                <a:cubicBezTo>
                  <a:pt x="488395" y="48520"/>
                  <a:pt x="484807" y="52269"/>
                  <a:pt x="482129" y="57196"/>
                </a:cubicBezTo>
                <a:cubicBezTo>
                  <a:pt x="479452" y="62122"/>
                  <a:pt x="478113" y="67905"/>
                  <a:pt x="478113" y="74545"/>
                </a:cubicBezTo>
                <a:cubicBezTo>
                  <a:pt x="478113" y="81293"/>
                  <a:pt x="479452" y="87158"/>
                  <a:pt x="482129" y="92139"/>
                </a:cubicBezTo>
                <a:cubicBezTo>
                  <a:pt x="484807" y="97119"/>
                  <a:pt x="488395" y="100921"/>
                  <a:pt x="492893" y="103545"/>
                </a:cubicBezTo>
                <a:cubicBezTo>
                  <a:pt x="497392" y="106168"/>
                  <a:pt x="502373" y="107480"/>
                  <a:pt x="507834" y="107480"/>
                </a:cubicBezTo>
                <a:cubicBezTo>
                  <a:pt x="513296" y="107480"/>
                  <a:pt x="518303" y="106168"/>
                  <a:pt x="522854" y="103545"/>
                </a:cubicBezTo>
                <a:cubicBezTo>
                  <a:pt x="527407" y="100921"/>
                  <a:pt x="531022" y="97119"/>
                  <a:pt x="533699" y="92139"/>
                </a:cubicBezTo>
                <a:cubicBezTo>
                  <a:pt x="536378" y="87158"/>
                  <a:pt x="537717" y="81347"/>
                  <a:pt x="537717" y="74707"/>
                </a:cubicBezTo>
                <a:close/>
                <a:moveTo>
                  <a:pt x="581897" y="119850"/>
                </a:moveTo>
                <a:cubicBezTo>
                  <a:pt x="579113" y="119850"/>
                  <a:pt x="576756" y="118886"/>
                  <a:pt x="574828" y="116960"/>
                </a:cubicBezTo>
                <a:cubicBezTo>
                  <a:pt x="572901" y="115031"/>
                  <a:pt x="571937" y="112674"/>
                  <a:pt x="571937" y="109890"/>
                </a:cubicBezTo>
                <a:cubicBezTo>
                  <a:pt x="571937" y="107105"/>
                  <a:pt x="572901" y="104749"/>
                  <a:pt x="574828" y="102822"/>
                </a:cubicBezTo>
                <a:cubicBezTo>
                  <a:pt x="576756" y="100894"/>
                  <a:pt x="579113" y="99930"/>
                  <a:pt x="581897" y="99930"/>
                </a:cubicBezTo>
                <a:cubicBezTo>
                  <a:pt x="584574" y="99930"/>
                  <a:pt x="586850" y="100894"/>
                  <a:pt x="588725" y="102822"/>
                </a:cubicBezTo>
                <a:cubicBezTo>
                  <a:pt x="590599" y="104749"/>
                  <a:pt x="591536" y="107105"/>
                  <a:pt x="591536" y="109890"/>
                </a:cubicBezTo>
                <a:cubicBezTo>
                  <a:pt x="591536" y="112674"/>
                  <a:pt x="590599" y="115031"/>
                  <a:pt x="588725" y="116960"/>
                </a:cubicBezTo>
                <a:cubicBezTo>
                  <a:pt x="586850" y="118886"/>
                  <a:pt x="584574" y="119850"/>
                  <a:pt x="581897" y="119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8" name="Text Tests">
            <a:extLst xmlns:a="http://schemas.openxmlformats.org/drawingml/2006/main">
              <a:ext uri="{FF2B5EF4-FFF2-40B4-BE49-F238E27FC236}">
                <a16:creationId xmlns:a16="http://schemas.microsoft.com/office/drawing/2014/main" id="{A9AABEC5-5AF6-451C-95C8-C77D19ED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831" y="3702914"/>
            <a:ext cx="399069" cy="113425"/>
          </a:xfrm>
          <a:custGeom xmlns:a="http://schemas.openxmlformats.org/drawingml/2006/main">
            <a:pathLst>
              <a:path w="399069" h="113425">
                <a:moveTo>
                  <a:pt x="75830" y="0"/>
                </a:moveTo>
                <a:lnTo>
                  <a:pt x="75830" y="11889"/>
                </a:lnTo>
                <a:lnTo>
                  <a:pt x="45305" y="11889"/>
                </a:lnTo>
                <a:lnTo>
                  <a:pt x="45305" y="111978"/>
                </a:lnTo>
                <a:lnTo>
                  <a:pt x="30687" y="111978"/>
                </a:lnTo>
                <a:lnTo>
                  <a:pt x="30687" y="11889"/>
                </a:lnTo>
                <a:lnTo>
                  <a:pt x="0" y="11889"/>
                </a:lnTo>
                <a:lnTo>
                  <a:pt x="0" y="0"/>
                </a:lnTo>
                <a:lnTo>
                  <a:pt x="75830" y="0"/>
                </a:lnTo>
                <a:close/>
                <a:moveTo>
                  <a:pt x="174151" y="64585"/>
                </a:moveTo>
                <a:cubicBezTo>
                  <a:pt x="174151" y="67370"/>
                  <a:pt x="173991" y="70315"/>
                  <a:pt x="173671" y="73420"/>
                </a:cubicBezTo>
                <a:lnTo>
                  <a:pt x="103303" y="73420"/>
                </a:lnTo>
                <a:cubicBezTo>
                  <a:pt x="103839" y="82096"/>
                  <a:pt x="106811" y="88871"/>
                  <a:pt x="112218" y="93745"/>
                </a:cubicBezTo>
                <a:cubicBezTo>
                  <a:pt x="117628" y="98618"/>
                  <a:pt x="124188" y="101055"/>
                  <a:pt x="131898" y="101055"/>
                </a:cubicBezTo>
                <a:cubicBezTo>
                  <a:pt x="138218" y="101055"/>
                  <a:pt x="143493" y="99582"/>
                  <a:pt x="147722" y="96637"/>
                </a:cubicBezTo>
                <a:cubicBezTo>
                  <a:pt x="151953" y="93691"/>
                  <a:pt x="154926" y="89754"/>
                  <a:pt x="156641" y="84826"/>
                </a:cubicBezTo>
                <a:lnTo>
                  <a:pt x="172384" y="84826"/>
                </a:lnTo>
                <a:cubicBezTo>
                  <a:pt x="170029" y="93289"/>
                  <a:pt x="165316" y="100171"/>
                  <a:pt x="158246" y="105472"/>
                </a:cubicBezTo>
                <a:cubicBezTo>
                  <a:pt x="151178" y="110774"/>
                  <a:pt x="142395" y="113425"/>
                  <a:pt x="131898" y="113425"/>
                </a:cubicBezTo>
                <a:cubicBezTo>
                  <a:pt x="123544" y="113425"/>
                  <a:pt x="116074" y="111550"/>
                  <a:pt x="109488" y="107801"/>
                </a:cubicBezTo>
                <a:cubicBezTo>
                  <a:pt x="102901" y="104052"/>
                  <a:pt x="97734" y="98723"/>
                  <a:pt x="93985" y="91815"/>
                </a:cubicBezTo>
                <a:cubicBezTo>
                  <a:pt x="90236" y="84907"/>
                  <a:pt x="88361" y="76902"/>
                  <a:pt x="88361" y="67799"/>
                </a:cubicBezTo>
                <a:cubicBezTo>
                  <a:pt x="88361" y="58694"/>
                  <a:pt x="90182" y="50715"/>
                  <a:pt x="93823" y="43861"/>
                </a:cubicBezTo>
                <a:cubicBezTo>
                  <a:pt x="97464" y="37005"/>
                  <a:pt x="102578" y="31730"/>
                  <a:pt x="109164" y="28034"/>
                </a:cubicBezTo>
                <a:cubicBezTo>
                  <a:pt x="115752" y="24339"/>
                  <a:pt x="123330" y="22492"/>
                  <a:pt x="131898" y="22492"/>
                </a:cubicBezTo>
                <a:cubicBezTo>
                  <a:pt x="140253" y="22492"/>
                  <a:pt x="147643" y="24313"/>
                  <a:pt x="154069" y="27956"/>
                </a:cubicBezTo>
                <a:cubicBezTo>
                  <a:pt x="160495" y="31597"/>
                  <a:pt x="165448" y="36605"/>
                  <a:pt x="168929" y="42978"/>
                </a:cubicBezTo>
                <a:cubicBezTo>
                  <a:pt x="172410" y="49350"/>
                  <a:pt x="174151" y="56553"/>
                  <a:pt x="174151" y="64585"/>
                </a:cubicBezTo>
                <a:moveTo>
                  <a:pt x="159050" y="61533"/>
                </a:moveTo>
                <a:cubicBezTo>
                  <a:pt x="159050" y="55963"/>
                  <a:pt x="157818" y="51171"/>
                  <a:pt x="155354" y="47155"/>
                </a:cubicBezTo>
                <a:cubicBezTo>
                  <a:pt x="152891" y="43138"/>
                  <a:pt x="149544" y="40086"/>
                  <a:pt x="145313" y="37997"/>
                </a:cubicBezTo>
                <a:cubicBezTo>
                  <a:pt x="141083" y="35908"/>
                  <a:pt x="136398" y="34864"/>
                  <a:pt x="131256" y="34864"/>
                </a:cubicBezTo>
                <a:cubicBezTo>
                  <a:pt x="123866" y="34864"/>
                  <a:pt x="117573" y="37221"/>
                  <a:pt x="112378" y="41934"/>
                </a:cubicBezTo>
                <a:cubicBezTo>
                  <a:pt x="107184" y="46646"/>
                  <a:pt x="104212" y="53179"/>
                  <a:pt x="103462" y="61533"/>
                </a:cubicBezTo>
                <a:lnTo>
                  <a:pt x="159050" y="61533"/>
                </a:lnTo>
                <a:close/>
                <a:moveTo>
                  <a:pt x="224597" y="113425"/>
                </a:moveTo>
                <a:cubicBezTo>
                  <a:pt x="217849" y="113425"/>
                  <a:pt x="211798" y="112273"/>
                  <a:pt x="206442" y="109971"/>
                </a:cubicBezTo>
                <a:cubicBezTo>
                  <a:pt x="201088" y="107668"/>
                  <a:pt x="196858" y="104455"/>
                  <a:pt x="193751" y="100332"/>
                </a:cubicBezTo>
                <a:cubicBezTo>
                  <a:pt x="190646" y="96208"/>
                  <a:pt x="188932" y="91469"/>
                  <a:pt x="188610" y="86113"/>
                </a:cubicBezTo>
                <a:lnTo>
                  <a:pt x="203714" y="86113"/>
                </a:lnTo>
                <a:cubicBezTo>
                  <a:pt x="204142" y="90505"/>
                  <a:pt x="206203" y="94093"/>
                  <a:pt x="209899" y="96878"/>
                </a:cubicBezTo>
                <a:cubicBezTo>
                  <a:pt x="213594" y="99662"/>
                  <a:pt x="218440" y="101055"/>
                  <a:pt x="224438" y="101055"/>
                </a:cubicBezTo>
                <a:cubicBezTo>
                  <a:pt x="230008" y="101055"/>
                  <a:pt x="234399" y="99823"/>
                  <a:pt x="237612" y="97360"/>
                </a:cubicBezTo>
                <a:cubicBezTo>
                  <a:pt x="240825" y="94896"/>
                  <a:pt x="242431" y="91789"/>
                  <a:pt x="242431" y="88040"/>
                </a:cubicBezTo>
                <a:cubicBezTo>
                  <a:pt x="242431" y="84185"/>
                  <a:pt x="240717" y="81320"/>
                  <a:pt x="237288" y="79446"/>
                </a:cubicBezTo>
                <a:cubicBezTo>
                  <a:pt x="233861" y="77571"/>
                  <a:pt x="228560" y="75723"/>
                  <a:pt x="221386" y="73903"/>
                </a:cubicBezTo>
                <a:cubicBezTo>
                  <a:pt x="214852" y="72189"/>
                  <a:pt x="209524" y="70448"/>
                  <a:pt x="205400" y="68681"/>
                </a:cubicBezTo>
                <a:cubicBezTo>
                  <a:pt x="201277" y="66915"/>
                  <a:pt x="197742" y="64291"/>
                  <a:pt x="194795" y="60810"/>
                </a:cubicBezTo>
                <a:cubicBezTo>
                  <a:pt x="191850" y="57329"/>
                  <a:pt x="190378" y="52750"/>
                  <a:pt x="190378" y="47072"/>
                </a:cubicBezTo>
                <a:cubicBezTo>
                  <a:pt x="190378" y="42575"/>
                  <a:pt x="191716" y="38451"/>
                  <a:pt x="194393" y="34702"/>
                </a:cubicBezTo>
                <a:cubicBezTo>
                  <a:pt x="197072" y="30953"/>
                  <a:pt x="200874" y="27981"/>
                  <a:pt x="205800" y="25786"/>
                </a:cubicBezTo>
                <a:cubicBezTo>
                  <a:pt x="210727" y="23590"/>
                  <a:pt x="216351" y="22492"/>
                  <a:pt x="222670" y="22492"/>
                </a:cubicBezTo>
                <a:cubicBezTo>
                  <a:pt x="232417" y="22492"/>
                  <a:pt x="240290" y="24955"/>
                  <a:pt x="246287" y="29883"/>
                </a:cubicBezTo>
                <a:cubicBezTo>
                  <a:pt x="252285" y="34810"/>
                  <a:pt x="255498" y="41558"/>
                  <a:pt x="255926" y="50127"/>
                </a:cubicBezTo>
                <a:lnTo>
                  <a:pt x="241306" y="50127"/>
                </a:lnTo>
                <a:cubicBezTo>
                  <a:pt x="240984" y="45521"/>
                  <a:pt x="239137" y="41826"/>
                  <a:pt x="235764" y="39041"/>
                </a:cubicBezTo>
                <a:cubicBezTo>
                  <a:pt x="232390" y="36256"/>
                  <a:pt x="227865" y="34864"/>
                  <a:pt x="222188" y="34864"/>
                </a:cubicBezTo>
                <a:cubicBezTo>
                  <a:pt x="216940" y="34864"/>
                  <a:pt x="212763" y="35988"/>
                  <a:pt x="209656" y="38237"/>
                </a:cubicBezTo>
                <a:cubicBezTo>
                  <a:pt x="206551" y="40486"/>
                  <a:pt x="204998" y="43431"/>
                  <a:pt x="204998" y="47072"/>
                </a:cubicBezTo>
                <a:cubicBezTo>
                  <a:pt x="204998" y="49965"/>
                  <a:pt x="205935" y="52348"/>
                  <a:pt x="207810" y="54223"/>
                </a:cubicBezTo>
                <a:cubicBezTo>
                  <a:pt x="209685" y="56097"/>
                  <a:pt x="212040" y="57597"/>
                  <a:pt x="214877" y="58721"/>
                </a:cubicBezTo>
                <a:cubicBezTo>
                  <a:pt x="217716" y="59846"/>
                  <a:pt x="221652" y="61104"/>
                  <a:pt x="226686" y="62496"/>
                </a:cubicBezTo>
                <a:cubicBezTo>
                  <a:pt x="233006" y="64209"/>
                  <a:pt x="238147" y="65896"/>
                  <a:pt x="242110" y="67556"/>
                </a:cubicBezTo>
                <a:cubicBezTo>
                  <a:pt x="246073" y="69217"/>
                  <a:pt x="249473" y="71707"/>
                  <a:pt x="252311" y="75028"/>
                </a:cubicBezTo>
                <a:cubicBezTo>
                  <a:pt x="255149" y="78347"/>
                  <a:pt x="256622" y="82685"/>
                  <a:pt x="256728" y="88040"/>
                </a:cubicBezTo>
                <a:cubicBezTo>
                  <a:pt x="256728" y="92860"/>
                  <a:pt x="255390" y="97198"/>
                  <a:pt x="252713" y="101055"/>
                </a:cubicBezTo>
                <a:cubicBezTo>
                  <a:pt x="250036" y="104910"/>
                  <a:pt x="246260" y="107936"/>
                  <a:pt x="241387" y="110132"/>
                </a:cubicBezTo>
                <a:cubicBezTo>
                  <a:pt x="236514" y="112327"/>
                  <a:pt x="230917" y="113425"/>
                  <a:pt x="224597" y="113425"/>
                </a:cubicBezTo>
                <a:close/>
                <a:moveTo>
                  <a:pt x="295127" y="35987"/>
                </a:moveTo>
                <a:lnTo>
                  <a:pt x="295127" y="87881"/>
                </a:lnTo>
                <a:cubicBezTo>
                  <a:pt x="295127" y="92164"/>
                  <a:pt x="296037" y="95190"/>
                  <a:pt x="297857" y="96958"/>
                </a:cubicBezTo>
                <a:cubicBezTo>
                  <a:pt x="299678" y="98725"/>
                  <a:pt x="302838" y="99608"/>
                  <a:pt x="307337" y="99608"/>
                </a:cubicBezTo>
                <a:lnTo>
                  <a:pt x="318099" y="99608"/>
                </a:lnTo>
                <a:lnTo>
                  <a:pt x="318099" y="111978"/>
                </a:lnTo>
                <a:lnTo>
                  <a:pt x="304925" y="111978"/>
                </a:lnTo>
                <a:cubicBezTo>
                  <a:pt x="296786" y="111978"/>
                  <a:pt x="290681" y="110104"/>
                  <a:pt x="286610" y="106355"/>
                </a:cubicBezTo>
                <a:cubicBezTo>
                  <a:pt x="282541" y="102606"/>
                  <a:pt x="280506" y="96448"/>
                  <a:pt x="280506" y="87881"/>
                </a:cubicBezTo>
                <a:lnTo>
                  <a:pt x="280506" y="35987"/>
                </a:lnTo>
                <a:lnTo>
                  <a:pt x="269100" y="35987"/>
                </a:lnTo>
                <a:lnTo>
                  <a:pt x="269100" y="23938"/>
                </a:lnTo>
                <a:lnTo>
                  <a:pt x="280506" y="23938"/>
                </a:lnTo>
                <a:lnTo>
                  <a:pt x="280506" y="1767"/>
                </a:lnTo>
                <a:lnTo>
                  <a:pt x="295127" y="1767"/>
                </a:lnTo>
                <a:lnTo>
                  <a:pt x="295127" y="23938"/>
                </a:lnTo>
                <a:lnTo>
                  <a:pt x="318099" y="23938"/>
                </a:lnTo>
                <a:lnTo>
                  <a:pt x="318099" y="35987"/>
                </a:lnTo>
                <a:lnTo>
                  <a:pt x="295127" y="35987"/>
                </a:lnTo>
                <a:close/>
                <a:moveTo>
                  <a:pt x="366939" y="113425"/>
                </a:moveTo>
                <a:cubicBezTo>
                  <a:pt x="360191" y="113425"/>
                  <a:pt x="354139" y="112273"/>
                  <a:pt x="348783" y="109971"/>
                </a:cubicBezTo>
                <a:cubicBezTo>
                  <a:pt x="343429" y="107668"/>
                  <a:pt x="339199" y="104455"/>
                  <a:pt x="336092" y="100332"/>
                </a:cubicBezTo>
                <a:cubicBezTo>
                  <a:pt x="332987" y="96208"/>
                  <a:pt x="331274" y="91469"/>
                  <a:pt x="330952" y="86113"/>
                </a:cubicBezTo>
                <a:lnTo>
                  <a:pt x="346055" y="86113"/>
                </a:lnTo>
                <a:cubicBezTo>
                  <a:pt x="346483" y="90505"/>
                  <a:pt x="348545" y="94093"/>
                  <a:pt x="352240" y="96878"/>
                </a:cubicBezTo>
                <a:cubicBezTo>
                  <a:pt x="355935" y="99662"/>
                  <a:pt x="360781" y="101055"/>
                  <a:pt x="366779" y="101055"/>
                </a:cubicBezTo>
                <a:cubicBezTo>
                  <a:pt x="372349" y="101055"/>
                  <a:pt x="376740" y="99823"/>
                  <a:pt x="379953" y="97360"/>
                </a:cubicBezTo>
                <a:cubicBezTo>
                  <a:pt x="383166" y="94896"/>
                  <a:pt x="384773" y="91789"/>
                  <a:pt x="384773" y="88040"/>
                </a:cubicBezTo>
                <a:cubicBezTo>
                  <a:pt x="384773" y="84185"/>
                  <a:pt x="383058" y="81320"/>
                  <a:pt x="379630" y="79446"/>
                </a:cubicBezTo>
                <a:cubicBezTo>
                  <a:pt x="376202" y="77571"/>
                  <a:pt x="370902" y="75723"/>
                  <a:pt x="363727" y="73903"/>
                </a:cubicBezTo>
                <a:cubicBezTo>
                  <a:pt x="357193" y="72189"/>
                  <a:pt x="351865" y="70448"/>
                  <a:pt x="347741" y="68681"/>
                </a:cubicBezTo>
                <a:cubicBezTo>
                  <a:pt x="343618" y="66915"/>
                  <a:pt x="340083" y="64291"/>
                  <a:pt x="337137" y="60810"/>
                </a:cubicBezTo>
                <a:cubicBezTo>
                  <a:pt x="334192" y="57329"/>
                  <a:pt x="332719" y="52750"/>
                  <a:pt x="332719" y="47072"/>
                </a:cubicBezTo>
                <a:cubicBezTo>
                  <a:pt x="332719" y="42575"/>
                  <a:pt x="334058" y="38451"/>
                  <a:pt x="336735" y="34702"/>
                </a:cubicBezTo>
                <a:cubicBezTo>
                  <a:pt x="339413" y="30953"/>
                  <a:pt x="343215" y="27981"/>
                  <a:pt x="348141" y="25786"/>
                </a:cubicBezTo>
                <a:cubicBezTo>
                  <a:pt x="353068" y="23590"/>
                  <a:pt x="358692" y="22492"/>
                  <a:pt x="365012" y="22492"/>
                </a:cubicBezTo>
                <a:cubicBezTo>
                  <a:pt x="374759" y="22492"/>
                  <a:pt x="382631" y="24955"/>
                  <a:pt x="388629" y="29883"/>
                </a:cubicBezTo>
                <a:cubicBezTo>
                  <a:pt x="394626" y="34810"/>
                  <a:pt x="397839" y="41558"/>
                  <a:pt x="398268" y="50127"/>
                </a:cubicBezTo>
                <a:lnTo>
                  <a:pt x="383647" y="50127"/>
                </a:lnTo>
                <a:cubicBezTo>
                  <a:pt x="383325" y="45521"/>
                  <a:pt x="381478" y="41826"/>
                  <a:pt x="378105" y="39041"/>
                </a:cubicBezTo>
                <a:cubicBezTo>
                  <a:pt x="374732" y="36256"/>
                  <a:pt x="370206" y="34864"/>
                  <a:pt x="364529" y="34864"/>
                </a:cubicBezTo>
                <a:cubicBezTo>
                  <a:pt x="359281" y="34864"/>
                  <a:pt x="355104" y="35988"/>
                  <a:pt x="351997" y="38237"/>
                </a:cubicBezTo>
                <a:cubicBezTo>
                  <a:pt x="348892" y="40486"/>
                  <a:pt x="347339" y="43431"/>
                  <a:pt x="347339" y="47072"/>
                </a:cubicBezTo>
                <a:cubicBezTo>
                  <a:pt x="347339" y="49965"/>
                  <a:pt x="348277" y="52348"/>
                  <a:pt x="350151" y="54223"/>
                </a:cubicBezTo>
                <a:cubicBezTo>
                  <a:pt x="352026" y="56097"/>
                  <a:pt x="354382" y="57597"/>
                  <a:pt x="357219" y="58721"/>
                </a:cubicBezTo>
                <a:cubicBezTo>
                  <a:pt x="360057" y="59846"/>
                  <a:pt x="363994" y="61104"/>
                  <a:pt x="369027" y="62496"/>
                </a:cubicBezTo>
                <a:cubicBezTo>
                  <a:pt x="375347" y="64209"/>
                  <a:pt x="380488" y="65896"/>
                  <a:pt x="384451" y="67556"/>
                </a:cubicBezTo>
                <a:cubicBezTo>
                  <a:pt x="388415" y="69217"/>
                  <a:pt x="391815" y="71707"/>
                  <a:pt x="394652" y="75028"/>
                </a:cubicBezTo>
                <a:cubicBezTo>
                  <a:pt x="397491" y="78347"/>
                  <a:pt x="398963" y="82685"/>
                  <a:pt x="399069" y="88040"/>
                </a:cubicBezTo>
                <a:cubicBezTo>
                  <a:pt x="399069" y="92860"/>
                  <a:pt x="397731" y="97198"/>
                  <a:pt x="395054" y="101055"/>
                </a:cubicBezTo>
                <a:cubicBezTo>
                  <a:pt x="392377" y="104910"/>
                  <a:pt x="388602" y="107936"/>
                  <a:pt x="383728" y="110132"/>
                </a:cubicBezTo>
                <a:cubicBezTo>
                  <a:pt x="378855" y="112327"/>
                  <a:pt x="373258" y="113425"/>
                  <a:pt x="366939" y="1134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CF6F8C-BAE4-4211-80C7-EA88802E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677" y="3936574"/>
            <a:ext cx="794245" cy="10"/>
          </a:xfrm>
          <a:custGeom xmlns:a="http://schemas.openxmlformats.org/drawingml/2006/main">
            <a:pathLst>
              <a:path w="794245" h="1">
                <a:moveTo>
                  <a:pt x="0" y="0"/>
                </a:moveTo>
                <a:lnTo>
                  <a:pt x="794245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45B431-1253-4416-A6CB-38DC5711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677" y="3936574"/>
            <a:ext cx="587687" cy="10"/>
          </a:xfrm>
          <a:custGeom xmlns:a="http://schemas.openxmlformats.org/drawingml/2006/main">
            <a:pathLst>
              <a:path w="587687" h="1" fill="none">
                <a:moveTo>
                  <a:pt x="0" y="0"/>
                </a:moveTo>
                <a:lnTo>
                  <a:pt x="5876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426" cap="flat">
            <a:solidFill>
              <a:srgbClr val="000000"/>
            </a:solidFill>
            <a:round/>
          </a:ln>
        </p:spPr>
      </p:sp>
      <p:sp>
        <p:nvSpPr>
          <p:cNvPr id="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45EA78-2D3D-49DF-8FC1-8DD7A54D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363" y="3879711"/>
            <a:ext cx="156230" cy="113726"/>
          </a:xfrm>
          <a:custGeom xmlns:a="http://schemas.openxmlformats.org/drawingml/2006/main">
            <a:pathLst>
              <a:path w="156230" h="113726">
                <a:moveTo>
                  <a:pt x="0" y="113726"/>
                </a:moveTo>
                <a:lnTo>
                  <a:pt x="0" y="0"/>
                </a:lnTo>
                <a:lnTo>
                  <a:pt x="156230" y="56863"/>
                </a:lnTo>
                <a:lnTo>
                  <a:pt x="0" y="1137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CC8833-C765-4B10-A201-14FC1317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363" y="3879711"/>
            <a:ext cx="156230" cy="113726"/>
          </a:xfrm>
          <a:custGeom xmlns:a="http://schemas.openxmlformats.org/drawingml/2006/main">
            <a:pathLst>
              <a:path w="156230" h="113726" fill="none">
                <a:moveTo>
                  <a:pt x="0" y="113726"/>
                </a:moveTo>
                <a:lnTo>
                  <a:pt x="156230" y="56863"/>
                </a:lnTo>
                <a:lnTo>
                  <a:pt x="0" y="0"/>
                </a:lnTo>
                <a:lnTo>
                  <a:pt x="0" y="11372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426" cap="flat">
            <a:solidFill>
              <a:srgbClr val="000000"/>
            </a:solidFill>
            <a:miter/>
          </a:ln>
        </p:spPr>
      </p:sp>
      <p:pic>
        <p:nvPicPr>
          <p:cNvPr id="1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a341748d914513"/>
          <a:stretch xmlns:a="http://schemas.openxmlformats.org/drawingml/2006/main"/>
        </p:blipFill>
        <p:spPr>
          <a:xfrm xmlns:a="http://schemas.openxmlformats.org/drawingml/2006/main">
            <a:off x="4245957" y="3370834"/>
            <a:ext cx="1046749" cy="749312"/>
          </a:xfrm>
          <a:prstGeom xmlns:a="http://schemas.openxmlformats.org/drawingml/2006/main" prst="rect">
            <a:avLst/>
          </a:prstGeom>
        </p:spPr>
      </p:pic>
      <p:sp>
        <p:nvSpPr>
          <p:cNvPr id="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2FA1C2-091F-4421-B56E-92DC756F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7842" y="3447310"/>
            <a:ext cx="822978" cy="527509"/>
          </a:xfrm>
          <a:custGeom xmlns:a="http://schemas.openxmlformats.org/drawingml/2006/main">
            <a:pathLst>
              <a:path w="822978" h="527509">
                <a:moveTo>
                  <a:pt x="0" y="22335"/>
                </a:moveTo>
                <a:lnTo>
                  <a:pt x="0" y="22335"/>
                </a:lnTo>
                <a:cubicBezTo>
                  <a:pt x="0" y="10000"/>
                  <a:pt x="9999" y="0"/>
                  <a:pt x="22335" y="0"/>
                </a:cubicBezTo>
                <a:lnTo>
                  <a:pt x="800643" y="0"/>
                </a:lnTo>
                <a:cubicBezTo>
                  <a:pt x="806567" y="0"/>
                  <a:pt x="812248" y="2353"/>
                  <a:pt x="816436" y="6542"/>
                </a:cubicBezTo>
                <a:cubicBezTo>
                  <a:pt x="820625" y="10730"/>
                  <a:pt x="822978" y="16411"/>
                  <a:pt x="822978" y="22335"/>
                </a:cubicBezTo>
                <a:lnTo>
                  <a:pt x="822978" y="505174"/>
                </a:lnTo>
                <a:cubicBezTo>
                  <a:pt x="822978" y="517509"/>
                  <a:pt x="812978" y="527509"/>
                  <a:pt x="800643" y="527509"/>
                </a:cubicBezTo>
                <a:lnTo>
                  <a:pt x="22335" y="527509"/>
                </a:lnTo>
                <a:cubicBezTo>
                  <a:pt x="9999" y="527509"/>
                  <a:pt x="0" y="517509"/>
                  <a:pt x="0" y="505174"/>
                </a:cubicBezTo>
                <a:lnTo>
                  <a:pt x="0" y="22335"/>
                </a:lnTo>
                <a:close/>
              </a:path>
            </a:pathLst>
          </a:custGeom>
          <a:solidFill xmlns:a="http://schemas.openxmlformats.org/drawingml/2006/main">
            <a:srgbClr val="F3F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CACB18-65C1-498A-9526-514B1868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7842" y="3447310"/>
            <a:ext cx="822978" cy="527509"/>
          </a:xfrm>
          <a:custGeom xmlns:a="http://schemas.openxmlformats.org/drawingml/2006/main">
            <a:pathLst>
              <a:path w="822978" h="527509" fill="none">
                <a:moveTo>
                  <a:pt x="0" y="22335"/>
                </a:moveTo>
                <a:lnTo>
                  <a:pt x="0" y="22335"/>
                </a:lnTo>
                <a:cubicBezTo>
                  <a:pt x="0" y="10000"/>
                  <a:pt x="9999" y="0"/>
                  <a:pt x="22335" y="0"/>
                </a:cubicBezTo>
                <a:lnTo>
                  <a:pt x="800643" y="0"/>
                </a:lnTo>
                <a:cubicBezTo>
                  <a:pt x="806567" y="0"/>
                  <a:pt x="812248" y="2353"/>
                  <a:pt x="816436" y="6542"/>
                </a:cubicBezTo>
                <a:cubicBezTo>
                  <a:pt x="820625" y="10730"/>
                  <a:pt x="822978" y="16411"/>
                  <a:pt x="822978" y="22335"/>
                </a:cubicBezTo>
                <a:lnTo>
                  <a:pt x="822978" y="505174"/>
                </a:lnTo>
                <a:cubicBezTo>
                  <a:pt x="822978" y="517509"/>
                  <a:pt x="812978" y="527509"/>
                  <a:pt x="800643" y="527509"/>
                </a:cubicBezTo>
                <a:lnTo>
                  <a:pt x="22335" y="527509"/>
                </a:lnTo>
                <a:cubicBezTo>
                  <a:pt x="9999" y="527509"/>
                  <a:pt x="0" y="517509"/>
                  <a:pt x="0" y="505174"/>
                </a:cubicBezTo>
                <a:lnTo>
                  <a:pt x="0" y="2233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213" cap="flat">
            <a:solidFill>
              <a:srgbClr val="666666"/>
            </a:solidFill>
            <a:round/>
          </a:ln>
        </p:spPr>
      </p:sp>
      <p:sp>
        <p:nvSpPr>
          <p:cNvPr id="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290A43-1822-435E-A13C-7F6B985E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0538" y="3638303"/>
            <a:ext cx="939540" cy="500401"/>
          </a:xfrm>
          <a:custGeom xmlns:a="http://schemas.openxmlformats.org/drawingml/2006/main">
            <a:pathLst>
              <a:path w="939540" h="500401">
                <a:moveTo>
                  <a:pt x="0" y="0"/>
                </a:moveTo>
                <a:lnTo>
                  <a:pt x="939540" y="0"/>
                </a:lnTo>
                <a:lnTo>
                  <a:pt x="939540" y="500401"/>
                </a:lnTo>
                <a:lnTo>
                  <a:pt x="0" y="5004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7" name="Text test.py">
            <a:extLst xmlns:a="http://schemas.openxmlformats.org/drawingml/2006/main">
              <a:ext uri="{FF2B5EF4-FFF2-40B4-BE49-F238E27FC236}">
                <a16:creationId xmlns:a16="http://schemas.microsoft.com/office/drawing/2014/main" id="{3A4A36C3-AFF0-4FFC-ACD7-40755FED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378" y="3828336"/>
            <a:ext cx="567207" cy="121868"/>
          </a:xfrm>
          <a:custGeom xmlns:a="http://schemas.openxmlformats.org/drawingml/2006/main">
            <a:pathLst>
              <a:path w="567207" h="121868">
                <a:moveTo>
                  <a:pt x="44892" y="81521"/>
                </a:moveTo>
                <a:lnTo>
                  <a:pt x="44319" y="81508"/>
                </a:lnTo>
                <a:lnTo>
                  <a:pt x="43771" y="81471"/>
                </a:lnTo>
                <a:lnTo>
                  <a:pt x="43246" y="81409"/>
                </a:lnTo>
                <a:lnTo>
                  <a:pt x="42746" y="81322"/>
                </a:lnTo>
                <a:lnTo>
                  <a:pt x="42271" y="81210"/>
                </a:lnTo>
                <a:lnTo>
                  <a:pt x="41819" y="81073"/>
                </a:lnTo>
                <a:lnTo>
                  <a:pt x="41392" y="80912"/>
                </a:lnTo>
                <a:lnTo>
                  <a:pt x="40990" y="80725"/>
                </a:lnTo>
                <a:lnTo>
                  <a:pt x="40612" y="80514"/>
                </a:lnTo>
                <a:lnTo>
                  <a:pt x="40258" y="80278"/>
                </a:lnTo>
                <a:lnTo>
                  <a:pt x="39929" y="80017"/>
                </a:lnTo>
                <a:lnTo>
                  <a:pt x="39624" y="79731"/>
                </a:lnTo>
                <a:lnTo>
                  <a:pt x="39344" y="79420"/>
                </a:lnTo>
                <a:lnTo>
                  <a:pt x="39088" y="79085"/>
                </a:lnTo>
                <a:lnTo>
                  <a:pt x="38856" y="78724"/>
                </a:lnTo>
                <a:lnTo>
                  <a:pt x="38649" y="78339"/>
                </a:lnTo>
                <a:lnTo>
                  <a:pt x="38466" y="77929"/>
                </a:lnTo>
                <a:lnTo>
                  <a:pt x="38307" y="77494"/>
                </a:lnTo>
                <a:lnTo>
                  <a:pt x="38173" y="77034"/>
                </a:lnTo>
                <a:lnTo>
                  <a:pt x="38063" y="76549"/>
                </a:lnTo>
                <a:lnTo>
                  <a:pt x="37978" y="76040"/>
                </a:lnTo>
                <a:lnTo>
                  <a:pt x="37917" y="75505"/>
                </a:lnTo>
                <a:lnTo>
                  <a:pt x="37880" y="74946"/>
                </a:lnTo>
                <a:lnTo>
                  <a:pt x="37868" y="74362"/>
                </a:lnTo>
                <a:lnTo>
                  <a:pt x="37868" y="36906"/>
                </a:lnTo>
                <a:lnTo>
                  <a:pt x="66926" y="36906"/>
                </a:lnTo>
                <a:lnTo>
                  <a:pt x="66926" y="21344"/>
                </a:lnTo>
                <a:lnTo>
                  <a:pt x="37868" y="21344"/>
                </a:lnTo>
                <a:lnTo>
                  <a:pt x="37868" y="0"/>
                </a:lnTo>
                <a:lnTo>
                  <a:pt x="20518" y="0"/>
                </a:lnTo>
                <a:lnTo>
                  <a:pt x="20518" y="21344"/>
                </a:lnTo>
                <a:lnTo>
                  <a:pt x="0" y="21344"/>
                </a:lnTo>
                <a:lnTo>
                  <a:pt x="0" y="36906"/>
                </a:lnTo>
                <a:lnTo>
                  <a:pt x="20518" y="36906"/>
                </a:lnTo>
                <a:lnTo>
                  <a:pt x="20518" y="74362"/>
                </a:lnTo>
                <a:lnTo>
                  <a:pt x="20529" y="75238"/>
                </a:lnTo>
                <a:lnTo>
                  <a:pt x="20561" y="76098"/>
                </a:lnTo>
                <a:lnTo>
                  <a:pt x="20614" y="76942"/>
                </a:lnTo>
                <a:lnTo>
                  <a:pt x="20689" y="77770"/>
                </a:lnTo>
                <a:lnTo>
                  <a:pt x="20784" y="78583"/>
                </a:lnTo>
                <a:lnTo>
                  <a:pt x="20901" y="79379"/>
                </a:lnTo>
                <a:lnTo>
                  <a:pt x="21040" y="80160"/>
                </a:lnTo>
                <a:lnTo>
                  <a:pt x="21199" y="80926"/>
                </a:lnTo>
                <a:lnTo>
                  <a:pt x="21380" y="81675"/>
                </a:lnTo>
                <a:lnTo>
                  <a:pt x="21582" y="82409"/>
                </a:lnTo>
                <a:lnTo>
                  <a:pt x="21805" y="83127"/>
                </a:lnTo>
                <a:lnTo>
                  <a:pt x="22050" y="83829"/>
                </a:lnTo>
                <a:lnTo>
                  <a:pt x="22316" y="84515"/>
                </a:lnTo>
                <a:lnTo>
                  <a:pt x="22603" y="85186"/>
                </a:lnTo>
                <a:lnTo>
                  <a:pt x="22912" y="85841"/>
                </a:lnTo>
                <a:lnTo>
                  <a:pt x="23242" y="86480"/>
                </a:lnTo>
                <a:lnTo>
                  <a:pt x="23593" y="87103"/>
                </a:lnTo>
                <a:lnTo>
                  <a:pt x="23965" y="87711"/>
                </a:lnTo>
                <a:lnTo>
                  <a:pt x="24358" y="88302"/>
                </a:lnTo>
                <a:lnTo>
                  <a:pt x="24773" y="88878"/>
                </a:lnTo>
                <a:lnTo>
                  <a:pt x="25209" y="89439"/>
                </a:lnTo>
                <a:lnTo>
                  <a:pt x="25667" y="89983"/>
                </a:lnTo>
                <a:lnTo>
                  <a:pt x="26146" y="90512"/>
                </a:lnTo>
                <a:lnTo>
                  <a:pt x="26646" y="91025"/>
                </a:lnTo>
                <a:lnTo>
                  <a:pt x="27165" y="91519"/>
                </a:lnTo>
                <a:lnTo>
                  <a:pt x="27700" y="91992"/>
                </a:lnTo>
                <a:lnTo>
                  <a:pt x="28252" y="92444"/>
                </a:lnTo>
                <a:lnTo>
                  <a:pt x="28820" y="92876"/>
                </a:lnTo>
                <a:lnTo>
                  <a:pt x="29405" y="93286"/>
                </a:lnTo>
                <a:lnTo>
                  <a:pt x="30007" y="93675"/>
                </a:lnTo>
                <a:lnTo>
                  <a:pt x="30625" y="94043"/>
                </a:lnTo>
                <a:lnTo>
                  <a:pt x="31259" y="94390"/>
                </a:lnTo>
                <a:lnTo>
                  <a:pt x="31910" y="94716"/>
                </a:lnTo>
                <a:lnTo>
                  <a:pt x="32578" y="95021"/>
                </a:lnTo>
                <a:lnTo>
                  <a:pt x="33262" y="95305"/>
                </a:lnTo>
                <a:lnTo>
                  <a:pt x="33962" y="95568"/>
                </a:lnTo>
                <a:lnTo>
                  <a:pt x="34679" y="95810"/>
                </a:lnTo>
                <a:lnTo>
                  <a:pt x="35412" y="96031"/>
                </a:lnTo>
                <a:lnTo>
                  <a:pt x="36162" y="96231"/>
                </a:lnTo>
                <a:lnTo>
                  <a:pt x="36928" y="96409"/>
                </a:lnTo>
                <a:lnTo>
                  <a:pt x="37711" y="96567"/>
                </a:lnTo>
                <a:lnTo>
                  <a:pt x="38511" y="96704"/>
                </a:lnTo>
                <a:lnTo>
                  <a:pt x="39326" y="96820"/>
                </a:lnTo>
                <a:lnTo>
                  <a:pt x="40159" y="96914"/>
                </a:lnTo>
                <a:lnTo>
                  <a:pt x="41007" y="96988"/>
                </a:lnTo>
                <a:lnTo>
                  <a:pt x="41873" y="97040"/>
                </a:lnTo>
                <a:lnTo>
                  <a:pt x="42754" y="97072"/>
                </a:lnTo>
                <a:lnTo>
                  <a:pt x="43653" y="97082"/>
                </a:lnTo>
                <a:lnTo>
                  <a:pt x="65547" y="97082"/>
                </a:lnTo>
                <a:lnTo>
                  <a:pt x="65547" y="81521"/>
                </a:lnTo>
                <a:lnTo>
                  <a:pt x="44892" y="81521"/>
                </a:lnTo>
                <a:close/>
                <a:moveTo>
                  <a:pt x="292762" y="81521"/>
                </a:moveTo>
                <a:lnTo>
                  <a:pt x="292189" y="81508"/>
                </a:lnTo>
                <a:lnTo>
                  <a:pt x="291640" y="81471"/>
                </a:lnTo>
                <a:lnTo>
                  <a:pt x="291115" y="81409"/>
                </a:lnTo>
                <a:lnTo>
                  <a:pt x="290615" y="81322"/>
                </a:lnTo>
                <a:lnTo>
                  <a:pt x="290140" y="81210"/>
                </a:lnTo>
                <a:lnTo>
                  <a:pt x="289689" y="81073"/>
                </a:lnTo>
                <a:lnTo>
                  <a:pt x="289262" y="80912"/>
                </a:lnTo>
                <a:lnTo>
                  <a:pt x="288859" y="80725"/>
                </a:lnTo>
                <a:lnTo>
                  <a:pt x="288481" y="80514"/>
                </a:lnTo>
                <a:lnTo>
                  <a:pt x="288128" y="80278"/>
                </a:lnTo>
                <a:lnTo>
                  <a:pt x="287798" y="80017"/>
                </a:lnTo>
                <a:lnTo>
                  <a:pt x="287493" y="79731"/>
                </a:lnTo>
                <a:lnTo>
                  <a:pt x="287213" y="79420"/>
                </a:lnTo>
                <a:lnTo>
                  <a:pt x="286957" y="79085"/>
                </a:lnTo>
                <a:lnTo>
                  <a:pt x="286725" y="78724"/>
                </a:lnTo>
                <a:lnTo>
                  <a:pt x="286518" y="78339"/>
                </a:lnTo>
                <a:lnTo>
                  <a:pt x="286335" y="77929"/>
                </a:lnTo>
                <a:lnTo>
                  <a:pt x="286176" y="77494"/>
                </a:lnTo>
                <a:lnTo>
                  <a:pt x="286042" y="77034"/>
                </a:lnTo>
                <a:lnTo>
                  <a:pt x="285932" y="76549"/>
                </a:lnTo>
                <a:lnTo>
                  <a:pt x="285847" y="76040"/>
                </a:lnTo>
                <a:lnTo>
                  <a:pt x="285786" y="75505"/>
                </a:lnTo>
                <a:lnTo>
                  <a:pt x="285750" y="74946"/>
                </a:lnTo>
                <a:lnTo>
                  <a:pt x="285737" y="74362"/>
                </a:lnTo>
                <a:lnTo>
                  <a:pt x="285737" y="36906"/>
                </a:lnTo>
                <a:lnTo>
                  <a:pt x="314795" y="36906"/>
                </a:lnTo>
                <a:lnTo>
                  <a:pt x="314795" y="21344"/>
                </a:lnTo>
                <a:lnTo>
                  <a:pt x="285737" y="21344"/>
                </a:lnTo>
                <a:lnTo>
                  <a:pt x="285737" y="0"/>
                </a:lnTo>
                <a:lnTo>
                  <a:pt x="268388" y="0"/>
                </a:lnTo>
                <a:lnTo>
                  <a:pt x="268388" y="21344"/>
                </a:lnTo>
                <a:lnTo>
                  <a:pt x="247869" y="21344"/>
                </a:lnTo>
                <a:lnTo>
                  <a:pt x="247869" y="36906"/>
                </a:lnTo>
                <a:lnTo>
                  <a:pt x="268388" y="36906"/>
                </a:lnTo>
                <a:lnTo>
                  <a:pt x="268388" y="74362"/>
                </a:lnTo>
                <a:lnTo>
                  <a:pt x="268398" y="75238"/>
                </a:lnTo>
                <a:lnTo>
                  <a:pt x="268430" y="76098"/>
                </a:lnTo>
                <a:lnTo>
                  <a:pt x="268483" y="76942"/>
                </a:lnTo>
                <a:lnTo>
                  <a:pt x="268558" y="77770"/>
                </a:lnTo>
                <a:lnTo>
                  <a:pt x="268654" y="78583"/>
                </a:lnTo>
                <a:lnTo>
                  <a:pt x="268771" y="79379"/>
                </a:lnTo>
                <a:lnTo>
                  <a:pt x="268909" y="80160"/>
                </a:lnTo>
                <a:lnTo>
                  <a:pt x="269068" y="80926"/>
                </a:lnTo>
                <a:lnTo>
                  <a:pt x="269249" y="81675"/>
                </a:lnTo>
                <a:lnTo>
                  <a:pt x="269451" y="82409"/>
                </a:lnTo>
                <a:lnTo>
                  <a:pt x="269675" y="83127"/>
                </a:lnTo>
                <a:lnTo>
                  <a:pt x="269919" y="83829"/>
                </a:lnTo>
                <a:lnTo>
                  <a:pt x="270185" y="84515"/>
                </a:lnTo>
                <a:lnTo>
                  <a:pt x="270473" y="85186"/>
                </a:lnTo>
                <a:lnTo>
                  <a:pt x="270781" y="85841"/>
                </a:lnTo>
                <a:lnTo>
                  <a:pt x="271111" y="86480"/>
                </a:lnTo>
                <a:lnTo>
                  <a:pt x="271462" y="87103"/>
                </a:lnTo>
                <a:lnTo>
                  <a:pt x="271834" y="87711"/>
                </a:lnTo>
                <a:lnTo>
                  <a:pt x="272228" y="88302"/>
                </a:lnTo>
                <a:lnTo>
                  <a:pt x="272643" y="88878"/>
                </a:lnTo>
                <a:lnTo>
                  <a:pt x="273079" y="89439"/>
                </a:lnTo>
                <a:lnTo>
                  <a:pt x="273536" y="89983"/>
                </a:lnTo>
                <a:lnTo>
                  <a:pt x="274015" y="90512"/>
                </a:lnTo>
                <a:lnTo>
                  <a:pt x="274515" y="91025"/>
                </a:lnTo>
                <a:lnTo>
                  <a:pt x="275034" y="91519"/>
                </a:lnTo>
                <a:lnTo>
                  <a:pt x="275569" y="91992"/>
                </a:lnTo>
                <a:lnTo>
                  <a:pt x="276121" y="92444"/>
                </a:lnTo>
                <a:lnTo>
                  <a:pt x="276690" y="92876"/>
                </a:lnTo>
                <a:lnTo>
                  <a:pt x="277275" y="93286"/>
                </a:lnTo>
                <a:lnTo>
                  <a:pt x="277876" y="93675"/>
                </a:lnTo>
                <a:lnTo>
                  <a:pt x="278494" y="94043"/>
                </a:lnTo>
                <a:lnTo>
                  <a:pt x="279129" y="94390"/>
                </a:lnTo>
                <a:lnTo>
                  <a:pt x="279779" y="94716"/>
                </a:lnTo>
                <a:lnTo>
                  <a:pt x="280447" y="95021"/>
                </a:lnTo>
                <a:lnTo>
                  <a:pt x="281131" y="95305"/>
                </a:lnTo>
                <a:lnTo>
                  <a:pt x="281831" y="95568"/>
                </a:lnTo>
                <a:lnTo>
                  <a:pt x="282548" y="95810"/>
                </a:lnTo>
                <a:lnTo>
                  <a:pt x="283281" y="96031"/>
                </a:lnTo>
                <a:lnTo>
                  <a:pt x="284031" y="96231"/>
                </a:lnTo>
                <a:lnTo>
                  <a:pt x="284798" y="96409"/>
                </a:lnTo>
                <a:lnTo>
                  <a:pt x="285580" y="96567"/>
                </a:lnTo>
                <a:lnTo>
                  <a:pt x="286380" y="96704"/>
                </a:lnTo>
                <a:lnTo>
                  <a:pt x="287196" y="96820"/>
                </a:lnTo>
                <a:lnTo>
                  <a:pt x="288028" y="96914"/>
                </a:lnTo>
                <a:lnTo>
                  <a:pt x="288877" y="96988"/>
                </a:lnTo>
                <a:lnTo>
                  <a:pt x="289742" y="97040"/>
                </a:lnTo>
                <a:lnTo>
                  <a:pt x="290624" y="97072"/>
                </a:lnTo>
                <a:lnTo>
                  <a:pt x="291522" y="97082"/>
                </a:lnTo>
                <a:lnTo>
                  <a:pt x="313417" y="97082"/>
                </a:lnTo>
                <a:lnTo>
                  <a:pt x="313417" y="81521"/>
                </a:lnTo>
                <a:lnTo>
                  <a:pt x="292762" y="81521"/>
                </a:lnTo>
                <a:close/>
                <a:moveTo>
                  <a:pt x="207342" y="98226"/>
                </a:moveTo>
                <a:lnTo>
                  <a:pt x="208472" y="98152"/>
                </a:lnTo>
                <a:lnTo>
                  <a:pt x="209578" y="98056"/>
                </a:lnTo>
                <a:lnTo>
                  <a:pt x="210659" y="97939"/>
                </a:lnTo>
                <a:lnTo>
                  <a:pt x="211715" y="97801"/>
                </a:lnTo>
                <a:lnTo>
                  <a:pt x="212747" y="97641"/>
                </a:lnTo>
                <a:lnTo>
                  <a:pt x="213754" y="97461"/>
                </a:lnTo>
                <a:lnTo>
                  <a:pt x="214736" y="97258"/>
                </a:lnTo>
                <a:lnTo>
                  <a:pt x="215694" y="97035"/>
                </a:lnTo>
                <a:lnTo>
                  <a:pt x="216627" y="96790"/>
                </a:lnTo>
                <a:lnTo>
                  <a:pt x="217536" y="96524"/>
                </a:lnTo>
                <a:lnTo>
                  <a:pt x="218420" y="96237"/>
                </a:lnTo>
                <a:lnTo>
                  <a:pt x="219279" y="95929"/>
                </a:lnTo>
                <a:lnTo>
                  <a:pt x="220114" y="95599"/>
                </a:lnTo>
                <a:lnTo>
                  <a:pt x="220924" y="95248"/>
                </a:lnTo>
                <a:lnTo>
                  <a:pt x="221709" y="94876"/>
                </a:lnTo>
                <a:lnTo>
                  <a:pt x="222470" y="94482"/>
                </a:lnTo>
                <a:lnTo>
                  <a:pt x="223206" y="94067"/>
                </a:lnTo>
                <a:lnTo>
                  <a:pt x="223918" y="93631"/>
                </a:lnTo>
                <a:lnTo>
                  <a:pt x="224604" y="93174"/>
                </a:lnTo>
                <a:lnTo>
                  <a:pt x="225267" y="92695"/>
                </a:lnTo>
                <a:lnTo>
                  <a:pt x="225904" y="92195"/>
                </a:lnTo>
                <a:lnTo>
                  <a:pt x="226517" y="91676"/>
                </a:lnTo>
                <a:lnTo>
                  <a:pt x="227103" y="91140"/>
                </a:lnTo>
                <a:lnTo>
                  <a:pt x="227663" y="90586"/>
                </a:lnTo>
                <a:lnTo>
                  <a:pt x="228198" y="90016"/>
                </a:lnTo>
                <a:lnTo>
                  <a:pt x="228706" y="89429"/>
                </a:lnTo>
                <a:lnTo>
                  <a:pt x="229188" y="88825"/>
                </a:lnTo>
                <a:lnTo>
                  <a:pt x="229644" y="88204"/>
                </a:lnTo>
                <a:lnTo>
                  <a:pt x="230074" y="87566"/>
                </a:lnTo>
                <a:lnTo>
                  <a:pt x="230478" y="86911"/>
                </a:lnTo>
                <a:lnTo>
                  <a:pt x="230856" y="86239"/>
                </a:lnTo>
                <a:lnTo>
                  <a:pt x="231208" y="85550"/>
                </a:lnTo>
                <a:lnTo>
                  <a:pt x="231533" y="84844"/>
                </a:lnTo>
                <a:lnTo>
                  <a:pt x="231833" y="84121"/>
                </a:lnTo>
                <a:lnTo>
                  <a:pt x="232107" y="83381"/>
                </a:lnTo>
                <a:lnTo>
                  <a:pt x="232354" y="82624"/>
                </a:lnTo>
                <a:lnTo>
                  <a:pt x="232576" y="81850"/>
                </a:lnTo>
                <a:lnTo>
                  <a:pt x="232771" y="81060"/>
                </a:lnTo>
                <a:lnTo>
                  <a:pt x="232941" y="80252"/>
                </a:lnTo>
                <a:lnTo>
                  <a:pt x="233084" y="79427"/>
                </a:lnTo>
                <a:lnTo>
                  <a:pt x="233201" y="78586"/>
                </a:lnTo>
                <a:lnTo>
                  <a:pt x="233293" y="77727"/>
                </a:lnTo>
                <a:lnTo>
                  <a:pt x="233358" y="76851"/>
                </a:lnTo>
                <a:lnTo>
                  <a:pt x="233397" y="75959"/>
                </a:lnTo>
                <a:lnTo>
                  <a:pt x="233410" y="75049"/>
                </a:lnTo>
                <a:lnTo>
                  <a:pt x="233399" y="74197"/>
                </a:lnTo>
                <a:lnTo>
                  <a:pt x="233365" y="73363"/>
                </a:lnTo>
                <a:lnTo>
                  <a:pt x="233310" y="72546"/>
                </a:lnTo>
                <a:lnTo>
                  <a:pt x="233232" y="71746"/>
                </a:lnTo>
                <a:lnTo>
                  <a:pt x="233132" y="70964"/>
                </a:lnTo>
                <a:lnTo>
                  <a:pt x="233010" y="70199"/>
                </a:lnTo>
                <a:lnTo>
                  <a:pt x="232865" y="69452"/>
                </a:lnTo>
                <a:lnTo>
                  <a:pt x="232698" y="68723"/>
                </a:lnTo>
                <a:lnTo>
                  <a:pt x="232509" y="68010"/>
                </a:lnTo>
                <a:lnTo>
                  <a:pt x="232298" y="67315"/>
                </a:lnTo>
                <a:lnTo>
                  <a:pt x="232065" y="66638"/>
                </a:lnTo>
                <a:lnTo>
                  <a:pt x="231809" y="65978"/>
                </a:lnTo>
                <a:lnTo>
                  <a:pt x="231531" y="65336"/>
                </a:lnTo>
                <a:lnTo>
                  <a:pt x="231231" y="64711"/>
                </a:lnTo>
                <a:lnTo>
                  <a:pt x="230909" y="64103"/>
                </a:lnTo>
                <a:lnTo>
                  <a:pt x="230564" y="63513"/>
                </a:lnTo>
                <a:lnTo>
                  <a:pt x="230197" y="62940"/>
                </a:lnTo>
                <a:lnTo>
                  <a:pt x="229808" y="62385"/>
                </a:lnTo>
                <a:lnTo>
                  <a:pt x="229397" y="61847"/>
                </a:lnTo>
                <a:lnTo>
                  <a:pt x="228964" y="61327"/>
                </a:lnTo>
                <a:lnTo>
                  <a:pt x="228508" y="60824"/>
                </a:lnTo>
                <a:lnTo>
                  <a:pt x="228030" y="60339"/>
                </a:lnTo>
                <a:lnTo>
                  <a:pt x="227530" y="59871"/>
                </a:lnTo>
                <a:lnTo>
                  <a:pt x="227007" y="59420"/>
                </a:lnTo>
                <a:lnTo>
                  <a:pt x="226462" y="58984"/>
                </a:lnTo>
                <a:lnTo>
                  <a:pt x="225891" y="58560"/>
                </a:lnTo>
                <a:lnTo>
                  <a:pt x="225296" y="58148"/>
                </a:lnTo>
                <a:lnTo>
                  <a:pt x="224676" y="57747"/>
                </a:lnTo>
                <a:lnTo>
                  <a:pt x="224032" y="57358"/>
                </a:lnTo>
                <a:lnTo>
                  <a:pt x="223363" y="56980"/>
                </a:lnTo>
                <a:lnTo>
                  <a:pt x="222669" y="56615"/>
                </a:lnTo>
                <a:lnTo>
                  <a:pt x="221951" y="56261"/>
                </a:lnTo>
                <a:lnTo>
                  <a:pt x="221208" y="55918"/>
                </a:lnTo>
                <a:lnTo>
                  <a:pt x="220440" y="55588"/>
                </a:lnTo>
                <a:lnTo>
                  <a:pt x="219648" y="55269"/>
                </a:lnTo>
                <a:lnTo>
                  <a:pt x="218832" y="54962"/>
                </a:lnTo>
                <a:lnTo>
                  <a:pt x="217990" y="54667"/>
                </a:lnTo>
                <a:lnTo>
                  <a:pt x="217124" y="54383"/>
                </a:lnTo>
                <a:lnTo>
                  <a:pt x="216233" y="54111"/>
                </a:lnTo>
                <a:lnTo>
                  <a:pt x="215318" y="53851"/>
                </a:lnTo>
                <a:lnTo>
                  <a:pt x="214378" y="53602"/>
                </a:lnTo>
                <a:lnTo>
                  <a:pt x="213414" y="53365"/>
                </a:lnTo>
                <a:lnTo>
                  <a:pt x="212424" y="53140"/>
                </a:lnTo>
                <a:lnTo>
                  <a:pt x="211411" y="52927"/>
                </a:lnTo>
                <a:lnTo>
                  <a:pt x="210372" y="52725"/>
                </a:lnTo>
                <a:lnTo>
                  <a:pt x="209309" y="52535"/>
                </a:lnTo>
                <a:lnTo>
                  <a:pt x="208221" y="52357"/>
                </a:lnTo>
                <a:lnTo>
                  <a:pt x="207109" y="52190"/>
                </a:lnTo>
                <a:lnTo>
                  <a:pt x="197332" y="50814"/>
                </a:lnTo>
                <a:lnTo>
                  <a:pt x="196901" y="50743"/>
                </a:lnTo>
                <a:lnTo>
                  <a:pt x="196480" y="50669"/>
                </a:lnTo>
                <a:lnTo>
                  <a:pt x="196069" y="50591"/>
                </a:lnTo>
                <a:lnTo>
                  <a:pt x="195668" y="50510"/>
                </a:lnTo>
                <a:lnTo>
                  <a:pt x="195277" y="50425"/>
                </a:lnTo>
                <a:lnTo>
                  <a:pt x="194896" y="50336"/>
                </a:lnTo>
                <a:lnTo>
                  <a:pt x="194526" y="50244"/>
                </a:lnTo>
                <a:lnTo>
                  <a:pt x="194165" y="50148"/>
                </a:lnTo>
                <a:lnTo>
                  <a:pt x="193814" y="50049"/>
                </a:lnTo>
                <a:lnTo>
                  <a:pt x="193473" y="49946"/>
                </a:lnTo>
                <a:lnTo>
                  <a:pt x="193143" y="49840"/>
                </a:lnTo>
                <a:lnTo>
                  <a:pt x="192822" y="49729"/>
                </a:lnTo>
                <a:lnTo>
                  <a:pt x="192512" y="49616"/>
                </a:lnTo>
                <a:lnTo>
                  <a:pt x="192211" y="49498"/>
                </a:lnTo>
                <a:lnTo>
                  <a:pt x="191920" y="49378"/>
                </a:lnTo>
                <a:lnTo>
                  <a:pt x="191640" y="49253"/>
                </a:lnTo>
                <a:lnTo>
                  <a:pt x="191369" y="49125"/>
                </a:lnTo>
                <a:lnTo>
                  <a:pt x="191109" y="48994"/>
                </a:lnTo>
                <a:lnTo>
                  <a:pt x="190859" y="48858"/>
                </a:lnTo>
                <a:lnTo>
                  <a:pt x="190618" y="48719"/>
                </a:lnTo>
                <a:lnTo>
                  <a:pt x="190388" y="48577"/>
                </a:lnTo>
                <a:lnTo>
                  <a:pt x="190168" y="48431"/>
                </a:lnTo>
                <a:lnTo>
                  <a:pt x="189957" y="48281"/>
                </a:lnTo>
                <a:lnTo>
                  <a:pt x="189757" y="48128"/>
                </a:lnTo>
                <a:lnTo>
                  <a:pt x="189566" y="47970"/>
                </a:lnTo>
                <a:lnTo>
                  <a:pt x="189383" y="47805"/>
                </a:lnTo>
                <a:lnTo>
                  <a:pt x="189208" y="47632"/>
                </a:lnTo>
                <a:lnTo>
                  <a:pt x="189042" y="47453"/>
                </a:lnTo>
                <a:lnTo>
                  <a:pt x="188883" y="47267"/>
                </a:lnTo>
                <a:lnTo>
                  <a:pt x="188733" y="47074"/>
                </a:lnTo>
                <a:lnTo>
                  <a:pt x="188591" y="46874"/>
                </a:lnTo>
                <a:lnTo>
                  <a:pt x="188457" y="46667"/>
                </a:lnTo>
                <a:lnTo>
                  <a:pt x="188331" y="46453"/>
                </a:lnTo>
                <a:lnTo>
                  <a:pt x="188213" y="46232"/>
                </a:lnTo>
                <a:lnTo>
                  <a:pt x="188103" y="46004"/>
                </a:lnTo>
                <a:lnTo>
                  <a:pt x="188001" y="45770"/>
                </a:lnTo>
                <a:lnTo>
                  <a:pt x="187908" y="45528"/>
                </a:lnTo>
                <a:lnTo>
                  <a:pt x="187823" y="45280"/>
                </a:lnTo>
                <a:lnTo>
                  <a:pt x="187745" y="45024"/>
                </a:lnTo>
                <a:lnTo>
                  <a:pt x="187676" y="44762"/>
                </a:lnTo>
                <a:lnTo>
                  <a:pt x="187615" y="44492"/>
                </a:lnTo>
                <a:lnTo>
                  <a:pt x="187563" y="44216"/>
                </a:lnTo>
                <a:lnTo>
                  <a:pt x="187518" y="43933"/>
                </a:lnTo>
                <a:lnTo>
                  <a:pt x="187481" y="43643"/>
                </a:lnTo>
                <a:lnTo>
                  <a:pt x="187453" y="43346"/>
                </a:lnTo>
                <a:lnTo>
                  <a:pt x="187433" y="43042"/>
                </a:lnTo>
                <a:lnTo>
                  <a:pt x="187420" y="42731"/>
                </a:lnTo>
                <a:lnTo>
                  <a:pt x="187416" y="42413"/>
                </a:lnTo>
                <a:lnTo>
                  <a:pt x="187421" y="42072"/>
                </a:lnTo>
                <a:lnTo>
                  <a:pt x="187435" y="41738"/>
                </a:lnTo>
                <a:lnTo>
                  <a:pt x="187458" y="41411"/>
                </a:lnTo>
                <a:lnTo>
                  <a:pt x="187491" y="41092"/>
                </a:lnTo>
                <a:lnTo>
                  <a:pt x="187533" y="40779"/>
                </a:lnTo>
                <a:lnTo>
                  <a:pt x="187584" y="40472"/>
                </a:lnTo>
                <a:lnTo>
                  <a:pt x="187645" y="40173"/>
                </a:lnTo>
                <a:lnTo>
                  <a:pt x="187715" y="39881"/>
                </a:lnTo>
                <a:lnTo>
                  <a:pt x="187794" y="39596"/>
                </a:lnTo>
                <a:lnTo>
                  <a:pt x="187882" y="39317"/>
                </a:lnTo>
                <a:lnTo>
                  <a:pt x="187980" y="39046"/>
                </a:lnTo>
                <a:lnTo>
                  <a:pt x="188088" y="38782"/>
                </a:lnTo>
                <a:lnTo>
                  <a:pt x="188204" y="38524"/>
                </a:lnTo>
                <a:lnTo>
                  <a:pt x="188330" y="38273"/>
                </a:lnTo>
                <a:lnTo>
                  <a:pt x="188465" y="38030"/>
                </a:lnTo>
                <a:lnTo>
                  <a:pt x="188610" y="37793"/>
                </a:lnTo>
                <a:lnTo>
                  <a:pt x="188764" y="37563"/>
                </a:lnTo>
                <a:lnTo>
                  <a:pt x="188927" y="37341"/>
                </a:lnTo>
                <a:lnTo>
                  <a:pt x="189099" y="37125"/>
                </a:lnTo>
                <a:lnTo>
                  <a:pt x="189281" y="36916"/>
                </a:lnTo>
                <a:lnTo>
                  <a:pt x="189472" y="36714"/>
                </a:lnTo>
                <a:lnTo>
                  <a:pt x="189673" y="36519"/>
                </a:lnTo>
                <a:lnTo>
                  <a:pt x="189883" y="36330"/>
                </a:lnTo>
                <a:lnTo>
                  <a:pt x="190102" y="36149"/>
                </a:lnTo>
                <a:lnTo>
                  <a:pt x="190331" y="35975"/>
                </a:lnTo>
                <a:lnTo>
                  <a:pt x="190572" y="35808"/>
                </a:lnTo>
                <a:lnTo>
                  <a:pt x="190824" y="35649"/>
                </a:lnTo>
                <a:lnTo>
                  <a:pt x="191087" y="35497"/>
                </a:lnTo>
                <a:lnTo>
                  <a:pt x="191361" y="35352"/>
                </a:lnTo>
                <a:lnTo>
                  <a:pt x="191647" y="35215"/>
                </a:lnTo>
                <a:lnTo>
                  <a:pt x="191943" y="35086"/>
                </a:lnTo>
                <a:lnTo>
                  <a:pt x="192251" y="34963"/>
                </a:lnTo>
                <a:lnTo>
                  <a:pt x="192571" y="34848"/>
                </a:lnTo>
                <a:lnTo>
                  <a:pt x="192901" y="34741"/>
                </a:lnTo>
                <a:lnTo>
                  <a:pt x="193243" y="34641"/>
                </a:lnTo>
                <a:lnTo>
                  <a:pt x="193596" y="34548"/>
                </a:lnTo>
                <a:lnTo>
                  <a:pt x="193960" y="34463"/>
                </a:lnTo>
                <a:lnTo>
                  <a:pt x="194336" y="34385"/>
                </a:lnTo>
                <a:lnTo>
                  <a:pt x="194722" y="34315"/>
                </a:lnTo>
                <a:lnTo>
                  <a:pt x="195120" y="34252"/>
                </a:lnTo>
                <a:lnTo>
                  <a:pt x="195529" y="34196"/>
                </a:lnTo>
                <a:lnTo>
                  <a:pt x="195950" y="34148"/>
                </a:lnTo>
                <a:lnTo>
                  <a:pt x="196381" y="34107"/>
                </a:lnTo>
                <a:lnTo>
                  <a:pt x="196824" y="34074"/>
                </a:lnTo>
                <a:lnTo>
                  <a:pt x="197278" y="34048"/>
                </a:lnTo>
                <a:lnTo>
                  <a:pt x="197744" y="34029"/>
                </a:lnTo>
                <a:lnTo>
                  <a:pt x="198220" y="34018"/>
                </a:lnTo>
                <a:lnTo>
                  <a:pt x="198708" y="34014"/>
                </a:lnTo>
                <a:lnTo>
                  <a:pt x="203942" y="34014"/>
                </a:lnTo>
                <a:lnTo>
                  <a:pt x="204341" y="34018"/>
                </a:lnTo>
                <a:lnTo>
                  <a:pt x="204732" y="34028"/>
                </a:lnTo>
                <a:lnTo>
                  <a:pt x="205118" y="34045"/>
                </a:lnTo>
                <a:lnTo>
                  <a:pt x="205497" y="34068"/>
                </a:lnTo>
                <a:lnTo>
                  <a:pt x="205869" y="34098"/>
                </a:lnTo>
                <a:lnTo>
                  <a:pt x="206235" y="34135"/>
                </a:lnTo>
                <a:lnTo>
                  <a:pt x="206595" y="34179"/>
                </a:lnTo>
                <a:lnTo>
                  <a:pt x="206948" y="34229"/>
                </a:lnTo>
                <a:lnTo>
                  <a:pt x="207295" y="34286"/>
                </a:lnTo>
                <a:lnTo>
                  <a:pt x="207635" y="34349"/>
                </a:lnTo>
                <a:lnTo>
                  <a:pt x="207969" y="34420"/>
                </a:lnTo>
                <a:lnTo>
                  <a:pt x="208296" y="34497"/>
                </a:lnTo>
                <a:lnTo>
                  <a:pt x="208617" y="34580"/>
                </a:lnTo>
                <a:lnTo>
                  <a:pt x="208931" y="34671"/>
                </a:lnTo>
                <a:lnTo>
                  <a:pt x="209239" y="34768"/>
                </a:lnTo>
                <a:lnTo>
                  <a:pt x="209541" y="34872"/>
                </a:lnTo>
                <a:lnTo>
                  <a:pt x="209836" y="34982"/>
                </a:lnTo>
                <a:lnTo>
                  <a:pt x="210125" y="35099"/>
                </a:lnTo>
                <a:lnTo>
                  <a:pt x="210407" y="35223"/>
                </a:lnTo>
                <a:lnTo>
                  <a:pt x="210683" y="35354"/>
                </a:lnTo>
                <a:lnTo>
                  <a:pt x="210952" y="35491"/>
                </a:lnTo>
                <a:lnTo>
                  <a:pt x="211215" y="35635"/>
                </a:lnTo>
                <a:lnTo>
                  <a:pt x="211471" y="35786"/>
                </a:lnTo>
                <a:lnTo>
                  <a:pt x="211721" y="35943"/>
                </a:lnTo>
                <a:lnTo>
                  <a:pt x="211963" y="36106"/>
                </a:lnTo>
                <a:lnTo>
                  <a:pt x="212197" y="36272"/>
                </a:lnTo>
                <a:lnTo>
                  <a:pt x="212421" y="36442"/>
                </a:lnTo>
                <a:lnTo>
                  <a:pt x="212637" y="36616"/>
                </a:lnTo>
                <a:lnTo>
                  <a:pt x="212844" y="36794"/>
                </a:lnTo>
                <a:lnTo>
                  <a:pt x="213042" y="36976"/>
                </a:lnTo>
                <a:lnTo>
                  <a:pt x="213231" y="37161"/>
                </a:lnTo>
                <a:lnTo>
                  <a:pt x="213412" y="37350"/>
                </a:lnTo>
                <a:lnTo>
                  <a:pt x="213583" y="37543"/>
                </a:lnTo>
                <a:lnTo>
                  <a:pt x="213746" y="37740"/>
                </a:lnTo>
                <a:lnTo>
                  <a:pt x="213900" y="37941"/>
                </a:lnTo>
                <a:lnTo>
                  <a:pt x="214045" y="38145"/>
                </a:lnTo>
                <a:lnTo>
                  <a:pt x="214181" y="38354"/>
                </a:lnTo>
                <a:lnTo>
                  <a:pt x="214309" y="38566"/>
                </a:lnTo>
                <a:lnTo>
                  <a:pt x="214427" y="38782"/>
                </a:lnTo>
                <a:lnTo>
                  <a:pt x="214537" y="39002"/>
                </a:lnTo>
                <a:lnTo>
                  <a:pt x="214637" y="39225"/>
                </a:lnTo>
                <a:lnTo>
                  <a:pt x="214729" y="39453"/>
                </a:lnTo>
                <a:lnTo>
                  <a:pt x="214813" y="39684"/>
                </a:lnTo>
                <a:lnTo>
                  <a:pt x="214887" y="39919"/>
                </a:lnTo>
                <a:lnTo>
                  <a:pt x="214952" y="40158"/>
                </a:lnTo>
                <a:lnTo>
                  <a:pt x="215009" y="40401"/>
                </a:lnTo>
                <a:lnTo>
                  <a:pt x="215057" y="40648"/>
                </a:lnTo>
                <a:lnTo>
                  <a:pt x="215096" y="40898"/>
                </a:lnTo>
                <a:lnTo>
                  <a:pt x="232309" y="40898"/>
                </a:lnTo>
                <a:lnTo>
                  <a:pt x="232251" y="40113"/>
                </a:lnTo>
                <a:lnTo>
                  <a:pt x="232168" y="39341"/>
                </a:lnTo>
                <a:lnTo>
                  <a:pt x="232061" y="38583"/>
                </a:lnTo>
                <a:lnTo>
                  <a:pt x="231930" y="37838"/>
                </a:lnTo>
                <a:lnTo>
                  <a:pt x="231774" y="37106"/>
                </a:lnTo>
                <a:lnTo>
                  <a:pt x="231594" y="36388"/>
                </a:lnTo>
                <a:lnTo>
                  <a:pt x="231390" y="35683"/>
                </a:lnTo>
                <a:lnTo>
                  <a:pt x="231161" y="34992"/>
                </a:lnTo>
                <a:lnTo>
                  <a:pt x="230908" y="34314"/>
                </a:lnTo>
                <a:lnTo>
                  <a:pt x="230630" y="33649"/>
                </a:lnTo>
                <a:lnTo>
                  <a:pt x="230328" y="32998"/>
                </a:lnTo>
                <a:lnTo>
                  <a:pt x="230002" y="32360"/>
                </a:lnTo>
                <a:lnTo>
                  <a:pt x="229651" y="31736"/>
                </a:lnTo>
                <a:lnTo>
                  <a:pt x="229276" y="31125"/>
                </a:lnTo>
                <a:lnTo>
                  <a:pt x="228877" y="30527"/>
                </a:lnTo>
                <a:lnTo>
                  <a:pt x="228453" y="29943"/>
                </a:lnTo>
                <a:lnTo>
                  <a:pt x="228004" y="29372"/>
                </a:lnTo>
                <a:lnTo>
                  <a:pt x="227532" y="28814"/>
                </a:lnTo>
                <a:lnTo>
                  <a:pt x="227035" y="28270"/>
                </a:lnTo>
                <a:lnTo>
                  <a:pt x="226513" y="27739"/>
                </a:lnTo>
                <a:lnTo>
                  <a:pt x="225967" y="27222"/>
                </a:lnTo>
                <a:lnTo>
                  <a:pt x="225397" y="26718"/>
                </a:lnTo>
                <a:lnTo>
                  <a:pt x="224802" y="26228"/>
                </a:lnTo>
                <a:lnTo>
                  <a:pt x="224183" y="25750"/>
                </a:lnTo>
                <a:lnTo>
                  <a:pt x="223543" y="25290"/>
                </a:lnTo>
                <a:lnTo>
                  <a:pt x="222886" y="24849"/>
                </a:lnTo>
                <a:lnTo>
                  <a:pt x="222211" y="24427"/>
                </a:lnTo>
                <a:lnTo>
                  <a:pt x="221518" y="24025"/>
                </a:lnTo>
                <a:lnTo>
                  <a:pt x="220807" y="23643"/>
                </a:lnTo>
                <a:lnTo>
                  <a:pt x="220078" y="23280"/>
                </a:lnTo>
                <a:lnTo>
                  <a:pt x="219332" y="22937"/>
                </a:lnTo>
                <a:lnTo>
                  <a:pt x="218569" y="22614"/>
                </a:lnTo>
                <a:lnTo>
                  <a:pt x="217787" y="22310"/>
                </a:lnTo>
                <a:lnTo>
                  <a:pt x="216988" y="22026"/>
                </a:lnTo>
                <a:lnTo>
                  <a:pt x="216171" y="21761"/>
                </a:lnTo>
                <a:lnTo>
                  <a:pt x="215337" y="21516"/>
                </a:lnTo>
                <a:lnTo>
                  <a:pt x="214484" y="21290"/>
                </a:lnTo>
                <a:lnTo>
                  <a:pt x="213615" y="21085"/>
                </a:lnTo>
                <a:lnTo>
                  <a:pt x="212727" y="20898"/>
                </a:lnTo>
                <a:lnTo>
                  <a:pt x="211822" y="20732"/>
                </a:lnTo>
                <a:lnTo>
                  <a:pt x="210899" y="20585"/>
                </a:lnTo>
                <a:lnTo>
                  <a:pt x="209958" y="20457"/>
                </a:lnTo>
                <a:lnTo>
                  <a:pt x="209000" y="20349"/>
                </a:lnTo>
                <a:lnTo>
                  <a:pt x="208024" y="20261"/>
                </a:lnTo>
                <a:lnTo>
                  <a:pt x="207030" y="20193"/>
                </a:lnTo>
                <a:lnTo>
                  <a:pt x="206018" y="20144"/>
                </a:lnTo>
                <a:lnTo>
                  <a:pt x="204989" y="20114"/>
                </a:lnTo>
                <a:lnTo>
                  <a:pt x="203942" y="20104"/>
                </a:lnTo>
                <a:lnTo>
                  <a:pt x="198708" y="20104"/>
                </a:lnTo>
                <a:lnTo>
                  <a:pt x="197561" y="20115"/>
                </a:lnTo>
                <a:lnTo>
                  <a:pt x="196437" y="20145"/>
                </a:lnTo>
                <a:lnTo>
                  <a:pt x="195337" y="20196"/>
                </a:lnTo>
                <a:lnTo>
                  <a:pt x="194260" y="20267"/>
                </a:lnTo>
                <a:lnTo>
                  <a:pt x="193206" y="20359"/>
                </a:lnTo>
                <a:lnTo>
                  <a:pt x="192176" y="20470"/>
                </a:lnTo>
                <a:lnTo>
                  <a:pt x="191169" y="20602"/>
                </a:lnTo>
                <a:lnTo>
                  <a:pt x="190186" y="20755"/>
                </a:lnTo>
                <a:lnTo>
                  <a:pt x="189226" y="20928"/>
                </a:lnTo>
                <a:lnTo>
                  <a:pt x="188290" y="21121"/>
                </a:lnTo>
                <a:lnTo>
                  <a:pt x="187377" y="21334"/>
                </a:lnTo>
                <a:lnTo>
                  <a:pt x="186487" y="21568"/>
                </a:lnTo>
                <a:lnTo>
                  <a:pt x="185621" y="21822"/>
                </a:lnTo>
                <a:lnTo>
                  <a:pt x="184778" y="22096"/>
                </a:lnTo>
                <a:lnTo>
                  <a:pt x="183959" y="22391"/>
                </a:lnTo>
                <a:lnTo>
                  <a:pt x="183163" y="22706"/>
                </a:lnTo>
                <a:lnTo>
                  <a:pt x="182391" y="23042"/>
                </a:lnTo>
                <a:lnTo>
                  <a:pt x="181641" y="23397"/>
                </a:lnTo>
                <a:lnTo>
                  <a:pt x="180916" y="23773"/>
                </a:lnTo>
                <a:lnTo>
                  <a:pt x="180214" y="24170"/>
                </a:lnTo>
                <a:lnTo>
                  <a:pt x="179535" y="24586"/>
                </a:lnTo>
                <a:lnTo>
                  <a:pt x="178880" y="25023"/>
                </a:lnTo>
                <a:lnTo>
                  <a:pt x="178248" y="25481"/>
                </a:lnTo>
                <a:lnTo>
                  <a:pt x="177639" y="25958"/>
                </a:lnTo>
                <a:lnTo>
                  <a:pt x="177055" y="26454"/>
                </a:lnTo>
                <a:lnTo>
                  <a:pt x="176496" y="26967"/>
                </a:lnTo>
                <a:lnTo>
                  <a:pt x="175961" y="27496"/>
                </a:lnTo>
                <a:lnTo>
                  <a:pt x="175451" y="28041"/>
                </a:lnTo>
                <a:lnTo>
                  <a:pt x="174966" y="28603"/>
                </a:lnTo>
                <a:lnTo>
                  <a:pt x="174506" y="29181"/>
                </a:lnTo>
                <a:lnTo>
                  <a:pt x="174071" y="29776"/>
                </a:lnTo>
                <a:lnTo>
                  <a:pt x="173661" y="30388"/>
                </a:lnTo>
                <a:lnTo>
                  <a:pt x="173276" y="31015"/>
                </a:lnTo>
                <a:lnTo>
                  <a:pt x="172915" y="31660"/>
                </a:lnTo>
                <a:lnTo>
                  <a:pt x="172579" y="32321"/>
                </a:lnTo>
                <a:lnTo>
                  <a:pt x="172269" y="32998"/>
                </a:lnTo>
                <a:lnTo>
                  <a:pt x="171983" y="33692"/>
                </a:lnTo>
                <a:lnTo>
                  <a:pt x="171722" y="34402"/>
                </a:lnTo>
                <a:lnTo>
                  <a:pt x="171485" y="35129"/>
                </a:lnTo>
                <a:lnTo>
                  <a:pt x="171274" y="35872"/>
                </a:lnTo>
                <a:lnTo>
                  <a:pt x="171088" y="36632"/>
                </a:lnTo>
                <a:lnTo>
                  <a:pt x="170926" y="37409"/>
                </a:lnTo>
                <a:lnTo>
                  <a:pt x="170789" y="38201"/>
                </a:lnTo>
                <a:lnTo>
                  <a:pt x="170677" y="39011"/>
                </a:lnTo>
                <a:lnTo>
                  <a:pt x="170590" y="39837"/>
                </a:lnTo>
                <a:lnTo>
                  <a:pt x="170528" y="40679"/>
                </a:lnTo>
                <a:lnTo>
                  <a:pt x="170491" y="41538"/>
                </a:lnTo>
                <a:lnTo>
                  <a:pt x="170478" y="42413"/>
                </a:lnTo>
                <a:lnTo>
                  <a:pt x="170489" y="43253"/>
                </a:lnTo>
                <a:lnTo>
                  <a:pt x="170520" y="44076"/>
                </a:lnTo>
                <a:lnTo>
                  <a:pt x="170573" y="44881"/>
                </a:lnTo>
                <a:lnTo>
                  <a:pt x="170647" y="45668"/>
                </a:lnTo>
                <a:lnTo>
                  <a:pt x="170741" y="46438"/>
                </a:lnTo>
                <a:lnTo>
                  <a:pt x="170857" y="47190"/>
                </a:lnTo>
                <a:lnTo>
                  <a:pt x="170994" y="47924"/>
                </a:lnTo>
                <a:lnTo>
                  <a:pt x="171152" y="48641"/>
                </a:lnTo>
                <a:lnTo>
                  <a:pt x="171331" y="49340"/>
                </a:lnTo>
                <a:lnTo>
                  <a:pt x="171530" y="50021"/>
                </a:lnTo>
                <a:lnTo>
                  <a:pt x="171751" y="50684"/>
                </a:lnTo>
                <a:lnTo>
                  <a:pt x="171993" y="51330"/>
                </a:lnTo>
                <a:lnTo>
                  <a:pt x="172256" y="51958"/>
                </a:lnTo>
                <a:lnTo>
                  <a:pt x="172540" y="52569"/>
                </a:lnTo>
                <a:lnTo>
                  <a:pt x="172846" y="53161"/>
                </a:lnTo>
                <a:lnTo>
                  <a:pt x="173172" y="53736"/>
                </a:lnTo>
                <a:lnTo>
                  <a:pt x="173519" y="54294"/>
                </a:lnTo>
                <a:lnTo>
                  <a:pt x="173887" y="54833"/>
                </a:lnTo>
                <a:lnTo>
                  <a:pt x="174276" y="55355"/>
                </a:lnTo>
                <a:lnTo>
                  <a:pt x="174687" y="55859"/>
                </a:lnTo>
                <a:lnTo>
                  <a:pt x="175118" y="56346"/>
                </a:lnTo>
                <a:lnTo>
                  <a:pt x="175570" y="56815"/>
                </a:lnTo>
                <a:lnTo>
                  <a:pt x="176044" y="57266"/>
                </a:lnTo>
                <a:lnTo>
                  <a:pt x="176538" y="57699"/>
                </a:lnTo>
                <a:lnTo>
                  <a:pt x="177055" y="58118"/>
                </a:lnTo>
                <a:lnTo>
                  <a:pt x="177596" y="58526"/>
                </a:lnTo>
                <a:lnTo>
                  <a:pt x="178161" y="58922"/>
                </a:lnTo>
                <a:lnTo>
                  <a:pt x="178749" y="59306"/>
                </a:lnTo>
                <a:lnTo>
                  <a:pt x="179362" y="59679"/>
                </a:lnTo>
                <a:lnTo>
                  <a:pt x="179998" y="60041"/>
                </a:lnTo>
                <a:lnTo>
                  <a:pt x="180659" y="60391"/>
                </a:lnTo>
                <a:lnTo>
                  <a:pt x="181343" y="60729"/>
                </a:lnTo>
                <a:lnTo>
                  <a:pt x="182051" y="61056"/>
                </a:lnTo>
                <a:lnTo>
                  <a:pt x="182783" y="61372"/>
                </a:lnTo>
                <a:lnTo>
                  <a:pt x="183539" y="61676"/>
                </a:lnTo>
                <a:lnTo>
                  <a:pt x="184319" y="61969"/>
                </a:lnTo>
                <a:lnTo>
                  <a:pt x="185123" y="62250"/>
                </a:lnTo>
                <a:lnTo>
                  <a:pt x="185951" y="62519"/>
                </a:lnTo>
                <a:lnTo>
                  <a:pt x="186802" y="62778"/>
                </a:lnTo>
                <a:lnTo>
                  <a:pt x="187678" y="63024"/>
                </a:lnTo>
                <a:lnTo>
                  <a:pt x="188577" y="63260"/>
                </a:lnTo>
                <a:lnTo>
                  <a:pt x="189500" y="63483"/>
                </a:lnTo>
                <a:lnTo>
                  <a:pt x="190447" y="63696"/>
                </a:lnTo>
                <a:lnTo>
                  <a:pt x="191418" y="63896"/>
                </a:lnTo>
                <a:lnTo>
                  <a:pt x="192413" y="64086"/>
                </a:lnTo>
                <a:lnTo>
                  <a:pt x="193432" y="64264"/>
                </a:lnTo>
                <a:lnTo>
                  <a:pt x="194475" y="64430"/>
                </a:lnTo>
                <a:lnTo>
                  <a:pt x="195542" y="64585"/>
                </a:lnTo>
                <a:lnTo>
                  <a:pt x="204905" y="65961"/>
                </a:lnTo>
                <a:lnTo>
                  <a:pt x="205393" y="66022"/>
                </a:lnTo>
                <a:lnTo>
                  <a:pt x="205870" y="66087"/>
                </a:lnTo>
                <a:lnTo>
                  <a:pt x="206337" y="66158"/>
                </a:lnTo>
                <a:lnTo>
                  <a:pt x="206792" y="66235"/>
                </a:lnTo>
                <a:lnTo>
                  <a:pt x="207237" y="66317"/>
                </a:lnTo>
                <a:lnTo>
                  <a:pt x="207672" y="66405"/>
                </a:lnTo>
                <a:lnTo>
                  <a:pt x="208095" y="66498"/>
                </a:lnTo>
                <a:lnTo>
                  <a:pt x="208508" y="66597"/>
                </a:lnTo>
                <a:lnTo>
                  <a:pt x="208910" y="66701"/>
                </a:lnTo>
                <a:lnTo>
                  <a:pt x="209301" y="66810"/>
                </a:lnTo>
                <a:lnTo>
                  <a:pt x="209681" y="66925"/>
                </a:lnTo>
                <a:lnTo>
                  <a:pt x="210051" y="67046"/>
                </a:lnTo>
                <a:lnTo>
                  <a:pt x="210410" y="67172"/>
                </a:lnTo>
                <a:lnTo>
                  <a:pt x="210758" y="67304"/>
                </a:lnTo>
                <a:lnTo>
                  <a:pt x="211096" y="67441"/>
                </a:lnTo>
                <a:lnTo>
                  <a:pt x="211422" y="67583"/>
                </a:lnTo>
                <a:lnTo>
                  <a:pt x="211738" y="67732"/>
                </a:lnTo>
                <a:lnTo>
                  <a:pt x="212043" y="67885"/>
                </a:lnTo>
                <a:lnTo>
                  <a:pt x="212338" y="68044"/>
                </a:lnTo>
                <a:lnTo>
                  <a:pt x="212621" y="68209"/>
                </a:lnTo>
                <a:lnTo>
                  <a:pt x="212894" y="68379"/>
                </a:lnTo>
                <a:lnTo>
                  <a:pt x="213156" y="68554"/>
                </a:lnTo>
                <a:lnTo>
                  <a:pt x="213407" y="68735"/>
                </a:lnTo>
                <a:lnTo>
                  <a:pt x="213648" y="68922"/>
                </a:lnTo>
                <a:lnTo>
                  <a:pt x="213878" y="69114"/>
                </a:lnTo>
                <a:lnTo>
                  <a:pt x="214099" y="69312"/>
                </a:lnTo>
                <a:lnTo>
                  <a:pt x="214310" y="69517"/>
                </a:lnTo>
                <a:lnTo>
                  <a:pt x="214511" y="69727"/>
                </a:lnTo>
                <a:lnTo>
                  <a:pt x="214702" y="69943"/>
                </a:lnTo>
                <a:lnTo>
                  <a:pt x="214883" y="70165"/>
                </a:lnTo>
                <a:lnTo>
                  <a:pt x="215055" y="70394"/>
                </a:lnTo>
                <a:lnTo>
                  <a:pt x="215217" y="70628"/>
                </a:lnTo>
                <a:lnTo>
                  <a:pt x="215369" y="70868"/>
                </a:lnTo>
                <a:lnTo>
                  <a:pt x="215511" y="71114"/>
                </a:lnTo>
                <a:lnTo>
                  <a:pt x="215643" y="71366"/>
                </a:lnTo>
                <a:lnTo>
                  <a:pt x="215766" y="71624"/>
                </a:lnTo>
                <a:lnTo>
                  <a:pt x="215879" y="71888"/>
                </a:lnTo>
                <a:lnTo>
                  <a:pt x="215982" y="72158"/>
                </a:lnTo>
                <a:lnTo>
                  <a:pt x="216075" y="72434"/>
                </a:lnTo>
                <a:lnTo>
                  <a:pt x="216158" y="72716"/>
                </a:lnTo>
                <a:lnTo>
                  <a:pt x="216232" y="73004"/>
                </a:lnTo>
                <a:lnTo>
                  <a:pt x="216295" y="73298"/>
                </a:lnTo>
                <a:lnTo>
                  <a:pt x="216349" y="73598"/>
                </a:lnTo>
                <a:lnTo>
                  <a:pt x="216393" y="73904"/>
                </a:lnTo>
                <a:lnTo>
                  <a:pt x="216428" y="74216"/>
                </a:lnTo>
                <a:lnTo>
                  <a:pt x="216452" y="74534"/>
                </a:lnTo>
                <a:lnTo>
                  <a:pt x="216467" y="74858"/>
                </a:lnTo>
                <a:lnTo>
                  <a:pt x="216472" y="75188"/>
                </a:lnTo>
                <a:lnTo>
                  <a:pt x="216466" y="75540"/>
                </a:lnTo>
                <a:lnTo>
                  <a:pt x="216450" y="75887"/>
                </a:lnTo>
                <a:lnTo>
                  <a:pt x="216422" y="76227"/>
                </a:lnTo>
                <a:lnTo>
                  <a:pt x="216384" y="76561"/>
                </a:lnTo>
                <a:lnTo>
                  <a:pt x="216334" y="76888"/>
                </a:lnTo>
                <a:lnTo>
                  <a:pt x="216274" y="77210"/>
                </a:lnTo>
                <a:lnTo>
                  <a:pt x="216203" y="77525"/>
                </a:lnTo>
                <a:lnTo>
                  <a:pt x="216120" y="77834"/>
                </a:lnTo>
                <a:lnTo>
                  <a:pt x="216027" y="78137"/>
                </a:lnTo>
                <a:lnTo>
                  <a:pt x="215922" y="78434"/>
                </a:lnTo>
                <a:lnTo>
                  <a:pt x="215807" y="78724"/>
                </a:lnTo>
                <a:lnTo>
                  <a:pt x="215680" y="79008"/>
                </a:lnTo>
                <a:lnTo>
                  <a:pt x="215543" y="79286"/>
                </a:lnTo>
                <a:lnTo>
                  <a:pt x="215394" y="79558"/>
                </a:lnTo>
                <a:lnTo>
                  <a:pt x="215235" y="79824"/>
                </a:lnTo>
                <a:lnTo>
                  <a:pt x="215065" y="80083"/>
                </a:lnTo>
                <a:lnTo>
                  <a:pt x="214883" y="80336"/>
                </a:lnTo>
                <a:lnTo>
                  <a:pt x="214691" y="80583"/>
                </a:lnTo>
                <a:lnTo>
                  <a:pt x="214487" y="80824"/>
                </a:lnTo>
                <a:lnTo>
                  <a:pt x="214273" y="81059"/>
                </a:lnTo>
                <a:lnTo>
                  <a:pt x="214048" y="81287"/>
                </a:lnTo>
                <a:lnTo>
                  <a:pt x="213811" y="81509"/>
                </a:lnTo>
                <a:lnTo>
                  <a:pt x="213564" y="81725"/>
                </a:lnTo>
                <a:lnTo>
                  <a:pt x="213305" y="81935"/>
                </a:lnTo>
                <a:lnTo>
                  <a:pt x="213036" y="82137"/>
                </a:lnTo>
                <a:lnTo>
                  <a:pt x="212756" y="82331"/>
                </a:lnTo>
                <a:lnTo>
                  <a:pt x="212464" y="82516"/>
                </a:lnTo>
                <a:lnTo>
                  <a:pt x="212162" y="82692"/>
                </a:lnTo>
                <a:lnTo>
                  <a:pt x="211848" y="82860"/>
                </a:lnTo>
                <a:lnTo>
                  <a:pt x="211524" y="83020"/>
                </a:lnTo>
                <a:lnTo>
                  <a:pt x="211189" y="83170"/>
                </a:lnTo>
                <a:lnTo>
                  <a:pt x="210842" y="83312"/>
                </a:lnTo>
                <a:lnTo>
                  <a:pt x="210485" y="83446"/>
                </a:lnTo>
                <a:lnTo>
                  <a:pt x="210116" y="83571"/>
                </a:lnTo>
                <a:lnTo>
                  <a:pt x="209737" y="83687"/>
                </a:lnTo>
                <a:lnTo>
                  <a:pt x="209347" y="83794"/>
                </a:lnTo>
                <a:lnTo>
                  <a:pt x="208945" y="83893"/>
                </a:lnTo>
                <a:lnTo>
                  <a:pt x="208533" y="83984"/>
                </a:lnTo>
                <a:lnTo>
                  <a:pt x="208109" y="84066"/>
                </a:lnTo>
                <a:lnTo>
                  <a:pt x="207675" y="84139"/>
                </a:lnTo>
                <a:lnTo>
                  <a:pt x="207230" y="84203"/>
                </a:lnTo>
                <a:lnTo>
                  <a:pt x="206773" y="84259"/>
                </a:lnTo>
                <a:lnTo>
                  <a:pt x="206306" y="84307"/>
                </a:lnTo>
                <a:lnTo>
                  <a:pt x="205827" y="84345"/>
                </a:lnTo>
                <a:lnTo>
                  <a:pt x="205338" y="84375"/>
                </a:lnTo>
                <a:lnTo>
                  <a:pt x="204838" y="84397"/>
                </a:lnTo>
                <a:lnTo>
                  <a:pt x="204326" y="84410"/>
                </a:lnTo>
                <a:lnTo>
                  <a:pt x="203804" y="84414"/>
                </a:lnTo>
                <a:lnTo>
                  <a:pt x="197746" y="84414"/>
                </a:lnTo>
                <a:lnTo>
                  <a:pt x="197313" y="84410"/>
                </a:lnTo>
                <a:lnTo>
                  <a:pt x="196887" y="84399"/>
                </a:lnTo>
                <a:lnTo>
                  <a:pt x="196469" y="84380"/>
                </a:lnTo>
                <a:lnTo>
                  <a:pt x="196057" y="84353"/>
                </a:lnTo>
                <a:lnTo>
                  <a:pt x="195652" y="84319"/>
                </a:lnTo>
                <a:lnTo>
                  <a:pt x="195254" y="84277"/>
                </a:lnTo>
                <a:lnTo>
                  <a:pt x="194863" y="84227"/>
                </a:lnTo>
                <a:lnTo>
                  <a:pt x="194478" y="84170"/>
                </a:lnTo>
                <a:lnTo>
                  <a:pt x="194101" y="84105"/>
                </a:lnTo>
                <a:lnTo>
                  <a:pt x="193731" y="84032"/>
                </a:lnTo>
                <a:lnTo>
                  <a:pt x="193368" y="83952"/>
                </a:lnTo>
                <a:lnTo>
                  <a:pt x="193011" y="83864"/>
                </a:lnTo>
                <a:lnTo>
                  <a:pt x="192662" y="83768"/>
                </a:lnTo>
                <a:lnTo>
                  <a:pt x="192319" y="83665"/>
                </a:lnTo>
                <a:lnTo>
                  <a:pt x="191984" y="83554"/>
                </a:lnTo>
                <a:lnTo>
                  <a:pt x="191655" y="83436"/>
                </a:lnTo>
                <a:lnTo>
                  <a:pt x="191333" y="83309"/>
                </a:lnTo>
                <a:lnTo>
                  <a:pt x="191019" y="83176"/>
                </a:lnTo>
                <a:lnTo>
                  <a:pt x="190711" y="83034"/>
                </a:lnTo>
                <a:lnTo>
                  <a:pt x="190410" y="82885"/>
                </a:lnTo>
                <a:lnTo>
                  <a:pt x="190116" y="82728"/>
                </a:lnTo>
                <a:lnTo>
                  <a:pt x="189829" y="82564"/>
                </a:lnTo>
                <a:lnTo>
                  <a:pt x="189549" y="82392"/>
                </a:lnTo>
                <a:lnTo>
                  <a:pt x="189276" y="82212"/>
                </a:lnTo>
                <a:lnTo>
                  <a:pt x="189011" y="82026"/>
                </a:lnTo>
                <a:lnTo>
                  <a:pt x="188757" y="81835"/>
                </a:lnTo>
                <a:lnTo>
                  <a:pt x="188513" y="81640"/>
                </a:lnTo>
                <a:lnTo>
                  <a:pt x="188279" y="81439"/>
                </a:lnTo>
                <a:lnTo>
                  <a:pt x="188056" y="81234"/>
                </a:lnTo>
                <a:lnTo>
                  <a:pt x="187843" y="81024"/>
                </a:lnTo>
                <a:lnTo>
                  <a:pt x="187640" y="80809"/>
                </a:lnTo>
                <a:lnTo>
                  <a:pt x="187448" y="80590"/>
                </a:lnTo>
                <a:lnTo>
                  <a:pt x="187265" y="80365"/>
                </a:lnTo>
                <a:lnTo>
                  <a:pt x="187093" y="80136"/>
                </a:lnTo>
                <a:lnTo>
                  <a:pt x="186932" y="79903"/>
                </a:lnTo>
                <a:lnTo>
                  <a:pt x="186780" y="79664"/>
                </a:lnTo>
                <a:lnTo>
                  <a:pt x="186639" y="79420"/>
                </a:lnTo>
                <a:lnTo>
                  <a:pt x="186508" y="79172"/>
                </a:lnTo>
                <a:lnTo>
                  <a:pt x="186388" y="78919"/>
                </a:lnTo>
                <a:lnTo>
                  <a:pt x="186277" y="78662"/>
                </a:lnTo>
                <a:lnTo>
                  <a:pt x="186177" y="78399"/>
                </a:lnTo>
                <a:lnTo>
                  <a:pt x="186087" y="78132"/>
                </a:lnTo>
                <a:lnTo>
                  <a:pt x="186008" y="77860"/>
                </a:lnTo>
                <a:lnTo>
                  <a:pt x="185939" y="77583"/>
                </a:lnTo>
                <a:lnTo>
                  <a:pt x="185880" y="77301"/>
                </a:lnTo>
                <a:lnTo>
                  <a:pt x="185831" y="77015"/>
                </a:lnTo>
                <a:lnTo>
                  <a:pt x="185793" y="76723"/>
                </a:lnTo>
                <a:lnTo>
                  <a:pt x="185765" y="76427"/>
                </a:lnTo>
                <a:lnTo>
                  <a:pt x="168552" y="76427"/>
                </a:lnTo>
                <a:lnTo>
                  <a:pt x="168580" y="76975"/>
                </a:lnTo>
                <a:lnTo>
                  <a:pt x="168621" y="77517"/>
                </a:lnTo>
                <a:lnTo>
                  <a:pt x="168673" y="78053"/>
                </a:lnTo>
                <a:lnTo>
                  <a:pt x="168737" y="78583"/>
                </a:lnTo>
                <a:lnTo>
                  <a:pt x="168813" y="79106"/>
                </a:lnTo>
                <a:lnTo>
                  <a:pt x="168900" y="79624"/>
                </a:lnTo>
                <a:lnTo>
                  <a:pt x="168999" y="80136"/>
                </a:lnTo>
                <a:lnTo>
                  <a:pt x="169110" y="80642"/>
                </a:lnTo>
                <a:lnTo>
                  <a:pt x="169232" y="81142"/>
                </a:lnTo>
                <a:lnTo>
                  <a:pt x="169366" y="81636"/>
                </a:lnTo>
                <a:lnTo>
                  <a:pt x="169512" y="82124"/>
                </a:lnTo>
                <a:lnTo>
                  <a:pt x="169670" y="82606"/>
                </a:lnTo>
                <a:lnTo>
                  <a:pt x="169839" y="83082"/>
                </a:lnTo>
                <a:lnTo>
                  <a:pt x="170020" y="83552"/>
                </a:lnTo>
                <a:lnTo>
                  <a:pt x="170213" y="84016"/>
                </a:lnTo>
                <a:lnTo>
                  <a:pt x="170417" y="84475"/>
                </a:lnTo>
                <a:lnTo>
                  <a:pt x="170634" y="84927"/>
                </a:lnTo>
                <a:lnTo>
                  <a:pt x="170861" y="85373"/>
                </a:lnTo>
                <a:lnTo>
                  <a:pt x="171101" y="85813"/>
                </a:lnTo>
                <a:lnTo>
                  <a:pt x="171352" y="86248"/>
                </a:lnTo>
                <a:lnTo>
                  <a:pt x="171615" y="86676"/>
                </a:lnTo>
                <a:lnTo>
                  <a:pt x="171890" y="87098"/>
                </a:lnTo>
                <a:lnTo>
                  <a:pt x="172176" y="87515"/>
                </a:lnTo>
                <a:lnTo>
                  <a:pt x="172475" y="87925"/>
                </a:lnTo>
                <a:lnTo>
                  <a:pt x="172784" y="88329"/>
                </a:lnTo>
                <a:lnTo>
                  <a:pt x="173102" y="88725"/>
                </a:lnTo>
                <a:lnTo>
                  <a:pt x="173431" y="89114"/>
                </a:lnTo>
                <a:lnTo>
                  <a:pt x="173770" y="89495"/>
                </a:lnTo>
                <a:lnTo>
                  <a:pt x="174118" y="89869"/>
                </a:lnTo>
                <a:lnTo>
                  <a:pt x="174476" y="90236"/>
                </a:lnTo>
                <a:lnTo>
                  <a:pt x="174844" y="90595"/>
                </a:lnTo>
                <a:lnTo>
                  <a:pt x="175221" y="90947"/>
                </a:lnTo>
                <a:lnTo>
                  <a:pt x="175609" y="91291"/>
                </a:lnTo>
                <a:lnTo>
                  <a:pt x="176006" y="91628"/>
                </a:lnTo>
                <a:lnTo>
                  <a:pt x="176413" y="91957"/>
                </a:lnTo>
                <a:lnTo>
                  <a:pt x="176830" y="92280"/>
                </a:lnTo>
                <a:lnTo>
                  <a:pt x="177256" y="92594"/>
                </a:lnTo>
                <a:lnTo>
                  <a:pt x="177693" y="92902"/>
                </a:lnTo>
                <a:lnTo>
                  <a:pt x="178139" y="93202"/>
                </a:lnTo>
                <a:lnTo>
                  <a:pt x="178595" y="93494"/>
                </a:lnTo>
                <a:lnTo>
                  <a:pt x="179061" y="93779"/>
                </a:lnTo>
                <a:lnTo>
                  <a:pt x="179537" y="94057"/>
                </a:lnTo>
                <a:lnTo>
                  <a:pt x="180022" y="94327"/>
                </a:lnTo>
                <a:lnTo>
                  <a:pt x="180517" y="94590"/>
                </a:lnTo>
                <a:lnTo>
                  <a:pt x="181022" y="94845"/>
                </a:lnTo>
                <a:lnTo>
                  <a:pt x="181537" y="95094"/>
                </a:lnTo>
                <a:lnTo>
                  <a:pt x="182062" y="95334"/>
                </a:lnTo>
                <a:lnTo>
                  <a:pt x="182596" y="95567"/>
                </a:lnTo>
                <a:lnTo>
                  <a:pt x="183139" y="95792"/>
                </a:lnTo>
                <a:lnTo>
                  <a:pt x="183690" y="96007"/>
                </a:lnTo>
                <a:lnTo>
                  <a:pt x="184249" y="96213"/>
                </a:lnTo>
                <a:lnTo>
                  <a:pt x="184815" y="96409"/>
                </a:lnTo>
                <a:lnTo>
                  <a:pt x="185389" y="96596"/>
                </a:lnTo>
                <a:lnTo>
                  <a:pt x="185971" y="96773"/>
                </a:lnTo>
                <a:lnTo>
                  <a:pt x="186560" y="96940"/>
                </a:lnTo>
                <a:lnTo>
                  <a:pt x="187157" y="97098"/>
                </a:lnTo>
                <a:lnTo>
                  <a:pt x="187761" y="97246"/>
                </a:lnTo>
                <a:lnTo>
                  <a:pt x="188373" y="97385"/>
                </a:lnTo>
                <a:lnTo>
                  <a:pt x="188993" y="97514"/>
                </a:lnTo>
                <a:lnTo>
                  <a:pt x="189620" y="97633"/>
                </a:lnTo>
                <a:lnTo>
                  <a:pt x="190256" y="97743"/>
                </a:lnTo>
                <a:lnTo>
                  <a:pt x="190898" y="97844"/>
                </a:lnTo>
                <a:lnTo>
                  <a:pt x="191549" y="97935"/>
                </a:lnTo>
                <a:lnTo>
                  <a:pt x="192207" y="98016"/>
                </a:lnTo>
                <a:lnTo>
                  <a:pt x="192872" y="98088"/>
                </a:lnTo>
                <a:lnTo>
                  <a:pt x="193546" y="98150"/>
                </a:lnTo>
                <a:lnTo>
                  <a:pt x="194226" y="98203"/>
                </a:lnTo>
                <a:lnTo>
                  <a:pt x="194915" y="98246"/>
                </a:lnTo>
                <a:lnTo>
                  <a:pt x="195611" y="98279"/>
                </a:lnTo>
                <a:lnTo>
                  <a:pt x="196315" y="98303"/>
                </a:lnTo>
                <a:lnTo>
                  <a:pt x="197027" y="98317"/>
                </a:lnTo>
                <a:lnTo>
                  <a:pt x="197746" y="98322"/>
                </a:lnTo>
                <a:lnTo>
                  <a:pt x="203804" y="98322"/>
                </a:lnTo>
                <a:lnTo>
                  <a:pt x="205008" y="98312"/>
                </a:lnTo>
                <a:lnTo>
                  <a:pt x="206187" y="98280"/>
                </a:lnTo>
                <a:lnTo>
                  <a:pt x="207342" y="98226"/>
                </a:lnTo>
                <a:close/>
                <a:moveTo>
                  <a:pt x="121123" y="98367"/>
                </a:moveTo>
                <a:lnTo>
                  <a:pt x="122089" y="98296"/>
                </a:lnTo>
                <a:lnTo>
                  <a:pt x="123042" y="98205"/>
                </a:lnTo>
                <a:lnTo>
                  <a:pt x="123982" y="98093"/>
                </a:lnTo>
                <a:lnTo>
                  <a:pt x="124909" y="97961"/>
                </a:lnTo>
                <a:lnTo>
                  <a:pt x="125824" y="97809"/>
                </a:lnTo>
                <a:lnTo>
                  <a:pt x="126727" y="97636"/>
                </a:lnTo>
                <a:lnTo>
                  <a:pt x="127616" y="97443"/>
                </a:lnTo>
                <a:lnTo>
                  <a:pt x="128493" y="97229"/>
                </a:lnTo>
                <a:lnTo>
                  <a:pt x="129357" y="96996"/>
                </a:lnTo>
                <a:lnTo>
                  <a:pt x="130209" y="96742"/>
                </a:lnTo>
                <a:lnTo>
                  <a:pt x="131047" y="96467"/>
                </a:lnTo>
                <a:lnTo>
                  <a:pt x="131873" y="96173"/>
                </a:lnTo>
                <a:lnTo>
                  <a:pt x="132687" y="95858"/>
                </a:lnTo>
                <a:lnTo>
                  <a:pt x="133488" y="95523"/>
                </a:lnTo>
                <a:lnTo>
                  <a:pt x="134276" y="95167"/>
                </a:lnTo>
                <a:lnTo>
                  <a:pt x="135051" y="94791"/>
                </a:lnTo>
                <a:lnTo>
                  <a:pt x="135814" y="94395"/>
                </a:lnTo>
                <a:lnTo>
                  <a:pt x="136564" y="93978"/>
                </a:lnTo>
                <a:lnTo>
                  <a:pt x="137301" y="93542"/>
                </a:lnTo>
                <a:lnTo>
                  <a:pt x="138026" y="93084"/>
                </a:lnTo>
                <a:lnTo>
                  <a:pt x="138738" y="92607"/>
                </a:lnTo>
                <a:lnTo>
                  <a:pt x="139432" y="92112"/>
                </a:lnTo>
                <a:lnTo>
                  <a:pt x="140104" y="91604"/>
                </a:lnTo>
                <a:lnTo>
                  <a:pt x="140753" y="91083"/>
                </a:lnTo>
                <a:lnTo>
                  <a:pt x="141379" y="90547"/>
                </a:lnTo>
                <a:lnTo>
                  <a:pt x="141982" y="89998"/>
                </a:lnTo>
                <a:lnTo>
                  <a:pt x="142563" y="89436"/>
                </a:lnTo>
                <a:lnTo>
                  <a:pt x="143121" y="88859"/>
                </a:lnTo>
                <a:lnTo>
                  <a:pt x="143657" y="88269"/>
                </a:lnTo>
                <a:lnTo>
                  <a:pt x="144169" y="87666"/>
                </a:lnTo>
                <a:lnTo>
                  <a:pt x="144659" y="87049"/>
                </a:lnTo>
                <a:lnTo>
                  <a:pt x="145127" y="86418"/>
                </a:lnTo>
                <a:lnTo>
                  <a:pt x="145571" y="85774"/>
                </a:lnTo>
                <a:lnTo>
                  <a:pt x="145993" y="85116"/>
                </a:lnTo>
                <a:lnTo>
                  <a:pt x="146392" y="84444"/>
                </a:lnTo>
                <a:lnTo>
                  <a:pt x="146769" y="83759"/>
                </a:lnTo>
                <a:lnTo>
                  <a:pt x="147122" y="83060"/>
                </a:lnTo>
                <a:lnTo>
                  <a:pt x="147453" y="82347"/>
                </a:lnTo>
                <a:lnTo>
                  <a:pt x="147762" y="81621"/>
                </a:lnTo>
                <a:lnTo>
                  <a:pt x="148047" y="80881"/>
                </a:lnTo>
                <a:lnTo>
                  <a:pt x="148310" y="80128"/>
                </a:lnTo>
                <a:lnTo>
                  <a:pt x="148550" y="79361"/>
                </a:lnTo>
                <a:lnTo>
                  <a:pt x="148768" y="78580"/>
                </a:lnTo>
                <a:lnTo>
                  <a:pt x="148963" y="77786"/>
                </a:lnTo>
                <a:lnTo>
                  <a:pt x="149135" y="76978"/>
                </a:lnTo>
                <a:lnTo>
                  <a:pt x="132197" y="76978"/>
                </a:lnTo>
                <a:lnTo>
                  <a:pt x="132112" y="77296"/>
                </a:lnTo>
                <a:lnTo>
                  <a:pt x="132018" y="77608"/>
                </a:lnTo>
                <a:lnTo>
                  <a:pt x="131915" y="77913"/>
                </a:lnTo>
                <a:lnTo>
                  <a:pt x="131803" y="78212"/>
                </a:lnTo>
                <a:lnTo>
                  <a:pt x="131681" y="78504"/>
                </a:lnTo>
                <a:lnTo>
                  <a:pt x="131551" y="78790"/>
                </a:lnTo>
                <a:lnTo>
                  <a:pt x="131412" y="79069"/>
                </a:lnTo>
                <a:lnTo>
                  <a:pt x="131263" y="79342"/>
                </a:lnTo>
                <a:lnTo>
                  <a:pt x="131106" y="79608"/>
                </a:lnTo>
                <a:lnTo>
                  <a:pt x="130939" y="79868"/>
                </a:lnTo>
                <a:lnTo>
                  <a:pt x="130763" y="80122"/>
                </a:lnTo>
                <a:lnTo>
                  <a:pt x="130578" y="80369"/>
                </a:lnTo>
                <a:lnTo>
                  <a:pt x="130384" y="80609"/>
                </a:lnTo>
                <a:lnTo>
                  <a:pt x="130181" y="80844"/>
                </a:lnTo>
                <a:lnTo>
                  <a:pt x="129969" y="81071"/>
                </a:lnTo>
                <a:lnTo>
                  <a:pt x="129748" y="81293"/>
                </a:lnTo>
                <a:lnTo>
                  <a:pt x="129518" y="81507"/>
                </a:lnTo>
                <a:lnTo>
                  <a:pt x="129279" y="81716"/>
                </a:lnTo>
                <a:lnTo>
                  <a:pt x="129030" y="81917"/>
                </a:lnTo>
                <a:lnTo>
                  <a:pt x="128773" y="82113"/>
                </a:lnTo>
                <a:lnTo>
                  <a:pt x="128506" y="82302"/>
                </a:lnTo>
                <a:lnTo>
                  <a:pt x="128231" y="82484"/>
                </a:lnTo>
                <a:lnTo>
                  <a:pt x="127946" y="82660"/>
                </a:lnTo>
                <a:lnTo>
                  <a:pt x="127652" y="82830"/>
                </a:lnTo>
                <a:lnTo>
                  <a:pt x="127350" y="82993"/>
                </a:lnTo>
                <a:lnTo>
                  <a:pt x="127040" y="83149"/>
                </a:lnTo>
                <a:lnTo>
                  <a:pt x="126722" y="83298"/>
                </a:lnTo>
                <a:lnTo>
                  <a:pt x="126397" y="83440"/>
                </a:lnTo>
                <a:lnTo>
                  <a:pt x="126064" y="83575"/>
                </a:lnTo>
                <a:lnTo>
                  <a:pt x="125724" y="83703"/>
                </a:lnTo>
                <a:lnTo>
                  <a:pt x="125376" y="83825"/>
                </a:lnTo>
                <a:lnTo>
                  <a:pt x="125020" y="83939"/>
                </a:lnTo>
                <a:lnTo>
                  <a:pt x="124657" y="84046"/>
                </a:lnTo>
                <a:lnTo>
                  <a:pt x="124286" y="84147"/>
                </a:lnTo>
                <a:lnTo>
                  <a:pt x="123907" y="84240"/>
                </a:lnTo>
                <a:lnTo>
                  <a:pt x="123521" y="84327"/>
                </a:lnTo>
                <a:lnTo>
                  <a:pt x="123127" y="84407"/>
                </a:lnTo>
                <a:lnTo>
                  <a:pt x="122725" y="84479"/>
                </a:lnTo>
                <a:lnTo>
                  <a:pt x="122316" y="84545"/>
                </a:lnTo>
                <a:lnTo>
                  <a:pt x="121899" y="84604"/>
                </a:lnTo>
                <a:lnTo>
                  <a:pt x="121475" y="84656"/>
                </a:lnTo>
                <a:lnTo>
                  <a:pt x="121043" y="84701"/>
                </a:lnTo>
                <a:lnTo>
                  <a:pt x="120603" y="84739"/>
                </a:lnTo>
                <a:lnTo>
                  <a:pt x="120155" y="84771"/>
                </a:lnTo>
                <a:lnTo>
                  <a:pt x="119700" y="84795"/>
                </a:lnTo>
                <a:lnTo>
                  <a:pt x="119237" y="84812"/>
                </a:lnTo>
                <a:lnTo>
                  <a:pt x="118767" y="84823"/>
                </a:lnTo>
                <a:lnTo>
                  <a:pt x="118289" y="84826"/>
                </a:lnTo>
                <a:lnTo>
                  <a:pt x="117664" y="84819"/>
                </a:lnTo>
                <a:lnTo>
                  <a:pt x="117052" y="84798"/>
                </a:lnTo>
                <a:lnTo>
                  <a:pt x="116453" y="84763"/>
                </a:lnTo>
                <a:lnTo>
                  <a:pt x="115867" y="84713"/>
                </a:lnTo>
                <a:lnTo>
                  <a:pt x="115294" y="84650"/>
                </a:lnTo>
                <a:lnTo>
                  <a:pt x="114734" y="84572"/>
                </a:lnTo>
                <a:lnTo>
                  <a:pt x="114187" y="84481"/>
                </a:lnTo>
                <a:lnTo>
                  <a:pt x="113652" y="84375"/>
                </a:lnTo>
                <a:lnTo>
                  <a:pt x="113131" y="84255"/>
                </a:lnTo>
                <a:lnTo>
                  <a:pt x="112622" y="84121"/>
                </a:lnTo>
                <a:lnTo>
                  <a:pt x="112127" y="83973"/>
                </a:lnTo>
                <a:lnTo>
                  <a:pt x="111644" y="83811"/>
                </a:lnTo>
                <a:lnTo>
                  <a:pt x="111174" y="83634"/>
                </a:lnTo>
                <a:lnTo>
                  <a:pt x="110717" y="83444"/>
                </a:lnTo>
                <a:lnTo>
                  <a:pt x="110273" y="83239"/>
                </a:lnTo>
                <a:lnTo>
                  <a:pt x="109842" y="83021"/>
                </a:lnTo>
                <a:lnTo>
                  <a:pt x="109424" y="82788"/>
                </a:lnTo>
                <a:lnTo>
                  <a:pt x="109019" y="82541"/>
                </a:lnTo>
                <a:lnTo>
                  <a:pt x="108626" y="82280"/>
                </a:lnTo>
                <a:lnTo>
                  <a:pt x="108247" y="82005"/>
                </a:lnTo>
                <a:lnTo>
                  <a:pt x="107880" y="81716"/>
                </a:lnTo>
                <a:lnTo>
                  <a:pt x="107527" y="81413"/>
                </a:lnTo>
                <a:lnTo>
                  <a:pt x="107186" y="81096"/>
                </a:lnTo>
                <a:lnTo>
                  <a:pt x="106858" y="80764"/>
                </a:lnTo>
                <a:lnTo>
                  <a:pt x="106544" y="80419"/>
                </a:lnTo>
                <a:lnTo>
                  <a:pt x="106242" y="80060"/>
                </a:lnTo>
                <a:lnTo>
                  <a:pt x="105955" y="79688"/>
                </a:lnTo>
                <a:lnTo>
                  <a:pt x="105680" y="79301"/>
                </a:lnTo>
                <a:lnTo>
                  <a:pt x="105419" y="78902"/>
                </a:lnTo>
                <a:lnTo>
                  <a:pt x="105171" y="78488"/>
                </a:lnTo>
                <a:lnTo>
                  <a:pt x="104937" y="78061"/>
                </a:lnTo>
                <a:lnTo>
                  <a:pt x="104716" y="77621"/>
                </a:lnTo>
                <a:lnTo>
                  <a:pt x="104509" y="77166"/>
                </a:lnTo>
                <a:lnTo>
                  <a:pt x="104315" y="76698"/>
                </a:lnTo>
                <a:lnTo>
                  <a:pt x="104134" y="76217"/>
                </a:lnTo>
                <a:lnTo>
                  <a:pt x="103967" y="75721"/>
                </a:lnTo>
                <a:lnTo>
                  <a:pt x="103813" y="75213"/>
                </a:lnTo>
                <a:lnTo>
                  <a:pt x="103672" y="74690"/>
                </a:lnTo>
                <a:lnTo>
                  <a:pt x="103545" y="74154"/>
                </a:lnTo>
                <a:lnTo>
                  <a:pt x="103431" y="73604"/>
                </a:lnTo>
                <a:lnTo>
                  <a:pt x="103331" y="73041"/>
                </a:lnTo>
                <a:lnTo>
                  <a:pt x="103244" y="72464"/>
                </a:lnTo>
                <a:lnTo>
                  <a:pt x="103170" y="71873"/>
                </a:lnTo>
                <a:lnTo>
                  <a:pt x="103110" y="71269"/>
                </a:lnTo>
                <a:lnTo>
                  <a:pt x="103063" y="70651"/>
                </a:lnTo>
                <a:lnTo>
                  <a:pt x="103029" y="70020"/>
                </a:lnTo>
                <a:lnTo>
                  <a:pt x="103009" y="69375"/>
                </a:lnTo>
                <a:lnTo>
                  <a:pt x="103003" y="68716"/>
                </a:lnTo>
                <a:lnTo>
                  <a:pt x="103003" y="63345"/>
                </a:lnTo>
                <a:lnTo>
                  <a:pt x="149685" y="63345"/>
                </a:lnTo>
                <a:lnTo>
                  <a:pt x="149685" y="49713"/>
                </a:lnTo>
                <a:lnTo>
                  <a:pt x="149678" y="48971"/>
                </a:lnTo>
                <a:lnTo>
                  <a:pt x="149658" y="48237"/>
                </a:lnTo>
                <a:lnTo>
                  <a:pt x="149624" y="47510"/>
                </a:lnTo>
                <a:lnTo>
                  <a:pt x="149576" y="46792"/>
                </a:lnTo>
                <a:lnTo>
                  <a:pt x="149515" y="46082"/>
                </a:lnTo>
                <a:lnTo>
                  <a:pt x="149440" y="45379"/>
                </a:lnTo>
                <a:lnTo>
                  <a:pt x="149351" y="44685"/>
                </a:lnTo>
                <a:lnTo>
                  <a:pt x="149249" y="43998"/>
                </a:lnTo>
                <a:lnTo>
                  <a:pt x="149133" y="43319"/>
                </a:lnTo>
                <a:lnTo>
                  <a:pt x="149004" y="42648"/>
                </a:lnTo>
                <a:lnTo>
                  <a:pt x="148861" y="41985"/>
                </a:lnTo>
                <a:lnTo>
                  <a:pt x="148704" y="41330"/>
                </a:lnTo>
                <a:lnTo>
                  <a:pt x="148534" y="40683"/>
                </a:lnTo>
                <a:lnTo>
                  <a:pt x="148350" y="40043"/>
                </a:lnTo>
                <a:lnTo>
                  <a:pt x="148152" y="39412"/>
                </a:lnTo>
                <a:lnTo>
                  <a:pt x="147941" y="38788"/>
                </a:lnTo>
                <a:lnTo>
                  <a:pt x="147716" y="38173"/>
                </a:lnTo>
                <a:lnTo>
                  <a:pt x="147477" y="37565"/>
                </a:lnTo>
                <a:lnTo>
                  <a:pt x="147225" y="36965"/>
                </a:lnTo>
                <a:lnTo>
                  <a:pt x="146960" y="36373"/>
                </a:lnTo>
                <a:lnTo>
                  <a:pt x="146680" y="35789"/>
                </a:lnTo>
                <a:lnTo>
                  <a:pt x="146387" y="35213"/>
                </a:lnTo>
                <a:lnTo>
                  <a:pt x="146080" y="34644"/>
                </a:lnTo>
                <a:lnTo>
                  <a:pt x="145760" y="34084"/>
                </a:lnTo>
                <a:lnTo>
                  <a:pt x="145428" y="33532"/>
                </a:lnTo>
                <a:lnTo>
                  <a:pt x="145084" y="32991"/>
                </a:lnTo>
                <a:lnTo>
                  <a:pt x="144730" y="32460"/>
                </a:lnTo>
                <a:lnTo>
                  <a:pt x="144364" y="31940"/>
                </a:lnTo>
                <a:lnTo>
                  <a:pt x="143988" y="31429"/>
                </a:lnTo>
                <a:lnTo>
                  <a:pt x="143601" y="30929"/>
                </a:lnTo>
                <a:lnTo>
                  <a:pt x="143202" y="30439"/>
                </a:lnTo>
                <a:lnTo>
                  <a:pt x="142793" y="29960"/>
                </a:lnTo>
                <a:lnTo>
                  <a:pt x="142372" y="29491"/>
                </a:lnTo>
                <a:lnTo>
                  <a:pt x="141941" y="29032"/>
                </a:lnTo>
                <a:lnTo>
                  <a:pt x="141498" y="28583"/>
                </a:lnTo>
                <a:lnTo>
                  <a:pt x="141045" y="28145"/>
                </a:lnTo>
                <a:lnTo>
                  <a:pt x="140580" y="27717"/>
                </a:lnTo>
                <a:lnTo>
                  <a:pt x="140104" y="27299"/>
                </a:lnTo>
                <a:lnTo>
                  <a:pt x="139618" y="26891"/>
                </a:lnTo>
                <a:lnTo>
                  <a:pt x="139120" y="26494"/>
                </a:lnTo>
                <a:lnTo>
                  <a:pt x="138612" y="26107"/>
                </a:lnTo>
                <a:lnTo>
                  <a:pt x="138092" y="25731"/>
                </a:lnTo>
                <a:lnTo>
                  <a:pt x="137562" y="25364"/>
                </a:lnTo>
                <a:lnTo>
                  <a:pt x="137020" y="25008"/>
                </a:lnTo>
                <a:lnTo>
                  <a:pt x="136467" y="24663"/>
                </a:lnTo>
                <a:lnTo>
                  <a:pt x="135904" y="24327"/>
                </a:lnTo>
                <a:lnTo>
                  <a:pt x="135329" y="24002"/>
                </a:lnTo>
                <a:lnTo>
                  <a:pt x="134744" y="23687"/>
                </a:lnTo>
                <a:lnTo>
                  <a:pt x="134148" y="23384"/>
                </a:lnTo>
                <a:lnTo>
                  <a:pt x="133545" y="23093"/>
                </a:lnTo>
                <a:lnTo>
                  <a:pt x="132933" y="22815"/>
                </a:lnTo>
                <a:lnTo>
                  <a:pt x="132313" y="22551"/>
                </a:lnTo>
                <a:lnTo>
                  <a:pt x="131684" y="22299"/>
                </a:lnTo>
                <a:lnTo>
                  <a:pt x="131047" y="22060"/>
                </a:lnTo>
                <a:lnTo>
                  <a:pt x="130402" y="21834"/>
                </a:lnTo>
                <a:lnTo>
                  <a:pt x="129748" y="21621"/>
                </a:lnTo>
                <a:lnTo>
                  <a:pt x="129086" y="21421"/>
                </a:lnTo>
                <a:lnTo>
                  <a:pt x="128415" y="21233"/>
                </a:lnTo>
                <a:lnTo>
                  <a:pt x="127737" y="21059"/>
                </a:lnTo>
                <a:lnTo>
                  <a:pt x="127049" y="20898"/>
                </a:lnTo>
                <a:lnTo>
                  <a:pt x="126354" y="20749"/>
                </a:lnTo>
                <a:lnTo>
                  <a:pt x="125650" y="20614"/>
                </a:lnTo>
                <a:lnTo>
                  <a:pt x="124938" y="20491"/>
                </a:lnTo>
                <a:lnTo>
                  <a:pt x="124217" y="20381"/>
                </a:lnTo>
                <a:lnTo>
                  <a:pt x="123488" y="20284"/>
                </a:lnTo>
                <a:lnTo>
                  <a:pt x="122750" y="20200"/>
                </a:lnTo>
                <a:lnTo>
                  <a:pt x="122005" y="20129"/>
                </a:lnTo>
                <a:lnTo>
                  <a:pt x="121251" y="20071"/>
                </a:lnTo>
                <a:lnTo>
                  <a:pt x="120488" y="20026"/>
                </a:lnTo>
                <a:lnTo>
                  <a:pt x="119717" y="19994"/>
                </a:lnTo>
                <a:lnTo>
                  <a:pt x="118938" y="19974"/>
                </a:lnTo>
                <a:lnTo>
                  <a:pt x="118150" y="19968"/>
                </a:lnTo>
                <a:lnTo>
                  <a:pt x="117351" y="19974"/>
                </a:lnTo>
                <a:lnTo>
                  <a:pt x="116561" y="19994"/>
                </a:lnTo>
                <a:lnTo>
                  <a:pt x="115779" y="20026"/>
                </a:lnTo>
                <a:lnTo>
                  <a:pt x="115006" y="20071"/>
                </a:lnTo>
                <a:lnTo>
                  <a:pt x="114242" y="20129"/>
                </a:lnTo>
                <a:lnTo>
                  <a:pt x="113486" y="20200"/>
                </a:lnTo>
                <a:lnTo>
                  <a:pt x="112739" y="20284"/>
                </a:lnTo>
                <a:lnTo>
                  <a:pt x="112000" y="20381"/>
                </a:lnTo>
                <a:lnTo>
                  <a:pt x="111270" y="20491"/>
                </a:lnTo>
                <a:lnTo>
                  <a:pt x="110548" y="20614"/>
                </a:lnTo>
                <a:lnTo>
                  <a:pt x="109836" y="20749"/>
                </a:lnTo>
                <a:lnTo>
                  <a:pt x="109131" y="20898"/>
                </a:lnTo>
                <a:lnTo>
                  <a:pt x="108436" y="21059"/>
                </a:lnTo>
                <a:lnTo>
                  <a:pt x="107749" y="21233"/>
                </a:lnTo>
                <a:lnTo>
                  <a:pt x="107070" y="21421"/>
                </a:lnTo>
                <a:lnTo>
                  <a:pt x="106400" y="21621"/>
                </a:lnTo>
                <a:lnTo>
                  <a:pt x="105739" y="21834"/>
                </a:lnTo>
                <a:lnTo>
                  <a:pt x="105086" y="22060"/>
                </a:lnTo>
                <a:lnTo>
                  <a:pt x="104442" y="22299"/>
                </a:lnTo>
                <a:lnTo>
                  <a:pt x="103807" y="22551"/>
                </a:lnTo>
                <a:lnTo>
                  <a:pt x="103180" y="22815"/>
                </a:lnTo>
                <a:lnTo>
                  <a:pt x="102562" y="23093"/>
                </a:lnTo>
                <a:lnTo>
                  <a:pt x="101952" y="23384"/>
                </a:lnTo>
                <a:lnTo>
                  <a:pt x="101351" y="23687"/>
                </a:lnTo>
                <a:lnTo>
                  <a:pt x="100760" y="24002"/>
                </a:lnTo>
                <a:lnTo>
                  <a:pt x="100180" y="24327"/>
                </a:lnTo>
                <a:lnTo>
                  <a:pt x="99611" y="24663"/>
                </a:lnTo>
                <a:lnTo>
                  <a:pt x="99054" y="25008"/>
                </a:lnTo>
                <a:lnTo>
                  <a:pt x="98508" y="25364"/>
                </a:lnTo>
                <a:lnTo>
                  <a:pt x="97973" y="25731"/>
                </a:lnTo>
                <a:lnTo>
                  <a:pt x="97449" y="26107"/>
                </a:lnTo>
                <a:lnTo>
                  <a:pt x="96937" y="26494"/>
                </a:lnTo>
                <a:lnTo>
                  <a:pt x="96435" y="26891"/>
                </a:lnTo>
                <a:lnTo>
                  <a:pt x="95945" y="27299"/>
                </a:lnTo>
                <a:lnTo>
                  <a:pt x="95467" y="27717"/>
                </a:lnTo>
                <a:lnTo>
                  <a:pt x="94999" y="28145"/>
                </a:lnTo>
                <a:lnTo>
                  <a:pt x="94543" y="28583"/>
                </a:lnTo>
                <a:lnTo>
                  <a:pt x="94098" y="29032"/>
                </a:lnTo>
                <a:lnTo>
                  <a:pt x="93664" y="29491"/>
                </a:lnTo>
                <a:lnTo>
                  <a:pt x="93241" y="29960"/>
                </a:lnTo>
                <a:lnTo>
                  <a:pt x="92830" y="30439"/>
                </a:lnTo>
                <a:lnTo>
                  <a:pt x="92430" y="30929"/>
                </a:lnTo>
                <a:lnTo>
                  <a:pt x="92041" y="31429"/>
                </a:lnTo>
                <a:lnTo>
                  <a:pt x="91663" y="31940"/>
                </a:lnTo>
                <a:lnTo>
                  <a:pt x="91297" y="32460"/>
                </a:lnTo>
                <a:lnTo>
                  <a:pt x="90942" y="32991"/>
                </a:lnTo>
                <a:lnTo>
                  <a:pt x="90598" y="33532"/>
                </a:lnTo>
                <a:lnTo>
                  <a:pt x="90265" y="34084"/>
                </a:lnTo>
                <a:lnTo>
                  <a:pt x="89945" y="34644"/>
                </a:lnTo>
                <a:lnTo>
                  <a:pt x="89638" y="35213"/>
                </a:lnTo>
                <a:lnTo>
                  <a:pt x="89346" y="35789"/>
                </a:lnTo>
                <a:lnTo>
                  <a:pt x="89066" y="36373"/>
                </a:lnTo>
                <a:lnTo>
                  <a:pt x="88801" y="36965"/>
                </a:lnTo>
                <a:lnTo>
                  <a:pt x="88549" y="37565"/>
                </a:lnTo>
                <a:lnTo>
                  <a:pt x="88310" y="38173"/>
                </a:lnTo>
                <a:lnTo>
                  <a:pt x="88086" y="38788"/>
                </a:lnTo>
                <a:lnTo>
                  <a:pt x="87874" y="39412"/>
                </a:lnTo>
                <a:lnTo>
                  <a:pt x="87677" y="40043"/>
                </a:lnTo>
                <a:lnTo>
                  <a:pt x="87493" y="40683"/>
                </a:lnTo>
                <a:lnTo>
                  <a:pt x="87323" y="41330"/>
                </a:lnTo>
                <a:lnTo>
                  <a:pt x="87166" y="41985"/>
                </a:lnTo>
                <a:lnTo>
                  <a:pt x="87023" y="42648"/>
                </a:lnTo>
                <a:lnTo>
                  <a:pt x="86894" y="43319"/>
                </a:lnTo>
                <a:lnTo>
                  <a:pt x="86778" y="43998"/>
                </a:lnTo>
                <a:lnTo>
                  <a:pt x="86676" y="44685"/>
                </a:lnTo>
                <a:lnTo>
                  <a:pt x="86587" y="45379"/>
                </a:lnTo>
                <a:lnTo>
                  <a:pt x="86512" y="46082"/>
                </a:lnTo>
                <a:lnTo>
                  <a:pt x="86451" y="46792"/>
                </a:lnTo>
                <a:lnTo>
                  <a:pt x="86403" y="47510"/>
                </a:lnTo>
                <a:lnTo>
                  <a:pt x="86369" y="48237"/>
                </a:lnTo>
                <a:lnTo>
                  <a:pt x="86349" y="48971"/>
                </a:lnTo>
                <a:lnTo>
                  <a:pt x="86342" y="49713"/>
                </a:lnTo>
                <a:lnTo>
                  <a:pt x="86342" y="68716"/>
                </a:lnTo>
                <a:lnTo>
                  <a:pt x="86349" y="69458"/>
                </a:lnTo>
                <a:lnTo>
                  <a:pt x="86369" y="70192"/>
                </a:lnTo>
                <a:lnTo>
                  <a:pt x="86403" y="70918"/>
                </a:lnTo>
                <a:lnTo>
                  <a:pt x="86451" y="71636"/>
                </a:lnTo>
                <a:lnTo>
                  <a:pt x="86512" y="72346"/>
                </a:lnTo>
                <a:lnTo>
                  <a:pt x="86587" y="73049"/>
                </a:lnTo>
                <a:lnTo>
                  <a:pt x="86676" y="73743"/>
                </a:lnTo>
                <a:lnTo>
                  <a:pt x="86778" y="74430"/>
                </a:lnTo>
                <a:lnTo>
                  <a:pt x="86894" y="75109"/>
                </a:lnTo>
                <a:lnTo>
                  <a:pt x="87023" y="75780"/>
                </a:lnTo>
                <a:lnTo>
                  <a:pt x="87166" y="76443"/>
                </a:lnTo>
                <a:lnTo>
                  <a:pt x="87323" y="77098"/>
                </a:lnTo>
                <a:lnTo>
                  <a:pt x="87493" y="77745"/>
                </a:lnTo>
                <a:lnTo>
                  <a:pt x="87677" y="78384"/>
                </a:lnTo>
                <a:lnTo>
                  <a:pt x="87874" y="79016"/>
                </a:lnTo>
                <a:lnTo>
                  <a:pt x="88086" y="79640"/>
                </a:lnTo>
                <a:lnTo>
                  <a:pt x="88310" y="80255"/>
                </a:lnTo>
                <a:lnTo>
                  <a:pt x="88549" y="80863"/>
                </a:lnTo>
                <a:lnTo>
                  <a:pt x="88801" y="81463"/>
                </a:lnTo>
                <a:lnTo>
                  <a:pt x="89066" y="82055"/>
                </a:lnTo>
                <a:lnTo>
                  <a:pt x="89346" y="82639"/>
                </a:lnTo>
                <a:lnTo>
                  <a:pt x="89638" y="83216"/>
                </a:lnTo>
                <a:lnTo>
                  <a:pt x="89945" y="83784"/>
                </a:lnTo>
                <a:lnTo>
                  <a:pt x="90265" y="84345"/>
                </a:lnTo>
                <a:lnTo>
                  <a:pt x="90598" y="84896"/>
                </a:lnTo>
                <a:lnTo>
                  <a:pt x="90942" y="85437"/>
                </a:lnTo>
                <a:lnTo>
                  <a:pt x="91297" y="85968"/>
                </a:lnTo>
                <a:lnTo>
                  <a:pt x="91663" y="86489"/>
                </a:lnTo>
                <a:lnTo>
                  <a:pt x="92041" y="86999"/>
                </a:lnTo>
                <a:lnTo>
                  <a:pt x="92430" y="87499"/>
                </a:lnTo>
                <a:lnTo>
                  <a:pt x="92830" y="87988"/>
                </a:lnTo>
                <a:lnTo>
                  <a:pt x="93241" y="88468"/>
                </a:lnTo>
                <a:lnTo>
                  <a:pt x="93664" y="88937"/>
                </a:lnTo>
                <a:lnTo>
                  <a:pt x="94098" y="89396"/>
                </a:lnTo>
                <a:lnTo>
                  <a:pt x="94543" y="89845"/>
                </a:lnTo>
                <a:lnTo>
                  <a:pt x="94999" y="90283"/>
                </a:lnTo>
                <a:lnTo>
                  <a:pt x="95467" y="90711"/>
                </a:lnTo>
                <a:lnTo>
                  <a:pt x="95945" y="91129"/>
                </a:lnTo>
                <a:lnTo>
                  <a:pt x="96435" y="91536"/>
                </a:lnTo>
                <a:lnTo>
                  <a:pt x="96937" y="91934"/>
                </a:lnTo>
                <a:lnTo>
                  <a:pt x="97449" y="92320"/>
                </a:lnTo>
                <a:lnTo>
                  <a:pt x="97973" y="92697"/>
                </a:lnTo>
                <a:lnTo>
                  <a:pt x="98508" y="93064"/>
                </a:lnTo>
                <a:lnTo>
                  <a:pt x="99054" y="93420"/>
                </a:lnTo>
                <a:lnTo>
                  <a:pt x="99611" y="93766"/>
                </a:lnTo>
                <a:lnTo>
                  <a:pt x="100180" y="94101"/>
                </a:lnTo>
                <a:lnTo>
                  <a:pt x="100760" y="94427"/>
                </a:lnTo>
                <a:lnTo>
                  <a:pt x="101351" y="94742"/>
                </a:lnTo>
                <a:lnTo>
                  <a:pt x="101952" y="95045"/>
                </a:lnTo>
                <a:lnTo>
                  <a:pt x="102562" y="95335"/>
                </a:lnTo>
                <a:lnTo>
                  <a:pt x="103180" y="95613"/>
                </a:lnTo>
                <a:lnTo>
                  <a:pt x="103807" y="95877"/>
                </a:lnTo>
                <a:lnTo>
                  <a:pt x="104442" y="96129"/>
                </a:lnTo>
                <a:lnTo>
                  <a:pt x="105086" y="96368"/>
                </a:lnTo>
                <a:lnTo>
                  <a:pt x="105739" y="96594"/>
                </a:lnTo>
                <a:lnTo>
                  <a:pt x="106400" y="96807"/>
                </a:lnTo>
                <a:lnTo>
                  <a:pt x="107070" y="97007"/>
                </a:lnTo>
                <a:lnTo>
                  <a:pt x="107749" y="97194"/>
                </a:lnTo>
                <a:lnTo>
                  <a:pt x="108436" y="97368"/>
                </a:lnTo>
                <a:lnTo>
                  <a:pt x="109131" y="97529"/>
                </a:lnTo>
                <a:lnTo>
                  <a:pt x="109836" y="97678"/>
                </a:lnTo>
                <a:lnTo>
                  <a:pt x="110548" y="97813"/>
                </a:lnTo>
                <a:lnTo>
                  <a:pt x="111270" y="97936"/>
                </a:lnTo>
                <a:lnTo>
                  <a:pt x="112000" y="98046"/>
                </a:lnTo>
                <a:lnTo>
                  <a:pt x="112739" y="98143"/>
                </a:lnTo>
                <a:lnTo>
                  <a:pt x="113486" y="98226"/>
                </a:lnTo>
                <a:lnTo>
                  <a:pt x="114242" y="98297"/>
                </a:lnTo>
                <a:lnTo>
                  <a:pt x="115006" y="98355"/>
                </a:lnTo>
                <a:lnTo>
                  <a:pt x="115779" y="98401"/>
                </a:lnTo>
                <a:lnTo>
                  <a:pt x="116561" y="98433"/>
                </a:lnTo>
                <a:lnTo>
                  <a:pt x="117351" y="98452"/>
                </a:lnTo>
                <a:lnTo>
                  <a:pt x="118150" y="98459"/>
                </a:lnTo>
                <a:lnTo>
                  <a:pt x="119154" y="98449"/>
                </a:lnTo>
                <a:lnTo>
                  <a:pt x="120145" y="98418"/>
                </a:lnTo>
                <a:lnTo>
                  <a:pt x="121123" y="98367"/>
                </a:lnTo>
                <a:close/>
                <a:moveTo>
                  <a:pt x="103003" y="49713"/>
                </a:moveTo>
                <a:lnTo>
                  <a:pt x="103009" y="49065"/>
                </a:lnTo>
                <a:lnTo>
                  <a:pt x="103029" y="48429"/>
                </a:lnTo>
                <a:lnTo>
                  <a:pt x="103063" y="47806"/>
                </a:lnTo>
                <a:lnTo>
                  <a:pt x="103110" y="47195"/>
                </a:lnTo>
                <a:lnTo>
                  <a:pt x="103170" y="46597"/>
                </a:lnTo>
                <a:lnTo>
                  <a:pt x="103244" y="46011"/>
                </a:lnTo>
                <a:lnTo>
                  <a:pt x="103331" y="45438"/>
                </a:lnTo>
                <a:lnTo>
                  <a:pt x="103431" y="44877"/>
                </a:lnTo>
                <a:lnTo>
                  <a:pt x="103545" y="44329"/>
                </a:lnTo>
                <a:lnTo>
                  <a:pt x="103672" y="43793"/>
                </a:lnTo>
                <a:lnTo>
                  <a:pt x="103813" y="43269"/>
                </a:lnTo>
                <a:lnTo>
                  <a:pt x="103967" y="42758"/>
                </a:lnTo>
                <a:lnTo>
                  <a:pt x="104134" y="42259"/>
                </a:lnTo>
                <a:lnTo>
                  <a:pt x="104315" y="41773"/>
                </a:lnTo>
                <a:lnTo>
                  <a:pt x="104509" y="41299"/>
                </a:lnTo>
                <a:lnTo>
                  <a:pt x="104716" y="40838"/>
                </a:lnTo>
                <a:lnTo>
                  <a:pt x="104937" y="40389"/>
                </a:lnTo>
                <a:lnTo>
                  <a:pt x="105171" y="39953"/>
                </a:lnTo>
                <a:lnTo>
                  <a:pt x="105419" y="39529"/>
                </a:lnTo>
                <a:lnTo>
                  <a:pt x="105680" y="39117"/>
                </a:lnTo>
                <a:lnTo>
                  <a:pt x="105955" y="38718"/>
                </a:lnTo>
                <a:lnTo>
                  <a:pt x="106242" y="38331"/>
                </a:lnTo>
                <a:lnTo>
                  <a:pt x="106544" y="37957"/>
                </a:lnTo>
                <a:lnTo>
                  <a:pt x="106858" y="37595"/>
                </a:lnTo>
                <a:lnTo>
                  <a:pt x="107186" y="37247"/>
                </a:lnTo>
                <a:lnTo>
                  <a:pt x="107526" y="36913"/>
                </a:lnTo>
                <a:lnTo>
                  <a:pt x="107878" y="36594"/>
                </a:lnTo>
                <a:lnTo>
                  <a:pt x="108243" y="36290"/>
                </a:lnTo>
                <a:lnTo>
                  <a:pt x="108620" y="36001"/>
                </a:lnTo>
                <a:lnTo>
                  <a:pt x="109010" y="35727"/>
                </a:lnTo>
                <a:lnTo>
                  <a:pt x="109412" y="35468"/>
                </a:lnTo>
                <a:lnTo>
                  <a:pt x="109827" y="35223"/>
                </a:lnTo>
                <a:lnTo>
                  <a:pt x="110254" y="34993"/>
                </a:lnTo>
                <a:lnTo>
                  <a:pt x="110693" y="34778"/>
                </a:lnTo>
                <a:lnTo>
                  <a:pt x="111145" y="34578"/>
                </a:lnTo>
                <a:lnTo>
                  <a:pt x="111609" y="34393"/>
                </a:lnTo>
                <a:lnTo>
                  <a:pt x="112086" y="34222"/>
                </a:lnTo>
                <a:lnTo>
                  <a:pt x="112575" y="34067"/>
                </a:lnTo>
                <a:lnTo>
                  <a:pt x="113077" y="33926"/>
                </a:lnTo>
                <a:lnTo>
                  <a:pt x="113591" y="33800"/>
                </a:lnTo>
                <a:lnTo>
                  <a:pt x="114117" y="33688"/>
                </a:lnTo>
                <a:lnTo>
                  <a:pt x="114656" y="33592"/>
                </a:lnTo>
                <a:lnTo>
                  <a:pt x="115207" y="33511"/>
                </a:lnTo>
                <a:lnTo>
                  <a:pt x="115771" y="33444"/>
                </a:lnTo>
                <a:lnTo>
                  <a:pt x="116347" y="33392"/>
                </a:lnTo>
                <a:lnTo>
                  <a:pt x="116936" y="33355"/>
                </a:lnTo>
                <a:lnTo>
                  <a:pt x="117537" y="33333"/>
                </a:lnTo>
                <a:lnTo>
                  <a:pt x="118150" y="33325"/>
                </a:lnTo>
                <a:lnTo>
                  <a:pt x="118763" y="33333"/>
                </a:lnTo>
                <a:lnTo>
                  <a:pt x="119364" y="33354"/>
                </a:lnTo>
                <a:lnTo>
                  <a:pt x="119951" y="33391"/>
                </a:lnTo>
                <a:lnTo>
                  <a:pt x="120526" y="33442"/>
                </a:lnTo>
                <a:lnTo>
                  <a:pt x="121087" y="33508"/>
                </a:lnTo>
                <a:lnTo>
                  <a:pt x="121636" y="33588"/>
                </a:lnTo>
                <a:lnTo>
                  <a:pt x="122172" y="33683"/>
                </a:lnTo>
                <a:lnTo>
                  <a:pt x="122694" y="33792"/>
                </a:lnTo>
                <a:lnTo>
                  <a:pt x="123204" y="33916"/>
                </a:lnTo>
                <a:lnTo>
                  <a:pt x="123701" y="34054"/>
                </a:lnTo>
                <a:lnTo>
                  <a:pt x="124185" y="34208"/>
                </a:lnTo>
                <a:lnTo>
                  <a:pt x="124657" y="34375"/>
                </a:lnTo>
                <a:lnTo>
                  <a:pt x="125115" y="34558"/>
                </a:lnTo>
                <a:lnTo>
                  <a:pt x="125560" y="34755"/>
                </a:lnTo>
                <a:lnTo>
                  <a:pt x="125993" y="34966"/>
                </a:lnTo>
                <a:lnTo>
                  <a:pt x="126412" y="35192"/>
                </a:lnTo>
                <a:lnTo>
                  <a:pt x="126819" y="35433"/>
                </a:lnTo>
                <a:lnTo>
                  <a:pt x="127213" y="35688"/>
                </a:lnTo>
                <a:lnTo>
                  <a:pt x="127593" y="35958"/>
                </a:lnTo>
                <a:lnTo>
                  <a:pt x="127961" y="36242"/>
                </a:lnTo>
                <a:lnTo>
                  <a:pt x="128316" y="36541"/>
                </a:lnTo>
                <a:lnTo>
                  <a:pt x="128658" y="36855"/>
                </a:lnTo>
                <a:lnTo>
                  <a:pt x="128987" y="37183"/>
                </a:lnTo>
                <a:lnTo>
                  <a:pt x="129303" y="37526"/>
                </a:lnTo>
                <a:lnTo>
                  <a:pt x="129607" y="37882"/>
                </a:lnTo>
                <a:lnTo>
                  <a:pt x="129898" y="38251"/>
                </a:lnTo>
                <a:lnTo>
                  <a:pt x="130175" y="38633"/>
                </a:lnTo>
                <a:lnTo>
                  <a:pt x="130440" y="39027"/>
                </a:lnTo>
                <a:lnTo>
                  <a:pt x="130692" y="39434"/>
                </a:lnTo>
                <a:lnTo>
                  <a:pt x="130931" y="39854"/>
                </a:lnTo>
                <a:lnTo>
                  <a:pt x="131157" y="40286"/>
                </a:lnTo>
                <a:lnTo>
                  <a:pt x="131370" y="40731"/>
                </a:lnTo>
                <a:lnTo>
                  <a:pt x="131570" y="41189"/>
                </a:lnTo>
                <a:lnTo>
                  <a:pt x="131757" y="41659"/>
                </a:lnTo>
                <a:lnTo>
                  <a:pt x="131931" y="42142"/>
                </a:lnTo>
                <a:lnTo>
                  <a:pt x="132093" y="42638"/>
                </a:lnTo>
                <a:lnTo>
                  <a:pt x="132241" y="43146"/>
                </a:lnTo>
                <a:lnTo>
                  <a:pt x="132377" y="43667"/>
                </a:lnTo>
                <a:lnTo>
                  <a:pt x="132500" y="44201"/>
                </a:lnTo>
                <a:lnTo>
                  <a:pt x="132609" y="44747"/>
                </a:lnTo>
                <a:lnTo>
                  <a:pt x="132706" y="45306"/>
                </a:lnTo>
                <a:lnTo>
                  <a:pt x="132790" y="45878"/>
                </a:lnTo>
                <a:lnTo>
                  <a:pt x="132861" y="46462"/>
                </a:lnTo>
                <a:lnTo>
                  <a:pt x="132919" y="47059"/>
                </a:lnTo>
                <a:lnTo>
                  <a:pt x="132965" y="47669"/>
                </a:lnTo>
                <a:lnTo>
                  <a:pt x="132997" y="48291"/>
                </a:lnTo>
                <a:lnTo>
                  <a:pt x="133016" y="48926"/>
                </a:lnTo>
                <a:lnTo>
                  <a:pt x="133023" y="49574"/>
                </a:lnTo>
                <a:lnTo>
                  <a:pt x="133023" y="52340"/>
                </a:lnTo>
                <a:lnTo>
                  <a:pt x="103003" y="52604"/>
                </a:lnTo>
                <a:lnTo>
                  <a:pt x="103003" y="49713"/>
                </a:lnTo>
                <a:close/>
                <a:moveTo>
                  <a:pt x="417797" y="21344"/>
                </a:moveTo>
                <a:lnTo>
                  <a:pt x="417797" y="121868"/>
                </a:lnTo>
                <a:lnTo>
                  <a:pt x="435010" y="121868"/>
                </a:lnTo>
                <a:lnTo>
                  <a:pt x="435010" y="100663"/>
                </a:lnTo>
                <a:lnTo>
                  <a:pt x="434460" y="82624"/>
                </a:lnTo>
                <a:lnTo>
                  <a:pt x="434886" y="82624"/>
                </a:lnTo>
                <a:lnTo>
                  <a:pt x="434943" y="82997"/>
                </a:lnTo>
                <a:lnTo>
                  <a:pt x="435067" y="83678"/>
                </a:lnTo>
                <a:lnTo>
                  <a:pt x="435210" y="84344"/>
                </a:lnTo>
                <a:lnTo>
                  <a:pt x="435373" y="84997"/>
                </a:lnTo>
                <a:lnTo>
                  <a:pt x="435555" y="85637"/>
                </a:lnTo>
                <a:lnTo>
                  <a:pt x="435755" y="86263"/>
                </a:lnTo>
                <a:lnTo>
                  <a:pt x="435975" y="86875"/>
                </a:lnTo>
                <a:lnTo>
                  <a:pt x="436214" y="87473"/>
                </a:lnTo>
                <a:lnTo>
                  <a:pt x="436472" y="88058"/>
                </a:lnTo>
                <a:lnTo>
                  <a:pt x="436750" y="88629"/>
                </a:lnTo>
                <a:lnTo>
                  <a:pt x="437046" y="89187"/>
                </a:lnTo>
                <a:lnTo>
                  <a:pt x="437362" y="89731"/>
                </a:lnTo>
                <a:lnTo>
                  <a:pt x="437696" y="90261"/>
                </a:lnTo>
                <a:lnTo>
                  <a:pt x="438050" y="90778"/>
                </a:lnTo>
                <a:lnTo>
                  <a:pt x="438423" y="91281"/>
                </a:lnTo>
                <a:lnTo>
                  <a:pt x="438815" y="91771"/>
                </a:lnTo>
                <a:lnTo>
                  <a:pt x="439226" y="92247"/>
                </a:lnTo>
                <a:lnTo>
                  <a:pt x="439656" y="92709"/>
                </a:lnTo>
                <a:lnTo>
                  <a:pt x="440106" y="93157"/>
                </a:lnTo>
                <a:lnTo>
                  <a:pt x="440572" y="93590"/>
                </a:lnTo>
                <a:lnTo>
                  <a:pt x="441051" y="94004"/>
                </a:lnTo>
                <a:lnTo>
                  <a:pt x="441543" y="94400"/>
                </a:lnTo>
                <a:lnTo>
                  <a:pt x="442049" y="94777"/>
                </a:lnTo>
                <a:lnTo>
                  <a:pt x="442569" y="95136"/>
                </a:lnTo>
                <a:lnTo>
                  <a:pt x="443101" y="95477"/>
                </a:lnTo>
                <a:lnTo>
                  <a:pt x="443647" y="95799"/>
                </a:lnTo>
                <a:lnTo>
                  <a:pt x="444207" y="96103"/>
                </a:lnTo>
                <a:lnTo>
                  <a:pt x="444780" y="96388"/>
                </a:lnTo>
                <a:lnTo>
                  <a:pt x="445366" y="96655"/>
                </a:lnTo>
                <a:lnTo>
                  <a:pt x="445966" y="96903"/>
                </a:lnTo>
                <a:lnTo>
                  <a:pt x="446579" y="97133"/>
                </a:lnTo>
                <a:lnTo>
                  <a:pt x="447205" y="97345"/>
                </a:lnTo>
                <a:lnTo>
                  <a:pt x="447845" y="97538"/>
                </a:lnTo>
                <a:lnTo>
                  <a:pt x="448498" y="97713"/>
                </a:lnTo>
                <a:lnTo>
                  <a:pt x="449164" y="97870"/>
                </a:lnTo>
                <a:lnTo>
                  <a:pt x="449844" y="98008"/>
                </a:lnTo>
                <a:lnTo>
                  <a:pt x="450537" y="98127"/>
                </a:lnTo>
                <a:lnTo>
                  <a:pt x="451244" y="98229"/>
                </a:lnTo>
                <a:lnTo>
                  <a:pt x="451964" y="98311"/>
                </a:lnTo>
                <a:lnTo>
                  <a:pt x="452698" y="98376"/>
                </a:lnTo>
                <a:lnTo>
                  <a:pt x="453444" y="98422"/>
                </a:lnTo>
                <a:lnTo>
                  <a:pt x="454205" y="98450"/>
                </a:lnTo>
                <a:lnTo>
                  <a:pt x="454978" y="98459"/>
                </a:lnTo>
                <a:lnTo>
                  <a:pt x="455617" y="98453"/>
                </a:lnTo>
                <a:lnTo>
                  <a:pt x="456249" y="98434"/>
                </a:lnTo>
                <a:lnTo>
                  <a:pt x="456874" y="98403"/>
                </a:lnTo>
                <a:lnTo>
                  <a:pt x="457491" y="98359"/>
                </a:lnTo>
                <a:lnTo>
                  <a:pt x="458102" y="98303"/>
                </a:lnTo>
                <a:lnTo>
                  <a:pt x="458705" y="98235"/>
                </a:lnTo>
                <a:lnTo>
                  <a:pt x="459301" y="98154"/>
                </a:lnTo>
                <a:lnTo>
                  <a:pt x="459890" y="98061"/>
                </a:lnTo>
                <a:lnTo>
                  <a:pt x="460471" y="97955"/>
                </a:lnTo>
                <a:lnTo>
                  <a:pt x="461046" y="97837"/>
                </a:lnTo>
                <a:lnTo>
                  <a:pt x="461613" y="97707"/>
                </a:lnTo>
                <a:lnTo>
                  <a:pt x="462173" y="97564"/>
                </a:lnTo>
                <a:lnTo>
                  <a:pt x="462726" y="97408"/>
                </a:lnTo>
                <a:lnTo>
                  <a:pt x="463272" y="97240"/>
                </a:lnTo>
                <a:lnTo>
                  <a:pt x="463811" y="97060"/>
                </a:lnTo>
                <a:lnTo>
                  <a:pt x="464342" y="96867"/>
                </a:lnTo>
                <a:lnTo>
                  <a:pt x="464866" y="96662"/>
                </a:lnTo>
                <a:lnTo>
                  <a:pt x="465383" y="96445"/>
                </a:lnTo>
                <a:lnTo>
                  <a:pt x="465893" y="96215"/>
                </a:lnTo>
                <a:lnTo>
                  <a:pt x="466396" y="95972"/>
                </a:lnTo>
                <a:lnTo>
                  <a:pt x="466892" y="95717"/>
                </a:lnTo>
                <a:lnTo>
                  <a:pt x="467380" y="95450"/>
                </a:lnTo>
                <a:lnTo>
                  <a:pt x="467861" y="95170"/>
                </a:lnTo>
                <a:lnTo>
                  <a:pt x="468336" y="94878"/>
                </a:lnTo>
                <a:lnTo>
                  <a:pt x="468802" y="94575"/>
                </a:lnTo>
                <a:lnTo>
                  <a:pt x="469259" y="94261"/>
                </a:lnTo>
                <a:lnTo>
                  <a:pt x="469707" y="93937"/>
                </a:lnTo>
                <a:lnTo>
                  <a:pt x="470147" y="93603"/>
                </a:lnTo>
                <a:lnTo>
                  <a:pt x="470577" y="93258"/>
                </a:lnTo>
                <a:lnTo>
                  <a:pt x="470999" y="92903"/>
                </a:lnTo>
                <a:lnTo>
                  <a:pt x="471412" y="92538"/>
                </a:lnTo>
                <a:lnTo>
                  <a:pt x="471816" y="92163"/>
                </a:lnTo>
                <a:lnTo>
                  <a:pt x="472212" y="91777"/>
                </a:lnTo>
                <a:lnTo>
                  <a:pt x="472598" y="91381"/>
                </a:lnTo>
                <a:lnTo>
                  <a:pt x="472976" y="90975"/>
                </a:lnTo>
                <a:lnTo>
                  <a:pt x="473344" y="90558"/>
                </a:lnTo>
                <a:lnTo>
                  <a:pt x="473704" y="90131"/>
                </a:lnTo>
                <a:lnTo>
                  <a:pt x="474055" y="89694"/>
                </a:lnTo>
                <a:lnTo>
                  <a:pt x="474397" y="89247"/>
                </a:lnTo>
                <a:lnTo>
                  <a:pt x="474731" y="88789"/>
                </a:lnTo>
                <a:lnTo>
                  <a:pt x="475055" y="88322"/>
                </a:lnTo>
                <a:lnTo>
                  <a:pt x="475371" y="87843"/>
                </a:lnTo>
                <a:lnTo>
                  <a:pt x="475678" y="87355"/>
                </a:lnTo>
                <a:lnTo>
                  <a:pt x="475976" y="86856"/>
                </a:lnTo>
                <a:lnTo>
                  <a:pt x="476265" y="86347"/>
                </a:lnTo>
                <a:lnTo>
                  <a:pt x="476545" y="85828"/>
                </a:lnTo>
                <a:lnTo>
                  <a:pt x="476816" y="85299"/>
                </a:lnTo>
                <a:lnTo>
                  <a:pt x="477079" y="84759"/>
                </a:lnTo>
                <a:lnTo>
                  <a:pt x="477332" y="84210"/>
                </a:lnTo>
                <a:lnTo>
                  <a:pt x="477574" y="83653"/>
                </a:lnTo>
                <a:lnTo>
                  <a:pt x="477805" y="83088"/>
                </a:lnTo>
                <a:lnTo>
                  <a:pt x="478026" y="82515"/>
                </a:lnTo>
                <a:lnTo>
                  <a:pt x="478236" y="81935"/>
                </a:lnTo>
                <a:lnTo>
                  <a:pt x="478435" y="81346"/>
                </a:lnTo>
                <a:lnTo>
                  <a:pt x="478623" y="80750"/>
                </a:lnTo>
                <a:lnTo>
                  <a:pt x="478801" y="80145"/>
                </a:lnTo>
                <a:lnTo>
                  <a:pt x="478967" y="79533"/>
                </a:lnTo>
                <a:lnTo>
                  <a:pt x="479123" y="78913"/>
                </a:lnTo>
                <a:lnTo>
                  <a:pt x="479269" y="78285"/>
                </a:lnTo>
                <a:lnTo>
                  <a:pt x="479403" y="77649"/>
                </a:lnTo>
                <a:lnTo>
                  <a:pt x="479527" y="77006"/>
                </a:lnTo>
                <a:lnTo>
                  <a:pt x="479640" y="76354"/>
                </a:lnTo>
                <a:lnTo>
                  <a:pt x="479742" y="75694"/>
                </a:lnTo>
                <a:lnTo>
                  <a:pt x="479834" y="75027"/>
                </a:lnTo>
                <a:lnTo>
                  <a:pt x="479914" y="74352"/>
                </a:lnTo>
                <a:lnTo>
                  <a:pt x="479984" y="73668"/>
                </a:lnTo>
                <a:lnTo>
                  <a:pt x="480043" y="72977"/>
                </a:lnTo>
                <a:lnTo>
                  <a:pt x="480092" y="72278"/>
                </a:lnTo>
                <a:lnTo>
                  <a:pt x="480130" y="71571"/>
                </a:lnTo>
                <a:lnTo>
                  <a:pt x="480156" y="70856"/>
                </a:lnTo>
                <a:lnTo>
                  <a:pt x="480173" y="70134"/>
                </a:lnTo>
                <a:lnTo>
                  <a:pt x="480178" y="69403"/>
                </a:lnTo>
                <a:lnTo>
                  <a:pt x="480178" y="48885"/>
                </a:lnTo>
                <a:lnTo>
                  <a:pt x="480166" y="47793"/>
                </a:lnTo>
                <a:lnTo>
                  <a:pt x="480130" y="46719"/>
                </a:lnTo>
                <a:lnTo>
                  <a:pt x="480070" y="45664"/>
                </a:lnTo>
                <a:lnTo>
                  <a:pt x="479987" y="44628"/>
                </a:lnTo>
                <a:lnTo>
                  <a:pt x="479879" y="43610"/>
                </a:lnTo>
                <a:lnTo>
                  <a:pt x="479748" y="42611"/>
                </a:lnTo>
                <a:lnTo>
                  <a:pt x="479592" y="41631"/>
                </a:lnTo>
                <a:lnTo>
                  <a:pt x="479413" y="40669"/>
                </a:lnTo>
                <a:lnTo>
                  <a:pt x="479210" y="39726"/>
                </a:lnTo>
                <a:lnTo>
                  <a:pt x="478983" y="38802"/>
                </a:lnTo>
                <a:lnTo>
                  <a:pt x="478732" y="37896"/>
                </a:lnTo>
                <a:lnTo>
                  <a:pt x="478457" y="37009"/>
                </a:lnTo>
                <a:lnTo>
                  <a:pt x="478158" y="36140"/>
                </a:lnTo>
                <a:lnTo>
                  <a:pt x="477835" y="35290"/>
                </a:lnTo>
                <a:lnTo>
                  <a:pt x="477488" y="34459"/>
                </a:lnTo>
                <a:lnTo>
                  <a:pt x="477118" y="33647"/>
                </a:lnTo>
                <a:lnTo>
                  <a:pt x="476723" y="32853"/>
                </a:lnTo>
                <a:lnTo>
                  <a:pt x="476305" y="32078"/>
                </a:lnTo>
                <a:lnTo>
                  <a:pt x="475862" y="31321"/>
                </a:lnTo>
                <a:lnTo>
                  <a:pt x="475396" y="30583"/>
                </a:lnTo>
                <a:lnTo>
                  <a:pt x="474906" y="29864"/>
                </a:lnTo>
                <a:lnTo>
                  <a:pt x="474392" y="29163"/>
                </a:lnTo>
                <a:lnTo>
                  <a:pt x="473854" y="28481"/>
                </a:lnTo>
                <a:lnTo>
                  <a:pt x="473292" y="27818"/>
                </a:lnTo>
                <a:lnTo>
                  <a:pt x="472711" y="27177"/>
                </a:lnTo>
                <a:lnTo>
                  <a:pt x="472113" y="26564"/>
                </a:lnTo>
                <a:lnTo>
                  <a:pt x="471500" y="25978"/>
                </a:lnTo>
                <a:lnTo>
                  <a:pt x="470871" y="25419"/>
                </a:lnTo>
                <a:lnTo>
                  <a:pt x="470226" y="24888"/>
                </a:lnTo>
                <a:lnTo>
                  <a:pt x="469566" y="24384"/>
                </a:lnTo>
                <a:lnTo>
                  <a:pt x="468889" y="23907"/>
                </a:lnTo>
                <a:lnTo>
                  <a:pt x="468197" y="23457"/>
                </a:lnTo>
                <a:lnTo>
                  <a:pt x="467489" y="23034"/>
                </a:lnTo>
                <a:lnTo>
                  <a:pt x="466766" y="22639"/>
                </a:lnTo>
                <a:lnTo>
                  <a:pt x="466026" y="22271"/>
                </a:lnTo>
                <a:lnTo>
                  <a:pt x="465271" y="21930"/>
                </a:lnTo>
                <a:lnTo>
                  <a:pt x="464500" y="21617"/>
                </a:lnTo>
                <a:lnTo>
                  <a:pt x="463713" y="21331"/>
                </a:lnTo>
                <a:lnTo>
                  <a:pt x="462911" y="21072"/>
                </a:lnTo>
                <a:lnTo>
                  <a:pt x="462092" y="20840"/>
                </a:lnTo>
                <a:lnTo>
                  <a:pt x="461258" y="20636"/>
                </a:lnTo>
                <a:lnTo>
                  <a:pt x="460408" y="20458"/>
                </a:lnTo>
                <a:lnTo>
                  <a:pt x="459543" y="20309"/>
                </a:lnTo>
                <a:lnTo>
                  <a:pt x="458661" y="20186"/>
                </a:lnTo>
                <a:lnTo>
                  <a:pt x="457764" y="20091"/>
                </a:lnTo>
                <a:lnTo>
                  <a:pt x="456851" y="20022"/>
                </a:lnTo>
                <a:lnTo>
                  <a:pt x="455923" y="19981"/>
                </a:lnTo>
                <a:lnTo>
                  <a:pt x="454978" y="19968"/>
                </a:lnTo>
                <a:lnTo>
                  <a:pt x="454205" y="19977"/>
                </a:lnTo>
                <a:lnTo>
                  <a:pt x="453444" y="20005"/>
                </a:lnTo>
                <a:lnTo>
                  <a:pt x="452698" y="20051"/>
                </a:lnTo>
                <a:lnTo>
                  <a:pt x="451964" y="20115"/>
                </a:lnTo>
                <a:lnTo>
                  <a:pt x="451244" y="20198"/>
                </a:lnTo>
                <a:lnTo>
                  <a:pt x="450537" y="20299"/>
                </a:lnTo>
                <a:lnTo>
                  <a:pt x="449844" y="20419"/>
                </a:lnTo>
                <a:lnTo>
                  <a:pt x="449164" y="20557"/>
                </a:lnTo>
                <a:lnTo>
                  <a:pt x="448498" y="20713"/>
                </a:lnTo>
                <a:lnTo>
                  <a:pt x="447845" y="20888"/>
                </a:lnTo>
                <a:lnTo>
                  <a:pt x="447205" y="21082"/>
                </a:lnTo>
                <a:lnTo>
                  <a:pt x="446579" y="21293"/>
                </a:lnTo>
                <a:lnTo>
                  <a:pt x="445966" y="21523"/>
                </a:lnTo>
                <a:lnTo>
                  <a:pt x="445366" y="21772"/>
                </a:lnTo>
                <a:lnTo>
                  <a:pt x="444780" y="22039"/>
                </a:lnTo>
                <a:lnTo>
                  <a:pt x="444207" y="22324"/>
                </a:lnTo>
                <a:lnTo>
                  <a:pt x="443647" y="22628"/>
                </a:lnTo>
                <a:lnTo>
                  <a:pt x="443101" y="22950"/>
                </a:lnTo>
                <a:lnTo>
                  <a:pt x="442569" y="23290"/>
                </a:lnTo>
                <a:lnTo>
                  <a:pt x="442049" y="23649"/>
                </a:lnTo>
                <a:lnTo>
                  <a:pt x="441543" y="24027"/>
                </a:lnTo>
                <a:lnTo>
                  <a:pt x="441051" y="24422"/>
                </a:lnTo>
                <a:lnTo>
                  <a:pt x="440572" y="24837"/>
                </a:lnTo>
                <a:lnTo>
                  <a:pt x="440106" y="25269"/>
                </a:lnTo>
                <a:lnTo>
                  <a:pt x="439656" y="25718"/>
                </a:lnTo>
                <a:lnTo>
                  <a:pt x="439226" y="26180"/>
                </a:lnTo>
                <a:lnTo>
                  <a:pt x="438815" y="26656"/>
                </a:lnTo>
                <a:lnTo>
                  <a:pt x="438423" y="27145"/>
                </a:lnTo>
                <a:lnTo>
                  <a:pt x="438050" y="27648"/>
                </a:lnTo>
                <a:lnTo>
                  <a:pt x="437696" y="28165"/>
                </a:lnTo>
                <a:lnTo>
                  <a:pt x="437362" y="28696"/>
                </a:lnTo>
                <a:lnTo>
                  <a:pt x="437046" y="29240"/>
                </a:lnTo>
                <a:lnTo>
                  <a:pt x="436750" y="29797"/>
                </a:lnTo>
                <a:lnTo>
                  <a:pt x="436472" y="30368"/>
                </a:lnTo>
                <a:lnTo>
                  <a:pt x="436214" y="30953"/>
                </a:lnTo>
                <a:lnTo>
                  <a:pt x="435975" y="31552"/>
                </a:lnTo>
                <a:lnTo>
                  <a:pt x="435755" y="32164"/>
                </a:lnTo>
                <a:lnTo>
                  <a:pt x="435555" y="32790"/>
                </a:lnTo>
                <a:lnTo>
                  <a:pt x="435373" y="33429"/>
                </a:lnTo>
                <a:lnTo>
                  <a:pt x="435210" y="34082"/>
                </a:lnTo>
                <a:lnTo>
                  <a:pt x="435067" y="34749"/>
                </a:lnTo>
                <a:lnTo>
                  <a:pt x="434943" y="35429"/>
                </a:lnTo>
                <a:lnTo>
                  <a:pt x="434886" y="35803"/>
                </a:lnTo>
                <a:lnTo>
                  <a:pt x="434598" y="35803"/>
                </a:lnTo>
                <a:lnTo>
                  <a:pt x="434598" y="21344"/>
                </a:lnTo>
                <a:lnTo>
                  <a:pt x="417797" y="21344"/>
                </a:lnTo>
                <a:close/>
                <a:moveTo>
                  <a:pt x="447343" y="83525"/>
                </a:moveTo>
                <a:lnTo>
                  <a:pt x="446837" y="83477"/>
                </a:lnTo>
                <a:lnTo>
                  <a:pt x="446341" y="83416"/>
                </a:lnTo>
                <a:lnTo>
                  <a:pt x="445854" y="83341"/>
                </a:lnTo>
                <a:lnTo>
                  <a:pt x="445377" y="83253"/>
                </a:lnTo>
                <a:lnTo>
                  <a:pt x="444910" y="83150"/>
                </a:lnTo>
                <a:lnTo>
                  <a:pt x="444452" y="83035"/>
                </a:lnTo>
                <a:lnTo>
                  <a:pt x="444003" y="82905"/>
                </a:lnTo>
                <a:lnTo>
                  <a:pt x="443564" y="82762"/>
                </a:lnTo>
                <a:lnTo>
                  <a:pt x="443135" y="82606"/>
                </a:lnTo>
                <a:lnTo>
                  <a:pt x="442715" y="82435"/>
                </a:lnTo>
                <a:lnTo>
                  <a:pt x="442305" y="82251"/>
                </a:lnTo>
                <a:lnTo>
                  <a:pt x="441904" y="82054"/>
                </a:lnTo>
                <a:lnTo>
                  <a:pt x="441513" y="81843"/>
                </a:lnTo>
                <a:lnTo>
                  <a:pt x="441131" y="81618"/>
                </a:lnTo>
                <a:lnTo>
                  <a:pt x="440759" y="81380"/>
                </a:lnTo>
                <a:lnTo>
                  <a:pt x="440396" y="81128"/>
                </a:lnTo>
                <a:lnTo>
                  <a:pt x="440044" y="80862"/>
                </a:lnTo>
                <a:lnTo>
                  <a:pt x="439700" y="80583"/>
                </a:lnTo>
                <a:lnTo>
                  <a:pt x="439366" y="80290"/>
                </a:lnTo>
                <a:lnTo>
                  <a:pt x="439042" y="79983"/>
                </a:lnTo>
                <a:lnTo>
                  <a:pt x="438727" y="79663"/>
                </a:lnTo>
                <a:lnTo>
                  <a:pt x="438424" y="79331"/>
                </a:lnTo>
                <a:lnTo>
                  <a:pt x="438134" y="78988"/>
                </a:lnTo>
                <a:lnTo>
                  <a:pt x="437856" y="78634"/>
                </a:lnTo>
                <a:lnTo>
                  <a:pt x="437592" y="78269"/>
                </a:lnTo>
                <a:lnTo>
                  <a:pt x="437340" y="77893"/>
                </a:lnTo>
                <a:lnTo>
                  <a:pt x="437101" y="77507"/>
                </a:lnTo>
                <a:lnTo>
                  <a:pt x="436875" y="77110"/>
                </a:lnTo>
                <a:lnTo>
                  <a:pt x="436662" y="76703"/>
                </a:lnTo>
                <a:lnTo>
                  <a:pt x="436462" y="76284"/>
                </a:lnTo>
                <a:lnTo>
                  <a:pt x="436275" y="75855"/>
                </a:lnTo>
                <a:lnTo>
                  <a:pt x="436101" y="75415"/>
                </a:lnTo>
                <a:lnTo>
                  <a:pt x="435940" y="74964"/>
                </a:lnTo>
                <a:lnTo>
                  <a:pt x="435791" y="74502"/>
                </a:lnTo>
                <a:lnTo>
                  <a:pt x="435656" y="74030"/>
                </a:lnTo>
                <a:lnTo>
                  <a:pt x="435533" y="73547"/>
                </a:lnTo>
                <a:lnTo>
                  <a:pt x="435423" y="73053"/>
                </a:lnTo>
                <a:lnTo>
                  <a:pt x="435326" y="72549"/>
                </a:lnTo>
                <a:lnTo>
                  <a:pt x="435243" y="72034"/>
                </a:lnTo>
                <a:lnTo>
                  <a:pt x="435172" y="71508"/>
                </a:lnTo>
                <a:lnTo>
                  <a:pt x="435114" y="70971"/>
                </a:lnTo>
                <a:lnTo>
                  <a:pt x="435068" y="70423"/>
                </a:lnTo>
                <a:lnTo>
                  <a:pt x="435036" y="69865"/>
                </a:lnTo>
                <a:lnTo>
                  <a:pt x="435017" y="69296"/>
                </a:lnTo>
                <a:lnTo>
                  <a:pt x="435010" y="68716"/>
                </a:lnTo>
                <a:lnTo>
                  <a:pt x="435010" y="49713"/>
                </a:lnTo>
                <a:lnTo>
                  <a:pt x="435017" y="49133"/>
                </a:lnTo>
                <a:lnTo>
                  <a:pt x="435036" y="48563"/>
                </a:lnTo>
                <a:lnTo>
                  <a:pt x="435068" y="48005"/>
                </a:lnTo>
                <a:lnTo>
                  <a:pt x="435114" y="47457"/>
                </a:lnTo>
                <a:lnTo>
                  <a:pt x="435172" y="46920"/>
                </a:lnTo>
                <a:lnTo>
                  <a:pt x="435243" y="46394"/>
                </a:lnTo>
                <a:lnTo>
                  <a:pt x="435326" y="45879"/>
                </a:lnTo>
                <a:lnTo>
                  <a:pt x="435423" y="45374"/>
                </a:lnTo>
                <a:lnTo>
                  <a:pt x="435533" y="44881"/>
                </a:lnTo>
                <a:lnTo>
                  <a:pt x="435656" y="44397"/>
                </a:lnTo>
                <a:lnTo>
                  <a:pt x="435791" y="43925"/>
                </a:lnTo>
                <a:lnTo>
                  <a:pt x="435940" y="43464"/>
                </a:lnTo>
                <a:lnTo>
                  <a:pt x="436101" y="43013"/>
                </a:lnTo>
                <a:lnTo>
                  <a:pt x="436275" y="42573"/>
                </a:lnTo>
                <a:lnTo>
                  <a:pt x="436462" y="42144"/>
                </a:lnTo>
                <a:lnTo>
                  <a:pt x="436662" y="41725"/>
                </a:lnTo>
                <a:lnTo>
                  <a:pt x="436875" y="41318"/>
                </a:lnTo>
                <a:lnTo>
                  <a:pt x="437101" y="40921"/>
                </a:lnTo>
                <a:lnTo>
                  <a:pt x="437340" y="40534"/>
                </a:lnTo>
                <a:lnTo>
                  <a:pt x="437592" y="40159"/>
                </a:lnTo>
                <a:lnTo>
                  <a:pt x="437856" y="39795"/>
                </a:lnTo>
                <a:lnTo>
                  <a:pt x="438134" y="39441"/>
                </a:lnTo>
                <a:lnTo>
                  <a:pt x="438424" y="39098"/>
                </a:lnTo>
                <a:lnTo>
                  <a:pt x="438727" y="38765"/>
                </a:lnTo>
                <a:lnTo>
                  <a:pt x="439042" y="38445"/>
                </a:lnTo>
                <a:lnTo>
                  <a:pt x="439366" y="38138"/>
                </a:lnTo>
                <a:lnTo>
                  <a:pt x="439700" y="37845"/>
                </a:lnTo>
                <a:lnTo>
                  <a:pt x="440044" y="37566"/>
                </a:lnTo>
                <a:lnTo>
                  <a:pt x="440396" y="37300"/>
                </a:lnTo>
                <a:lnTo>
                  <a:pt x="440759" y="37048"/>
                </a:lnTo>
                <a:lnTo>
                  <a:pt x="441131" y="36810"/>
                </a:lnTo>
                <a:lnTo>
                  <a:pt x="441513" y="36585"/>
                </a:lnTo>
                <a:lnTo>
                  <a:pt x="441904" y="36373"/>
                </a:lnTo>
                <a:lnTo>
                  <a:pt x="442305" y="36176"/>
                </a:lnTo>
                <a:lnTo>
                  <a:pt x="442715" y="35992"/>
                </a:lnTo>
                <a:lnTo>
                  <a:pt x="443135" y="35822"/>
                </a:lnTo>
                <a:lnTo>
                  <a:pt x="443564" y="35665"/>
                </a:lnTo>
                <a:lnTo>
                  <a:pt x="444003" y="35522"/>
                </a:lnTo>
                <a:lnTo>
                  <a:pt x="444452" y="35392"/>
                </a:lnTo>
                <a:lnTo>
                  <a:pt x="444910" y="35276"/>
                </a:lnTo>
                <a:lnTo>
                  <a:pt x="445377" y="35174"/>
                </a:lnTo>
                <a:lnTo>
                  <a:pt x="445854" y="35086"/>
                </a:lnTo>
                <a:lnTo>
                  <a:pt x="446341" y="35011"/>
                </a:lnTo>
                <a:lnTo>
                  <a:pt x="446837" y="34949"/>
                </a:lnTo>
                <a:lnTo>
                  <a:pt x="447343" y="34902"/>
                </a:lnTo>
                <a:lnTo>
                  <a:pt x="447859" y="34868"/>
                </a:lnTo>
                <a:lnTo>
                  <a:pt x="448384" y="34847"/>
                </a:lnTo>
                <a:lnTo>
                  <a:pt x="448918" y="34840"/>
                </a:lnTo>
                <a:lnTo>
                  <a:pt x="449464" y="34847"/>
                </a:lnTo>
                <a:lnTo>
                  <a:pt x="450000" y="34867"/>
                </a:lnTo>
                <a:lnTo>
                  <a:pt x="450526" y="34900"/>
                </a:lnTo>
                <a:lnTo>
                  <a:pt x="451041" y="34947"/>
                </a:lnTo>
                <a:lnTo>
                  <a:pt x="451547" y="35008"/>
                </a:lnTo>
                <a:lnTo>
                  <a:pt x="452043" y="35081"/>
                </a:lnTo>
                <a:lnTo>
                  <a:pt x="452528" y="35168"/>
                </a:lnTo>
                <a:lnTo>
                  <a:pt x="453004" y="35269"/>
                </a:lnTo>
                <a:lnTo>
                  <a:pt x="453469" y="35382"/>
                </a:lnTo>
                <a:lnTo>
                  <a:pt x="453925" y="35510"/>
                </a:lnTo>
                <a:lnTo>
                  <a:pt x="454370" y="35650"/>
                </a:lnTo>
                <a:lnTo>
                  <a:pt x="454805" y="35804"/>
                </a:lnTo>
                <a:lnTo>
                  <a:pt x="455231" y="35972"/>
                </a:lnTo>
                <a:lnTo>
                  <a:pt x="455646" y="36152"/>
                </a:lnTo>
                <a:lnTo>
                  <a:pt x="456051" y="36346"/>
                </a:lnTo>
                <a:lnTo>
                  <a:pt x="456446" y="36554"/>
                </a:lnTo>
                <a:lnTo>
                  <a:pt x="456831" y="36775"/>
                </a:lnTo>
                <a:lnTo>
                  <a:pt x="457206" y="37009"/>
                </a:lnTo>
                <a:lnTo>
                  <a:pt x="457571" y="37257"/>
                </a:lnTo>
                <a:lnTo>
                  <a:pt x="457926" y="37518"/>
                </a:lnTo>
                <a:lnTo>
                  <a:pt x="458271" y="37792"/>
                </a:lnTo>
                <a:lnTo>
                  <a:pt x="458606" y="38080"/>
                </a:lnTo>
                <a:lnTo>
                  <a:pt x="458931" y="38381"/>
                </a:lnTo>
                <a:lnTo>
                  <a:pt x="459246" y="38696"/>
                </a:lnTo>
                <a:lnTo>
                  <a:pt x="459549" y="39023"/>
                </a:lnTo>
                <a:lnTo>
                  <a:pt x="459840" y="39362"/>
                </a:lnTo>
                <a:lnTo>
                  <a:pt x="460117" y="39712"/>
                </a:lnTo>
                <a:lnTo>
                  <a:pt x="460382" y="40073"/>
                </a:lnTo>
                <a:lnTo>
                  <a:pt x="460634" y="40446"/>
                </a:lnTo>
                <a:lnTo>
                  <a:pt x="460873" y="40830"/>
                </a:lnTo>
                <a:lnTo>
                  <a:pt x="461099" y="41226"/>
                </a:lnTo>
                <a:lnTo>
                  <a:pt x="461312" y="41634"/>
                </a:lnTo>
                <a:lnTo>
                  <a:pt x="461512" y="42053"/>
                </a:lnTo>
                <a:lnTo>
                  <a:pt x="461699" y="42483"/>
                </a:lnTo>
                <a:lnTo>
                  <a:pt x="461874" y="42925"/>
                </a:lnTo>
                <a:lnTo>
                  <a:pt x="462035" y="43378"/>
                </a:lnTo>
                <a:lnTo>
                  <a:pt x="462184" y="43843"/>
                </a:lnTo>
                <a:lnTo>
                  <a:pt x="462319" y="44319"/>
                </a:lnTo>
                <a:lnTo>
                  <a:pt x="462442" y="44807"/>
                </a:lnTo>
                <a:lnTo>
                  <a:pt x="462552" y="45306"/>
                </a:lnTo>
                <a:lnTo>
                  <a:pt x="462648" y="45817"/>
                </a:lnTo>
                <a:lnTo>
                  <a:pt x="462732" y="46339"/>
                </a:lnTo>
                <a:lnTo>
                  <a:pt x="462803" y="46872"/>
                </a:lnTo>
                <a:lnTo>
                  <a:pt x="462862" y="47417"/>
                </a:lnTo>
                <a:lnTo>
                  <a:pt x="462907" y="47974"/>
                </a:lnTo>
                <a:lnTo>
                  <a:pt x="462939" y="48542"/>
                </a:lnTo>
                <a:lnTo>
                  <a:pt x="462958" y="49122"/>
                </a:lnTo>
                <a:lnTo>
                  <a:pt x="462965" y="49713"/>
                </a:lnTo>
                <a:lnTo>
                  <a:pt x="462965" y="68716"/>
                </a:lnTo>
                <a:lnTo>
                  <a:pt x="462958" y="69307"/>
                </a:lnTo>
                <a:lnTo>
                  <a:pt x="462939" y="69886"/>
                </a:lnTo>
                <a:lnTo>
                  <a:pt x="462907" y="70454"/>
                </a:lnTo>
                <a:lnTo>
                  <a:pt x="462862" y="71011"/>
                </a:lnTo>
                <a:lnTo>
                  <a:pt x="462803" y="71556"/>
                </a:lnTo>
                <a:lnTo>
                  <a:pt x="462732" y="72089"/>
                </a:lnTo>
                <a:lnTo>
                  <a:pt x="462648" y="72611"/>
                </a:lnTo>
                <a:lnTo>
                  <a:pt x="462552" y="73122"/>
                </a:lnTo>
                <a:lnTo>
                  <a:pt x="462442" y="73621"/>
                </a:lnTo>
                <a:lnTo>
                  <a:pt x="462319" y="74108"/>
                </a:lnTo>
                <a:lnTo>
                  <a:pt x="462184" y="74584"/>
                </a:lnTo>
                <a:lnTo>
                  <a:pt x="462035" y="75049"/>
                </a:lnTo>
                <a:lnTo>
                  <a:pt x="461874" y="75502"/>
                </a:lnTo>
                <a:lnTo>
                  <a:pt x="461699" y="75944"/>
                </a:lnTo>
                <a:lnTo>
                  <a:pt x="461512" y="76374"/>
                </a:lnTo>
                <a:lnTo>
                  <a:pt x="461312" y="76793"/>
                </a:lnTo>
                <a:lnTo>
                  <a:pt x="461099" y="77200"/>
                </a:lnTo>
                <a:lnTo>
                  <a:pt x="460873" y="77596"/>
                </a:lnTo>
                <a:lnTo>
                  <a:pt x="460634" y="77981"/>
                </a:lnTo>
                <a:lnTo>
                  <a:pt x="460382" y="78354"/>
                </a:lnTo>
                <a:lnTo>
                  <a:pt x="460117" y="78715"/>
                </a:lnTo>
                <a:lnTo>
                  <a:pt x="459840" y="79065"/>
                </a:lnTo>
                <a:lnTo>
                  <a:pt x="459549" y="79404"/>
                </a:lnTo>
                <a:lnTo>
                  <a:pt x="459246" y="79731"/>
                </a:lnTo>
                <a:lnTo>
                  <a:pt x="458931" y="80045"/>
                </a:lnTo>
                <a:lnTo>
                  <a:pt x="458606" y="80346"/>
                </a:lnTo>
                <a:lnTo>
                  <a:pt x="458271" y="80634"/>
                </a:lnTo>
                <a:lnTo>
                  <a:pt x="457926" y="80909"/>
                </a:lnTo>
                <a:lnTo>
                  <a:pt x="457571" y="81170"/>
                </a:lnTo>
                <a:lnTo>
                  <a:pt x="457206" y="81417"/>
                </a:lnTo>
                <a:lnTo>
                  <a:pt x="456831" y="81652"/>
                </a:lnTo>
                <a:lnTo>
                  <a:pt x="456446" y="81873"/>
                </a:lnTo>
                <a:lnTo>
                  <a:pt x="456051" y="82080"/>
                </a:lnTo>
                <a:lnTo>
                  <a:pt x="455646" y="82274"/>
                </a:lnTo>
                <a:lnTo>
                  <a:pt x="455231" y="82455"/>
                </a:lnTo>
                <a:lnTo>
                  <a:pt x="454805" y="82622"/>
                </a:lnTo>
                <a:lnTo>
                  <a:pt x="454370" y="82776"/>
                </a:lnTo>
                <a:lnTo>
                  <a:pt x="453925" y="82917"/>
                </a:lnTo>
                <a:lnTo>
                  <a:pt x="453469" y="83044"/>
                </a:lnTo>
                <a:lnTo>
                  <a:pt x="453004" y="83158"/>
                </a:lnTo>
                <a:lnTo>
                  <a:pt x="452528" y="83258"/>
                </a:lnTo>
                <a:lnTo>
                  <a:pt x="452043" y="83345"/>
                </a:lnTo>
                <a:lnTo>
                  <a:pt x="451547" y="83419"/>
                </a:lnTo>
                <a:lnTo>
                  <a:pt x="451041" y="83479"/>
                </a:lnTo>
                <a:lnTo>
                  <a:pt x="450526" y="83526"/>
                </a:lnTo>
                <a:lnTo>
                  <a:pt x="450000" y="83560"/>
                </a:lnTo>
                <a:lnTo>
                  <a:pt x="449464" y="83580"/>
                </a:lnTo>
                <a:lnTo>
                  <a:pt x="448918" y="83586"/>
                </a:lnTo>
                <a:lnTo>
                  <a:pt x="448384" y="83580"/>
                </a:lnTo>
                <a:lnTo>
                  <a:pt x="447859" y="83559"/>
                </a:lnTo>
                <a:lnTo>
                  <a:pt x="447343" y="83525"/>
                </a:lnTo>
                <a:close/>
                <a:moveTo>
                  <a:pt x="549030" y="21344"/>
                </a:moveTo>
                <a:lnTo>
                  <a:pt x="535811" y="60040"/>
                </a:lnTo>
                <a:lnTo>
                  <a:pt x="535719" y="60306"/>
                </a:lnTo>
                <a:lnTo>
                  <a:pt x="535628" y="60577"/>
                </a:lnTo>
                <a:lnTo>
                  <a:pt x="535536" y="60852"/>
                </a:lnTo>
                <a:lnTo>
                  <a:pt x="535444" y="61132"/>
                </a:lnTo>
                <a:lnTo>
                  <a:pt x="535352" y="61416"/>
                </a:lnTo>
                <a:lnTo>
                  <a:pt x="535260" y="61705"/>
                </a:lnTo>
                <a:lnTo>
                  <a:pt x="535169" y="61999"/>
                </a:lnTo>
                <a:lnTo>
                  <a:pt x="535077" y="62297"/>
                </a:lnTo>
                <a:lnTo>
                  <a:pt x="534985" y="62599"/>
                </a:lnTo>
                <a:lnTo>
                  <a:pt x="534893" y="62906"/>
                </a:lnTo>
                <a:lnTo>
                  <a:pt x="534801" y="63218"/>
                </a:lnTo>
                <a:lnTo>
                  <a:pt x="534710" y="63534"/>
                </a:lnTo>
                <a:lnTo>
                  <a:pt x="534618" y="63855"/>
                </a:lnTo>
                <a:lnTo>
                  <a:pt x="534526" y="64180"/>
                </a:lnTo>
                <a:lnTo>
                  <a:pt x="534434" y="64510"/>
                </a:lnTo>
                <a:lnTo>
                  <a:pt x="534342" y="64844"/>
                </a:lnTo>
                <a:lnTo>
                  <a:pt x="534250" y="65183"/>
                </a:lnTo>
                <a:lnTo>
                  <a:pt x="534158" y="65526"/>
                </a:lnTo>
                <a:lnTo>
                  <a:pt x="534066" y="65874"/>
                </a:lnTo>
                <a:lnTo>
                  <a:pt x="533975" y="66227"/>
                </a:lnTo>
                <a:lnTo>
                  <a:pt x="533883" y="66584"/>
                </a:lnTo>
                <a:lnTo>
                  <a:pt x="533791" y="66945"/>
                </a:lnTo>
                <a:lnTo>
                  <a:pt x="533699" y="67312"/>
                </a:lnTo>
                <a:lnTo>
                  <a:pt x="533607" y="67682"/>
                </a:lnTo>
                <a:lnTo>
                  <a:pt x="533516" y="68052"/>
                </a:lnTo>
                <a:lnTo>
                  <a:pt x="533426" y="68417"/>
                </a:lnTo>
                <a:lnTo>
                  <a:pt x="533338" y="68776"/>
                </a:lnTo>
                <a:lnTo>
                  <a:pt x="533251" y="69130"/>
                </a:lnTo>
                <a:lnTo>
                  <a:pt x="533166" y="69478"/>
                </a:lnTo>
                <a:lnTo>
                  <a:pt x="533082" y="69821"/>
                </a:lnTo>
                <a:lnTo>
                  <a:pt x="533000" y="70158"/>
                </a:lnTo>
                <a:lnTo>
                  <a:pt x="532919" y="70490"/>
                </a:lnTo>
                <a:lnTo>
                  <a:pt x="532839" y="70816"/>
                </a:lnTo>
                <a:lnTo>
                  <a:pt x="532761" y="71137"/>
                </a:lnTo>
                <a:lnTo>
                  <a:pt x="532684" y="71452"/>
                </a:lnTo>
                <a:lnTo>
                  <a:pt x="532609" y="71762"/>
                </a:lnTo>
                <a:lnTo>
                  <a:pt x="532535" y="72066"/>
                </a:lnTo>
                <a:lnTo>
                  <a:pt x="532463" y="72365"/>
                </a:lnTo>
                <a:lnTo>
                  <a:pt x="532391" y="72658"/>
                </a:lnTo>
                <a:lnTo>
                  <a:pt x="532322" y="72946"/>
                </a:lnTo>
                <a:lnTo>
                  <a:pt x="532254" y="73228"/>
                </a:lnTo>
                <a:lnTo>
                  <a:pt x="532187" y="73504"/>
                </a:lnTo>
                <a:lnTo>
                  <a:pt x="532122" y="73776"/>
                </a:lnTo>
                <a:lnTo>
                  <a:pt x="532058" y="74041"/>
                </a:lnTo>
                <a:lnTo>
                  <a:pt x="531995" y="74302"/>
                </a:lnTo>
                <a:lnTo>
                  <a:pt x="531934" y="74556"/>
                </a:lnTo>
                <a:lnTo>
                  <a:pt x="531875" y="74805"/>
                </a:lnTo>
                <a:lnTo>
                  <a:pt x="531817" y="75049"/>
                </a:lnTo>
                <a:lnTo>
                  <a:pt x="531770" y="74805"/>
                </a:lnTo>
                <a:lnTo>
                  <a:pt x="531721" y="74556"/>
                </a:lnTo>
                <a:lnTo>
                  <a:pt x="531670" y="74302"/>
                </a:lnTo>
                <a:lnTo>
                  <a:pt x="531618" y="74041"/>
                </a:lnTo>
                <a:lnTo>
                  <a:pt x="531563" y="73776"/>
                </a:lnTo>
                <a:lnTo>
                  <a:pt x="531507" y="73504"/>
                </a:lnTo>
                <a:lnTo>
                  <a:pt x="531449" y="73228"/>
                </a:lnTo>
                <a:lnTo>
                  <a:pt x="531388" y="72946"/>
                </a:lnTo>
                <a:lnTo>
                  <a:pt x="531326" y="72658"/>
                </a:lnTo>
                <a:lnTo>
                  <a:pt x="531262" y="72365"/>
                </a:lnTo>
                <a:lnTo>
                  <a:pt x="531196" y="72066"/>
                </a:lnTo>
                <a:lnTo>
                  <a:pt x="531129" y="71762"/>
                </a:lnTo>
                <a:lnTo>
                  <a:pt x="531059" y="71452"/>
                </a:lnTo>
                <a:lnTo>
                  <a:pt x="530987" y="71137"/>
                </a:lnTo>
                <a:lnTo>
                  <a:pt x="530913" y="70816"/>
                </a:lnTo>
                <a:lnTo>
                  <a:pt x="530838" y="70490"/>
                </a:lnTo>
                <a:lnTo>
                  <a:pt x="530761" y="70158"/>
                </a:lnTo>
                <a:lnTo>
                  <a:pt x="530681" y="69821"/>
                </a:lnTo>
                <a:lnTo>
                  <a:pt x="530600" y="69478"/>
                </a:lnTo>
                <a:lnTo>
                  <a:pt x="530517" y="69130"/>
                </a:lnTo>
                <a:lnTo>
                  <a:pt x="530432" y="68776"/>
                </a:lnTo>
                <a:lnTo>
                  <a:pt x="530345" y="68417"/>
                </a:lnTo>
                <a:lnTo>
                  <a:pt x="530256" y="68052"/>
                </a:lnTo>
                <a:lnTo>
                  <a:pt x="530165" y="67682"/>
                </a:lnTo>
                <a:lnTo>
                  <a:pt x="530073" y="67312"/>
                </a:lnTo>
                <a:lnTo>
                  <a:pt x="529982" y="66945"/>
                </a:lnTo>
                <a:lnTo>
                  <a:pt x="529890" y="66584"/>
                </a:lnTo>
                <a:lnTo>
                  <a:pt x="529798" y="66227"/>
                </a:lnTo>
                <a:lnTo>
                  <a:pt x="529706" y="65874"/>
                </a:lnTo>
                <a:lnTo>
                  <a:pt x="529614" y="65526"/>
                </a:lnTo>
                <a:lnTo>
                  <a:pt x="529523" y="65183"/>
                </a:lnTo>
                <a:lnTo>
                  <a:pt x="529431" y="64844"/>
                </a:lnTo>
                <a:lnTo>
                  <a:pt x="529339" y="64510"/>
                </a:lnTo>
                <a:lnTo>
                  <a:pt x="529247" y="64180"/>
                </a:lnTo>
                <a:lnTo>
                  <a:pt x="529155" y="63855"/>
                </a:lnTo>
                <a:lnTo>
                  <a:pt x="529064" y="63534"/>
                </a:lnTo>
                <a:lnTo>
                  <a:pt x="528972" y="63218"/>
                </a:lnTo>
                <a:lnTo>
                  <a:pt x="528880" y="62906"/>
                </a:lnTo>
                <a:lnTo>
                  <a:pt x="528788" y="62599"/>
                </a:lnTo>
                <a:lnTo>
                  <a:pt x="528696" y="62297"/>
                </a:lnTo>
                <a:lnTo>
                  <a:pt x="528604" y="61999"/>
                </a:lnTo>
                <a:lnTo>
                  <a:pt x="528512" y="61705"/>
                </a:lnTo>
                <a:lnTo>
                  <a:pt x="528420" y="61416"/>
                </a:lnTo>
                <a:lnTo>
                  <a:pt x="528329" y="61132"/>
                </a:lnTo>
                <a:lnTo>
                  <a:pt x="528237" y="60852"/>
                </a:lnTo>
                <a:lnTo>
                  <a:pt x="528145" y="60577"/>
                </a:lnTo>
                <a:lnTo>
                  <a:pt x="528053" y="60306"/>
                </a:lnTo>
                <a:lnTo>
                  <a:pt x="527961" y="60040"/>
                </a:lnTo>
                <a:lnTo>
                  <a:pt x="513916" y="21344"/>
                </a:lnTo>
                <a:lnTo>
                  <a:pt x="495050" y="21344"/>
                </a:lnTo>
                <a:lnTo>
                  <a:pt x="523279" y="92951"/>
                </a:lnTo>
                <a:lnTo>
                  <a:pt x="512677" y="121868"/>
                </a:lnTo>
                <a:lnTo>
                  <a:pt x="530716" y="121868"/>
                </a:lnTo>
                <a:lnTo>
                  <a:pt x="567207" y="21344"/>
                </a:lnTo>
                <a:lnTo>
                  <a:pt x="549030" y="21344"/>
                </a:lnTo>
                <a:close/>
                <a:moveTo>
                  <a:pt x="367790" y="98363"/>
                </a:moveTo>
                <a:lnTo>
                  <a:pt x="368246" y="98309"/>
                </a:lnTo>
                <a:lnTo>
                  <a:pt x="368693" y="98244"/>
                </a:lnTo>
                <a:lnTo>
                  <a:pt x="369132" y="98166"/>
                </a:lnTo>
                <a:lnTo>
                  <a:pt x="369563" y="98076"/>
                </a:lnTo>
                <a:lnTo>
                  <a:pt x="369985" y="97975"/>
                </a:lnTo>
                <a:lnTo>
                  <a:pt x="370399" y="97861"/>
                </a:lnTo>
                <a:lnTo>
                  <a:pt x="370805" y="97736"/>
                </a:lnTo>
                <a:lnTo>
                  <a:pt x="371202" y="97598"/>
                </a:lnTo>
                <a:lnTo>
                  <a:pt x="371591" y="97449"/>
                </a:lnTo>
                <a:lnTo>
                  <a:pt x="371971" y="97288"/>
                </a:lnTo>
                <a:lnTo>
                  <a:pt x="372343" y="97114"/>
                </a:lnTo>
                <a:lnTo>
                  <a:pt x="372707" y="96929"/>
                </a:lnTo>
                <a:lnTo>
                  <a:pt x="373062" y="96732"/>
                </a:lnTo>
                <a:lnTo>
                  <a:pt x="373409" y="96523"/>
                </a:lnTo>
                <a:lnTo>
                  <a:pt x="373748" y="96302"/>
                </a:lnTo>
                <a:lnTo>
                  <a:pt x="374078" y="96069"/>
                </a:lnTo>
                <a:lnTo>
                  <a:pt x="374400" y="95824"/>
                </a:lnTo>
                <a:lnTo>
                  <a:pt x="374714" y="95567"/>
                </a:lnTo>
                <a:lnTo>
                  <a:pt x="375019" y="95298"/>
                </a:lnTo>
                <a:lnTo>
                  <a:pt x="375316" y="95017"/>
                </a:lnTo>
                <a:lnTo>
                  <a:pt x="375602" y="94726"/>
                </a:lnTo>
                <a:lnTo>
                  <a:pt x="375876" y="94426"/>
                </a:lnTo>
                <a:lnTo>
                  <a:pt x="376138" y="94118"/>
                </a:lnTo>
                <a:lnTo>
                  <a:pt x="376388" y="93801"/>
                </a:lnTo>
                <a:lnTo>
                  <a:pt x="376626" y="93475"/>
                </a:lnTo>
                <a:lnTo>
                  <a:pt x="376852" y="93141"/>
                </a:lnTo>
                <a:lnTo>
                  <a:pt x="377065" y="92798"/>
                </a:lnTo>
                <a:lnTo>
                  <a:pt x="377266" y="92447"/>
                </a:lnTo>
                <a:lnTo>
                  <a:pt x="377455" y="92087"/>
                </a:lnTo>
                <a:lnTo>
                  <a:pt x="377632" y="91718"/>
                </a:lnTo>
                <a:lnTo>
                  <a:pt x="377797" y="91341"/>
                </a:lnTo>
                <a:lnTo>
                  <a:pt x="377949" y="90955"/>
                </a:lnTo>
                <a:lnTo>
                  <a:pt x="378089" y="90561"/>
                </a:lnTo>
                <a:lnTo>
                  <a:pt x="378217" y="90158"/>
                </a:lnTo>
                <a:lnTo>
                  <a:pt x="378333" y="89746"/>
                </a:lnTo>
                <a:lnTo>
                  <a:pt x="378437" y="89326"/>
                </a:lnTo>
                <a:lnTo>
                  <a:pt x="378528" y="88897"/>
                </a:lnTo>
                <a:lnTo>
                  <a:pt x="378607" y="88460"/>
                </a:lnTo>
                <a:lnTo>
                  <a:pt x="378674" y="88013"/>
                </a:lnTo>
                <a:lnTo>
                  <a:pt x="378729" y="87559"/>
                </a:lnTo>
                <a:lnTo>
                  <a:pt x="378772" y="87095"/>
                </a:lnTo>
                <a:lnTo>
                  <a:pt x="378802" y="86624"/>
                </a:lnTo>
                <a:lnTo>
                  <a:pt x="378821" y="86143"/>
                </a:lnTo>
                <a:lnTo>
                  <a:pt x="378827" y="85654"/>
                </a:lnTo>
                <a:lnTo>
                  <a:pt x="378821" y="85165"/>
                </a:lnTo>
                <a:lnTo>
                  <a:pt x="378802" y="84683"/>
                </a:lnTo>
                <a:lnTo>
                  <a:pt x="378772" y="84211"/>
                </a:lnTo>
                <a:lnTo>
                  <a:pt x="378729" y="83746"/>
                </a:lnTo>
                <a:lnTo>
                  <a:pt x="378674" y="83291"/>
                </a:lnTo>
                <a:lnTo>
                  <a:pt x="378607" y="82843"/>
                </a:lnTo>
                <a:lnTo>
                  <a:pt x="378528" y="82404"/>
                </a:lnTo>
                <a:lnTo>
                  <a:pt x="378437" y="81973"/>
                </a:lnTo>
                <a:lnTo>
                  <a:pt x="378333" y="81551"/>
                </a:lnTo>
                <a:lnTo>
                  <a:pt x="378217" y="81137"/>
                </a:lnTo>
                <a:lnTo>
                  <a:pt x="378089" y="80731"/>
                </a:lnTo>
                <a:lnTo>
                  <a:pt x="377949" y="80334"/>
                </a:lnTo>
                <a:lnTo>
                  <a:pt x="377797" y="79945"/>
                </a:lnTo>
                <a:lnTo>
                  <a:pt x="377632" y="79564"/>
                </a:lnTo>
                <a:lnTo>
                  <a:pt x="377455" y="79192"/>
                </a:lnTo>
                <a:lnTo>
                  <a:pt x="377266" y="78828"/>
                </a:lnTo>
                <a:lnTo>
                  <a:pt x="377065" y="78473"/>
                </a:lnTo>
                <a:lnTo>
                  <a:pt x="376852" y="78126"/>
                </a:lnTo>
                <a:lnTo>
                  <a:pt x="376626" y="77787"/>
                </a:lnTo>
                <a:lnTo>
                  <a:pt x="376388" y="77457"/>
                </a:lnTo>
                <a:lnTo>
                  <a:pt x="376138" y="77135"/>
                </a:lnTo>
                <a:lnTo>
                  <a:pt x="375876" y="76821"/>
                </a:lnTo>
                <a:lnTo>
                  <a:pt x="375602" y="76516"/>
                </a:lnTo>
                <a:lnTo>
                  <a:pt x="375316" y="76219"/>
                </a:lnTo>
                <a:lnTo>
                  <a:pt x="375019" y="75933"/>
                </a:lnTo>
                <a:lnTo>
                  <a:pt x="374714" y="75659"/>
                </a:lnTo>
                <a:lnTo>
                  <a:pt x="374400" y="75397"/>
                </a:lnTo>
                <a:lnTo>
                  <a:pt x="374078" y="75147"/>
                </a:lnTo>
                <a:lnTo>
                  <a:pt x="373748" y="74909"/>
                </a:lnTo>
                <a:lnTo>
                  <a:pt x="373409" y="74683"/>
                </a:lnTo>
                <a:lnTo>
                  <a:pt x="373062" y="74470"/>
                </a:lnTo>
                <a:lnTo>
                  <a:pt x="372707" y="74269"/>
                </a:lnTo>
                <a:lnTo>
                  <a:pt x="372343" y="74080"/>
                </a:lnTo>
                <a:lnTo>
                  <a:pt x="371971" y="73903"/>
                </a:lnTo>
                <a:lnTo>
                  <a:pt x="371591" y="73739"/>
                </a:lnTo>
                <a:lnTo>
                  <a:pt x="371202" y="73586"/>
                </a:lnTo>
                <a:lnTo>
                  <a:pt x="370805" y="73446"/>
                </a:lnTo>
                <a:lnTo>
                  <a:pt x="370399" y="73318"/>
                </a:lnTo>
                <a:lnTo>
                  <a:pt x="369985" y="73202"/>
                </a:lnTo>
                <a:lnTo>
                  <a:pt x="369563" y="73098"/>
                </a:lnTo>
                <a:lnTo>
                  <a:pt x="369132" y="73007"/>
                </a:lnTo>
                <a:lnTo>
                  <a:pt x="368693" y="72928"/>
                </a:lnTo>
                <a:lnTo>
                  <a:pt x="368246" y="72861"/>
                </a:lnTo>
                <a:lnTo>
                  <a:pt x="367790" y="72806"/>
                </a:lnTo>
                <a:lnTo>
                  <a:pt x="367326" y="72763"/>
                </a:lnTo>
                <a:lnTo>
                  <a:pt x="366853" y="72733"/>
                </a:lnTo>
                <a:lnTo>
                  <a:pt x="366372" y="72714"/>
                </a:lnTo>
                <a:lnTo>
                  <a:pt x="365883" y="72708"/>
                </a:lnTo>
                <a:lnTo>
                  <a:pt x="365394" y="72714"/>
                </a:lnTo>
                <a:lnTo>
                  <a:pt x="364913" y="72733"/>
                </a:lnTo>
                <a:lnTo>
                  <a:pt x="364441" y="72763"/>
                </a:lnTo>
                <a:lnTo>
                  <a:pt x="363976" y="72806"/>
                </a:lnTo>
                <a:lnTo>
                  <a:pt x="363521" y="72861"/>
                </a:lnTo>
                <a:lnTo>
                  <a:pt x="363073" y="72928"/>
                </a:lnTo>
                <a:lnTo>
                  <a:pt x="362634" y="73007"/>
                </a:lnTo>
                <a:lnTo>
                  <a:pt x="362203" y="73098"/>
                </a:lnTo>
                <a:lnTo>
                  <a:pt x="361781" y="73202"/>
                </a:lnTo>
                <a:lnTo>
                  <a:pt x="361367" y="73318"/>
                </a:lnTo>
                <a:lnTo>
                  <a:pt x="360961" y="73446"/>
                </a:lnTo>
                <a:lnTo>
                  <a:pt x="360564" y="73586"/>
                </a:lnTo>
                <a:lnTo>
                  <a:pt x="360175" y="73739"/>
                </a:lnTo>
                <a:lnTo>
                  <a:pt x="359795" y="73903"/>
                </a:lnTo>
                <a:lnTo>
                  <a:pt x="359422" y="74080"/>
                </a:lnTo>
                <a:lnTo>
                  <a:pt x="359058" y="74269"/>
                </a:lnTo>
                <a:lnTo>
                  <a:pt x="358703" y="74470"/>
                </a:lnTo>
                <a:lnTo>
                  <a:pt x="358356" y="74683"/>
                </a:lnTo>
                <a:lnTo>
                  <a:pt x="358017" y="74909"/>
                </a:lnTo>
                <a:lnTo>
                  <a:pt x="357687" y="75147"/>
                </a:lnTo>
                <a:lnTo>
                  <a:pt x="357365" y="75397"/>
                </a:lnTo>
                <a:lnTo>
                  <a:pt x="357051" y="75659"/>
                </a:lnTo>
                <a:lnTo>
                  <a:pt x="356746" y="75933"/>
                </a:lnTo>
                <a:lnTo>
                  <a:pt x="356449" y="76219"/>
                </a:lnTo>
                <a:lnTo>
                  <a:pt x="356162" y="76516"/>
                </a:lnTo>
                <a:lnTo>
                  <a:pt x="355888" y="76821"/>
                </a:lnTo>
                <a:lnTo>
                  <a:pt x="355626" y="77135"/>
                </a:lnTo>
                <a:lnTo>
                  <a:pt x="355376" y="77457"/>
                </a:lnTo>
                <a:lnTo>
                  <a:pt x="355138" y="77787"/>
                </a:lnTo>
                <a:lnTo>
                  <a:pt x="354913" y="78126"/>
                </a:lnTo>
                <a:lnTo>
                  <a:pt x="354699" y="78473"/>
                </a:lnTo>
                <a:lnTo>
                  <a:pt x="354498" y="78828"/>
                </a:lnTo>
                <a:lnTo>
                  <a:pt x="354309" y="79192"/>
                </a:lnTo>
                <a:lnTo>
                  <a:pt x="354132" y="79564"/>
                </a:lnTo>
                <a:lnTo>
                  <a:pt x="353968" y="79945"/>
                </a:lnTo>
                <a:lnTo>
                  <a:pt x="353815" y="80334"/>
                </a:lnTo>
                <a:lnTo>
                  <a:pt x="353675" y="80731"/>
                </a:lnTo>
                <a:lnTo>
                  <a:pt x="353547" y="81137"/>
                </a:lnTo>
                <a:lnTo>
                  <a:pt x="353431" y="81551"/>
                </a:lnTo>
                <a:lnTo>
                  <a:pt x="353328" y="81973"/>
                </a:lnTo>
                <a:lnTo>
                  <a:pt x="353236" y="82404"/>
                </a:lnTo>
                <a:lnTo>
                  <a:pt x="353157" y="82843"/>
                </a:lnTo>
                <a:lnTo>
                  <a:pt x="353090" y="83291"/>
                </a:lnTo>
                <a:lnTo>
                  <a:pt x="353035" y="83746"/>
                </a:lnTo>
                <a:lnTo>
                  <a:pt x="352992" y="84211"/>
                </a:lnTo>
                <a:lnTo>
                  <a:pt x="352962" y="84683"/>
                </a:lnTo>
                <a:lnTo>
                  <a:pt x="352944" y="85165"/>
                </a:lnTo>
                <a:lnTo>
                  <a:pt x="352938" y="85654"/>
                </a:lnTo>
                <a:lnTo>
                  <a:pt x="352944" y="86143"/>
                </a:lnTo>
                <a:lnTo>
                  <a:pt x="352962" y="86624"/>
                </a:lnTo>
                <a:lnTo>
                  <a:pt x="352992" y="87095"/>
                </a:lnTo>
                <a:lnTo>
                  <a:pt x="353035" y="87559"/>
                </a:lnTo>
                <a:lnTo>
                  <a:pt x="353090" y="88013"/>
                </a:lnTo>
                <a:lnTo>
                  <a:pt x="353157" y="88460"/>
                </a:lnTo>
                <a:lnTo>
                  <a:pt x="353236" y="88897"/>
                </a:lnTo>
                <a:lnTo>
                  <a:pt x="353328" y="89326"/>
                </a:lnTo>
                <a:lnTo>
                  <a:pt x="353431" y="89746"/>
                </a:lnTo>
                <a:lnTo>
                  <a:pt x="353547" y="90158"/>
                </a:lnTo>
                <a:lnTo>
                  <a:pt x="353675" y="90561"/>
                </a:lnTo>
                <a:lnTo>
                  <a:pt x="353815" y="90955"/>
                </a:lnTo>
                <a:lnTo>
                  <a:pt x="353968" y="91341"/>
                </a:lnTo>
                <a:lnTo>
                  <a:pt x="354132" y="91718"/>
                </a:lnTo>
                <a:lnTo>
                  <a:pt x="354309" y="92087"/>
                </a:lnTo>
                <a:lnTo>
                  <a:pt x="354498" y="92447"/>
                </a:lnTo>
                <a:lnTo>
                  <a:pt x="354699" y="92798"/>
                </a:lnTo>
                <a:lnTo>
                  <a:pt x="354913" y="93141"/>
                </a:lnTo>
                <a:lnTo>
                  <a:pt x="355138" y="93475"/>
                </a:lnTo>
                <a:lnTo>
                  <a:pt x="355376" y="93801"/>
                </a:lnTo>
                <a:lnTo>
                  <a:pt x="355626" y="94118"/>
                </a:lnTo>
                <a:lnTo>
                  <a:pt x="355888" y="94426"/>
                </a:lnTo>
                <a:lnTo>
                  <a:pt x="356162" y="94726"/>
                </a:lnTo>
                <a:lnTo>
                  <a:pt x="356449" y="95017"/>
                </a:lnTo>
                <a:lnTo>
                  <a:pt x="356746" y="95298"/>
                </a:lnTo>
                <a:lnTo>
                  <a:pt x="357051" y="95567"/>
                </a:lnTo>
                <a:lnTo>
                  <a:pt x="357365" y="95824"/>
                </a:lnTo>
                <a:lnTo>
                  <a:pt x="357687" y="96069"/>
                </a:lnTo>
                <a:lnTo>
                  <a:pt x="358017" y="96302"/>
                </a:lnTo>
                <a:lnTo>
                  <a:pt x="358356" y="96523"/>
                </a:lnTo>
                <a:lnTo>
                  <a:pt x="358703" y="96732"/>
                </a:lnTo>
                <a:lnTo>
                  <a:pt x="359058" y="96929"/>
                </a:lnTo>
                <a:lnTo>
                  <a:pt x="359422" y="97114"/>
                </a:lnTo>
                <a:lnTo>
                  <a:pt x="359795" y="97288"/>
                </a:lnTo>
                <a:lnTo>
                  <a:pt x="360175" y="97449"/>
                </a:lnTo>
                <a:lnTo>
                  <a:pt x="360564" y="97598"/>
                </a:lnTo>
                <a:lnTo>
                  <a:pt x="360961" y="97736"/>
                </a:lnTo>
                <a:lnTo>
                  <a:pt x="361367" y="97861"/>
                </a:lnTo>
                <a:lnTo>
                  <a:pt x="361781" y="97975"/>
                </a:lnTo>
                <a:lnTo>
                  <a:pt x="362203" y="98076"/>
                </a:lnTo>
                <a:lnTo>
                  <a:pt x="362634" y="98166"/>
                </a:lnTo>
                <a:lnTo>
                  <a:pt x="363073" y="98244"/>
                </a:lnTo>
                <a:lnTo>
                  <a:pt x="363521" y="98309"/>
                </a:lnTo>
                <a:lnTo>
                  <a:pt x="363976" y="98363"/>
                </a:lnTo>
                <a:lnTo>
                  <a:pt x="364441" y="98405"/>
                </a:lnTo>
                <a:lnTo>
                  <a:pt x="364913" y="98435"/>
                </a:lnTo>
                <a:lnTo>
                  <a:pt x="365394" y="98453"/>
                </a:lnTo>
                <a:lnTo>
                  <a:pt x="365883" y="98459"/>
                </a:lnTo>
                <a:lnTo>
                  <a:pt x="366372" y="98453"/>
                </a:lnTo>
                <a:lnTo>
                  <a:pt x="366853" y="98435"/>
                </a:lnTo>
                <a:lnTo>
                  <a:pt x="367326" y="98405"/>
                </a:lnTo>
                <a:lnTo>
                  <a:pt x="367790" y="983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8095B7-626F-435D-8EB7-01B664F0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371" y="3462445"/>
            <a:ext cx="760631" cy="360527"/>
          </a:xfrm>
          <a:custGeom xmlns:a="http://schemas.openxmlformats.org/drawingml/2006/main">
            <a:pathLst>
              <a:path w="760631" h="360527">
                <a:moveTo>
                  <a:pt x="0" y="15265"/>
                </a:moveTo>
                <a:lnTo>
                  <a:pt x="0" y="15265"/>
                </a:lnTo>
                <a:cubicBezTo>
                  <a:pt x="0" y="6834"/>
                  <a:pt x="6834" y="0"/>
                  <a:pt x="15265" y="0"/>
                </a:cubicBezTo>
                <a:lnTo>
                  <a:pt x="745367" y="0"/>
                </a:lnTo>
                <a:cubicBezTo>
                  <a:pt x="749415" y="0"/>
                  <a:pt x="753298" y="1608"/>
                  <a:pt x="756161" y="4471"/>
                </a:cubicBezTo>
                <a:cubicBezTo>
                  <a:pt x="759024" y="7334"/>
                  <a:pt x="760631" y="11217"/>
                  <a:pt x="760631" y="15265"/>
                </a:cubicBezTo>
                <a:lnTo>
                  <a:pt x="760631" y="345263"/>
                </a:lnTo>
                <a:cubicBezTo>
                  <a:pt x="760631" y="353693"/>
                  <a:pt x="753797" y="360527"/>
                  <a:pt x="745367" y="360527"/>
                </a:cubicBezTo>
                <a:lnTo>
                  <a:pt x="15265" y="360527"/>
                </a:lnTo>
                <a:cubicBezTo>
                  <a:pt x="6834" y="360527"/>
                  <a:pt x="0" y="353693"/>
                  <a:pt x="0" y="345263"/>
                </a:cubicBezTo>
                <a:lnTo>
                  <a:pt x="0" y="1526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03eb00c4848cc"/>
          <a:stretch xmlns:a="http://schemas.openxmlformats.org/drawingml/2006/main"/>
        </p:blipFill>
        <p:spPr>
          <a:xfrm xmlns:a="http://schemas.openxmlformats.org/drawingml/2006/main">
            <a:off x="4316301" y="3458074"/>
            <a:ext cx="1046749" cy="749312"/>
          </a:xfrm>
          <a:prstGeom xmlns:a="http://schemas.openxmlformats.org/drawingml/2006/main" prst="rect">
            <a:avLst/>
          </a:prstGeom>
        </p:spPr>
      </p:pic>
      <p:sp>
        <p:nvSpPr>
          <p:cNvPr id="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11F0E4-404F-4C0C-8CE4-C5B2356E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186" y="3534550"/>
            <a:ext cx="822978" cy="527509"/>
          </a:xfrm>
          <a:custGeom xmlns:a="http://schemas.openxmlformats.org/drawingml/2006/main">
            <a:pathLst>
              <a:path w="822978" h="527509">
                <a:moveTo>
                  <a:pt x="0" y="22335"/>
                </a:moveTo>
                <a:lnTo>
                  <a:pt x="0" y="22335"/>
                </a:lnTo>
                <a:cubicBezTo>
                  <a:pt x="0" y="10000"/>
                  <a:pt x="9999" y="0"/>
                  <a:pt x="22335" y="0"/>
                </a:cubicBezTo>
                <a:lnTo>
                  <a:pt x="800643" y="0"/>
                </a:lnTo>
                <a:cubicBezTo>
                  <a:pt x="806567" y="0"/>
                  <a:pt x="812248" y="2353"/>
                  <a:pt x="816436" y="6542"/>
                </a:cubicBezTo>
                <a:cubicBezTo>
                  <a:pt x="820625" y="10730"/>
                  <a:pt x="822978" y="16411"/>
                  <a:pt x="822978" y="22335"/>
                </a:cubicBezTo>
                <a:lnTo>
                  <a:pt x="822978" y="505174"/>
                </a:lnTo>
                <a:cubicBezTo>
                  <a:pt x="822978" y="517509"/>
                  <a:pt x="812978" y="527509"/>
                  <a:pt x="800643" y="527509"/>
                </a:cubicBezTo>
                <a:lnTo>
                  <a:pt x="22335" y="527509"/>
                </a:lnTo>
                <a:cubicBezTo>
                  <a:pt x="9999" y="527509"/>
                  <a:pt x="0" y="517509"/>
                  <a:pt x="0" y="505174"/>
                </a:cubicBezTo>
                <a:lnTo>
                  <a:pt x="0" y="22335"/>
                </a:lnTo>
                <a:close/>
              </a:path>
            </a:pathLst>
          </a:custGeom>
          <a:solidFill xmlns:a="http://schemas.openxmlformats.org/drawingml/2006/main">
            <a:srgbClr val="F3F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F0F110-E63B-434D-97AE-D8EAECDB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186" y="3534550"/>
            <a:ext cx="822978" cy="527509"/>
          </a:xfrm>
          <a:custGeom xmlns:a="http://schemas.openxmlformats.org/drawingml/2006/main">
            <a:pathLst>
              <a:path w="822978" h="527509" fill="none">
                <a:moveTo>
                  <a:pt x="0" y="22335"/>
                </a:moveTo>
                <a:lnTo>
                  <a:pt x="0" y="22335"/>
                </a:lnTo>
                <a:cubicBezTo>
                  <a:pt x="0" y="10000"/>
                  <a:pt x="9999" y="0"/>
                  <a:pt x="22335" y="0"/>
                </a:cubicBezTo>
                <a:lnTo>
                  <a:pt x="800643" y="0"/>
                </a:lnTo>
                <a:cubicBezTo>
                  <a:pt x="806567" y="0"/>
                  <a:pt x="812248" y="2353"/>
                  <a:pt x="816436" y="6542"/>
                </a:cubicBezTo>
                <a:cubicBezTo>
                  <a:pt x="820625" y="10730"/>
                  <a:pt x="822978" y="16411"/>
                  <a:pt x="822978" y="22335"/>
                </a:cubicBezTo>
                <a:lnTo>
                  <a:pt x="822978" y="505174"/>
                </a:lnTo>
                <a:cubicBezTo>
                  <a:pt x="822978" y="517509"/>
                  <a:pt x="812978" y="527509"/>
                  <a:pt x="800643" y="527509"/>
                </a:cubicBezTo>
                <a:lnTo>
                  <a:pt x="22335" y="527509"/>
                </a:lnTo>
                <a:cubicBezTo>
                  <a:pt x="9999" y="527509"/>
                  <a:pt x="0" y="517509"/>
                  <a:pt x="0" y="505174"/>
                </a:cubicBezTo>
                <a:lnTo>
                  <a:pt x="0" y="2233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213" cap="flat">
            <a:solidFill>
              <a:srgbClr val="666666"/>
            </a:solidFill>
            <a:round/>
          </a:ln>
        </p:spPr>
      </p:sp>
      <p:sp>
        <p:nvSpPr>
          <p:cNvPr id="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7A9747-358F-46DF-B8C3-D1B315F6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881" y="3725544"/>
            <a:ext cx="939540" cy="500401"/>
          </a:xfrm>
          <a:custGeom xmlns:a="http://schemas.openxmlformats.org/drawingml/2006/main">
            <a:pathLst>
              <a:path w="939540" h="500401">
                <a:moveTo>
                  <a:pt x="0" y="0"/>
                </a:moveTo>
                <a:lnTo>
                  <a:pt x="939540" y="0"/>
                </a:lnTo>
                <a:lnTo>
                  <a:pt x="939540" y="500401"/>
                </a:lnTo>
                <a:lnTo>
                  <a:pt x="0" y="5004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3" name="Text test.py">
            <a:extLst xmlns:a="http://schemas.openxmlformats.org/drawingml/2006/main">
              <a:ext uri="{FF2B5EF4-FFF2-40B4-BE49-F238E27FC236}">
                <a16:creationId xmlns:a16="http://schemas.microsoft.com/office/drawing/2014/main" id="{618CA258-3D49-46EC-A3B2-F8BDE8CB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1721" y="3915577"/>
            <a:ext cx="567208" cy="121868"/>
          </a:xfrm>
          <a:custGeom xmlns:a="http://schemas.openxmlformats.org/drawingml/2006/main">
            <a:pathLst>
              <a:path w="567208" h="121868">
                <a:moveTo>
                  <a:pt x="44892" y="81521"/>
                </a:moveTo>
                <a:lnTo>
                  <a:pt x="44319" y="81508"/>
                </a:lnTo>
                <a:lnTo>
                  <a:pt x="43771" y="81471"/>
                </a:lnTo>
                <a:lnTo>
                  <a:pt x="43246" y="81409"/>
                </a:lnTo>
                <a:lnTo>
                  <a:pt x="42746" y="81322"/>
                </a:lnTo>
                <a:lnTo>
                  <a:pt x="42271" y="81210"/>
                </a:lnTo>
                <a:lnTo>
                  <a:pt x="41819" y="81073"/>
                </a:lnTo>
                <a:lnTo>
                  <a:pt x="41392" y="80912"/>
                </a:lnTo>
                <a:lnTo>
                  <a:pt x="40990" y="80725"/>
                </a:lnTo>
                <a:lnTo>
                  <a:pt x="40612" y="80514"/>
                </a:lnTo>
                <a:lnTo>
                  <a:pt x="40258" y="80278"/>
                </a:lnTo>
                <a:lnTo>
                  <a:pt x="39929" y="80017"/>
                </a:lnTo>
                <a:lnTo>
                  <a:pt x="39624" y="79731"/>
                </a:lnTo>
                <a:lnTo>
                  <a:pt x="39344" y="79420"/>
                </a:lnTo>
                <a:lnTo>
                  <a:pt x="39088" y="79085"/>
                </a:lnTo>
                <a:lnTo>
                  <a:pt x="38856" y="78724"/>
                </a:lnTo>
                <a:lnTo>
                  <a:pt x="38649" y="78339"/>
                </a:lnTo>
                <a:lnTo>
                  <a:pt x="38466" y="77929"/>
                </a:lnTo>
                <a:lnTo>
                  <a:pt x="38307" y="77494"/>
                </a:lnTo>
                <a:lnTo>
                  <a:pt x="38173" y="77034"/>
                </a:lnTo>
                <a:lnTo>
                  <a:pt x="38063" y="76549"/>
                </a:lnTo>
                <a:lnTo>
                  <a:pt x="37978" y="76040"/>
                </a:lnTo>
                <a:lnTo>
                  <a:pt x="37917" y="75505"/>
                </a:lnTo>
                <a:lnTo>
                  <a:pt x="37880" y="74946"/>
                </a:lnTo>
                <a:lnTo>
                  <a:pt x="37868" y="74362"/>
                </a:lnTo>
                <a:lnTo>
                  <a:pt x="37868" y="36906"/>
                </a:lnTo>
                <a:lnTo>
                  <a:pt x="66926" y="36906"/>
                </a:lnTo>
                <a:lnTo>
                  <a:pt x="66926" y="21344"/>
                </a:lnTo>
                <a:lnTo>
                  <a:pt x="37868" y="21344"/>
                </a:lnTo>
                <a:lnTo>
                  <a:pt x="37868" y="0"/>
                </a:lnTo>
                <a:lnTo>
                  <a:pt x="20518" y="0"/>
                </a:lnTo>
                <a:lnTo>
                  <a:pt x="20518" y="21344"/>
                </a:lnTo>
                <a:lnTo>
                  <a:pt x="0" y="21344"/>
                </a:lnTo>
                <a:lnTo>
                  <a:pt x="0" y="36906"/>
                </a:lnTo>
                <a:lnTo>
                  <a:pt x="20518" y="36906"/>
                </a:lnTo>
                <a:lnTo>
                  <a:pt x="20518" y="74362"/>
                </a:lnTo>
                <a:lnTo>
                  <a:pt x="20529" y="75238"/>
                </a:lnTo>
                <a:lnTo>
                  <a:pt x="20561" y="76098"/>
                </a:lnTo>
                <a:lnTo>
                  <a:pt x="20614" y="76942"/>
                </a:lnTo>
                <a:lnTo>
                  <a:pt x="20689" y="77770"/>
                </a:lnTo>
                <a:lnTo>
                  <a:pt x="20784" y="78583"/>
                </a:lnTo>
                <a:lnTo>
                  <a:pt x="20901" y="79379"/>
                </a:lnTo>
                <a:lnTo>
                  <a:pt x="21040" y="80160"/>
                </a:lnTo>
                <a:lnTo>
                  <a:pt x="21199" y="80926"/>
                </a:lnTo>
                <a:lnTo>
                  <a:pt x="21380" y="81675"/>
                </a:lnTo>
                <a:lnTo>
                  <a:pt x="21582" y="82409"/>
                </a:lnTo>
                <a:lnTo>
                  <a:pt x="21805" y="83127"/>
                </a:lnTo>
                <a:lnTo>
                  <a:pt x="22050" y="83829"/>
                </a:lnTo>
                <a:lnTo>
                  <a:pt x="22316" y="84515"/>
                </a:lnTo>
                <a:lnTo>
                  <a:pt x="22603" y="85186"/>
                </a:lnTo>
                <a:lnTo>
                  <a:pt x="22912" y="85841"/>
                </a:lnTo>
                <a:lnTo>
                  <a:pt x="23242" y="86480"/>
                </a:lnTo>
                <a:lnTo>
                  <a:pt x="23593" y="87103"/>
                </a:lnTo>
                <a:lnTo>
                  <a:pt x="23965" y="87711"/>
                </a:lnTo>
                <a:lnTo>
                  <a:pt x="24358" y="88302"/>
                </a:lnTo>
                <a:lnTo>
                  <a:pt x="24773" y="88878"/>
                </a:lnTo>
                <a:lnTo>
                  <a:pt x="25209" y="89439"/>
                </a:lnTo>
                <a:lnTo>
                  <a:pt x="25667" y="89983"/>
                </a:lnTo>
                <a:lnTo>
                  <a:pt x="26146" y="90512"/>
                </a:lnTo>
                <a:lnTo>
                  <a:pt x="26646" y="91025"/>
                </a:lnTo>
                <a:lnTo>
                  <a:pt x="27165" y="91519"/>
                </a:lnTo>
                <a:lnTo>
                  <a:pt x="27700" y="91992"/>
                </a:lnTo>
                <a:lnTo>
                  <a:pt x="28252" y="92444"/>
                </a:lnTo>
                <a:lnTo>
                  <a:pt x="28820" y="92876"/>
                </a:lnTo>
                <a:lnTo>
                  <a:pt x="29405" y="93286"/>
                </a:lnTo>
                <a:lnTo>
                  <a:pt x="30007" y="93675"/>
                </a:lnTo>
                <a:lnTo>
                  <a:pt x="30625" y="94043"/>
                </a:lnTo>
                <a:lnTo>
                  <a:pt x="31259" y="94390"/>
                </a:lnTo>
                <a:lnTo>
                  <a:pt x="31910" y="94716"/>
                </a:lnTo>
                <a:lnTo>
                  <a:pt x="32578" y="95021"/>
                </a:lnTo>
                <a:lnTo>
                  <a:pt x="33262" y="95305"/>
                </a:lnTo>
                <a:lnTo>
                  <a:pt x="33962" y="95568"/>
                </a:lnTo>
                <a:lnTo>
                  <a:pt x="34679" y="95810"/>
                </a:lnTo>
                <a:lnTo>
                  <a:pt x="35412" y="96031"/>
                </a:lnTo>
                <a:lnTo>
                  <a:pt x="36162" y="96231"/>
                </a:lnTo>
                <a:lnTo>
                  <a:pt x="36928" y="96409"/>
                </a:lnTo>
                <a:lnTo>
                  <a:pt x="37711" y="96567"/>
                </a:lnTo>
                <a:lnTo>
                  <a:pt x="38511" y="96704"/>
                </a:lnTo>
                <a:lnTo>
                  <a:pt x="39326" y="96820"/>
                </a:lnTo>
                <a:lnTo>
                  <a:pt x="40159" y="96914"/>
                </a:lnTo>
                <a:lnTo>
                  <a:pt x="41007" y="96988"/>
                </a:lnTo>
                <a:lnTo>
                  <a:pt x="41873" y="97040"/>
                </a:lnTo>
                <a:lnTo>
                  <a:pt x="42754" y="97072"/>
                </a:lnTo>
                <a:lnTo>
                  <a:pt x="43653" y="97082"/>
                </a:lnTo>
                <a:lnTo>
                  <a:pt x="65547" y="97082"/>
                </a:lnTo>
                <a:lnTo>
                  <a:pt x="65547" y="81521"/>
                </a:lnTo>
                <a:lnTo>
                  <a:pt x="44892" y="81521"/>
                </a:lnTo>
                <a:close/>
                <a:moveTo>
                  <a:pt x="292762" y="81521"/>
                </a:moveTo>
                <a:lnTo>
                  <a:pt x="292189" y="81508"/>
                </a:lnTo>
                <a:lnTo>
                  <a:pt x="291640" y="81471"/>
                </a:lnTo>
                <a:lnTo>
                  <a:pt x="291116" y="81409"/>
                </a:lnTo>
                <a:lnTo>
                  <a:pt x="290616" y="81322"/>
                </a:lnTo>
                <a:lnTo>
                  <a:pt x="290140" y="81210"/>
                </a:lnTo>
                <a:lnTo>
                  <a:pt x="289689" y="81073"/>
                </a:lnTo>
                <a:lnTo>
                  <a:pt x="289262" y="80912"/>
                </a:lnTo>
                <a:lnTo>
                  <a:pt x="288860" y="80725"/>
                </a:lnTo>
                <a:lnTo>
                  <a:pt x="288482" y="80514"/>
                </a:lnTo>
                <a:lnTo>
                  <a:pt x="288128" y="80278"/>
                </a:lnTo>
                <a:lnTo>
                  <a:pt x="287799" y="80017"/>
                </a:lnTo>
                <a:lnTo>
                  <a:pt x="287494" y="79731"/>
                </a:lnTo>
                <a:lnTo>
                  <a:pt x="287213" y="79420"/>
                </a:lnTo>
                <a:lnTo>
                  <a:pt x="286957" y="79085"/>
                </a:lnTo>
                <a:lnTo>
                  <a:pt x="286725" y="78724"/>
                </a:lnTo>
                <a:lnTo>
                  <a:pt x="286518" y="78339"/>
                </a:lnTo>
                <a:lnTo>
                  <a:pt x="286335" y="77929"/>
                </a:lnTo>
                <a:lnTo>
                  <a:pt x="286177" y="77494"/>
                </a:lnTo>
                <a:lnTo>
                  <a:pt x="286043" y="77034"/>
                </a:lnTo>
                <a:lnTo>
                  <a:pt x="285933" y="76549"/>
                </a:lnTo>
                <a:lnTo>
                  <a:pt x="285847" y="76040"/>
                </a:lnTo>
                <a:lnTo>
                  <a:pt x="285786" y="75505"/>
                </a:lnTo>
                <a:lnTo>
                  <a:pt x="285750" y="74946"/>
                </a:lnTo>
                <a:lnTo>
                  <a:pt x="285738" y="74362"/>
                </a:lnTo>
                <a:lnTo>
                  <a:pt x="285738" y="36906"/>
                </a:lnTo>
                <a:lnTo>
                  <a:pt x="314795" y="36906"/>
                </a:lnTo>
                <a:lnTo>
                  <a:pt x="314795" y="21344"/>
                </a:lnTo>
                <a:lnTo>
                  <a:pt x="285738" y="21344"/>
                </a:lnTo>
                <a:lnTo>
                  <a:pt x="285738" y="0"/>
                </a:lnTo>
                <a:lnTo>
                  <a:pt x="268388" y="0"/>
                </a:lnTo>
                <a:lnTo>
                  <a:pt x="268388" y="21344"/>
                </a:lnTo>
                <a:lnTo>
                  <a:pt x="247870" y="21344"/>
                </a:lnTo>
                <a:lnTo>
                  <a:pt x="247870" y="36906"/>
                </a:lnTo>
                <a:lnTo>
                  <a:pt x="268388" y="36906"/>
                </a:lnTo>
                <a:lnTo>
                  <a:pt x="268388" y="74362"/>
                </a:lnTo>
                <a:lnTo>
                  <a:pt x="268399" y="75238"/>
                </a:lnTo>
                <a:lnTo>
                  <a:pt x="268430" y="76098"/>
                </a:lnTo>
                <a:lnTo>
                  <a:pt x="268484" y="76942"/>
                </a:lnTo>
                <a:lnTo>
                  <a:pt x="268558" y="77770"/>
                </a:lnTo>
                <a:lnTo>
                  <a:pt x="268654" y="78583"/>
                </a:lnTo>
                <a:lnTo>
                  <a:pt x="268771" y="79379"/>
                </a:lnTo>
                <a:lnTo>
                  <a:pt x="268909" y="80160"/>
                </a:lnTo>
                <a:lnTo>
                  <a:pt x="269069" y="80926"/>
                </a:lnTo>
                <a:lnTo>
                  <a:pt x="269250" y="81675"/>
                </a:lnTo>
                <a:lnTo>
                  <a:pt x="269452" y="82409"/>
                </a:lnTo>
                <a:lnTo>
                  <a:pt x="269675" y="83127"/>
                </a:lnTo>
                <a:lnTo>
                  <a:pt x="269920" y="83829"/>
                </a:lnTo>
                <a:lnTo>
                  <a:pt x="270186" y="84515"/>
                </a:lnTo>
                <a:lnTo>
                  <a:pt x="270473" y="85186"/>
                </a:lnTo>
                <a:lnTo>
                  <a:pt x="270781" y="85841"/>
                </a:lnTo>
                <a:lnTo>
                  <a:pt x="271111" y="86480"/>
                </a:lnTo>
                <a:lnTo>
                  <a:pt x="271462" y="87103"/>
                </a:lnTo>
                <a:lnTo>
                  <a:pt x="271834" y="87711"/>
                </a:lnTo>
                <a:lnTo>
                  <a:pt x="272228" y="88302"/>
                </a:lnTo>
                <a:lnTo>
                  <a:pt x="272643" y="88878"/>
                </a:lnTo>
                <a:lnTo>
                  <a:pt x="273079" y="89439"/>
                </a:lnTo>
                <a:lnTo>
                  <a:pt x="273536" y="89983"/>
                </a:lnTo>
                <a:lnTo>
                  <a:pt x="274015" y="90512"/>
                </a:lnTo>
                <a:lnTo>
                  <a:pt x="274515" y="91025"/>
                </a:lnTo>
                <a:lnTo>
                  <a:pt x="275034" y="91519"/>
                </a:lnTo>
                <a:lnTo>
                  <a:pt x="275570" y="91992"/>
                </a:lnTo>
                <a:lnTo>
                  <a:pt x="276122" y="92444"/>
                </a:lnTo>
                <a:lnTo>
                  <a:pt x="276690" y="92876"/>
                </a:lnTo>
                <a:lnTo>
                  <a:pt x="277275" y="93286"/>
                </a:lnTo>
                <a:lnTo>
                  <a:pt x="277876" y="93675"/>
                </a:lnTo>
                <a:lnTo>
                  <a:pt x="278494" y="94043"/>
                </a:lnTo>
                <a:lnTo>
                  <a:pt x="279129" y="94390"/>
                </a:lnTo>
                <a:lnTo>
                  <a:pt x="279780" y="94716"/>
                </a:lnTo>
                <a:lnTo>
                  <a:pt x="280447" y="95021"/>
                </a:lnTo>
                <a:lnTo>
                  <a:pt x="281131" y="95305"/>
                </a:lnTo>
                <a:lnTo>
                  <a:pt x="281831" y="95568"/>
                </a:lnTo>
                <a:lnTo>
                  <a:pt x="282548" y="95810"/>
                </a:lnTo>
                <a:lnTo>
                  <a:pt x="283282" y="96031"/>
                </a:lnTo>
                <a:lnTo>
                  <a:pt x="284032" y="96231"/>
                </a:lnTo>
                <a:lnTo>
                  <a:pt x="284798" y="96409"/>
                </a:lnTo>
                <a:lnTo>
                  <a:pt x="285581" y="96567"/>
                </a:lnTo>
                <a:lnTo>
                  <a:pt x="286380" y="96704"/>
                </a:lnTo>
                <a:lnTo>
                  <a:pt x="287196" y="96820"/>
                </a:lnTo>
                <a:lnTo>
                  <a:pt x="288028" y="96914"/>
                </a:lnTo>
                <a:lnTo>
                  <a:pt x="288877" y="96988"/>
                </a:lnTo>
                <a:lnTo>
                  <a:pt x="289742" y="97040"/>
                </a:lnTo>
                <a:lnTo>
                  <a:pt x="290624" y="97072"/>
                </a:lnTo>
                <a:lnTo>
                  <a:pt x="291522" y="97082"/>
                </a:lnTo>
                <a:lnTo>
                  <a:pt x="313417" y="97082"/>
                </a:lnTo>
                <a:lnTo>
                  <a:pt x="313417" y="81521"/>
                </a:lnTo>
                <a:lnTo>
                  <a:pt x="292762" y="81521"/>
                </a:lnTo>
                <a:close/>
                <a:moveTo>
                  <a:pt x="207342" y="98226"/>
                </a:moveTo>
                <a:lnTo>
                  <a:pt x="208472" y="98152"/>
                </a:lnTo>
                <a:lnTo>
                  <a:pt x="209578" y="98056"/>
                </a:lnTo>
                <a:lnTo>
                  <a:pt x="210659" y="97939"/>
                </a:lnTo>
                <a:lnTo>
                  <a:pt x="211715" y="97801"/>
                </a:lnTo>
                <a:lnTo>
                  <a:pt x="212747" y="97641"/>
                </a:lnTo>
                <a:lnTo>
                  <a:pt x="213754" y="97461"/>
                </a:lnTo>
                <a:lnTo>
                  <a:pt x="214736" y="97258"/>
                </a:lnTo>
                <a:lnTo>
                  <a:pt x="215694" y="97035"/>
                </a:lnTo>
                <a:lnTo>
                  <a:pt x="216627" y="96790"/>
                </a:lnTo>
                <a:lnTo>
                  <a:pt x="217536" y="96524"/>
                </a:lnTo>
                <a:lnTo>
                  <a:pt x="218420" y="96237"/>
                </a:lnTo>
                <a:lnTo>
                  <a:pt x="219279" y="95929"/>
                </a:lnTo>
                <a:lnTo>
                  <a:pt x="220114" y="95599"/>
                </a:lnTo>
                <a:lnTo>
                  <a:pt x="220924" y="95248"/>
                </a:lnTo>
                <a:lnTo>
                  <a:pt x="221709" y="94876"/>
                </a:lnTo>
                <a:lnTo>
                  <a:pt x="222470" y="94482"/>
                </a:lnTo>
                <a:lnTo>
                  <a:pt x="223206" y="94067"/>
                </a:lnTo>
                <a:lnTo>
                  <a:pt x="223918" y="93631"/>
                </a:lnTo>
                <a:lnTo>
                  <a:pt x="224604" y="93174"/>
                </a:lnTo>
                <a:lnTo>
                  <a:pt x="225267" y="92695"/>
                </a:lnTo>
                <a:lnTo>
                  <a:pt x="225904" y="92195"/>
                </a:lnTo>
                <a:lnTo>
                  <a:pt x="226517" y="91676"/>
                </a:lnTo>
                <a:lnTo>
                  <a:pt x="227103" y="91140"/>
                </a:lnTo>
                <a:lnTo>
                  <a:pt x="227663" y="90586"/>
                </a:lnTo>
                <a:lnTo>
                  <a:pt x="228198" y="90016"/>
                </a:lnTo>
                <a:lnTo>
                  <a:pt x="228706" y="89429"/>
                </a:lnTo>
                <a:lnTo>
                  <a:pt x="229188" y="88825"/>
                </a:lnTo>
                <a:lnTo>
                  <a:pt x="229644" y="88204"/>
                </a:lnTo>
                <a:lnTo>
                  <a:pt x="230074" y="87566"/>
                </a:lnTo>
                <a:lnTo>
                  <a:pt x="230478" y="86911"/>
                </a:lnTo>
                <a:lnTo>
                  <a:pt x="230856" y="86239"/>
                </a:lnTo>
                <a:lnTo>
                  <a:pt x="231208" y="85550"/>
                </a:lnTo>
                <a:lnTo>
                  <a:pt x="231533" y="84844"/>
                </a:lnTo>
                <a:lnTo>
                  <a:pt x="231833" y="84121"/>
                </a:lnTo>
                <a:lnTo>
                  <a:pt x="232107" y="83381"/>
                </a:lnTo>
                <a:lnTo>
                  <a:pt x="232354" y="82624"/>
                </a:lnTo>
                <a:lnTo>
                  <a:pt x="232576" y="81850"/>
                </a:lnTo>
                <a:lnTo>
                  <a:pt x="232771" y="81060"/>
                </a:lnTo>
                <a:lnTo>
                  <a:pt x="232941" y="80252"/>
                </a:lnTo>
                <a:lnTo>
                  <a:pt x="233084" y="79427"/>
                </a:lnTo>
                <a:lnTo>
                  <a:pt x="233201" y="78586"/>
                </a:lnTo>
                <a:lnTo>
                  <a:pt x="233293" y="77727"/>
                </a:lnTo>
                <a:lnTo>
                  <a:pt x="233358" y="76851"/>
                </a:lnTo>
                <a:lnTo>
                  <a:pt x="233397" y="75959"/>
                </a:lnTo>
                <a:lnTo>
                  <a:pt x="233410" y="75049"/>
                </a:lnTo>
                <a:lnTo>
                  <a:pt x="233399" y="74197"/>
                </a:lnTo>
                <a:lnTo>
                  <a:pt x="233365" y="73363"/>
                </a:lnTo>
                <a:lnTo>
                  <a:pt x="233310" y="72546"/>
                </a:lnTo>
                <a:lnTo>
                  <a:pt x="233232" y="71746"/>
                </a:lnTo>
                <a:lnTo>
                  <a:pt x="233132" y="70964"/>
                </a:lnTo>
                <a:lnTo>
                  <a:pt x="233010" y="70199"/>
                </a:lnTo>
                <a:lnTo>
                  <a:pt x="232865" y="69452"/>
                </a:lnTo>
                <a:lnTo>
                  <a:pt x="232698" y="68723"/>
                </a:lnTo>
                <a:lnTo>
                  <a:pt x="232509" y="68010"/>
                </a:lnTo>
                <a:lnTo>
                  <a:pt x="232298" y="67315"/>
                </a:lnTo>
                <a:lnTo>
                  <a:pt x="232065" y="66638"/>
                </a:lnTo>
                <a:lnTo>
                  <a:pt x="231809" y="65978"/>
                </a:lnTo>
                <a:lnTo>
                  <a:pt x="231531" y="65336"/>
                </a:lnTo>
                <a:lnTo>
                  <a:pt x="231231" y="64711"/>
                </a:lnTo>
                <a:lnTo>
                  <a:pt x="230909" y="64103"/>
                </a:lnTo>
                <a:lnTo>
                  <a:pt x="230564" y="63513"/>
                </a:lnTo>
                <a:lnTo>
                  <a:pt x="230197" y="62940"/>
                </a:lnTo>
                <a:lnTo>
                  <a:pt x="229808" y="62385"/>
                </a:lnTo>
                <a:lnTo>
                  <a:pt x="229397" y="61847"/>
                </a:lnTo>
                <a:lnTo>
                  <a:pt x="228964" y="61327"/>
                </a:lnTo>
                <a:lnTo>
                  <a:pt x="228508" y="60824"/>
                </a:lnTo>
                <a:lnTo>
                  <a:pt x="228030" y="60339"/>
                </a:lnTo>
                <a:lnTo>
                  <a:pt x="227530" y="59871"/>
                </a:lnTo>
                <a:lnTo>
                  <a:pt x="227007" y="59420"/>
                </a:lnTo>
                <a:lnTo>
                  <a:pt x="226462" y="58984"/>
                </a:lnTo>
                <a:lnTo>
                  <a:pt x="225891" y="58560"/>
                </a:lnTo>
                <a:lnTo>
                  <a:pt x="225296" y="58148"/>
                </a:lnTo>
                <a:lnTo>
                  <a:pt x="224676" y="57747"/>
                </a:lnTo>
                <a:lnTo>
                  <a:pt x="224032" y="57358"/>
                </a:lnTo>
                <a:lnTo>
                  <a:pt x="223363" y="56980"/>
                </a:lnTo>
                <a:lnTo>
                  <a:pt x="222669" y="56615"/>
                </a:lnTo>
                <a:lnTo>
                  <a:pt x="221951" y="56261"/>
                </a:lnTo>
                <a:lnTo>
                  <a:pt x="221208" y="55918"/>
                </a:lnTo>
                <a:lnTo>
                  <a:pt x="220440" y="55588"/>
                </a:lnTo>
                <a:lnTo>
                  <a:pt x="219648" y="55269"/>
                </a:lnTo>
                <a:lnTo>
                  <a:pt x="218832" y="54962"/>
                </a:lnTo>
                <a:lnTo>
                  <a:pt x="217990" y="54667"/>
                </a:lnTo>
                <a:lnTo>
                  <a:pt x="217124" y="54383"/>
                </a:lnTo>
                <a:lnTo>
                  <a:pt x="216233" y="54111"/>
                </a:lnTo>
                <a:lnTo>
                  <a:pt x="215318" y="53851"/>
                </a:lnTo>
                <a:lnTo>
                  <a:pt x="214378" y="53602"/>
                </a:lnTo>
                <a:lnTo>
                  <a:pt x="213414" y="53365"/>
                </a:lnTo>
                <a:lnTo>
                  <a:pt x="212424" y="53140"/>
                </a:lnTo>
                <a:lnTo>
                  <a:pt x="211411" y="52927"/>
                </a:lnTo>
                <a:lnTo>
                  <a:pt x="210372" y="52725"/>
                </a:lnTo>
                <a:lnTo>
                  <a:pt x="209309" y="52535"/>
                </a:lnTo>
                <a:lnTo>
                  <a:pt x="208221" y="52357"/>
                </a:lnTo>
                <a:lnTo>
                  <a:pt x="207109" y="52190"/>
                </a:lnTo>
                <a:lnTo>
                  <a:pt x="197332" y="50814"/>
                </a:lnTo>
                <a:lnTo>
                  <a:pt x="196901" y="50743"/>
                </a:lnTo>
                <a:lnTo>
                  <a:pt x="196480" y="50669"/>
                </a:lnTo>
                <a:lnTo>
                  <a:pt x="196069" y="50591"/>
                </a:lnTo>
                <a:lnTo>
                  <a:pt x="195668" y="50510"/>
                </a:lnTo>
                <a:lnTo>
                  <a:pt x="195277" y="50425"/>
                </a:lnTo>
                <a:lnTo>
                  <a:pt x="194896" y="50336"/>
                </a:lnTo>
                <a:lnTo>
                  <a:pt x="194526" y="50244"/>
                </a:lnTo>
                <a:lnTo>
                  <a:pt x="194165" y="50148"/>
                </a:lnTo>
                <a:lnTo>
                  <a:pt x="193814" y="50049"/>
                </a:lnTo>
                <a:lnTo>
                  <a:pt x="193473" y="49946"/>
                </a:lnTo>
                <a:lnTo>
                  <a:pt x="193143" y="49840"/>
                </a:lnTo>
                <a:lnTo>
                  <a:pt x="192822" y="49729"/>
                </a:lnTo>
                <a:lnTo>
                  <a:pt x="192512" y="49616"/>
                </a:lnTo>
                <a:lnTo>
                  <a:pt x="192211" y="49498"/>
                </a:lnTo>
                <a:lnTo>
                  <a:pt x="191920" y="49378"/>
                </a:lnTo>
                <a:lnTo>
                  <a:pt x="191640" y="49253"/>
                </a:lnTo>
                <a:lnTo>
                  <a:pt x="191369" y="49125"/>
                </a:lnTo>
                <a:lnTo>
                  <a:pt x="191109" y="48994"/>
                </a:lnTo>
                <a:lnTo>
                  <a:pt x="190859" y="48858"/>
                </a:lnTo>
                <a:lnTo>
                  <a:pt x="190618" y="48719"/>
                </a:lnTo>
                <a:lnTo>
                  <a:pt x="190388" y="48577"/>
                </a:lnTo>
                <a:lnTo>
                  <a:pt x="190168" y="48431"/>
                </a:lnTo>
                <a:lnTo>
                  <a:pt x="189957" y="48281"/>
                </a:lnTo>
                <a:lnTo>
                  <a:pt x="189757" y="48128"/>
                </a:lnTo>
                <a:lnTo>
                  <a:pt x="189566" y="47970"/>
                </a:lnTo>
                <a:lnTo>
                  <a:pt x="189383" y="47805"/>
                </a:lnTo>
                <a:lnTo>
                  <a:pt x="189208" y="47632"/>
                </a:lnTo>
                <a:lnTo>
                  <a:pt x="189042" y="47453"/>
                </a:lnTo>
                <a:lnTo>
                  <a:pt x="188883" y="47267"/>
                </a:lnTo>
                <a:lnTo>
                  <a:pt x="188733" y="47074"/>
                </a:lnTo>
                <a:lnTo>
                  <a:pt x="188591" y="46874"/>
                </a:lnTo>
                <a:lnTo>
                  <a:pt x="188457" y="46667"/>
                </a:lnTo>
                <a:lnTo>
                  <a:pt x="188331" y="46453"/>
                </a:lnTo>
                <a:lnTo>
                  <a:pt x="188213" y="46232"/>
                </a:lnTo>
                <a:lnTo>
                  <a:pt x="188103" y="46004"/>
                </a:lnTo>
                <a:lnTo>
                  <a:pt x="188001" y="45770"/>
                </a:lnTo>
                <a:lnTo>
                  <a:pt x="187908" y="45528"/>
                </a:lnTo>
                <a:lnTo>
                  <a:pt x="187823" y="45280"/>
                </a:lnTo>
                <a:lnTo>
                  <a:pt x="187745" y="45024"/>
                </a:lnTo>
                <a:lnTo>
                  <a:pt x="187676" y="44762"/>
                </a:lnTo>
                <a:lnTo>
                  <a:pt x="187615" y="44492"/>
                </a:lnTo>
                <a:lnTo>
                  <a:pt x="187563" y="44216"/>
                </a:lnTo>
                <a:lnTo>
                  <a:pt x="187518" y="43933"/>
                </a:lnTo>
                <a:lnTo>
                  <a:pt x="187481" y="43643"/>
                </a:lnTo>
                <a:lnTo>
                  <a:pt x="187453" y="43346"/>
                </a:lnTo>
                <a:lnTo>
                  <a:pt x="187433" y="43042"/>
                </a:lnTo>
                <a:lnTo>
                  <a:pt x="187420" y="42731"/>
                </a:lnTo>
                <a:lnTo>
                  <a:pt x="187416" y="42413"/>
                </a:lnTo>
                <a:lnTo>
                  <a:pt x="187421" y="42072"/>
                </a:lnTo>
                <a:lnTo>
                  <a:pt x="187435" y="41738"/>
                </a:lnTo>
                <a:lnTo>
                  <a:pt x="187458" y="41411"/>
                </a:lnTo>
                <a:lnTo>
                  <a:pt x="187491" y="41092"/>
                </a:lnTo>
                <a:lnTo>
                  <a:pt x="187533" y="40779"/>
                </a:lnTo>
                <a:lnTo>
                  <a:pt x="187584" y="40472"/>
                </a:lnTo>
                <a:lnTo>
                  <a:pt x="187645" y="40173"/>
                </a:lnTo>
                <a:lnTo>
                  <a:pt x="187715" y="39881"/>
                </a:lnTo>
                <a:lnTo>
                  <a:pt x="187794" y="39596"/>
                </a:lnTo>
                <a:lnTo>
                  <a:pt x="187882" y="39317"/>
                </a:lnTo>
                <a:lnTo>
                  <a:pt x="187980" y="39046"/>
                </a:lnTo>
                <a:lnTo>
                  <a:pt x="188088" y="38782"/>
                </a:lnTo>
                <a:lnTo>
                  <a:pt x="188204" y="38524"/>
                </a:lnTo>
                <a:lnTo>
                  <a:pt x="188330" y="38273"/>
                </a:lnTo>
                <a:lnTo>
                  <a:pt x="188465" y="38030"/>
                </a:lnTo>
                <a:lnTo>
                  <a:pt x="188610" y="37793"/>
                </a:lnTo>
                <a:lnTo>
                  <a:pt x="188764" y="37563"/>
                </a:lnTo>
                <a:lnTo>
                  <a:pt x="188927" y="37341"/>
                </a:lnTo>
                <a:lnTo>
                  <a:pt x="189099" y="37125"/>
                </a:lnTo>
                <a:lnTo>
                  <a:pt x="189281" y="36916"/>
                </a:lnTo>
                <a:lnTo>
                  <a:pt x="189472" y="36714"/>
                </a:lnTo>
                <a:lnTo>
                  <a:pt x="189673" y="36519"/>
                </a:lnTo>
                <a:lnTo>
                  <a:pt x="189883" y="36330"/>
                </a:lnTo>
                <a:lnTo>
                  <a:pt x="190102" y="36149"/>
                </a:lnTo>
                <a:lnTo>
                  <a:pt x="190331" y="35975"/>
                </a:lnTo>
                <a:lnTo>
                  <a:pt x="190572" y="35808"/>
                </a:lnTo>
                <a:lnTo>
                  <a:pt x="190824" y="35649"/>
                </a:lnTo>
                <a:lnTo>
                  <a:pt x="191087" y="35497"/>
                </a:lnTo>
                <a:lnTo>
                  <a:pt x="191361" y="35352"/>
                </a:lnTo>
                <a:lnTo>
                  <a:pt x="191647" y="35215"/>
                </a:lnTo>
                <a:lnTo>
                  <a:pt x="191943" y="35086"/>
                </a:lnTo>
                <a:lnTo>
                  <a:pt x="192251" y="34963"/>
                </a:lnTo>
                <a:lnTo>
                  <a:pt x="192571" y="34848"/>
                </a:lnTo>
                <a:lnTo>
                  <a:pt x="192901" y="34741"/>
                </a:lnTo>
                <a:lnTo>
                  <a:pt x="193243" y="34641"/>
                </a:lnTo>
                <a:lnTo>
                  <a:pt x="193596" y="34548"/>
                </a:lnTo>
                <a:lnTo>
                  <a:pt x="193960" y="34463"/>
                </a:lnTo>
                <a:lnTo>
                  <a:pt x="194336" y="34385"/>
                </a:lnTo>
                <a:lnTo>
                  <a:pt x="194722" y="34315"/>
                </a:lnTo>
                <a:lnTo>
                  <a:pt x="195120" y="34252"/>
                </a:lnTo>
                <a:lnTo>
                  <a:pt x="195529" y="34196"/>
                </a:lnTo>
                <a:lnTo>
                  <a:pt x="195950" y="34148"/>
                </a:lnTo>
                <a:lnTo>
                  <a:pt x="196381" y="34107"/>
                </a:lnTo>
                <a:lnTo>
                  <a:pt x="196824" y="34074"/>
                </a:lnTo>
                <a:lnTo>
                  <a:pt x="197278" y="34048"/>
                </a:lnTo>
                <a:lnTo>
                  <a:pt x="197744" y="34029"/>
                </a:lnTo>
                <a:lnTo>
                  <a:pt x="198220" y="34018"/>
                </a:lnTo>
                <a:lnTo>
                  <a:pt x="198708" y="34014"/>
                </a:lnTo>
                <a:lnTo>
                  <a:pt x="203942" y="34014"/>
                </a:lnTo>
                <a:lnTo>
                  <a:pt x="204341" y="34018"/>
                </a:lnTo>
                <a:lnTo>
                  <a:pt x="204732" y="34028"/>
                </a:lnTo>
                <a:lnTo>
                  <a:pt x="205118" y="34045"/>
                </a:lnTo>
                <a:lnTo>
                  <a:pt x="205497" y="34068"/>
                </a:lnTo>
                <a:lnTo>
                  <a:pt x="205869" y="34098"/>
                </a:lnTo>
                <a:lnTo>
                  <a:pt x="206235" y="34135"/>
                </a:lnTo>
                <a:lnTo>
                  <a:pt x="206595" y="34179"/>
                </a:lnTo>
                <a:lnTo>
                  <a:pt x="206948" y="34229"/>
                </a:lnTo>
                <a:lnTo>
                  <a:pt x="207295" y="34286"/>
                </a:lnTo>
                <a:lnTo>
                  <a:pt x="207635" y="34349"/>
                </a:lnTo>
                <a:lnTo>
                  <a:pt x="207969" y="34420"/>
                </a:lnTo>
                <a:lnTo>
                  <a:pt x="208296" y="34497"/>
                </a:lnTo>
                <a:lnTo>
                  <a:pt x="208617" y="34580"/>
                </a:lnTo>
                <a:lnTo>
                  <a:pt x="208931" y="34671"/>
                </a:lnTo>
                <a:lnTo>
                  <a:pt x="209239" y="34768"/>
                </a:lnTo>
                <a:lnTo>
                  <a:pt x="209541" y="34872"/>
                </a:lnTo>
                <a:lnTo>
                  <a:pt x="209836" y="34982"/>
                </a:lnTo>
                <a:lnTo>
                  <a:pt x="210125" y="35099"/>
                </a:lnTo>
                <a:lnTo>
                  <a:pt x="210407" y="35223"/>
                </a:lnTo>
                <a:lnTo>
                  <a:pt x="210683" y="35354"/>
                </a:lnTo>
                <a:lnTo>
                  <a:pt x="210952" y="35491"/>
                </a:lnTo>
                <a:lnTo>
                  <a:pt x="211215" y="35635"/>
                </a:lnTo>
                <a:lnTo>
                  <a:pt x="211471" y="35786"/>
                </a:lnTo>
                <a:lnTo>
                  <a:pt x="211721" y="35943"/>
                </a:lnTo>
                <a:lnTo>
                  <a:pt x="211963" y="36106"/>
                </a:lnTo>
                <a:lnTo>
                  <a:pt x="212197" y="36272"/>
                </a:lnTo>
                <a:lnTo>
                  <a:pt x="212421" y="36442"/>
                </a:lnTo>
                <a:lnTo>
                  <a:pt x="212637" y="36616"/>
                </a:lnTo>
                <a:lnTo>
                  <a:pt x="212844" y="36794"/>
                </a:lnTo>
                <a:lnTo>
                  <a:pt x="213042" y="36976"/>
                </a:lnTo>
                <a:lnTo>
                  <a:pt x="213231" y="37161"/>
                </a:lnTo>
                <a:lnTo>
                  <a:pt x="213412" y="37350"/>
                </a:lnTo>
                <a:lnTo>
                  <a:pt x="213583" y="37543"/>
                </a:lnTo>
                <a:lnTo>
                  <a:pt x="213746" y="37740"/>
                </a:lnTo>
                <a:lnTo>
                  <a:pt x="213900" y="37941"/>
                </a:lnTo>
                <a:lnTo>
                  <a:pt x="214045" y="38145"/>
                </a:lnTo>
                <a:lnTo>
                  <a:pt x="214181" y="38354"/>
                </a:lnTo>
                <a:lnTo>
                  <a:pt x="214309" y="38566"/>
                </a:lnTo>
                <a:lnTo>
                  <a:pt x="214427" y="38782"/>
                </a:lnTo>
                <a:lnTo>
                  <a:pt x="214537" y="39002"/>
                </a:lnTo>
                <a:lnTo>
                  <a:pt x="214637" y="39225"/>
                </a:lnTo>
                <a:lnTo>
                  <a:pt x="214729" y="39453"/>
                </a:lnTo>
                <a:lnTo>
                  <a:pt x="214813" y="39684"/>
                </a:lnTo>
                <a:lnTo>
                  <a:pt x="214887" y="39919"/>
                </a:lnTo>
                <a:lnTo>
                  <a:pt x="214952" y="40158"/>
                </a:lnTo>
                <a:lnTo>
                  <a:pt x="215009" y="40401"/>
                </a:lnTo>
                <a:lnTo>
                  <a:pt x="215057" y="40648"/>
                </a:lnTo>
                <a:lnTo>
                  <a:pt x="215096" y="40898"/>
                </a:lnTo>
                <a:lnTo>
                  <a:pt x="232309" y="40898"/>
                </a:lnTo>
                <a:lnTo>
                  <a:pt x="232251" y="40113"/>
                </a:lnTo>
                <a:lnTo>
                  <a:pt x="232168" y="39341"/>
                </a:lnTo>
                <a:lnTo>
                  <a:pt x="232061" y="38583"/>
                </a:lnTo>
                <a:lnTo>
                  <a:pt x="231930" y="37838"/>
                </a:lnTo>
                <a:lnTo>
                  <a:pt x="231774" y="37106"/>
                </a:lnTo>
                <a:lnTo>
                  <a:pt x="231594" y="36388"/>
                </a:lnTo>
                <a:lnTo>
                  <a:pt x="231390" y="35683"/>
                </a:lnTo>
                <a:lnTo>
                  <a:pt x="231161" y="34992"/>
                </a:lnTo>
                <a:lnTo>
                  <a:pt x="230908" y="34314"/>
                </a:lnTo>
                <a:lnTo>
                  <a:pt x="230630" y="33649"/>
                </a:lnTo>
                <a:lnTo>
                  <a:pt x="230328" y="32998"/>
                </a:lnTo>
                <a:lnTo>
                  <a:pt x="230002" y="32360"/>
                </a:lnTo>
                <a:lnTo>
                  <a:pt x="229651" y="31736"/>
                </a:lnTo>
                <a:lnTo>
                  <a:pt x="229276" y="31125"/>
                </a:lnTo>
                <a:lnTo>
                  <a:pt x="228877" y="30527"/>
                </a:lnTo>
                <a:lnTo>
                  <a:pt x="228453" y="29943"/>
                </a:lnTo>
                <a:lnTo>
                  <a:pt x="228004" y="29372"/>
                </a:lnTo>
                <a:lnTo>
                  <a:pt x="227532" y="28814"/>
                </a:lnTo>
                <a:lnTo>
                  <a:pt x="227035" y="28270"/>
                </a:lnTo>
                <a:lnTo>
                  <a:pt x="226513" y="27739"/>
                </a:lnTo>
                <a:lnTo>
                  <a:pt x="225967" y="27222"/>
                </a:lnTo>
                <a:lnTo>
                  <a:pt x="225397" y="26718"/>
                </a:lnTo>
                <a:lnTo>
                  <a:pt x="224802" y="26228"/>
                </a:lnTo>
                <a:lnTo>
                  <a:pt x="224183" y="25750"/>
                </a:lnTo>
                <a:lnTo>
                  <a:pt x="223543" y="25290"/>
                </a:lnTo>
                <a:lnTo>
                  <a:pt x="222886" y="24849"/>
                </a:lnTo>
                <a:lnTo>
                  <a:pt x="222211" y="24427"/>
                </a:lnTo>
                <a:lnTo>
                  <a:pt x="221518" y="24025"/>
                </a:lnTo>
                <a:lnTo>
                  <a:pt x="220807" y="23643"/>
                </a:lnTo>
                <a:lnTo>
                  <a:pt x="220078" y="23280"/>
                </a:lnTo>
                <a:lnTo>
                  <a:pt x="219332" y="22937"/>
                </a:lnTo>
                <a:lnTo>
                  <a:pt x="218569" y="22614"/>
                </a:lnTo>
                <a:lnTo>
                  <a:pt x="217787" y="22310"/>
                </a:lnTo>
                <a:lnTo>
                  <a:pt x="216988" y="22026"/>
                </a:lnTo>
                <a:lnTo>
                  <a:pt x="216171" y="21761"/>
                </a:lnTo>
                <a:lnTo>
                  <a:pt x="215337" y="21516"/>
                </a:lnTo>
                <a:lnTo>
                  <a:pt x="214484" y="21290"/>
                </a:lnTo>
                <a:lnTo>
                  <a:pt x="213615" y="21085"/>
                </a:lnTo>
                <a:lnTo>
                  <a:pt x="212727" y="20898"/>
                </a:lnTo>
                <a:lnTo>
                  <a:pt x="211822" y="20732"/>
                </a:lnTo>
                <a:lnTo>
                  <a:pt x="210899" y="20585"/>
                </a:lnTo>
                <a:lnTo>
                  <a:pt x="209958" y="20457"/>
                </a:lnTo>
                <a:lnTo>
                  <a:pt x="209000" y="20349"/>
                </a:lnTo>
                <a:lnTo>
                  <a:pt x="208024" y="20261"/>
                </a:lnTo>
                <a:lnTo>
                  <a:pt x="207030" y="20193"/>
                </a:lnTo>
                <a:lnTo>
                  <a:pt x="206018" y="20144"/>
                </a:lnTo>
                <a:lnTo>
                  <a:pt x="204989" y="20114"/>
                </a:lnTo>
                <a:lnTo>
                  <a:pt x="203942" y="20104"/>
                </a:lnTo>
                <a:lnTo>
                  <a:pt x="198708" y="20104"/>
                </a:lnTo>
                <a:lnTo>
                  <a:pt x="197561" y="20115"/>
                </a:lnTo>
                <a:lnTo>
                  <a:pt x="196437" y="20145"/>
                </a:lnTo>
                <a:lnTo>
                  <a:pt x="195337" y="20196"/>
                </a:lnTo>
                <a:lnTo>
                  <a:pt x="194260" y="20267"/>
                </a:lnTo>
                <a:lnTo>
                  <a:pt x="193206" y="20359"/>
                </a:lnTo>
                <a:lnTo>
                  <a:pt x="192176" y="20470"/>
                </a:lnTo>
                <a:lnTo>
                  <a:pt x="191169" y="20602"/>
                </a:lnTo>
                <a:lnTo>
                  <a:pt x="190186" y="20755"/>
                </a:lnTo>
                <a:lnTo>
                  <a:pt x="189226" y="20928"/>
                </a:lnTo>
                <a:lnTo>
                  <a:pt x="188290" y="21121"/>
                </a:lnTo>
                <a:lnTo>
                  <a:pt x="187377" y="21334"/>
                </a:lnTo>
                <a:lnTo>
                  <a:pt x="186487" y="21568"/>
                </a:lnTo>
                <a:lnTo>
                  <a:pt x="185621" y="21822"/>
                </a:lnTo>
                <a:lnTo>
                  <a:pt x="184778" y="22096"/>
                </a:lnTo>
                <a:lnTo>
                  <a:pt x="183959" y="22391"/>
                </a:lnTo>
                <a:lnTo>
                  <a:pt x="183163" y="22706"/>
                </a:lnTo>
                <a:lnTo>
                  <a:pt x="182391" y="23042"/>
                </a:lnTo>
                <a:lnTo>
                  <a:pt x="181641" y="23397"/>
                </a:lnTo>
                <a:lnTo>
                  <a:pt x="180916" y="23773"/>
                </a:lnTo>
                <a:lnTo>
                  <a:pt x="180214" y="24170"/>
                </a:lnTo>
                <a:lnTo>
                  <a:pt x="179535" y="24586"/>
                </a:lnTo>
                <a:lnTo>
                  <a:pt x="178880" y="25023"/>
                </a:lnTo>
                <a:lnTo>
                  <a:pt x="178248" y="25481"/>
                </a:lnTo>
                <a:lnTo>
                  <a:pt x="177639" y="25958"/>
                </a:lnTo>
                <a:lnTo>
                  <a:pt x="177055" y="26454"/>
                </a:lnTo>
                <a:lnTo>
                  <a:pt x="176496" y="26967"/>
                </a:lnTo>
                <a:lnTo>
                  <a:pt x="175961" y="27496"/>
                </a:lnTo>
                <a:lnTo>
                  <a:pt x="175451" y="28041"/>
                </a:lnTo>
                <a:lnTo>
                  <a:pt x="174966" y="28603"/>
                </a:lnTo>
                <a:lnTo>
                  <a:pt x="174506" y="29181"/>
                </a:lnTo>
                <a:lnTo>
                  <a:pt x="174071" y="29776"/>
                </a:lnTo>
                <a:lnTo>
                  <a:pt x="173661" y="30388"/>
                </a:lnTo>
                <a:lnTo>
                  <a:pt x="173276" y="31015"/>
                </a:lnTo>
                <a:lnTo>
                  <a:pt x="172915" y="31660"/>
                </a:lnTo>
                <a:lnTo>
                  <a:pt x="172579" y="32321"/>
                </a:lnTo>
                <a:lnTo>
                  <a:pt x="172269" y="32998"/>
                </a:lnTo>
                <a:lnTo>
                  <a:pt x="171983" y="33692"/>
                </a:lnTo>
                <a:lnTo>
                  <a:pt x="171722" y="34402"/>
                </a:lnTo>
                <a:lnTo>
                  <a:pt x="171485" y="35129"/>
                </a:lnTo>
                <a:lnTo>
                  <a:pt x="171274" y="35872"/>
                </a:lnTo>
                <a:lnTo>
                  <a:pt x="171088" y="36632"/>
                </a:lnTo>
                <a:lnTo>
                  <a:pt x="170926" y="37409"/>
                </a:lnTo>
                <a:lnTo>
                  <a:pt x="170789" y="38201"/>
                </a:lnTo>
                <a:lnTo>
                  <a:pt x="170677" y="39011"/>
                </a:lnTo>
                <a:lnTo>
                  <a:pt x="170590" y="39837"/>
                </a:lnTo>
                <a:lnTo>
                  <a:pt x="170528" y="40679"/>
                </a:lnTo>
                <a:lnTo>
                  <a:pt x="170491" y="41538"/>
                </a:lnTo>
                <a:lnTo>
                  <a:pt x="170478" y="42413"/>
                </a:lnTo>
                <a:lnTo>
                  <a:pt x="170489" y="43253"/>
                </a:lnTo>
                <a:lnTo>
                  <a:pt x="170520" y="44076"/>
                </a:lnTo>
                <a:lnTo>
                  <a:pt x="170573" y="44881"/>
                </a:lnTo>
                <a:lnTo>
                  <a:pt x="170647" y="45668"/>
                </a:lnTo>
                <a:lnTo>
                  <a:pt x="170741" y="46438"/>
                </a:lnTo>
                <a:lnTo>
                  <a:pt x="170857" y="47190"/>
                </a:lnTo>
                <a:lnTo>
                  <a:pt x="170994" y="47924"/>
                </a:lnTo>
                <a:lnTo>
                  <a:pt x="171152" y="48641"/>
                </a:lnTo>
                <a:lnTo>
                  <a:pt x="171331" y="49340"/>
                </a:lnTo>
                <a:lnTo>
                  <a:pt x="171530" y="50021"/>
                </a:lnTo>
                <a:lnTo>
                  <a:pt x="171751" y="50684"/>
                </a:lnTo>
                <a:lnTo>
                  <a:pt x="171993" y="51330"/>
                </a:lnTo>
                <a:lnTo>
                  <a:pt x="172256" y="51958"/>
                </a:lnTo>
                <a:lnTo>
                  <a:pt x="172540" y="52569"/>
                </a:lnTo>
                <a:lnTo>
                  <a:pt x="172846" y="53161"/>
                </a:lnTo>
                <a:lnTo>
                  <a:pt x="173172" y="53736"/>
                </a:lnTo>
                <a:lnTo>
                  <a:pt x="173519" y="54294"/>
                </a:lnTo>
                <a:lnTo>
                  <a:pt x="173887" y="54833"/>
                </a:lnTo>
                <a:lnTo>
                  <a:pt x="174276" y="55355"/>
                </a:lnTo>
                <a:lnTo>
                  <a:pt x="174687" y="55859"/>
                </a:lnTo>
                <a:lnTo>
                  <a:pt x="175118" y="56346"/>
                </a:lnTo>
                <a:lnTo>
                  <a:pt x="175570" y="56815"/>
                </a:lnTo>
                <a:lnTo>
                  <a:pt x="176044" y="57266"/>
                </a:lnTo>
                <a:lnTo>
                  <a:pt x="176538" y="57699"/>
                </a:lnTo>
                <a:lnTo>
                  <a:pt x="177055" y="58118"/>
                </a:lnTo>
                <a:lnTo>
                  <a:pt x="177596" y="58526"/>
                </a:lnTo>
                <a:lnTo>
                  <a:pt x="178161" y="58922"/>
                </a:lnTo>
                <a:lnTo>
                  <a:pt x="178749" y="59306"/>
                </a:lnTo>
                <a:lnTo>
                  <a:pt x="179362" y="59679"/>
                </a:lnTo>
                <a:lnTo>
                  <a:pt x="179998" y="60041"/>
                </a:lnTo>
                <a:lnTo>
                  <a:pt x="180659" y="60391"/>
                </a:lnTo>
                <a:lnTo>
                  <a:pt x="181343" y="60729"/>
                </a:lnTo>
                <a:lnTo>
                  <a:pt x="182051" y="61056"/>
                </a:lnTo>
                <a:lnTo>
                  <a:pt x="182783" y="61372"/>
                </a:lnTo>
                <a:lnTo>
                  <a:pt x="183539" y="61676"/>
                </a:lnTo>
                <a:lnTo>
                  <a:pt x="184319" y="61969"/>
                </a:lnTo>
                <a:lnTo>
                  <a:pt x="185123" y="62250"/>
                </a:lnTo>
                <a:lnTo>
                  <a:pt x="185951" y="62519"/>
                </a:lnTo>
                <a:lnTo>
                  <a:pt x="186802" y="62778"/>
                </a:lnTo>
                <a:lnTo>
                  <a:pt x="187678" y="63024"/>
                </a:lnTo>
                <a:lnTo>
                  <a:pt x="188577" y="63260"/>
                </a:lnTo>
                <a:lnTo>
                  <a:pt x="189500" y="63483"/>
                </a:lnTo>
                <a:lnTo>
                  <a:pt x="190447" y="63696"/>
                </a:lnTo>
                <a:lnTo>
                  <a:pt x="191418" y="63896"/>
                </a:lnTo>
                <a:lnTo>
                  <a:pt x="192413" y="64086"/>
                </a:lnTo>
                <a:lnTo>
                  <a:pt x="193432" y="64264"/>
                </a:lnTo>
                <a:lnTo>
                  <a:pt x="194475" y="64430"/>
                </a:lnTo>
                <a:lnTo>
                  <a:pt x="195542" y="64585"/>
                </a:lnTo>
                <a:lnTo>
                  <a:pt x="204905" y="65961"/>
                </a:lnTo>
                <a:lnTo>
                  <a:pt x="205393" y="66022"/>
                </a:lnTo>
                <a:lnTo>
                  <a:pt x="205870" y="66087"/>
                </a:lnTo>
                <a:lnTo>
                  <a:pt x="206337" y="66158"/>
                </a:lnTo>
                <a:lnTo>
                  <a:pt x="206792" y="66235"/>
                </a:lnTo>
                <a:lnTo>
                  <a:pt x="207237" y="66317"/>
                </a:lnTo>
                <a:lnTo>
                  <a:pt x="207672" y="66405"/>
                </a:lnTo>
                <a:lnTo>
                  <a:pt x="208095" y="66498"/>
                </a:lnTo>
                <a:lnTo>
                  <a:pt x="208508" y="66597"/>
                </a:lnTo>
                <a:lnTo>
                  <a:pt x="208910" y="66701"/>
                </a:lnTo>
                <a:lnTo>
                  <a:pt x="209301" y="66810"/>
                </a:lnTo>
                <a:lnTo>
                  <a:pt x="209681" y="66925"/>
                </a:lnTo>
                <a:lnTo>
                  <a:pt x="210051" y="67046"/>
                </a:lnTo>
                <a:lnTo>
                  <a:pt x="210410" y="67172"/>
                </a:lnTo>
                <a:lnTo>
                  <a:pt x="210758" y="67304"/>
                </a:lnTo>
                <a:lnTo>
                  <a:pt x="211096" y="67441"/>
                </a:lnTo>
                <a:lnTo>
                  <a:pt x="211422" y="67583"/>
                </a:lnTo>
                <a:lnTo>
                  <a:pt x="211738" y="67732"/>
                </a:lnTo>
                <a:lnTo>
                  <a:pt x="212043" y="67885"/>
                </a:lnTo>
                <a:lnTo>
                  <a:pt x="212338" y="68044"/>
                </a:lnTo>
                <a:lnTo>
                  <a:pt x="212621" y="68209"/>
                </a:lnTo>
                <a:lnTo>
                  <a:pt x="212894" y="68379"/>
                </a:lnTo>
                <a:lnTo>
                  <a:pt x="213156" y="68554"/>
                </a:lnTo>
                <a:lnTo>
                  <a:pt x="213407" y="68735"/>
                </a:lnTo>
                <a:lnTo>
                  <a:pt x="213648" y="68922"/>
                </a:lnTo>
                <a:lnTo>
                  <a:pt x="213878" y="69114"/>
                </a:lnTo>
                <a:lnTo>
                  <a:pt x="214099" y="69312"/>
                </a:lnTo>
                <a:lnTo>
                  <a:pt x="214310" y="69517"/>
                </a:lnTo>
                <a:lnTo>
                  <a:pt x="214511" y="69727"/>
                </a:lnTo>
                <a:lnTo>
                  <a:pt x="214702" y="69943"/>
                </a:lnTo>
                <a:lnTo>
                  <a:pt x="214883" y="70165"/>
                </a:lnTo>
                <a:lnTo>
                  <a:pt x="215055" y="70394"/>
                </a:lnTo>
                <a:lnTo>
                  <a:pt x="215217" y="70628"/>
                </a:lnTo>
                <a:lnTo>
                  <a:pt x="215369" y="70868"/>
                </a:lnTo>
                <a:lnTo>
                  <a:pt x="215511" y="71114"/>
                </a:lnTo>
                <a:lnTo>
                  <a:pt x="215643" y="71366"/>
                </a:lnTo>
                <a:lnTo>
                  <a:pt x="215766" y="71624"/>
                </a:lnTo>
                <a:lnTo>
                  <a:pt x="215879" y="71888"/>
                </a:lnTo>
                <a:lnTo>
                  <a:pt x="215982" y="72158"/>
                </a:lnTo>
                <a:lnTo>
                  <a:pt x="216075" y="72434"/>
                </a:lnTo>
                <a:lnTo>
                  <a:pt x="216158" y="72716"/>
                </a:lnTo>
                <a:lnTo>
                  <a:pt x="216232" y="73004"/>
                </a:lnTo>
                <a:lnTo>
                  <a:pt x="216295" y="73298"/>
                </a:lnTo>
                <a:lnTo>
                  <a:pt x="216349" y="73598"/>
                </a:lnTo>
                <a:lnTo>
                  <a:pt x="216393" y="73904"/>
                </a:lnTo>
                <a:lnTo>
                  <a:pt x="216428" y="74216"/>
                </a:lnTo>
                <a:lnTo>
                  <a:pt x="216452" y="74534"/>
                </a:lnTo>
                <a:lnTo>
                  <a:pt x="216467" y="74858"/>
                </a:lnTo>
                <a:lnTo>
                  <a:pt x="216472" y="75188"/>
                </a:lnTo>
                <a:lnTo>
                  <a:pt x="216466" y="75540"/>
                </a:lnTo>
                <a:lnTo>
                  <a:pt x="216450" y="75887"/>
                </a:lnTo>
                <a:lnTo>
                  <a:pt x="216422" y="76227"/>
                </a:lnTo>
                <a:lnTo>
                  <a:pt x="216384" y="76561"/>
                </a:lnTo>
                <a:lnTo>
                  <a:pt x="216334" y="76888"/>
                </a:lnTo>
                <a:lnTo>
                  <a:pt x="216274" y="77210"/>
                </a:lnTo>
                <a:lnTo>
                  <a:pt x="216203" y="77525"/>
                </a:lnTo>
                <a:lnTo>
                  <a:pt x="216120" y="77834"/>
                </a:lnTo>
                <a:lnTo>
                  <a:pt x="216027" y="78137"/>
                </a:lnTo>
                <a:lnTo>
                  <a:pt x="215922" y="78434"/>
                </a:lnTo>
                <a:lnTo>
                  <a:pt x="215807" y="78724"/>
                </a:lnTo>
                <a:lnTo>
                  <a:pt x="215680" y="79008"/>
                </a:lnTo>
                <a:lnTo>
                  <a:pt x="215543" y="79286"/>
                </a:lnTo>
                <a:lnTo>
                  <a:pt x="215394" y="79558"/>
                </a:lnTo>
                <a:lnTo>
                  <a:pt x="215235" y="79824"/>
                </a:lnTo>
                <a:lnTo>
                  <a:pt x="215065" y="80083"/>
                </a:lnTo>
                <a:lnTo>
                  <a:pt x="214883" y="80336"/>
                </a:lnTo>
                <a:lnTo>
                  <a:pt x="214691" y="80583"/>
                </a:lnTo>
                <a:lnTo>
                  <a:pt x="214487" y="80824"/>
                </a:lnTo>
                <a:lnTo>
                  <a:pt x="214273" y="81059"/>
                </a:lnTo>
                <a:lnTo>
                  <a:pt x="214048" y="81287"/>
                </a:lnTo>
                <a:lnTo>
                  <a:pt x="213811" y="81509"/>
                </a:lnTo>
                <a:lnTo>
                  <a:pt x="213564" y="81725"/>
                </a:lnTo>
                <a:lnTo>
                  <a:pt x="213305" y="81935"/>
                </a:lnTo>
                <a:lnTo>
                  <a:pt x="213036" y="82137"/>
                </a:lnTo>
                <a:lnTo>
                  <a:pt x="212756" y="82331"/>
                </a:lnTo>
                <a:lnTo>
                  <a:pt x="212464" y="82516"/>
                </a:lnTo>
                <a:lnTo>
                  <a:pt x="212162" y="82692"/>
                </a:lnTo>
                <a:lnTo>
                  <a:pt x="211848" y="82860"/>
                </a:lnTo>
                <a:lnTo>
                  <a:pt x="211524" y="83020"/>
                </a:lnTo>
                <a:lnTo>
                  <a:pt x="211189" y="83170"/>
                </a:lnTo>
                <a:lnTo>
                  <a:pt x="210842" y="83312"/>
                </a:lnTo>
                <a:lnTo>
                  <a:pt x="210485" y="83446"/>
                </a:lnTo>
                <a:lnTo>
                  <a:pt x="210116" y="83571"/>
                </a:lnTo>
                <a:lnTo>
                  <a:pt x="209737" y="83687"/>
                </a:lnTo>
                <a:lnTo>
                  <a:pt x="209347" y="83794"/>
                </a:lnTo>
                <a:lnTo>
                  <a:pt x="208945" y="83893"/>
                </a:lnTo>
                <a:lnTo>
                  <a:pt x="208533" y="83984"/>
                </a:lnTo>
                <a:lnTo>
                  <a:pt x="208109" y="84066"/>
                </a:lnTo>
                <a:lnTo>
                  <a:pt x="207675" y="84139"/>
                </a:lnTo>
                <a:lnTo>
                  <a:pt x="207230" y="84203"/>
                </a:lnTo>
                <a:lnTo>
                  <a:pt x="206773" y="84259"/>
                </a:lnTo>
                <a:lnTo>
                  <a:pt x="206306" y="84307"/>
                </a:lnTo>
                <a:lnTo>
                  <a:pt x="205827" y="84345"/>
                </a:lnTo>
                <a:lnTo>
                  <a:pt x="205338" y="84375"/>
                </a:lnTo>
                <a:lnTo>
                  <a:pt x="204838" y="84397"/>
                </a:lnTo>
                <a:lnTo>
                  <a:pt x="204326" y="84410"/>
                </a:lnTo>
                <a:lnTo>
                  <a:pt x="203804" y="84414"/>
                </a:lnTo>
                <a:lnTo>
                  <a:pt x="197746" y="84414"/>
                </a:lnTo>
                <a:lnTo>
                  <a:pt x="197313" y="84410"/>
                </a:lnTo>
                <a:lnTo>
                  <a:pt x="196887" y="84399"/>
                </a:lnTo>
                <a:lnTo>
                  <a:pt x="196469" y="84380"/>
                </a:lnTo>
                <a:lnTo>
                  <a:pt x="196057" y="84353"/>
                </a:lnTo>
                <a:lnTo>
                  <a:pt x="195652" y="84319"/>
                </a:lnTo>
                <a:lnTo>
                  <a:pt x="195254" y="84277"/>
                </a:lnTo>
                <a:lnTo>
                  <a:pt x="194863" y="84227"/>
                </a:lnTo>
                <a:lnTo>
                  <a:pt x="194478" y="84170"/>
                </a:lnTo>
                <a:lnTo>
                  <a:pt x="194101" y="84105"/>
                </a:lnTo>
                <a:lnTo>
                  <a:pt x="193731" y="84032"/>
                </a:lnTo>
                <a:lnTo>
                  <a:pt x="193368" y="83952"/>
                </a:lnTo>
                <a:lnTo>
                  <a:pt x="193011" y="83864"/>
                </a:lnTo>
                <a:lnTo>
                  <a:pt x="192662" y="83768"/>
                </a:lnTo>
                <a:lnTo>
                  <a:pt x="192319" y="83665"/>
                </a:lnTo>
                <a:lnTo>
                  <a:pt x="191984" y="83554"/>
                </a:lnTo>
                <a:lnTo>
                  <a:pt x="191655" y="83436"/>
                </a:lnTo>
                <a:lnTo>
                  <a:pt x="191333" y="83309"/>
                </a:lnTo>
                <a:lnTo>
                  <a:pt x="191019" y="83176"/>
                </a:lnTo>
                <a:lnTo>
                  <a:pt x="190711" y="83034"/>
                </a:lnTo>
                <a:lnTo>
                  <a:pt x="190410" y="82885"/>
                </a:lnTo>
                <a:lnTo>
                  <a:pt x="190116" y="82728"/>
                </a:lnTo>
                <a:lnTo>
                  <a:pt x="189829" y="82564"/>
                </a:lnTo>
                <a:lnTo>
                  <a:pt x="189549" y="82392"/>
                </a:lnTo>
                <a:lnTo>
                  <a:pt x="189276" y="82212"/>
                </a:lnTo>
                <a:lnTo>
                  <a:pt x="189011" y="82026"/>
                </a:lnTo>
                <a:lnTo>
                  <a:pt x="188757" y="81835"/>
                </a:lnTo>
                <a:lnTo>
                  <a:pt x="188513" y="81640"/>
                </a:lnTo>
                <a:lnTo>
                  <a:pt x="188279" y="81439"/>
                </a:lnTo>
                <a:lnTo>
                  <a:pt x="188056" y="81234"/>
                </a:lnTo>
                <a:lnTo>
                  <a:pt x="187843" y="81024"/>
                </a:lnTo>
                <a:lnTo>
                  <a:pt x="187640" y="80809"/>
                </a:lnTo>
                <a:lnTo>
                  <a:pt x="187448" y="80590"/>
                </a:lnTo>
                <a:lnTo>
                  <a:pt x="187265" y="80365"/>
                </a:lnTo>
                <a:lnTo>
                  <a:pt x="187093" y="80136"/>
                </a:lnTo>
                <a:lnTo>
                  <a:pt x="186932" y="79903"/>
                </a:lnTo>
                <a:lnTo>
                  <a:pt x="186780" y="79664"/>
                </a:lnTo>
                <a:lnTo>
                  <a:pt x="186639" y="79420"/>
                </a:lnTo>
                <a:lnTo>
                  <a:pt x="186508" y="79172"/>
                </a:lnTo>
                <a:lnTo>
                  <a:pt x="186388" y="78919"/>
                </a:lnTo>
                <a:lnTo>
                  <a:pt x="186277" y="78662"/>
                </a:lnTo>
                <a:lnTo>
                  <a:pt x="186177" y="78399"/>
                </a:lnTo>
                <a:lnTo>
                  <a:pt x="186087" y="78132"/>
                </a:lnTo>
                <a:lnTo>
                  <a:pt x="186008" y="77860"/>
                </a:lnTo>
                <a:lnTo>
                  <a:pt x="185939" y="77583"/>
                </a:lnTo>
                <a:lnTo>
                  <a:pt x="185880" y="77301"/>
                </a:lnTo>
                <a:lnTo>
                  <a:pt x="185831" y="77015"/>
                </a:lnTo>
                <a:lnTo>
                  <a:pt x="185793" y="76723"/>
                </a:lnTo>
                <a:lnTo>
                  <a:pt x="185765" y="76427"/>
                </a:lnTo>
                <a:lnTo>
                  <a:pt x="168552" y="76427"/>
                </a:lnTo>
                <a:lnTo>
                  <a:pt x="168580" y="76975"/>
                </a:lnTo>
                <a:lnTo>
                  <a:pt x="168621" y="77517"/>
                </a:lnTo>
                <a:lnTo>
                  <a:pt x="168673" y="78053"/>
                </a:lnTo>
                <a:lnTo>
                  <a:pt x="168737" y="78583"/>
                </a:lnTo>
                <a:lnTo>
                  <a:pt x="168813" y="79106"/>
                </a:lnTo>
                <a:lnTo>
                  <a:pt x="168900" y="79624"/>
                </a:lnTo>
                <a:lnTo>
                  <a:pt x="168999" y="80136"/>
                </a:lnTo>
                <a:lnTo>
                  <a:pt x="169110" y="80642"/>
                </a:lnTo>
                <a:lnTo>
                  <a:pt x="169232" y="81142"/>
                </a:lnTo>
                <a:lnTo>
                  <a:pt x="169366" y="81636"/>
                </a:lnTo>
                <a:lnTo>
                  <a:pt x="169512" y="82124"/>
                </a:lnTo>
                <a:lnTo>
                  <a:pt x="169670" y="82606"/>
                </a:lnTo>
                <a:lnTo>
                  <a:pt x="169839" y="83082"/>
                </a:lnTo>
                <a:lnTo>
                  <a:pt x="170020" y="83552"/>
                </a:lnTo>
                <a:lnTo>
                  <a:pt x="170213" y="84016"/>
                </a:lnTo>
                <a:lnTo>
                  <a:pt x="170417" y="84475"/>
                </a:lnTo>
                <a:lnTo>
                  <a:pt x="170634" y="84927"/>
                </a:lnTo>
                <a:lnTo>
                  <a:pt x="170861" y="85373"/>
                </a:lnTo>
                <a:lnTo>
                  <a:pt x="171101" y="85813"/>
                </a:lnTo>
                <a:lnTo>
                  <a:pt x="171352" y="86248"/>
                </a:lnTo>
                <a:lnTo>
                  <a:pt x="171615" y="86676"/>
                </a:lnTo>
                <a:lnTo>
                  <a:pt x="171890" y="87098"/>
                </a:lnTo>
                <a:lnTo>
                  <a:pt x="172176" y="87515"/>
                </a:lnTo>
                <a:lnTo>
                  <a:pt x="172475" y="87925"/>
                </a:lnTo>
                <a:lnTo>
                  <a:pt x="172784" y="88329"/>
                </a:lnTo>
                <a:lnTo>
                  <a:pt x="173102" y="88725"/>
                </a:lnTo>
                <a:lnTo>
                  <a:pt x="173431" y="89114"/>
                </a:lnTo>
                <a:lnTo>
                  <a:pt x="173770" y="89495"/>
                </a:lnTo>
                <a:lnTo>
                  <a:pt x="174118" y="89869"/>
                </a:lnTo>
                <a:lnTo>
                  <a:pt x="174476" y="90236"/>
                </a:lnTo>
                <a:lnTo>
                  <a:pt x="174844" y="90595"/>
                </a:lnTo>
                <a:lnTo>
                  <a:pt x="175221" y="90947"/>
                </a:lnTo>
                <a:lnTo>
                  <a:pt x="175609" y="91291"/>
                </a:lnTo>
                <a:lnTo>
                  <a:pt x="176006" y="91628"/>
                </a:lnTo>
                <a:lnTo>
                  <a:pt x="176413" y="91957"/>
                </a:lnTo>
                <a:lnTo>
                  <a:pt x="176830" y="92280"/>
                </a:lnTo>
                <a:lnTo>
                  <a:pt x="177256" y="92594"/>
                </a:lnTo>
                <a:lnTo>
                  <a:pt x="177693" y="92902"/>
                </a:lnTo>
                <a:lnTo>
                  <a:pt x="178139" y="93202"/>
                </a:lnTo>
                <a:lnTo>
                  <a:pt x="178595" y="93494"/>
                </a:lnTo>
                <a:lnTo>
                  <a:pt x="179061" y="93779"/>
                </a:lnTo>
                <a:lnTo>
                  <a:pt x="179537" y="94057"/>
                </a:lnTo>
                <a:lnTo>
                  <a:pt x="180022" y="94327"/>
                </a:lnTo>
                <a:lnTo>
                  <a:pt x="180517" y="94590"/>
                </a:lnTo>
                <a:lnTo>
                  <a:pt x="181022" y="94845"/>
                </a:lnTo>
                <a:lnTo>
                  <a:pt x="181537" y="95094"/>
                </a:lnTo>
                <a:lnTo>
                  <a:pt x="182062" y="95334"/>
                </a:lnTo>
                <a:lnTo>
                  <a:pt x="182596" y="95567"/>
                </a:lnTo>
                <a:lnTo>
                  <a:pt x="183139" y="95792"/>
                </a:lnTo>
                <a:lnTo>
                  <a:pt x="183690" y="96007"/>
                </a:lnTo>
                <a:lnTo>
                  <a:pt x="184249" y="96213"/>
                </a:lnTo>
                <a:lnTo>
                  <a:pt x="184815" y="96409"/>
                </a:lnTo>
                <a:lnTo>
                  <a:pt x="185389" y="96596"/>
                </a:lnTo>
                <a:lnTo>
                  <a:pt x="185971" y="96773"/>
                </a:lnTo>
                <a:lnTo>
                  <a:pt x="186560" y="96940"/>
                </a:lnTo>
                <a:lnTo>
                  <a:pt x="187157" y="97098"/>
                </a:lnTo>
                <a:lnTo>
                  <a:pt x="187761" y="97246"/>
                </a:lnTo>
                <a:lnTo>
                  <a:pt x="188373" y="97385"/>
                </a:lnTo>
                <a:lnTo>
                  <a:pt x="188993" y="97514"/>
                </a:lnTo>
                <a:lnTo>
                  <a:pt x="189620" y="97633"/>
                </a:lnTo>
                <a:lnTo>
                  <a:pt x="190256" y="97743"/>
                </a:lnTo>
                <a:lnTo>
                  <a:pt x="190898" y="97844"/>
                </a:lnTo>
                <a:lnTo>
                  <a:pt x="191549" y="97935"/>
                </a:lnTo>
                <a:lnTo>
                  <a:pt x="192207" y="98016"/>
                </a:lnTo>
                <a:lnTo>
                  <a:pt x="192872" y="98088"/>
                </a:lnTo>
                <a:lnTo>
                  <a:pt x="193546" y="98150"/>
                </a:lnTo>
                <a:lnTo>
                  <a:pt x="194226" y="98203"/>
                </a:lnTo>
                <a:lnTo>
                  <a:pt x="194915" y="98246"/>
                </a:lnTo>
                <a:lnTo>
                  <a:pt x="195611" y="98279"/>
                </a:lnTo>
                <a:lnTo>
                  <a:pt x="196315" y="98303"/>
                </a:lnTo>
                <a:lnTo>
                  <a:pt x="197027" y="98317"/>
                </a:lnTo>
                <a:lnTo>
                  <a:pt x="197746" y="98322"/>
                </a:lnTo>
                <a:lnTo>
                  <a:pt x="203804" y="98322"/>
                </a:lnTo>
                <a:lnTo>
                  <a:pt x="205008" y="98312"/>
                </a:lnTo>
                <a:lnTo>
                  <a:pt x="206187" y="98280"/>
                </a:lnTo>
                <a:lnTo>
                  <a:pt x="207342" y="98226"/>
                </a:lnTo>
                <a:close/>
                <a:moveTo>
                  <a:pt x="121123" y="98367"/>
                </a:moveTo>
                <a:lnTo>
                  <a:pt x="122089" y="98296"/>
                </a:lnTo>
                <a:lnTo>
                  <a:pt x="123042" y="98205"/>
                </a:lnTo>
                <a:lnTo>
                  <a:pt x="123982" y="98093"/>
                </a:lnTo>
                <a:lnTo>
                  <a:pt x="124910" y="97961"/>
                </a:lnTo>
                <a:lnTo>
                  <a:pt x="125825" y="97809"/>
                </a:lnTo>
                <a:lnTo>
                  <a:pt x="126727" y="97636"/>
                </a:lnTo>
                <a:lnTo>
                  <a:pt x="127616" y="97443"/>
                </a:lnTo>
                <a:lnTo>
                  <a:pt x="128493" y="97229"/>
                </a:lnTo>
                <a:lnTo>
                  <a:pt x="129357" y="96996"/>
                </a:lnTo>
                <a:lnTo>
                  <a:pt x="130209" y="96742"/>
                </a:lnTo>
                <a:lnTo>
                  <a:pt x="131048" y="96467"/>
                </a:lnTo>
                <a:lnTo>
                  <a:pt x="131874" y="96173"/>
                </a:lnTo>
                <a:lnTo>
                  <a:pt x="132687" y="95858"/>
                </a:lnTo>
                <a:lnTo>
                  <a:pt x="133488" y="95523"/>
                </a:lnTo>
                <a:lnTo>
                  <a:pt x="134276" y="95167"/>
                </a:lnTo>
                <a:lnTo>
                  <a:pt x="135051" y="94791"/>
                </a:lnTo>
                <a:lnTo>
                  <a:pt x="135814" y="94395"/>
                </a:lnTo>
                <a:lnTo>
                  <a:pt x="136564" y="93978"/>
                </a:lnTo>
                <a:lnTo>
                  <a:pt x="137302" y="93542"/>
                </a:lnTo>
                <a:lnTo>
                  <a:pt x="138026" y="93084"/>
                </a:lnTo>
                <a:lnTo>
                  <a:pt x="138738" y="92607"/>
                </a:lnTo>
                <a:lnTo>
                  <a:pt x="139433" y="92112"/>
                </a:lnTo>
                <a:lnTo>
                  <a:pt x="140104" y="91604"/>
                </a:lnTo>
                <a:lnTo>
                  <a:pt x="140753" y="91083"/>
                </a:lnTo>
                <a:lnTo>
                  <a:pt x="141379" y="90547"/>
                </a:lnTo>
                <a:lnTo>
                  <a:pt x="141983" y="89998"/>
                </a:lnTo>
                <a:lnTo>
                  <a:pt x="142563" y="89436"/>
                </a:lnTo>
                <a:lnTo>
                  <a:pt x="143122" y="88859"/>
                </a:lnTo>
                <a:lnTo>
                  <a:pt x="143657" y="88269"/>
                </a:lnTo>
                <a:lnTo>
                  <a:pt x="144170" y="87666"/>
                </a:lnTo>
                <a:lnTo>
                  <a:pt x="144660" y="87049"/>
                </a:lnTo>
                <a:lnTo>
                  <a:pt x="145127" y="86418"/>
                </a:lnTo>
                <a:lnTo>
                  <a:pt x="145571" y="85774"/>
                </a:lnTo>
                <a:lnTo>
                  <a:pt x="145993" y="85116"/>
                </a:lnTo>
                <a:lnTo>
                  <a:pt x="146392" y="84444"/>
                </a:lnTo>
                <a:lnTo>
                  <a:pt x="146769" y="83759"/>
                </a:lnTo>
                <a:lnTo>
                  <a:pt x="147123" y="83060"/>
                </a:lnTo>
                <a:lnTo>
                  <a:pt x="147454" y="82347"/>
                </a:lnTo>
                <a:lnTo>
                  <a:pt x="147762" y="81621"/>
                </a:lnTo>
                <a:lnTo>
                  <a:pt x="148048" y="80881"/>
                </a:lnTo>
                <a:lnTo>
                  <a:pt x="148310" y="80128"/>
                </a:lnTo>
                <a:lnTo>
                  <a:pt x="148551" y="79361"/>
                </a:lnTo>
                <a:lnTo>
                  <a:pt x="148768" y="78580"/>
                </a:lnTo>
                <a:lnTo>
                  <a:pt x="148963" y="77786"/>
                </a:lnTo>
                <a:lnTo>
                  <a:pt x="149135" y="76978"/>
                </a:lnTo>
                <a:lnTo>
                  <a:pt x="132197" y="76978"/>
                </a:lnTo>
                <a:lnTo>
                  <a:pt x="132112" y="77296"/>
                </a:lnTo>
                <a:lnTo>
                  <a:pt x="132018" y="77608"/>
                </a:lnTo>
                <a:lnTo>
                  <a:pt x="131915" y="77913"/>
                </a:lnTo>
                <a:lnTo>
                  <a:pt x="131803" y="78212"/>
                </a:lnTo>
                <a:lnTo>
                  <a:pt x="131682" y="78504"/>
                </a:lnTo>
                <a:lnTo>
                  <a:pt x="131551" y="78790"/>
                </a:lnTo>
                <a:lnTo>
                  <a:pt x="131412" y="79069"/>
                </a:lnTo>
                <a:lnTo>
                  <a:pt x="131264" y="79342"/>
                </a:lnTo>
                <a:lnTo>
                  <a:pt x="131106" y="79608"/>
                </a:lnTo>
                <a:lnTo>
                  <a:pt x="130939" y="79868"/>
                </a:lnTo>
                <a:lnTo>
                  <a:pt x="130764" y="80122"/>
                </a:lnTo>
                <a:lnTo>
                  <a:pt x="130579" y="80369"/>
                </a:lnTo>
                <a:lnTo>
                  <a:pt x="130385" y="80609"/>
                </a:lnTo>
                <a:lnTo>
                  <a:pt x="130182" y="80844"/>
                </a:lnTo>
                <a:lnTo>
                  <a:pt x="129970" y="81071"/>
                </a:lnTo>
                <a:lnTo>
                  <a:pt x="129749" y="81293"/>
                </a:lnTo>
                <a:lnTo>
                  <a:pt x="129518" y="81507"/>
                </a:lnTo>
                <a:lnTo>
                  <a:pt x="129279" y="81716"/>
                </a:lnTo>
                <a:lnTo>
                  <a:pt x="129031" y="81917"/>
                </a:lnTo>
                <a:lnTo>
                  <a:pt x="128773" y="82113"/>
                </a:lnTo>
                <a:lnTo>
                  <a:pt x="128506" y="82302"/>
                </a:lnTo>
                <a:lnTo>
                  <a:pt x="128231" y="82484"/>
                </a:lnTo>
                <a:lnTo>
                  <a:pt x="127946" y="82660"/>
                </a:lnTo>
                <a:lnTo>
                  <a:pt x="127652" y="82830"/>
                </a:lnTo>
                <a:lnTo>
                  <a:pt x="127350" y="82993"/>
                </a:lnTo>
                <a:lnTo>
                  <a:pt x="127040" y="83149"/>
                </a:lnTo>
                <a:lnTo>
                  <a:pt x="126723" y="83298"/>
                </a:lnTo>
                <a:lnTo>
                  <a:pt x="126398" y="83440"/>
                </a:lnTo>
                <a:lnTo>
                  <a:pt x="126065" y="83575"/>
                </a:lnTo>
                <a:lnTo>
                  <a:pt x="125724" y="83703"/>
                </a:lnTo>
                <a:lnTo>
                  <a:pt x="125376" y="83825"/>
                </a:lnTo>
                <a:lnTo>
                  <a:pt x="125021" y="83939"/>
                </a:lnTo>
                <a:lnTo>
                  <a:pt x="124657" y="84046"/>
                </a:lnTo>
                <a:lnTo>
                  <a:pt x="124286" y="84147"/>
                </a:lnTo>
                <a:lnTo>
                  <a:pt x="123908" y="84240"/>
                </a:lnTo>
                <a:lnTo>
                  <a:pt x="123521" y="84327"/>
                </a:lnTo>
                <a:lnTo>
                  <a:pt x="123127" y="84407"/>
                </a:lnTo>
                <a:lnTo>
                  <a:pt x="122726" y="84479"/>
                </a:lnTo>
                <a:lnTo>
                  <a:pt x="122316" y="84545"/>
                </a:lnTo>
                <a:lnTo>
                  <a:pt x="121900" y="84604"/>
                </a:lnTo>
                <a:lnTo>
                  <a:pt x="121475" y="84656"/>
                </a:lnTo>
                <a:lnTo>
                  <a:pt x="121043" y="84701"/>
                </a:lnTo>
                <a:lnTo>
                  <a:pt x="120603" y="84739"/>
                </a:lnTo>
                <a:lnTo>
                  <a:pt x="120156" y="84771"/>
                </a:lnTo>
                <a:lnTo>
                  <a:pt x="119700" y="84795"/>
                </a:lnTo>
                <a:lnTo>
                  <a:pt x="119238" y="84812"/>
                </a:lnTo>
                <a:lnTo>
                  <a:pt x="118767" y="84823"/>
                </a:lnTo>
                <a:lnTo>
                  <a:pt x="118289" y="84826"/>
                </a:lnTo>
                <a:lnTo>
                  <a:pt x="117664" y="84819"/>
                </a:lnTo>
                <a:lnTo>
                  <a:pt x="117053" y="84798"/>
                </a:lnTo>
                <a:lnTo>
                  <a:pt x="116454" y="84763"/>
                </a:lnTo>
                <a:lnTo>
                  <a:pt x="115868" y="84713"/>
                </a:lnTo>
                <a:lnTo>
                  <a:pt x="115294" y="84650"/>
                </a:lnTo>
                <a:lnTo>
                  <a:pt x="114734" y="84572"/>
                </a:lnTo>
                <a:lnTo>
                  <a:pt x="114187" y="84481"/>
                </a:lnTo>
                <a:lnTo>
                  <a:pt x="113653" y="84375"/>
                </a:lnTo>
                <a:lnTo>
                  <a:pt x="113131" y="84255"/>
                </a:lnTo>
                <a:lnTo>
                  <a:pt x="112622" y="84121"/>
                </a:lnTo>
                <a:lnTo>
                  <a:pt x="112127" y="83973"/>
                </a:lnTo>
                <a:lnTo>
                  <a:pt x="111644" y="83811"/>
                </a:lnTo>
                <a:lnTo>
                  <a:pt x="111174" y="83634"/>
                </a:lnTo>
                <a:lnTo>
                  <a:pt x="110717" y="83444"/>
                </a:lnTo>
                <a:lnTo>
                  <a:pt x="110273" y="83239"/>
                </a:lnTo>
                <a:lnTo>
                  <a:pt x="109842" y="83021"/>
                </a:lnTo>
                <a:lnTo>
                  <a:pt x="109424" y="82788"/>
                </a:lnTo>
                <a:lnTo>
                  <a:pt x="109019" y="82541"/>
                </a:lnTo>
                <a:lnTo>
                  <a:pt x="108627" y="82280"/>
                </a:lnTo>
                <a:lnTo>
                  <a:pt x="108247" y="82005"/>
                </a:lnTo>
                <a:lnTo>
                  <a:pt x="107881" y="81716"/>
                </a:lnTo>
                <a:lnTo>
                  <a:pt x="107527" y="81413"/>
                </a:lnTo>
                <a:lnTo>
                  <a:pt x="107186" y="81096"/>
                </a:lnTo>
                <a:lnTo>
                  <a:pt x="106859" y="80764"/>
                </a:lnTo>
                <a:lnTo>
                  <a:pt x="106544" y="80419"/>
                </a:lnTo>
                <a:lnTo>
                  <a:pt x="106243" y="80060"/>
                </a:lnTo>
                <a:lnTo>
                  <a:pt x="105955" y="79688"/>
                </a:lnTo>
                <a:lnTo>
                  <a:pt x="105680" y="79301"/>
                </a:lnTo>
                <a:lnTo>
                  <a:pt x="105419" y="78902"/>
                </a:lnTo>
                <a:lnTo>
                  <a:pt x="105172" y="78488"/>
                </a:lnTo>
                <a:lnTo>
                  <a:pt x="104937" y="78061"/>
                </a:lnTo>
                <a:lnTo>
                  <a:pt x="104717" y="77621"/>
                </a:lnTo>
                <a:lnTo>
                  <a:pt x="104509" y="77166"/>
                </a:lnTo>
                <a:lnTo>
                  <a:pt x="104315" y="76698"/>
                </a:lnTo>
                <a:lnTo>
                  <a:pt x="104134" y="76217"/>
                </a:lnTo>
                <a:lnTo>
                  <a:pt x="103967" y="75721"/>
                </a:lnTo>
                <a:lnTo>
                  <a:pt x="103813" y="75213"/>
                </a:lnTo>
                <a:lnTo>
                  <a:pt x="103672" y="74690"/>
                </a:lnTo>
                <a:lnTo>
                  <a:pt x="103545" y="74154"/>
                </a:lnTo>
                <a:lnTo>
                  <a:pt x="103431" y="73604"/>
                </a:lnTo>
                <a:lnTo>
                  <a:pt x="103331" y="73041"/>
                </a:lnTo>
                <a:lnTo>
                  <a:pt x="103244" y="72464"/>
                </a:lnTo>
                <a:lnTo>
                  <a:pt x="103170" y="71873"/>
                </a:lnTo>
                <a:lnTo>
                  <a:pt x="103110" y="71269"/>
                </a:lnTo>
                <a:lnTo>
                  <a:pt x="103063" y="70651"/>
                </a:lnTo>
                <a:lnTo>
                  <a:pt x="103030" y="70020"/>
                </a:lnTo>
                <a:lnTo>
                  <a:pt x="103010" y="69375"/>
                </a:lnTo>
                <a:lnTo>
                  <a:pt x="103003" y="68716"/>
                </a:lnTo>
                <a:lnTo>
                  <a:pt x="103003" y="63345"/>
                </a:lnTo>
                <a:lnTo>
                  <a:pt x="149686" y="63345"/>
                </a:lnTo>
                <a:lnTo>
                  <a:pt x="149686" y="49713"/>
                </a:lnTo>
                <a:lnTo>
                  <a:pt x="149679" y="48971"/>
                </a:lnTo>
                <a:lnTo>
                  <a:pt x="149658" y="48237"/>
                </a:lnTo>
                <a:lnTo>
                  <a:pt x="149624" y="47510"/>
                </a:lnTo>
                <a:lnTo>
                  <a:pt x="149577" y="46792"/>
                </a:lnTo>
                <a:lnTo>
                  <a:pt x="149515" y="46082"/>
                </a:lnTo>
                <a:lnTo>
                  <a:pt x="149440" y="45379"/>
                </a:lnTo>
                <a:lnTo>
                  <a:pt x="149352" y="44685"/>
                </a:lnTo>
                <a:lnTo>
                  <a:pt x="149249" y="43998"/>
                </a:lnTo>
                <a:lnTo>
                  <a:pt x="149134" y="43319"/>
                </a:lnTo>
                <a:lnTo>
                  <a:pt x="149004" y="42648"/>
                </a:lnTo>
                <a:lnTo>
                  <a:pt x="148861" y="41985"/>
                </a:lnTo>
                <a:lnTo>
                  <a:pt x="148704" y="41330"/>
                </a:lnTo>
                <a:lnTo>
                  <a:pt x="148534" y="40683"/>
                </a:lnTo>
                <a:lnTo>
                  <a:pt x="148350" y="40043"/>
                </a:lnTo>
                <a:lnTo>
                  <a:pt x="148152" y="39412"/>
                </a:lnTo>
                <a:lnTo>
                  <a:pt x="147941" y="38788"/>
                </a:lnTo>
                <a:lnTo>
                  <a:pt x="147716" y="38173"/>
                </a:lnTo>
                <a:lnTo>
                  <a:pt x="147478" y="37565"/>
                </a:lnTo>
                <a:lnTo>
                  <a:pt x="147226" y="36965"/>
                </a:lnTo>
                <a:lnTo>
                  <a:pt x="146960" y="36373"/>
                </a:lnTo>
                <a:lnTo>
                  <a:pt x="146680" y="35789"/>
                </a:lnTo>
                <a:lnTo>
                  <a:pt x="146387" y="35213"/>
                </a:lnTo>
                <a:lnTo>
                  <a:pt x="146081" y="34644"/>
                </a:lnTo>
                <a:lnTo>
                  <a:pt x="145760" y="34084"/>
                </a:lnTo>
                <a:lnTo>
                  <a:pt x="145428" y="33532"/>
                </a:lnTo>
                <a:lnTo>
                  <a:pt x="145085" y="32991"/>
                </a:lnTo>
                <a:lnTo>
                  <a:pt x="144730" y="32460"/>
                </a:lnTo>
                <a:lnTo>
                  <a:pt x="144365" y="31940"/>
                </a:lnTo>
                <a:lnTo>
                  <a:pt x="143988" y="31429"/>
                </a:lnTo>
                <a:lnTo>
                  <a:pt x="143601" y="30929"/>
                </a:lnTo>
                <a:lnTo>
                  <a:pt x="143202" y="30439"/>
                </a:lnTo>
                <a:lnTo>
                  <a:pt x="142793" y="29960"/>
                </a:lnTo>
                <a:lnTo>
                  <a:pt x="142372" y="29491"/>
                </a:lnTo>
                <a:lnTo>
                  <a:pt x="141941" y="29032"/>
                </a:lnTo>
                <a:lnTo>
                  <a:pt x="141498" y="28583"/>
                </a:lnTo>
                <a:lnTo>
                  <a:pt x="141045" y="28145"/>
                </a:lnTo>
                <a:lnTo>
                  <a:pt x="140580" y="27717"/>
                </a:lnTo>
                <a:lnTo>
                  <a:pt x="140105" y="27299"/>
                </a:lnTo>
                <a:lnTo>
                  <a:pt x="139618" y="26891"/>
                </a:lnTo>
                <a:lnTo>
                  <a:pt x="139121" y="26494"/>
                </a:lnTo>
                <a:lnTo>
                  <a:pt x="138612" y="26107"/>
                </a:lnTo>
                <a:lnTo>
                  <a:pt x="138092" y="25731"/>
                </a:lnTo>
                <a:lnTo>
                  <a:pt x="137562" y="25364"/>
                </a:lnTo>
                <a:lnTo>
                  <a:pt x="137020" y="25008"/>
                </a:lnTo>
                <a:lnTo>
                  <a:pt x="136468" y="24663"/>
                </a:lnTo>
                <a:lnTo>
                  <a:pt x="135904" y="24327"/>
                </a:lnTo>
                <a:lnTo>
                  <a:pt x="135329" y="24002"/>
                </a:lnTo>
                <a:lnTo>
                  <a:pt x="134744" y="23687"/>
                </a:lnTo>
                <a:lnTo>
                  <a:pt x="134149" y="23384"/>
                </a:lnTo>
                <a:lnTo>
                  <a:pt x="133545" y="23093"/>
                </a:lnTo>
                <a:lnTo>
                  <a:pt x="132933" y="22815"/>
                </a:lnTo>
                <a:lnTo>
                  <a:pt x="132313" y="22551"/>
                </a:lnTo>
                <a:lnTo>
                  <a:pt x="131684" y="22299"/>
                </a:lnTo>
                <a:lnTo>
                  <a:pt x="131047" y="22060"/>
                </a:lnTo>
                <a:lnTo>
                  <a:pt x="130402" y="21834"/>
                </a:lnTo>
                <a:lnTo>
                  <a:pt x="129748" y="21621"/>
                </a:lnTo>
                <a:lnTo>
                  <a:pt x="129086" y="21421"/>
                </a:lnTo>
                <a:lnTo>
                  <a:pt x="128416" y="21233"/>
                </a:lnTo>
                <a:lnTo>
                  <a:pt x="127737" y="21059"/>
                </a:lnTo>
                <a:lnTo>
                  <a:pt x="127050" y="20898"/>
                </a:lnTo>
                <a:lnTo>
                  <a:pt x="126354" y="20749"/>
                </a:lnTo>
                <a:lnTo>
                  <a:pt x="125650" y="20614"/>
                </a:lnTo>
                <a:lnTo>
                  <a:pt x="124938" y="20491"/>
                </a:lnTo>
                <a:lnTo>
                  <a:pt x="124217" y="20381"/>
                </a:lnTo>
                <a:lnTo>
                  <a:pt x="123488" y="20284"/>
                </a:lnTo>
                <a:lnTo>
                  <a:pt x="122751" y="20200"/>
                </a:lnTo>
                <a:lnTo>
                  <a:pt x="122005" y="20129"/>
                </a:lnTo>
                <a:lnTo>
                  <a:pt x="121251" y="20071"/>
                </a:lnTo>
                <a:lnTo>
                  <a:pt x="120488" y="20026"/>
                </a:lnTo>
                <a:lnTo>
                  <a:pt x="119717" y="19994"/>
                </a:lnTo>
                <a:lnTo>
                  <a:pt x="118938" y="19974"/>
                </a:lnTo>
                <a:lnTo>
                  <a:pt x="118151" y="19968"/>
                </a:lnTo>
                <a:lnTo>
                  <a:pt x="117352" y="19974"/>
                </a:lnTo>
                <a:lnTo>
                  <a:pt x="116561" y="19994"/>
                </a:lnTo>
                <a:lnTo>
                  <a:pt x="115780" y="20026"/>
                </a:lnTo>
                <a:lnTo>
                  <a:pt x="115007" y="20071"/>
                </a:lnTo>
                <a:lnTo>
                  <a:pt x="114242" y="20129"/>
                </a:lnTo>
                <a:lnTo>
                  <a:pt x="113486" y="20200"/>
                </a:lnTo>
                <a:lnTo>
                  <a:pt x="112739" y="20284"/>
                </a:lnTo>
                <a:lnTo>
                  <a:pt x="112000" y="20381"/>
                </a:lnTo>
                <a:lnTo>
                  <a:pt x="111270" y="20491"/>
                </a:lnTo>
                <a:lnTo>
                  <a:pt x="110549" y="20614"/>
                </a:lnTo>
                <a:lnTo>
                  <a:pt x="109836" y="20749"/>
                </a:lnTo>
                <a:lnTo>
                  <a:pt x="109132" y="20898"/>
                </a:lnTo>
                <a:lnTo>
                  <a:pt x="108436" y="21059"/>
                </a:lnTo>
                <a:lnTo>
                  <a:pt x="107749" y="21233"/>
                </a:lnTo>
                <a:lnTo>
                  <a:pt x="107070" y="21421"/>
                </a:lnTo>
                <a:lnTo>
                  <a:pt x="106401" y="21621"/>
                </a:lnTo>
                <a:lnTo>
                  <a:pt x="105739" y="21834"/>
                </a:lnTo>
                <a:lnTo>
                  <a:pt x="105087" y="22060"/>
                </a:lnTo>
                <a:lnTo>
                  <a:pt x="104443" y="22299"/>
                </a:lnTo>
                <a:lnTo>
                  <a:pt x="103807" y="22551"/>
                </a:lnTo>
                <a:lnTo>
                  <a:pt x="103180" y="22815"/>
                </a:lnTo>
                <a:lnTo>
                  <a:pt x="102562" y="23093"/>
                </a:lnTo>
                <a:lnTo>
                  <a:pt x="101952" y="23384"/>
                </a:lnTo>
                <a:lnTo>
                  <a:pt x="101351" y="23687"/>
                </a:lnTo>
                <a:lnTo>
                  <a:pt x="100760" y="24002"/>
                </a:lnTo>
                <a:lnTo>
                  <a:pt x="100180" y="24327"/>
                </a:lnTo>
                <a:lnTo>
                  <a:pt x="99612" y="24663"/>
                </a:lnTo>
                <a:lnTo>
                  <a:pt x="99054" y="25008"/>
                </a:lnTo>
                <a:lnTo>
                  <a:pt x="98508" y="25364"/>
                </a:lnTo>
                <a:lnTo>
                  <a:pt x="97973" y="25731"/>
                </a:lnTo>
                <a:lnTo>
                  <a:pt x="97449" y="26107"/>
                </a:lnTo>
                <a:lnTo>
                  <a:pt x="96937" y="26494"/>
                </a:lnTo>
                <a:lnTo>
                  <a:pt x="96436" y="26891"/>
                </a:lnTo>
                <a:lnTo>
                  <a:pt x="95946" y="27299"/>
                </a:lnTo>
                <a:lnTo>
                  <a:pt x="95467" y="27717"/>
                </a:lnTo>
                <a:lnTo>
                  <a:pt x="94999" y="28145"/>
                </a:lnTo>
                <a:lnTo>
                  <a:pt x="94543" y="28583"/>
                </a:lnTo>
                <a:lnTo>
                  <a:pt x="94098" y="29032"/>
                </a:lnTo>
                <a:lnTo>
                  <a:pt x="93664" y="29491"/>
                </a:lnTo>
                <a:lnTo>
                  <a:pt x="93242" y="29960"/>
                </a:lnTo>
                <a:lnTo>
                  <a:pt x="92830" y="30439"/>
                </a:lnTo>
                <a:lnTo>
                  <a:pt x="92430" y="30929"/>
                </a:lnTo>
                <a:lnTo>
                  <a:pt x="92041" y="31429"/>
                </a:lnTo>
                <a:lnTo>
                  <a:pt x="91664" y="31940"/>
                </a:lnTo>
                <a:lnTo>
                  <a:pt x="91297" y="32460"/>
                </a:lnTo>
                <a:lnTo>
                  <a:pt x="90942" y="32991"/>
                </a:lnTo>
                <a:lnTo>
                  <a:pt x="90598" y="33532"/>
                </a:lnTo>
                <a:lnTo>
                  <a:pt x="90265" y="34084"/>
                </a:lnTo>
                <a:lnTo>
                  <a:pt x="89945" y="34644"/>
                </a:lnTo>
                <a:lnTo>
                  <a:pt x="89639" y="35213"/>
                </a:lnTo>
                <a:lnTo>
                  <a:pt x="89346" y="35789"/>
                </a:lnTo>
                <a:lnTo>
                  <a:pt x="89067" y="36373"/>
                </a:lnTo>
                <a:lnTo>
                  <a:pt x="88801" y="36965"/>
                </a:lnTo>
                <a:lnTo>
                  <a:pt x="88549" y="37565"/>
                </a:lnTo>
                <a:lnTo>
                  <a:pt x="88311" y="38173"/>
                </a:lnTo>
                <a:lnTo>
                  <a:pt x="88086" y="38788"/>
                </a:lnTo>
                <a:lnTo>
                  <a:pt x="87875" y="39412"/>
                </a:lnTo>
                <a:lnTo>
                  <a:pt x="87677" y="40043"/>
                </a:lnTo>
                <a:lnTo>
                  <a:pt x="87493" y="40683"/>
                </a:lnTo>
                <a:lnTo>
                  <a:pt x="87323" y="41330"/>
                </a:lnTo>
                <a:lnTo>
                  <a:pt x="87166" y="41985"/>
                </a:lnTo>
                <a:lnTo>
                  <a:pt x="87023" y="42648"/>
                </a:lnTo>
                <a:lnTo>
                  <a:pt x="86894" y="43319"/>
                </a:lnTo>
                <a:lnTo>
                  <a:pt x="86778" y="43998"/>
                </a:lnTo>
                <a:lnTo>
                  <a:pt x="86676" y="44685"/>
                </a:lnTo>
                <a:lnTo>
                  <a:pt x="86588" y="45379"/>
                </a:lnTo>
                <a:lnTo>
                  <a:pt x="86513" y="46082"/>
                </a:lnTo>
                <a:lnTo>
                  <a:pt x="86451" y="46792"/>
                </a:lnTo>
                <a:lnTo>
                  <a:pt x="86404" y="47510"/>
                </a:lnTo>
                <a:lnTo>
                  <a:pt x="86370" y="48237"/>
                </a:lnTo>
                <a:lnTo>
                  <a:pt x="86349" y="48971"/>
                </a:lnTo>
                <a:lnTo>
                  <a:pt x="86342" y="49713"/>
                </a:lnTo>
                <a:lnTo>
                  <a:pt x="86342" y="68716"/>
                </a:lnTo>
                <a:lnTo>
                  <a:pt x="86349" y="69458"/>
                </a:lnTo>
                <a:lnTo>
                  <a:pt x="86370" y="70192"/>
                </a:lnTo>
                <a:lnTo>
                  <a:pt x="86404" y="70918"/>
                </a:lnTo>
                <a:lnTo>
                  <a:pt x="86451" y="71636"/>
                </a:lnTo>
                <a:lnTo>
                  <a:pt x="86513" y="72346"/>
                </a:lnTo>
                <a:lnTo>
                  <a:pt x="86588" y="73049"/>
                </a:lnTo>
                <a:lnTo>
                  <a:pt x="86676" y="73743"/>
                </a:lnTo>
                <a:lnTo>
                  <a:pt x="86778" y="74430"/>
                </a:lnTo>
                <a:lnTo>
                  <a:pt x="86894" y="75109"/>
                </a:lnTo>
                <a:lnTo>
                  <a:pt x="87023" y="75780"/>
                </a:lnTo>
                <a:lnTo>
                  <a:pt x="87166" y="76443"/>
                </a:lnTo>
                <a:lnTo>
                  <a:pt x="87323" y="77098"/>
                </a:lnTo>
                <a:lnTo>
                  <a:pt x="87493" y="77745"/>
                </a:lnTo>
                <a:lnTo>
                  <a:pt x="87677" y="78384"/>
                </a:lnTo>
                <a:lnTo>
                  <a:pt x="87875" y="79016"/>
                </a:lnTo>
                <a:lnTo>
                  <a:pt x="88086" y="79640"/>
                </a:lnTo>
                <a:lnTo>
                  <a:pt x="88311" y="80255"/>
                </a:lnTo>
                <a:lnTo>
                  <a:pt x="88549" y="80863"/>
                </a:lnTo>
                <a:lnTo>
                  <a:pt x="88801" y="81463"/>
                </a:lnTo>
                <a:lnTo>
                  <a:pt x="89067" y="82055"/>
                </a:lnTo>
                <a:lnTo>
                  <a:pt x="89346" y="82639"/>
                </a:lnTo>
                <a:lnTo>
                  <a:pt x="89639" y="83216"/>
                </a:lnTo>
                <a:lnTo>
                  <a:pt x="89945" y="83784"/>
                </a:lnTo>
                <a:lnTo>
                  <a:pt x="90265" y="84345"/>
                </a:lnTo>
                <a:lnTo>
                  <a:pt x="90598" y="84896"/>
                </a:lnTo>
                <a:lnTo>
                  <a:pt x="90942" y="85437"/>
                </a:lnTo>
                <a:lnTo>
                  <a:pt x="91297" y="85968"/>
                </a:lnTo>
                <a:lnTo>
                  <a:pt x="91664" y="86489"/>
                </a:lnTo>
                <a:lnTo>
                  <a:pt x="92041" y="86999"/>
                </a:lnTo>
                <a:lnTo>
                  <a:pt x="92430" y="87499"/>
                </a:lnTo>
                <a:lnTo>
                  <a:pt x="92830" y="87988"/>
                </a:lnTo>
                <a:lnTo>
                  <a:pt x="93242" y="88468"/>
                </a:lnTo>
                <a:lnTo>
                  <a:pt x="93664" y="88937"/>
                </a:lnTo>
                <a:lnTo>
                  <a:pt x="94098" y="89396"/>
                </a:lnTo>
                <a:lnTo>
                  <a:pt x="94543" y="89845"/>
                </a:lnTo>
                <a:lnTo>
                  <a:pt x="94999" y="90283"/>
                </a:lnTo>
                <a:lnTo>
                  <a:pt x="95467" y="90711"/>
                </a:lnTo>
                <a:lnTo>
                  <a:pt x="95946" y="91129"/>
                </a:lnTo>
                <a:lnTo>
                  <a:pt x="96436" y="91536"/>
                </a:lnTo>
                <a:lnTo>
                  <a:pt x="96937" y="91934"/>
                </a:lnTo>
                <a:lnTo>
                  <a:pt x="97449" y="92320"/>
                </a:lnTo>
                <a:lnTo>
                  <a:pt x="97973" y="92697"/>
                </a:lnTo>
                <a:lnTo>
                  <a:pt x="98508" y="93064"/>
                </a:lnTo>
                <a:lnTo>
                  <a:pt x="99054" y="93420"/>
                </a:lnTo>
                <a:lnTo>
                  <a:pt x="99612" y="93766"/>
                </a:lnTo>
                <a:lnTo>
                  <a:pt x="100180" y="94101"/>
                </a:lnTo>
                <a:lnTo>
                  <a:pt x="100760" y="94427"/>
                </a:lnTo>
                <a:lnTo>
                  <a:pt x="101351" y="94742"/>
                </a:lnTo>
                <a:lnTo>
                  <a:pt x="101952" y="95045"/>
                </a:lnTo>
                <a:lnTo>
                  <a:pt x="102562" y="95335"/>
                </a:lnTo>
                <a:lnTo>
                  <a:pt x="103180" y="95613"/>
                </a:lnTo>
                <a:lnTo>
                  <a:pt x="103807" y="95877"/>
                </a:lnTo>
                <a:lnTo>
                  <a:pt x="104443" y="96129"/>
                </a:lnTo>
                <a:lnTo>
                  <a:pt x="105087" y="96368"/>
                </a:lnTo>
                <a:lnTo>
                  <a:pt x="105739" y="96594"/>
                </a:lnTo>
                <a:lnTo>
                  <a:pt x="106401" y="96807"/>
                </a:lnTo>
                <a:lnTo>
                  <a:pt x="107070" y="97007"/>
                </a:lnTo>
                <a:lnTo>
                  <a:pt x="107749" y="97194"/>
                </a:lnTo>
                <a:lnTo>
                  <a:pt x="108436" y="97368"/>
                </a:lnTo>
                <a:lnTo>
                  <a:pt x="109132" y="97529"/>
                </a:lnTo>
                <a:lnTo>
                  <a:pt x="109836" y="97678"/>
                </a:lnTo>
                <a:lnTo>
                  <a:pt x="110549" y="97813"/>
                </a:lnTo>
                <a:lnTo>
                  <a:pt x="111270" y="97936"/>
                </a:lnTo>
                <a:lnTo>
                  <a:pt x="112000" y="98046"/>
                </a:lnTo>
                <a:lnTo>
                  <a:pt x="112739" y="98143"/>
                </a:lnTo>
                <a:lnTo>
                  <a:pt x="113486" y="98226"/>
                </a:lnTo>
                <a:lnTo>
                  <a:pt x="114242" y="98297"/>
                </a:lnTo>
                <a:lnTo>
                  <a:pt x="115007" y="98355"/>
                </a:lnTo>
                <a:lnTo>
                  <a:pt x="115780" y="98401"/>
                </a:lnTo>
                <a:lnTo>
                  <a:pt x="116561" y="98433"/>
                </a:lnTo>
                <a:lnTo>
                  <a:pt x="117352" y="98452"/>
                </a:lnTo>
                <a:lnTo>
                  <a:pt x="118151" y="98459"/>
                </a:lnTo>
                <a:lnTo>
                  <a:pt x="119154" y="98449"/>
                </a:lnTo>
                <a:lnTo>
                  <a:pt x="120145" y="98418"/>
                </a:lnTo>
                <a:lnTo>
                  <a:pt x="121123" y="98367"/>
                </a:lnTo>
                <a:close/>
                <a:moveTo>
                  <a:pt x="103003" y="49713"/>
                </a:moveTo>
                <a:lnTo>
                  <a:pt x="103010" y="49065"/>
                </a:lnTo>
                <a:lnTo>
                  <a:pt x="103030" y="48429"/>
                </a:lnTo>
                <a:lnTo>
                  <a:pt x="103063" y="47806"/>
                </a:lnTo>
                <a:lnTo>
                  <a:pt x="103110" y="47195"/>
                </a:lnTo>
                <a:lnTo>
                  <a:pt x="103170" y="46597"/>
                </a:lnTo>
                <a:lnTo>
                  <a:pt x="103244" y="46011"/>
                </a:lnTo>
                <a:lnTo>
                  <a:pt x="103331" y="45438"/>
                </a:lnTo>
                <a:lnTo>
                  <a:pt x="103431" y="44877"/>
                </a:lnTo>
                <a:lnTo>
                  <a:pt x="103545" y="44329"/>
                </a:lnTo>
                <a:lnTo>
                  <a:pt x="103672" y="43793"/>
                </a:lnTo>
                <a:lnTo>
                  <a:pt x="103813" y="43269"/>
                </a:lnTo>
                <a:lnTo>
                  <a:pt x="103967" y="42758"/>
                </a:lnTo>
                <a:lnTo>
                  <a:pt x="104134" y="42259"/>
                </a:lnTo>
                <a:lnTo>
                  <a:pt x="104315" y="41773"/>
                </a:lnTo>
                <a:lnTo>
                  <a:pt x="104509" y="41299"/>
                </a:lnTo>
                <a:lnTo>
                  <a:pt x="104717" y="40838"/>
                </a:lnTo>
                <a:lnTo>
                  <a:pt x="104937" y="40389"/>
                </a:lnTo>
                <a:lnTo>
                  <a:pt x="105172" y="39953"/>
                </a:lnTo>
                <a:lnTo>
                  <a:pt x="105419" y="39529"/>
                </a:lnTo>
                <a:lnTo>
                  <a:pt x="105680" y="39117"/>
                </a:lnTo>
                <a:lnTo>
                  <a:pt x="105955" y="38718"/>
                </a:lnTo>
                <a:lnTo>
                  <a:pt x="106243" y="38331"/>
                </a:lnTo>
                <a:lnTo>
                  <a:pt x="106544" y="37957"/>
                </a:lnTo>
                <a:lnTo>
                  <a:pt x="106859" y="37595"/>
                </a:lnTo>
                <a:lnTo>
                  <a:pt x="107186" y="37247"/>
                </a:lnTo>
                <a:lnTo>
                  <a:pt x="107526" y="36913"/>
                </a:lnTo>
                <a:lnTo>
                  <a:pt x="107878" y="36594"/>
                </a:lnTo>
                <a:lnTo>
                  <a:pt x="108243" y="36290"/>
                </a:lnTo>
                <a:lnTo>
                  <a:pt x="108621" y="36001"/>
                </a:lnTo>
                <a:lnTo>
                  <a:pt x="109010" y="35727"/>
                </a:lnTo>
                <a:lnTo>
                  <a:pt x="109412" y="35468"/>
                </a:lnTo>
                <a:lnTo>
                  <a:pt x="109827" y="35223"/>
                </a:lnTo>
                <a:lnTo>
                  <a:pt x="110254" y="34993"/>
                </a:lnTo>
                <a:lnTo>
                  <a:pt x="110693" y="34778"/>
                </a:lnTo>
                <a:lnTo>
                  <a:pt x="111145" y="34578"/>
                </a:lnTo>
                <a:lnTo>
                  <a:pt x="111609" y="34393"/>
                </a:lnTo>
                <a:lnTo>
                  <a:pt x="112086" y="34222"/>
                </a:lnTo>
                <a:lnTo>
                  <a:pt x="112575" y="34067"/>
                </a:lnTo>
                <a:lnTo>
                  <a:pt x="113077" y="33926"/>
                </a:lnTo>
                <a:lnTo>
                  <a:pt x="113591" y="33800"/>
                </a:lnTo>
                <a:lnTo>
                  <a:pt x="114117" y="33688"/>
                </a:lnTo>
                <a:lnTo>
                  <a:pt x="114656" y="33592"/>
                </a:lnTo>
                <a:lnTo>
                  <a:pt x="115208" y="33511"/>
                </a:lnTo>
                <a:lnTo>
                  <a:pt x="115771" y="33444"/>
                </a:lnTo>
                <a:lnTo>
                  <a:pt x="116347" y="33392"/>
                </a:lnTo>
                <a:lnTo>
                  <a:pt x="116936" y="33355"/>
                </a:lnTo>
                <a:lnTo>
                  <a:pt x="117537" y="33333"/>
                </a:lnTo>
                <a:lnTo>
                  <a:pt x="118151" y="33325"/>
                </a:lnTo>
                <a:lnTo>
                  <a:pt x="118764" y="33333"/>
                </a:lnTo>
                <a:lnTo>
                  <a:pt x="119364" y="33354"/>
                </a:lnTo>
                <a:lnTo>
                  <a:pt x="119951" y="33391"/>
                </a:lnTo>
                <a:lnTo>
                  <a:pt x="120526" y="33442"/>
                </a:lnTo>
                <a:lnTo>
                  <a:pt x="121088" y="33508"/>
                </a:lnTo>
                <a:lnTo>
                  <a:pt x="121636" y="33588"/>
                </a:lnTo>
                <a:lnTo>
                  <a:pt x="122172" y="33683"/>
                </a:lnTo>
                <a:lnTo>
                  <a:pt x="122695" y="33792"/>
                </a:lnTo>
                <a:lnTo>
                  <a:pt x="123205" y="33916"/>
                </a:lnTo>
                <a:lnTo>
                  <a:pt x="123702" y="34054"/>
                </a:lnTo>
                <a:lnTo>
                  <a:pt x="124186" y="34208"/>
                </a:lnTo>
                <a:lnTo>
                  <a:pt x="124657" y="34375"/>
                </a:lnTo>
                <a:lnTo>
                  <a:pt x="125115" y="34558"/>
                </a:lnTo>
                <a:lnTo>
                  <a:pt x="125561" y="34755"/>
                </a:lnTo>
                <a:lnTo>
                  <a:pt x="125993" y="34966"/>
                </a:lnTo>
                <a:lnTo>
                  <a:pt x="126413" y="35192"/>
                </a:lnTo>
                <a:lnTo>
                  <a:pt x="126819" y="35433"/>
                </a:lnTo>
                <a:lnTo>
                  <a:pt x="127213" y="35688"/>
                </a:lnTo>
                <a:lnTo>
                  <a:pt x="127594" y="35958"/>
                </a:lnTo>
                <a:lnTo>
                  <a:pt x="127961" y="36242"/>
                </a:lnTo>
                <a:lnTo>
                  <a:pt x="128316" y="36541"/>
                </a:lnTo>
                <a:lnTo>
                  <a:pt x="128658" y="36855"/>
                </a:lnTo>
                <a:lnTo>
                  <a:pt x="128988" y="37183"/>
                </a:lnTo>
                <a:lnTo>
                  <a:pt x="129304" y="37526"/>
                </a:lnTo>
                <a:lnTo>
                  <a:pt x="129607" y="37882"/>
                </a:lnTo>
                <a:lnTo>
                  <a:pt x="129898" y="38251"/>
                </a:lnTo>
                <a:lnTo>
                  <a:pt x="130175" y="38633"/>
                </a:lnTo>
                <a:lnTo>
                  <a:pt x="130440" y="39027"/>
                </a:lnTo>
                <a:lnTo>
                  <a:pt x="130692" y="39434"/>
                </a:lnTo>
                <a:lnTo>
                  <a:pt x="130931" y="39854"/>
                </a:lnTo>
                <a:lnTo>
                  <a:pt x="131157" y="40286"/>
                </a:lnTo>
                <a:lnTo>
                  <a:pt x="131370" y="40731"/>
                </a:lnTo>
                <a:lnTo>
                  <a:pt x="131570" y="41189"/>
                </a:lnTo>
                <a:lnTo>
                  <a:pt x="131757" y="41659"/>
                </a:lnTo>
                <a:lnTo>
                  <a:pt x="131932" y="42142"/>
                </a:lnTo>
                <a:lnTo>
                  <a:pt x="132093" y="42638"/>
                </a:lnTo>
                <a:lnTo>
                  <a:pt x="132242" y="43146"/>
                </a:lnTo>
                <a:lnTo>
                  <a:pt x="132377" y="43667"/>
                </a:lnTo>
                <a:lnTo>
                  <a:pt x="132500" y="44201"/>
                </a:lnTo>
                <a:lnTo>
                  <a:pt x="132610" y="44747"/>
                </a:lnTo>
                <a:lnTo>
                  <a:pt x="132707" y="45306"/>
                </a:lnTo>
                <a:lnTo>
                  <a:pt x="132790" y="45878"/>
                </a:lnTo>
                <a:lnTo>
                  <a:pt x="132862" y="46462"/>
                </a:lnTo>
                <a:lnTo>
                  <a:pt x="132920" y="47059"/>
                </a:lnTo>
                <a:lnTo>
                  <a:pt x="132965" y="47669"/>
                </a:lnTo>
                <a:lnTo>
                  <a:pt x="132997" y="48291"/>
                </a:lnTo>
                <a:lnTo>
                  <a:pt x="133016" y="48926"/>
                </a:lnTo>
                <a:lnTo>
                  <a:pt x="133023" y="49574"/>
                </a:lnTo>
                <a:lnTo>
                  <a:pt x="133023" y="52340"/>
                </a:lnTo>
                <a:lnTo>
                  <a:pt x="103003" y="52604"/>
                </a:lnTo>
                <a:lnTo>
                  <a:pt x="103003" y="49713"/>
                </a:lnTo>
                <a:close/>
                <a:moveTo>
                  <a:pt x="417797" y="21344"/>
                </a:moveTo>
                <a:lnTo>
                  <a:pt x="417797" y="121868"/>
                </a:lnTo>
                <a:lnTo>
                  <a:pt x="435011" y="121868"/>
                </a:lnTo>
                <a:lnTo>
                  <a:pt x="435011" y="100663"/>
                </a:lnTo>
                <a:lnTo>
                  <a:pt x="434460" y="82624"/>
                </a:lnTo>
                <a:lnTo>
                  <a:pt x="434886" y="82624"/>
                </a:lnTo>
                <a:lnTo>
                  <a:pt x="434943" y="82997"/>
                </a:lnTo>
                <a:lnTo>
                  <a:pt x="435067" y="83678"/>
                </a:lnTo>
                <a:lnTo>
                  <a:pt x="435211" y="84344"/>
                </a:lnTo>
                <a:lnTo>
                  <a:pt x="435373" y="84997"/>
                </a:lnTo>
                <a:lnTo>
                  <a:pt x="435555" y="85637"/>
                </a:lnTo>
                <a:lnTo>
                  <a:pt x="435756" y="86263"/>
                </a:lnTo>
                <a:lnTo>
                  <a:pt x="435976" y="86875"/>
                </a:lnTo>
                <a:lnTo>
                  <a:pt x="436215" y="87473"/>
                </a:lnTo>
                <a:lnTo>
                  <a:pt x="436473" y="88058"/>
                </a:lnTo>
                <a:lnTo>
                  <a:pt x="436750" y="88629"/>
                </a:lnTo>
                <a:lnTo>
                  <a:pt x="437046" y="89187"/>
                </a:lnTo>
                <a:lnTo>
                  <a:pt x="437362" y="89731"/>
                </a:lnTo>
                <a:lnTo>
                  <a:pt x="437697" y="90261"/>
                </a:lnTo>
                <a:lnTo>
                  <a:pt x="438050" y="90778"/>
                </a:lnTo>
                <a:lnTo>
                  <a:pt x="438423" y="91281"/>
                </a:lnTo>
                <a:lnTo>
                  <a:pt x="438815" y="91771"/>
                </a:lnTo>
                <a:lnTo>
                  <a:pt x="439226" y="92247"/>
                </a:lnTo>
                <a:lnTo>
                  <a:pt x="439657" y="92709"/>
                </a:lnTo>
                <a:lnTo>
                  <a:pt x="440106" y="93157"/>
                </a:lnTo>
                <a:lnTo>
                  <a:pt x="440572" y="93590"/>
                </a:lnTo>
                <a:lnTo>
                  <a:pt x="441051" y="94004"/>
                </a:lnTo>
                <a:lnTo>
                  <a:pt x="441544" y="94400"/>
                </a:lnTo>
                <a:lnTo>
                  <a:pt x="442050" y="94777"/>
                </a:lnTo>
                <a:lnTo>
                  <a:pt x="442569" y="95136"/>
                </a:lnTo>
                <a:lnTo>
                  <a:pt x="443102" y="95477"/>
                </a:lnTo>
                <a:lnTo>
                  <a:pt x="443648" y="95799"/>
                </a:lnTo>
                <a:lnTo>
                  <a:pt x="444207" y="96103"/>
                </a:lnTo>
                <a:lnTo>
                  <a:pt x="444780" y="96388"/>
                </a:lnTo>
                <a:lnTo>
                  <a:pt x="445366" y="96655"/>
                </a:lnTo>
                <a:lnTo>
                  <a:pt x="445966" y="96903"/>
                </a:lnTo>
                <a:lnTo>
                  <a:pt x="446579" y="97133"/>
                </a:lnTo>
                <a:lnTo>
                  <a:pt x="447205" y="97345"/>
                </a:lnTo>
                <a:lnTo>
                  <a:pt x="447845" y="97538"/>
                </a:lnTo>
                <a:lnTo>
                  <a:pt x="448498" y="97713"/>
                </a:lnTo>
                <a:lnTo>
                  <a:pt x="449165" y="97870"/>
                </a:lnTo>
                <a:lnTo>
                  <a:pt x="449844" y="98008"/>
                </a:lnTo>
                <a:lnTo>
                  <a:pt x="450538" y="98127"/>
                </a:lnTo>
                <a:lnTo>
                  <a:pt x="451244" y="98229"/>
                </a:lnTo>
                <a:lnTo>
                  <a:pt x="451964" y="98311"/>
                </a:lnTo>
                <a:lnTo>
                  <a:pt x="452698" y="98376"/>
                </a:lnTo>
                <a:lnTo>
                  <a:pt x="453445" y="98422"/>
                </a:lnTo>
                <a:lnTo>
                  <a:pt x="454205" y="98450"/>
                </a:lnTo>
                <a:lnTo>
                  <a:pt x="454978" y="98459"/>
                </a:lnTo>
                <a:lnTo>
                  <a:pt x="455617" y="98453"/>
                </a:lnTo>
                <a:lnTo>
                  <a:pt x="456249" y="98434"/>
                </a:lnTo>
                <a:lnTo>
                  <a:pt x="456874" y="98403"/>
                </a:lnTo>
                <a:lnTo>
                  <a:pt x="457492" y="98359"/>
                </a:lnTo>
                <a:lnTo>
                  <a:pt x="458102" y="98303"/>
                </a:lnTo>
                <a:lnTo>
                  <a:pt x="458705" y="98235"/>
                </a:lnTo>
                <a:lnTo>
                  <a:pt x="459301" y="98154"/>
                </a:lnTo>
                <a:lnTo>
                  <a:pt x="459890" y="98061"/>
                </a:lnTo>
                <a:lnTo>
                  <a:pt x="460472" y="97955"/>
                </a:lnTo>
                <a:lnTo>
                  <a:pt x="461046" y="97837"/>
                </a:lnTo>
                <a:lnTo>
                  <a:pt x="461613" y="97707"/>
                </a:lnTo>
                <a:lnTo>
                  <a:pt x="462174" y="97564"/>
                </a:lnTo>
                <a:lnTo>
                  <a:pt x="462726" y="97408"/>
                </a:lnTo>
                <a:lnTo>
                  <a:pt x="463272" y="97240"/>
                </a:lnTo>
                <a:lnTo>
                  <a:pt x="463811" y="97060"/>
                </a:lnTo>
                <a:lnTo>
                  <a:pt x="464342" y="96867"/>
                </a:lnTo>
                <a:lnTo>
                  <a:pt x="464867" y="96662"/>
                </a:lnTo>
                <a:lnTo>
                  <a:pt x="465384" y="96445"/>
                </a:lnTo>
                <a:lnTo>
                  <a:pt x="465894" y="96215"/>
                </a:lnTo>
                <a:lnTo>
                  <a:pt x="466396" y="95972"/>
                </a:lnTo>
                <a:lnTo>
                  <a:pt x="466892" y="95717"/>
                </a:lnTo>
                <a:lnTo>
                  <a:pt x="467381" y="95450"/>
                </a:lnTo>
                <a:lnTo>
                  <a:pt x="467862" y="95170"/>
                </a:lnTo>
                <a:lnTo>
                  <a:pt x="468336" y="94878"/>
                </a:lnTo>
                <a:lnTo>
                  <a:pt x="468802" y="94575"/>
                </a:lnTo>
                <a:lnTo>
                  <a:pt x="469259" y="94261"/>
                </a:lnTo>
                <a:lnTo>
                  <a:pt x="469708" y="93937"/>
                </a:lnTo>
                <a:lnTo>
                  <a:pt x="470147" y="93603"/>
                </a:lnTo>
                <a:lnTo>
                  <a:pt x="470578" y="93258"/>
                </a:lnTo>
                <a:lnTo>
                  <a:pt x="471000" y="92903"/>
                </a:lnTo>
                <a:lnTo>
                  <a:pt x="471413" y="92538"/>
                </a:lnTo>
                <a:lnTo>
                  <a:pt x="471817" y="92163"/>
                </a:lnTo>
                <a:lnTo>
                  <a:pt x="472212" y="91777"/>
                </a:lnTo>
                <a:lnTo>
                  <a:pt x="472598" y="91381"/>
                </a:lnTo>
                <a:lnTo>
                  <a:pt x="472976" y="90975"/>
                </a:lnTo>
                <a:lnTo>
                  <a:pt x="473345" y="90558"/>
                </a:lnTo>
                <a:lnTo>
                  <a:pt x="473704" y="90131"/>
                </a:lnTo>
                <a:lnTo>
                  <a:pt x="474056" y="89694"/>
                </a:lnTo>
                <a:lnTo>
                  <a:pt x="474398" y="89247"/>
                </a:lnTo>
                <a:lnTo>
                  <a:pt x="474731" y="88789"/>
                </a:lnTo>
                <a:lnTo>
                  <a:pt x="475055" y="88322"/>
                </a:lnTo>
                <a:lnTo>
                  <a:pt x="475371" y="87843"/>
                </a:lnTo>
                <a:lnTo>
                  <a:pt x="475678" y="87355"/>
                </a:lnTo>
                <a:lnTo>
                  <a:pt x="475976" y="86856"/>
                </a:lnTo>
                <a:lnTo>
                  <a:pt x="476265" y="86347"/>
                </a:lnTo>
                <a:lnTo>
                  <a:pt x="476545" y="85828"/>
                </a:lnTo>
                <a:lnTo>
                  <a:pt x="476816" y="85299"/>
                </a:lnTo>
                <a:lnTo>
                  <a:pt x="477079" y="84759"/>
                </a:lnTo>
                <a:lnTo>
                  <a:pt x="477332" y="84210"/>
                </a:lnTo>
                <a:lnTo>
                  <a:pt x="477574" y="83653"/>
                </a:lnTo>
                <a:lnTo>
                  <a:pt x="477805" y="83088"/>
                </a:lnTo>
                <a:lnTo>
                  <a:pt x="478026" y="82515"/>
                </a:lnTo>
                <a:lnTo>
                  <a:pt x="478236" y="81935"/>
                </a:lnTo>
                <a:lnTo>
                  <a:pt x="478435" y="81346"/>
                </a:lnTo>
                <a:lnTo>
                  <a:pt x="478623" y="80750"/>
                </a:lnTo>
                <a:lnTo>
                  <a:pt x="478801" y="80145"/>
                </a:lnTo>
                <a:lnTo>
                  <a:pt x="478968" y="79533"/>
                </a:lnTo>
                <a:lnTo>
                  <a:pt x="479124" y="78913"/>
                </a:lnTo>
                <a:lnTo>
                  <a:pt x="479269" y="78285"/>
                </a:lnTo>
                <a:lnTo>
                  <a:pt x="479403" y="77649"/>
                </a:lnTo>
                <a:lnTo>
                  <a:pt x="479527" y="77006"/>
                </a:lnTo>
                <a:lnTo>
                  <a:pt x="479640" y="76354"/>
                </a:lnTo>
                <a:lnTo>
                  <a:pt x="479742" y="75694"/>
                </a:lnTo>
                <a:lnTo>
                  <a:pt x="479834" y="75027"/>
                </a:lnTo>
                <a:lnTo>
                  <a:pt x="479915" y="74352"/>
                </a:lnTo>
                <a:lnTo>
                  <a:pt x="479985" y="73668"/>
                </a:lnTo>
                <a:lnTo>
                  <a:pt x="480044" y="72977"/>
                </a:lnTo>
                <a:lnTo>
                  <a:pt x="480092" y="72278"/>
                </a:lnTo>
                <a:lnTo>
                  <a:pt x="480130" y="71571"/>
                </a:lnTo>
                <a:lnTo>
                  <a:pt x="480157" y="70856"/>
                </a:lnTo>
                <a:lnTo>
                  <a:pt x="480173" y="70134"/>
                </a:lnTo>
                <a:lnTo>
                  <a:pt x="480178" y="69403"/>
                </a:lnTo>
                <a:lnTo>
                  <a:pt x="480178" y="48885"/>
                </a:lnTo>
                <a:lnTo>
                  <a:pt x="480166" y="47793"/>
                </a:lnTo>
                <a:lnTo>
                  <a:pt x="480130" y="46719"/>
                </a:lnTo>
                <a:lnTo>
                  <a:pt x="480071" y="45664"/>
                </a:lnTo>
                <a:lnTo>
                  <a:pt x="479987" y="44628"/>
                </a:lnTo>
                <a:lnTo>
                  <a:pt x="479879" y="43610"/>
                </a:lnTo>
                <a:lnTo>
                  <a:pt x="479748" y="42611"/>
                </a:lnTo>
                <a:lnTo>
                  <a:pt x="479593" y="41631"/>
                </a:lnTo>
                <a:lnTo>
                  <a:pt x="479413" y="40669"/>
                </a:lnTo>
                <a:lnTo>
                  <a:pt x="479210" y="39726"/>
                </a:lnTo>
                <a:lnTo>
                  <a:pt x="478983" y="38802"/>
                </a:lnTo>
                <a:lnTo>
                  <a:pt x="478732" y="37896"/>
                </a:lnTo>
                <a:lnTo>
                  <a:pt x="478457" y="37009"/>
                </a:lnTo>
                <a:lnTo>
                  <a:pt x="478158" y="36140"/>
                </a:lnTo>
                <a:lnTo>
                  <a:pt x="477835" y="35290"/>
                </a:lnTo>
                <a:lnTo>
                  <a:pt x="477489" y="34459"/>
                </a:lnTo>
                <a:lnTo>
                  <a:pt x="477118" y="33647"/>
                </a:lnTo>
                <a:lnTo>
                  <a:pt x="476723" y="32853"/>
                </a:lnTo>
                <a:lnTo>
                  <a:pt x="476305" y="32078"/>
                </a:lnTo>
                <a:lnTo>
                  <a:pt x="475863" y="31321"/>
                </a:lnTo>
                <a:lnTo>
                  <a:pt x="475397" y="30583"/>
                </a:lnTo>
                <a:lnTo>
                  <a:pt x="474906" y="29864"/>
                </a:lnTo>
                <a:lnTo>
                  <a:pt x="474392" y="29163"/>
                </a:lnTo>
                <a:lnTo>
                  <a:pt x="473854" y="28481"/>
                </a:lnTo>
                <a:lnTo>
                  <a:pt x="473293" y="27818"/>
                </a:lnTo>
                <a:lnTo>
                  <a:pt x="472711" y="27177"/>
                </a:lnTo>
                <a:lnTo>
                  <a:pt x="472113" y="26564"/>
                </a:lnTo>
                <a:lnTo>
                  <a:pt x="471500" y="25978"/>
                </a:lnTo>
                <a:lnTo>
                  <a:pt x="470871" y="25419"/>
                </a:lnTo>
                <a:lnTo>
                  <a:pt x="470226" y="24888"/>
                </a:lnTo>
                <a:lnTo>
                  <a:pt x="469566" y="24384"/>
                </a:lnTo>
                <a:lnTo>
                  <a:pt x="468890" y="23907"/>
                </a:lnTo>
                <a:lnTo>
                  <a:pt x="468197" y="23457"/>
                </a:lnTo>
                <a:lnTo>
                  <a:pt x="467490" y="23034"/>
                </a:lnTo>
                <a:lnTo>
                  <a:pt x="466766" y="22639"/>
                </a:lnTo>
                <a:lnTo>
                  <a:pt x="466026" y="22271"/>
                </a:lnTo>
                <a:lnTo>
                  <a:pt x="465271" y="21930"/>
                </a:lnTo>
                <a:lnTo>
                  <a:pt x="464500" y="21617"/>
                </a:lnTo>
                <a:lnTo>
                  <a:pt x="463713" y="21331"/>
                </a:lnTo>
                <a:lnTo>
                  <a:pt x="462911" y="21072"/>
                </a:lnTo>
                <a:lnTo>
                  <a:pt x="462093" y="20840"/>
                </a:lnTo>
                <a:lnTo>
                  <a:pt x="461259" y="20636"/>
                </a:lnTo>
                <a:lnTo>
                  <a:pt x="460409" y="20458"/>
                </a:lnTo>
                <a:lnTo>
                  <a:pt x="459543" y="20309"/>
                </a:lnTo>
                <a:lnTo>
                  <a:pt x="458662" y="20186"/>
                </a:lnTo>
                <a:lnTo>
                  <a:pt x="457765" y="20091"/>
                </a:lnTo>
                <a:lnTo>
                  <a:pt x="456852" y="20022"/>
                </a:lnTo>
                <a:lnTo>
                  <a:pt x="455923" y="19981"/>
                </a:lnTo>
                <a:lnTo>
                  <a:pt x="454978" y="19968"/>
                </a:lnTo>
                <a:lnTo>
                  <a:pt x="454205" y="19977"/>
                </a:lnTo>
                <a:lnTo>
                  <a:pt x="453445" y="20005"/>
                </a:lnTo>
                <a:lnTo>
                  <a:pt x="452698" y="20051"/>
                </a:lnTo>
                <a:lnTo>
                  <a:pt x="451964" y="20115"/>
                </a:lnTo>
                <a:lnTo>
                  <a:pt x="451244" y="20198"/>
                </a:lnTo>
                <a:lnTo>
                  <a:pt x="450538" y="20299"/>
                </a:lnTo>
                <a:lnTo>
                  <a:pt x="449844" y="20419"/>
                </a:lnTo>
                <a:lnTo>
                  <a:pt x="449165" y="20557"/>
                </a:lnTo>
                <a:lnTo>
                  <a:pt x="448498" y="20713"/>
                </a:lnTo>
                <a:lnTo>
                  <a:pt x="447845" y="20888"/>
                </a:lnTo>
                <a:lnTo>
                  <a:pt x="447205" y="21082"/>
                </a:lnTo>
                <a:lnTo>
                  <a:pt x="446579" y="21293"/>
                </a:lnTo>
                <a:lnTo>
                  <a:pt x="445966" y="21523"/>
                </a:lnTo>
                <a:lnTo>
                  <a:pt x="445366" y="21772"/>
                </a:lnTo>
                <a:lnTo>
                  <a:pt x="444780" y="22039"/>
                </a:lnTo>
                <a:lnTo>
                  <a:pt x="444207" y="22324"/>
                </a:lnTo>
                <a:lnTo>
                  <a:pt x="443648" y="22628"/>
                </a:lnTo>
                <a:lnTo>
                  <a:pt x="443102" y="22950"/>
                </a:lnTo>
                <a:lnTo>
                  <a:pt x="442569" y="23290"/>
                </a:lnTo>
                <a:lnTo>
                  <a:pt x="442050" y="23649"/>
                </a:lnTo>
                <a:lnTo>
                  <a:pt x="441544" y="24027"/>
                </a:lnTo>
                <a:lnTo>
                  <a:pt x="441051" y="24422"/>
                </a:lnTo>
                <a:lnTo>
                  <a:pt x="440572" y="24837"/>
                </a:lnTo>
                <a:lnTo>
                  <a:pt x="440106" y="25269"/>
                </a:lnTo>
                <a:lnTo>
                  <a:pt x="439657" y="25718"/>
                </a:lnTo>
                <a:lnTo>
                  <a:pt x="439226" y="26180"/>
                </a:lnTo>
                <a:lnTo>
                  <a:pt x="438815" y="26656"/>
                </a:lnTo>
                <a:lnTo>
                  <a:pt x="438423" y="27145"/>
                </a:lnTo>
                <a:lnTo>
                  <a:pt x="438050" y="27648"/>
                </a:lnTo>
                <a:lnTo>
                  <a:pt x="437697" y="28165"/>
                </a:lnTo>
                <a:lnTo>
                  <a:pt x="437362" y="28696"/>
                </a:lnTo>
                <a:lnTo>
                  <a:pt x="437046" y="29240"/>
                </a:lnTo>
                <a:lnTo>
                  <a:pt x="436750" y="29797"/>
                </a:lnTo>
                <a:lnTo>
                  <a:pt x="436473" y="30368"/>
                </a:lnTo>
                <a:lnTo>
                  <a:pt x="436215" y="30953"/>
                </a:lnTo>
                <a:lnTo>
                  <a:pt x="435976" y="31552"/>
                </a:lnTo>
                <a:lnTo>
                  <a:pt x="435756" y="32164"/>
                </a:lnTo>
                <a:lnTo>
                  <a:pt x="435555" y="32790"/>
                </a:lnTo>
                <a:lnTo>
                  <a:pt x="435373" y="33429"/>
                </a:lnTo>
                <a:lnTo>
                  <a:pt x="435211" y="34082"/>
                </a:lnTo>
                <a:lnTo>
                  <a:pt x="435067" y="34749"/>
                </a:lnTo>
                <a:lnTo>
                  <a:pt x="434943" y="35429"/>
                </a:lnTo>
                <a:lnTo>
                  <a:pt x="434886" y="35803"/>
                </a:lnTo>
                <a:lnTo>
                  <a:pt x="434599" y="35803"/>
                </a:lnTo>
                <a:lnTo>
                  <a:pt x="434599" y="21344"/>
                </a:lnTo>
                <a:lnTo>
                  <a:pt x="417797" y="21344"/>
                </a:lnTo>
                <a:close/>
                <a:moveTo>
                  <a:pt x="447344" y="83525"/>
                </a:moveTo>
                <a:lnTo>
                  <a:pt x="446838" y="83477"/>
                </a:lnTo>
                <a:lnTo>
                  <a:pt x="446341" y="83416"/>
                </a:lnTo>
                <a:lnTo>
                  <a:pt x="445855" y="83341"/>
                </a:lnTo>
                <a:lnTo>
                  <a:pt x="445377" y="83253"/>
                </a:lnTo>
                <a:lnTo>
                  <a:pt x="444910" y="83150"/>
                </a:lnTo>
                <a:lnTo>
                  <a:pt x="444452" y="83035"/>
                </a:lnTo>
                <a:lnTo>
                  <a:pt x="444003" y="82905"/>
                </a:lnTo>
                <a:lnTo>
                  <a:pt x="443564" y="82762"/>
                </a:lnTo>
                <a:lnTo>
                  <a:pt x="443135" y="82606"/>
                </a:lnTo>
                <a:lnTo>
                  <a:pt x="442715" y="82435"/>
                </a:lnTo>
                <a:lnTo>
                  <a:pt x="442305" y="82251"/>
                </a:lnTo>
                <a:lnTo>
                  <a:pt x="441904" y="82054"/>
                </a:lnTo>
                <a:lnTo>
                  <a:pt x="441513" y="81843"/>
                </a:lnTo>
                <a:lnTo>
                  <a:pt x="441131" y="81618"/>
                </a:lnTo>
                <a:lnTo>
                  <a:pt x="440759" y="81380"/>
                </a:lnTo>
                <a:lnTo>
                  <a:pt x="440397" y="81128"/>
                </a:lnTo>
                <a:lnTo>
                  <a:pt x="440044" y="80862"/>
                </a:lnTo>
                <a:lnTo>
                  <a:pt x="439700" y="80583"/>
                </a:lnTo>
                <a:lnTo>
                  <a:pt x="439367" y="80290"/>
                </a:lnTo>
                <a:lnTo>
                  <a:pt x="439042" y="79983"/>
                </a:lnTo>
                <a:lnTo>
                  <a:pt x="438728" y="79663"/>
                </a:lnTo>
                <a:lnTo>
                  <a:pt x="438424" y="79331"/>
                </a:lnTo>
                <a:lnTo>
                  <a:pt x="438134" y="78988"/>
                </a:lnTo>
                <a:lnTo>
                  <a:pt x="437856" y="78634"/>
                </a:lnTo>
                <a:lnTo>
                  <a:pt x="437592" y="78269"/>
                </a:lnTo>
                <a:lnTo>
                  <a:pt x="437340" y="77893"/>
                </a:lnTo>
                <a:lnTo>
                  <a:pt x="437101" y="77507"/>
                </a:lnTo>
                <a:lnTo>
                  <a:pt x="436876" y="77110"/>
                </a:lnTo>
                <a:lnTo>
                  <a:pt x="436663" y="76703"/>
                </a:lnTo>
                <a:lnTo>
                  <a:pt x="436463" y="76284"/>
                </a:lnTo>
                <a:lnTo>
                  <a:pt x="436275" y="75855"/>
                </a:lnTo>
                <a:lnTo>
                  <a:pt x="436101" y="75415"/>
                </a:lnTo>
                <a:lnTo>
                  <a:pt x="435940" y="74964"/>
                </a:lnTo>
                <a:lnTo>
                  <a:pt x="435791" y="74502"/>
                </a:lnTo>
                <a:lnTo>
                  <a:pt x="435656" y="74030"/>
                </a:lnTo>
                <a:lnTo>
                  <a:pt x="435533" y="73547"/>
                </a:lnTo>
                <a:lnTo>
                  <a:pt x="435424" y="73053"/>
                </a:lnTo>
                <a:lnTo>
                  <a:pt x="435327" y="72549"/>
                </a:lnTo>
                <a:lnTo>
                  <a:pt x="435243" y="72034"/>
                </a:lnTo>
                <a:lnTo>
                  <a:pt x="435172" y="71508"/>
                </a:lnTo>
                <a:lnTo>
                  <a:pt x="435114" y="70971"/>
                </a:lnTo>
                <a:lnTo>
                  <a:pt x="435069" y="70423"/>
                </a:lnTo>
                <a:lnTo>
                  <a:pt x="435036" y="69865"/>
                </a:lnTo>
                <a:lnTo>
                  <a:pt x="435017" y="69296"/>
                </a:lnTo>
                <a:lnTo>
                  <a:pt x="435011" y="68716"/>
                </a:lnTo>
                <a:lnTo>
                  <a:pt x="435011" y="49713"/>
                </a:lnTo>
                <a:lnTo>
                  <a:pt x="435017" y="49133"/>
                </a:lnTo>
                <a:lnTo>
                  <a:pt x="435036" y="48563"/>
                </a:lnTo>
                <a:lnTo>
                  <a:pt x="435069" y="48005"/>
                </a:lnTo>
                <a:lnTo>
                  <a:pt x="435114" y="47457"/>
                </a:lnTo>
                <a:lnTo>
                  <a:pt x="435172" y="46920"/>
                </a:lnTo>
                <a:lnTo>
                  <a:pt x="435243" y="46394"/>
                </a:lnTo>
                <a:lnTo>
                  <a:pt x="435327" y="45879"/>
                </a:lnTo>
                <a:lnTo>
                  <a:pt x="435424" y="45374"/>
                </a:lnTo>
                <a:lnTo>
                  <a:pt x="435533" y="44881"/>
                </a:lnTo>
                <a:lnTo>
                  <a:pt x="435656" y="44397"/>
                </a:lnTo>
                <a:lnTo>
                  <a:pt x="435791" y="43925"/>
                </a:lnTo>
                <a:lnTo>
                  <a:pt x="435940" y="43464"/>
                </a:lnTo>
                <a:lnTo>
                  <a:pt x="436101" y="43013"/>
                </a:lnTo>
                <a:lnTo>
                  <a:pt x="436275" y="42573"/>
                </a:lnTo>
                <a:lnTo>
                  <a:pt x="436463" y="42144"/>
                </a:lnTo>
                <a:lnTo>
                  <a:pt x="436663" y="41725"/>
                </a:lnTo>
                <a:lnTo>
                  <a:pt x="436876" y="41318"/>
                </a:lnTo>
                <a:lnTo>
                  <a:pt x="437101" y="40921"/>
                </a:lnTo>
                <a:lnTo>
                  <a:pt x="437340" y="40534"/>
                </a:lnTo>
                <a:lnTo>
                  <a:pt x="437592" y="40159"/>
                </a:lnTo>
                <a:lnTo>
                  <a:pt x="437856" y="39795"/>
                </a:lnTo>
                <a:lnTo>
                  <a:pt x="438134" y="39441"/>
                </a:lnTo>
                <a:lnTo>
                  <a:pt x="438424" y="39098"/>
                </a:lnTo>
                <a:lnTo>
                  <a:pt x="438728" y="38765"/>
                </a:lnTo>
                <a:lnTo>
                  <a:pt x="439042" y="38445"/>
                </a:lnTo>
                <a:lnTo>
                  <a:pt x="439367" y="38138"/>
                </a:lnTo>
                <a:lnTo>
                  <a:pt x="439700" y="37845"/>
                </a:lnTo>
                <a:lnTo>
                  <a:pt x="440044" y="37566"/>
                </a:lnTo>
                <a:lnTo>
                  <a:pt x="440397" y="37300"/>
                </a:lnTo>
                <a:lnTo>
                  <a:pt x="440759" y="37048"/>
                </a:lnTo>
                <a:lnTo>
                  <a:pt x="441131" y="36810"/>
                </a:lnTo>
                <a:lnTo>
                  <a:pt x="441513" y="36585"/>
                </a:lnTo>
                <a:lnTo>
                  <a:pt x="441904" y="36373"/>
                </a:lnTo>
                <a:lnTo>
                  <a:pt x="442305" y="36176"/>
                </a:lnTo>
                <a:lnTo>
                  <a:pt x="442715" y="35992"/>
                </a:lnTo>
                <a:lnTo>
                  <a:pt x="443135" y="35822"/>
                </a:lnTo>
                <a:lnTo>
                  <a:pt x="443564" y="35665"/>
                </a:lnTo>
                <a:lnTo>
                  <a:pt x="444003" y="35522"/>
                </a:lnTo>
                <a:lnTo>
                  <a:pt x="444452" y="35392"/>
                </a:lnTo>
                <a:lnTo>
                  <a:pt x="444910" y="35276"/>
                </a:lnTo>
                <a:lnTo>
                  <a:pt x="445377" y="35174"/>
                </a:lnTo>
                <a:lnTo>
                  <a:pt x="445855" y="35086"/>
                </a:lnTo>
                <a:lnTo>
                  <a:pt x="446341" y="35011"/>
                </a:lnTo>
                <a:lnTo>
                  <a:pt x="446838" y="34949"/>
                </a:lnTo>
                <a:lnTo>
                  <a:pt x="447344" y="34902"/>
                </a:lnTo>
                <a:lnTo>
                  <a:pt x="447859" y="34868"/>
                </a:lnTo>
                <a:lnTo>
                  <a:pt x="448384" y="34847"/>
                </a:lnTo>
                <a:lnTo>
                  <a:pt x="448919" y="34840"/>
                </a:lnTo>
                <a:lnTo>
                  <a:pt x="449464" y="34847"/>
                </a:lnTo>
                <a:lnTo>
                  <a:pt x="450000" y="34867"/>
                </a:lnTo>
                <a:lnTo>
                  <a:pt x="450526" y="34900"/>
                </a:lnTo>
                <a:lnTo>
                  <a:pt x="451042" y="34947"/>
                </a:lnTo>
                <a:lnTo>
                  <a:pt x="451547" y="35008"/>
                </a:lnTo>
                <a:lnTo>
                  <a:pt x="452043" y="35081"/>
                </a:lnTo>
                <a:lnTo>
                  <a:pt x="452528" y="35168"/>
                </a:lnTo>
                <a:lnTo>
                  <a:pt x="453004" y="35269"/>
                </a:lnTo>
                <a:lnTo>
                  <a:pt x="453469" y="35382"/>
                </a:lnTo>
                <a:lnTo>
                  <a:pt x="453925" y="35510"/>
                </a:lnTo>
                <a:lnTo>
                  <a:pt x="454370" y="35650"/>
                </a:lnTo>
                <a:lnTo>
                  <a:pt x="454806" y="35804"/>
                </a:lnTo>
                <a:lnTo>
                  <a:pt x="455231" y="35972"/>
                </a:lnTo>
                <a:lnTo>
                  <a:pt x="455646" y="36152"/>
                </a:lnTo>
                <a:lnTo>
                  <a:pt x="456051" y="36346"/>
                </a:lnTo>
                <a:lnTo>
                  <a:pt x="456446" y="36554"/>
                </a:lnTo>
                <a:lnTo>
                  <a:pt x="456832" y="36775"/>
                </a:lnTo>
                <a:lnTo>
                  <a:pt x="457207" y="37009"/>
                </a:lnTo>
                <a:lnTo>
                  <a:pt x="457572" y="37257"/>
                </a:lnTo>
                <a:lnTo>
                  <a:pt x="457927" y="37518"/>
                </a:lnTo>
                <a:lnTo>
                  <a:pt x="458272" y="37792"/>
                </a:lnTo>
                <a:lnTo>
                  <a:pt x="458606" y="38080"/>
                </a:lnTo>
                <a:lnTo>
                  <a:pt x="458931" y="38381"/>
                </a:lnTo>
                <a:lnTo>
                  <a:pt x="459246" y="38696"/>
                </a:lnTo>
                <a:lnTo>
                  <a:pt x="459549" y="39023"/>
                </a:lnTo>
                <a:lnTo>
                  <a:pt x="459840" y="39362"/>
                </a:lnTo>
                <a:lnTo>
                  <a:pt x="460118" y="39712"/>
                </a:lnTo>
                <a:lnTo>
                  <a:pt x="460382" y="40073"/>
                </a:lnTo>
                <a:lnTo>
                  <a:pt x="460634" y="40446"/>
                </a:lnTo>
                <a:lnTo>
                  <a:pt x="460873" y="40830"/>
                </a:lnTo>
                <a:lnTo>
                  <a:pt x="461099" y="41226"/>
                </a:lnTo>
                <a:lnTo>
                  <a:pt x="461312" y="41634"/>
                </a:lnTo>
                <a:lnTo>
                  <a:pt x="461512" y="42053"/>
                </a:lnTo>
                <a:lnTo>
                  <a:pt x="461700" y="42483"/>
                </a:lnTo>
                <a:lnTo>
                  <a:pt x="461874" y="42925"/>
                </a:lnTo>
                <a:lnTo>
                  <a:pt x="462035" y="43378"/>
                </a:lnTo>
                <a:lnTo>
                  <a:pt x="462184" y="43843"/>
                </a:lnTo>
                <a:lnTo>
                  <a:pt x="462319" y="44319"/>
                </a:lnTo>
                <a:lnTo>
                  <a:pt x="462442" y="44807"/>
                </a:lnTo>
                <a:lnTo>
                  <a:pt x="462552" y="45306"/>
                </a:lnTo>
                <a:lnTo>
                  <a:pt x="462649" y="45817"/>
                </a:lnTo>
                <a:lnTo>
                  <a:pt x="462733" y="46339"/>
                </a:lnTo>
                <a:lnTo>
                  <a:pt x="462804" y="46872"/>
                </a:lnTo>
                <a:lnTo>
                  <a:pt x="462862" y="47417"/>
                </a:lnTo>
                <a:lnTo>
                  <a:pt x="462907" y="47974"/>
                </a:lnTo>
                <a:lnTo>
                  <a:pt x="462939" y="48542"/>
                </a:lnTo>
                <a:lnTo>
                  <a:pt x="462959" y="49122"/>
                </a:lnTo>
                <a:lnTo>
                  <a:pt x="462965" y="49713"/>
                </a:lnTo>
                <a:lnTo>
                  <a:pt x="462965" y="68716"/>
                </a:lnTo>
                <a:lnTo>
                  <a:pt x="462959" y="69307"/>
                </a:lnTo>
                <a:lnTo>
                  <a:pt x="462939" y="69886"/>
                </a:lnTo>
                <a:lnTo>
                  <a:pt x="462907" y="70454"/>
                </a:lnTo>
                <a:lnTo>
                  <a:pt x="462862" y="71011"/>
                </a:lnTo>
                <a:lnTo>
                  <a:pt x="462804" y="71556"/>
                </a:lnTo>
                <a:lnTo>
                  <a:pt x="462733" y="72089"/>
                </a:lnTo>
                <a:lnTo>
                  <a:pt x="462649" y="72611"/>
                </a:lnTo>
                <a:lnTo>
                  <a:pt x="462552" y="73122"/>
                </a:lnTo>
                <a:lnTo>
                  <a:pt x="462442" y="73621"/>
                </a:lnTo>
                <a:lnTo>
                  <a:pt x="462319" y="74108"/>
                </a:lnTo>
                <a:lnTo>
                  <a:pt x="462184" y="74584"/>
                </a:lnTo>
                <a:lnTo>
                  <a:pt x="462035" y="75049"/>
                </a:lnTo>
                <a:lnTo>
                  <a:pt x="461874" y="75502"/>
                </a:lnTo>
                <a:lnTo>
                  <a:pt x="461700" y="75944"/>
                </a:lnTo>
                <a:lnTo>
                  <a:pt x="461512" y="76374"/>
                </a:lnTo>
                <a:lnTo>
                  <a:pt x="461312" y="76793"/>
                </a:lnTo>
                <a:lnTo>
                  <a:pt x="461099" y="77200"/>
                </a:lnTo>
                <a:lnTo>
                  <a:pt x="460873" y="77596"/>
                </a:lnTo>
                <a:lnTo>
                  <a:pt x="460634" y="77981"/>
                </a:lnTo>
                <a:lnTo>
                  <a:pt x="460382" y="78354"/>
                </a:lnTo>
                <a:lnTo>
                  <a:pt x="460118" y="78715"/>
                </a:lnTo>
                <a:lnTo>
                  <a:pt x="459840" y="79065"/>
                </a:lnTo>
                <a:lnTo>
                  <a:pt x="459549" y="79404"/>
                </a:lnTo>
                <a:lnTo>
                  <a:pt x="459246" y="79731"/>
                </a:lnTo>
                <a:lnTo>
                  <a:pt x="458931" y="80045"/>
                </a:lnTo>
                <a:lnTo>
                  <a:pt x="458606" y="80346"/>
                </a:lnTo>
                <a:lnTo>
                  <a:pt x="458272" y="80634"/>
                </a:lnTo>
                <a:lnTo>
                  <a:pt x="457927" y="80909"/>
                </a:lnTo>
                <a:lnTo>
                  <a:pt x="457572" y="81170"/>
                </a:lnTo>
                <a:lnTo>
                  <a:pt x="457207" y="81417"/>
                </a:lnTo>
                <a:lnTo>
                  <a:pt x="456832" y="81652"/>
                </a:lnTo>
                <a:lnTo>
                  <a:pt x="456446" y="81873"/>
                </a:lnTo>
                <a:lnTo>
                  <a:pt x="456051" y="82080"/>
                </a:lnTo>
                <a:lnTo>
                  <a:pt x="455646" y="82274"/>
                </a:lnTo>
                <a:lnTo>
                  <a:pt x="455231" y="82455"/>
                </a:lnTo>
                <a:lnTo>
                  <a:pt x="454806" y="82622"/>
                </a:lnTo>
                <a:lnTo>
                  <a:pt x="454370" y="82776"/>
                </a:lnTo>
                <a:lnTo>
                  <a:pt x="453925" y="82917"/>
                </a:lnTo>
                <a:lnTo>
                  <a:pt x="453469" y="83044"/>
                </a:lnTo>
                <a:lnTo>
                  <a:pt x="453004" y="83158"/>
                </a:lnTo>
                <a:lnTo>
                  <a:pt x="452528" y="83258"/>
                </a:lnTo>
                <a:lnTo>
                  <a:pt x="452043" y="83345"/>
                </a:lnTo>
                <a:lnTo>
                  <a:pt x="451547" y="83419"/>
                </a:lnTo>
                <a:lnTo>
                  <a:pt x="451042" y="83479"/>
                </a:lnTo>
                <a:lnTo>
                  <a:pt x="450526" y="83526"/>
                </a:lnTo>
                <a:lnTo>
                  <a:pt x="450000" y="83560"/>
                </a:lnTo>
                <a:lnTo>
                  <a:pt x="449464" y="83580"/>
                </a:lnTo>
                <a:lnTo>
                  <a:pt x="448919" y="83586"/>
                </a:lnTo>
                <a:lnTo>
                  <a:pt x="448384" y="83580"/>
                </a:lnTo>
                <a:lnTo>
                  <a:pt x="447859" y="83559"/>
                </a:lnTo>
                <a:lnTo>
                  <a:pt x="447344" y="83525"/>
                </a:lnTo>
                <a:close/>
                <a:moveTo>
                  <a:pt x="549030" y="21344"/>
                </a:moveTo>
                <a:lnTo>
                  <a:pt x="535811" y="60040"/>
                </a:lnTo>
                <a:lnTo>
                  <a:pt x="535720" y="60306"/>
                </a:lnTo>
                <a:lnTo>
                  <a:pt x="535628" y="60577"/>
                </a:lnTo>
                <a:lnTo>
                  <a:pt x="535536" y="60852"/>
                </a:lnTo>
                <a:lnTo>
                  <a:pt x="535444" y="61132"/>
                </a:lnTo>
                <a:lnTo>
                  <a:pt x="535353" y="61416"/>
                </a:lnTo>
                <a:lnTo>
                  <a:pt x="535261" y="61705"/>
                </a:lnTo>
                <a:lnTo>
                  <a:pt x="535169" y="61999"/>
                </a:lnTo>
                <a:lnTo>
                  <a:pt x="535077" y="62297"/>
                </a:lnTo>
                <a:lnTo>
                  <a:pt x="534985" y="62599"/>
                </a:lnTo>
                <a:lnTo>
                  <a:pt x="534893" y="62906"/>
                </a:lnTo>
                <a:lnTo>
                  <a:pt x="534802" y="63218"/>
                </a:lnTo>
                <a:lnTo>
                  <a:pt x="534710" y="63534"/>
                </a:lnTo>
                <a:lnTo>
                  <a:pt x="534618" y="63855"/>
                </a:lnTo>
                <a:lnTo>
                  <a:pt x="534526" y="64180"/>
                </a:lnTo>
                <a:lnTo>
                  <a:pt x="534434" y="64510"/>
                </a:lnTo>
                <a:lnTo>
                  <a:pt x="534342" y="64844"/>
                </a:lnTo>
                <a:lnTo>
                  <a:pt x="534251" y="65183"/>
                </a:lnTo>
                <a:lnTo>
                  <a:pt x="534159" y="65526"/>
                </a:lnTo>
                <a:lnTo>
                  <a:pt x="534067" y="65874"/>
                </a:lnTo>
                <a:lnTo>
                  <a:pt x="533975" y="66227"/>
                </a:lnTo>
                <a:lnTo>
                  <a:pt x="533883" y="66584"/>
                </a:lnTo>
                <a:lnTo>
                  <a:pt x="533791" y="66945"/>
                </a:lnTo>
                <a:lnTo>
                  <a:pt x="533699" y="67312"/>
                </a:lnTo>
                <a:lnTo>
                  <a:pt x="533607" y="67682"/>
                </a:lnTo>
                <a:lnTo>
                  <a:pt x="533516" y="68052"/>
                </a:lnTo>
                <a:lnTo>
                  <a:pt x="533427" y="68417"/>
                </a:lnTo>
                <a:lnTo>
                  <a:pt x="533338" y="68776"/>
                </a:lnTo>
                <a:lnTo>
                  <a:pt x="533252" y="69130"/>
                </a:lnTo>
                <a:lnTo>
                  <a:pt x="533166" y="69478"/>
                </a:lnTo>
                <a:lnTo>
                  <a:pt x="533082" y="69821"/>
                </a:lnTo>
                <a:lnTo>
                  <a:pt x="533000" y="70158"/>
                </a:lnTo>
                <a:lnTo>
                  <a:pt x="532919" y="70490"/>
                </a:lnTo>
                <a:lnTo>
                  <a:pt x="532839" y="70816"/>
                </a:lnTo>
                <a:lnTo>
                  <a:pt x="532761" y="71137"/>
                </a:lnTo>
                <a:lnTo>
                  <a:pt x="532684" y="71452"/>
                </a:lnTo>
                <a:lnTo>
                  <a:pt x="532609" y="71762"/>
                </a:lnTo>
                <a:lnTo>
                  <a:pt x="532535" y="72066"/>
                </a:lnTo>
                <a:lnTo>
                  <a:pt x="532463" y="72365"/>
                </a:lnTo>
                <a:lnTo>
                  <a:pt x="532392" y="72658"/>
                </a:lnTo>
                <a:lnTo>
                  <a:pt x="532322" y="72946"/>
                </a:lnTo>
                <a:lnTo>
                  <a:pt x="532254" y="73228"/>
                </a:lnTo>
                <a:lnTo>
                  <a:pt x="532187" y="73504"/>
                </a:lnTo>
                <a:lnTo>
                  <a:pt x="532122" y="73776"/>
                </a:lnTo>
                <a:lnTo>
                  <a:pt x="532058" y="74041"/>
                </a:lnTo>
                <a:lnTo>
                  <a:pt x="531996" y="74302"/>
                </a:lnTo>
                <a:lnTo>
                  <a:pt x="531935" y="74556"/>
                </a:lnTo>
                <a:lnTo>
                  <a:pt x="531875" y="74805"/>
                </a:lnTo>
                <a:lnTo>
                  <a:pt x="531817" y="75049"/>
                </a:lnTo>
                <a:lnTo>
                  <a:pt x="531770" y="74805"/>
                </a:lnTo>
                <a:lnTo>
                  <a:pt x="531721" y="74556"/>
                </a:lnTo>
                <a:lnTo>
                  <a:pt x="531671" y="74302"/>
                </a:lnTo>
                <a:lnTo>
                  <a:pt x="531618" y="74041"/>
                </a:lnTo>
                <a:lnTo>
                  <a:pt x="531564" y="73776"/>
                </a:lnTo>
                <a:lnTo>
                  <a:pt x="531507" y="73504"/>
                </a:lnTo>
                <a:lnTo>
                  <a:pt x="531449" y="73228"/>
                </a:lnTo>
                <a:lnTo>
                  <a:pt x="531389" y="72946"/>
                </a:lnTo>
                <a:lnTo>
                  <a:pt x="531327" y="72658"/>
                </a:lnTo>
                <a:lnTo>
                  <a:pt x="531263" y="72365"/>
                </a:lnTo>
                <a:lnTo>
                  <a:pt x="531197" y="72066"/>
                </a:lnTo>
                <a:lnTo>
                  <a:pt x="531129" y="71762"/>
                </a:lnTo>
                <a:lnTo>
                  <a:pt x="531059" y="71452"/>
                </a:lnTo>
                <a:lnTo>
                  <a:pt x="530987" y="71137"/>
                </a:lnTo>
                <a:lnTo>
                  <a:pt x="530914" y="70816"/>
                </a:lnTo>
                <a:lnTo>
                  <a:pt x="530838" y="70490"/>
                </a:lnTo>
                <a:lnTo>
                  <a:pt x="530761" y="70158"/>
                </a:lnTo>
                <a:lnTo>
                  <a:pt x="530682" y="69821"/>
                </a:lnTo>
                <a:lnTo>
                  <a:pt x="530600" y="69478"/>
                </a:lnTo>
                <a:lnTo>
                  <a:pt x="530517" y="69130"/>
                </a:lnTo>
                <a:lnTo>
                  <a:pt x="530432" y="68776"/>
                </a:lnTo>
                <a:lnTo>
                  <a:pt x="530345" y="68417"/>
                </a:lnTo>
                <a:lnTo>
                  <a:pt x="530256" y="68052"/>
                </a:lnTo>
                <a:lnTo>
                  <a:pt x="530165" y="67682"/>
                </a:lnTo>
                <a:lnTo>
                  <a:pt x="530074" y="67312"/>
                </a:lnTo>
                <a:lnTo>
                  <a:pt x="529982" y="66945"/>
                </a:lnTo>
                <a:lnTo>
                  <a:pt x="529890" y="66584"/>
                </a:lnTo>
                <a:lnTo>
                  <a:pt x="529798" y="66227"/>
                </a:lnTo>
                <a:lnTo>
                  <a:pt x="529707" y="65874"/>
                </a:lnTo>
                <a:lnTo>
                  <a:pt x="529615" y="65526"/>
                </a:lnTo>
                <a:lnTo>
                  <a:pt x="529523" y="65183"/>
                </a:lnTo>
                <a:lnTo>
                  <a:pt x="529431" y="64844"/>
                </a:lnTo>
                <a:lnTo>
                  <a:pt x="529339" y="64510"/>
                </a:lnTo>
                <a:lnTo>
                  <a:pt x="529248" y="64180"/>
                </a:lnTo>
                <a:lnTo>
                  <a:pt x="529156" y="63855"/>
                </a:lnTo>
                <a:lnTo>
                  <a:pt x="529064" y="63534"/>
                </a:lnTo>
                <a:lnTo>
                  <a:pt x="528972" y="63218"/>
                </a:lnTo>
                <a:lnTo>
                  <a:pt x="528880" y="62906"/>
                </a:lnTo>
                <a:lnTo>
                  <a:pt x="528788" y="62599"/>
                </a:lnTo>
                <a:lnTo>
                  <a:pt x="528696" y="62297"/>
                </a:lnTo>
                <a:lnTo>
                  <a:pt x="528605" y="61999"/>
                </a:lnTo>
                <a:lnTo>
                  <a:pt x="528513" y="61705"/>
                </a:lnTo>
                <a:lnTo>
                  <a:pt x="528421" y="61416"/>
                </a:lnTo>
                <a:lnTo>
                  <a:pt x="528329" y="61132"/>
                </a:lnTo>
                <a:lnTo>
                  <a:pt x="528237" y="60852"/>
                </a:lnTo>
                <a:lnTo>
                  <a:pt x="528145" y="60577"/>
                </a:lnTo>
                <a:lnTo>
                  <a:pt x="528053" y="60306"/>
                </a:lnTo>
                <a:lnTo>
                  <a:pt x="527961" y="60040"/>
                </a:lnTo>
                <a:lnTo>
                  <a:pt x="513917" y="21344"/>
                </a:lnTo>
                <a:lnTo>
                  <a:pt x="495050" y="21344"/>
                </a:lnTo>
                <a:lnTo>
                  <a:pt x="523280" y="92951"/>
                </a:lnTo>
                <a:lnTo>
                  <a:pt x="512677" y="121868"/>
                </a:lnTo>
                <a:lnTo>
                  <a:pt x="530716" y="121868"/>
                </a:lnTo>
                <a:lnTo>
                  <a:pt x="567208" y="21344"/>
                </a:lnTo>
                <a:lnTo>
                  <a:pt x="549030" y="21344"/>
                </a:lnTo>
                <a:close/>
                <a:moveTo>
                  <a:pt x="367790" y="98363"/>
                </a:moveTo>
                <a:lnTo>
                  <a:pt x="368246" y="98309"/>
                </a:lnTo>
                <a:lnTo>
                  <a:pt x="368693" y="98244"/>
                </a:lnTo>
                <a:lnTo>
                  <a:pt x="369133" y="98166"/>
                </a:lnTo>
                <a:lnTo>
                  <a:pt x="369563" y="98076"/>
                </a:lnTo>
                <a:lnTo>
                  <a:pt x="369985" y="97975"/>
                </a:lnTo>
                <a:lnTo>
                  <a:pt x="370399" y="97861"/>
                </a:lnTo>
                <a:lnTo>
                  <a:pt x="370805" y="97736"/>
                </a:lnTo>
                <a:lnTo>
                  <a:pt x="371202" y="97598"/>
                </a:lnTo>
                <a:lnTo>
                  <a:pt x="371591" y="97449"/>
                </a:lnTo>
                <a:lnTo>
                  <a:pt x="371971" y="97288"/>
                </a:lnTo>
                <a:lnTo>
                  <a:pt x="372344" y="97114"/>
                </a:lnTo>
                <a:lnTo>
                  <a:pt x="372707" y="96929"/>
                </a:lnTo>
                <a:lnTo>
                  <a:pt x="373063" y="96732"/>
                </a:lnTo>
                <a:lnTo>
                  <a:pt x="373410" y="96523"/>
                </a:lnTo>
                <a:lnTo>
                  <a:pt x="373748" y="96302"/>
                </a:lnTo>
                <a:lnTo>
                  <a:pt x="374079" y="96069"/>
                </a:lnTo>
                <a:lnTo>
                  <a:pt x="374400" y="95824"/>
                </a:lnTo>
                <a:lnTo>
                  <a:pt x="374714" y="95567"/>
                </a:lnTo>
                <a:lnTo>
                  <a:pt x="375019" y="95298"/>
                </a:lnTo>
                <a:lnTo>
                  <a:pt x="375316" y="95017"/>
                </a:lnTo>
                <a:lnTo>
                  <a:pt x="375602" y="94726"/>
                </a:lnTo>
                <a:lnTo>
                  <a:pt x="375877" y="94426"/>
                </a:lnTo>
                <a:lnTo>
                  <a:pt x="376139" y="94118"/>
                </a:lnTo>
                <a:lnTo>
                  <a:pt x="376389" y="93801"/>
                </a:lnTo>
                <a:lnTo>
                  <a:pt x="376626" y="93475"/>
                </a:lnTo>
                <a:lnTo>
                  <a:pt x="376852" y="93141"/>
                </a:lnTo>
                <a:lnTo>
                  <a:pt x="377065" y="92798"/>
                </a:lnTo>
                <a:lnTo>
                  <a:pt x="377266" y="92447"/>
                </a:lnTo>
                <a:lnTo>
                  <a:pt x="377455" y="92087"/>
                </a:lnTo>
                <a:lnTo>
                  <a:pt x="377632" y="91718"/>
                </a:lnTo>
                <a:lnTo>
                  <a:pt x="377797" y="91341"/>
                </a:lnTo>
                <a:lnTo>
                  <a:pt x="377949" y="90955"/>
                </a:lnTo>
                <a:lnTo>
                  <a:pt x="378089" y="90561"/>
                </a:lnTo>
                <a:lnTo>
                  <a:pt x="378217" y="90158"/>
                </a:lnTo>
                <a:lnTo>
                  <a:pt x="378333" y="89746"/>
                </a:lnTo>
                <a:lnTo>
                  <a:pt x="378437" y="89326"/>
                </a:lnTo>
                <a:lnTo>
                  <a:pt x="378528" y="88897"/>
                </a:lnTo>
                <a:lnTo>
                  <a:pt x="378608" y="88460"/>
                </a:lnTo>
                <a:lnTo>
                  <a:pt x="378675" y="88013"/>
                </a:lnTo>
                <a:lnTo>
                  <a:pt x="378729" y="87559"/>
                </a:lnTo>
                <a:lnTo>
                  <a:pt x="378772" y="87095"/>
                </a:lnTo>
                <a:lnTo>
                  <a:pt x="378803" y="86624"/>
                </a:lnTo>
                <a:lnTo>
                  <a:pt x="378821" y="86143"/>
                </a:lnTo>
                <a:lnTo>
                  <a:pt x="378827" y="85654"/>
                </a:lnTo>
                <a:lnTo>
                  <a:pt x="378821" y="85165"/>
                </a:lnTo>
                <a:lnTo>
                  <a:pt x="378803" y="84683"/>
                </a:lnTo>
                <a:lnTo>
                  <a:pt x="378772" y="84211"/>
                </a:lnTo>
                <a:lnTo>
                  <a:pt x="378729" y="83746"/>
                </a:lnTo>
                <a:lnTo>
                  <a:pt x="378675" y="83291"/>
                </a:lnTo>
                <a:lnTo>
                  <a:pt x="378608" y="82843"/>
                </a:lnTo>
                <a:lnTo>
                  <a:pt x="378528" y="82404"/>
                </a:lnTo>
                <a:lnTo>
                  <a:pt x="378437" y="81973"/>
                </a:lnTo>
                <a:lnTo>
                  <a:pt x="378333" y="81551"/>
                </a:lnTo>
                <a:lnTo>
                  <a:pt x="378217" y="81137"/>
                </a:lnTo>
                <a:lnTo>
                  <a:pt x="378089" y="80731"/>
                </a:lnTo>
                <a:lnTo>
                  <a:pt x="377949" y="80334"/>
                </a:lnTo>
                <a:lnTo>
                  <a:pt x="377797" y="79945"/>
                </a:lnTo>
                <a:lnTo>
                  <a:pt x="377632" y="79564"/>
                </a:lnTo>
                <a:lnTo>
                  <a:pt x="377455" y="79192"/>
                </a:lnTo>
                <a:lnTo>
                  <a:pt x="377266" y="78828"/>
                </a:lnTo>
                <a:lnTo>
                  <a:pt x="377065" y="78473"/>
                </a:lnTo>
                <a:lnTo>
                  <a:pt x="376852" y="78126"/>
                </a:lnTo>
                <a:lnTo>
                  <a:pt x="376626" y="77787"/>
                </a:lnTo>
                <a:lnTo>
                  <a:pt x="376389" y="77457"/>
                </a:lnTo>
                <a:lnTo>
                  <a:pt x="376139" y="77135"/>
                </a:lnTo>
                <a:lnTo>
                  <a:pt x="375877" y="76821"/>
                </a:lnTo>
                <a:lnTo>
                  <a:pt x="375602" y="76516"/>
                </a:lnTo>
                <a:lnTo>
                  <a:pt x="375316" y="76219"/>
                </a:lnTo>
                <a:lnTo>
                  <a:pt x="375019" y="75933"/>
                </a:lnTo>
                <a:lnTo>
                  <a:pt x="374714" y="75659"/>
                </a:lnTo>
                <a:lnTo>
                  <a:pt x="374400" y="75397"/>
                </a:lnTo>
                <a:lnTo>
                  <a:pt x="374079" y="75147"/>
                </a:lnTo>
                <a:lnTo>
                  <a:pt x="373748" y="74909"/>
                </a:lnTo>
                <a:lnTo>
                  <a:pt x="373410" y="74683"/>
                </a:lnTo>
                <a:lnTo>
                  <a:pt x="373063" y="74470"/>
                </a:lnTo>
                <a:lnTo>
                  <a:pt x="372707" y="74269"/>
                </a:lnTo>
                <a:lnTo>
                  <a:pt x="372344" y="74080"/>
                </a:lnTo>
                <a:lnTo>
                  <a:pt x="371971" y="73903"/>
                </a:lnTo>
                <a:lnTo>
                  <a:pt x="371591" y="73739"/>
                </a:lnTo>
                <a:lnTo>
                  <a:pt x="371202" y="73586"/>
                </a:lnTo>
                <a:lnTo>
                  <a:pt x="370805" y="73446"/>
                </a:lnTo>
                <a:lnTo>
                  <a:pt x="370399" y="73318"/>
                </a:lnTo>
                <a:lnTo>
                  <a:pt x="369985" y="73202"/>
                </a:lnTo>
                <a:lnTo>
                  <a:pt x="369563" y="73098"/>
                </a:lnTo>
                <a:lnTo>
                  <a:pt x="369133" y="73007"/>
                </a:lnTo>
                <a:lnTo>
                  <a:pt x="368693" y="72928"/>
                </a:lnTo>
                <a:lnTo>
                  <a:pt x="368246" y="72861"/>
                </a:lnTo>
                <a:lnTo>
                  <a:pt x="367790" y="72806"/>
                </a:lnTo>
                <a:lnTo>
                  <a:pt x="367326" y="72763"/>
                </a:lnTo>
                <a:lnTo>
                  <a:pt x="366854" y="72733"/>
                </a:lnTo>
                <a:lnTo>
                  <a:pt x="366373" y="72714"/>
                </a:lnTo>
                <a:lnTo>
                  <a:pt x="365883" y="72708"/>
                </a:lnTo>
                <a:lnTo>
                  <a:pt x="365394" y="72714"/>
                </a:lnTo>
                <a:lnTo>
                  <a:pt x="364913" y="72733"/>
                </a:lnTo>
                <a:lnTo>
                  <a:pt x="364441" y="72763"/>
                </a:lnTo>
                <a:lnTo>
                  <a:pt x="363977" y="72806"/>
                </a:lnTo>
                <a:lnTo>
                  <a:pt x="363521" y="72861"/>
                </a:lnTo>
                <a:lnTo>
                  <a:pt x="363073" y="72928"/>
                </a:lnTo>
                <a:lnTo>
                  <a:pt x="362634" y="73007"/>
                </a:lnTo>
                <a:lnTo>
                  <a:pt x="362204" y="73098"/>
                </a:lnTo>
                <a:lnTo>
                  <a:pt x="361781" y="73202"/>
                </a:lnTo>
                <a:lnTo>
                  <a:pt x="361367" y="73318"/>
                </a:lnTo>
                <a:lnTo>
                  <a:pt x="360962" y="73446"/>
                </a:lnTo>
                <a:lnTo>
                  <a:pt x="360564" y="73586"/>
                </a:lnTo>
                <a:lnTo>
                  <a:pt x="360175" y="73739"/>
                </a:lnTo>
                <a:lnTo>
                  <a:pt x="359795" y="73903"/>
                </a:lnTo>
                <a:lnTo>
                  <a:pt x="359423" y="74080"/>
                </a:lnTo>
                <a:lnTo>
                  <a:pt x="359059" y="74269"/>
                </a:lnTo>
                <a:lnTo>
                  <a:pt x="358703" y="74470"/>
                </a:lnTo>
                <a:lnTo>
                  <a:pt x="358356" y="74683"/>
                </a:lnTo>
                <a:lnTo>
                  <a:pt x="358017" y="74909"/>
                </a:lnTo>
                <a:lnTo>
                  <a:pt x="357687" y="75147"/>
                </a:lnTo>
                <a:lnTo>
                  <a:pt x="357365" y="75397"/>
                </a:lnTo>
                <a:lnTo>
                  <a:pt x="357051" y="75659"/>
                </a:lnTo>
                <a:lnTo>
                  <a:pt x="356746" y="75933"/>
                </a:lnTo>
                <a:lnTo>
                  <a:pt x="356449" y="76219"/>
                </a:lnTo>
                <a:lnTo>
                  <a:pt x="356163" y="76516"/>
                </a:lnTo>
                <a:lnTo>
                  <a:pt x="355888" y="76821"/>
                </a:lnTo>
                <a:lnTo>
                  <a:pt x="355626" y="77135"/>
                </a:lnTo>
                <a:lnTo>
                  <a:pt x="355376" y="77457"/>
                </a:lnTo>
                <a:lnTo>
                  <a:pt x="355138" y="77787"/>
                </a:lnTo>
                <a:lnTo>
                  <a:pt x="354913" y="78126"/>
                </a:lnTo>
                <a:lnTo>
                  <a:pt x="354700" y="78473"/>
                </a:lnTo>
                <a:lnTo>
                  <a:pt x="354498" y="78828"/>
                </a:lnTo>
                <a:lnTo>
                  <a:pt x="354309" y="79192"/>
                </a:lnTo>
                <a:lnTo>
                  <a:pt x="354133" y="79564"/>
                </a:lnTo>
                <a:lnTo>
                  <a:pt x="353968" y="79945"/>
                </a:lnTo>
                <a:lnTo>
                  <a:pt x="353816" y="80334"/>
                </a:lnTo>
                <a:lnTo>
                  <a:pt x="353675" y="80731"/>
                </a:lnTo>
                <a:lnTo>
                  <a:pt x="353547" y="81137"/>
                </a:lnTo>
                <a:lnTo>
                  <a:pt x="353432" y="81551"/>
                </a:lnTo>
                <a:lnTo>
                  <a:pt x="353328" y="81973"/>
                </a:lnTo>
                <a:lnTo>
                  <a:pt x="353237" y="82404"/>
                </a:lnTo>
                <a:lnTo>
                  <a:pt x="353157" y="82843"/>
                </a:lnTo>
                <a:lnTo>
                  <a:pt x="353090" y="83291"/>
                </a:lnTo>
                <a:lnTo>
                  <a:pt x="353035" y="83746"/>
                </a:lnTo>
                <a:lnTo>
                  <a:pt x="352993" y="84211"/>
                </a:lnTo>
                <a:lnTo>
                  <a:pt x="352962" y="84683"/>
                </a:lnTo>
                <a:lnTo>
                  <a:pt x="352944" y="85165"/>
                </a:lnTo>
                <a:lnTo>
                  <a:pt x="352938" y="85654"/>
                </a:lnTo>
                <a:lnTo>
                  <a:pt x="352944" y="86143"/>
                </a:lnTo>
                <a:lnTo>
                  <a:pt x="352962" y="86624"/>
                </a:lnTo>
                <a:lnTo>
                  <a:pt x="352993" y="87095"/>
                </a:lnTo>
                <a:lnTo>
                  <a:pt x="353035" y="87559"/>
                </a:lnTo>
                <a:lnTo>
                  <a:pt x="353090" y="88013"/>
                </a:lnTo>
                <a:lnTo>
                  <a:pt x="353157" y="88460"/>
                </a:lnTo>
                <a:lnTo>
                  <a:pt x="353237" y="88897"/>
                </a:lnTo>
                <a:lnTo>
                  <a:pt x="353328" y="89326"/>
                </a:lnTo>
                <a:lnTo>
                  <a:pt x="353432" y="89746"/>
                </a:lnTo>
                <a:lnTo>
                  <a:pt x="353547" y="90158"/>
                </a:lnTo>
                <a:lnTo>
                  <a:pt x="353675" y="90561"/>
                </a:lnTo>
                <a:lnTo>
                  <a:pt x="353816" y="90955"/>
                </a:lnTo>
                <a:lnTo>
                  <a:pt x="353968" y="91341"/>
                </a:lnTo>
                <a:lnTo>
                  <a:pt x="354133" y="91718"/>
                </a:lnTo>
                <a:lnTo>
                  <a:pt x="354309" y="92087"/>
                </a:lnTo>
                <a:lnTo>
                  <a:pt x="354498" y="92447"/>
                </a:lnTo>
                <a:lnTo>
                  <a:pt x="354700" y="92798"/>
                </a:lnTo>
                <a:lnTo>
                  <a:pt x="354913" y="93141"/>
                </a:lnTo>
                <a:lnTo>
                  <a:pt x="355138" y="93475"/>
                </a:lnTo>
                <a:lnTo>
                  <a:pt x="355376" y="93801"/>
                </a:lnTo>
                <a:lnTo>
                  <a:pt x="355626" y="94118"/>
                </a:lnTo>
                <a:lnTo>
                  <a:pt x="355888" y="94426"/>
                </a:lnTo>
                <a:lnTo>
                  <a:pt x="356163" y="94726"/>
                </a:lnTo>
                <a:lnTo>
                  <a:pt x="356449" y="95017"/>
                </a:lnTo>
                <a:lnTo>
                  <a:pt x="356746" y="95298"/>
                </a:lnTo>
                <a:lnTo>
                  <a:pt x="357051" y="95567"/>
                </a:lnTo>
                <a:lnTo>
                  <a:pt x="357365" y="95824"/>
                </a:lnTo>
                <a:lnTo>
                  <a:pt x="357687" y="96069"/>
                </a:lnTo>
                <a:lnTo>
                  <a:pt x="358017" y="96302"/>
                </a:lnTo>
                <a:lnTo>
                  <a:pt x="358356" y="96523"/>
                </a:lnTo>
                <a:lnTo>
                  <a:pt x="358703" y="96732"/>
                </a:lnTo>
                <a:lnTo>
                  <a:pt x="359059" y="96929"/>
                </a:lnTo>
                <a:lnTo>
                  <a:pt x="359423" y="97114"/>
                </a:lnTo>
                <a:lnTo>
                  <a:pt x="359795" y="97288"/>
                </a:lnTo>
                <a:lnTo>
                  <a:pt x="360175" y="97449"/>
                </a:lnTo>
                <a:lnTo>
                  <a:pt x="360564" y="97598"/>
                </a:lnTo>
                <a:lnTo>
                  <a:pt x="360962" y="97736"/>
                </a:lnTo>
                <a:lnTo>
                  <a:pt x="361367" y="97861"/>
                </a:lnTo>
                <a:lnTo>
                  <a:pt x="361781" y="97975"/>
                </a:lnTo>
                <a:lnTo>
                  <a:pt x="362204" y="98076"/>
                </a:lnTo>
                <a:lnTo>
                  <a:pt x="362634" y="98166"/>
                </a:lnTo>
                <a:lnTo>
                  <a:pt x="363073" y="98244"/>
                </a:lnTo>
                <a:lnTo>
                  <a:pt x="363521" y="98309"/>
                </a:lnTo>
                <a:lnTo>
                  <a:pt x="363977" y="98363"/>
                </a:lnTo>
                <a:lnTo>
                  <a:pt x="364441" y="98405"/>
                </a:lnTo>
                <a:lnTo>
                  <a:pt x="364913" y="98435"/>
                </a:lnTo>
                <a:lnTo>
                  <a:pt x="365394" y="98453"/>
                </a:lnTo>
                <a:lnTo>
                  <a:pt x="365883" y="98459"/>
                </a:lnTo>
                <a:lnTo>
                  <a:pt x="366373" y="98453"/>
                </a:lnTo>
                <a:lnTo>
                  <a:pt x="366854" y="98435"/>
                </a:lnTo>
                <a:lnTo>
                  <a:pt x="367326" y="98405"/>
                </a:lnTo>
                <a:lnTo>
                  <a:pt x="367790" y="983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1B4CA5-ABB0-4820-9E40-B590316B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715" y="3549685"/>
            <a:ext cx="760631" cy="360527"/>
          </a:xfrm>
          <a:custGeom xmlns:a="http://schemas.openxmlformats.org/drawingml/2006/main">
            <a:pathLst>
              <a:path w="760631" h="360527">
                <a:moveTo>
                  <a:pt x="0" y="15265"/>
                </a:moveTo>
                <a:lnTo>
                  <a:pt x="0" y="15265"/>
                </a:lnTo>
                <a:cubicBezTo>
                  <a:pt x="0" y="6834"/>
                  <a:pt x="6834" y="0"/>
                  <a:pt x="15265" y="0"/>
                </a:cubicBezTo>
                <a:lnTo>
                  <a:pt x="745367" y="0"/>
                </a:lnTo>
                <a:cubicBezTo>
                  <a:pt x="749415" y="0"/>
                  <a:pt x="753298" y="1608"/>
                  <a:pt x="756161" y="4471"/>
                </a:cubicBezTo>
                <a:cubicBezTo>
                  <a:pt x="759024" y="7334"/>
                  <a:pt x="760631" y="11217"/>
                  <a:pt x="760631" y="15265"/>
                </a:cubicBezTo>
                <a:lnTo>
                  <a:pt x="760631" y="345263"/>
                </a:lnTo>
                <a:cubicBezTo>
                  <a:pt x="760631" y="353693"/>
                  <a:pt x="753797" y="360527"/>
                  <a:pt x="745367" y="360527"/>
                </a:cubicBezTo>
                <a:lnTo>
                  <a:pt x="15265" y="360527"/>
                </a:lnTo>
                <a:cubicBezTo>
                  <a:pt x="6834" y="360527"/>
                  <a:pt x="0" y="353693"/>
                  <a:pt x="0" y="345263"/>
                </a:cubicBezTo>
                <a:lnTo>
                  <a:pt x="0" y="1526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1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3f2c9ab14b422d"/>
          <a:stretch xmlns:a="http://schemas.openxmlformats.org/drawingml/2006/main"/>
        </p:blipFill>
        <p:spPr>
          <a:xfrm xmlns:a="http://schemas.openxmlformats.org/drawingml/2006/main">
            <a:off x="4384249" y="3557061"/>
            <a:ext cx="1046749" cy="749312"/>
          </a:xfrm>
          <a:prstGeom xmlns:a="http://schemas.openxmlformats.org/drawingml/2006/main" prst="rect">
            <a:avLst/>
          </a:prstGeom>
        </p:spPr>
      </p:pic>
      <p:sp>
        <p:nvSpPr>
          <p:cNvPr id="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29617C-29F6-43CF-BAA6-7F1DDC15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6135" y="3633537"/>
            <a:ext cx="822978" cy="527509"/>
          </a:xfrm>
          <a:custGeom xmlns:a="http://schemas.openxmlformats.org/drawingml/2006/main">
            <a:pathLst>
              <a:path w="822978" h="527509">
                <a:moveTo>
                  <a:pt x="0" y="22335"/>
                </a:moveTo>
                <a:lnTo>
                  <a:pt x="0" y="22335"/>
                </a:lnTo>
                <a:cubicBezTo>
                  <a:pt x="0" y="10000"/>
                  <a:pt x="9999" y="0"/>
                  <a:pt x="22335" y="0"/>
                </a:cubicBezTo>
                <a:lnTo>
                  <a:pt x="800643" y="0"/>
                </a:lnTo>
                <a:cubicBezTo>
                  <a:pt x="806567" y="0"/>
                  <a:pt x="812248" y="2353"/>
                  <a:pt x="816436" y="6542"/>
                </a:cubicBezTo>
                <a:cubicBezTo>
                  <a:pt x="820625" y="10730"/>
                  <a:pt x="822978" y="16411"/>
                  <a:pt x="822978" y="22335"/>
                </a:cubicBezTo>
                <a:lnTo>
                  <a:pt x="822978" y="505174"/>
                </a:lnTo>
                <a:cubicBezTo>
                  <a:pt x="822978" y="517509"/>
                  <a:pt x="812978" y="527509"/>
                  <a:pt x="800643" y="527509"/>
                </a:cubicBezTo>
                <a:lnTo>
                  <a:pt x="22335" y="527509"/>
                </a:lnTo>
                <a:cubicBezTo>
                  <a:pt x="9999" y="527509"/>
                  <a:pt x="0" y="517509"/>
                  <a:pt x="0" y="505174"/>
                </a:cubicBezTo>
                <a:lnTo>
                  <a:pt x="0" y="22335"/>
                </a:lnTo>
                <a:close/>
              </a:path>
            </a:pathLst>
          </a:custGeom>
          <a:solidFill xmlns:a="http://schemas.openxmlformats.org/drawingml/2006/main">
            <a:srgbClr val="F3F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AB546D-F8C4-4EDC-A954-11F225CD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6135" y="3633537"/>
            <a:ext cx="822978" cy="527509"/>
          </a:xfrm>
          <a:custGeom xmlns:a="http://schemas.openxmlformats.org/drawingml/2006/main">
            <a:pathLst>
              <a:path w="822978" h="527509" fill="none">
                <a:moveTo>
                  <a:pt x="0" y="22335"/>
                </a:moveTo>
                <a:lnTo>
                  <a:pt x="0" y="22335"/>
                </a:lnTo>
                <a:cubicBezTo>
                  <a:pt x="0" y="10000"/>
                  <a:pt x="9999" y="0"/>
                  <a:pt x="22335" y="0"/>
                </a:cubicBezTo>
                <a:lnTo>
                  <a:pt x="800643" y="0"/>
                </a:lnTo>
                <a:cubicBezTo>
                  <a:pt x="806567" y="0"/>
                  <a:pt x="812248" y="2353"/>
                  <a:pt x="816436" y="6542"/>
                </a:cubicBezTo>
                <a:cubicBezTo>
                  <a:pt x="820625" y="10730"/>
                  <a:pt x="822978" y="16411"/>
                  <a:pt x="822978" y="22335"/>
                </a:cubicBezTo>
                <a:lnTo>
                  <a:pt x="822978" y="505174"/>
                </a:lnTo>
                <a:cubicBezTo>
                  <a:pt x="822978" y="517509"/>
                  <a:pt x="812978" y="527509"/>
                  <a:pt x="800643" y="527509"/>
                </a:cubicBezTo>
                <a:lnTo>
                  <a:pt x="22335" y="527509"/>
                </a:lnTo>
                <a:cubicBezTo>
                  <a:pt x="9999" y="527509"/>
                  <a:pt x="0" y="517509"/>
                  <a:pt x="0" y="505174"/>
                </a:cubicBezTo>
                <a:lnTo>
                  <a:pt x="0" y="2233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213" cap="flat">
            <a:solidFill>
              <a:srgbClr val="666666"/>
            </a:solidFill>
            <a:round/>
          </a:ln>
        </p:spPr>
      </p:sp>
      <p:sp>
        <p:nvSpPr>
          <p:cNvPr id="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8F858D-E56F-4546-A702-06427E28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8830" y="3824531"/>
            <a:ext cx="939540" cy="500401"/>
          </a:xfrm>
          <a:custGeom xmlns:a="http://schemas.openxmlformats.org/drawingml/2006/main">
            <a:pathLst>
              <a:path w="939540" h="500401">
                <a:moveTo>
                  <a:pt x="0" y="0"/>
                </a:moveTo>
                <a:lnTo>
                  <a:pt x="939540" y="0"/>
                </a:lnTo>
                <a:lnTo>
                  <a:pt x="939540" y="500401"/>
                </a:lnTo>
                <a:lnTo>
                  <a:pt x="0" y="5004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9" name="Text test.py">
            <a:extLst xmlns:a="http://schemas.openxmlformats.org/drawingml/2006/main">
              <a:ext uri="{FF2B5EF4-FFF2-40B4-BE49-F238E27FC236}">
                <a16:creationId xmlns:a16="http://schemas.microsoft.com/office/drawing/2014/main" id="{C504C6F7-5D9B-4A16-8F93-9A88C68B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670" y="4014563"/>
            <a:ext cx="567207" cy="121868"/>
          </a:xfrm>
          <a:custGeom xmlns:a="http://schemas.openxmlformats.org/drawingml/2006/main">
            <a:pathLst>
              <a:path w="567207" h="121868">
                <a:moveTo>
                  <a:pt x="44892" y="81521"/>
                </a:moveTo>
                <a:lnTo>
                  <a:pt x="44319" y="81508"/>
                </a:lnTo>
                <a:lnTo>
                  <a:pt x="43771" y="81471"/>
                </a:lnTo>
                <a:lnTo>
                  <a:pt x="43246" y="81409"/>
                </a:lnTo>
                <a:lnTo>
                  <a:pt x="42746" y="81322"/>
                </a:lnTo>
                <a:lnTo>
                  <a:pt x="42271" y="81210"/>
                </a:lnTo>
                <a:lnTo>
                  <a:pt x="41819" y="81073"/>
                </a:lnTo>
                <a:lnTo>
                  <a:pt x="41392" y="80912"/>
                </a:lnTo>
                <a:lnTo>
                  <a:pt x="40990" y="80725"/>
                </a:lnTo>
                <a:lnTo>
                  <a:pt x="40612" y="80514"/>
                </a:lnTo>
                <a:lnTo>
                  <a:pt x="40258" y="80278"/>
                </a:lnTo>
                <a:lnTo>
                  <a:pt x="39929" y="80017"/>
                </a:lnTo>
                <a:lnTo>
                  <a:pt x="39624" y="79731"/>
                </a:lnTo>
                <a:lnTo>
                  <a:pt x="39344" y="79420"/>
                </a:lnTo>
                <a:lnTo>
                  <a:pt x="39088" y="79085"/>
                </a:lnTo>
                <a:lnTo>
                  <a:pt x="38856" y="78724"/>
                </a:lnTo>
                <a:lnTo>
                  <a:pt x="38649" y="78339"/>
                </a:lnTo>
                <a:lnTo>
                  <a:pt x="38466" y="77929"/>
                </a:lnTo>
                <a:lnTo>
                  <a:pt x="38307" y="77494"/>
                </a:lnTo>
                <a:lnTo>
                  <a:pt x="38173" y="77034"/>
                </a:lnTo>
                <a:lnTo>
                  <a:pt x="38063" y="76549"/>
                </a:lnTo>
                <a:lnTo>
                  <a:pt x="37978" y="76040"/>
                </a:lnTo>
                <a:lnTo>
                  <a:pt x="37917" y="75505"/>
                </a:lnTo>
                <a:lnTo>
                  <a:pt x="37880" y="74946"/>
                </a:lnTo>
                <a:lnTo>
                  <a:pt x="37868" y="74362"/>
                </a:lnTo>
                <a:lnTo>
                  <a:pt x="37868" y="36906"/>
                </a:lnTo>
                <a:lnTo>
                  <a:pt x="66926" y="36906"/>
                </a:lnTo>
                <a:lnTo>
                  <a:pt x="66926" y="21344"/>
                </a:lnTo>
                <a:lnTo>
                  <a:pt x="37868" y="21344"/>
                </a:lnTo>
                <a:lnTo>
                  <a:pt x="37868" y="0"/>
                </a:lnTo>
                <a:lnTo>
                  <a:pt x="20518" y="0"/>
                </a:lnTo>
                <a:lnTo>
                  <a:pt x="20518" y="21344"/>
                </a:lnTo>
                <a:lnTo>
                  <a:pt x="0" y="21344"/>
                </a:lnTo>
                <a:lnTo>
                  <a:pt x="0" y="36906"/>
                </a:lnTo>
                <a:lnTo>
                  <a:pt x="20518" y="36906"/>
                </a:lnTo>
                <a:lnTo>
                  <a:pt x="20518" y="74362"/>
                </a:lnTo>
                <a:lnTo>
                  <a:pt x="20529" y="75238"/>
                </a:lnTo>
                <a:lnTo>
                  <a:pt x="20561" y="76098"/>
                </a:lnTo>
                <a:lnTo>
                  <a:pt x="20614" y="76942"/>
                </a:lnTo>
                <a:lnTo>
                  <a:pt x="20689" y="77770"/>
                </a:lnTo>
                <a:lnTo>
                  <a:pt x="20784" y="78583"/>
                </a:lnTo>
                <a:lnTo>
                  <a:pt x="20901" y="79379"/>
                </a:lnTo>
                <a:lnTo>
                  <a:pt x="21040" y="80160"/>
                </a:lnTo>
                <a:lnTo>
                  <a:pt x="21199" y="80926"/>
                </a:lnTo>
                <a:lnTo>
                  <a:pt x="21380" y="81675"/>
                </a:lnTo>
                <a:lnTo>
                  <a:pt x="21582" y="82409"/>
                </a:lnTo>
                <a:lnTo>
                  <a:pt x="21805" y="83127"/>
                </a:lnTo>
                <a:lnTo>
                  <a:pt x="22050" y="83829"/>
                </a:lnTo>
                <a:lnTo>
                  <a:pt x="22316" y="84515"/>
                </a:lnTo>
                <a:lnTo>
                  <a:pt x="22603" y="85186"/>
                </a:lnTo>
                <a:lnTo>
                  <a:pt x="22912" y="85841"/>
                </a:lnTo>
                <a:lnTo>
                  <a:pt x="23242" y="86480"/>
                </a:lnTo>
                <a:lnTo>
                  <a:pt x="23593" y="87103"/>
                </a:lnTo>
                <a:lnTo>
                  <a:pt x="23965" y="87711"/>
                </a:lnTo>
                <a:lnTo>
                  <a:pt x="24358" y="88302"/>
                </a:lnTo>
                <a:lnTo>
                  <a:pt x="24773" y="88878"/>
                </a:lnTo>
                <a:lnTo>
                  <a:pt x="25209" y="89439"/>
                </a:lnTo>
                <a:lnTo>
                  <a:pt x="25667" y="89983"/>
                </a:lnTo>
                <a:lnTo>
                  <a:pt x="26146" y="90512"/>
                </a:lnTo>
                <a:lnTo>
                  <a:pt x="26646" y="91025"/>
                </a:lnTo>
                <a:lnTo>
                  <a:pt x="27165" y="91519"/>
                </a:lnTo>
                <a:lnTo>
                  <a:pt x="27700" y="91992"/>
                </a:lnTo>
                <a:lnTo>
                  <a:pt x="28252" y="92444"/>
                </a:lnTo>
                <a:lnTo>
                  <a:pt x="28820" y="92876"/>
                </a:lnTo>
                <a:lnTo>
                  <a:pt x="29405" y="93286"/>
                </a:lnTo>
                <a:lnTo>
                  <a:pt x="30007" y="93675"/>
                </a:lnTo>
                <a:lnTo>
                  <a:pt x="30625" y="94043"/>
                </a:lnTo>
                <a:lnTo>
                  <a:pt x="31259" y="94390"/>
                </a:lnTo>
                <a:lnTo>
                  <a:pt x="31910" y="94716"/>
                </a:lnTo>
                <a:lnTo>
                  <a:pt x="32578" y="95021"/>
                </a:lnTo>
                <a:lnTo>
                  <a:pt x="33262" y="95305"/>
                </a:lnTo>
                <a:lnTo>
                  <a:pt x="33962" y="95568"/>
                </a:lnTo>
                <a:lnTo>
                  <a:pt x="34679" y="95810"/>
                </a:lnTo>
                <a:lnTo>
                  <a:pt x="35412" y="96031"/>
                </a:lnTo>
                <a:lnTo>
                  <a:pt x="36162" y="96231"/>
                </a:lnTo>
                <a:lnTo>
                  <a:pt x="36928" y="96409"/>
                </a:lnTo>
                <a:lnTo>
                  <a:pt x="37711" y="96567"/>
                </a:lnTo>
                <a:lnTo>
                  <a:pt x="38511" y="96704"/>
                </a:lnTo>
                <a:lnTo>
                  <a:pt x="39326" y="96820"/>
                </a:lnTo>
                <a:lnTo>
                  <a:pt x="40159" y="96914"/>
                </a:lnTo>
                <a:lnTo>
                  <a:pt x="41007" y="96988"/>
                </a:lnTo>
                <a:lnTo>
                  <a:pt x="41873" y="97040"/>
                </a:lnTo>
                <a:lnTo>
                  <a:pt x="42754" y="97072"/>
                </a:lnTo>
                <a:lnTo>
                  <a:pt x="43653" y="97082"/>
                </a:lnTo>
                <a:lnTo>
                  <a:pt x="65547" y="97082"/>
                </a:lnTo>
                <a:lnTo>
                  <a:pt x="65547" y="81521"/>
                </a:lnTo>
                <a:lnTo>
                  <a:pt x="44892" y="81521"/>
                </a:lnTo>
                <a:close/>
                <a:moveTo>
                  <a:pt x="292762" y="81521"/>
                </a:moveTo>
                <a:lnTo>
                  <a:pt x="292189" y="81508"/>
                </a:lnTo>
                <a:lnTo>
                  <a:pt x="291640" y="81471"/>
                </a:lnTo>
                <a:lnTo>
                  <a:pt x="291116" y="81409"/>
                </a:lnTo>
                <a:lnTo>
                  <a:pt x="290616" y="81322"/>
                </a:lnTo>
                <a:lnTo>
                  <a:pt x="290140" y="81210"/>
                </a:lnTo>
                <a:lnTo>
                  <a:pt x="289689" y="81073"/>
                </a:lnTo>
                <a:lnTo>
                  <a:pt x="289262" y="80912"/>
                </a:lnTo>
                <a:lnTo>
                  <a:pt x="288860" y="80725"/>
                </a:lnTo>
                <a:lnTo>
                  <a:pt x="288482" y="80514"/>
                </a:lnTo>
                <a:lnTo>
                  <a:pt x="288128" y="80278"/>
                </a:lnTo>
                <a:lnTo>
                  <a:pt x="287799" y="80017"/>
                </a:lnTo>
                <a:lnTo>
                  <a:pt x="287494" y="79731"/>
                </a:lnTo>
                <a:lnTo>
                  <a:pt x="287213" y="79420"/>
                </a:lnTo>
                <a:lnTo>
                  <a:pt x="286957" y="79085"/>
                </a:lnTo>
                <a:lnTo>
                  <a:pt x="286725" y="78724"/>
                </a:lnTo>
                <a:lnTo>
                  <a:pt x="286518" y="78339"/>
                </a:lnTo>
                <a:lnTo>
                  <a:pt x="286335" y="77929"/>
                </a:lnTo>
                <a:lnTo>
                  <a:pt x="286177" y="77494"/>
                </a:lnTo>
                <a:lnTo>
                  <a:pt x="286043" y="77034"/>
                </a:lnTo>
                <a:lnTo>
                  <a:pt x="285933" y="76549"/>
                </a:lnTo>
                <a:lnTo>
                  <a:pt x="285847" y="76040"/>
                </a:lnTo>
                <a:lnTo>
                  <a:pt x="285786" y="75505"/>
                </a:lnTo>
                <a:lnTo>
                  <a:pt x="285750" y="74946"/>
                </a:lnTo>
                <a:lnTo>
                  <a:pt x="285738" y="74362"/>
                </a:lnTo>
                <a:lnTo>
                  <a:pt x="285738" y="36906"/>
                </a:lnTo>
                <a:lnTo>
                  <a:pt x="314795" y="36906"/>
                </a:lnTo>
                <a:lnTo>
                  <a:pt x="314795" y="21344"/>
                </a:lnTo>
                <a:lnTo>
                  <a:pt x="285738" y="21344"/>
                </a:lnTo>
                <a:lnTo>
                  <a:pt x="285738" y="0"/>
                </a:lnTo>
                <a:lnTo>
                  <a:pt x="268388" y="0"/>
                </a:lnTo>
                <a:lnTo>
                  <a:pt x="268388" y="21344"/>
                </a:lnTo>
                <a:lnTo>
                  <a:pt x="247870" y="21344"/>
                </a:lnTo>
                <a:lnTo>
                  <a:pt x="247870" y="36906"/>
                </a:lnTo>
                <a:lnTo>
                  <a:pt x="268388" y="36906"/>
                </a:lnTo>
                <a:lnTo>
                  <a:pt x="268388" y="74362"/>
                </a:lnTo>
                <a:lnTo>
                  <a:pt x="268399" y="75238"/>
                </a:lnTo>
                <a:lnTo>
                  <a:pt x="268430" y="76098"/>
                </a:lnTo>
                <a:lnTo>
                  <a:pt x="268484" y="76942"/>
                </a:lnTo>
                <a:lnTo>
                  <a:pt x="268558" y="77770"/>
                </a:lnTo>
                <a:lnTo>
                  <a:pt x="268654" y="78583"/>
                </a:lnTo>
                <a:lnTo>
                  <a:pt x="268771" y="79379"/>
                </a:lnTo>
                <a:lnTo>
                  <a:pt x="268909" y="80160"/>
                </a:lnTo>
                <a:lnTo>
                  <a:pt x="269069" y="80926"/>
                </a:lnTo>
                <a:lnTo>
                  <a:pt x="269250" y="81675"/>
                </a:lnTo>
                <a:lnTo>
                  <a:pt x="269452" y="82409"/>
                </a:lnTo>
                <a:lnTo>
                  <a:pt x="269675" y="83127"/>
                </a:lnTo>
                <a:lnTo>
                  <a:pt x="269920" y="83829"/>
                </a:lnTo>
                <a:lnTo>
                  <a:pt x="270186" y="84515"/>
                </a:lnTo>
                <a:lnTo>
                  <a:pt x="270473" y="85186"/>
                </a:lnTo>
                <a:lnTo>
                  <a:pt x="270781" y="85841"/>
                </a:lnTo>
                <a:lnTo>
                  <a:pt x="271111" y="86480"/>
                </a:lnTo>
                <a:lnTo>
                  <a:pt x="271462" y="87103"/>
                </a:lnTo>
                <a:lnTo>
                  <a:pt x="271834" y="87711"/>
                </a:lnTo>
                <a:lnTo>
                  <a:pt x="272228" y="88302"/>
                </a:lnTo>
                <a:lnTo>
                  <a:pt x="272643" y="88878"/>
                </a:lnTo>
                <a:lnTo>
                  <a:pt x="273079" y="89439"/>
                </a:lnTo>
                <a:lnTo>
                  <a:pt x="273536" y="89983"/>
                </a:lnTo>
                <a:lnTo>
                  <a:pt x="274015" y="90512"/>
                </a:lnTo>
                <a:lnTo>
                  <a:pt x="274515" y="91025"/>
                </a:lnTo>
                <a:lnTo>
                  <a:pt x="275034" y="91519"/>
                </a:lnTo>
                <a:lnTo>
                  <a:pt x="275570" y="91992"/>
                </a:lnTo>
                <a:lnTo>
                  <a:pt x="276122" y="92444"/>
                </a:lnTo>
                <a:lnTo>
                  <a:pt x="276690" y="92876"/>
                </a:lnTo>
                <a:lnTo>
                  <a:pt x="277275" y="93286"/>
                </a:lnTo>
                <a:lnTo>
                  <a:pt x="277876" y="93675"/>
                </a:lnTo>
                <a:lnTo>
                  <a:pt x="278494" y="94043"/>
                </a:lnTo>
                <a:lnTo>
                  <a:pt x="279129" y="94390"/>
                </a:lnTo>
                <a:lnTo>
                  <a:pt x="279780" y="94716"/>
                </a:lnTo>
                <a:lnTo>
                  <a:pt x="280447" y="95021"/>
                </a:lnTo>
                <a:lnTo>
                  <a:pt x="281131" y="95305"/>
                </a:lnTo>
                <a:lnTo>
                  <a:pt x="281831" y="95568"/>
                </a:lnTo>
                <a:lnTo>
                  <a:pt x="282548" y="95810"/>
                </a:lnTo>
                <a:lnTo>
                  <a:pt x="283282" y="96031"/>
                </a:lnTo>
                <a:lnTo>
                  <a:pt x="284032" y="96231"/>
                </a:lnTo>
                <a:lnTo>
                  <a:pt x="284798" y="96409"/>
                </a:lnTo>
                <a:lnTo>
                  <a:pt x="285581" y="96567"/>
                </a:lnTo>
                <a:lnTo>
                  <a:pt x="286380" y="96704"/>
                </a:lnTo>
                <a:lnTo>
                  <a:pt x="287196" y="96820"/>
                </a:lnTo>
                <a:lnTo>
                  <a:pt x="288028" y="96914"/>
                </a:lnTo>
                <a:lnTo>
                  <a:pt x="288877" y="96988"/>
                </a:lnTo>
                <a:lnTo>
                  <a:pt x="289742" y="97040"/>
                </a:lnTo>
                <a:lnTo>
                  <a:pt x="290624" y="97072"/>
                </a:lnTo>
                <a:lnTo>
                  <a:pt x="291522" y="97082"/>
                </a:lnTo>
                <a:lnTo>
                  <a:pt x="313417" y="97082"/>
                </a:lnTo>
                <a:lnTo>
                  <a:pt x="313417" y="81521"/>
                </a:lnTo>
                <a:lnTo>
                  <a:pt x="292762" y="81521"/>
                </a:lnTo>
                <a:close/>
                <a:moveTo>
                  <a:pt x="207342" y="98226"/>
                </a:moveTo>
                <a:lnTo>
                  <a:pt x="208472" y="98152"/>
                </a:lnTo>
                <a:lnTo>
                  <a:pt x="209578" y="98056"/>
                </a:lnTo>
                <a:lnTo>
                  <a:pt x="210659" y="97939"/>
                </a:lnTo>
                <a:lnTo>
                  <a:pt x="211715" y="97801"/>
                </a:lnTo>
                <a:lnTo>
                  <a:pt x="212747" y="97641"/>
                </a:lnTo>
                <a:lnTo>
                  <a:pt x="213754" y="97461"/>
                </a:lnTo>
                <a:lnTo>
                  <a:pt x="214736" y="97258"/>
                </a:lnTo>
                <a:lnTo>
                  <a:pt x="215694" y="97035"/>
                </a:lnTo>
                <a:lnTo>
                  <a:pt x="216627" y="96790"/>
                </a:lnTo>
                <a:lnTo>
                  <a:pt x="217536" y="96524"/>
                </a:lnTo>
                <a:lnTo>
                  <a:pt x="218420" y="96237"/>
                </a:lnTo>
                <a:lnTo>
                  <a:pt x="219279" y="95929"/>
                </a:lnTo>
                <a:lnTo>
                  <a:pt x="220114" y="95599"/>
                </a:lnTo>
                <a:lnTo>
                  <a:pt x="220924" y="95248"/>
                </a:lnTo>
                <a:lnTo>
                  <a:pt x="221709" y="94876"/>
                </a:lnTo>
                <a:lnTo>
                  <a:pt x="222470" y="94482"/>
                </a:lnTo>
                <a:lnTo>
                  <a:pt x="223206" y="94067"/>
                </a:lnTo>
                <a:lnTo>
                  <a:pt x="223918" y="93631"/>
                </a:lnTo>
                <a:lnTo>
                  <a:pt x="224604" y="93174"/>
                </a:lnTo>
                <a:lnTo>
                  <a:pt x="225267" y="92695"/>
                </a:lnTo>
                <a:lnTo>
                  <a:pt x="225904" y="92195"/>
                </a:lnTo>
                <a:lnTo>
                  <a:pt x="226517" y="91676"/>
                </a:lnTo>
                <a:lnTo>
                  <a:pt x="227103" y="91140"/>
                </a:lnTo>
                <a:lnTo>
                  <a:pt x="227663" y="90586"/>
                </a:lnTo>
                <a:lnTo>
                  <a:pt x="228198" y="90016"/>
                </a:lnTo>
                <a:lnTo>
                  <a:pt x="228706" y="89429"/>
                </a:lnTo>
                <a:lnTo>
                  <a:pt x="229188" y="88825"/>
                </a:lnTo>
                <a:lnTo>
                  <a:pt x="229644" y="88204"/>
                </a:lnTo>
                <a:lnTo>
                  <a:pt x="230074" y="87566"/>
                </a:lnTo>
                <a:lnTo>
                  <a:pt x="230478" y="86911"/>
                </a:lnTo>
                <a:lnTo>
                  <a:pt x="230856" y="86239"/>
                </a:lnTo>
                <a:lnTo>
                  <a:pt x="231208" y="85550"/>
                </a:lnTo>
                <a:lnTo>
                  <a:pt x="231533" y="84844"/>
                </a:lnTo>
                <a:lnTo>
                  <a:pt x="231833" y="84121"/>
                </a:lnTo>
                <a:lnTo>
                  <a:pt x="232107" y="83381"/>
                </a:lnTo>
                <a:lnTo>
                  <a:pt x="232354" y="82624"/>
                </a:lnTo>
                <a:lnTo>
                  <a:pt x="232576" y="81850"/>
                </a:lnTo>
                <a:lnTo>
                  <a:pt x="232771" y="81060"/>
                </a:lnTo>
                <a:lnTo>
                  <a:pt x="232941" y="80252"/>
                </a:lnTo>
                <a:lnTo>
                  <a:pt x="233084" y="79427"/>
                </a:lnTo>
                <a:lnTo>
                  <a:pt x="233201" y="78586"/>
                </a:lnTo>
                <a:lnTo>
                  <a:pt x="233293" y="77727"/>
                </a:lnTo>
                <a:lnTo>
                  <a:pt x="233358" y="76851"/>
                </a:lnTo>
                <a:lnTo>
                  <a:pt x="233397" y="75959"/>
                </a:lnTo>
                <a:lnTo>
                  <a:pt x="233410" y="75049"/>
                </a:lnTo>
                <a:lnTo>
                  <a:pt x="233399" y="74197"/>
                </a:lnTo>
                <a:lnTo>
                  <a:pt x="233365" y="73363"/>
                </a:lnTo>
                <a:lnTo>
                  <a:pt x="233310" y="72546"/>
                </a:lnTo>
                <a:lnTo>
                  <a:pt x="233232" y="71746"/>
                </a:lnTo>
                <a:lnTo>
                  <a:pt x="233132" y="70964"/>
                </a:lnTo>
                <a:lnTo>
                  <a:pt x="233010" y="70199"/>
                </a:lnTo>
                <a:lnTo>
                  <a:pt x="232865" y="69452"/>
                </a:lnTo>
                <a:lnTo>
                  <a:pt x="232698" y="68723"/>
                </a:lnTo>
                <a:lnTo>
                  <a:pt x="232509" y="68010"/>
                </a:lnTo>
                <a:lnTo>
                  <a:pt x="232298" y="67315"/>
                </a:lnTo>
                <a:lnTo>
                  <a:pt x="232065" y="66638"/>
                </a:lnTo>
                <a:lnTo>
                  <a:pt x="231809" y="65978"/>
                </a:lnTo>
                <a:lnTo>
                  <a:pt x="231531" y="65336"/>
                </a:lnTo>
                <a:lnTo>
                  <a:pt x="231231" y="64711"/>
                </a:lnTo>
                <a:lnTo>
                  <a:pt x="230909" y="64103"/>
                </a:lnTo>
                <a:lnTo>
                  <a:pt x="230564" y="63513"/>
                </a:lnTo>
                <a:lnTo>
                  <a:pt x="230197" y="62940"/>
                </a:lnTo>
                <a:lnTo>
                  <a:pt x="229808" y="62385"/>
                </a:lnTo>
                <a:lnTo>
                  <a:pt x="229397" y="61847"/>
                </a:lnTo>
                <a:lnTo>
                  <a:pt x="228964" y="61327"/>
                </a:lnTo>
                <a:lnTo>
                  <a:pt x="228508" y="60824"/>
                </a:lnTo>
                <a:lnTo>
                  <a:pt x="228030" y="60339"/>
                </a:lnTo>
                <a:lnTo>
                  <a:pt x="227530" y="59871"/>
                </a:lnTo>
                <a:lnTo>
                  <a:pt x="227007" y="59420"/>
                </a:lnTo>
                <a:lnTo>
                  <a:pt x="226462" y="58984"/>
                </a:lnTo>
                <a:lnTo>
                  <a:pt x="225891" y="58560"/>
                </a:lnTo>
                <a:lnTo>
                  <a:pt x="225296" y="58148"/>
                </a:lnTo>
                <a:lnTo>
                  <a:pt x="224676" y="57747"/>
                </a:lnTo>
                <a:lnTo>
                  <a:pt x="224032" y="57358"/>
                </a:lnTo>
                <a:lnTo>
                  <a:pt x="223363" y="56980"/>
                </a:lnTo>
                <a:lnTo>
                  <a:pt x="222669" y="56615"/>
                </a:lnTo>
                <a:lnTo>
                  <a:pt x="221951" y="56261"/>
                </a:lnTo>
                <a:lnTo>
                  <a:pt x="221208" y="55918"/>
                </a:lnTo>
                <a:lnTo>
                  <a:pt x="220440" y="55588"/>
                </a:lnTo>
                <a:lnTo>
                  <a:pt x="219648" y="55269"/>
                </a:lnTo>
                <a:lnTo>
                  <a:pt x="218832" y="54962"/>
                </a:lnTo>
                <a:lnTo>
                  <a:pt x="217990" y="54667"/>
                </a:lnTo>
                <a:lnTo>
                  <a:pt x="217124" y="54383"/>
                </a:lnTo>
                <a:lnTo>
                  <a:pt x="216233" y="54111"/>
                </a:lnTo>
                <a:lnTo>
                  <a:pt x="215318" y="53851"/>
                </a:lnTo>
                <a:lnTo>
                  <a:pt x="214378" y="53602"/>
                </a:lnTo>
                <a:lnTo>
                  <a:pt x="213414" y="53365"/>
                </a:lnTo>
                <a:lnTo>
                  <a:pt x="212424" y="53140"/>
                </a:lnTo>
                <a:lnTo>
                  <a:pt x="211411" y="52927"/>
                </a:lnTo>
                <a:lnTo>
                  <a:pt x="210372" y="52725"/>
                </a:lnTo>
                <a:lnTo>
                  <a:pt x="209309" y="52535"/>
                </a:lnTo>
                <a:lnTo>
                  <a:pt x="208221" y="52357"/>
                </a:lnTo>
                <a:lnTo>
                  <a:pt x="207109" y="52190"/>
                </a:lnTo>
                <a:lnTo>
                  <a:pt x="197332" y="50814"/>
                </a:lnTo>
                <a:lnTo>
                  <a:pt x="196901" y="50743"/>
                </a:lnTo>
                <a:lnTo>
                  <a:pt x="196480" y="50669"/>
                </a:lnTo>
                <a:lnTo>
                  <a:pt x="196069" y="50591"/>
                </a:lnTo>
                <a:lnTo>
                  <a:pt x="195668" y="50510"/>
                </a:lnTo>
                <a:lnTo>
                  <a:pt x="195277" y="50425"/>
                </a:lnTo>
                <a:lnTo>
                  <a:pt x="194896" y="50336"/>
                </a:lnTo>
                <a:lnTo>
                  <a:pt x="194526" y="50244"/>
                </a:lnTo>
                <a:lnTo>
                  <a:pt x="194165" y="50148"/>
                </a:lnTo>
                <a:lnTo>
                  <a:pt x="193814" y="50049"/>
                </a:lnTo>
                <a:lnTo>
                  <a:pt x="193473" y="49946"/>
                </a:lnTo>
                <a:lnTo>
                  <a:pt x="193143" y="49840"/>
                </a:lnTo>
                <a:lnTo>
                  <a:pt x="192822" y="49729"/>
                </a:lnTo>
                <a:lnTo>
                  <a:pt x="192512" y="49616"/>
                </a:lnTo>
                <a:lnTo>
                  <a:pt x="192211" y="49498"/>
                </a:lnTo>
                <a:lnTo>
                  <a:pt x="191920" y="49378"/>
                </a:lnTo>
                <a:lnTo>
                  <a:pt x="191640" y="49253"/>
                </a:lnTo>
                <a:lnTo>
                  <a:pt x="191369" y="49125"/>
                </a:lnTo>
                <a:lnTo>
                  <a:pt x="191109" y="48994"/>
                </a:lnTo>
                <a:lnTo>
                  <a:pt x="190859" y="48858"/>
                </a:lnTo>
                <a:lnTo>
                  <a:pt x="190618" y="48719"/>
                </a:lnTo>
                <a:lnTo>
                  <a:pt x="190388" y="48577"/>
                </a:lnTo>
                <a:lnTo>
                  <a:pt x="190168" y="48431"/>
                </a:lnTo>
                <a:lnTo>
                  <a:pt x="189957" y="48281"/>
                </a:lnTo>
                <a:lnTo>
                  <a:pt x="189757" y="48128"/>
                </a:lnTo>
                <a:lnTo>
                  <a:pt x="189566" y="47970"/>
                </a:lnTo>
                <a:lnTo>
                  <a:pt x="189383" y="47805"/>
                </a:lnTo>
                <a:lnTo>
                  <a:pt x="189208" y="47632"/>
                </a:lnTo>
                <a:lnTo>
                  <a:pt x="189042" y="47453"/>
                </a:lnTo>
                <a:lnTo>
                  <a:pt x="188883" y="47267"/>
                </a:lnTo>
                <a:lnTo>
                  <a:pt x="188733" y="47074"/>
                </a:lnTo>
                <a:lnTo>
                  <a:pt x="188591" y="46874"/>
                </a:lnTo>
                <a:lnTo>
                  <a:pt x="188457" y="46667"/>
                </a:lnTo>
                <a:lnTo>
                  <a:pt x="188331" y="46453"/>
                </a:lnTo>
                <a:lnTo>
                  <a:pt x="188213" y="46232"/>
                </a:lnTo>
                <a:lnTo>
                  <a:pt x="188103" y="46004"/>
                </a:lnTo>
                <a:lnTo>
                  <a:pt x="188001" y="45770"/>
                </a:lnTo>
                <a:lnTo>
                  <a:pt x="187908" y="45528"/>
                </a:lnTo>
                <a:lnTo>
                  <a:pt x="187823" y="45280"/>
                </a:lnTo>
                <a:lnTo>
                  <a:pt x="187745" y="45024"/>
                </a:lnTo>
                <a:lnTo>
                  <a:pt x="187676" y="44762"/>
                </a:lnTo>
                <a:lnTo>
                  <a:pt x="187615" y="44492"/>
                </a:lnTo>
                <a:lnTo>
                  <a:pt x="187563" y="44216"/>
                </a:lnTo>
                <a:lnTo>
                  <a:pt x="187518" y="43933"/>
                </a:lnTo>
                <a:lnTo>
                  <a:pt x="187481" y="43643"/>
                </a:lnTo>
                <a:lnTo>
                  <a:pt x="187453" y="43346"/>
                </a:lnTo>
                <a:lnTo>
                  <a:pt x="187433" y="43042"/>
                </a:lnTo>
                <a:lnTo>
                  <a:pt x="187420" y="42731"/>
                </a:lnTo>
                <a:lnTo>
                  <a:pt x="187416" y="42413"/>
                </a:lnTo>
                <a:lnTo>
                  <a:pt x="187421" y="42072"/>
                </a:lnTo>
                <a:lnTo>
                  <a:pt x="187435" y="41738"/>
                </a:lnTo>
                <a:lnTo>
                  <a:pt x="187458" y="41411"/>
                </a:lnTo>
                <a:lnTo>
                  <a:pt x="187491" y="41092"/>
                </a:lnTo>
                <a:lnTo>
                  <a:pt x="187533" y="40779"/>
                </a:lnTo>
                <a:lnTo>
                  <a:pt x="187584" y="40472"/>
                </a:lnTo>
                <a:lnTo>
                  <a:pt x="187645" y="40173"/>
                </a:lnTo>
                <a:lnTo>
                  <a:pt x="187715" y="39881"/>
                </a:lnTo>
                <a:lnTo>
                  <a:pt x="187794" y="39596"/>
                </a:lnTo>
                <a:lnTo>
                  <a:pt x="187882" y="39317"/>
                </a:lnTo>
                <a:lnTo>
                  <a:pt x="187980" y="39046"/>
                </a:lnTo>
                <a:lnTo>
                  <a:pt x="188088" y="38782"/>
                </a:lnTo>
                <a:lnTo>
                  <a:pt x="188204" y="38524"/>
                </a:lnTo>
                <a:lnTo>
                  <a:pt x="188330" y="38273"/>
                </a:lnTo>
                <a:lnTo>
                  <a:pt x="188465" y="38030"/>
                </a:lnTo>
                <a:lnTo>
                  <a:pt x="188610" y="37793"/>
                </a:lnTo>
                <a:lnTo>
                  <a:pt x="188764" y="37563"/>
                </a:lnTo>
                <a:lnTo>
                  <a:pt x="188927" y="37341"/>
                </a:lnTo>
                <a:lnTo>
                  <a:pt x="189099" y="37125"/>
                </a:lnTo>
                <a:lnTo>
                  <a:pt x="189281" y="36916"/>
                </a:lnTo>
                <a:lnTo>
                  <a:pt x="189472" y="36714"/>
                </a:lnTo>
                <a:lnTo>
                  <a:pt x="189673" y="36519"/>
                </a:lnTo>
                <a:lnTo>
                  <a:pt x="189883" y="36330"/>
                </a:lnTo>
                <a:lnTo>
                  <a:pt x="190102" y="36149"/>
                </a:lnTo>
                <a:lnTo>
                  <a:pt x="190331" y="35975"/>
                </a:lnTo>
                <a:lnTo>
                  <a:pt x="190572" y="35808"/>
                </a:lnTo>
                <a:lnTo>
                  <a:pt x="190824" y="35649"/>
                </a:lnTo>
                <a:lnTo>
                  <a:pt x="191087" y="35497"/>
                </a:lnTo>
                <a:lnTo>
                  <a:pt x="191361" y="35352"/>
                </a:lnTo>
                <a:lnTo>
                  <a:pt x="191647" y="35215"/>
                </a:lnTo>
                <a:lnTo>
                  <a:pt x="191943" y="35086"/>
                </a:lnTo>
                <a:lnTo>
                  <a:pt x="192251" y="34963"/>
                </a:lnTo>
                <a:lnTo>
                  <a:pt x="192571" y="34848"/>
                </a:lnTo>
                <a:lnTo>
                  <a:pt x="192901" y="34741"/>
                </a:lnTo>
                <a:lnTo>
                  <a:pt x="193243" y="34641"/>
                </a:lnTo>
                <a:lnTo>
                  <a:pt x="193596" y="34548"/>
                </a:lnTo>
                <a:lnTo>
                  <a:pt x="193960" y="34463"/>
                </a:lnTo>
                <a:lnTo>
                  <a:pt x="194336" y="34385"/>
                </a:lnTo>
                <a:lnTo>
                  <a:pt x="194722" y="34315"/>
                </a:lnTo>
                <a:lnTo>
                  <a:pt x="195120" y="34252"/>
                </a:lnTo>
                <a:lnTo>
                  <a:pt x="195529" y="34196"/>
                </a:lnTo>
                <a:lnTo>
                  <a:pt x="195950" y="34148"/>
                </a:lnTo>
                <a:lnTo>
                  <a:pt x="196381" y="34107"/>
                </a:lnTo>
                <a:lnTo>
                  <a:pt x="196824" y="34074"/>
                </a:lnTo>
                <a:lnTo>
                  <a:pt x="197278" y="34048"/>
                </a:lnTo>
                <a:lnTo>
                  <a:pt x="197744" y="34029"/>
                </a:lnTo>
                <a:lnTo>
                  <a:pt x="198220" y="34018"/>
                </a:lnTo>
                <a:lnTo>
                  <a:pt x="198708" y="34014"/>
                </a:lnTo>
                <a:lnTo>
                  <a:pt x="203942" y="34014"/>
                </a:lnTo>
                <a:lnTo>
                  <a:pt x="204341" y="34018"/>
                </a:lnTo>
                <a:lnTo>
                  <a:pt x="204732" y="34028"/>
                </a:lnTo>
                <a:lnTo>
                  <a:pt x="205118" y="34045"/>
                </a:lnTo>
                <a:lnTo>
                  <a:pt x="205497" y="34068"/>
                </a:lnTo>
                <a:lnTo>
                  <a:pt x="205869" y="34098"/>
                </a:lnTo>
                <a:lnTo>
                  <a:pt x="206235" y="34135"/>
                </a:lnTo>
                <a:lnTo>
                  <a:pt x="206595" y="34179"/>
                </a:lnTo>
                <a:lnTo>
                  <a:pt x="206948" y="34229"/>
                </a:lnTo>
                <a:lnTo>
                  <a:pt x="207295" y="34286"/>
                </a:lnTo>
                <a:lnTo>
                  <a:pt x="207635" y="34349"/>
                </a:lnTo>
                <a:lnTo>
                  <a:pt x="207969" y="34420"/>
                </a:lnTo>
                <a:lnTo>
                  <a:pt x="208296" y="34497"/>
                </a:lnTo>
                <a:lnTo>
                  <a:pt x="208617" y="34580"/>
                </a:lnTo>
                <a:lnTo>
                  <a:pt x="208931" y="34671"/>
                </a:lnTo>
                <a:lnTo>
                  <a:pt x="209239" y="34768"/>
                </a:lnTo>
                <a:lnTo>
                  <a:pt x="209541" y="34872"/>
                </a:lnTo>
                <a:lnTo>
                  <a:pt x="209836" y="34982"/>
                </a:lnTo>
                <a:lnTo>
                  <a:pt x="210125" y="35099"/>
                </a:lnTo>
                <a:lnTo>
                  <a:pt x="210407" y="35223"/>
                </a:lnTo>
                <a:lnTo>
                  <a:pt x="210683" y="35354"/>
                </a:lnTo>
                <a:lnTo>
                  <a:pt x="210952" y="35491"/>
                </a:lnTo>
                <a:lnTo>
                  <a:pt x="211215" y="35635"/>
                </a:lnTo>
                <a:lnTo>
                  <a:pt x="211471" y="35786"/>
                </a:lnTo>
                <a:lnTo>
                  <a:pt x="211721" y="35943"/>
                </a:lnTo>
                <a:lnTo>
                  <a:pt x="211963" y="36106"/>
                </a:lnTo>
                <a:lnTo>
                  <a:pt x="212197" y="36272"/>
                </a:lnTo>
                <a:lnTo>
                  <a:pt x="212421" y="36442"/>
                </a:lnTo>
                <a:lnTo>
                  <a:pt x="212637" y="36616"/>
                </a:lnTo>
                <a:lnTo>
                  <a:pt x="212844" y="36794"/>
                </a:lnTo>
                <a:lnTo>
                  <a:pt x="213042" y="36976"/>
                </a:lnTo>
                <a:lnTo>
                  <a:pt x="213231" y="37161"/>
                </a:lnTo>
                <a:lnTo>
                  <a:pt x="213412" y="37350"/>
                </a:lnTo>
                <a:lnTo>
                  <a:pt x="213583" y="37543"/>
                </a:lnTo>
                <a:lnTo>
                  <a:pt x="213746" y="37740"/>
                </a:lnTo>
                <a:lnTo>
                  <a:pt x="213900" y="37941"/>
                </a:lnTo>
                <a:lnTo>
                  <a:pt x="214045" y="38145"/>
                </a:lnTo>
                <a:lnTo>
                  <a:pt x="214181" y="38354"/>
                </a:lnTo>
                <a:lnTo>
                  <a:pt x="214309" y="38566"/>
                </a:lnTo>
                <a:lnTo>
                  <a:pt x="214427" y="38782"/>
                </a:lnTo>
                <a:lnTo>
                  <a:pt x="214537" y="39002"/>
                </a:lnTo>
                <a:lnTo>
                  <a:pt x="214637" y="39225"/>
                </a:lnTo>
                <a:lnTo>
                  <a:pt x="214729" y="39453"/>
                </a:lnTo>
                <a:lnTo>
                  <a:pt x="214813" y="39684"/>
                </a:lnTo>
                <a:lnTo>
                  <a:pt x="214887" y="39919"/>
                </a:lnTo>
                <a:lnTo>
                  <a:pt x="214952" y="40158"/>
                </a:lnTo>
                <a:lnTo>
                  <a:pt x="215009" y="40401"/>
                </a:lnTo>
                <a:lnTo>
                  <a:pt x="215057" y="40648"/>
                </a:lnTo>
                <a:lnTo>
                  <a:pt x="215096" y="40898"/>
                </a:lnTo>
                <a:lnTo>
                  <a:pt x="232309" y="40898"/>
                </a:lnTo>
                <a:lnTo>
                  <a:pt x="232251" y="40113"/>
                </a:lnTo>
                <a:lnTo>
                  <a:pt x="232168" y="39341"/>
                </a:lnTo>
                <a:lnTo>
                  <a:pt x="232061" y="38583"/>
                </a:lnTo>
                <a:lnTo>
                  <a:pt x="231930" y="37838"/>
                </a:lnTo>
                <a:lnTo>
                  <a:pt x="231774" y="37106"/>
                </a:lnTo>
                <a:lnTo>
                  <a:pt x="231594" y="36388"/>
                </a:lnTo>
                <a:lnTo>
                  <a:pt x="231390" y="35683"/>
                </a:lnTo>
                <a:lnTo>
                  <a:pt x="231161" y="34992"/>
                </a:lnTo>
                <a:lnTo>
                  <a:pt x="230908" y="34314"/>
                </a:lnTo>
                <a:lnTo>
                  <a:pt x="230630" y="33649"/>
                </a:lnTo>
                <a:lnTo>
                  <a:pt x="230328" y="32998"/>
                </a:lnTo>
                <a:lnTo>
                  <a:pt x="230002" y="32360"/>
                </a:lnTo>
                <a:lnTo>
                  <a:pt x="229651" y="31736"/>
                </a:lnTo>
                <a:lnTo>
                  <a:pt x="229276" y="31125"/>
                </a:lnTo>
                <a:lnTo>
                  <a:pt x="228877" y="30527"/>
                </a:lnTo>
                <a:lnTo>
                  <a:pt x="228453" y="29943"/>
                </a:lnTo>
                <a:lnTo>
                  <a:pt x="228004" y="29372"/>
                </a:lnTo>
                <a:lnTo>
                  <a:pt x="227532" y="28814"/>
                </a:lnTo>
                <a:lnTo>
                  <a:pt x="227035" y="28270"/>
                </a:lnTo>
                <a:lnTo>
                  <a:pt x="226513" y="27739"/>
                </a:lnTo>
                <a:lnTo>
                  <a:pt x="225967" y="27222"/>
                </a:lnTo>
                <a:lnTo>
                  <a:pt x="225397" y="26718"/>
                </a:lnTo>
                <a:lnTo>
                  <a:pt x="224802" y="26228"/>
                </a:lnTo>
                <a:lnTo>
                  <a:pt x="224183" y="25750"/>
                </a:lnTo>
                <a:lnTo>
                  <a:pt x="223543" y="25290"/>
                </a:lnTo>
                <a:lnTo>
                  <a:pt x="222886" y="24849"/>
                </a:lnTo>
                <a:lnTo>
                  <a:pt x="222211" y="24427"/>
                </a:lnTo>
                <a:lnTo>
                  <a:pt x="221518" y="24025"/>
                </a:lnTo>
                <a:lnTo>
                  <a:pt x="220807" y="23643"/>
                </a:lnTo>
                <a:lnTo>
                  <a:pt x="220078" y="23280"/>
                </a:lnTo>
                <a:lnTo>
                  <a:pt x="219332" y="22937"/>
                </a:lnTo>
                <a:lnTo>
                  <a:pt x="218569" y="22614"/>
                </a:lnTo>
                <a:lnTo>
                  <a:pt x="217787" y="22310"/>
                </a:lnTo>
                <a:lnTo>
                  <a:pt x="216988" y="22026"/>
                </a:lnTo>
                <a:lnTo>
                  <a:pt x="216171" y="21761"/>
                </a:lnTo>
                <a:lnTo>
                  <a:pt x="215337" y="21516"/>
                </a:lnTo>
                <a:lnTo>
                  <a:pt x="214484" y="21290"/>
                </a:lnTo>
                <a:lnTo>
                  <a:pt x="213615" y="21085"/>
                </a:lnTo>
                <a:lnTo>
                  <a:pt x="212727" y="20898"/>
                </a:lnTo>
                <a:lnTo>
                  <a:pt x="211822" y="20732"/>
                </a:lnTo>
                <a:lnTo>
                  <a:pt x="210899" y="20585"/>
                </a:lnTo>
                <a:lnTo>
                  <a:pt x="209958" y="20457"/>
                </a:lnTo>
                <a:lnTo>
                  <a:pt x="209000" y="20349"/>
                </a:lnTo>
                <a:lnTo>
                  <a:pt x="208024" y="20261"/>
                </a:lnTo>
                <a:lnTo>
                  <a:pt x="207030" y="20193"/>
                </a:lnTo>
                <a:lnTo>
                  <a:pt x="206018" y="20144"/>
                </a:lnTo>
                <a:lnTo>
                  <a:pt x="204989" y="20114"/>
                </a:lnTo>
                <a:lnTo>
                  <a:pt x="203942" y="20104"/>
                </a:lnTo>
                <a:lnTo>
                  <a:pt x="198708" y="20104"/>
                </a:lnTo>
                <a:lnTo>
                  <a:pt x="197561" y="20115"/>
                </a:lnTo>
                <a:lnTo>
                  <a:pt x="196437" y="20145"/>
                </a:lnTo>
                <a:lnTo>
                  <a:pt x="195337" y="20196"/>
                </a:lnTo>
                <a:lnTo>
                  <a:pt x="194260" y="20267"/>
                </a:lnTo>
                <a:lnTo>
                  <a:pt x="193206" y="20359"/>
                </a:lnTo>
                <a:lnTo>
                  <a:pt x="192176" y="20470"/>
                </a:lnTo>
                <a:lnTo>
                  <a:pt x="191169" y="20602"/>
                </a:lnTo>
                <a:lnTo>
                  <a:pt x="190186" y="20755"/>
                </a:lnTo>
                <a:lnTo>
                  <a:pt x="189226" y="20928"/>
                </a:lnTo>
                <a:lnTo>
                  <a:pt x="188290" y="21121"/>
                </a:lnTo>
                <a:lnTo>
                  <a:pt x="187377" y="21334"/>
                </a:lnTo>
                <a:lnTo>
                  <a:pt x="186487" y="21568"/>
                </a:lnTo>
                <a:lnTo>
                  <a:pt x="185621" y="21822"/>
                </a:lnTo>
                <a:lnTo>
                  <a:pt x="184778" y="22096"/>
                </a:lnTo>
                <a:lnTo>
                  <a:pt x="183959" y="22391"/>
                </a:lnTo>
                <a:lnTo>
                  <a:pt x="183163" y="22706"/>
                </a:lnTo>
                <a:lnTo>
                  <a:pt x="182391" y="23042"/>
                </a:lnTo>
                <a:lnTo>
                  <a:pt x="181641" y="23397"/>
                </a:lnTo>
                <a:lnTo>
                  <a:pt x="180916" y="23773"/>
                </a:lnTo>
                <a:lnTo>
                  <a:pt x="180214" y="24170"/>
                </a:lnTo>
                <a:lnTo>
                  <a:pt x="179535" y="24586"/>
                </a:lnTo>
                <a:lnTo>
                  <a:pt x="178880" y="25023"/>
                </a:lnTo>
                <a:lnTo>
                  <a:pt x="178248" y="25481"/>
                </a:lnTo>
                <a:lnTo>
                  <a:pt x="177639" y="25958"/>
                </a:lnTo>
                <a:lnTo>
                  <a:pt x="177055" y="26454"/>
                </a:lnTo>
                <a:lnTo>
                  <a:pt x="176496" y="26967"/>
                </a:lnTo>
                <a:lnTo>
                  <a:pt x="175961" y="27496"/>
                </a:lnTo>
                <a:lnTo>
                  <a:pt x="175451" y="28041"/>
                </a:lnTo>
                <a:lnTo>
                  <a:pt x="174966" y="28603"/>
                </a:lnTo>
                <a:lnTo>
                  <a:pt x="174506" y="29181"/>
                </a:lnTo>
                <a:lnTo>
                  <a:pt x="174071" y="29776"/>
                </a:lnTo>
                <a:lnTo>
                  <a:pt x="173661" y="30388"/>
                </a:lnTo>
                <a:lnTo>
                  <a:pt x="173276" y="31015"/>
                </a:lnTo>
                <a:lnTo>
                  <a:pt x="172915" y="31660"/>
                </a:lnTo>
                <a:lnTo>
                  <a:pt x="172579" y="32321"/>
                </a:lnTo>
                <a:lnTo>
                  <a:pt x="172269" y="32998"/>
                </a:lnTo>
                <a:lnTo>
                  <a:pt x="171983" y="33692"/>
                </a:lnTo>
                <a:lnTo>
                  <a:pt x="171722" y="34402"/>
                </a:lnTo>
                <a:lnTo>
                  <a:pt x="171485" y="35129"/>
                </a:lnTo>
                <a:lnTo>
                  <a:pt x="171274" y="35872"/>
                </a:lnTo>
                <a:lnTo>
                  <a:pt x="171088" y="36632"/>
                </a:lnTo>
                <a:lnTo>
                  <a:pt x="170926" y="37409"/>
                </a:lnTo>
                <a:lnTo>
                  <a:pt x="170789" y="38201"/>
                </a:lnTo>
                <a:lnTo>
                  <a:pt x="170677" y="39011"/>
                </a:lnTo>
                <a:lnTo>
                  <a:pt x="170590" y="39837"/>
                </a:lnTo>
                <a:lnTo>
                  <a:pt x="170528" y="40679"/>
                </a:lnTo>
                <a:lnTo>
                  <a:pt x="170491" y="41538"/>
                </a:lnTo>
                <a:lnTo>
                  <a:pt x="170478" y="42413"/>
                </a:lnTo>
                <a:lnTo>
                  <a:pt x="170489" y="43253"/>
                </a:lnTo>
                <a:lnTo>
                  <a:pt x="170520" y="44076"/>
                </a:lnTo>
                <a:lnTo>
                  <a:pt x="170573" y="44881"/>
                </a:lnTo>
                <a:lnTo>
                  <a:pt x="170647" y="45668"/>
                </a:lnTo>
                <a:lnTo>
                  <a:pt x="170741" y="46438"/>
                </a:lnTo>
                <a:lnTo>
                  <a:pt x="170857" y="47190"/>
                </a:lnTo>
                <a:lnTo>
                  <a:pt x="170994" y="47924"/>
                </a:lnTo>
                <a:lnTo>
                  <a:pt x="171152" y="48641"/>
                </a:lnTo>
                <a:lnTo>
                  <a:pt x="171331" y="49340"/>
                </a:lnTo>
                <a:lnTo>
                  <a:pt x="171530" y="50021"/>
                </a:lnTo>
                <a:lnTo>
                  <a:pt x="171751" y="50684"/>
                </a:lnTo>
                <a:lnTo>
                  <a:pt x="171993" y="51330"/>
                </a:lnTo>
                <a:lnTo>
                  <a:pt x="172256" y="51958"/>
                </a:lnTo>
                <a:lnTo>
                  <a:pt x="172540" y="52569"/>
                </a:lnTo>
                <a:lnTo>
                  <a:pt x="172846" y="53161"/>
                </a:lnTo>
                <a:lnTo>
                  <a:pt x="173172" y="53736"/>
                </a:lnTo>
                <a:lnTo>
                  <a:pt x="173519" y="54294"/>
                </a:lnTo>
                <a:lnTo>
                  <a:pt x="173887" y="54833"/>
                </a:lnTo>
                <a:lnTo>
                  <a:pt x="174276" y="55355"/>
                </a:lnTo>
                <a:lnTo>
                  <a:pt x="174687" y="55859"/>
                </a:lnTo>
                <a:lnTo>
                  <a:pt x="175118" y="56346"/>
                </a:lnTo>
                <a:lnTo>
                  <a:pt x="175570" y="56815"/>
                </a:lnTo>
                <a:lnTo>
                  <a:pt x="176044" y="57266"/>
                </a:lnTo>
                <a:lnTo>
                  <a:pt x="176538" y="57699"/>
                </a:lnTo>
                <a:lnTo>
                  <a:pt x="177055" y="58118"/>
                </a:lnTo>
                <a:lnTo>
                  <a:pt x="177596" y="58526"/>
                </a:lnTo>
                <a:lnTo>
                  <a:pt x="178161" y="58922"/>
                </a:lnTo>
                <a:lnTo>
                  <a:pt x="178749" y="59306"/>
                </a:lnTo>
                <a:lnTo>
                  <a:pt x="179362" y="59679"/>
                </a:lnTo>
                <a:lnTo>
                  <a:pt x="179998" y="60041"/>
                </a:lnTo>
                <a:lnTo>
                  <a:pt x="180659" y="60391"/>
                </a:lnTo>
                <a:lnTo>
                  <a:pt x="181343" y="60729"/>
                </a:lnTo>
                <a:lnTo>
                  <a:pt x="182051" y="61056"/>
                </a:lnTo>
                <a:lnTo>
                  <a:pt x="182783" y="61372"/>
                </a:lnTo>
                <a:lnTo>
                  <a:pt x="183539" y="61676"/>
                </a:lnTo>
                <a:lnTo>
                  <a:pt x="184319" y="61969"/>
                </a:lnTo>
                <a:lnTo>
                  <a:pt x="185123" y="62250"/>
                </a:lnTo>
                <a:lnTo>
                  <a:pt x="185951" y="62519"/>
                </a:lnTo>
                <a:lnTo>
                  <a:pt x="186802" y="62778"/>
                </a:lnTo>
                <a:lnTo>
                  <a:pt x="187678" y="63024"/>
                </a:lnTo>
                <a:lnTo>
                  <a:pt x="188577" y="63260"/>
                </a:lnTo>
                <a:lnTo>
                  <a:pt x="189500" y="63483"/>
                </a:lnTo>
                <a:lnTo>
                  <a:pt x="190447" y="63696"/>
                </a:lnTo>
                <a:lnTo>
                  <a:pt x="191418" y="63896"/>
                </a:lnTo>
                <a:lnTo>
                  <a:pt x="192413" y="64086"/>
                </a:lnTo>
                <a:lnTo>
                  <a:pt x="193432" y="64264"/>
                </a:lnTo>
                <a:lnTo>
                  <a:pt x="194475" y="64430"/>
                </a:lnTo>
                <a:lnTo>
                  <a:pt x="195542" y="64585"/>
                </a:lnTo>
                <a:lnTo>
                  <a:pt x="204905" y="65961"/>
                </a:lnTo>
                <a:lnTo>
                  <a:pt x="205393" y="66022"/>
                </a:lnTo>
                <a:lnTo>
                  <a:pt x="205870" y="66087"/>
                </a:lnTo>
                <a:lnTo>
                  <a:pt x="206337" y="66158"/>
                </a:lnTo>
                <a:lnTo>
                  <a:pt x="206792" y="66235"/>
                </a:lnTo>
                <a:lnTo>
                  <a:pt x="207237" y="66317"/>
                </a:lnTo>
                <a:lnTo>
                  <a:pt x="207672" y="66405"/>
                </a:lnTo>
                <a:lnTo>
                  <a:pt x="208095" y="66498"/>
                </a:lnTo>
                <a:lnTo>
                  <a:pt x="208508" y="66597"/>
                </a:lnTo>
                <a:lnTo>
                  <a:pt x="208910" y="66701"/>
                </a:lnTo>
                <a:lnTo>
                  <a:pt x="209301" y="66810"/>
                </a:lnTo>
                <a:lnTo>
                  <a:pt x="209681" y="66925"/>
                </a:lnTo>
                <a:lnTo>
                  <a:pt x="210051" y="67046"/>
                </a:lnTo>
                <a:lnTo>
                  <a:pt x="210410" y="67172"/>
                </a:lnTo>
                <a:lnTo>
                  <a:pt x="210758" y="67304"/>
                </a:lnTo>
                <a:lnTo>
                  <a:pt x="211096" y="67441"/>
                </a:lnTo>
                <a:lnTo>
                  <a:pt x="211422" y="67583"/>
                </a:lnTo>
                <a:lnTo>
                  <a:pt x="211738" y="67732"/>
                </a:lnTo>
                <a:lnTo>
                  <a:pt x="212043" y="67885"/>
                </a:lnTo>
                <a:lnTo>
                  <a:pt x="212338" y="68044"/>
                </a:lnTo>
                <a:lnTo>
                  <a:pt x="212621" y="68209"/>
                </a:lnTo>
                <a:lnTo>
                  <a:pt x="212894" y="68379"/>
                </a:lnTo>
                <a:lnTo>
                  <a:pt x="213156" y="68554"/>
                </a:lnTo>
                <a:lnTo>
                  <a:pt x="213407" y="68735"/>
                </a:lnTo>
                <a:lnTo>
                  <a:pt x="213648" y="68922"/>
                </a:lnTo>
                <a:lnTo>
                  <a:pt x="213878" y="69114"/>
                </a:lnTo>
                <a:lnTo>
                  <a:pt x="214099" y="69312"/>
                </a:lnTo>
                <a:lnTo>
                  <a:pt x="214310" y="69517"/>
                </a:lnTo>
                <a:lnTo>
                  <a:pt x="214511" y="69727"/>
                </a:lnTo>
                <a:lnTo>
                  <a:pt x="214702" y="69943"/>
                </a:lnTo>
                <a:lnTo>
                  <a:pt x="214883" y="70165"/>
                </a:lnTo>
                <a:lnTo>
                  <a:pt x="215055" y="70394"/>
                </a:lnTo>
                <a:lnTo>
                  <a:pt x="215217" y="70628"/>
                </a:lnTo>
                <a:lnTo>
                  <a:pt x="215369" y="70868"/>
                </a:lnTo>
                <a:lnTo>
                  <a:pt x="215511" y="71114"/>
                </a:lnTo>
                <a:lnTo>
                  <a:pt x="215643" y="71366"/>
                </a:lnTo>
                <a:lnTo>
                  <a:pt x="215766" y="71624"/>
                </a:lnTo>
                <a:lnTo>
                  <a:pt x="215879" y="71888"/>
                </a:lnTo>
                <a:lnTo>
                  <a:pt x="215982" y="72158"/>
                </a:lnTo>
                <a:lnTo>
                  <a:pt x="216075" y="72434"/>
                </a:lnTo>
                <a:lnTo>
                  <a:pt x="216158" y="72716"/>
                </a:lnTo>
                <a:lnTo>
                  <a:pt x="216232" y="73004"/>
                </a:lnTo>
                <a:lnTo>
                  <a:pt x="216295" y="73298"/>
                </a:lnTo>
                <a:lnTo>
                  <a:pt x="216349" y="73598"/>
                </a:lnTo>
                <a:lnTo>
                  <a:pt x="216393" y="73904"/>
                </a:lnTo>
                <a:lnTo>
                  <a:pt x="216428" y="74216"/>
                </a:lnTo>
                <a:lnTo>
                  <a:pt x="216452" y="74534"/>
                </a:lnTo>
                <a:lnTo>
                  <a:pt x="216467" y="74858"/>
                </a:lnTo>
                <a:lnTo>
                  <a:pt x="216472" y="75188"/>
                </a:lnTo>
                <a:lnTo>
                  <a:pt x="216466" y="75540"/>
                </a:lnTo>
                <a:lnTo>
                  <a:pt x="216450" y="75887"/>
                </a:lnTo>
                <a:lnTo>
                  <a:pt x="216422" y="76227"/>
                </a:lnTo>
                <a:lnTo>
                  <a:pt x="216384" y="76561"/>
                </a:lnTo>
                <a:lnTo>
                  <a:pt x="216334" y="76888"/>
                </a:lnTo>
                <a:lnTo>
                  <a:pt x="216274" y="77210"/>
                </a:lnTo>
                <a:lnTo>
                  <a:pt x="216203" y="77525"/>
                </a:lnTo>
                <a:lnTo>
                  <a:pt x="216120" y="77834"/>
                </a:lnTo>
                <a:lnTo>
                  <a:pt x="216027" y="78137"/>
                </a:lnTo>
                <a:lnTo>
                  <a:pt x="215922" y="78434"/>
                </a:lnTo>
                <a:lnTo>
                  <a:pt x="215807" y="78724"/>
                </a:lnTo>
                <a:lnTo>
                  <a:pt x="215680" y="79008"/>
                </a:lnTo>
                <a:lnTo>
                  <a:pt x="215543" y="79286"/>
                </a:lnTo>
                <a:lnTo>
                  <a:pt x="215394" y="79558"/>
                </a:lnTo>
                <a:lnTo>
                  <a:pt x="215235" y="79824"/>
                </a:lnTo>
                <a:lnTo>
                  <a:pt x="215065" y="80083"/>
                </a:lnTo>
                <a:lnTo>
                  <a:pt x="214883" y="80336"/>
                </a:lnTo>
                <a:lnTo>
                  <a:pt x="214691" y="80583"/>
                </a:lnTo>
                <a:lnTo>
                  <a:pt x="214487" y="80824"/>
                </a:lnTo>
                <a:lnTo>
                  <a:pt x="214273" y="81059"/>
                </a:lnTo>
                <a:lnTo>
                  <a:pt x="214048" y="81287"/>
                </a:lnTo>
                <a:lnTo>
                  <a:pt x="213811" y="81509"/>
                </a:lnTo>
                <a:lnTo>
                  <a:pt x="213564" y="81725"/>
                </a:lnTo>
                <a:lnTo>
                  <a:pt x="213305" y="81935"/>
                </a:lnTo>
                <a:lnTo>
                  <a:pt x="213036" y="82137"/>
                </a:lnTo>
                <a:lnTo>
                  <a:pt x="212756" y="82331"/>
                </a:lnTo>
                <a:lnTo>
                  <a:pt x="212464" y="82516"/>
                </a:lnTo>
                <a:lnTo>
                  <a:pt x="212162" y="82692"/>
                </a:lnTo>
                <a:lnTo>
                  <a:pt x="211848" y="82860"/>
                </a:lnTo>
                <a:lnTo>
                  <a:pt x="211524" y="83020"/>
                </a:lnTo>
                <a:lnTo>
                  <a:pt x="211189" y="83170"/>
                </a:lnTo>
                <a:lnTo>
                  <a:pt x="210842" y="83312"/>
                </a:lnTo>
                <a:lnTo>
                  <a:pt x="210485" y="83446"/>
                </a:lnTo>
                <a:lnTo>
                  <a:pt x="210116" y="83571"/>
                </a:lnTo>
                <a:lnTo>
                  <a:pt x="209737" y="83687"/>
                </a:lnTo>
                <a:lnTo>
                  <a:pt x="209347" y="83794"/>
                </a:lnTo>
                <a:lnTo>
                  <a:pt x="208945" y="83893"/>
                </a:lnTo>
                <a:lnTo>
                  <a:pt x="208533" y="83984"/>
                </a:lnTo>
                <a:lnTo>
                  <a:pt x="208109" y="84066"/>
                </a:lnTo>
                <a:lnTo>
                  <a:pt x="207675" y="84139"/>
                </a:lnTo>
                <a:lnTo>
                  <a:pt x="207230" y="84203"/>
                </a:lnTo>
                <a:lnTo>
                  <a:pt x="206773" y="84259"/>
                </a:lnTo>
                <a:lnTo>
                  <a:pt x="206306" y="84307"/>
                </a:lnTo>
                <a:lnTo>
                  <a:pt x="205827" y="84345"/>
                </a:lnTo>
                <a:lnTo>
                  <a:pt x="205338" y="84375"/>
                </a:lnTo>
                <a:lnTo>
                  <a:pt x="204838" y="84397"/>
                </a:lnTo>
                <a:lnTo>
                  <a:pt x="204326" y="84410"/>
                </a:lnTo>
                <a:lnTo>
                  <a:pt x="203804" y="84414"/>
                </a:lnTo>
                <a:lnTo>
                  <a:pt x="197746" y="84414"/>
                </a:lnTo>
                <a:lnTo>
                  <a:pt x="197313" y="84410"/>
                </a:lnTo>
                <a:lnTo>
                  <a:pt x="196887" y="84399"/>
                </a:lnTo>
                <a:lnTo>
                  <a:pt x="196469" y="84380"/>
                </a:lnTo>
                <a:lnTo>
                  <a:pt x="196057" y="84353"/>
                </a:lnTo>
                <a:lnTo>
                  <a:pt x="195652" y="84319"/>
                </a:lnTo>
                <a:lnTo>
                  <a:pt x="195254" y="84277"/>
                </a:lnTo>
                <a:lnTo>
                  <a:pt x="194863" y="84227"/>
                </a:lnTo>
                <a:lnTo>
                  <a:pt x="194478" y="84170"/>
                </a:lnTo>
                <a:lnTo>
                  <a:pt x="194101" y="84105"/>
                </a:lnTo>
                <a:lnTo>
                  <a:pt x="193731" y="84032"/>
                </a:lnTo>
                <a:lnTo>
                  <a:pt x="193368" y="83952"/>
                </a:lnTo>
                <a:lnTo>
                  <a:pt x="193011" y="83864"/>
                </a:lnTo>
                <a:lnTo>
                  <a:pt x="192662" y="83768"/>
                </a:lnTo>
                <a:lnTo>
                  <a:pt x="192319" y="83665"/>
                </a:lnTo>
                <a:lnTo>
                  <a:pt x="191984" y="83554"/>
                </a:lnTo>
                <a:lnTo>
                  <a:pt x="191655" y="83436"/>
                </a:lnTo>
                <a:lnTo>
                  <a:pt x="191333" y="83309"/>
                </a:lnTo>
                <a:lnTo>
                  <a:pt x="191019" y="83176"/>
                </a:lnTo>
                <a:lnTo>
                  <a:pt x="190711" y="83034"/>
                </a:lnTo>
                <a:lnTo>
                  <a:pt x="190410" y="82885"/>
                </a:lnTo>
                <a:lnTo>
                  <a:pt x="190116" y="82728"/>
                </a:lnTo>
                <a:lnTo>
                  <a:pt x="189829" y="82564"/>
                </a:lnTo>
                <a:lnTo>
                  <a:pt x="189549" y="82392"/>
                </a:lnTo>
                <a:lnTo>
                  <a:pt x="189276" y="82212"/>
                </a:lnTo>
                <a:lnTo>
                  <a:pt x="189011" y="82026"/>
                </a:lnTo>
                <a:lnTo>
                  <a:pt x="188757" y="81835"/>
                </a:lnTo>
                <a:lnTo>
                  <a:pt x="188513" y="81640"/>
                </a:lnTo>
                <a:lnTo>
                  <a:pt x="188279" y="81439"/>
                </a:lnTo>
                <a:lnTo>
                  <a:pt x="188056" y="81234"/>
                </a:lnTo>
                <a:lnTo>
                  <a:pt x="187843" y="81024"/>
                </a:lnTo>
                <a:lnTo>
                  <a:pt x="187640" y="80809"/>
                </a:lnTo>
                <a:lnTo>
                  <a:pt x="187448" y="80590"/>
                </a:lnTo>
                <a:lnTo>
                  <a:pt x="187265" y="80365"/>
                </a:lnTo>
                <a:lnTo>
                  <a:pt x="187093" y="80136"/>
                </a:lnTo>
                <a:lnTo>
                  <a:pt x="186932" y="79903"/>
                </a:lnTo>
                <a:lnTo>
                  <a:pt x="186780" y="79664"/>
                </a:lnTo>
                <a:lnTo>
                  <a:pt x="186639" y="79420"/>
                </a:lnTo>
                <a:lnTo>
                  <a:pt x="186508" y="79172"/>
                </a:lnTo>
                <a:lnTo>
                  <a:pt x="186388" y="78919"/>
                </a:lnTo>
                <a:lnTo>
                  <a:pt x="186277" y="78662"/>
                </a:lnTo>
                <a:lnTo>
                  <a:pt x="186177" y="78399"/>
                </a:lnTo>
                <a:lnTo>
                  <a:pt x="186087" y="78132"/>
                </a:lnTo>
                <a:lnTo>
                  <a:pt x="186008" y="77860"/>
                </a:lnTo>
                <a:lnTo>
                  <a:pt x="185939" y="77583"/>
                </a:lnTo>
                <a:lnTo>
                  <a:pt x="185880" y="77301"/>
                </a:lnTo>
                <a:lnTo>
                  <a:pt x="185831" y="77015"/>
                </a:lnTo>
                <a:lnTo>
                  <a:pt x="185793" y="76723"/>
                </a:lnTo>
                <a:lnTo>
                  <a:pt x="185765" y="76427"/>
                </a:lnTo>
                <a:lnTo>
                  <a:pt x="168552" y="76427"/>
                </a:lnTo>
                <a:lnTo>
                  <a:pt x="168580" y="76975"/>
                </a:lnTo>
                <a:lnTo>
                  <a:pt x="168621" y="77517"/>
                </a:lnTo>
                <a:lnTo>
                  <a:pt x="168673" y="78053"/>
                </a:lnTo>
                <a:lnTo>
                  <a:pt x="168737" y="78583"/>
                </a:lnTo>
                <a:lnTo>
                  <a:pt x="168813" y="79106"/>
                </a:lnTo>
                <a:lnTo>
                  <a:pt x="168900" y="79624"/>
                </a:lnTo>
                <a:lnTo>
                  <a:pt x="168999" y="80136"/>
                </a:lnTo>
                <a:lnTo>
                  <a:pt x="169110" y="80642"/>
                </a:lnTo>
                <a:lnTo>
                  <a:pt x="169232" y="81142"/>
                </a:lnTo>
                <a:lnTo>
                  <a:pt x="169366" y="81636"/>
                </a:lnTo>
                <a:lnTo>
                  <a:pt x="169512" y="82124"/>
                </a:lnTo>
                <a:lnTo>
                  <a:pt x="169670" y="82606"/>
                </a:lnTo>
                <a:lnTo>
                  <a:pt x="169839" y="83082"/>
                </a:lnTo>
                <a:lnTo>
                  <a:pt x="170020" y="83552"/>
                </a:lnTo>
                <a:lnTo>
                  <a:pt x="170213" y="84016"/>
                </a:lnTo>
                <a:lnTo>
                  <a:pt x="170417" y="84475"/>
                </a:lnTo>
                <a:lnTo>
                  <a:pt x="170634" y="84927"/>
                </a:lnTo>
                <a:lnTo>
                  <a:pt x="170861" y="85373"/>
                </a:lnTo>
                <a:lnTo>
                  <a:pt x="171101" y="85813"/>
                </a:lnTo>
                <a:lnTo>
                  <a:pt x="171352" y="86248"/>
                </a:lnTo>
                <a:lnTo>
                  <a:pt x="171615" y="86676"/>
                </a:lnTo>
                <a:lnTo>
                  <a:pt x="171890" y="87098"/>
                </a:lnTo>
                <a:lnTo>
                  <a:pt x="172176" y="87515"/>
                </a:lnTo>
                <a:lnTo>
                  <a:pt x="172475" y="87925"/>
                </a:lnTo>
                <a:lnTo>
                  <a:pt x="172784" y="88329"/>
                </a:lnTo>
                <a:lnTo>
                  <a:pt x="173102" y="88725"/>
                </a:lnTo>
                <a:lnTo>
                  <a:pt x="173431" y="89114"/>
                </a:lnTo>
                <a:lnTo>
                  <a:pt x="173770" y="89495"/>
                </a:lnTo>
                <a:lnTo>
                  <a:pt x="174118" y="89869"/>
                </a:lnTo>
                <a:lnTo>
                  <a:pt x="174476" y="90236"/>
                </a:lnTo>
                <a:lnTo>
                  <a:pt x="174844" y="90595"/>
                </a:lnTo>
                <a:lnTo>
                  <a:pt x="175221" y="90947"/>
                </a:lnTo>
                <a:lnTo>
                  <a:pt x="175609" y="91291"/>
                </a:lnTo>
                <a:lnTo>
                  <a:pt x="176006" y="91628"/>
                </a:lnTo>
                <a:lnTo>
                  <a:pt x="176413" y="91957"/>
                </a:lnTo>
                <a:lnTo>
                  <a:pt x="176830" y="92280"/>
                </a:lnTo>
                <a:lnTo>
                  <a:pt x="177256" y="92594"/>
                </a:lnTo>
                <a:lnTo>
                  <a:pt x="177693" y="92902"/>
                </a:lnTo>
                <a:lnTo>
                  <a:pt x="178139" y="93202"/>
                </a:lnTo>
                <a:lnTo>
                  <a:pt x="178595" y="93494"/>
                </a:lnTo>
                <a:lnTo>
                  <a:pt x="179061" y="93779"/>
                </a:lnTo>
                <a:lnTo>
                  <a:pt x="179537" y="94057"/>
                </a:lnTo>
                <a:lnTo>
                  <a:pt x="180022" y="94327"/>
                </a:lnTo>
                <a:lnTo>
                  <a:pt x="180517" y="94590"/>
                </a:lnTo>
                <a:lnTo>
                  <a:pt x="181022" y="94845"/>
                </a:lnTo>
                <a:lnTo>
                  <a:pt x="181537" y="95094"/>
                </a:lnTo>
                <a:lnTo>
                  <a:pt x="182062" y="95334"/>
                </a:lnTo>
                <a:lnTo>
                  <a:pt x="182596" y="95567"/>
                </a:lnTo>
                <a:lnTo>
                  <a:pt x="183139" y="95792"/>
                </a:lnTo>
                <a:lnTo>
                  <a:pt x="183690" y="96007"/>
                </a:lnTo>
                <a:lnTo>
                  <a:pt x="184249" y="96213"/>
                </a:lnTo>
                <a:lnTo>
                  <a:pt x="184815" y="96409"/>
                </a:lnTo>
                <a:lnTo>
                  <a:pt x="185389" y="96596"/>
                </a:lnTo>
                <a:lnTo>
                  <a:pt x="185971" y="96773"/>
                </a:lnTo>
                <a:lnTo>
                  <a:pt x="186560" y="96940"/>
                </a:lnTo>
                <a:lnTo>
                  <a:pt x="187157" y="97098"/>
                </a:lnTo>
                <a:lnTo>
                  <a:pt x="187761" y="97246"/>
                </a:lnTo>
                <a:lnTo>
                  <a:pt x="188373" y="97385"/>
                </a:lnTo>
                <a:lnTo>
                  <a:pt x="188993" y="97514"/>
                </a:lnTo>
                <a:lnTo>
                  <a:pt x="189620" y="97633"/>
                </a:lnTo>
                <a:lnTo>
                  <a:pt x="190256" y="97743"/>
                </a:lnTo>
                <a:lnTo>
                  <a:pt x="190898" y="97844"/>
                </a:lnTo>
                <a:lnTo>
                  <a:pt x="191549" y="97935"/>
                </a:lnTo>
                <a:lnTo>
                  <a:pt x="192207" y="98016"/>
                </a:lnTo>
                <a:lnTo>
                  <a:pt x="192872" y="98088"/>
                </a:lnTo>
                <a:lnTo>
                  <a:pt x="193546" y="98150"/>
                </a:lnTo>
                <a:lnTo>
                  <a:pt x="194226" y="98203"/>
                </a:lnTo>
                <a:lnTo>
                  <a:pt x="194915" y="98246"/>
                </a:lnTo>
                <a:lnTo>
                  <a:pt x="195611" y="98279"/>
                </a:lnTo>
                <a:lnTo>
                  <a:pt x="196315" y="98303"/>
                </a:lnTo>
                <a:lnTo>
                  <a:pt x="197027" y="98317"/>
                </a:lnTo>
                <a:lnTo>
                  <a:pt x="197746" y="98322"/>
                </a:lnTo>
                <a:lnTo>
                  <a:pt x="203804" y="98322"/>
                </a:lnTo>
                <a:lnTo>
                  <a:pt x="205008" y="98312"/>
                </a:lnTo>
                <a:lnTo>
                  <a:pt x="206187" y="98280"/>
                </a:lnTo>
                <a:lnTo>
                  <a:pt x="207342" y="98226"/>
                </a:lnTo>
                <a:close/>
                <a:moveTo>
                  <a:pt x="121123" y="98367"/>
                </a:moveTo>
                <a:lnTo>
                  <a:pt x="122089" y="98296"/>
                </a:lnTo>
                <a:lnTo>
                  <a:pt x="123042" y="98205"/>
                </a:lnTo>
                <a:lnTo>
                  <a:pt x="123982" y="98093"/>
                </a:lnTo>
                <a:lnTo>
                  <a:pt x="124910" y="97961"/>
                </a:lnTo>
                <a:lnTo>
                  <a:pt x="125825" y="97809"/>
                </a:lnTo>
                <a:lnTo>
                  <a:pt x="126727" y="97636"/>
                </a:lnTo>
                <a:lnTo>
                  <a:pt x="127616" y="97443"/>
                </a:lnTo>
                <a:lnTo>
                  <a:pt x="128493" y="97229"/>
                </a:lnTo>
                <a:lnTo>
                  <a:pt x="129357" y="96996"/>
                </a:lnTo>
                <a:lnTo>
                  <a:pt x="130209" y="96742"/>
                </a:lnTo>
                <a:lnTo>
                  <a:pt x="131048" y="96467"/>
                </a:lnTo>
                <a:lnTo>
                  <a:pt x="131874" y="96173"/>
                </a:lnTo>
                <a:lnTo>
                  <a:pt x="132687" y="95858"/>
                </a:lnTo>
                <a:lnTo>
                  <a:pt x="133488" y="95523"/>
                </a:lnTo>
                <a:lnTo>
                  <a:pt x="134276" y="95167"/>
                </a:lnTo>
                <a:lnTo>
                  <a:pt x="135051" y="94791"/>
                </a:lnTo>
                <a:lnTo>
                  <a:pt x="135814" y="94395"/>
                </a:lnTo>
                <a:lnTo>
                  <a:pt x="136564" y="93978"/>
                </a:lnTo>
                <a:lnTo>
                  <a:pt x="137302" y="93542"/>
                </a:lnTo>
                <a:lnTo>
                  <a:pt x="138026" y="93084"/>
                </a:lnTo>
                <a:lnTo>
                  <a:pt x="138738" y="92607"/>
                </a:lnTo>
                <a:lnTo>
                  <a:pt x="139433" y="92112"/>
                </a:lnTo>
                <a:lnTo>
                  <a:pt x="140104" y="91604"/>
                </a:lnTo>
                <a:lnTo>
                  <a:pt x="140753" y="91083"/>
                </a:lnTo>
                <a:lnTo>
                  <a:pt x="141379" y="90547"/>
                </a:lnTo>
                <a:lnTo>
                  <a:pt x="141983" y="89998"/>
                </a:lnTo>
                <a:lnTo>
                  <a:pt x="142563" y="89436"/>
                </a:lnTo>
                <a:lnTo>
                  <a:pt x="143122" y="88859"/>
                </a:lnTo>
                <a:lnTo>
                  <a:pt x="143657" y="88269"/>
                </a:lnTo>
                <a:lnTo>
                  <a:pt x="144170" y="87666"/>
                </a:lnTo>
                <a:lnTo>
                  <a:pt x="144660" y="87049"/>
                </a:lnTo>
                <a:lnTo>
                  <a:pt x="145127" y="86418"/>
                </a:lnTo>
                <a:lnTo>
                  <a:pt x="145571" y="85774"/>
                </a:lnTo>
                <a:lnTo>
                  <a:pt x="145993" y="85116"/>
                </a:lnTo>
                <a:lnTo>
                  <a:pt x="146392" y="84444"/>
                </a:lnTo>
                <a:lnTo>
                  <a:pt x="146769" y="83759"/>
                </a:lnTo>
                <a:lnTo>
                  <a:pt x="147123" y="83060"/>
                </a:lnTo>
                <a:lnTo>
                  <a:pt x="147454" y="82347"/>
                </a:lnTo>
                <a:lnTo>
                  <a:pt x="147762" y="81621"/>
                </a:lnTo>
                <a:lnTo>
                  <a:pt x="148048" y="80881"/>
                </a:lnTo>
                <a:lnTo>
                  <a:pt x="148310" y="80128"/>
                </a:lnTo>
                <a:lnTo>
                  <a:pt x="148551" y="79361"/>
                </a:lnTo>
                <a:lnTo>
                  <a:pt x="148768" y="78580"/>
                </a:lnTo>
                <a:lnTo>
                  <a:pt x="148963" y="77786"/>
                </a:lnTo>
                <a:lnTo>
                  <a:pt x="149135" y="76978"/>
                </a:lnTo>
                <a:lnTo>
                  <a:pt x="132197" y="76978"/>
                </a:lnTo>
                <a:lnTo>
                  <a:pt x="132112" y="77296"/>
                </a:lnTo>
                <a:lnTo>
                  <a:pt x="132018" y="77608"/>
                </a:lnTo>
                <a:lnTo>
                  <a:pt x="131915" y="77913"/>
                </a:lnTo>
                <a:lnTo>
                  <a:pt x="131803" y="78212"/>
                </a:lnTo>
                <a:lnTo>
                  <a:pt x="131682" y="78504"/>
                </a:lnTo>
                <a:lnTo>
                  <a:pt x="131551" y="78790"/>
                </a:lnTo>
                <a:lnTo>
                  <a:pt x="131412" y="79069"/>
                </a:lnTo>
                <a:lnTo>
                  <a:pt x="131264" y="79342"/>
                </a:lnTo>
                <a:lnTo>
                  <a:pt x="131106" y="79608"/>
                </a:lnTo>
                <a:lnTo>
                  <a:pt x="130939" y="79868"/>
                </a:lnTo>
                <a:lnTo>
                  <a:pt x="130764" y="80122"/>
                </a:lnTo>
                <a:lnTo>
                  <a:pt x="130579" y="80369"/>
                </a:lnTo>
                <a:lnTo>
                  <a:pt x="130385" y="80609"/>
                </a:lnTo>
                <a:lnTo>
                  <a:pt x="130182" y="80844"/>
                </a:lnTo>
                <a:lnTo>
                  <a:pt x="129970" y="81071"/>
                </a:lnTo>
                <a:lnTo>
                  <a:pt x="129749" y="81293"/>
                </a:lnTo>
                <a:lnTo>
                  <a:pt x="129518" y="81507"/>
                </a:lnTo>
                <a:lnTo>
                  <a:pt x="129279" y="81716"/>
                </a:lnTo>
                <a:lnTo>
                  <a:pt x="129031" y="81917"/>
                </a:lnTo>
                <a:lnTo>
                  <a:pt x="128773" y="82113"/>
                </a:lnTo>
                <a:lnTo>
                  <a:pt x="128506" y="82302"/>
                </a:lnTo>
                <a:lnTo>
                  <a:pt x="128231" y="82484"/>
                </a:lnTo>
                <a:lnTo>
                  <a:pt x="127946" y="82660"/>
                </a:lnTo>
                <a:lnTo>
                  <a:pt x="127652" y="82830"/>
                </a:lnTo>
                <a:lnTo>
                  <a:pt x="127350" y="82993"/>
                </a:lnTo>
                <a:lnTo>
                  <a:pt x="127040" y="83149"/>
                </a:lnTo>
                <a:lnTo>
                  <a:pt x="126723" y="83298"/>
                </a:lnTo>
                <a:lnTo>
                  <a:pt x="126398" y="83440"/>
                </a:lnTo>
                <a:lnTo>
                  <a:pt x="126065" y="83575"/>
                </a:lnTo>
                <a:lnTo>
                  <a:pt x="125724" y="83703"/>
                </a:lnTo>
                <a:lnTo>
                  <a:pt x="125376" y="83825"/>
                </a:lnTo>
                <a:lnTo>
                  <a:pt x="125021" y="83939"/>
                </a:lnTo>
                <a:lnTo>
                  <a:pt x="124657" y="84046"/>
                </a:lnTo>
                <a:lnTo>
                  <a:pt x="124286" y="84147"/>
                </a:lnTo>
                <a:lnTo>
                  <a:pt x="123908" y="84240"/>
                </a:lnTo>
                <a:lnTo>
                  <a:pt x="123521" y="84327"/>
                </a:lnTo>
                <a:lnTo>
                  <a:pt x="123127" y="84407"/>
                </a:lnTo>
                <a:lnTo>
                  <a:pt x="122726" y="84479"/>
                </a:lnTo>
                <a:lnTo>
                  <a:pt x="122316" y="84545"/>
                </a:lnTo>
                <a:lnTo>
                  <a:pt x="121900" y="84604"/>
                </a:lnTo>
                <a:lnTo>
                  <a:pt x="121475" y="84656"/>
                </a:lnTo>
                <a:lnTo>
                  <a:pt x="121043" y="84701"/>
                </a:lnTo>
                <a:lnTo>
                  <a:pt x="120603" y="84739"/>
                </a:lnTo>
                <a:lnTo>
                  <a:pt x="120156" y="84771"/>
                </a:lnTo>
                <a:lnTo>
                  <a:pt x="119700" y="84795"/>
                </a:lnTo>
                <a:lnTo>
                  <a:pt x="119238" y="84812"/>
                </a:lnTo>
                <a:lnTo>
                  <a:pt x="118767" y="84823"/>
                </a:lnTo>
                <a:lnTo>
                  <a:pt x="118289" y="84826"/>
                </a:lnTo>
                <a:lnTo>
                  <a:pt x="117664" y="84819"/>
                </a:lnTo>
                <a:lnTo>
                  <a:pt x="117053" y="84798"/>
                </a:lnTo>
                <a:lnTo>
                  <a:pt x="116454" y="84763"/>
                </a:lnTo>
                <a:lnTo>
                  <a:pt x="115868" y="84713"/>
                </a:lnTo>
                <a:lnTo>
                  <a:pt x="115294" y="84650"/>
                </a:lnTo>
                <a:lnTo>
                  <a:pt x="114734" y="84572"/>
                </a:lnTo>
                <a:lnTo>
                  <a:pt x="114187" y="84481"/>
                </a:lnTo>
                <a:lnTo>
                  <a:pt x="113653" y="84375"/>
                </a:lnTo>
                <a:lnTo>
                  <a:pt x="113131" y="84255"/>
                </a:lnTo>
                <a:lnTo>
                  <a:pt x="112622" y="84121"/>
                </a:lnTo>
                <a:lnTo>
                  <a:pt x="112127" y="83973"/>
                </a:lnTo>
                <a:lnTo>
                  <a:pt x="111644" y="83811"/>
                </a:lnTo>
                <a:lnTo>
                  <a:pt x="111174" y="83634"/>
                </a:lnTo>
                <a:lnTo>
                  <a:pt x="110717" y="83444"/>
                </a:lnTo>
                <a:lnTo>
                  <a:pt x="110273" y="83239"/>
                </a:lnTo>
                <a:lnTo>
                  <a:pt x="109842" y="83021"/>
                </a:lnTo>
                <a:lnTo>
                  <a:pt x="109424" y="82788"/>
                </a:lnTo>
                <a:lnTo>
                  <a:pt x="109019" y="82541"/>
                </a:lnTo>
                <a:lnTo>
                  <a:pt x="108627" y="82280"/>
                </a:lnTo>
                <a:lnTo>
                  <a:pt x="108247" y="82005"/>
                </a:lnTo>
                <a:lnTo>
                  <a:pt x="107881" y="81716"/>
                </a:lnTo>
                <a:lnTo>
                  <a:pt x="107527" y="81413"/>
                </a:lnTo>
                <a:lnTo>
                  <a:pt x="107186" y="81096"/>
                </a:lnTo>
                <a:lnTo>
                  <a:pt x="106859" y="80764"/>
                </a:lnTo>
                <a:lnTo>
                  <a:pt x="106544" y="80419"/>
                </a:lnTo>
                <a:lnTo>
                  <a:pt x="106243" y="80060"/>
                </a:lnTo>
                <a:lnTo>
                  <a:pt x="105955" y="79688"/>
                </a:lnTo>
                <a:lnTo>
                  <a:pt x="105680" y="79301"/>
                </a:lnTo>
                <a:lnTo>
                  <a:pt x="105419" y="78902"/>
                </a:lnTo>
                <a:lnTo>
                  <a:pt x="105172" y="78488"/>
                </a:lnTo>
                <a:lnTo>
                  <a:pt x="104937" y="78061"/>
                </a:lnTo>
                <a:lnTo>
                  <a:pt x="104717" y="77621"/>
                </a:lnTo>
                <a:lnTo>
                  <a:pt x="104509" y="77166"/>
                </a:lnTo>
                <a:lnTo>
                  <a:pt x="104315" y="76698"/>
                </a:lnTo>
                <a:lnTo>
                  <a:pt x="104134" y="76217"/>
                </a:lnTo>
                <a:lnTo>
                  <a:pt x="103967" y="75721"/>
                </a:lnTo>
                <a:lnTo>
                  <a:pt x="103813" y="75213"/>
                </a:lnTo>
                <a:lnTo>
                  <a:pt x="103672" y="74690"/>
                </a:lnTo>
                <a:lnTo>
                  <a:pt x="103545" y="74154"/>
                </a:lnTo>
                <a:lnTo>
                  <a:pt x="103431" y="73604"/>
                </a:lnTo>
                <a:lnTo>
                  <a:pt x="103331" y="73041"/>
                </a:lnTo>
                <a:lnTo>
                  <a:pt x="103244" y="72464"/>
                </a:lnTo>
                <a:lnTo>
                  <a:pt x="103170" y="71873"/>
                </a:lnTo>
                <a:lnTo>
                  <a:pt x="103110" y="71269"/>
                </a:lnTo>
                <a:lnTo>
                  <a:pt x="103063" y="70651"/>
                </a:lnTo>
                <a:lnTo>
                  <a:pt x="103030" y="70020"/>
                </a:lnTo>
                <a:lnTo>
                  <a:pt x="103010" y="69375"/>
                </a:lnTo>
                <a:lnTo>
                  <a:pt x="103003" y="68716"/>
                </a:lnTo>
                <a:lnTo>
                  <a:pt x="103003" y="63345"/>
                </a:lnTo>
                <a:lnTo>
                  <a:pt x="149686" y="63345"/>
                </a:lnTo>
                <a:lnTo>
                  <a:pt x="149686" y="49713"/>
                </a:lnTo>
                <a:lnTo>
                  <a:pt x="149679" y="48971"/>
                </a:lnTo>
                <a:lnTo>
                  <a:pt x="149658" y="48237"/>
                </a:lnTo>
                <a:lnTo>
                  <a:pt x="149624" y="47510"/>
                </a:lnTo>
                <a:lnTo>
                  <a:pt x="149577" y="46792"/>
                </a:lnTo>
                <a:lnTo>
                  <a:pt x="149515" y="46082"/>
                </a:lnTo>
                <a:lnTo>
                  <a:pt x="149440" y="45379"/>
                </a:lnTo>
                <a:lnTo>
                  <a:pt x="149352" y="44685"/>
                </a:lnTo>
                <a:lnTo>
                  <a:pt x="149249" y="43998"/>
                </a:lnTo>
                <a:lnTo>
                  <a:pt x="149134" y="43319"/>
                </a:lnTo>
                <a:lnTo>
                  <a:pt x="149004" y="42648"/>
                </a:lnTo>
                <a:lnTo>
                  <a:pt x="148861" y="41985"/>
                </a:lnTo>
                <a:lnTo>
                  <a:pt x="148704" y="41330"/>
                </a:lnTo>
                <a:lnTo>
                  <a:pt x="148534" y="40683"/>
                </a:lnTo>
                <a:lnTo>
                  <a:pt x="148350" y="40043"/>
                </a:lnTo>
                <a:lnTo>
                  <a:pt x="148152" y="39412"/>
                </a:lnTo>
                <a:lnTo>
                  <a:pt x="147941" y="38788"/>
                </a:lnTo>
                <a:lnTo>
                  <a:pt x="147716" y="38173"/>
                </a:lnTo>
                <a:lnTo>
                  <a:pt x="147478" y="37565"/>
                </a:lnTo>
                <a:lnTo>
                  <a:pt x="147226" y="36965"/>
                </a:lnTo>
                <a:lnTo>
                  <a:pt x="146960" y="36373"/>
                </a:lnTo>
                <a:lnTo>
                  <a:pt x="146680" y="35789"/>
                </a:lnTo>
                <a:lnTo>
                  <a:pt x="146387" y="35213"/>
                </a:lnTo>
                <a:lnTo>
                  <a:pt x="146081" y="34644"/>
                </a:lnTo>
                <a:lnTo>
                  <a:pt x="145760" y="34084"/>
                </a:lnTo>
                <a:lnTo>
                  <a:pt x="145428" y="33532"/>
                </a:lnTo>
                <a:lnTo>
                  <a:pt x="145085" y="32991"/>
                </a:lnTo>
                <a:lnTo>
                  <a:pt x="144730" y="32460"/>
                </a:lnTo>
                <a:lnTo>
                  <a:pt x="144365" y="31940"/>
                </a:lnTo>
                <a:lnTo>
                  <a:pt x="143988" y="31429"/>
                </a:lnTo>
                <a:lnTo>
                  <a:pt x="143601" y="30929"/>
                </a:lnTo>
                <a:lnTo>
                  <a:pt x="143202" y="30439"/>
                </a:lnTo>
                <a:lnTo>
                  <a:pt x="142793" y="29960"/>
                </a:lnTo>
                <a:lnTo>
                  <a:pt x="142372" y="29491"/>
                </a:lnTo>
                <a:lnTo>
                  <a:pt x="141941" y="29032"/>
                </a:lnTo>
                <a:lnTo>
                  <a:pt x="141498" y="28583"/>
                </a:lnTo>
                <a:lnTo>
                  <a:pt x="141045" y="28145"/>
                </a:lnTo>
                <a:lnTo>
                  <a:pt x="140580" y="27717"/>
                </a:lnTo>
                <a:lnTo>
                  <a:pt x="140105" y="27299"/>
                </a:lnTo>
                <a:lnTo>
                  <a:pt x="139618" y="26891"/>
                </a:lnTo>
                <a:lnTo>
                  <a:pt x="139121" y="26494"/>
                </a:lnTo>
                <a:lnTo>
                  <a:pt x="138612" y="26107"/>
                </a:lnTo>
                <a:lnTo>
                  <a:pt x="138092" y="25731"/>
                </a:lnTo>
                <a:lnTo>
                  <a:pt x="137562" y="25364"/>
                </a:lnTo>
                <a:lnTo>
                  <a:pt x="137020" y="25008"/>
                </a:lnTo>
                <a:lnTo>
                  <a:pt x="136468" y="24663"/>
                </a:lnTo>
                <a:lnTo>
                  <a:pt x="135904" y="24327"/>
                </a:lnTo>
                <a:lnTo>
                  <a:pt x="135329" y="24002"/>
                </a:lnTo>
                <a:lnTo>
                  <a:pt x="134744" y="23687"/>
                </a:lnTo>
                <a:lnTo>
                  <a:pt x="134149" y="23384"/>
                </a:lnTo>
                <a:lnTo>
                  <a:pt x="133545" y="23093"/>
                </a:lnTo>
                <a:lnTo>
                  <a:pt x="132933" y="22815"/>
                </a:lnTo>
                <a:lnTo>
                  <a:pt x="132313" y="22551"/>
                </a:lnTo>
                <a:lnTo>
                  <a:pt x="131684" y="22299"/>
                </a:lnTo>
                <a:lnTo>
                  <a:pt x="131047" y="22060"/>
                </a:lnTo>
                <a:lnTo>
                  <a:pt x="130402" y="21834"/>
                </a:lnTo>
                <a:lnTo>
                  <a:pt x="129748" y="21621"/>
                </a:lnTo>
                <a:lnTo>
                  <a:pt x="129086" y="21421"/>
                </a:lnTo>
                <a:lnTo>
                  <a:pt x="128416" y="21233"/>
                </a:lnTo>
                <a:lnTo>
                  <a:pt x="127737" y="21059"/>
                </a:lnTo>
                <a:lnTo>
                  <a:pt x="127050" y="20898"/>
                </a:lnTo>
                <a:lnTo>
                  <a:pt x="126354" y="20749"/>
                </a:lnTo>
                <a:lnTo>
                  <a:pt x="125650" y="20614"/>
                </a:lnTo>
                <a:lnTo>
                  <a:pt x="124938" y="20491"/>
                </a:lnTo>
                <a:lnTo>
                  <a:pt x="124217" y="20381"/>
                </a:lnTo>
                <a:lnTo>
                  <a:pt x="123488" y="20284"/>
                </a:lnTo>
                <a:lnTo>
                  <a:pt x="122751" y="20200"/>
                </a:lnTo>
                <a:lnTo>
                  <a:pt x="122005" y="20129"/>
                </a:lnTo>
                <a:lnTo>
                  <a:pt x="121251" y="20071"/>
                </a:lnTo>
                <a:lnTo>
                  <a:pt x="120488" y="20026"/>
                </a:lnTo>
                <a:lnTo>
                  <a:pt x="119717" y="19994"/>
                </a:lnTo>
                <a:lnTo>
                  <a:pt x="118938" y="19974"/>
                </a:lnTo>
                <a:lnTo>
                  <a:pt x="118151" y="19968"/>
                </a:lnTo>
                <a:lnTo>
                  <a:pt x="117352" y="19974"/>
                </a:lnTo>
                <a:lnTo>
                  <a:pt x="116561" y="19994"/>
                </a:lnTo>
                <a:lnTo>
                  <a:pt x="115780" y="20026"/>
                </a:lnTo>
                <a:lnTo>
                  <a:pt x="115007" y="20071"/>
                </a:lnTo>
                <a:lnTo>
                  <a:pt x="114242" y="20129"/>
                </a:lnTo>
                <a:lnTo>
                  <a:pt x="113486" y="20200"/>
                </a:lnTo>
                <a:lnTo>
                  <a:pt x="112739" y="20284"/>
                </a:lnTo>
                <a:lnTo>
                  <a:pt x="112000" y="20381"/>
                </a:lnTo>
                <a:lnTo>
                  <a:pt x="111270" y="20491"/>
                </a:lnTo>
                <a:lnTo>
                  <a:pt x="110549" y="20614"/>
                </a:lnTo>
                <a:lnTo>
                  <a:pt x="109836" y="20749"/>
                </a:lnTo>
                <a:lnTo>
                  <a:pt x="109132" y="20898"/>
                </a:lnTo>
                <a:lnTo>
                  <a:pt x="108436" y="21059"/>
                </a:lnTo>
                <a:lnTo>
                  <a:pt x="107749" y="21233"/>
                </a:lnTo>
                <a:lnTo>
                  <a:pt x="107070" y="21421"/>
                </a:lnTo>
                <a:lnTo>
                  <a:pt x="106401" y="21621"/>
                </a:lnTo>
                <a:lnTo>
                  <a:pt x="105739" y="21834"/>
                </a:lnTo>
                <a:lnTo>
                  <a:pt x="105087" y="22060"/>
                </a:lnTo>
                <a:lnTo>
                  <a:pt x="104443" y="22299"/>
                </a:lnTo>
                <a:lnTo>
                  <a:pt x="103807" y="22551"/>
                </a:lnTo>
                <a:lnTo>
                  <a:pt x="103180" y="22815"/>
                </a:lnTo>
                <a:lnTo>
                  <a:pt x="102562" y="23093"/>
                </a:lnTo>
                <a:lnTo>
                  <a:pt x="101952" y="23384"/>
                </a:lnTo>
                <a:lnTo>
                  <a:pt x="101351" y="23687"/>
                </a:lnTo>
                <a:lnTo>
                  <a:pt x="100760" y="24002"/>
                </a:lnTo>
                <a:lnTo>
                  <a:pt x="100180" y="24327"/>
                </a:lnTo>
                <a:lnTo>
                  <a:pt x="99612" y="24663"/>
                </a:lnTo>
                <a:lnTo>
                  <a:pt x="99054" y="25008"/>
                </a:lnTo>
                <a:lnTo>
                  <a:pt x="98508" y="25364"/>
                </a:lnTo>
                <a:lnTo>
                  <a:pt x="97973" y="25731"/>
                </a:lnTo>
                <a:lnTo>
                  <a:pt x="97449" y="26107"/>
                </a:lnTo>
                <a:lnTo>
                  <a:pt x="96937" y="26494"/>
                </a:lnTo>
                <a:lnTo>
                  <a:pt x="96436" y="26891"/>
                </a:lnTo>
                <a:lnTo>
                  <a:pt x="95946" y="27299"/>
                </a:lnTo>
                <a:lnTo>
                  <a:pt x="95467" y="27717"/>
                </a:lnTo>
                <a:lnTo>
                  <a:pt x="94999" y="28145"/>
                </a:lnTo>
                <a:lnTo>
                  <a:pt x="94543" y="28583"/>
                </a:lnTo>
                <a:lnTo>
                  <a:pt x="94098" y="29032"/>
                </a:lnTo>
                <a:lnTo>
                  <a:pt x="93664" y="29491"/>
                </a:lnTo>
                <a:lnTo>
                  <a:pt x="93242" y="29960"/>
                </a:lnTo>
                <a:lnTo>
                  <a:pt x="92830" y="30439"/>
                </a:lnTo>
                <a:lnTo>
                  <a:pt x="92430" y="30929"/>
                </a:lnTo>
                <a:lnTo>
                  <a:pt x="92041" y="31429"/>
                </a:lnTo>
                <a:lnTo>
                  <a:pt x="91664" y="31940"/>
                </a:lnTo>
                <a:lnTo>
                  <a:pt x="91297" y="32460"/>
                </a:lnTo>
                <a:lnTo>
                  <a:pt x="90942" y="32991"/>
                </a:lnTo>
                <a:lnTo>
                  <a:pt x="90598" y="33532"/>
                </a:lnTo>
                <a:lnTo>
                  <a:pt x="90265" y="34084"/>
                </a:lnTo>
                <a:lnTo>
                  <a:pt x="89945" y="34644"/>
                </a:lnTo>
                <a:lnTo>
                  <a:pt x="89639" y="35213"/>
                </a:lnTo>
                <a:lnTo>
                  <a:pt x="89346" y="35789"/>
                </a:lnTo>
                <a:lnTo>
                  <a:pt x="89067" y="36373"/>
                </a:lnTo>
                <a:lnTo>
                  <a:pt x="88801" y="36965"/>
                </a:lnTo>
                <a:lnTo>
                  <a:pt x="88549" y="37565"/>
                </a:lnTo>
                <a:lnTo>
                  <a:pt x="88311" y="38173"/>
                </a:lnTo>
                <a:lnTo>
                  <a:pt x="88086" y="38788"/>
                </a:lnTo>
                <a:lnTo>
                  <a:pt x="87875" y="39412"/>
                </a:lnTo>
                <a:lnTo>
                  <a:pt x="87677" y="40043"/>
                </a:lnTo>
                <a:lnTo>
                  <a:pt x="87493" y="40683"/>
                </a:lnTo>
                <a:lnTo>
                  <a:pt x="87323" y="41330"/>
                </a:lnTo>
                <a:lnTo>
                  <a:pt x="87166" y="41985"/>
                </a:lnTo>
                <a:lnTo>
                  <a:pt x="87023" y="42648"/>
                </a:lnTo>
                <a:lnTo>
                  <a:pt x="86894" y="43319"/>
                </a:lnTo>
                <a:lnTo>
                  <a:pt x="86778" y="43998"/>
                </a:lnTo>
                <a:lnTo>
                  <a:pt x="86676" y="44685"/>
                </a:lnTo>
                <a:lnTo>
                  <a:pt x="86588" y="45379"/>
                </a:lnTo>
                <a:lnTo>
                  <a:pt x="86513" y="46082"/>
                </a:lnTo>
                <a:lnTo>
                  <a:pt x="86451" y="46792"/>
                </a:lnTo>
                <a:lnTo>
                  <a:pt x="86404" y="47510"/>
                </a:lnTo>
                <a:lnTo>
                  <a:pt x="86370" y="48237"/>
                </a:lnTo>
                <a:lnTo>
                  <a:pt x="86349" y="48971"/>
                </a:lnTo>
                <a:lnTo>
                  <a:pt x="86342" y="49713"/>
                </a:lnTo>
                <a:lnTo>
                  <a:pt x="86342" y="68716"/>
                </a:lnTo>
                <a:lnTo>
                  <a:pt x="86349" y="69458"/>
                </a:lnTo>
                <a:lnTo>
                  <a:pt x="86370" y="70192"/>
                </a:lnTo>
                <a:lnTo>
                  <a:pt x="86404" y="70918"/>
                </a:lnTo>
                <a:lnTo>
                  <a:pt x="86451" y="71636"/>
                </a:lnTo>
                <a:lnTo>
                  <a:pt x="86513" y="72346"/>
                </a:lnTo>
                <a:lnTo>
                  <a:pt x="86588" y="73049"/>
                </a:lnTo>
                <a:lnTo>
                  <a:pt x="86676" y="73743"/>
                </a:lnTo>
                <a:lnTo>
                  <a:pt x="86778" y="74430"/>
                </a:lnTo>
                <a:lnTo>
                  <a:pt x="86894" y="75109"/>
                </a:lnTo>
                <a:lnTo>
                  <a:pt x="87023" y="75780"/>
                </a:lnTo>
                <a:lnTo>
                  <a:pt x="87166" y="76443"/>
                </a:lnTo>
                <a:lnTo>
                  <a:pt x="87323" y="77098"/>
                </a:lnTo>
                <a:lnTo>
                  <a:pt x="87493" y="77745"/>
                </a:lnTo>
                <a:lnTo>
                  <a:pt x="87677" y="78384"/>
                </a:lnTo>
                <a:lnTo>
                  <a:pt x="87875" y="79016"/>
                </a:lnTo>
                <a:lnTo>
                  <a:pt x="88086" y="79640"/>
                </a:lnTo>
                <a:lnTo>
                  <a:pt x="88311" y="80255"/>
                </a:lnTo>
                <a:lnTo>
                  <a:pt x="88549" y="80863"/>
                </a:lnTo>
                <a:lnTo>
                  <a:pt x="88801" y="81463"/>
                </a:lnTo>
                <a:lnTo>
                  <a:pt x="89067" y="82055"/>
                </a:lnTo>
                <a:lnTo>
                  <a:pt x="89346" y="82639"/>
                </a:lnTo>
                <a:lnTo>
                  <a:pt x="89639" y="83216"/>
                </a:lnTo>
                <a:lnTo>
                  <a:pt x="89945" y="83784"/>
                </a:lnTo>
                <a:lnTo>
                  <a:pt x="90265" y="84345"/>
                </a:lnTo>
                <a:lnTo>
                  <a:pt x="90598" y="84896"/>
                </a:lnTo>
                <a:lnTo>
                  <a:pt x="90942" y="85437"/>
                </a:lnTo>
                <a:lnTo>
                  <a:pt x="91297" y="85968"/>
                </a:lnTo>
                <a:lnTo>
                  <a:pt x="91664" y="86489"/>
                </a:lnTo>
                <a:lnTo>
                  <a:pt x="92041" y="86999"/>
                </a:lnTo>
                <a:lnTo>
                  <a:pt x="92430" y="87499"/>
                </a:lnTo>
                <a:lnTo>
                  <a:pt x="92830" y="87988"/>
                </a:lnTo>
                <a:lnTo>
                  <a:pt x="93242" y="88468"/>
                </a:lnTo>
                <a:lnTo>
                  <a:pt x="93664" y="88937"/>
                </a:lnTo>
                <a:lnTo>
                  <a:pt x="94098" y="89396"/>
                </a:lnTo>
                <a:lnTo>
                  <a:pt x="94543" y="89845"/>
                </a:lnTo>
                <a:lnTo>
                  <a:pt x="94999" y="90283"/>
                </a:lnTo>
                <a:lnTo>
                  <a:pt x="95467" y="90711"/>
                </a:lnTo>
                <a:lnTo>
                  <a:pt x="95946" y="91129"/>
                </a:lnTo>
                <a:lnTo>
                  <a:pt x="96436" y="91536"/>
                </a:lnTo>
                <a:lnTo>
                  <a:pt x="96937" y="91934"/>
                </a:lnTo>
                <a:lnTo>
                  <a:pt x="97449" y="92320"/>
                </a:lnTo>
                <a:lnTo>
                  <a:pt x="97973" y="92697"/>
                </a:lnTo>
                <a:lnTo>
                  <a:pt x="98508" y="93064"/>
                </a:lnTo>
                <a:lnTo>
                  <a:pt x="99054" y="93420"/>
                </a:lnTo>
                <a:lnTo>
                  <a:pt x="99612" y="93766"/>
                </a:lnTo>
                <a:lnTo>
                  <a:pt x="100180" y="94101"/>
                </a:lnTo>
                <a:lnTo>
                  <a:pt x="100760" y="94427"/>
                </a:lnTo>
                <a:lnTo>
                  <a:pt x="101351" y="94742"/>
                </a:lnTo>
                <a:lnTo>
                  <a:pt x="101952" y="95045"/>
                </a:lnTo>
                <a:lnTo>
                  <a:pt x="102562" y="95335"/>
                </a:lnTo>
                <a:lnTo>
                  <a:pt x="103180" y="95613"/>
                </a:lnTo>
                <a:lnTo>
                  <a:pt x="103807" y="95877"/>
                </a:lnTo>
                <a:lnTo>
                  <a:pt x="104443" y="96129"/>
                </a:lnTo>
                <a:lnTo>
                  <a:pt x="105087" y="96368"/>
                </a:lnTo>
                <a:lnTo>
                  <a:pt x="105739" y="96594"/>
                </a:lnTo>
                <a:lnTo>
                  <a:pt x="106401" y="96807"/>
                </a:lnTo>
                <a:lnTo>
                  <a:pt x="107070" y="97007"/>
                </a:lnTo>
                <a:lnTo>
                  <a:pt x="107749" y="97194"/>
                </a:lnTo>
                <a:lnTo>
                  <a:pt x="108436" y="97368"/>
                </a:lnTo>
                <a:lnTo>
                  <a:pt x="109132" y="97529"/>
                </a:lnTo>
                <a:lnTo>
                  <a:pt x="109836" y="97678"/>
                </a:lnTo>
                <a:lnTo>
                  <a:pt x="110549" y="97813"/>
                </a:lnTo>
                <a:lnTo>
                  <a:pt x="111270" y="97936"/>
                </a:lnTo>
                <a:lnTo>
                  <a:pt x="112000" y="98046"/>
                </a:lnTo>
                <a:lnTo>
                  <a:pt x="112739" y="98143"/>
                </a:lnTo>
                <a:lnTo>
                  <a:pt x="113486" y="98226"/>
                </a:lnTo>
                <a:lnTo>
                  <a:pt x="114242" y="98297"/>
                </a:lnTo>
                <a:lnTo>
                  <a:pt x="115007" y="98355"/>
                </a:lnTo>
                <a:lnTo>
                  <a:pt x="115780" y="98401"/>
                </a:lnTo>
                <a:lnTo>
                  <a:pt x="116561" y="98433"/>
                </a:lnTo>
                <a:lnTo>
                  <a:pt x="117352" y="98452"/>
                </a:lnTo>
                <a:lnTo>
                  <a:pt x="118151" y="98459"/>
                </a:lnTo>
                <a:lnTo>
                  <a:pt x="119154" y="98449"/>
                </a:lnTo>
                <a:lnTo>
                  <a:pt x="120145" y="98418"/>
                </a:lnTo>
                <a:lnTo>
                  <a:pt x="121123" y="98367"/>
                </a:lnTo>
                <a:close/>
                <a:moveTo>
                  <a:pt x="103003" y="49713"/>
                </a:moveTo>
                <a:lnTo>
                  <a:pt x="103010" y="49065"/>
                </a:lnTo>
                <a:lnTo>
                  <a:pt x="103030" y="48429"/>
                </a:lnTo>
                <a:lnTo>
                  <a:pt x="103063" y="47806"/>
                </a:lnTo>
                <a:lnTo>
                  <a:pt x="103110" y="47195"/>
                </a:lnTo>
                <a:lnTo>
                  <a:pt x="103170" y="46597"/>
                </a:lnTo>
                <a:lnTo>
                  <a:pt x="103244" y="46011"/>
                </a:lnTo>
                <a:lnTo>
                  <a:pt x="103331" y="45438"/>
                </a:lnTo>
                <a:lnTo>
                  <a:pt x="103431" y="44877"/>
                </a:lnTo>
                <a:lnTo>
                  <a:pt x="103545" y="44329"/>
                </a:lnTo>
                <a:lnTo>
                  <a:pt x="103672" y="43793"/>
                </a:lnTo>
                <a:lnTo>
                  <a:pt x="103813" y="43269"/>
                </a:lnTo>
                <a:lnTo>
                  <a:pt x="103967" y="42758"/>
                </a:lnTo>
                <a:lnTo>
                  <a:pt x="104134" y="42259"/>
                </a:lnTo>
                <a:lnTo>
                  <a:pt x="104315" y="41773"/>
                </a:lnTo>
                <a:lnTo>
                  <a:pt x="104509" y="41299"/>
                </a:lnTo>
                <a:lnTo>
                  <a:pt x="104717" y="40838"/>
                </a:lnTo>
                <a:lnTo>
                  <a:pt x="104937" y="40389"/>
                </a:lnTo>
                <a:lnTo>
                  <a:pt x="105172" y="39953"/>
                </a:lnTo>
                <a:lnTo>
                  <a:pt x="105419" y="39529"/>
                </a:lnTo>
                <a:lnTo>
                  <a:pt x="105680" y="39117"/>
                </a:lnTo>
                <a:lnTo>
                  <a:pt x="105955" y="38718"/>
                </a:lnTo>
                <a:lnTo>
                  <a:pt x="106243" y="38331"/>
                </a:lnTo>
                <a:lnTo>
                  <a:pt x="106544" y="37957"/>
                </a:lnTo>
                <a:lnTo>
                  <a:pt x="106859" y="37595"/>
                </a:lnTo>
                <a:lnTo>
                  <a:pt x="107186" y="37247"/>
                </a:lnTo>
                <a:lnTo>
                  <a:pt x="107526" y="36913"/>
                </a:lnTo>
                <a:lnTo>
                  <a:pt x="107878" y="36594"/>
                </a:lnTo>
                <a:lnTo>
                  <a:pt x="108243" y="36290"/>
                </a:lnTo>
                <a:lnTo>
                  <a:pt x="108621" y="36001"/>
                </a:lnTo>
                <a:lnTo>
                  <a:pt x="109010" y="35727"/>
                </a:lnTo>
                <a:lnTo>
                  <a:pt x="109412" y="35468"/>
                </a:lnTo>
                <a:lnTo>
                  <a:pt x="109827" y="35223"/>
                </a:lnTo>
                <a:lnTo>
                  <a:pt x="110254" y="34993"/>
                </a:lnTo>
                <a:lnTo>
                  <a:pt x="110693" y="34778"/>
                </a:lnTo>
                <a:lnTo>
                  <a:pt x="111145" y="34578"/>
                </a:lnTo>
                <a:lnTo>
                  <a:pt x="111609" y="34393"/>
                </a:lnTo>
                <a:lnTo>
                  <a:pt x="112086" y="34222"/>
                </a:lnTo>
                <a:lnTo>
                  <a:pt x="112575" y="34067"/>
                </a:lnTo>
                <a:lnTo>
                  <a:pt x="113077" y="33926"/>
                </a:lnTo>
                <a:lnTo>
                  <a:pt x="113591" y="33800"/>
                </a:lnTo>
                <a:lnTo>
                  <a:pt x="114117" y="33688"/>
                </a:lnTo>
                <a:lnTo>
                  <a:pt x="114656" y="33592"/>
                </a:lnTo>
                <a:lnTo>
                  <a:pt x="115208" y="33511"/>
                </a:lnTo>
                <a:lnTo>
                  <a:pt x="115771" y="33444"/>
                </a:lnTo>
                <a:lnTo>
                  <a:pt x="116347" y="33392"/>
                </a:lnTo>
                <a:lnTo>
                  <a:pt x="116936" y="33355"/>
                </a:lnTo>
                <a:lnTo>
                  <a:pt x="117537" y="33333"/>
                </a:lnTo>
                <a:lnTo>
                  <a:pt x="118151" y="33325"/>
                </a:lnTo>
                <a:lnTo>
                  <a:pt x="118764" y="33333"/>
                </a:lnTo>
                <a:lnTo>
                  <a:pt x="119364" y="33354"/>
                </a:lnTo>
                <a:lnTo>
                  <a:pt x="119951" y="33391"/>
                </a:lnTo>
                <a:lnTo>
                  <a:pt x="120526" y="33442"/>
                </a:lnTo>
                <a:lnTo>
                  <a:pt x="121088" y="33508"/>
                </a:lnTo>
                <a:lnTo>
                  <a:pt x="121636" y="33588"/>
                </a:lnTo>
                <a:lnTo>
                  <a:pt x="122172" y="33683"/>
                </a:lnTo>
                <a:lnTo>
                  <a:pt x="122695" y="33792"/>
                </a:lnTo>
                <a:lnTo>
                  <a:pt x="123205" y="33916"/>
                </a:lnTo>
                <a:lnTo>
                  <a:pt x="123702" y="34054"/>
                </a:lnTo>
                <a:lnTo>
                  <a:pt x="124186" y="34208"/>
                </a:lnTo>
                <a:lnTo>
                  <a:pt x="124657" y="34375"/>
                </a:lnTo>
                <a:lnTo>
                  <a:pt x="125115" y="34558"/>
                </a:lnTo>
                <a:lnTo>
                  <a:pt x="125561" y="34755"/>
                </a:lnTo>
                <a:lnTo>
                  <a:pt x="125993" y="34966"/>
                </a:lnTo>
                <a:lnTo>
                  <a:pt x="126413" y="35192"/>
                </a:lnTo>
                <a:lnTo>
                  <a:pt x="126819" y="35433"/>
                </a:lnTo>
                <a:lnTo>
                  <a:pt x="127213" y="35688"/>
                </a:lnTo>
                <a:lnTo>
                  <a:pt x="127594" y="35958"/>
                </a:lnTo>
                <a:lnTo>
                  <a:pt x="127961" y="36242"/>
                </a:lnTo>
                <a:lnTo>
                  <a:pt x="128316" y="36541"/>
                </a:lnTo>
                <a:lnTo>
                  <a:pt x="128658" y="36855"/>
                </a:lnTo>
                <a:lnTo>
                  <a:pt x="128988" y="37183"/>
                </a:lnTo>
                <a:lnTo>
                  <a:pt x="129304" y="37526"/>
                </a:lnTo>
                <a:lnTo>
                  <a:pt x="129607" y="37882"/>
                </a:lnTo>
                <a:lnTo>
                  <a:pt x="129898" y="38251"/>
                </a:lnTo>
                <a:lnTo>
                  <a:pt x="130175" y="38633"/>
                </a:lnTo>
                <a:lnTo>
                  <a:pt x="130440" y="39027"/>
                </a:lnTo>
                <a:lnTo>
                  <a:pt x="130692" y="39434"/>
                </a:lnTo>
                <a:lnTo>
                  <a:pt x="130931" y="39854"/>
                </a:lnTo>
                <a:lnTo>
                  <a:pt x="131157" y="40286"/>
                </a:lnTo>
                <a:lnTo>
                  <a:pt x="131370" y="40731"/>
                </a:lnTo>
                <a:lnTo>
                  <a:pt x="131570" y="41189"/>
                </a:lnTo>
                <a:lnTo>
                  <a:pt x="131757" y="41659"/>
                </a:lnTo>
                <a:lnTo>
                  <a:pt x="131932" y="42142"/>
                </a:lnTo>
                <a:lnTo>
                  <a:pt x="132093" y="42638"/>
                </a:lnTo>
                <a:lnTo>
                  <a:pt x="132242" y="43146"/>
                </a:lnTo>
                <a:lnTo>
                  <a:pt x="132377" y="43667"/>
                </a:lnTo>
                <a:lnTo>
                  <a:pt x="132500" y="44201"/>
                </a:lnTo>
                <a:lnTo>
                  <a:pt x="132610" y="44747"/>
                </a:lnTo>
                <a:lnTo>
                  <a:pt x="132707" y="45306"/>
                </a:lnTo>
                <a:lnTo>
                  <a:pt x="132790" y="45878"/>
                </a:lnTo>
                <a:lnTo>
                  <a:pt x="132862" y="46462"/>
                </a:lnTo>
                <a:lnTo>
                  <a:pt x="132920" y="47059"/>
                </a:lnTo>
                <a:lnTo>
                  <a:pt x="132965" y="47669"/>
                </a:lnTo>
                <a:lnTo>
                  <a:pt x="132997" y="48291"/>
                </a:lnTo>
                <a:lnTo>
                  <a:pt x="133016" y="48926"/>
                </a:lnTo>
                <a:lnTo>
                  <a:pt x="133023" y="49574"/>
                </a:lnTo>
                <a:lnTo>
                  <a:pt x="133023" y="52340"/>
                </a:lnTo>
                <a:lnTo>
                  <a:pt x="103003" y="52604"/>
                </a:lnTo>
                <a:lnTo>
                  <a:pt x="103003" y="49713"/>
                </a:lnTo>
                <a:close/>
                <a:moveTo>
                  <a:pt x="417797" y="21344"/>
                </a:moveTo>
                <a:lnTo>
                  <a:pt x="417797" y="121868"/>
                </a:lnTo>
                <a:lnTo>
                  <a:pt x="435010" y="121868"/>
                </a:lnTo>
                <a:lnTo>
                  <a:pt x="435010" y="100663"/>
                </a:lnTo>
                <a:lnTo>
                  <a:pt x="434460" y="82624"/>
                </a:lnTo>
                <a:lnTo>
                  <a:pt x="434886" y="82624"/>
                </a:lnTo>
                <a:lnTo>
                  <a:pt x="434943" y="82997"/>
                </a:lnTo>
                <a:lnTo>
                  <a:pt x="435067" y="83678"/>
                </a:lnTo>
                <a:lnTo>
                  <a:pt x="435210" y="84344"/>
                </a:lnTo>
                <a:lnTo>
                  <a:pt x="435373" y="84997"/>
                </a:lnTo>
                <a:lnTo>
                  <a:pt x="435555" y="85637"/>
                </a:lnTo>
                <a:lnTo>
                  <a:pt x="435755" y="86263"/>
                </a:lnTo>
                <a:lnTo>
                  <a:pt x="435975" y="86875"/>
                </a:lnTo>
                <a:lnTo>
                  <a:pt x="436214" y="87473"/>
                </a:lnTo>
                <a:lnTo>
                  <a:pt x="436472" y="88058"/>
                </a:lnTo>
                <a:lnTo>
                  <a:pt x="436750" y="88629"/>
                </a:lnTo>
                <a:lnTo>
                  <a:pt x="437046" y="89187"/>
                </a:lnTo>
                <a:lnTo>
                  <a:pt x="437362" y="89731"/>
                </a:lnTo>
                <a:lnTo>
                  <a:pt x="437696" y="90261"/>
                </a:lnTo>
                <a:lnTo>
                  <a:pt x="438050" y="90778"/>
                </a:lnTo>
                <a:lnTo>
                  <a:pt x="438423" y="91281"/>
                </a:lnTo>
                <a:lnTo>
                  <a:pt x="438815" y="91771"/>
                </a:lnTo>
                <a:lnTo>
                  <a:pt x="439226" y="92247"/>
                </a:lnTo>
                <a:lnTo>
                  <a:pt x="439656" y="92709"/>
                </a:lnTo>
                <a:lnTo>
                  <a:pt x="440106" y="93157"/>
                </a:lnTo>
                <a:lnTo>
                  <a:pt x="440572" y="93590"/>
                </a:lnTo>
                <a:lnTo>
                  <a:pt x="441051" y="94004"/>
                </a:lnTo>
                <a:lnTo>
                  <a:pt x="441543" y="94400"/>
                </a:lnTo>
                <a:lnTo>
                  <a:pt x="442049" y="94777"/>
                </a:lnTo>
                <a:lnTo>
                  <a:pt x="442569" y="95136"/>
                </a:lnTo>
                <a:lnTo>
                  <a:pt x="443101" y="95477"/>
                </a:lnTo>
                <a:lnTo>
                  <a:pt x="443647" y="95799"/>
                </a:lnTo>
                <a:lnTo>
                  <a:pt x="444207" y="96103"/>
                </a:lnTo>
                <a:lnTo>
                  <a:pt x="444780" y="96388"/>
                </a:lnTo>
                <a:lnTo>
                  <a:pt x="445366" y="96655"/>
                </a:lnTo>
                <a:lnTo>
                  <a:pt x="445966" y="96903"/>
                </a:lnTo>
                <a:lnTo>
                  <a:pt x="446579" y="97133"/>
                </a:lnTo>
                <a:lnTo>
                  <a:pt x="447205" y="97345"/>
                </a:lnTo>
                <a:lnTo>
                  <a:pt x="447845" y="97538"/>
                </a:lnTo>
                <a:lnTo>
                  <a:pt x="448498" y="97713"/>
                </a:lnTo>
                <a:lnTo>
                  <a:pt x="449164" y="97870"/>
                </a:lnTo>
                <a:lnTo>
                  <a:pt x="449844" y="98008"/>
                </a:lnTo>
                <a:lnTo>
                  <a:pt x="450537" y="98127"/>
                </a:lnTo>
                <a:lnTo>
                  <a:pt x="451244" y="98229"/>
                </a:lnTo>
                <a:lnTo>
                  <a:pt x="451964" y="98311"/>
                </a:lnTo>
                <a:lnTo>
                  <a:pt x="452698" y="98376"/>
                </a:lnTo>
                <a:lnTo>
                  <a:pt x="453444" y="98422"/>
                </a:lnTo>
                <a:lnTo>
                  <a:pt x="454205" y="98450"/>
                </a:lnTo>
                <a:lnTo>
                  <a:pt x="454978" y="98459"/>
                </a:lnTo>
                <a:lnTo>
                  <a:pt x="455617" y="98453"/>
                </a:lnTo>
                <a:lnTo>
                  <a:pt x="456249" y="98434"/>
                </a:lnTo>
                <a:lnTo>
                  <a:pt x="456874" y="98403"/>
                </a:lnTo>
                <a:lnTo>
                  <a:pt x="457491" y="98359"/>
                </a:lnTo>
                <a:lnTo>
                  <a:pt x="458102" y="98303"/>
                </a:lnTo>
                <a:lnTo>
                  <a:pt x="458705" y="98235"/>
                </a:lnTo>
                <a:lnTo>
                  <a:pt x="459301" y="98154"/>
                </a:lnTo>
                <a:lnTo>
                  <a:pt x="459890" y="98061"/>
                </a:lnTo>
                <a:lnTo>
                  <a:pt x="460471" y="97955"/>
                </a:lnTo>
                <a:lnTo>
                  <a:pt x="461046" y="97837"/>
                </a:lnTo>
                <a:lnTo>
                  <a:pt x="461613" y="97707"/>
                </a:lnTo>
                <a:lnTo>
                  <a:pt x="462173" y="97564"/>
                </a:lnTo>
                <a:lnTo>
                  <a:pt x="462726" y="97408"/>
                </a:lnTo>
                <a:lnTo>
                  <a:pt x="463272" y="97240"/>
                </a:lnTo>
                <a:lnTo>
                  <a:pt x="463811" y="97060"/>
                </a:lnTo>
                <a:lnTo>
                  <a:pt x="464342" y="96867"/>
                </a:lnTo>
                <a:lnTo>
                  <a:pt x="464866" y="96662"/>
                </a:lnTo>
                <a:lnTo>
                  <a:pt x="465383" y="96445"/>
                </a:lnTo>
                <a:lnTo>
                  <a:pt x="465893" y="96215"/>
                </a:lnTo>
                <a:lnTo>
                  <a:pt x="466396" y="95972"/>
                </a:lnTo>
                <a:lnTo>
                  <a:pt x="466892" y="95717"/>
                </a:lnTo>
                <a:lnTo>
                  <a:pt x="467380" y="95450"/>
                </a:lnTo>
                <a:lnTo>
                  <a:pt x="467861" y="95170"/>
                </a:lnTo>
                <a:lnTo>
                  <a:pt x="468336" y="94878"/>
                </a:lnTo>
                <a:lnTo>
                  <a:pt x="468802" y="94575"/>
                </a:lnTo>
                <a:lnTo>
                  <a:pt x="469259" y="94261"/>
                </a:lnTo>
                <a:lnTo>
                  <a:pt x="469707" y="93937"/>
                </a:lnTo>
                <a:lnTo>
                  <a:pt x="470147" y="93603"/>
                </a:lnTo>
                <a:lnTo>
                  <a:pt x="470577" y="93258"/>
                </a:lnTo>
                <a:lnTo>
                  <a:pt x="470999" y="92903"/>
                </a:lnTo>
                <a:lnTo>
                  <a:pt x="471412" y="92538"/>
                </a:lnTo>
                <a:lnTo>
                  <a:pt x="471816" y="92163"/>
                </a:lnTo>
                <a:lnTo>
                  <a:pt x="472212" y="91777"/>
                </a:lnTo>
                <a:lnTo>
                  <a:pt x="472598" y="91381"/>
                </a:lnTo>
                <a:lnTo>
                  <a:pt x="472976" y="90975"/>
                </a:lnTo>
                <a:lnTo>
                  <a:pt x="473344" y="90558"/>
                </a:lnTo>
                <a:lnTo>
                  <a:pt x="473704" y="90131"/>
                </a:lnTo>
                <a:lnTo>
                  <a:pt x="474055" y="89694"/>
                </a:lnTo>
                <a:lnTo>
                  <a:pt x="474397" y="89247"/>
                </a:lnTo>
                <a:lnTo>
                  <a:pt x="474731" y="88789"/>
                </a:lnTo>
                <a:lnTo>
                  <a:pt x="475055" y="88322"/>
                </a:lnTo>
                <a:lnTo>
                  <a:pt x="475371" y="87843"/>
                </a:lnTo>
                <a:lnTo>
                  <a:pt x="475678" y="87355"/>
                </a:lnTo>
                <a:lnTo>
                  <a:pt x="475976" y="86856"/>
                </a:lnTo>
                <a:lnTo>
                  <a:pt x="476265" y="86347"/>
                </a:lnTo>
                <a:lnTo>
                  <a:pt x="476545" y="85828"/>
                </a:lnTo>
                <a:lnTo>
                  <a:pt x="476816" y="85299"/>
                </a:lnTo>
                <a:lnTo>
                  <a:pt x="477079" y="84759"/>
                </a:lnTo>
                <a:lnTo>
                  <a:pt x="477332" y="84210"/>
                </a:lnTo>
                <a:lnTo>
                  <a:pt x="477574" y="83653"/>
                </a:lnTo>
                <a:lnTo>
                  <a:pt x="477805" y="83088"/>
                </a:lnTo>
                <a:lnTo>
                  <a:pt x="478026" y="82515"/>
                </a:lnTo>
                <a:lnTo>
                  <a:pt x="478236" y="81935"/>
                </a:lnTo>
                <a:lnTo>
                  <a:pt x="478435" y="81346"/>
                </a:lnTo>
                <a:lnTo>
                  <a:pt x="478623" y="80750"/>
                </a:lnTo>
                <a:lnTo>
                  <a:pt x="478801" y="80145"/>
                </a:lnTo>
                <a:lnTo>
                  <a:pt x="478967" y="79533"/>
                </a:lnTo>
                <a:lnTo>
                  <a:pt x="479123" y="78913"/>
                </a:lnTo>
                <a:lnTo>
                  <a:pt x="479269" y="78285"/>
                </a:lnTo>
                <a:lnTo>
                  <a:pt x="479403" y="77649"/>
                </a:lnTo>
                <a:lnTo>
                  <a:pt x="479527" y="77006"/>
                </a:lnTo>
                <a:lnTo>
                  <a:pt x="479640" y="76354"/>
                </a:lnTo>
                <a:lnTo>
                  <a:pt x="479742" y="75694"/>
                </a:lnTo>
                <a:lnTo>
                  <a:pt x="479834" y="75027"/>
                </a:lnTo>
                <a:lnTo>
                  <a:pt x="479914" y="74352"/>
                </a:lnTo>
                <a:lnTo>
                  <a:pt x="479984" y="73668"/>
                </a:lnTo>
                <a:lnTo>
                  <a:pt x="480043" y="72977"/>
                </a:lnTo>
                <a:lnTo>
                  <a:pt x="480092" y="72278"/>
                </a:lnTo>
                <a:lnTo>
                  <a:pt x="480130" y="71571"/>
                </a:lnTo>
                <a:lnTo>
                  <a:pt x="480156" y="70856"/>
                </a:lnTo>
                <a:lnTo>
                  <a:pt x="480173" y="70134"/>
                </a:lnTo>
                <a:lnTo>
                  <a:pt x="480178" y="69403"/>
                </a:lnTo>
                <a:lnTo>
                  <a:pt x="480178" y="48885"/>
                </a:lnTo>
                <a:lnTo>
                  <a:pt x="480166" y="47793"/>
                </a:lnTo>
                <a:lnTo>
                  <a:pt x="480130" y="46719"/>
                </a:lnTo>
                <a:lnTo>
                  <a:pt x="480070" y="45664"/>
                </a:lnTo>
                <a:lnTo>
                  <a:pt x="479987" y="44628"/>
                </a:lnTo>
                <a:lnTo>
                  <a:pt x="479879" y="43610"/>
                </a:lnTo>
                <a:lnTo>
                  <a:pt x="479748" y="42611"/>
                </a:lnTo>
                <a:lnTo>
                  <a:pt x="479592" y="41631"/>
                </a:lnTo>
                <a:lnTo>
                  <a:pt x="479413" y="40669"/>
                </a:lnTo>
                <a:lnTo>
                  <a:pt x="479210" y="39726"/>
                </a:lnTo>
                <a:lnTo>
                  <a:pt x="478983" y="38802"/>
                </a:lnTo>
                <a:lnTo>
                  <a:pt x="478732" y="37896"/>
                </a:lnTo>
                <a:lnTo>
                  <a:pt x="478457" y="37009"/>
                </a:lnTo>
                <a:lnTo>
                  <a:pt x="478158" y="36140"/>
                </a:lnTo>
                <a:lnTo>
                  <a:pt x="477835" y="35290"/>
                </a:lnTo>
                <a:lnTo>
                  <a:pt x="477488" y="34459"/>
                </a:lnTo>
                <a:lnTo>
                  <a:pt x="477118" y="33647"/>
                </a:lnTo>
                <a:lnTo>
                  <a:pt x="476723" y="32853"/>
                </a:lnTo>
                <a:lnTo>
                  <a:pt x="476305" y="32078"/>
                </a:lnTo>
                <a:lnTo>
                  <a:pt x="475862" y="31321"/>
                </a:lnTo>
                <a:lnTo>
                  <a:pt x="475396" y="30583"/>
                </a:lnTo>
                <a:lnTo>
                  <a:pt x="474906" y="29864"/>
                </a:lnTo>
                <a:lnTo>
                  <a:pt x="474392" y="29163"/>
                </a:lnTo>
                <a:lnTo>
                  <a:pt x="473854" y="28481"/>
                </a:lnTo>
                <a:lnTo>
                  <a:pt x="473292" y="27818"/>
                </a:lnTo>
                <a:lnTo>
                  <a:pt x="472711" y="27177"/>
                </a:lnTo>
                <a:lnTo>
                  <a:pt x="472113" y="26564"/>
                </a:lnTo>
                <a:lnTo>
                  <a:pt x="471500" y="25978"/>
                </a:lnTo>
                <a:lnTo>
                  <a:pt x="470871" y="25419"/>
                </a:lnTo>
                <a:lnTo>
                  <a:pt x="470226" y="24888"/>
                </a:lnTo>
                <a:lnTo>
                  <a:pt x="469566" y="24384"/>
                </a:lnTo>
                <a:lnTo>
                  <a:pt x="468889" y="23907"/>
                </a:lnTo>
                <a:lnTo>
                  <a:pt x="468197" y="23457"/>
                </a:lnTo>
                <a:lnTo>
                  <a:pt x="467489" y="23034"/>
                </a:lnTo>
                <a:lnTo>
                  <a:pt x="466766" y="22639"/>
                </a:lnTo>
                <a:lnTo>
                  <a:pt x="466026" y="22271"/>
                </a:lnTo>
                <a:lnTo>
                  <a:pt x="465271" y="21930"/>
                </a:lnTo>
                <a:lnTo>
                  <a:pt x="464500" y="21617"/>
                </a:lnTo>
                <a:lnTo>
                  <a:pt x="463713" y="21331"/>
                </a:lnTo>
                <a:lnTo>
                  <a:pt x="462911" y="21072"/>
                </a:lnTo>
                <a:lnTo>
                  <a:pt x="462092" y="20840"/>
                </a:lnTo>
                <a:lnTo>
                  <a:pt x="461258" y="20636"/>
                </a:lnTo>
                <a:lnTo>
                  <a:pt x="460408" y="20458"/>
                </a:lnTo>
                <a:lnTo>
                  <a:pt x="459543" y="20309"/>
                </a:lnTo>
                <a:lnTo>
                  <a:pt x="458661" y="20186"/>
                </a:lnTo>
                <a:lnTo>
                  <a:pt x="457764" y="20091"/>
                </a:lnTo>
                <a:lnTo>
                  <a:pt x="456851" y="20022"/>
                </a:lnTo>
                <a:lnTo>
                  <a:pt x="455923" y="19981"/>
                </a:lnTo>
                <a:lnTo>
                  <a:pt x="454978" y="19968"/>
                </a:lnTo>
                <a:lnTo>
                  <a:pt x="454205" y="19977"/>
                </a:lnTo>
                <a:lnTo>
                  <a:pt x="453444" y="20005"/>
                </a:lnTo>
                <a:lnTo>
                  <a:pt x="452698" y="20051"/>
                </a:lnTo>
                <a:lnTo>
                  <a:pt x="451964" y="20115"/>
                </a:lnTo>
                <a:lnTo>
                  <a:pt x="451244" y="20198"/>
                </a:lnTo>
                <a:lnTo>
                  <a:pt x="450537" y="20299"/>
                </a:lnTo>
                <a:lnTo>
                  <a:pt x="449844" y="20419"/>
                </a:lnTo>
                <a:lnTo>
                  <a:pt x="449164" y="20557"/>
                </a:lnTo>
                <a:lnTo>
                  <a:pt x="448498" y="20713"/>
                </a:lnTo>
                <a:lnTo>
                  <a:pt x="447845" y="20888"/>
                </a:lnTo>
                <a:lnTo>
                  <a:pt x="447205" y="21082"/>
                </a:lnTo>
                <a:lnTo>
                  <a:pt x="446579" y="21293"/>
                </a:lnTo>
                <a:lnTo>
                  <a:pt x="445966" y="21523"/>
                </a:lnTo>
                <a:lnTo>
                  <a:pt x="445366" y="21772"/>
                </a:lnTo>
                <a:lnTo>
                  <a:pt x="444780" y="22039"/>
                </a:lnTo>
                <a:lnTo>
                  <a:pt x="444207" y="22324"/>
                </a:lnTo>
                <a:lnTo>
                  <a:pt x="443647" y="22628"/>
                </a:lnTo>
                <a:lnTo>
                  <a:pt x="443101" y="22950"/>
                </a:lnTo>
                <a:lnTo>
                  <a:pt x="442569" y="23290"/>
                </a:lnTo>
                <a:lnTo>
                  <a:pt x="442049" y="23649"/>
                </a:lnTo>
                <a:lnTo>
                  <a:pt x="441543" y="24027"/>
                </a:lnTo>
                <a:lnTo>
                  <a:pt x="441051" y="24422"/>
                </a:lnTo>
                <a:lnTo>
                  <a:pt x="440572" y="24837"/>
                </a:lnTo>
                <a:lnTo>
                  <a:pt x="440106" y="25269"/>
                </a:lnTo>
                <a:lnTo>
                  <a:pt x="439656" y="25718"/>
                </a:lnTo>
                <a:lnTo>
                  <a:pt x="439226" y="26180"/>
                </a:lnTo>
                <a:lnTo>
                  <a:pt x="438815" y="26656"/>
                </a:lnTo>
                <a:lnTo>
                  <a:pt x="438423" y="27145"/>
                </a:lnTo>
                <a:lnTo>
                  <a:pt x="438050" y="27648"/>
                </a:lnTo>
                <a:lnTo>
                  <a:pt x="437696" y="28165"/>
                </a:lnTo>
                <a:lnTo>
                  <a:pt x="437362" y="28696"/>
                </a:lnTo>
                <a:lnTo>
                  <a:pt x="437046" y="29240"/>
                </a:lnTo>
                <a:lnTo>
                  <a:pt x="436750" y="29797"/>
                </a:lnTo>
                <a:lnTo>
                  <a:pt x="436472" y="30368"/>
                </a:lnTo>
                <a:lnTo>
                  <a:pt x="436214" y="30953"/>
                </a:lnTo>
                <a:lnTo>
                  <a:pt x="435975" y="31552"/>
                </a:lnTo>
                <a:lnTo>
                  <a:pt x="435755" y="32164"/>
                </a:lnTo>
                <a:lnTo>
                  <a:pt x="435555" y="32790"/>
                </a:lnTo>
                <a:lnTo>
                  <a:pt x="435373" y="33429"/>
                </a:lnTo>
                <a:lnTo>
                  <a:pt x="435210" y="34082"/>
                </a:lnTo>
                <a:lnTo>
                  <a:pt x="435067" y="34749"/>
                </a:lnTo>
                <a:lnTo>
                  <a:pt x="434943" y="35429"/>
                </a:lnTo>
                <a:lnTo>
                  <a:pt x="434886" y="35803"/>
                </a:lnTo>
                <a:lnTo>
                  <a:pt x="434598" y="35803"/>
                </a:lnTo>
                <a:lnTo>
                  <a:pt x="434598" y="21344"/>
                </a:lnTo>
                <a:lnTo>
                  <a:pt x="417797" y="21344"/>
                </a:lnTo>
                <a:close/>
                <a:moveTo>
                  <a:pt x="447343" y="83525"/>
                </a:moveTo>
                <a:lnTo>
                  <a:pt x="446837" y="83477"/>
                </a:lnTo>
                <a:lnTo>
                  <a:pt x="446341" y="83416"/>
                </a:lnTo>
                <a:lnTo>
                  <a:pt x="445854" y="83341"/>
                </a:lnTo>
                <a:lnTo>
                  <a:pt x="445377" y="83253"/>
                </a:lnTo>
                <a:lnTo>
                  <a:pt x="444910" y="83150"/>
                </a:lnTo>
                <a:lnTo>
                  <a:pt x="444452" y="83035"/>
                </a:lnTo>
                <a:lnTo>
                  <a:pt x="444003" y="82905"/>
                </a:lnTo>
                <a:lnTo>
                  <a:pt x="443564" y="82762"/>
                </a:lnTo>
                <a:lnTo>
                  <a:pt x="443135" y="82606"/>
                </a:lnTo>
                <a:lnTo>
                  <a:pt x="442715" y="82435"/>
                </a:lnTo>
                <a:lnTo>
                  <a:pt x="442305" y="82251"/>
                </a:lnTo>
                <a:lnTo>
                  <a:pt x="441904" y="82054"/>
                </a:lnTo>
                <a:lnTo>
                  <a:pt x="441513" y="81843"/>
                </a:lnTo>
                <a:lnTo>
                  <a:pt x="441131" y="81618"/>
                </a:lnTo>
                <a:lnTo>
                  <a:pt x="440759" y="81380"/>
                </a:lnTo>
                <a:lnTo>
                  <a:pt x="440396" y="81128"/>
                </a:lnTo>
                <a:lnTo>
                  <a:pt x="440044" y="80862"/>
                </a:lnTo>
                <a:lnTo>
                  <a:pt x="439700" y="80583"/>
                </a:lnTo>
                <a:lnTo>
                  <a:pt x="439366" y="80290"/>
                </a:lnTo>
                <a:lnTo>
                  <a:pt x="439042" y="79983"/>
                </a:lnTo>
                <a:lnTo>
                  <a:pt x="438727" y="79663"/>
                </a:lnTo>
                <a:lnTo>
                  <a:pt x="438424" y="79331"/>
                </a:lnTo>
                <a:lnTo>
                  <a:pt x="438134" y="78988"/>
                </a:lnTo>
                <a:lnTo>
                  <a:pt x="437856" y="78634"/>
                </a:lnTo>
                <a:lnTo>
                  <a:pt x="437592" y="78269"/>
                </a:lnTo>
                <a:lnTo>
                  <a:pt x="437340" y="77893"/>
                </a:lnTo>
                <a:lnTo>
                  <a:pt x="437101" y="77507"/>
                </a:lnTo>
                <a:lnTo>
                  <a:pt x="436875" y="77110"/>
                </a:lnTo>
                <a:lnTo>
                  <a:pt x="436662" y="76703"/>
                </a:lnTo>
                <a:lnTo>
                  <a:pt x="436462" y="76284"/>
                </a:lnTo>
                <a:lnTo>
                  <a:pt x="436275" y="75855"/>
                </a:lnTo>
                <a:lnTo>
                  <a:pt x="436101" y="75415"/>
                </a:lnTo>
                <a:lnTo>
                  <a:pt x="435940" y="74964"/>
                </a:lnTo>
                <a:lnTo>
                  <a:pt x="435791" y="74502"/>
                </a:lnTo>
                <a:lnTo>
                  <a:pt x="435656" y="74030"/>
                </a:lnTo>
                <a:lnTo>
                  <a:pt x="435533" y="73547"/>
                </a:lnTo>
                <a:lnTo>
                  <a:pt x="435423" y="73053"/>
                </a:lnTo>
                <a:lnTo>
                  <a:pt x="435326" y="72549"/>
                </a:lnTo>
                <a:lnTo>
                  <a:pt x="435243" y="72034"/>
                </a:lnTo>
                <a:lnTo>
                  <a:pt x="435172" y="71508"/>
                </a:lnTo>
                <a:lnTo>
                  <a:pt x="435114" y="70971"/>
                </a:lnTo>
                <a:lnTo>
                  <a:pt x="435068" y="70423"/>
                </a:lnTo>
                <a:lnTo>
                  <a:pt x="435036" y="69865"/>
                </a:lnTo>
                <a:lnTo>
                  <a:pt x="435017" y="69296"/>
                </a:lnTo>
                <a:lnTo>
                  <a:pt x="435010" y="68716"/>
                </a:lnTo>
                <a:lnTo>
                  <a:pt x="435010" y="49713"/>
                </a:lnTo>
                <a:lnTo>
                  <a:pt x="435017" y="49133"/>
                </a:lnTo>
                <a:lnTo>
                  <a:pt x="435036" y="48563"/>
                </a:lnTo>
                <a:lnTo>
                  <a:pt x="435068" y="48005"/>
                </a:lnTo>
                <a:lnTo>
                  <a:pt x="435114" y="47457"/>
                </a:lnTo>
                <a:lnTo>
                  <a:pt x="435172" y="46920"/>
                </a:lnTo>
                <a:lnTo>
                  <a:pt x="435243" y="46394"/>
                </a:lnTo>
                <a:lnTo>
                  <a:pt x="435326" y="45879"/>
                </a:lnTo>
                <a:lnTo>
                  <a:pt x="435423" y="45374"/>
                </a:lnTo>
                <a:lnTo>
                  <a:pt x="435533" y="44881"/>
                </a:lnTo>
                <a:lnTo>
                  <a:pt x="435656" y="44397"/>
                </a:lnTo>
                <a:lnTo>
                  <a:pt x="435791" y="43925"/>
                </a:lnTo>
                <a:lnTo>
                  <a:pt x="435940" y="43464"/>
                </a:lnTo>
                <a:lnTo>
                  <a:pt x="436101" y="43013"/>
                </a:lnTo>
                <a:lnTo>
                  <a:pt x="436275" y="42573"/>
                </a:lnTo>
                <a:lnTo>
                  <a:pt x="436462" y="42144"/>
                </a:lnTo>
                <a:lnTo>
                  <a:pt x="436662" y="41725"/>
                </a:lnTo>
                <a:lnTo>
                  <a:pt x="436875" y="41318"/>
                </a:lnTo>
                <a:lnTo>
                  <a:pt x="437101" y="40921"/>
                </a:lnTo>
                <a:lnTo>
                  <a:pt x="437340" y="40534"/>
                </a:lnTo>
                <a:lnTo>
                  <a:pt x="437592" y="40159"/>
                </a:lnTo>
                <a:lnTo>
                  <a:pt x="437856" y="39795"/>
                </a:lnTo>
                <a:lnTo>
                  <a:pt x="438134" y="39441"/>
                </a:lnTo>
                <a:lnTo>
                  <a:pt x="438424" y="39098"/>
                </a:lnTo>
                <a:lnTo>
                  <a:pt x="438727" y="38765"/>
                </a:lnTo>
                <a:lnTo>
                  <a:pt x="439042" y="38445"/>
                </a:lnTo>
                <a:lnTo>
                  <a:pt x="439366" y="38138"/>
                </a:lnTo>
                <a:lnTo>
                  <a:pt x="439700" y="37845"/>
                </a:lnTo>
                <a:lnTo>
                  <a:pt x="440044" y="37566"/>
                </a:lnTo>
                <a:lnTo>
                  <a:pt x="440396" y="37300"/>
                </a:lnTo>
                <a:lnTo>
                  <a:pt x="440759" y="37048"/>
                </a:lnTo>
                <a:lnTo>
                  <a:pt x="441131" y="36810"/>
                </a:lnTo>
                <a:lnTo>
                  <a:pt x="441513" y="36585"/>
                </a:lnTo>
                <a:lnTo>
                  <a:pt x="441904" y="36373"/>
                </a:lnTo>
                <a:lnTo>
                  <a:pt x="442305" y="36176"/>
                </a:lnTo>
                <a:lnTo>
                  <a:pt x="442715" y="35992"/>
                </a:lnTo>
                <a:lnTo>
                  <a:pt x="443135" y="35822"/>
                </a:lnTo>
                <a:lnTo>
                  <a:pt x="443564" y="35665"/>
                </a:lnTo>
                <a:lnTo>
                  <a:pt x="444003" y="35522"/>
                </a:lnTo>
                <a:lnTo>
                  <a:pt x="444452" y="35392"/>
                </a:lnTo>
                <a:lnTo>
                  <a:pt x="444910" y="35276"/>
                </a:lnTo>
                <a:lnTo>
                  <a:pt x="445377" y="35174"/>
                </a:lnTo>
                <a:lnTo>
                  <a:pt x="445854" y="35086"/>
                </a:lnTo>
                <a:lnTo>
                  <a:pt x="446341" y="35011"/>
                </a:lnTo>
                <a:lnTo>
                  <a:pt x="446837" y="34949"/>
                </a:lnTo>
                <a:lnTo>
                  <a:pt x="447343" y="34902"/>
                </a:lnTo>
                <a:lnTo>
                  <a:pt x="447859" y="34868"/>
                </a:lnTo>
                <a:lnTo>
                  <a:pt x="448384" y="34847"/>
                </a:lnTo>
                <a:lnTo>
                  <a:pt x="448918" y="34840"/>
                </a:lnTo>
                <a:lnTo>
                  <a:pt x="449464" y="34847"/>
                </a:lnTo>
                <a:lnTo>
                  <a:pt x="450000" y="34867"/>
                </a:lnTo>
                <a:lnTo>
                  <a:pt x="450526" y="34900"/>
                </a:lnTo>
                <a:lnTo>
                  <a:pt x="451041" y="34947"/>
                </a:lnTo>
                <a:lnTo>
                  <a:pt x="451547" y="35008"/>
                </a:lnTo>
                <a:lnTo>
                  <a:pt x="452043" y="35081"/>
                </a:lnTo>
                <a:lnTo>
                  <a:pt x="452528" y="35168"/>
                </a:lnTo>
                <a:lnTo>
                  <a:pt x="453004" y="35269"/>
                </a:lnTo>
                <a:lnTo>
                  <a:pt x="453469" y="35382"/>
                </a:lnTo>
                <a:lnTo>
                  <a:pt x="453925" y="35510"/>
                </a:lnTo>
                <a:lnTo>
                  <a:pt x="454370" y="35650"/>
                </a:lnTo>
                <a:lnTo>
                  <a:pt x="454805" y="35804"/>
                </a:lnTo>
                <a:lnTo>
                  <a:pt x="455231" y="35972"/>
                </a:lnTo>
                <a:lnTo>
                  <a:pt x="455646" y="36152"/>
                </a:lnTo>
                <a:lnTo>
                  <a:pt x="456051" y="36346"/>
                </a:lnTo>
                <a:lnTo>
                  <a:pt x="456446" y="36554"/>
                </a:lnTo>
                <a:lnTo>
                  <a:pt x="456831" y="36775"/>
                </a:lnTo>
                <a:lnTo>
                  <a:pt x="457206" y="37009"/>
                </a:lnTo>
                <a:lnTo>
                  <a:pt x="457571" y="37257"/>
                </a:lnTo>
                <a:lnTo>
                  <a:pt x="457926" y="37518"/>
                </a:lnTo>
                <a:lnTo>
                  <a:pt x="458271" y="37792"/>
                </a:lnTo>
                <a:lnTo>
                  <a:pt x="458606" y="38080"/>
                </a:lnTo>
                <a:lnTo>
                  <a:pt x="458931" y="38381"/>
                </a:lnTo>
                <a:lnTo>
                  <a:pt x="459246" y="38696"/>
                </a:lnTo>
                <a:lnTo>
                  <a:pt x="459549" y="39023"/>
                </a:lnTo>
                <a:lnTo>
                  <a:pt x="459840" y="39362"/>
                </a:lnTo>
                <a:lnTo>
                  <a:pt x="460117" y="39712"/>
                </a:lnTo>
                <a:lnTo>
                  <a:pt x="460382" y="40073"/>
                </a:lnTo>
                <a:lnTo>
                  <a:pt x="460634" y="40446"/>
                </a:lnTo>
                <a:lnTo>
                  <a:pt x="460873" y="40830"/>
                </a:lnTo>
                <a:lnTo>
                  <a:pt x="461099" y="41226"/>
                </a:lnTo>
                <a:lnTo>
                  <a:pt x="461312" y="41634"/>
                </a:lnTo>
                <a:lnTo>
                  <a:pt x="461512" y="42053"/>
                </a:lnTo>
                <a:lnTo>
                  <a:pt x="461699" y="42483"/>
                </a:lnTo>
                <a:lnTo>
                  <a:pt x="461874" y="42925"/>
                </a:lnTo>
                <a:lnTo>
                  <a:pt x="462035" y="43378"/>
                </a:lnTo>
                <a:lnTo>
                  <a:pt x="462184" y="43843"/>
                </a:lnTo>
                <a:lnTo>
                  <a:pt x="462319" y="44319"/>
                </a:lnTo>
                <a:lnTo>
                  <a:pt x="462442" y="44807"/>
                </a:lnTo>
                <a:lnTo>
                  <a:pt x="462552" y="45306"/>
                </a:lnTo>
                <a:lnTo>
                  <a:pt x="462648" y="45817"/>
                </a:lnTo>
                <a:lnTo>
                  <a:pt x="462732" y="46339"/>
                </a:lnTo>
                <a:lnTo>
                  <a:pt x="462803" y="46872"/>
                </a:lnTo>
                <a:lnTo>
                  <a:pt x="462862" y="47417"/>
                </a:lnTo>
                <a:lnTo>
                  <a:pt x="462907" y="47974"/>
                </a:lnTo>
                <a:lnTo>
                  <a:pt x="462939" y="48542"/>
                </a:lnTo>
                <a:lnTo>
                  <a:pt x="462958" y="49122"/>
                </a:lnTo>
                <a:lnTo>
                  <a:pt x="462965" y="49713"/>
                </a:lnTo>
                <a:lnTo>
                  <a:pt x="462965" y="68716"/>
                </a:lnTo>
                <a:lnTo>
                  <a:pt x="462958" y="69307"/>
                </a:lnTo>
                <a:lnTo>
                  <a:pt x="462939" y="69886"/>
                </a:lnTo>
                <a:lnTo>
                  <a:pt x="462907" y="70454"/>
                </a:lnTo>
                <a:lnTo>
                  <a:pt x="462862" y="71011"/>
                </a:lnTo>
                <a:lnTo>
                  <a:pt x="462803" y="71556"/>
                </a:lnTo>
                <a:lnTo>
                  <a:pt x="462732" y="72089"/>
                </a:lnTo>
                <a:lnTo>
                  <a:pt x="462648" y="72611"/>
                </a:lnTo>
                <a:lnTo>
                  <a:pt x="462552" y="73122"/>
                </a:lnTo>
                <a:lnTo>
                  <a:pt x="462442" y="73621"/>
                </a:lnTo>
                <a:lnTo>
                  <a:pt x="462319" y="74108"/>
                </a:lnTo>
                <a:lnTo>
                  <a:pt x="462184" y="74584"/>
                </a:lnTo>
                <a:lnTo>
                  <a:pt x="462035" y="75049"/>
                </a:lnTo>
                <a:lnTo>
                  <a:pt x="461874" y="75502"/>
                </a:lnTo>
                <a:lnTo>
                  <a:pt x="461699" y="75944"/>
                </a:lnTo>
                <a:lnTo>
                  <a:pt x="461512" y="76374"/>
                </a:lnTo>
                <a:lnTo>
                  <a:pt x="461312" y="76793"/>
                </a:lnTo>
                <a:lnTo>
                  <a:pt x="461099" y="77200"/>
                </a:lnTo>
                <a:lnTo>
                  <a:pt x="460873" y="77596"/>
                </a:lnTo>
                <a:lnTo>
                  <a:pt x="460634" y="77981"/>
                </a:lnTo>
                <a:lnTo>
                  <a:pt x="460382" y="78354"/>
                </a:lnTo>
                <a:lnTo>
                  <a:pt x="460117" y="78715"/>
                </a:lnTo>
                <a:lnTo>
                  <a:pt x="459840" y="79065"/>
                </a:lnTo>
                <a:lnTo>
                  <a:pt x="459549" y="79404"/>
                </a:lnTo>
                <a:lnTo>
                  <a:pt x="459246" y="79731"/>
                </a:lnTo>
                <a:lnTo>
                  <a:pt x="458931" y="80045"/>
                </a:lnTo>
                <a:lnTo>
                  <a:pt x="458606" y="80346"/>
                </a:lnTo>
                <a:lnTo>
                  <a:pt x="458271" y="80634"/>
                </a:lnTo>
                <a:lnTo>
                  <a:pt x="457926" y="80909"/>
                </a:lnTo>
                <a:lnTo>
                  <a:pt x="457571" y="81170"/>
                </a:lnTo>
                <a:lnTo>
                  <a:pt x="457206" y="81417"/>
                </a:lnTo>
                <a:lnTo>
                  <a:pt x="456831" y="81652"/>
                </a:lnTo>
                <a:lnTo>
                  <a:pt x="456446" y="81873"/>
                </a:lnTo>
                <a:lnTo>
                  <a:pt x="456051" y="82080"/>
                </a:lnTo>
                <a:lnTo>
                  <a:pt x="455646" y="82274"/>
                </a:lnTo>
                <a:lnTo>
                  <a:pt x="455231" y="82455"/>
                </a:lnTo>
                <a:lnTo>
                  <a:pt x="454805" y="82622"/>
                </a:lnTo>
                <a:lnTo>
                  <a:pt x="454370" y="82776"/>
                </a:lnTo>
                <a:lnTo>
                  <a:pt x="453925" y="82917"/>
                </a:lnTo>
                <a:lnTo>
                  <a:pt x="453469" y="83044"/>
                </a:lnTo>
                <a:lnTo>
                  <a:pt x="453004" y="83158"/>
                </a:lnTo>
                <a:lnTo>
                  <a:pt x="452528" y="83258"/>
                </a:lnTo>
                <a:lnTo>
                  <a:pt x="452043" y="83345"/>
                </a:lnTo>
                <a:lnTo>
                  <a:pt x="451547" y="83419"/>
                </a:lnTo>
                <a:lnTo>
                  <a:pt x="451041" y="83479"/>
                </a:lnTo>
                <a:lnTo>
                  <a:pt x="450526" y="83526"/>
                </a:lnTo>
                <a:lnTo>
                  <a:pt x="450000" y="83560"/>
                </a:lnTo>
                <a:lnTo>
                  <a:pt x="449464" y="83580"/>
                </a:lnTo>
                <a:lnTo>
                  <a:pt x="448918" y="83586"/>
                </a:lnTo>
                <a:lnTo>
                  <a:pt x="448384" y="83580"/>
                </a:lnTo>
                <a:lnTo>
                  <a:pt x="447859" y="83559"/>
                </a:lnTo>
                <a:lnTo>
                  <a:pt x="447343" y="83525"/>
                </a:lnTo>
                <a:close/>
                <a:moveTo>
                  <a:pt x="549030" y="21344"/>
                </a:moveTo>
                <a:lnTo>
                  <a:pt x="535811" y="60040"/>
                </a:lnTo>
                <a:lnTo>
                  <a:pt x="535719" y="60306"/>
                </a:lnTo>
                <a:lnTo>
                  <a:pt x="535628" y="60577"/>
                </a:lnTo>
                <a:lnTo>
                  <a:pt x="535536" y="60852"/>
                </a:lnTo>
                <a:lnTo>
                  <a:pt x="535444" y="61132"/>
                </a:lnTo>
                <a:lnTo>
                  <a:pt x="535352" y="61416"/>
                </a:lnTo>
                <a:lnTo>
                  <a:pt x="535260" y="61705"/>
                </a:lnTo>
                <a:lnTo>
                  <a:pt x="535169" y="61999"/>
                </a:lnTo>
                <a:lnTo>
                  <a:pt x="535077" y="62297"/>
                </a:lnTo>
                <a:lnTo>
                  <a:pt x="534985" y="62599"/>
                </a:lnTo>
                <a:lnTo>
                  <a:pt x="534893" y="62906"/>
                </a:lnTo>
                <a:lnTo>
                  <a:pt x="534801" y="63218"/>
                </a:lnTo>
                <a:lnTo>
                  <a:pt x="534710" y="63534"/>
                </a:lnTo>
                <a:lnTo>
                  <a:pt x="534618" y="63855"/>
                </a:lnTo>
                <a:lnTo>
                  <a:pt x="534526" y="64180"/>
                </a:lnTo>
                <a:lnTo>
                  <a:pt x="534434" y="64510"/>
                </a:lnTo>
                <a:lnTo>
                  <a:pt x="534342" y="64844"/>
                </a:lnTo>
                <a:lnTo>
                  <a:pt x="534250" y="65183"/>
                </a:lnTo>
                <a:lnTo>
                  <a:pt x="534158" y="65526"/>
                </a:lnTo>
                <a:lnTo>
                  <a:pt x="534066" y="65874"/>
                </a:lnTo>
                <a:lnTo>
                  <a:pt x="533975" y="66227"/>
                </a:lnTo>
                <a:lnTo>
                  <a:pt x="533883" y="66584"/>
                </a:lnTo>
                <a:lnTo>
                  <a:pt x="533791" y="66945"/>
                </a:lnTo>
                <a:lnTo>
                  <a:pt x="533699" y="67312"/>
                </a:lnTo>
                <a:lnTo>
                  <a:pt x="533607" y="67682"/>
                </a:lnTo>
                <a:lnTo>
                  <a:pt x="533516" y="68052"/>
                </a:lnTo>
                <a:lnTo>
                  <a:pt x="533426" y="68417"/>
                </a:lnTo>
                <a:lnTo>
                  <a:pt x="533338" y="68776"/>
                </a:lnTo>
                <a:lnTo>
                  <a:pt x="533251" y="69130"/>
                </a:lnTo>
                <a:lnTo>
                  <a:pt x="533166" y="69478"/>
                </a:lnTo>
                <a:lnTo>
                  <a:pt x="533082" y="69821"/>
                </a:lnTo>
                <a:lnTo>
                  <a:pt x="533000" y="70158"/>
                </a:lnTo>
                <a:lnTo>
                  <a:pt x="532919" y="70490"/>
                </a:lnTo>
                <a:lnTo>
                  <a:pt x="532839" y="70816"/>
                </a:lnTo>
                <a:lnTo>
                  <a:pt x="532761" y="71137"/>
                </a:lnTo>
                <a:lnTo>
                  <a:pt x="532684" y="71452"/>
                </a:lnTo>
                <a:lnTo>
                  <a:pt x="532609" y="71762"/>
                </a:lnTo>
                <a:lnTo>
                  <a:pt x="532535" y="72066"/>
                </a:lnTo>
                <a:lnTo>
                  <a:pt x="532463" y="72365"/>
                </a:lnTo>
                <a:lnTo>
                  <a:pt x="532391" y="72658"/>
                </a:lnTo>
                <a:lnTo>
                  <a:pt x="532322" y="72946"/>
                </a:lnTo>
                <a:lnTo>
                  <a:pt x="532254" y="73228"/>
                </a:lnTo>
                <a:lnTo>
                  <a:pt x="532187" y="73504"/>
                </a:lnTo>
                <a:lnTo>
                  <a:pt x="532122" y="73776"/>
                </a:lnTo>
                <a:lnTo>
                  <a:pt x="532058" y="74041"/>
                </a:lnTo>
                <a:lnTo>
                  <a:pt x="531995" y="74302"/>
                </a:lnTo>
                <a:lnTo>
                  <a:pt x="531934" y="74556"/>
                </a:lnTo>
                <a:lnTo>
                  <a:pt x="531875" y="74805"/>
                </a:lnTo>
                <a:lnTo>
                  <a:pt x="531817" y="75049"/>
                </a:lnTo>
                <a:lnTo>
                  <a:pt x="531770" y="74805"/>
                </a:lnTo>
                <a:lnTo>
                  <a:pt x="531721" y="74556"/>
                </a:lnTo>
                <a:lnTo>
                  <a:pt x="531670" y="74302"/>
                </a:lnTo>
                <a:lnTo>
                  <a:pt x="531618" y="74041"/>
                </a:lnTo>
                <a:lnTo>
                  <a:pt x="531563" y="73776"/>
                </a:lnTo>
                <a:lnTo>
                  <a:pt x="531507" y="73504"/>
                </a:lnTo>
                <a:lnTo>
                  <a:pt x="531449" y="73228"/>
                </a:lnTo>
                <a:lnTo>
                  <a:pt x="531388" y="72946"/>
                </a:lnTo>
                <a:lnTo>
                  <a:pt x="531326" y="72658"/>
                </a:lnTo>
                <a:lnTo>
                  <a:pt x="531262" y="72365"/>
                </a:lnTo>
                <a:lnTo>
                  <a:pt x="531196" y="72066"/>
                </a:lnTo>
                <a:lnTo>
                  <a:pt x="531129" y="71762"/>
                </a:lnTo>
                <a:lnTo>
                  <a:pt x="531059" y="71452"/>
                </a:lnTo>
                <a:lnTo>
                  <a:pt x="530987" y="71137"/>
                </a:lnTo>
                <a:lnTo>
                  <a:pt x="530913" y="70816"/>
                </a:lnTo>
                <a:lnTo>
                  <a:pt x="530838" y="70490"/>
                </a:lnTo>
                <a:lnTo>
                  <a:pt x="530761" y="70158"/>
                </a:lnTo>
                <a:lnTo>
                  <a:pt x="530681" y="69821"/>
                </a:lnTo>
                <a:lnTo>
                  <a:pt x="530600" y="69478"/>
                </a:lnTo>
                <a:lnTo>
                  <a:pt x="530517" y="69130"/>
                </a:lnTo>
                <a:lnTo>
                  <a:pt x="530432" y="68776"/>
                </a:lnTo>
                <a:lnTo>
                  <a:pt x="530345" y="68417"/>
                </a:lnTo>
                <a:lnTo>
                  <a:pt x="530256" y="68052"/>
                </a:lnTo>
                <a:lnTo>
                  <a:pt x="530165" y="67682"/>
                </a:lnTo>
                <a:lnTo>
                  <a:pt x="530073" y="67312"/>
                </a:lnTo>
                <a:lnTo>
                  <a:pt x="529982" y="66945"/>
                </a:lnTo>
                <a:lnTo>
                  <a:pt x="529890" y="66584"/>
                </a:lnTo>
                <a:lnTo>
                  <a:pt x="529798" y="66227"/>
                </a:lnTo>
                <a:lnTo>
                  <a:pt x="529706" y="65874"/>
                </a:lnTo>
                <a:lnTo>
                  <a:pt x="529614" y="65526"/>
                </a:lnTo>
                <a:lnTo>
                  <a:pt x="529523" y="65183"/>
                </a:lnTo>
                <a:lnTo>
                  <a:pt x="529431" y="64844"/>
                </a:lnTo>
                <a:lnTo>
                  <a:pt x="529339" y="64510"/>
                </a:lnTo>
                <a:lnTo>
                  <a:pt x="529247" y="64180"/>
                </a:lnTo>
                <a:lnTo>
                  <a:pt x="529155" y="63855"/>
                </a:lnTo>
                <a:lnTo>
                  <a:pt x="529064" y="63534"/>
                </a:lnTo>
                <a:lnTo>
                  <a:pt x="528972" y="63218"/>
                </a:lnTo>
                <a:lnTo>
                  <a:pt x="528880" y="62906"/>
                </a:lnTo>
                <a:lnTo>
                  <a:pt x="528788" y="62599"/>
                </a:lnTo>
                <a:lnTo>
                  <a:pt x="528696" y="62297"/>
                </a:lnTo>
                <a:lnTo>
                  <a:pt x="528604" y="61999"/>
                </a:lnTo>
                <a:lnTo>
                  <a:pt x="528512" y="61705"/>
                </a:lnTo>
                <a:lnTo>
                  <a:pt x="528420" y="61416"/>
                </a:lnTo>
                <a:lnTo>
                  <a:pt x="528329" y="61132"/>
                </a:lnTo>
                <a:lnTo>
                  <a:pt x="528237" y="60852"/>
                </a:lnTo>
                <a:lnTo>
                  <a:pt x="528145" y="60577"/>
                </a:lnTo>
                <a:lnTo>
                  <a:pt x="528053" y="60306"/>
                </a:lnTo>
                <a:lnTo>
                  <a:pt x="527961" y="60040"/>
                </a:lnTo>
                <a:lnTo>
                  <a:pt x="513916" y="21344"/>
                </a:lnTo>
                <a:lnTo>
                  <a:pt x="495050" y="21344"/>
                </a:lnTo>
                <a:lnTo>
                  <a:pt x="523279" y="92951"/>
                </a:lnTo>
                <a:lnTo>
                  <a:pt x="512677" y="121868"/>
                </a:lnTo>
                <a:lnTo>
                  <a:pt x="530716" y="121868"/>
                </a:lnTo>
                <a:lnTo>
                  <a:pt x="567207" y="21344"/>
                </a:lnTo>
                <a:lnTo>
                  <a:pt x="549030" y="21344"/>
                </a:lnTo>
                <a:close/>
                <a:moveTo>
                  <a:pt x="367790" y="98363"/>
                </a:moveTo>
                <a:lnTo>
                  <a:pt x="368246" y="98309"/>
                </a:lnTo>
                <a:lnTo>
                  <a:pt x="368693" y="98244"/>
                </a:lnTo>
                <a:lnTo>
                  <a:pt x="369133" y="98166"/>
                </a:lnTo>
                <a:lnTo>
                  <a:pt x="369563" y="98076"/>
                </a:lnTo>
                <a:lnTo>
                  <a:pt x="369985" y="97975"/>
                </a:lnTo>
                <a:lnTo>
                  <a:pt x="370399" y="97861"/>
                </a:lnTo>
                <a:lnTo>
                  <a:pt x="370805" y="97736"/>
                </a:lnTo>
                <a:lnTo>
                  <a:pt x="371202" y="97598"/>
                </a:lnTo>
                <a:lnTo>
                  <a:pt x="371591" y="97449"/>
                </a:lnTo>
                <a:lnTo>
                  <a:pt x="371971" y="97288"/>
                </a:lnTo>
                <a:lnTo>
                  <a:pt x="372344" y="97114"/>
                </a:lnTo>
                <a:lnTo>
                  <a:pt x="372707" y="96929"/>
                </a:lnTo>
                <a:lnTo>
                  <a:pt x="373063" y="96732"/>
                </a:lnTo>
                <a:lnTo>
                  <a:pt x="373410" y="96523"/>
                </a:lnTo>
                <a:lnTo>
                  <a:pt x="373748" y="96302"/>
                </a:lnTo>
                <a:lnTo>
                  <a:pt x="374079" y="96069"/>
                </a:lnTo>
                <a:lnTo>
                  <a:pt x="374400" y="95824"/>
                </a:lnTo>
                <a:lnTo>
                  <a:pt x="374714" y="95567"/>
                </a:lnTo>
                <a:lnTo>
                  <a:pt x="375019" y="95298"/>
                </a:lnTo>
                <a:lnTo>
                  <a:pt x="375316" y="95017"/>
                </a:lnTo>
                <a:lnTo>
                  <a:pt x="375602" y="94726"/>
                </a:lnTo>
                <a:lnTo>
                  <a:pt x="375877" y="94426"/>
                </a:lnTo>
                <a:lnTo>
                  <a:pt x="376139" y="94118"/>
                </a:lnTo>
                <a:lnTo>
                  <a:pt x="376389" y="93801"/>
                </a:lnTo>
                <a:lnTo>
                  <a:pt x="376626" y="93475"/>
                </a:lnTo>
                <a:lnTo>
                  <a:pt x="376852" y="93141"/>
                </a:lnTo>
                <a:lnTo>
                  <a:pt x="377065" y="92798"/>
                </a:lnTo>
                <a:lnTo>
                  <a:pt x="377266" y="92447"/>
                </a:lnTo>
                <a:lnTo>
                  <a:pt x="377455" y="92087"/>
                </a:lnTo>
                <a:lnTo>
                  <a:pt x="377632" y="91718"/>
                </a:lnTo>
                <a:lnTo>
                  <a:pt x="377797" y="91341"/>
                </a:lnTo>
                <a:lnTo>
                  <a:pt x="377949" y="90955"/>
                </a:lnTo>
                <a:lnTo>
                  <a:pt x="378089" y="90561"/>
                </a:lnTo>
                <a:lnTo>
                  <a:pt x="378217" y="90158"/>
                </a:lnTo>
                <a:lnTo>
                  <a:pt x="378333" y="89746"/>
                </a:lnTo>
                <a:lnTo>
                  <a:pt x="378437" y="89326"/>
                </a:lnTo>
                <a:lnTo>
                  <a:pt x="378528" y="88897"/>
                </a:lnTo>
                <a:lnTo>
                  <a:pt x="378608" y="88460"/>
                </a:lnTo>
                <a:lnTo>
                  <a:pt x="378675" y="88013"/>
                </a:lnTo>
                <a:lnTo>
                  <a:pt x="378729" y="87559"/>
                </a:lnTo>
                <a:lnTo>
                  <a:pt x="378772" y="87095"/>
                </a:lnTo>
                <a:lnTo>
                  <a:pt x="378803" y="86624"/>
                </a:lnTo>
                <a:lnTo>
                  <a:pt x="378821" y="86143"/>
                </a:lnTo>
                <a:lnTo>
                  <a:pt x="378827" y="85654"/>
                </a:lnTo>
                <a:lnTo>
                  <a:pt x="378821" y="85165"/>
                </a:lnTo>
                <a:lnTo>
                  <a:pt x="378803" y="84683"/>
                </a:lnTo>
                <a:lnTo>
                  <a:pt x="378772" y="84211"/>
                </a:lnTo>
                <a:lnTo>
                  <a:pt x="378729" y="83746"/>
                </a:lnTo>
                <a:lnTo>
                  <a:pt x="378675" y="83291"/>
                </a:lnTo>
                <a:lnTo>
                  <a:pt x="378608" y="82843"/>
                </a:lnTo>
                <a:lnTo>
                  <a:pt x="378528" y="82404"/>
                </a:lnTo>
                <a:lnTo>
                  <a:pt x="378437" y="81973"/>
                </a:lnTo>
                <a:lnTo>
                  <a:pt x="378333" y="81551"/>
                </a:lnTo>
                <a:lnTo>
                  <a:pt x="378217" y="81137"/>
                </a:lnTo>
                <a:lnTo>
                  <a:pt x="378089" y="80731"/>
                </a:lnTo>
                <a:lnTo>
                  <a:pt x="377949" y="80334"/>
                </a:lnTo>
                <a:lnTo>
                  <a:pt x="377797" y="79945"/>
                </a:lnTo>
                <a:lnTo>
                  <a:pt x="377632" y="79564"/>
                </a:lnTo>
                <a:lnTo>
                  <a:pt x="377455" y="79192"/>
                </a:lnTo>
                <a:lnTo>
                  <a:pt x="377266" y="78828"/>
                </a:lnTo>
                <a:lnTo>
                  <a:pt x="377065" y="78473"/>
                </a:lnTo>
                <a:lnTo>
                  <a:pt x="376852" y="78126"/>
                </a:lnTo>
                <a:lnTo>
                  <a:pt x="376626" y="77787"/>
                </a:lnTo>
                <a:lnTo>
                  <a:pt x="376389" y="77457"/>
                </a:lnTo>
                <a:lnTo>
                  <a:pt x="376139" y="77135"/>
                </a:lnTo>
                <a:lnTo>
                  <a:pt x="375877" y="76821"/>
                </a:lnTo>
                <a:lnTo>
                  <a:pt x="375602" y="76516"/>
                </a:lnTo>
                <a:lnTo>
                  <a:pt x="375316" y="76219"/>
                </a:lnTo>
                <a:lnTo>
                  <a:pt x="375019" y="75933"/>
                </a:lnTo>
                <a:lnTo>
                  <a:pt x="374714" y="75659"/>
                </a:lnTo>
                <a:lnTo>
                  <a:pt x="374400" y="75397"/>
                </a:lnTo>
                <a:lnTo>
                  <a:pt x="374079" y="75147"/>
                </a:lnTo>
                <a:lnTo>
                  <a:pt x="373748" y="74909"/>
                </a:lnTo>
                <a:lnTo>
                  <a:pt x="373410" y="74683"/>
                </a:lnTo>
                <a:lnTo>
                  <a:pt x="373063" y="74470"/>
                </a:lnTo>
                <a:lnTo>
                  <a:pt x="372707" y="74269"/>
                </a:lnTo>
                <a:lnTo>
                  <a:pt x="372344" y="74080"/>
                </a:lnTo>
                <a:lnTo>
                  <a:pt x="371971" y="73903"/>
                </a:lnTo>
                <a:lnTo>
                  <a:pt x="371591" y="73739"/>
                </a:lnTo>
                <a:lnTo>
                  <a:pt x="371202" y="73586"/>
                </a:lnTo>
                <a:lnTo>
                  <a:pt x="370805" y="73446"/>
                </a:lnTo>
                <a:lnTo>
                  <a:pt x="370399" y="73318"/>
                </a:lnTo>
                <a:lnTo>
                  <a:pt x="369985" y="73202"/>
                </a:lnTo>
                <a:lnTo>
                  <a:pt x="369563" y="73098"/>
                </a:lnTo>
                <a:lnTo>
                  <a:pt x="369133" y="73007"/>
                </a:lnTo>
                <a:lnTo>
                  <a:pt x="368693" y="72928"/>
                </a:lnTo>
                <a:lnTo>
                  <a:pt x="368246" y="72861"/>
                </a:lnTo>
                <a:lnTo>
                  <a:pt x="367790" y="72806"/>
                </a:lnTo>
                <a:lnTo>
                  <a:pt x="367326" y="72763"/>
                </a:lnTo>
                <a:lnTo>
                  <a:pt x="366854" y="72733"/>
                </a:lnTo>
                <a:lnTo>
                  <a:pt x="366373" y="72714"/>
                </a:lnTo>
                <a:lnTo>
                  <a:pt x="365883" y="72708"/>
                </a:lnTo>
                <a:lnTo>
                  <a:pt x="365394" y="72714"/>
                </a:lnTo>
                <a:lnTo>
                  <a:pt x="364913" y="72733"/>
                </a:lnTo>
                <a:lnTo>
                  <a:pt x="364441" y="72763"/>
                </a:lnTo>
                <a:lnTo>
                  <a:pt x="363977" y="72806"/>
                </a:lnTo>
                <a:lnTo>
                  <a:pt x="363521" y="72861"/>
                </a:lnTo>
                <a:lnTo>
                  <a:pt x="363073" y="72928"/>
                </a:lnTo>
                <a:lnTo>
                  <a:pt x="362634" y="73007"/>
                </a:lnTo>
                <a:lnTo>
                  <a:pt x="362204" y="73098"/>
                </a:lnTo>
                <a:lnTo>
                  <a:pt x="361781" y="73202"/>
                </a:lnTo>
                <a:lnTo>
                  <a:pt x="361367" y="73318"/>
                </a:lnTo>
                <a:lnTo>
                  <a:pt x="360962" y="73446"/>
                </a:lnTo>
                <a:lnTo>
                  <a:pt x="360564" y="73586"/>
                </a:lnTo>
                <a:lnTo>
                  <a:pt x="360175" y="73739"/>
                </a:lnTo>
                <a:lnTo>
                  <a:pt x="359795" y="73903"/>
                </a:lnTo>
                <a:lnTo>
                  <a:pt x="359423" y="74080"/>
                </a:lnTo>
                <a:lnTo>
                  <a:pt x="359059" y="74269"/>
                </a:lnTo>
                <a:lnTo>
                  <a:pt x="358703" y="74470"/>
                </a:lnTo>
                <a:lnTo>
                  <a:pt x="358356" y="74683"/>
                </a:lnTo>
                <a:lnTo>
                  <a:pt x="358017" y="74909"/>
                </a:lnTo>
                <a:lnTo>
                  <a:pt x="357687" y="75147"/>
                </a:lnTo>
                <a:lnTo>
                  <a:pt x="357365" y="75397"/>
                </a:lnTo>
                <a:lnTo>
                  <a:pt x="357051" y="75659"/>
                </a:lnTo>
                <a:lnTo>
                  <a:pt x="356746" y="75933"/>
                </a:lnTo>
                <a:lnTo>
                  <a:pt x="356449" y="76219"/>
                </a:lnTo>
                <a:lnTo>
                  <a:pt x="356163" y="76516"/>
                </a:lnTo>
                <a:lnTo>
                  <a:pt x="355888" y="76821"/>
                </a:lnTo>
                <a:lnTo>
                  <a:pt x="355626" y="77135"/>
                </a:lnTo>
                <a:lnTo>
                  <a:pt x="355376" y="77457"/>
                </a:lnTo>
                <a:lnTo>
                  <a:pt x="355138" y="77787"/>
                </a:lnTo>
                <a:lnTo>
                  <a:pt x="354913" y="78126"/>
                </a:lnTo>
                <a:lnTo>
                  <a:pt x="354700" y="78473"/>
                </a:lnTo>
                <a:lnTo>
                  <a:pt x="354498" y="78828"/>
                </a:lnTo>
                <a:lnTo>
                  <a:pt x="354309" y="79192"/>
                </a:lnTo>
                <a:lnTo>
                  <a:pt x="354133" y="79564"/>
                </a:lnTo>
                <a:lnTo>
                  <a:pt x="353968" y="79945"/>
                </a:lnTo>
                <a:lnTo>
                  <a:pt x="353816" y="80334"/>
                </a:lnTo>
                <a:lnTo>
                  <a:pt x="353675" y="80731"/>
                </a:lnTo>
                <a:lnTo>
                  <a:pt x="353547" y="81137"/>
                </a:lnTo>
                <a:lnTo>
                  <a:pt x="353432" y="81551"/>
                </a:lnTo>
                <a:lnTo>
                  <a:pt x="353328" y="81973"/>
                </a:lnTo>
                <a:lnTo>
                  <a:pt x="353237" y="82404"/>
                </a:lnTo>
                <a:lnTo>
                  <a:pt x="353157" y="82843"/>
                </a:lnTo>
                <a:lnTo>
                  <a:pt x="353090" y="83291"/>
                </a:lnTo>
                <a:lnTo>
                  <a:pt x="353035" y="83746"/>
                </a:lnTo>
                <a:lnTo>
                  <a:pt x="352993" y="84211"/>
                </a:lnTo>
                <a:lnTo>
                  <a:pt x="352962" y="84683"/>
                </a:lnTo>
                <a:lnTo>
                  <a:pt x="352944" y="85165"/>
                </a:lnTo>
                <a:lnTo>
                  <a:pt x="352938" y="85654"/>
                </a:lnTo>
                <a:lnTo>
                  <a:pt x="352944" y="86143"/>
                </a:lnTo>
                <a:lnTo>
                  <a:pt x="352962" y="86624"/>
                </a:lnTo>
                <a:lnTo>
                  <a:pt x="352993" y="87095"/>
                </a:lnTo>
                <a:lnTo>
                  <a:pt x="353035" y="87559"/>
                </a:lnTo>
                <a:lnTo>
                  <a:pt x="353090" y="88013"/>
                </a:lnTo>
                <a:lnTo>
                  <a:pt x="353157" y="88460"/>
                </a:lnTo>
                <a:lnTo>
                  <a:pt x="353237" y="88897"/>
                </a:lnTo>
                <a:lnTo>
                  <a:pt x="353328" y="89326"/>
                </a:lnTo>
                <a:lnTo>
                  <a:pt x="353432" y="89746"/>
                </a:lnTo>
                <a:lnTo>
                  <a:pt x="353547" y="90158"/>
                </a:lnTo>
                <a:lnTo>
                  <a:pt x="353675" y="90561"/>
                </a:lnTo>
                <a:lnTo>
                  <a:pt x="353816" y="90955"/>
                </a:lnTo>
                <a:lnTo>
                  <a:pt x="353968" y="91341"/>
                </a:lnTo>
                <a:lnTo>
                  <a:pt x="354133" y="91718"/>
                </a:lnTo>
                <a:lnTo>
                  <a:pt x="354309" y="92087"/>
                </a:lnTo>
                <a:lnTo>
                  <a:pt x="354498" y="92447"/>
                </a:lnTo>
                <a:lnTo>
                  <a:pt x="354700" y="92798"/>
                </a:lnTo>
                <a:lnTo>
                  <a:pt x="354913" y="93141"/>
                </a:lnTo>
                <a:lnTo>
                  <a:pt x="355138" y="93475"/>
                </a:lnTo>
                <a:lnTo>
                  <a:pt x="355376" y="93801"/>
                </a:lnTo>
                <a:lnTo>
                  <a:pt x="355626" y="94118"/>
                </a:lnTo>
                <a:lnTo>
                  <a:pt x="355888" y="94426"/>
                </a:lnTo>
                <a:lnTo>
                  <a:pt x="356163" y="94726"/>
                </a:lnTo>
                <a:lnTo>
                  <a:pt x="356449" y="95017"/>
                </a:lnTo>
                <a:lnTo>
                  <a:pt x="356746" y="95298"/>
                </a:lnTo>
                <a:lnTo>
                  <a:pt x="357051" y="95567"/>
                </a:lnTo>
                <a:lnTo>
                  <a:pt x="357365" y="95824"/>
                </a:lnTo>
                <a:lnTo>
                  <a:pt x="357687" y="96069"/>
                </a:lnTo>
                <a:lnTo>
                  <a:pt x="358017" y="96302"/>
                </a:lnTo>
                <a:lnTo>
                  <a:pt x="358356" y="96523"/>
                </a:lnTo>
                <a:lnTo>
                  <a:pt x="358703" y="96732"/>
                </a:lnTo>
                <a:lnTo>
                  <a:pt x="359059" y="96929"/>
                </a:lnTo>
                <a:lnTo>
                  <a:pt x="359423" y="97114"/>
                </a:lnTo>
                <a:lnTo>
                  <a:pt x="359795" y="97288"/>
                </a:lnTo>
                <a:lnTo>
                  <a:pt x="360175" y="97449"/>
                </a:lnTo>
                <a:lnTo>
                  <a:pt x="360564" y="97598"/>
                </a:lnTo>
                <a:lnTo>
                  <a:pt x="360962" y="97736"/>
                </a:lnTo>
                <a:lnTo>
                  <a:pt x="361367" y="97861"/>
                </a:lnTo>
                <a:lnTo>
                  <a:pt x="361781" y="97975"/>
                </a:lnTo>
                <a:lnTo>
                  <a:pt x="362204" y="98076"/>
                </a:lnTo>
                <a:lnTo>
                  <a:pt x="362634" y="98166"/>
                </a:lnTo>
                <a:lnTo>
                  <a:pt x="363073" y="98244"/>
                </a:lnTo>
                <a:lnTo>
                  <a:pt x="363521" y="98309"/>
                </a:lnTo>
                <a:lnTo>
                  <a:pt x="363977" y="98363"/>
                </a:lnTo>
                <a:lnTo>
                  <a:pt x="364441" y="98405"/>
                </a:lnTo>
                <a:lnTo>
                  <a:pt x="364913" y="98435"/>
                </a:lnTo>
                <a:lnTo>
                  <a:pt x="365394" y="98453"/>
                </a:lnTo>
                <a:lnTo>
                  <a:pt x="365883" y="98459"/>
                </a:lnTo>
                <a:lnTo>
                  <a:pt x="366373" y="98453"/>
                </a:lnTo>
                <a:lnTo>
                  <a:pt x="366854" y="98435"/>
                </a:lnTo>
                <a:lnTo>
                  <a:pt x="367326" y="98405"/>
                </a:lnTo>
                <a:lnTo>
                  <a:pt x="367790" y="983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3A3354-E188-4BBA-88B8-FCA22455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664" y="3648672"/>
            <a:ext cx="760631" cy="360527"/>
          </a:xfrm>
          <a:custGeom xmlns:a="http://schemas.openxmlformats.org/drawingml/2006/main">
            <a:pathLst>
              <a:path w="760631" h="360527">
                <a:moveTo>
                  <a:pt x="0" y="15265"/>
                </a:moveTo>
                <a:lnTo>
                  <a:pt x="0" y="15265"/>
                </a:lnTo>
                <a:cubicBezTo>
                  <a:pt x="0" y="6834"/>
                  <a:pt x="6834" y="0"/>
                  <a:pt x="15265" y="0"/>
                </a:cubicBezTo>
                <a:lnTo>
                  <a:pt x="745367" y="0"/>
                </a:lnTo>
                <a:cubicBezTo>
                  <a:pt x="749415" y="0"/>
                  <a:pt x="753298" y="1608"/>
                  <a:pt x="756161" y="4471"/>
                </a:cubicBezTo>
                <a:cubicBezTo>
                  <a:pt x="759024" y="7334"/>
                  <a:pt x="760631" y="11217"/>
                  <a:pt x="760631" y="15265"/>
                </a:cubicBezTo>
                <a:lnTo>
                  <a:pt x="760631" y="345263"/>
                </a:lnTo>
                <a:cubicBezTo>
                  <a:pt x="760631" y="353693"/>
                  <a:pt x="753797" y="360527"/>
                  <a:pt x="745367" y="360527"/>
                </a:cubicBezTo>
                <a:lnTo>
                  <a:pt x="15265" y="360527"/>
                </a:lnTo>
                <a:cubicBezTo>
                  <a:pt x="6834" y="360527"/>
                  <a:pt x="0" y="353693"/>
                  <a:pt x="0" y="345263"/>
                </a:cubicBezTo>
                <a:lnTo>
                  <a:pt x="0" y="1526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1" name="Text def">
            <a:extLst xmlns:a="http://schemas.openxmlformats.org/drawingml/2006/main">
              <a:ext uri="{FF2B5EF4-FFF2-40B4-BE49-F238E27FC236}">
                <a16:creationId xmlns:a16="http://schemas.microsoft.com/office/drawing/2014/main" id="{F4A53410-412A-4C32-AA93-CE68DBA8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562" y="3674258"/>
            <a:ext cx="153403" cy="67934"/>
          </a:xfrm>
          <a:custGeom xmlns:a="http://schemas.openxmlformats.org/drawingml/2006/main">
            <a:pathLst>
              <a:path w="153403" h="67934">
                <a:moveTo>
                  <a:pt x="153403" y="32497"/>
                </a:moveTo>
                <a:lnTo>
                  <a:pt x="153403" y="22124"/>
                </a:lnTo>
                <a:lnTo>
                  <a:pt x="134033" y="22124"/>
                </a:lnTo>
                <a:lnTo>
                  <a:pt x="134033" y="14687"/>
                </a:lnTo>
                <a:lnTo>
                  <a:pt x="134035" y="14513"/>
                </a:lnTo>
                <a:lnTo>
                  <a:pt x="134042" y="14342"/>
                </a:lnTo>
                <a:lnTo>
                  <a:pt x="134054" y="14173"/>
                </a:lnTo>
                <a:lnTo>
                  <a:pt x="134070" y="14008"/>
                </a:lnTo>
                <a:lnTo>
                  <a:pt x="134090" y="13846"/>
                </a:lnTo>
                <a:lnTo>
                  <a:pt x="134116" y="13687"/>
                </a:lnTo>
                <a:lnTo>
                  <a:pt x="134146" y="13530"/>
                </a:lnTo>
                <a:lnTo>
                  <a:pt x="134181" y="13377"/>
                </a:lnTo>
                <a:lnTo>
                  <a:pt x="134220" y="13227"/>
                </a:lnTo>
                <a:lnTo>
                  <a:pt x="134264" y="13080"/>
                </a:lnTo>
                <a:lnTo>
                  <a:pt x="134312" y="12936"/>
                </a:lnTo>
                <a:lnTo>
                  <a:pt x="134365" y="12795"/>
                </a:lnTo>
                <a:lnTo>
                  <a:pt x="134423" y="12657"/>
                </a:lnTo>
                <a:lnTo>
                  <a:pt x="134486" y="12522"/>
                </a:lnTo>
                <a:lnTo>
                  <a:pt x="134553" y="12390"/>
                </a:lnTo>
                <a:lnTo>
                  <a:pt x="134624" y="12261"/>
                </a:lnTo>
                <a:lnTo>
                  <a:pt x="134700" y="12135"/>
                </a:lnTo>
                <a:lnTo>
                  <a:pt x="134781" y="12012"/>
                </a:lnTo>
                <a:lnTo>
                  <a:pt x="134867" y="11892"/>
                </a:lnTo>
                <a:lnTo>
                  <a:pt x="134957" y="11775"/>
                </a:lnTo>
                <a:lnTo>
                  <a:pt x="135052" y="11661"/>
                </a:lnTo>
                <a:lnTo>
                  <a:pt x="135151" y="11551"/>
                </a:lnTo>
                <a:lnTo>
                  <a:pt x="135255" y="11443"/>
                </a:lnTo>
                <a:lnTo>
                  <a:pt x="135364" y="11338"/>
                </a:lnTo>
                <a:lnTo>
                  <a:pt x="135476" y="11237"/>
                </a:lnTo>
                <a:lnTo>
                  <a:pt x="135591" y="11140"/>
                </a:lnTo>
                <a:lnTo>
                  <a:pt x="135710" y="11048"/>
                </a:lnTo>
                <a:lnTo>
                  <a:pt x="135831" y="10959"/>
                </a:lnTo>
                <a:lnTo>
                  <a:pt x="135956" y="10875"/>
                </a:lnTo>
                <a:lnTo>
                  <a:pt x="136083" y="10796"/>
                </a:lnTo>
                <a:lnTo>
                  <a:pt x="136214" y="10720"/>
                </a:lnTo>
                <a:lnTo>
                  <a:pt x="136348" y="10649"/>
                </a:lnTo>
                <a:lnTo>
                  <a:pt x="136484" y="10583"/>
                </a:lnTo>
                <a:lnTo>
                  <a:pt x="136624" y="10520"/>
                </a:lnTo>
                <a:lnTo>
                  <a:pt x="136767" y="10462"/>
                </a:lnTo>
                <a:lnTo>
                  <a:pt x="136912" y="10408"/>
                </a:lnTo>
                <a:lnTo>
                  <a:pt x="137061" y="10359"/>
                </a:lnTo>
                <a:lnTo>
                  <a:pt x="137213" y="10314"/>
                </a:lnTo>
                <a:lnTo>
                  <a:pt x="137368" y="10273"/>
                </a:lnTo>
                <a:lnTo>
                  <a:pt x="137526" y="10236"/>
                </a:lnTo>
                <a:lnTo>
                  <a:pt x="137687" y="10204"/>
                </a:lnTo>
                <a:lnTo>
                  <a:pt x="137851" y="10176"/>
                </a:lnTo>
                <a:lnTo>
                  <a:pt x="138018" y="10152"/>
                </a:lnTo>
                <a:lnTo>
                  <a:pt x="138188" y="10133"/>
                </a:lnTo>
                <a:lnTo>
                  <a:pt x="138361" y="10118"/>
                </a:lnTo>
                <a:lnTo>
                  <a:pt x="138537" y="10107"/>
                </a:lnTo>
                <a:lnTo>
                  <a:pt x="138716" y="10101"/>
                </a:lnTo>
                <a:lnTo>
                  <a:pt x="138898" y="10098"/>
                </a:lnTo>
                <a:lnTo>
                  <a:pt x="153403" y="10098"/>
                </a:lnTo>
                <a:lnTo>
                  <a:pt x="153403" y="0"/>
                </a:lnTo>
                <a:lnTo>
                  <a:pt x="138623" y="0"/>
                </a:lnTo>
                <a:lnTo>
                  <a:pt x="138024" y="7"/>
                </a:lnTo>
                <a:lnTo>
                  <a:pt x="137434" y="27"/>
                </a:lnTo>
                <a:lnTo>
                  <a:pt x="136854" y="62"/>
                </a:lnTo>
                <a:lnTo>
                  <a:pt x="136284" y="110"/>
                </a:lnTo>
                <a:lnTo>
                  <a:pt x="135724" y="171"/>
                </a:lnTo>
                <a:lnTo>
                  <a:pt x="135174" y="247"/>
                </a:lnTo>
                <a:lnTo>
                  <a:pt x="134634" y="336"/>
                </a:lnTo>
                <a:lnTo>
                  <a:pt x="134104" y="439"/>
                </a:lnTo>
                <a:lnTo>
                  <a:pt x="133583" y="555"/>
                </a:lnTo>
                <a:lnTo>
                  <a:pt x="133073" y="685"/>
                </a:lnTo>
                <a:lnTo>
                  <a:pt x="132572" y="829"/>
                </a:lnTo>
                <a:lnTo>
                  <a:pt x="132081" y="987"/>
                </a:lnTo>
                <a:lnTo>
                  <a:pt x="131601" y="1158"/>
                </a:lnTo>
                <a:lnTo>
                  <a:pt x="131129" y="1343"/>
                </a:lnTo>
                <a:lnTo>
                  <a:pt x="130668" y="1542"/>
                </a:lnTo>
                <a:lnTo>
                  <a:pt x="130217" y="1754"/>
                </a:lnTo>
                <a:lnTo>
                  <a:pt x="129776" y="1981"/>
                </a:lnTo>
                <a:lnTo>
                  <a:pt x="129344" y="2220"/>
                </a:lnTo>
                <a:lnTo>
                  <a:pt x="128923" y="2474"/>
                </a:lnTo>
                <a:lnTo>
                  <a:pt x="128511" y="2741"/>
                </a:lnTo>
                <a:lnTo>
                  <a:pt x="128109" y="3022"/>
                </a:lnTo>
                <a:lnTo>
                  <a:pt x="127717" y="3317"/>
                </a:lnTo>
                <a:lnTo>
                  <a:pt x="127335" y="3625"/>
                </a:lnTo>
                <a:lnTo>
                  <a:pt x="126963" y="3947"/>
                </a:lnTo>
                <a:lnTo>
                  <a:pt x="126603" y="4281"/>
                </a:lnTo>
                <a:lnTo>
                  <a:pt x="126259" y="4624"/>
                </a:lnTo>
                <a:lnTo>
                  <a:pt x="125930" y="4976"/>
                </a:lnTo>
                <a:lnTo>
                  <a:pt x="125617" y="5337"/>
                </a:lnTo>
                <a:lnTo>
                  <a:pt x="125318" y="5708"/>
                </a:lnTo>
                <a:lnTo>
                  <a:pt x="125035" y="6088"/>
                </a:lnTo>
                <a:lnTo>
                  <a:pt x="124768" y="6477"/>
                </a:lnTo>
                <a:lnTo>
                  <a:pt x="124515" y="6875"/>
                </a:lnTo>
                <a:lnTo>
                  <a:pt x="124278" y="7282"/>
                </a:lnTo>
                <a:lnTo>
                  <a:pt x="124056" y="7699"/>
                </a:lnTo>
                <a:lnTo>
                  <a:pt x="123850" y="8125"/>
                </a:lnTo>
                <a:lnTo>
                  <a:pt x="123659" y="8560"/>
                </a:lnTo>
                <a:lnTo>
                  <a:pt x="123483" y="9005"/>
                </a:lnTo>
                <a:lnTo>
                  <a:pt x="123322" y="9459"/>
                </a:lnTo>
                <a:lnTo>
                  <a:pt x="123177" y="9921"/>
                </a:lnTo>
                <a:lnTo>
                  <a:pt x="123047" y="10394"/>
                </a:lnTo>
                <a:lnTo>
                  <a:pt x="122932" y="10875"/>
                </a:lnTo>
                <a:lnTo>
                  <a:pt x="122833" y="11366"/>
                </a:lnTo>
                <a:lnTo>
                  <a:pt x="122749" y="11866"/>
                </a:lnTo>
                <a:lnTo>
                  <a:pt x="122680" y="12375"/>
                </a:lnTo>
                <a:lnTo>
                  <a:pt x="122626" y="12893"/>
                </a:lnTo>
                <a:lnTo>
                  <a:pt x="122588" y="13421"/>
                </a:lnTo>
                <a:lnTo>
                  <a:pt x="122565" y="13958"/>
                </a:lnTo>
                <a:lnTo>
                  <a:pt x="122557" y="14504"/>
                </a:lnTo>
                <a:lnTo>
                  <a:pt x="122557" y="22124"/>
                </a:lnTo>
                <a:lnTo>
                  <a:pt x="108695" y="22124"/>
                </a:lnTo>
                <a:lnTo>
                  <a:pt x="108695" y="32497"/>
                </a:lnTo>
                <a:lnTo>
                  <a:pt x="122557" y="32497"/>
                </a:lnTo>
                <a:lnTo>
                  <a:pt x="122557" y="67016"/>
                </a:lnTo>
                <a:lnTo>
                  <a:pt x="134033" y="67016"/>
                </a:lnTo>
                <a:lnTo>
                  <a:pt x="134033" y="32497"/>
                </a:lnTo>
                <a:lnTo>
                  <a:pt x="153403" y="32497"/>
                </a:lnTo>
                <a:close/>
                <a:moveTo>
                  <a:pt x="29978" y="25016"/>
                </a:moveTo>
                <a:lnTo>
                  <a:pt x="29870" y="24581"/>
                </a:lnTo>
                <a:lnTo>
                  <a:pt x="29749" y="24154"/>
                </a:lnTo>
                <a:lnTo>
                  <a:pt x="29615" y="23737"/>
                </a:lnTo>
                <a:lnTo>
                  <a:pt x="29468" y="23329"/>
                </a:lnTo>
                <a:lnTo>
                  <a:pt x="29309" y="22930"/>
                </a:lnTo>
                <a:lnTo>
                  <a:pt x="29137" y="22540"/>
                </a:lnTo>
                <a:lnTo>
                  <a:pt x="28952" y="22159"/>
                </a:lnTo>
                <a:lnTo>
                  <a:pt x="28754" y="21788"/>
                </a:lnTo>
                <a:lnTo>
                  <a:pt x="28544" y="21425"/>
                </a:lnTo>
                <a:lnTo>
                  <a:pt x="28320" y="21071"/>
                </a:lnTo>
                <a:lnTo>
                  <a:pt x="28084" y="20727"/>
                </a:lnTo>
                <a:lnTo>
                  <a:pt x="27836" y="20391"/>
                </a:lnTo>
                <a:lnTo>
                  <a:pt x="27574" y="20065"/>
                </a:lnTo>
                <a:lnTo>
                  <a:pt x="27300" y="19748"/>
                </a:lnTo>
                <a:lnTo>
                  <a:pt x="27013" y="19440"/>
                </a:lnTo>
                <a:lnTo>
                  <a:pt x="26713" y="19141"/>
                </a:lnTo>
                <a:lnTo>
                  <a:pt x="26403" y="18852"/>
                </a:lnTo>
                <a:lnTo>
                  <a:pt x="26084" y="18576"/>
                </a:lnTo>
                <a:lnTo>
                  <a:pt x="25755" y="18312"/>
                </a:lnTo>
                <a:lnTo>
                  <a:pt x="25418" y="18061"/>
                </a:lnTo>
                <a:lnTo>
                  <a:pt x="25072" y="17821"/>
                </a:lnTo>
                <a:lnTo>
                  <a:pt x="24717" y="17594"/>
                </a:lnTo>
                <a:lnTo>
                  <a:pt x="24353" y="17380"/>
                </a:lnTo>
                <a:lnTo>
                  <a:pt x="23980" y="17177"/>
                </a:lnTo>
                <a:lnTo>
                  <a:pt x="23598" y="16987"/>
                </a:lnTo>
                <a:lnTo>
                  <a:pt x="23208" y="16809"/>
                </a:lnTo>
                <a:lnTo>
                  <a:pt x="22808" y="16643"/>
                </a:lnTo>
                <a:lnTo>
                  <a:pt x="22399" y="16490"/>
                </a:lnTo>
                <a:lnTo>
                  <a:pt x="21982" y="16349"/>
                </a:lnTo>
                <a:lnTo>
                  <a:pt x="21555" y="16220"/>
                </a:lnTo>
                <a:lnTo>
                  <a:pt x="21120" y="16103"/>
                </a:lnTo>
                <a:lnTo>
                  <a:pt x="20676" y="15999"/>
                </a:lnTo>
                <a:lnTo>
                  <a:pt x="20222" y="15907"/>
                </a:lnTo>
                <a:lnTo>
                  <a:pt x="19760" y="15827"/>
                </a:lnTo>
                <a:lnTo>
                  <a:pt x="19289" y="15760"/>
                </a:lnTo>
                <a:lnTo>
                  <a:pt x="18809" y="15705"/>
                </a:lnTo>
                <a:lnTo>
                  <a:pt x="18320" y="15662"/>
                </a:lnTo>
                <a:lnTo>
                  <a:pt x="17822" y="15631"/>
                </a:lnTo>
                <a:lnTo>
                  <a:pt x="17316" y="15613"/>
                </a:lnTo>
                <a:lnTo>
                  <a:pt x="16800" y="15606"/>
                </a:lnTo>
                <a:lnTo>
                  <a:pt x="16170" y="15616"/>
                </a:lnTo>
                <a:lnTo>
                  <a:pt x="15551" y="15643"/>
                </a:lnTo>
                <a:lnTo>
                  <a:pt x="14942" y="15688"/>
                </a:lnTo>
                <a:lnTo>
                  <a:pt x="14344" y="15752"/>
                </a:lnTo>
                <a:lnTo>
                  <a:pt x="13756" y="15834"/>
                </a:lnTo>
                <a:lnTo>
                  <a:pt x="13179" y="15934"/>
                </a:lnTo>
                <a:lnTo>
                  <a:pt x="12612" y="16052"/>
                </a:lnTo>
                <a:lnTo>
                  <a:pt x="12056" y="16188"/>
                </a:lnTo>
                <a:lnTo>
                  <a:pt x="11511" y="16342"/>
                </a:lnTo>
                <a:lnTo>
                  <a:pt x="10976" y="16515"/>
                </a:lnTo>
                <a:lnTo>
                  <a:pt x="10451" y="16706"/>
                </a:lnTo>
                <a:lnTo>
                  <a:pt x="9937" y="16915"/>
                </a:lnTo>
                <a:lnTo>
                  <a:pt x="9433" y="17142"/>
                </a:lnTo>
                <a:lnTo>
                  <a:pt x="8940" y="17387"/>
                </a:lnTo>
                <a:lnTo>
                  <a:pt x="8458" y="17651"/>
                </a:lnTo>
                <a:lnTo>
                  <a:pt x="7986" y="17932"/>
                </a:lnTo>
                <a:lnTo>
                  <a:pt x="7525" y="18232"/>
                </a:lnTo>
                <a:lnTo>
                  <a:pt x="7074" y="18550"/>
                </a:lnTo>
                <a:lnTo>
                  <a:pt x="6633" y="18886"/>
                </a:lnTo>
                <a:lnTo>
                  <a:pt x="6203" y="19241"/>
                </a:lnTo>
                <a:lnTo>
                  <a:pt x="5784" y="19613"/>
                </a:lnTo>
                <a:lnTo>
                  <a:pt x="5375" y="20004"/>
                </a:lnTo>
                <a:lnTo>
                  <a:pt x="4977" y="20413"/>
                </a:lnTo>
                <a:lnTo>
                  <a:pt x="4589" y="20840"/>
                </a:lnTo>
                <a:lnTo>
                  <a:pt x="4215" y="21282"/>
                </a:lnTo>
                <a:lnTo>
                  <a:pt x="3856" y="21737"/>
                </a:lnTo>
                <a:lnTo>
                  <a:pt x="3513" y="22205"/>
                </a:lnTo>
                <a:lnTo>
                  <a:pt x="3187" y="22686"/>
                </a:lnTo>
                <a:lnTo>
                  <a:pt x="2876" y="23179"/>
                </a:lnTo>
                <a:lnTo>
                  <a:pt x="2581" y="23685"/>
                </a:lnTo>
                <a:lnTo>
                  <a:pt x="2302" y="24204"/>
                </a:lnTo>
                <a:lnTo>
                  <a:pt x="2040" y="24736"/>
                </a:lnTo>
                <a:lnTo>
                  <a:pt x="1793" y="25280"/>
                </a:lnTo>
                <a:lnTo>
                  <a:pt x="1562" y="25838"/>
                </a:lnTo>
                <a:lnTo>
                  <a:pt x="1346" y="26407"/>
                </a:lnTo>
                <a:lnTo>
                  <a:pt x="1147" y="26990"/>
                </a:lnTo>
                <a:lnTo>
                  <a:pt x="964" y="27586"/>
                </a:lnTo>
                <a:lnTo>
                  <a:pt x="797" y="28194"/>
                </a:lnTo>
                <a:lnTo>
                  <a:pt x="645" y="28815"/>
                </a:lnTo>
                <a:lnTo>
                  <a:pt x="510" y="29448"/>
                </a:lnTo>
                <a:lnTo>
                  <a:pt x="390" y="30095"/>
                </a:lnTo>
                <a:lnTo>
                  <a:pt x="287" y="30754"/>
                </a:lnTo>
                <a:lnTo>
                  <a:pt x="199" y="31426"/>
                </a:lnTo>
                <a:lnTo>
                  <a:pt x="127" y="32111"/>
                </a:lnTo>
                <a:lnTo>
                  <a:pt x="72" y="32808"/>
                </a:lnTo>
                <a:lnTo>
                  <a:pt x="32" y="33518"/>
                </a:lnTo>
                <a:lnTo>
                  <a:pt x="8" y="34241"/>
                </a:lnTo>
                <a:lnTo>
                  <a:pt x="0" y="34977"/>
                </a:lnTo>
                <a:lnTo>
                  <a:pt x="0" y="48656"/>
                </a:lnTo>
                <a:lnTo>
                  <a:pt x="8" y="49384"/>
                </a:lnTo>
                <a:lnTo>
                  <a:pt x="32" y="50100"/>
                </a:lnTo>
                <a:lnTo>
                  <a:pt x="72" y="50803"/>
                </a:lnTo>
                <a:lnTo>
                  <a:pt x="129" y="51494"/>
                </a:lnTo>
                <a:lnTo>
                  <a:pt x="201" y="52172"/>
                </a:lnTo>
                <a:lnTo>
                  <a:pt x="290" y="52838"/>
                </a:lnTo>
                <a:lnTo>
                  <a:pt x="394" y="53492"/>
                </a:lnTo>
                <a:lnTo>
                  <a:pt x="515" y="54133"/>
                </a:lnTo>
                <a:lnTo>
                  <a:pt x="652" y="54762"/>
                </a:lnTo>
                <a:lnTo>
                  <a:pt x="805" y="55378"/>
                </a:lnTo>
                <a:lnTo>
                  <a:pt x="974" y="55982"/>
                </a:lnTo>
                <a:lnTo>
                  <a:pt x="1159" y="56573"/>
                </a:lnTo>
                <a:lnTo>
                  <a:pt x="1360" y="57152"/>
                </a:lnTo>
                <a:lnTo>
                  <a:pt x="1577" y="57719"/>
                </a:lnTo>
                <a:lnTo>
                  <a:pt x="1811" y="58273"/>
                </a:lnTo>
                <a:lnTo>
                  <a:pt x="2060" y="58815"/>
                </a:lnTo>
                <a:lnTo>
                  <a:pt x="2326" y="59344"/>
                </a:lnTo>
                <a:lnTo>
                  <a:pt x="2607" y="59861"/>
                </a:lnTo>
                <a:lnTo>
                  <a:pt x="2905" y="60366"/>
                </a:lnTo>
                <a:lnTo>
                  <a:pt x="3219" y="60858"/>
                </a:lnTo>
                <a:lnTo>
                  <a:pt x="3549" y="61337"/>
                </a:lnTo>
                <a:lnTo>
                  <a:pt x="3895" y="61805"/>
                </a:lnTo>
                <a:lnTo>
                  <a:pt x="4257" y="62259"/>
                </a:lnTo>
                <a:lnTo>
                  <a:pt x="4635" y="62702"/>
                </a:lnTo>
                <a:lnTo>
                  <a:pt x="5027" y="63129"/>
                </a:lnTo>
                <a:lnTo>
                  <a:pt x="5428" y="63537"/>
                </a:lnTo>
                <a:lnTo>
                  <a:pt x="5840" y="63928"/>
                </a:lnTo>
                <a:lnTo>
                  <a:pt x="6261" y="64300"/>
                </a:lnTo>
                <a:lnTo>
                  <a:pt x="6693" y="64655"/>
                </a:lnTo>
                <a:lnTo>
                  <a:pt x="7134" y="64991"/>
                </a:lnTo>
                <a:lnTo>
                  <a:pt x="7586" y="65309"/>
                </a:lnTo>
                <a:lnTo>
                  <a:pt x="8048" y="65608"/>
                </a:lnTo>
                <a:lnTo>
                  <a:pt x="8519" y="65890"/>
                </a:lnTo>
                <a:lnTo>
                  <a:pt x="9001" y="66153"/>
                </a:lnTo>
                <a:lnTo>
                  <a:pt x="9493" y="66399"/>
                </a:lnTo>
                <a:lnTo>
                  <a:pt x="9995" y="66626"/>
                </a:lnTo>
                <a:lnTo>
                  <a:pt x="10507" y="66835"/>
                </a:lnTo>
                <a:lnTo>
                  <a:pt x="11029" y="67025"/>
                </a:lnTo>
                <a:lnTo>
                  <a:pt x="11561" y="67198"/>
                </a:lnTo>
                <a:lnTo>
                  <a:pt x="12103" y="67352"/>
                </a:lnTo>
                <a:lnTo>
                  <a:pt x="12655" y="67489"/>
                </a:lnTo>
                <a:lnTo>
                  <a:pt x="13217" y="67607"/>
                </a:lnTo>
                <a:lnTo>
                  <a:pt x="13789" y="67707"/>
                </a:lnTo>
                <a:lnTo>
                  <a:pt x="14371" y="67788"/>
                </a:lnTo>
                <a:lnTo>
                  <a:pt x="14963" y="67852"/>
                </a:lnTo>
                <a:lnTo>
                  <a:pt x="15565" y="67897"/>
                </a:lnTo>
                <a:lnTo>
                  <a:pt x="16178" y="67925"/>
                </a:lnTo>
                <a:lnTo>
                  <a:pt x="16800" y="67934"/>
                </a:lnTo>
                <a:lnTo>
                  <a:pt x="17316" y="67928"/>
                </a:lnTo>
                <a:lnTo>
                  <a:pt x="17822" y="67909"/>
                </a:lnTo>
                <a:lnTo>
                  <a:pt x="18320" y="67878"/>
                </a:lnTo>
                <a:lnTo>
                  <a:pt x="18809" y="67835"/>
                </a:lnTo>
                <a:lnTo>
                  <a:pt x="19289" y="67780"/>
                </a:lnTo>
                <a:lnTo>
                  <a:pt x="19760" y="67713"/>
                </a:lnTo>
                <a:lnTo>
                  <a:pt x="20222" y="67633"/>
                </a:lnTo>
                <a:lnTo>
                  <a:pt x="20676" y="67541"/>
                </a:lnTo>
                <a:lnTo>
                  <a:pt x="21120" y="67437"/>
                </a:lnTo>
                <a:lnTo>
                  <a:pt x="21555" y="67320"/>
                </a:lnTo>
                <a:lnTo>
                  <a:pt x="21982" y="67191"/>
                </a:lnTo>
                <a:lnTo>
                  <a:pt x="22399" y="67050"/>
                </a:lnTo>
                <a:lnTo>
                  <a:pt x="22808" y="66897"/>
                </a:lnTo>
                <a:lnTo>
                  <a:pt x="23208" y="66731"/>
                </a:lnTo>
                <a:lnTo>
                  <a:pt x="23598" y="66553"/>
                </a:lnTo>
                <a:lnTo>
                  <a:pt x="23980" y="66363"/>
                </a:lnTo>
                <a:lnTo>
                  <a:pt x="24353" y="66160"/>
                </a:lnTo>
                <a:lnTo>
                  <a:pt x="24717" y="65946"/>
                </a:lnTo>
                <a:lnTo>
                  <a:pt x="25072" y="65719"/>
                </a:lnTo>
                <a:lnTo>
                  <a:pt x="25418" y="65479"/>
                </a:lnTo>
                <a:lnTo>
                  <a:pt x="25755" y="65228"/>
                </a:lnTo>
                <a:lnTo>
                  <a:pt x="26084" y="64964"/>
                </a:lnTo>
                <a:lnTo>
                  <a:pt x="26403" y="64688"/>
                </a:lnTo>
                <a:lnTo>
                  <a:pt x="26713" y="64399"/>
                </a:lnTo>
                <a:lnTo>
                  <a:pt x="27013" y="64100"/>
                </a:lnTo>
                <a:lnTo>
                  <a:pt x="27300" y="63792"/>
                </a:lnTo>
                <a:lnTo>
                  <a:pt x="27574" y="63475"/>
                </a:lnTo>
                <a:lnTo>
                  <a:pt x="27836" y="63149"/>
                </a:lnTo>
                <a:lnTo>
                  <a:pt x="28084" y="62813"/>
                </a:lnTo>
                <a:lnTo>
                  <a:pt x="28320" y="62469"/>
                </a:lnTo>
                <a:lnTo>
                  <a:pt x="28544" y="62115"/>
                </a:lnTo>
                <a:lnTo>
                  <a:pt x="28754" y="61753"/>
                </a:lnTo>
                <a:lnTo>
                  <a:pt x="28952" y="61381"/>
                </a:lnTo>
                <a:lnTo>
                  <a:pt x="29137" y="61000"/>
                </a:lnTo>
                <a:lnTo>
                  <a:pt x="29309" y="60610"/>
                </a:lnTo>
                <a:lnTo>
                  <a:pt x="29468" y="60211"/>
                </a:lnTo>
                <a:lnTo>
                  <a:pt x="29615" y="59803"/>
                </a:lnTo>
                <a:lnTo>
                  <a:pt x="29749" y="59386"/>
                </a:lnTo>
                <a:lnTo>
                  <a:pt x="29870" y="58959"/>
                </a:lnTo>
                <a:lnTo>
                  <a:pt x="29978" y="58524"/>
                </a:lnTo>
                <a:lnTo>
                  <a:pt x="30074" y="58080"/>
                </a:lnTo>
                <a:lnTo>
                  <a:pt x="30157" y="57626"/>
                </a:lnTo>
                <a:lnTo>
                  <a:pt x="30195" y="57377"/>
                </a:lnTo>
                <a:lnTo>
                  <a:pt x="30386" y="57377"/>
                </a:lnTo>
                <a:lnTo>
                  <a:pt x="30386" y="67016"/>
                </a:lnTo>
                <a:lnTo>
                  <a:pt x="41586" y="67016"/>
                </a:lnTo>
                <a:lnTo>
                  <a:pt x="41586" y="0"/>
                </a:lnTo>
                <a:lnTo>
                  <a:pt x="30110" y="0"/>
                </a:lnTo>
                <a:lnTo>
                  <a:pt x="30110" y="14137"/>
                </a:lnTo>
                <a:lnTo>
                  <a:pt x="30477" y="26163"/>
                </a:lnTo>
                <a:lnTo>
                  <a:pt x="30195" y="26163"/>
                </a:lnTo>
                <a:lnTo>
                  <a:pt x="30157" y="25914"/>
                </a:lnTo>
                <a:lnTo>
                  <a:pt x="30074" y="25460"/>
                </a:lnTo>
                <a:lnTo>
                  <a:pt x="29978" y="25016"/>
                </a:lnTo>
                <a:close/>
                <a:moveTo>
                  <a:pt x="19767" y="57979"/>
                </a:moveTo>
                <a:lnTo>
                  <a:pt x="19423" y="57947"/>
                </a:lnTo>
                <a:lnTo>
                  <a:pt x="19086" y="57907"/>
                </a:lnTo>
                <a:lnTo>
                  <a:pt x="18756" y="57858"/>
                </a:lnTo>
                <a:lnTo>
                  <a:pt x="18432" y="57800"/>
                </a:lnTo>
                <a:lnTo>
                  <a:pt x="18115" y="57733"/>
                </a:lnTo>
                <a:lnTo>
                  <a:pt x="17804" y="57657"/>
                </a:lnTo>
                <a:lnTo>
                  <a:pt x="17501" y="57572"/>
                </a:lnTo>
                <a:lnTo>
                  <a:pt x="17204" y="57479"/>
                </a:lnTo>
                <a:lnTo>
                  <a:pt x="16914" y="57376"/>
                </a:lnTo>
                <a:lnTo>
                  <a:pt x="16630" y="57265"/>
                </a:lnTo>
                <a:lnTo>
                  <a:pt x="16353" y="57144"/>
                </a:lnTo>
                <a:lnTo>
                  <a:pt x="16083" y="57015"/>
                </a:lnTo>
                <a:lnTo>
                  <a:pt x="15820" y="56876"/>
                </a:lnTo>
                <a:lnTo>
                  <a:pt x="15563" y="56729"/>
                </a:lnTo>
                <a:lnTo>
                  <a:pt x="15313" y="56573"/>
                </a:lnTo>
                <a:lnTo>
                  <a:pt x="15070" y="56408"/>
                </a:lnTo>
                <a:lnTo>
                  <a:pt x="14833" y="56234"/>
                </a:lnTo>
                <a:lnTo>
                  <a:pt x="14603" y="56051"/>
                </a:lnTo>
                <a:lnTo>
                  <a:pt x="14380" y="55859"/>
                </a:lnTo>
                <a:lnTo>
                  <a:pt x="14163" y="55658"/>
                </a:lnTo>
                <a:lnTo>
                  <a:pt x="13953" y="55448"/>
                </a:lnTo>
                <a:lnTo>
                  <a:pt x="13751" y="55230"/>
                </a:lnTo>
                <a:lnTo>
                  <a:pt x="13558" y="55005"/>
                </a:lnTo>
                <a:lnTo>
                  <a:pt x="13373" y="54771"/>
                </a:lnTo>
                <a:lnTo>
                  <a:pt x="13196" y="54530"/>
                </a:lnTo>
                <a:lnTo>
                  <a:pt x="13029" y="54282"/>
                </a:lnTo>
                <a:lnTo>
                  <a:pt x="12869" y="54025"/>
                </a:lnTo>
                <a:lnTo>
                  <a:pt x="12719" y="53761"/>
                </a:lnTo>
                <a:lnTo>
                  <a:pt x="12577" y="53490"/>
                </a:lnTo>
                <a:lnTo>
                  <a:pt x="12443" y="53211"/>
                </a:lnTo>
                <a:lnTo>
                  <a:pt x="12319" y="52924"/>
                </a:lnTo>
                <a:lnTo>
                  <a:pt x="12202" y="52629"/>
                </a:lnTo>
                <a:lnTo>
                  <a:pt x="12095" y="52327"/>
                </a:lnTo>
                <a:lnTo>
                  <a:pt x="11996" y="52017"/>
                </a:lnTo>
                <a:lnTo>
                  <a:pt x="11906" y="51700"/>
                </a:lnTo>
                <a:lnTo>
                  <a:pt x="11824" y="51375"/>
                </a:lnTo>
                <a:lnTo>
                  <a:pt x="11751" y="51042"/>
                </a:lnTo>
                <a:lnTo>
                  <a:pt x="11686" y="50702"/>
                </a:lnTo>
                <a:lnTo>
                  <a:pt x="11630" y="50354"/>
                </a:lnTo>
                <a:lnTo>
                  <a:pt x="11583" y="49998"/>
                </a:lnTo>
                <a:lnTo>
                  <a:pt x="11544" y="49635"/>
                </a:lnTo>
                <a:lnTo>
                  <a:pt x="11514" y="49264"/>
                </a:lnTo>
                <a:lnTo>
                  <a:pt x="11493" y="48885"/>
                </a:lnTo>
                <a:lnTo>
                  <a:pt x="11480" y="48499"/>
                </a:lnTo>
                <a:lnTo>
                  <a:pt x="11475" y="48105"/>
                </a:lnTo>
                <a:lnTo>
                  <a:pt x="11475" y="35436"/>
                </a:lnTo>
                <a:lnTo>
                  <a:pt x="11480" y="35042"/>
                </a:lnTo>
                <a:lnTo>
                  <a:pt x="11493" y="34656"/>
                </a:lnTo>
                <a:lnTo>
                  <a:pt x="11514" y="34277"/>
                </a:lnTo>
                <a:lnTo>
                  <a:pt x="11544" y="33906"/>
                </a:lnTo>
                <a:lnTo>
                  <a:pt x="11583" y="33543"/>
                </a:lnTo>
                <a:lnTo>
                  <a:pt x="11630" y="33187"/>
                </a:lnTo>
                <a:lnTo>
                  <a:pt x="11686" y="32839"/>
                </a:lnTo>
                <a:lnTo>
                  <a:pt x="11751" y="32498"/>
                </a:lnTo>
                <a:lnTo>
                  <a:pt x="11824" y="32166"/>
                </a:lnTo>
                <a:lnTo>
                  <a:pt x="11906" y="31841"/>
                </a:lnTo>
                <a:lnTo>
                  <a:pt x="11996" y="31523"/>
                </a:lnTo>
                <a:lnTo>
                  <a:pt x="12095" y="31213"/>
                </a:lnTo>
                <a:lnTo>
                  <a:pt x="12202" y="30911"/>
                </a:lnTo>
                <a:lnTo>
                  <a:pt x="12319" y="30616"/>
                </a:lnTo>
                <a:lnTo>
                  <a:pt x="12443" y="30330"/>
                </a:lnTo>
                <a:lnTo>
                  <a:pt x="12577" y="30050"/>
                </a:lnTo>
                <a:lnTo>
                  <a:pt x="12719" y="29779"/>
                </a:lnTo>
                <a:lnTo>
                  <a:pt x="12869" y="29515"/>
                </a:lnTo>
                <a:lnTo>
                  <a:pt x="13029" y="29259"/>
                </a:lnTo>
                <a:lnTo>
                  <a:pt x="13196" y="29010"/>
                </a:lnTo>
                <a:lnTo>
                  <a:pt x="13373" y="28769"/>
                </a:lnTo>
                <a:lnTo>
                  <a:pt x="13558" y="28536"/>
                </a:lnTo>
                <a:lnTo>
                  <a:pt x="13751" y="28310"/>
                </a:lnTo>
                <a:lnTo>
                  <a:pt x="13953" y="28092"/>
                </a:lnTo>
                <a:lnTo>
                  <a:pt x="14163" y="27882"/>
                </a:lnTo>
                <a:lnTo>
                  <a:pt x="14380" y="27681"/>
                </a:lnTo>
                <a:lnTo>
                  <a:pt x="14603" y="27489"/>
                </a:lnTo>
                <a:lnTo>
                  <a:pt x="14833" y="27306"/>
                </a:lnTo>
                <a:lnTo>
                  <a:pt x="15070" y="27132"/>
                </a:lnTo>
                <a:lnTo>
                  <a:pt x="15313" y="26967"/>
                </a:lnTo>
                <a:lnTo>
                  <a:pt x="15563" y="26811"/>
                </a:lnTo>
                <a:lnTo>
                  <a:pt x="15820" y="26664"/>
                </a:lnTo>
                <a:lnTo>
                  <a:pt x="16083" y="26525"/>
                </a:lnTo>
                <a:lnTo>
                  <a:pt x="16353" y="26396"/>
                </a:lnTo>
                <a:lnTo>
                  <a:pt x="16630" y="26276"/>
                </a:lnTo>
                <a:lnTo>
                  <a:pt x="16914" y="26164"/>
                </a:lnTo>
                <a:lnTo>
                  <a:pt x="17204" y="26061"/>
                </a:lnTo>
                <a:lnTo>
                  <a:pt x="17501" y="25968"/>
                </a:lnTo>
                <a:lnTo>
                  <a:pt x="17804" y="25883"/>
                </a:lnTo>
                <a:lnTo>
                  <a:pt x="18115" y="25807"/>
                </a:lnTo>
                <a:lnTo>
                  <a:pt x="18432" y="25740"/>
                </a:lnTo>
                <a:lnTo>
                  <a:pt x="18756" y="25682"/>
                </a:lnTo>
                <a:lnTo>
                  <a:pt x="19086" y="25633"/>
                </a:lnTo>
                <a:lnTo>
                  <a:pt x="19423" y="25593"/>
                </a:lnTo>
                <a:lnTo>
                  <a:pt x="19767" y="25562"/>
                </a:lnTo>
                <a:lnTo>
                  <a:pt x="20117" y="25539"/>
                </a:lnTo>
                <a:lnTo>
                  <a:pt x="20475" y="25526"/>
                </a:lnTo>
                <a:lnTo>
                  <a:pt x="20838" y="25521"/>
                </a:lnTo>
                <a:lnTo>
                  <a:pt x="21202" y="25526"/>
                </a:lnTo>
                <a:lnTo>
                  <a:pt x="21559" y="25540"/>
                </a:lnTo>
                <a:lnTo>
                  <a:pt x="21909" y="25562"/>
                </a:lnTo>
                <a:lnTo>
                  <a:pt x="22253" y="25594"/>
                </a:lnTo>
                <a:lnTo>
                  <a:pt x="22589" y="25635"/>
                </a:lnTo>
                <a:lnTo>
                  <a:pt x="22918" y="25685"/>
                </a:lnTo>
                <a:lnTo>
                  <a:pt x="23241" y="25744"/>
                </a:lnTo>
                <a:lnTo>
                  <a:pt x="23557" y="25812"/>
                </a:lnTo>
                <a:lnTo>
                  <a:pt x="23866" y="25889"/>
                </a:lnTo>
                <a:lnTo>
                  <a:pt x="24168" y="25976"/>
                </a:lnTo>
                <a:lnTo>
                  <a:pt x="24463" y="26071"/>
                </a:lnTo>
                <a:lnTo>
                  <a:pt x="24752" y="26176"/>
                </a:lnTo>
                <a:lnTo>
                  <a:pt x="25033" y="26289"/>
                </a:lnTo>
                <a:lnTo>
                  <a:pt x="25308" y="26412"/>
                </a:lnTo>
                <a:lnTo>
                  <a:pt x="25576" y="26544"/>
                </a:lnTo>
                <a:lnTo>
                  <a:pt x="25837" y="26684"/>
                </a:lnTo>
                <a:lnTo>
                  <a:pt x="26091" y="26834"/>
                </a:lnTo>
                <a:lnTo>
                  <a:pt x="26338" y="26993"/>
                </a:lnTo>
                <a:lnTo>
                  <a:pt x="26578" y="27161"/>
                </a:lnTo>
                <a:lnTo>
                  <a:pt x="26812" y="27339"/>
                </a:lnTo>
                <a:lnTo>
                  <a:pt x="27038" y="27525"/>
                </a:lnTo>
                <a:lnTo>
                  <a:pt x="27258" y="27720"/>
                </a:lnTo>
                <a:lnTo>
                  <a:pt x="27471" y="27925"/>
                </a:lnTo>
                <a:lnTo>
                  <a:pt x="27677" y="28138"/>
                </a:lnTo>
                <a:lnTo>
                  <a:pt x="27876" y="28360"/>
                </a:lnTo>
                <a:lnTo>
                  <a:pt x="28066" y="28588"/>
                </a:lnTo>
                <a:lnTo>
                  <a:pt x="28247" y="28824"/>
                </a:lnTo>
                <a:lnTo>
                  <a:pt x="28421" y="29067"/>
                </a:lnTo>
                <a:lnTo>
                  <a:pt x="28585" y="29318"/>
                </a:lnTo>
                <a:lnTo>
                  <a:pt x="28742" y="29575"/>
                </a:lnTo>
                <a:lnTo>
                  <a:pt x="28890" y="29840"/>
                </a:lnTo>
                <a:lnTo>
                  <a:pt x="29029" y="30111"/>
                </a:lnTo>
                <a:lnTo>
                  <a:pt x="29160" y="30390"/>
                </a:lnTo>
                <a:lnTo>
                  <a:pt x="29282" y="30676"/>
                </a:lnTo>
                <a:lnTo>
                  <a:pt x="29396" y="30970"/>
                </a:lnTo>
                <a:lnTo>
                  <a:pt x="29502" y="31270"/>
                </a:lnTo>
                <a:lnTo>
                  <a:pt x="29599" y="31578"/>
                </a:lnTo>
                <a:lnTo>
                  <a:pt x="29688" y="31893"/>
                </a:lnTo>
                <a:lnTo>
                  <a:pt x="29768" y="32215"/>
                </a:lnTo>
                <a:lnTo>
                  <a:pt x="29840" y="32544"/>
                </a:lnTo>
                <a:lnTo>
                  <a:pt x="29903" y="32880"/>
                </a:lnTo>
                <a:lnTo>
                  <a:pt x="29958" y="33224"/>
                </a:lnTo>
                <a:lnTo>
                  <a:pt x="30005" y="33575"/>
                </a:lnTo>
                <a:lnTo>
                  <a:pt x="30043" y="33933"/>
                </a:lnTo>
                <a:lnTo>
                  <a:pt x="30072" y="34298"/>
                </a:lnTo>
                <a:lnTo>
                  <a:pt x="30094" y="34670"/>
                </a:lnTo>
                <a:lnTo>
                  <a:pt x="30106" y="35050"/>
                </a:lnTo>
                <a:lnTo>
                  <a:pt x="30110" y="35436"/>
                </a:lnTo>
                <a:lnTo>
                  <a:pt x="30110" y="48105"/>
                </a:lnTo>
                <a:lnTo>
                  <a:pt x="30106" y="48492"/>
                </a:lnTo>
                <a:lnTo>
                  <a:pt x="30094" y="48871"/>
                </a:lnTo>
                <a:lnTo>
                  <a:pt x="30072" y="49243"/>
                </a:lnTo>
                <a:lnTo>
                  <a:pt x="30043" y="49608"/>
                </a:lnTo>
                <a:lnTo>
                  <a:pt x="30005" y="49966"/>
                </a:lnTo>
                <a:lnTo>
                  <a:pt x="29958" y="50317"/>
                </a:lnTo>
                <a:lnTo>
                  <a:pt x="29903" y="50660"/>
                </a:lnTo>
                <a:lnTo>
                  <a:pt x="29840" y="50997"/>
                </a:lnTo>
                <a:lnTo>
                  <a:pt x="29768" y="51326"/>
                </a:lnTo>
                <a:lnTo>
                  <a:pt x="29688" y="51648"/>
                </a:lnTo>
                <a:lnTo>
                  <a:pt x="29599" y="51963"/>
                </a:lnTo>
                <a:lnTo>
                  <a:pt x="29502" y="52271"/>
                </a:lnTo>
                <a:lnTo>
                  <a:pt x="29396" y="52571"/>
                </a:lnTo>
                <a:lnTo>
                  <a:pt x="29282" y="52864"/>
                </a:lnTo>
                <a:lnTo>
                  <a:pt x="29160" y="53151"/>
                </a:lnTo>
                <a:lnTo>
                  <a:pt x="29029" y="53430"/>
                </a:lnTo>
                <a:lnTo>
                  <a:pt x="28890" y="53701"/>
                </a:lnTo>
                <a:lnTo>
                  <a:pt x="28742" y="53966"/>
                </a:lnTo>
                <a:lnTo>
                  <a:pt x="28585" y="54224"/>
                </a:lnTo>
                <a:lnTo>
                  <a:pt x="28421" y="54474"/>
                </a:lnTo>
                <a:lnTo>
                  <a:pt x="28247" y="54717"/>
                </a:lnTo>
                <a:lnTo>
                  <a:pt x="28066" y="54953"/>
                </a:lnTo>
                <a:lnTo>
                  <a:pt x="27876" y="55182"/>
                </a:lnTo>
                <a:lnTo>
                  <a:pt x="27677" y="55403"/>
                </a:lnTo>
                <a:lnTo>
                  <a:pt x="27471" y="55617"/>
                </a:lnTo>
                <a:lnTo>
                  <a:pt x="27258" y="55821"/>
                </a:lnTo>
                <a:lnTo>
                  <a:pt x="27038" y="56016"/>
                </a:lnTo>
                <a:lnTo>
                  <a:pt x="26812" y="56203"/>
                </a:lnTo>
                <a:lnTo>
                  <a:pt x="26578" y="56380"/>
                </a:lnTo>
                <a:lnTo>
                  <a:pt x="26338" y="56548"/>
                </a:lnTo>
                <a:lnTo>
                  <a:pt x="26091" y="56707"/>
                </a:lnTo>
                <a:lnTo>
                  <a:pt x="25837" y="56856"/>
                </a:lnTo>
                <a:lnTo>
                  <a:pt x="25576" y="56997"/>
                </a:lnTo>
                <a:lnTo>
                  <a:pt x="25308" y="57129"/>
                </a:lnTo>
                <a:lnTo>
                  <a:pt x="25033" y="57251"/>
                </a:lnTo>
                <a:lnTo>
                  <a:pt x="24752" y="57365"/>
                </a:lnTo>
                <a:lnTo>
                  <a:pt x="24463" y="57469"/>
                </a:lnTo>
                <a:lnTo>
                  <a:pt x="24168" y="57565"/>
                </a:lnTo>
                <a:lnTo>
                  <a:pt x="23866" y="57651"/>
                </a:lnTo>
                <a:lnTo>
                  <a:pt x="23557" y="57728"/>
                </a:lnTo>
                <a:lnTo>
                  <a:pt x="23241" y="57796"/>
                </a:lnTo>
                <a:lnTo>
                  <a:pt x="22918" y="57855"/>
                </a:lnTo>
                <a:lnTo>
                  <a:pt x="22589" y="57905"/>
                </a:lnTo>
                <a:lnTo>
                  <a:pt x="22253" y="57946"/>
                </a:lnTo>
                <a:lnTo>
                  <a:pt x="21909" y="57978"/>
                </a:lnTo>
                <a:lnTo>
                  <a:pt x="21559" y="58001"/>
                </a:lnTo>
                <a:lnTo>
                  <a:pt x="21202" y="58014"/>
                </a:lnTo>
                <a:lnTo>
                  <a:pt x="20838" y="58019"/>
                </a:lnTo>
                <a:lnTo>
                  <a:pt x="20475" y="58014"/>
                </a:lnTo>
                <a:lnTo>
                  <a:pt x="20117" y="58001"/>
                </a:lnTo>
                <a:lnTo>
                  <a:pt x="19767" y="57979"/>
                </a:lnTo>
                <a:close/>
                <a:moveTo>
                  <a:pt x="78269" y="67873"/>
                </a:moveTo>
                <a:lnTo>
                  <a:pt x="78913" y="67825"/>
                </a:lnTo>
                <a:lnTo>
                  <a:pt x="79548" y="67764"/>
                </a:lnTo>
                <a:lnTo>
                  <a:pt x="80175" y="67690"/>
                </a:lnTo>
                <a:lnTo>
                  <a:pt x="80794" y="67602"/>
                </a:lnTo>
                <a:lnTo>
                  <a:pt x="81404" y="67500"/>
                </a:lnTo>
                <a:lnTo>
                  <a:pt x="82005" y="67385"/>
                </a:lnTo>
                <a:lnTo>
                  <a:pt x="82598" y="67256"/>
                </a:lnTo>
                <a:lnTo>
                  <a:pt x="83183" y="67114"/>
                </a:lnTo>
                <a:lnTo>
                  <a:pt x="83759" y="66958"/>
                </a:lnTo>
                <a:lnTo>
                  <a:pt x="84326" y="66789"/>
                </a:lnTo>
                <a:lnTo>
                  <a:pt x="84886" y="66606"/>
                </a:lnTo>
                <a:lnTo>
                  <a:pt x="85436" y="66410"/>
                </a:lnTo>
                <a:lnTo>
                  <a:pt x="85979" y="66200"/>
                </a:lnTo>
                <a:lnTo>
                  <a:pt x="86512" y="65976"/>
                </a:lnTo>
                <a:lnTo>
                  <a:pt x="87038" y="65739"/>
                </a:lnTo>
                <a:lnTo>
                  <a:pt x="87555" y="65489"/>
                </a:lnTo>
                <a:lnTo>
                  <a:pt x="88063" y="65224"/>
                </a:lnTo>
                <a:lnTo>
                  <a:pt x="88563" y="64947"/>
                </a:lnTo>
                <a:lnTo>
                  <a:pt x="89055" y="64656"/>
                </a:lnTo>
                <a:lnTo>
                  <a:pt x="89538" y="64351"/>
                </a:lnTo>
                <a:lnTo>
                  <a:pt x="90013" y="64032"/>
                </a:lnTo>
                <a:lnTo>
                  <a:pt x="90475" y="63703"/>
                </a:lnTo>
                <a:lnTo>
                  <a:pt x="90923" y="63364"/>
                </a:lnTo>
                <a:lnTo>
                  <a:pt x="91356" y="63016"/>
                </a:lnTo>
                <a:lnTo>
                  <a:pt x="91773" y="62659"/>
                </a:lnTo>
                <a:lnTo>
                  <a:pt x="92176" y="62293"/>
                </a:lnTo>
                <a:lnTo>
                  <a:pt x="92563" y="61918"/>
                </a:lnTo>
                <a:lnTo>
                  <a:pt x="92935" y="61534"/>
                </a:lnTo>
                <a:lnTo>
                  <a:pt x="93292" y="61141"/>
                </a:lnTo>
                <a:lnTo>
                  <a:pt x="93634" y="60738"/>
                </a:lnTo>
                <a:lnTo>
                  <a:pt x="93960" y="60327"/>
                </a:lnTo>
                <a:lnTo>
                  <a:pt x="94272" y="59907"/>
                </a:lnTo>
                <a:lnTo>
                  <a:pt x="94568" y="59477"/>
                </a:lnTo>
                <a:lnTo>
                  <a:pt x="94849" y="59038"/>
                </a:lnTo>
                <a:lnTo>
                  <a:pt x="95115" y="58591"/>
                </a:lnTo>
                <a:lnTo>
                  <a:pt x="95366" y="58134"/>
                </a:lnTo>
                <a:lnTo>
                  <a:pt x="95602" y="57668"/>
                </a:lnTo>
                <a:lnTo>
                  <a:pt x="95823" y="57193"/>
                </a:lnTo>
                <a:lnTo>
                  <a:pt x="96028" y="56709"/>
                </a:lnTo>
                <a:lnTo>
                  <a:pt x="96219" y="56215"/>
                </a:lnTo>
                <a:lnTo>
                  <a:pt x="96394" y="55713"/>
                </a:lnTo>
                <a:lnTo>
                  <a:pt x="96554" y="55202"/>
                </a:lnTo>
                <a:lnTo>
                  <a:pt x="96699" y="54681"/>
                </a:lnTo>
                <a:lnTo>
                  <a:pt x="96829" y="54152"/>
                </a:lnTo>
                <a:lnTo>
                  <a:pt x="96944" y="53613"/>
                </a:lnTo>
                <a:lnTo>
                  <a:pt x="85652" y="53613"/>
                </a:lnTo>
                <a:lnTo>
                  <a:pt x="85595" y="53825"/>
                </a:lnTo>
                <a:lnTo>
                  <a:pt x="85533" y="54033"/>
                </a:lnTo>
                <a:lnTo>
                  <a:pt x="85464" y="54236"/>
                </a:lnTo>
                <a:lnTo>
                  <a:pt x="85389" y="54436"/>
                </a:lnTo>
                <a:lnTo>
                  <a:pt x="85308" y="54630"/>
                </a:lnTo>
                <a:lnTo>
                  <a:pt x="85221" y="54821"/>
                </a:lnTo>
                <a:lnTo>
                  <a:pt x="85128" y="55007"/>
                </a:lnTo>
                <a:lnTo>
                  <a:pt x="85029" y="55189"/>
                </a:lnTo>
                <a:lnTo>
                  <a:pt x="84924" y="55367"/>
                </a:lnTo>
                <a:lnTo>
                  <a:pt x="84813" y="55540"/>
                </a:lnTo>
                <a:lnTo>
                  <a:pt x="84696" y="55709"/>
                </a:lnTo>
                <a:lnTo>
                  <a:pt x="84573" y="55874"/>
                </a:lnTo>
                <a:lnTo>
                  <a:pt x="84444" y="56034"/>
                </a:lnTo>
                <a:lnTo>
                  <a:pt x="84308" y="56190"/>
                </a:lnTo>
                <a:lnTo>
                  <a:pt x="84167" y="56342"/>
                </a:lnTo>
                <a:lnTo>
                  <a:pt x="84019" y="56490"/>
                </a:lnTo>
                <a:lnTo>
                  <a:pt x="83866" y="56633"/>
                </a:lnTo>
                <a:lnTo>
                  <a:pt x="83706" y="56772"/>
                </a:lnTo>
                <a:lnTo>
                  <a:pt x="83541" y="56906"/>
                </a:lnTo>
                <a:lnTo>
                  <a:pt x="83369" y="57036"/>
                </a:lnTo>
                <a:lnTo>
                  <a:pt x="83191" y="57162"/>
                </a:lnTo>
                <a:lnTo>
                  <a:pt x="83008" y="57284"/>
                </a:lnTo>
                <a:lnTo>
                  <a:pt x="82818" y="57401"/>
                </a:lnTo>
                <a:lnTo>
                  <a:pt x="82622" y="57514"/>
                </a:lnTo>
                <a:lnTo>
                  <a:pt x="82420" y="57623"/>
                </a:lnTo>
                <a:lnTo>
                  <a:pt x="82214" y="57727"/>
                </a:lnTo>
                <a:lnTo>
                  <a:pt x="82002" y="57826"/>
                </a:lnTo>
                <a:lnTo>
                  <a:pt x="81786" y="57921"/>
                </a:lnTo>
                <a:lnTo>
                  <a:pt x="81564" y="58011"/>
                </a:lnTo>
                <a:lnTo>
                  <a:pt x="81337" y="58097"/>
                </a:lnTo>
                <a:lnTo>
                  <a:pt x="81105" y="58178"/>
                </a:lnTo>
                <a:lnTo>
                  <a:pt x="80868" y="58254"/>
                </a:lnTo>
                <a:lnTo>
                  <a:pt x="80625" y="58325"/>
                </a:lnTo>
                <a:lnTo>
                  <a:pt x="80378" y="58392"/>
                </a:lnTo>
                <a:lnTo>
                  <a:pt x="80125" y="58455"/>
                </a:lnTo>
                <a:lnTo>
                  <a:pt x="79868" y="58513"/>
                </a:lnTo>
                <a:lnTo>
                  <a:pt x="79605" y="58566"/>
                </a:lnTo>
                <a:lnTo>
                  <a:pt x="79338" y="58614"/>
                </a:lnTo>
                <a:lnTo>
                  <a:pt x="79065" y="58658"/>
                </a:lnTo>
                <a:lnTo>
                  <a:pt x="78787" y="58697"/>
                </a:lnTo>
                <a:lnTo>
                  <a:pt x="78504" y="58732"/>
                </a:lnTo>
                <a:lnTo>
                  <a:pt x="78216" y="58762"/>
                </a:lnTo>
                <a:lnTo>
                  <a:pt x="77922" y="58787"/>
                </a:lnTo>
                <a:lnTo>
                  <a:pt x="77624" y="58808"/>
                </a:lnTo>
                <a:lnTo>
                  <a:pt x="77321" y="58824"/>
                </a:lnTo>
                <a:lnTo>
                  <a:pt x="77012" y="58836"/>
                </a:lnTo>
                <a:lnTo>
                  <a:pt x="76699" y="58843"/>
                </a:lnTo>
                <a:lnTo>
                  <a:pt x="76380" y="58845"/>
                </a:lnTo>
                <a:lnTo>
                  <a:pt x="75963" y="58841"/>
                </a:lnTo>
                <a:lnTo>
                  <a:pt x="75556" y="58826"/>
                </a:lnTo>
                <a:lnTo>
                  <a:pt x="75156" y="58803"/>
                </a:lnTo>
                <a:lnTo>
                  <a:pt x="74766" y="58770"/>
                </a:lnTo>
                <a:lnTo>
                  <a:pt x="74383" y="58728"/>
                </a:lnTo>
                <a:lnTo>
                  <a:pt x="74010" y="58676"/>
                </a:lnTo>
                <a:lnTo>
                  <a:pt x="73645" y="58615"/>
                </a:lnTo>
                <a:lnTo>
                  <a:pt x="73289" y="58544"/>
                </a:lnTo>
                <a:lnTo>
                  <a:pt x="72941" y="58464"/>
                </a:lnTo>
                <a:lnTo>
                  <a:pt x="72602" y="58375"/>
                </a:lnTo>
                <a:lnTo>
                  <a:pt x="72272" y="58276"/>
                </a:lnTo>
                <a:lnTo>
                  <a:pt x="71950" y="58168"/>
                </a:lnTo>
                <a:lnTo>
                  <a:pt x="71637" y="58051"/>
                </a:lnTo>
                <a:lnTo>
                  <a:pt x="71332" y="57924"/>
                </a:lnTo>
                <a:lnTo>
                  <a:pt x="71036" y="57787"/>
                </a:lnTo>
                <a:lnTo>
                  <a:pt x="70749" y="57642"/>
                </a:lnTo>
                <a:lnTo>
                  <a:pt x="70470" y="57487"/>
                </a:lnTo>
                <a:lnTo>
                  <a:pt x="70200" y="57322"/>
                </a:lnTo>
                <a:lnTo>
                  <a:pt x="69938" y="57148"/>
                </a:lnTo>
                <a:lnTo>
                  <a:pt x="69685" y="56965"/>
                </a:lnTo>
                <a:lnTo>
                  <a:pt x="69441" y="56772"/>
                </a:lnTo>
                <a:lnTo>
                  <a:pt x="69205" y="56570"/>
                </a:lnTo>
                <a:lnTo>
                  <a:pt x="68978" y="56358"/>
                </a:lnTo>
                <a:lnTo>
                  <a:pt x="68760" y="56137"/>
                </a:lnTo>
                <a:lnTo>
                  <a:pt x="68550" y="55907"/>
                </a:lnTo>
                <a:lnTo>
                  <a:pt x="68349" y="55668"/>
                </a:lnTo>
                <a:lnTo>
                  <a:pt x="68157" y="55420"/>
                </a:lnTo>
                <a:lnTo>
                  <a:pt x="67974" y="55162"/>
                </a:lnTo>
                <a:lnTo>
                  <a:pt x="67800" y="54896"/>
                </a:lnTo>
                <a:lnTo>
                  <a:pt x="67635" y="54620"/>
                </a:lnTo>
                <a:lnTo>
                  <a:pt x="67479" y="54335"/>
                </a:lnTo>
                <a:lnTo>
                  <a:pt x="67331" y="54042"/>
                </a:lnTo>
                <a:lnTo>
                  <a:pt x="67193" y="53739"/>
                </a:lnTo>
                <a:lnTo>
                  <a:pt x="67064" y="53427"/>
                </a:lnTo>
                <a:lnTo>
                  <a:pt x="66943" y="53106"/>
                </a:lnTo>
                <a:lnTo>
                  <a:pt x="66832" y="52776"/>
                </a:lnTo>
                <a:lnTo>
                  <a:pt x="66729" y="52436"/>
                </a:lnTo>
                <a:lnTo>
                  <a:pt x="66635" y="52088"/>
                </a:lnTo>
                <a:lnTo>
                  <a:pt x="66551" y="51731"/>
                </a:lnTo>
                <a:lnTo>
                  <a:pt x="66475" y="51364"/>
                </a:lnTo>
                <a:lnTo>
                  <a:pt x="66408" y="50989"/>
                </a:lnTo>
                <a:lnTo>
                  <a:pt x="66350" y="50604"/>
                </a:lnTo>
                <a:lnTo>
                  <a:pt x="66301" y="50210"/>
                </a:lnTo>
                <a:lnTo>
                  <a:pt x="66260" y="49807"/>
                </a:lnTo>
                <a:lnTo>
                  <a:pt x="66229" y="49395"/>
                </a:lnTo>
                <a:lnTo>
                  <a:pt x="66207" y="48974"/>
                </a:lnTo>
                <a:lnTo>
                  <a:pt x="66194" y="48544"/>
                </a:lnTo>
                <a:lnTo>
                  <a:pt x="66189" y="48105"/>
                </a:lnTo>
                <a:lnTo>
                  <a:pt x="66189" y="44525"/>
                </a:lnTo>
                <a:lnTo>
                  <a:pt x="97311" y="44525"/>
                </a:lnTo>
                <a:lnTo>
                  <a:pt x="97311" y="35436"/>
                </a:lnTo>
                <a:lnTo>
                  <a:pt x="97306" y="34942"/>
                </a:lnTo>
                <a:lnTo>
                  <a:pt x="97293" y="34452"/>
                </a:lnTo>
                <a:lnTo>
                  <a:pt x="97270" y="33968"/>
                </a:lnTo>
                <a:lnTo>
                  <a:pt x="97238" y="33489"/>
                </a:lnTo>
                <a:lnTo>
                  <a:pt x="97197" y="33016"/>
                </a:lnTo>
                <a:lnTo>
                  <a:pt x="97147" y="32547"/>
                </a:lnTo>
                <a:lnTo>
                  <a:pt x="97088" y="32084"/>
                </a:lnTo>
                <a:lnTo>
                  <a:pt x="97020" y="31626"/>
                </a:lnTo>
                <a:lnTo>
                  <a:pt x="96943" y="31174"/>
                </a:lnTo>
                <a:lnTo>
                  <a:pt x="96857" y="30727"/>
                </a:lnTo>
                <a:lnTo>
                  <a:pt x="96761" y="30285"/>
                </a:lnTo>
                <a:lnTo>
                  <a:pt x="96657" y="29848"/>
                </a:lnTo>
                <a:lnTo>
                  <a:pt x="96543" y="29416"/>
                </a:lnTo>
                <a:lnTo>
                  <a:pt x="96420" y="28990"/>
                </a:lnTo>
                <a:lnTo>
                  <a:pt x="96289" y="28569"/>
                </a:lnTo>
                <a:lnTo>
                  <a:pt x="96148" y="28153"/>
                </a:lnTo>
                <a:lnTo>
                  <a:pt x="95998" y="27743"/>
                </a:lnTo>
                <a:lnTo>
                  <a:pt x="95839" y="27338"/>
                </a:lnTo>
                <a:lnTo>
                  <a:pt x="95671" y="26938"/>
                </a:lnTo>
                <a:lnTo>
                  <a:pt x="95494" y="26543"/>
                </a:lnTo>
                <a:lnTo>
                  <a:pt x="95307" y="26154"/>
                </a:lnTo>
                <a:lnTo>
                  <a:pt x="95112" y="25770"/>
                </a:lnTo>
                <a:lnTo>
                  <a:pt x="94908" y="25391"/>
                </a:lnTo>
                <a:lnTo>
                  <a:pt x="94694" y="25017"/>
                </a:lnTo>
                <a:lnTo>
                  <a:pt x="94473" y="24649"/>
                </a:lnTo>
                <a:lnTo>
                  <a:pt x="94244" y="24289"/>
                </a:lnTo>
                <a:lnTo>
                  <a:pt x="94007" y="23935"/>
                </a:lnTo>
                <a:lnTo>
                  <a:pt x="93764" y="23588"/>
                </a:lnTo>
                <a:lnTo>
                  <a:pt x="93513" y="23247"/>
                </a:lnTo>
                <a:lnTo>
                  <a:pt x="93254" y="22914"/>
                </a:lnTo>
                <a:lnTo>
                  <a:pt x="92989" y="22587"/>
                </a:lnTo>
                <a:lnTo>
                  <a:pt x="92716" y="22268"/>
                </a:lnTo>
                <a:lnTo>
                  <a:pt x="92435" y="21955"/>
                </a:lnTo>
                <a:lnTo>
                  <a:pt x="92148" y="21649"/>
                </a:lnTo>
                <a:lnTo>
                  <a:pt x="91853" y="21350"/>
                </a:lnTo>
                <a:lnTo>
                  <a:pt x="91550" y="21058"/>
                </a:lnTo>
                <a:lnTo>
                  <a:pt x="91241" y="20772"/>
                </a:lnTo>
                <a:lnTo>
                  <a:pt x="90924" y="20494"/>
                </a:lnTo>
                <a:lnTo>
                  <a:pt x="90599" y="20222"/>
                </a:lnTo>
                <a:lnTo>
                  <a:pt x="90268" y="19957"/>
                </a:lnTo>
                <a:lnTo>
                  <a:pt x="89929" y="19699"/>
                </a:lnTo>
                <a:lnTo>
                  <a:pt x="89582" y="19448"/>
                </a:lnTo>
                <a:lnTo>
                  <a:pt x="89228" y="19204"/>
                </a:lnTo>
                <a:lnTo>
                  <a:pt x="88867" y="18967"/>
                </a:lnTo>
                <a:lnTo>
                  <a:pt x="88499" y="18736"/>
                </a:lnTo>
                <a:lnTo>
                  <a:pt x="88123" y="18513"/>
                </a:lnTo>
                <a:lnTo>
                  <a:pt x="87740" y="18296"/>
                </a:lnTo>
                <a:lnTo>
                  <a:pt x="87350" y="18086"/>
                </a:lnTo>
                <a:lnTo>
                  <a:pt x="86953" y="17884"/>
                </a:lnTo>
                <a:lnTo>
                  <a:pt x="86551" y="17690"/>
                </a:lnTo>
                <a:lnTo>
                  <a:pt x="86143" y="17505"/>
                </a:lnTo>
                <a:lnTo>
                  <a:pt x="85729" y="17328"/>
                </a:lnTo>
                <a:lnTo>
                  <a:pt x="85310" y="17160"/>
                </a:lnTo>
                <a:lnTo>
                  <a:pt x="84885" y="17001"/>
                </a:lnTo>
                <a:lnTo>
                  <a:pt x="84455" y="16850"/>
                </a:lnTo>
                <a:lnTo>
                  <a:pt x="84019" y="16708"/>
                </a:lnTo>
                <a:lnTo>
                  <a:pt x="83578" y="16575"/>
                </a:lnTo>
                <a:lnTo>
                  <a:pt x="83131" y="16450"/>
                </a:lnTo>
                <a:lnTo>
                  <a:pt x="82678" y="16334"/>
                </a:lnTo>
                <a:lnTo>
                  <a:pt x="82220" y="16226"/>
                </a:lnTo>
                <a:lnTo>
                  <a:pt x="81757" y="16127"/>
                </a:lnTo>
                <a:lnTo>
                  <a:pt x="81287" y="16037"/>
                </a:lnTo>
                <a:lnTo>
                  <a:pt x="80812" y="15955"/>
                </a:lnTo>
                <a:lnTo>
                  <a:pt x="80332" y="15882"/>
                </a:lnTo>
                <a:lnTo>
                  <a:pt x="79846" y="15817"/>
                </a:lnTo>
                <a:lnTo>
                  <a:pt x="79354" y="15761"/>
                </a:lnTo>
                <a:lnTo>
                  <a:pt x="78857" y="15714"/>
                </a:lnTo>
                <a:lnTo>
                  <a:pt x="78354" y="15675"/>
                </a:lnTo>
                <a:lnTo>
                  <a:pt x="77846" y="15645"/>
                </a:lnTo>
                <a:lnTo>
                  <a:pt x="77332" y="15624"/>
                </a:lnTo>
                <a:lnTo>
                  <a:pt x="76813" y="15611"/>
                </a:lnTo>
                <a:lnTo>
                  <a:pt x="76287" y="15606"/>
                </a:lnTo>
                <a:lnTo>
                  <a:pt x="75755" y="15611"/>
                </a:lnTo>
                <a:lnTo>
                  <a:pt x="75228" y="15624"/>
                </a:lnTo>
                <a:lnTo>
                  <a:pt x="74707" y="15645"/>
                </a:lnTo>
                <a:lnTo>
                  <a:pt x="74192" y="15675"/>
                </a:lnTo>
                <a:lnTo>
                  <a:pt x="73682" y="15714"/>
                </a:lnTo>
                <a:lnTo>
                  <a:pt x="73178" y="15761"/>
                </a:lnTo>
                <a:lnTo>
                  <a:pt x="72680" y="15817"/>
                </a:lnTo>
                <a:lnTo>
                  <a:pt x="72187" y="15882"/>
                </a:lnTo>
                <a:lnTo>
                  <a:pt x="71701" y="15955"/>
                </a:lnTo>
                <a:lnTo>
                  <a:pt x="71220" y="16037"/>
                </a:lnTo>
                <a:lnTo>
                  <a:pt x="70744" y="16127"/>
                </a:lnTo>
                <a:lnTo>
                  <a:pt x="70275" y="16226"/>
                </a:lnTo>
                <a:lnTo>
                  <a:pt x="69811" y="16334"/>
                </a:lnTo>
                <a:lnTo>
                  <a:pt x="69353" y="16450"/>
                </a:lnTo>
                <a:lnTo>
                  <a:pt x="68901" y="16575"/>
                </a:lnTo>
                <a:lnTo>
                  <a:pt x="68454" y="16708"/>
                </a:lnTo>
                <a:lnTo>
                  <a:pt x="68013" y="16850"/>
                </a:lnTo>
                <a:lnTo>
                  <a:pt x="67578" y="17001"/>
                </a:lnTo>
                <a:lnTo>
                  <a:pt x="67149" y="17160"/>
                </a:lnTo>
                <a:lnTo>
                  <a:pt x="66725" y="17328"/>
                </a:lnTo>
                <a:lnTo>
                  <a:pt x="66307" y="17505"/>
                </a:lnTo>
                <a:lnTo>
                  <a:pt x="65895" y="17690"/>
                </a:lnTo>
                <a:lnTo>
                  <a:pt x="65489" y="17884"/>
                </a:lnTo>
                <a:lnTo>
                  <a:pt x="65088" y="18086"/>
                </a:lnTo>
                <a:lnTo>
                  <a:pt x="64694" y="18296"/>
                </a:lnTo>
                <a:lnTo>
                  <a:pt x="64307" y="18513"/>
                </a:lnTo>
                <a:lnTo>
                  <a:pt x="63928" y="18736"/>
                </a:lnTo>
                <a:lnTo>
                  <a:pt x="63557" y="18967"/>
                </a:lnTo>
                <a:lnTo>
                  <a:pt x="63192" y="19204"/>
                </a:lnTo>
                <a:lnTo>
                  <a:pt x="62836" y="19448"/>
                </a:lnTo>
                <a:lnTo>
                  <a:pt x="62487" y="19699"/>
                </a:lnTo>
                <a:lnTo>
                  <a:pt x="62145" y="19957"/>
                </a:lnTo>
                <a:lnTo>
                  <a:pt x="61811" y="20222"/>
                </a:lnTo>
                <a:lnTo>
                  <a:pt x="61484" y="20494"/>
                </a:lnTo>
                <a:lnTo>
                  <a:pt x="61165" y="20772"/>
                </a:lnTo>
                <a:lnTo>
                  <a:pt x="60853" y="21058"/>
                </a:lnTo>
                <a:lnTo>
                  <a:pt x="60549" y="21350"/>
                </a:lnTo>
                <a:lnTo>
                  <a:pt x="60252" y="21649"/>
                </a:lnTo>
                <a:lnTo>
                  <a:pt x="59963" y="21955"/>
                </a:lnTo>
                <a:lnTo>
                  <a:pt x="59682" y="22268"/>
                </a:lnTo>
                <a:lnTo>
                  <a:pt x="59407" y="22587"/>
                </a:lnTo>
                <a:lnTo>
                  <a:pt x="59141" y="22914"/>
                </a:lnTo>
                <a:lnTo>
                  <a:pt x="58881" y="23247"/>
                </a:lnTo>
                <a:lnTo>
                  <a:pt x="58630" y="23588"/>
                </a:lnTo>
                <a:lnTo>
                  <a:pt x="58385" y="23935"/>
                </a:lnTo>
                <a:lnTo>
                  <a:pt x="58148" y="24289"/>
                </a:lnTo>
                <a:lnTo>
                  <a:pt x="57919" y="24649"/>
                </a:lnTo>
                <a:lnTo>
                  <a:pt x="57697" y="25017"/>
                </a:lnTo>
                <a:lnTo>
                  <a:pt x="57484" y="25391"/>
                </a:lnTo>
                <a:lnTo>
                  <a:pt x="57280" y="25770"/>
                </a:lnTo>
                <a:lnTo>
                  <a:pt x="57084" y="26154"/>
                </a:lnTo>
                <a:lnTo>
                  <a:pt x="56898" y="26543"/>
                </a:lnTo>
                <a:lnTo>
                  <a:pt x="56721" y="26938"/>
                </a:lnTo>
                <a:lnTo>
                  <a:pt x="56553" y="27338"/>
                </a:lnTo>
                <a:lnTo>
                  <a:pt x="56394" y="27743"/>
                </a:lnTo>
                <a:lnTo>
                  <a:pt x="56244" y="28153"/>
                </a:lnTo>
                <a:lnTo>
                  <a:pt x="56104" y="28569"/>
                </a:lnTo>
                <a:lnTo>
                  <a:pt x="55972" y="28990"/>
                </a:lnTo>
                <a:lnTo>
                  <a:pt x="55849" y="29416"/>
                </a:lnTo>
                <a:lnTo>
                  <a:pt x="55736" y="29848"/>
                </a:lnTo>
                <a:lnTo>
                  <a:pt x="55631" y="30285"/>
                </a:lnTo>
                <a:lnTo>
                  <a:pt x="55536" y="30727"/>
                </a:lnTo>
                <a:lnTo>
                  <a:pt x="55450" y="31174"/>
                </a:lnTo>
                <a:lnTo>
                  <a:pt x="55373" y="31626"/>
                </a:lnTo>
                <a:lnTo>
                  <a:pt x="55305" y="32084"/>
                </a:lnTo>
                <a:lnTo>
                  <a:pt x="55245" y="32547"/>
                </a:lnTo>
                <a:lnTo>
                  <a:pt x="55196" y="33016"/>
                </a:lnTo>
                <a:lnTo>
                  <a:pt x="55155" y="33489"/>
                </a:lnTo>
                <a:lnTo>
                  <a:pt x="55123" y="33968"/>
                </a:lnTo>
                <a:lnTo>
                  <a:pt x="55100" y="34452"/>
                </a:lnTo>
                <a:lnTo>
                  <a:pt x="55087" y="34942"/>
                </a:lnTo>
                <a:lnTo>
                  <a:pt x="55082" y="35436"/>
                </a:lnTo>
                <a:lnTo>
                  <a:pt x="55082" y="48105"/>
                </a:lnTo>
                <a:lnTo>
                  <a:pt x="55087" y="48600"/>
                </a:lnTo>
                <a:lnTo>
                  <a:pt x="55100" y="49089"/>
                </a:lnTo>
                <a:lnTo>
                  <a:pt x="55123" y="49573"/>
                </a:lnTo>
                <a:lnTo>
                  <a:pt x="55155" y="50052"/>
                </a:lnTo>
                <a:lnTo>
                  <a:pt x="55196" y="50525"/>
                </a:lnTo>
                <a:lnTo>
                  <a:pt x="55245" y="50994"/>
                </a:lnTo>
                <a:lnTo>
                  <a:pt x="55305" y="51457"/>
                </a:lnTo>
                <a:lnTo>
                  <a:pt x="55373" y="51914"/>
                </a:lnTo>
                <a:lnTo>
                  <a:pt x="55450" y="52367"/>
                </a:lnTo>
                <a:lnTo>
                  <a:pt x="55536" y="52814"/>
                </a:lnTo>
                <a:lnTo>
                  <a:pt x="55631" y="53256"/>
                </a:lnTo>
                <a:lnTo>
                  <a:pt x="55736" y="53693"/>
                </a:lnTo>
                <a:lnTo>
                  <a:pt x="55849" y="54125"/>
                </a:lnTo>
                <a:lnTo>
                  <a:pt x="55972" y="54551"/>
                </a:lnTo>
                <a:lnTo>
                  <a:pt x="56104" y="54972"/>
                </a:lnTo>
                <a:lnTo>
                  <a:pt x="56244" y="55388"/>
                </a:lnTo>
                <a:lnTo>
                  <a:pt x="56394" y="55798"/>
                </a:lnTo>
                <a:lnTo>
                  <a:pt x="56553" y="56203"/>
                </a:lnTo>
                <a:lnTo>
                  <a:pt x="56721" y="56603"/>
                </a:lnTo>
                <a:lnTo>
                  <a:pt x="56898" y="56998"/>
                </a:lnTo>
                <a:lnTo>
                  <a:pt x="57084" y="57387"/>
                </a:lnTo>
                <a:lnTo>
                  <a:pt x="57280" y="57772"/>
                </a:lnTo>
                <a:lnTo>
                  <a:pt x="57484" y="58151"/>
                </a:lnTo>
                <a:lnTo>
                  <a:pt x="57697" y="58524"/>
                </a:lnTo>
                <a:lnTo>
                  <a:pt x="57919" y="58892"/>
                </a:lnTo>
                <a:lnTo>
                  <a:pt x="58148" y="59253"/>
                </a:lnTo>
                <a:lnTo>
                  <a:pt x="58385" y="59607"/>
                </a:lnTo>
                <a:lnTo>
                  <a:pt x="58630" y="59954"/>
                </a:lnTo>
                <a:lnTo>
                  <a:pt x="58881" y="60294"/>
                </a:lnTo>
                <a:lnTo>
                  <a:pt x="59141" y="60627"/>
                </a:lnTo>
                <a:lnTo>
                  <a:pt x="59407" y="60954"/>
                </a:lnTo>
                <a:lnTo>
                  <a:pt x="59682" y="61273"/>
                </a:lnTo>
                <a:lnTo>
                  <a:pt x="59963" y="61586"/>
                </a:lnTo>
                <a:lnTo>
                  <a:pt x="60252" y="61892"/>
                </a:lnTo>
                <a:lnTo>
                  <a:pt x="60549" y="62191"/>
                </a:lnTo>
                <a:lnTo>
                  <a:pt x="60853" y="62483"/>
                </a:lnTo>
                <a:lnTo>
                  <a:pt x="61165" y="62768"/>
                </a:lnTo>
                <a:lnTo>
                  <a:pt x="61484" y="63047"/>
                </a:lnTo>
                <a:lnTo>
                  <a:pt x="61811" y="63319"/>
                </a:lnTo>
                <a:lnTo>
                  <a:pt x="62145" y="63584"/>
                </a:lnTo>
                <a:lnTo>
                  <a:pt x="62487" y="63842"/>
                </a:lnTo>
                <a:lnTo>
                  <a:pt x="62836" y="64093"/>
                </a:lnTo>
                <a:lnTo>
                  <a:pt x="63192" y="64337"/>
                </a:lnTo>
                <a:lnTo>
                  <a:pt x="63557" y="64574"/>
                </a:lnTo>
                <a:lnTo>
                  <a:pt x="63928" y="64805"/>
                </a:lnTo>
                <a:lnTo>
                  <a:pt x="64307" y="65029"/>
                </a:lnTo>
                <a:lnTo>
                  <a:pt x="64694" y="65246"/>
                </a:lnTo>
                <a:lnTo>
                  <a:pt x="65088" y="65456"/>
                </a:lnTo>
                <a:lnTo>
                  <a:pt x="65489" y="65658"/>
                </a:lnTo>
                <a:lnTo>
                  <a:pt x="65895" y="65851"/>
                </a:lnTo>
                <a:lnTo>
                  <a:pt x="66307" y="66036"/>
                </a:lnTo>
                <a:lnTo>
                  <a:pt x="66725" y="66213"/>
                </a:lnTo>
                <a:lnTo>
                  <a:pt x="67149" y="66381"/>
                </a:lnTo>
                <a:lnTo>
                  <a:pt x="67578" y="66540"/>
                </a:lnTo>
                <a:lnTo>
                  <a:pt x="68013" y="66690"/>
                </a:lnTo>
                <a:lnTo>
                  <a:pt x="68454" y="66832"/>
                </a:lnTo>
                <a:lnTo>
                  <a:pt x="68901" y="66966"/>
                </a:lnTo>
                <a:lnTo>
                  <a:pt x="69353" y="67090"/>
                </a:lnTo>
                <a:lnTo>
                  <a:pt x="69811" y="67207"/>
                </a:lnTo>
                <a:lnTo>
                  <a:pt x="70275" y="67314"/>
                </a:lnTo>
                <a:lnTo>
                  <a:pt x="70744" y="67413"/>
                </a:lnTo>
                <a:lnTo>
                  <a:pt x="71220" y="67503"/>
                </a:lnTo>
                <a:lnTo>
                  <a:pt x="71701" y="67585"/>
                </a:lnTo>
                <a:lnTo>
                  <a:pt x="72187" y="67658"/>
                </a:lnTo>
                <a:lnTo>
                  <a:pt x="72680" y="67723"/>
                </a:lnTo>
                <a:lnTo>
                  <a:pt x="73178" y="67779"/>
                </a:lnTo>
                <a:lnTo>
                  <a:pt x="73682" y="67826"/>
                </a:lnTo>
                <a:lnTo>
                  <a:pt x="74192" y="67865"/>
                </a:lnTo>
                <a:lnTo>
                  <a:pt x="74707" y="67895"/>
                </a:lnTo>
                <a:lnTo>
                  <a:pt x="75228" y="67916"/>
                </a:lnTo>
                <a:lnTo>
                  <a:pt x="75755" y="67929"/>
                </a:lnTo>
                <a:lnTo>
                  <a:pt x="76287" y="67934"/>
                </a:lnTo>
                <a:lnTo>
                  <a:pt x="76957" y="67927"/>
                </a:lnTo>
                <a:lnTo>
                  <a:pt x="77617" y="67907"/>
                </a:lnTo>
                <a:lnTo>
                  <a:pt x="78269" y="67873"/>
                </a:lnTo>
                <a:close/>
                <a:moveTo>
                  <a:pt x="66194" y="35004"/>
                </a:moveTo>
                <a:lnTo>
                  <a:pt x="66207" y="34581"/>
                </a:lnTo>
                <a:lnTo>
                  <a:pt x="66229" y="34165"/>
                </a:lnTo>
                <a:lnTo>
                  <a:pt x="66260" y="33758"/>
                </a:lnTo>
                <a:lnTo>
                  <a:pt x="66301" y="33359"/>
                </a:lnTo>
                <a:lnTo>
                  <a:pt x="66350" y="32969"/>
                </a:lnTo>
                <a:lnTo>
                  <a:pt x="66408" y="32587"/>
                </a:lnTo>
                <a:lnTo>
                  <a:pt x="66475" y="32213"/>
                </a:lnTo>
                <a:lnTo>
                  <a:pt x="66551" y="31847"/>
                </a:lnTo>
                <a:lnTo>
                  <a:pt x="66635" y="31490"/>
                </a:lnTo>
                <a:lnTo>
                  <a:pt x="66729" y="31141"/>
                </a:lnTo>
                <a:lnTo>
                  <a:pt x="66832" y="30800"/>
                </a:lnTo>
                <a:lnTo>
                  <a:pt x="66943" y="30467"/>
                </a:lnTo>
                <a:lnTo>
                  <a:pt x="67064" y="30143"/>
                </a:lnTo>
                <a:lnTo>
                  <a:pt x="67193" y="29827"/>
                </a:lnTo>
                <a:lnTo>
                  <a:pt x="67331" y="29520"/>
                </a:lnTo>
                <a:lnTo>
                  <a:pt x="67479" y="29221"/>
                </a:lnTo>
                <a:lnTo>
                  <a:pt x="67635" y="28930"/>
                </a:lnTo>
                <a:lnTo>
                  <a:pt x="67800" y="28647"/>
                </a:lnTo>
                <a:lnTo>
                  <a:pt x="67974" y="28373"/>
                </a:lnTo>
                <a:lnTo>
                  <a:pt x="68157" y="28106"/>
                </a:lnTo>
                <a:lnTo>
                  <a:pt x="68349" y="27849"/>
                </a:lnTo>
                <a:lnTo>
                  <a:pt x="68550" y="27599"/>
                </a:lnTo>
                <a:lnTo>
                  <a:pt x="68760" y="27358"/>
                </a:lnTo>
                <a:lnTo>
                  <a:pt x="68978" y="27126"/>
                </a:lnTo>
                <a:lnTo>
                  <a:pt x="69205" y="26903"/>
                </a:lnTo>
                <a:lnTo>
                  <a:pt x="69439" y="26691"/>
                </a:lnTo>
                <a:lnTo>
                  <a:pt x="69683" y="26488"/>
                </a:lnTo>
                <a:lnTo>
                  <a:pt x="69934" y="26295"/>
                </a:lnTo>
                <a:lnTo>
                  <a:pt x="70194" y="26112"/>
                </a:lnTo>
                <a:lnTo>
                  <a:pt x="70462" y="25940"/>
                </a:lnTo>
                <a:lnTo>
                  <a:pt x="70738" y="25776"/>
                </a:lnTo>
                <a:lnTo>
                  <a:pt x="71023" y="25623"/>
                </a:lnTo>
                <a:lnTo>
                  <a:pt x="71316" y="25480"/>
                </a:lnTo>
                <a:lnTo>
                  <a:pt x="71617" y="25347"/>
                </a:lnTo>
                <a:lnTo>
                  <a:pt x="71927" y="25223"/>
                </a:lnTo>
                <a:lnTo>
                  <a:pt x="72245" y="25109"/>
                </a:lnTo>
                <a:lnTo>
                  <a:pt x="72571" y="25006"/>
                </a:lnTo>
                <a:lnTo>
                  <a:pt x="72905" y="24912"/>
                </a:lnTo>
                <a:lnTo>
                  <a:pt x="73248" y="24828"/>
                </a:lnTo>
                <a:lnTo>
                  <a:pt x="73599" y="24754"/>
                </a:lnTo>
                <a:lnTo>
                  <a:pt x="73958" y="24689"/>
                </a:lnTo>
                <a:lnTo>
                  <a:pt x="74325" y="24635"/>
                </a:lnTo>
                <a:lnTo>
                  <a:pt x="74701" y="24590"/>
                </a:lnTo>
                <a:lnTo>
                  <a:pt x="75085" y="24556"/>
                </a:lnTo>
                <a:lnTo>
                  <a:pt x="75478" y="24531"/>
                </a:lnTo>
                <a:lnTo>
                  <a:pt x="75879" y="24516"/>
                </a:lnTo>
                <a:lnTo>
                  <a:pt x="76287" y="24511"/>
                </a:lnTo>
                <a:lnTo>
                  <a:pt x="76696" y="24516"/>
                </a:lnTo>
                <a:lnTo>
                  <a:pt x="77097" y="24531"/>
                </a:lnTo>
                <a:lnTo>
                  <a:pt x="77488" y="24555"/>
                </a:lnTo>
                <a:lnTo>
                  <a:pt x="77871" y="24589"/>
                </a:lnTo>
                <a:lnTo>
                  <a:pt x="78245" y="24633"/>
                </a:lnTo>
                <a:lnTo>
                  <a:pt x="78611" y="24686"/>
                </a:lnTo>
                <a:lnTo>
                  <a:pt x="78968" y="24750"/>
                </a:lnTo>
                <a:lnTo>
                  <a:pt x="79317" y="24823"/>
                </a:lnTo>
                <a:lnTo>
                  <a:pt x="79657" y="24905"/>
                </a:lnTo>
                <a:lnTo>
                  <a:pt x="79988" y="24998"/>
                </a:lnTo>
                <a:lnTo>
                  <a:pt x="80311" y="25100"/>
                </a:lnTo>
                <a:lnTo>
                  <a:pt x="80625" y="25211"/>
                </a:lnTo>
                <a:lnTo>
                  <a:pt x="80931" y="25333"/>
                </a:lnTo>
                <a:lnTo>
                  <a:pt x="81228" y="25464"/>
                </a:lnTo>
                <a:lnTo>
                  <a:pt x="81516" y="25605"/>
                </a:lnTo>
                <a:lnTo>
                  <a:pt x="81795" y="25756"/>
                </a:lnTo>
                <a:lnTo>
                  <a:pt x="82067" y="25916"/>
                </a:lnTo>
                <a:lnTo>
                  <a:pt x="82329" y="26086"/>
                </a:lnTo>
                <a:lnTo>
                  <a:pt x="82583" y="26266"/>
                </a:lnTo>
                <a:lnTo>
                  <a:pt x="82828" y="26456"/>
                </a:lnTo>
                <a:lnTo>
                  <a:pt x="83065" y="26655"/>
                </a:lnTo>
                <a:lnTo>
                  <a:pt x="83293" y="26864"/>
                </a:lnTo>
                <a:lnTo>
                  <a:pt x="83512" y="27083"/>
                </a:lnTo>
                <a:lnTo>
                  <a:pt x="83723" y="27312"/>
                </a:lnTo>
                <a:lnTo>
                  <a:pt x="83925" y="27549"/>
                </a:lnTo>
                <a:lnTo>
                  <a:pt x="84119" y="27795"/>
                </a:lnTo>
                <a:lnTo>
                  <a:pt x="84304" y="28050"/>
                </a:lnTo>
                <a:lnTo>
                  <a:pt x="84481" y="28313"/>
                </a:lnTo>
                <a:lnTo>
                  <a:pt x="84648" y="28584"/>
                </a:lnTo>
                <a:lnTo>
                  <a:pt x="84808" y="28864"/>
                </a:lnTo>
                <a:lnTo>
                  <a:pt x="84958" y="29152"/>
                </a:lnTo>
                <a:lnTo>
                  <a:pt x="85100" y="29449"/>
                </a:lnTo>
                <a:lnTo>
                  <a:pt x="85234" y="29754"/>
                </a:lnTo>
                <a:lnTo>
                  <a:pt x="85359" y="30067"/>
                </a:lnTo>
                <a:lnTo>
                  <a:pt x="85475" y="30389"/>
                </a:lnTo>
                <a:lnTo>
                  <a:pt x="85583" y="30720"/>
                </a:lnTo>
                <a:lnTo>
                  <a:pt x="85682" y="31059"/>
                </a:lnTo>
                <a:lnTo>
                  <a:pt x="85772" y="31406"/>
                </a:lnTo>
                <a:lnTo>
                  <a:pt x="85854" y="31762"/>
                </a:lnTo>
                <a:lnTo>
                  <a:pt x="85927" y="32126"/>
                </a:lnTo>
                <a:lnTo>
                  <a:pt x="85991" y="32499"/>
                </a:lnTo>
                <a:lnTo>
                  <a:pt x="86047" y="32880"/>
                </a:lnTo>
                <a:lnTo>
                  <a:pt x="86095" y="33269"/>
                </a:lnTo>
                <a:lnTo>
                  <a:pt x="86134" y="33667"/>
                </a:lnTo>
                <a:lnTo>
                  <a:pt x="86164" y="34074"/>
                </a:lnTo>
                <a:lnTo>
                  <a:pt x="86185" y="34489"/>
                </a:lnTo>
                <a:lnTo>
                  <a:pt x="86198" y="34912"/>
                </a:lnTo>
                <a:lnTo>
                  <a:pt x="86202" y="35344"/>
                </a:lnTo>
                <a:lnTo>
                  <a:pt x="86202" y="37188"/>
                </a:lnTo>
                <a:lnTo>
                  <a:pt x="66189" y="37364"/>
                </a:lnTo>
                <a:lnTo>
                  <a:pt x="66189" y="35436"/>
                </a:lnTo>
                <a:lnTo>
                  <a:pt x="66194" y="35004"/>
                </a:lnTo>
                <a:close/>
              </a:path>
            </a:pathLst>
          </a:custGeom>
          <a:solidFill xmlns:a="http://schemas.openxmlformats.org/drawingml/2006/main">
            <a:srgbClr val="D222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2" name="Text test():">
            <a:extLst xmlns:a="http://schemas.openxmlformats.org/drawingml/2006/main">
              <a:ext uri="{FF2B5EF4-FFF2-40B4-BE49-F238E27FC236}">
                <a16:creationId xmlns:a16="http://schemas.microsoft.com/office/drawing/2014/main" id="{0DFB50EC-D8EC-419B-B5AD-FDE71102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7199" y="3664160"/>
            <a:ext cx="362625" cy="88131"/>
          </a:xfrm>
          <a:custGeom xmlns:a="http://schemas.openxmlformats.org/drawingml/2006/main">
            <a:pathLst>
              <a:path w="362625" h="88131">
                <a:moveTo>
                  <a:pt x="355027" y="41094"/>
                </a:moveTo>
                <a:lnTo>
                  <a:pt x="355330" y="41068"/>
                </a:lnTo>
                <a:lnTo>
                  <a:pt x="355627" y="41034"/>
                </a:lnTo>
                <a:lnTo>
                  <a:pt x="355919" y="40993"/>
                </a:lnTo>
                <a:lnTo>
                  <a:pt x="356207" y="40944"/>
                </a:lnTo>
                <a:lnTo>
                  <a:pt x="356488" y="40888"/>
                </a:lnTo>
                <a:lnTo>
                  <a:pt x="356765" y="40824"/>
                </a:lnTo>
                <a:lnTo>
                  <a:pt x="357036" y="40753"/>
                </a:lnTo>
                <a:lnTo>
                  <a:pt x="357302" y="40675"/>
                </a:lnTo>
                <a:lnTo>
                  <a:pt x="357563" y="40588"/>
                </a:lnTo>
                <a:lnTo>
                  <a:pt x="357819" y="40495"/>
                </a:lnTo>
                <a:lnTo>
                  <a:pt x="358069" y="40394"/>
                </a:lnTo>
                <a:lnTo>
                  <a:pt x="358314" y="40285"/>
                </a:lnTo>
                <a:lnTo>
                  <a:pt x="358554" y="40169"/>
                </a:lnTo>
                <a:lnTo>
                  <a:pt x="358788" y="40045"/>
                </a:lnTo>
                <a:lnTo>
                  <a:pt x="359017" y="39914"/>
                </a:lnTo>
                <a:lnTo>
                  <a:pt x="359241" y="39776"/>
                </a:lnTo>
                <a:lnTo>
                  <a:pt x="359460" y="39630"/>
                </a:lnTo>
                <a:lnTo>
                  <a:pt x="359674" y="39476"/>
                </a:lnTo>
                <a:lnTo>
                  <a:pt x="359882" y="39315"/>
                </a:lnTo>
                <a:lnTo>
                  <a:pt x="360085" y="39147"/>
                </a:lnTo>
                <a:lnTo>
                  <a:pt x="360282" y="38971"/>
                </a:lnTo>
                <a:lnTo>
                  <a:pt x="360473" y="38789"/>
                </a:lnTo>
                <a:lnTo>
                  <a:pt x="360656" y="38602"/>
                </a:lnTo>
                <a:lnTo>
                  <a:pt x="360831" y="38412"/>
                </a:lnTo>
                <a:lnTo>
                  <a:pt x="360998" y="38217"/>
                </a:lnTo>
                <a:lnTo>
                  <a:pt x="361157" y="38018"/>
                </a:lnTo>
                <a:lnTo>
                  <a:pt x="361307" y="37814"/>
                </a:lnTo>
                <a:lnTo>
                  <a:pt x="361449" y="37607"/>
                </a:lnTo>
                <a:lnTo>
                  <a:pt x="361584" y="37395"/>
                </a:lnTo>
                <a:lnTo>
                  <a:pt x="361710" y="37178"/>
                </a:lnTo>
                <a:lnTo>
                  <a:pt x="361828" y="36958"/>
                </a:lnTo>
                <a:lnTo>
                  <a:pt x="361937" y="36733"/>
                </a:lnTo>
                <a:lnTo>
                  <a:pt x="362039" y="36503"/>
                </a:lnTo>
                <a:lnTo>
                  <a:pt x="362132" y="36270"/>
                </a:lnTo>
                <a:lnTo>
                  <a:pt x="362218" y="36032"/>
                </a:lnTo>
                <a:lnTo>
                  <a:pt x="362295" y="35790"/>
                </a:lnTo>
                <a:lnTo>
                  <a:pt x="362364" y="35543"/>
                </a:lnTo>
                <a:lnTo>
                  <a:pt x="362425" y="35292"/>
                </a:lnTo>
                <a:lnTo>
                  <a:pt x="362478" y="35037"/>
                </a:lnTo>
                <a:lnTo>
                  <a:pt x="362523" y="34778"/>
                </a:lnTo>
                <a:lnTo>
                  <a:pt x="362559" y="34514"/>
                </a:lnTo>
                <a:lnTo>
                  <a:pt x="362588" y="34246"/>
                </a:lnTo>
                <a:lnTo>
                  <a:pt x="362608" y="33974"/>
                </a:lnTo>
                <a:lnTo>
                  <a:pt x="362620" y="33697"/>
                </a:lnTo>
                <a:lnTo>
                  <a:pt x="362625" y="33416"/>
                </a:lnTo>
                <a:lnTo>
                  <a:pt x="362620" y="33128"/>
                </a:lnTo>
                <a:lnTo>
                  <a:pt x="362608" y="32844"/>
                </a:lnTo>
                <a:lnTo>
                  <a:pt x="362588" y="32566"/>
                </a:lnTo>
                <a:lnTo>
                  <a:pt x="362559" y="32291"/>
                </a:lnTo>
                <a:lnTo>
                  <a:pt x="362523" y="32022"/>
                </a:lnTo>
                <a:lnTo>
                  <a:pt x="362478" y="31758"/>
                </a:lnTo>
                <a:lnTo>
                  <a:pt x="362425" y="31498"/>
                </a:lnTo>
                <a:lnTo>
                  <a:pt x="362364" y="31243"/>
                </a:lnTo>
                <a:lnTo>
                  <a:pt x="362295" y="30993"/>
                </a:lnTo>
                <a:lnTo>
                  <a:pt x="362218" y="30748"/>
                </a:lnTo>
                <a:lnTo>
                  <a:pt x="362132" y="30507"/>
                </a:lnTo>
                <a:lnTo>
                  <a:pt x="362039" y="30272"/>
                </a:lnTo>
                <a:lnTo>
                  <a:pt x="361937" y="30041"/>
                </a:lnTo>
                <a:lnTo>
                  <a:pt x="361828" y="29814"/>
                </a:lnTo>
                <a:lnTo>
                  <a:pt x="361710" y="29593"/>
                </a:lnTo>
                <a:lnTo>
                  <a:pt x="361584" y="29376"/>
                </a:lnTo>
                <a:lnTo>
                  <a:pt x="361449" y="29165"/>
                </a:lnTo>
                <a:lnTo>
                  <a:pt x="361307" y="28958"/>
                </a:lnTo>
                <a:lnTo>
                  <a:pt x="361157" y="28755"/>
                </a:lnTo>
                <a:lnTo>
                  <a:pt x="360998" y="28558"/>
                </a:lnTo>
                <a:lnTo>
                  <a:pt x="360831" y="28365"/>
                </a:lnTo>
                <a:lnTo>
                  <a:pt x="360656" y="28177"/>
                </a:lnTo>
                <a:lnTo>
                  <a:pt x="360473" y="27994"/>
                </a:lnTo>
                <a:lnTo>
                  <a:pt x="360282" y="27816"/>
                </a:lnTo>
                <a:lnTo>
                  <a:pt x="360085" y="27644"/>
                </a:lnTo>
                <a:lnTo>
                  <a:pt x="359882" y="27479"/>
                </a:lnTo>
                <a:lnTo>
                  <a:pt x="359674" y="27321"/>
                </a:lnTo>
                <a:lnTo>
                  <a:pt x="359460" y="27171"/>
                </a:lnTo>
                <a:lnTo>
                  <a:pt x="359241" y="27028"/>
                </a:lnTo>
                <a:lnTo>
                  <a:pt x="359017" y="26892"/>
                </a:lnTo>
                <a:lnTo>
                  <a:pt x="358788" y="26764"/>
                </a:lnTo>
                <a:lnTo>
                  <a:pt x="358554" y="26643"/>
                </a:lnTo>
                <a:lnTo>
                  <a:pt x="358314" y="26529"/>
                </a:lnTo>
                <a:lnTo>
                  <a:pt x="358069" y="26423"/>
                </a:lnTo>
                <a:lnTo>
                  <a:pt x="357819" y="26324"/>
                </a:lnTo>
                <a:lnTo>
                  <a:pt x="357563" y="26233"/>
                </a:lnTo>
                <a:lnTo>
                  <a:pt x="357302" y="26148"/>
                </a:lnTo>
                <a:lnTo>
                  <a:pt x="357036" y="26071"/>
                </a:lnTo>
                <a:lnTo>
                  <a:pt x="356765" y="26002"/>
                </a:lnTo>
                <a:lnTo>
                  <a:pt x="356488" y="25939"/>
                </a:lnTo>
                <a:lnTo>
                  <a:pt x="356207" y="25884"/>
                </a:lnTo>
                <a:lnTo>
                  <a:pt x="355919" y="25837"/>
                </a:lnTo>
                <a:lnTo>
                  <a:pt x="355627" y="25796"/>
                </a:lnTo>
                <a:lnTo>
                  <a:pt x="355330" y="25764"/>
                </a:lnTo>
                <a:lnTo>
                  <a:pt x="355027" y="25738"/>
                </a:lnTo>
                <a:lnTo>
                  <a:pt x="354719" y="25720"/>
                </a:lnTo>
                <a:lnTo>
                  <a:pt x="354405" y="25709"/>
                </a:lnTo>
                <a:lnTo>
                  <a:pt x="354087" y="25705"/>
                </a:lnTo>
                <a:lnTo>
                  <a:pt x="353768" y="25709"/>
                </a:lnTo>
                <a:lnTo>
                  <a:pt x="353454" y="25720"/>
                </a:lnTo>
                <a:lnTo>
                  <a:pt x="353146" y="25738"/>
                </a:lnTo>
                <a:lnTo>
                  <a:pt x="352843" y="25764"/>
                </a:lnTo>
                <a:lnTo>
                  <a:pt x="352546" y="25796"/>
                </a:lnTo>
                <a:lnTo>
                  <a:pt x="352253" y="25837"/>
                </a:lnTo>
                <a:lnTo>
                  <a:pt x="351966" y="25884"/>
                </a:lnTo>
                <a:lnTo>
                  <a:pt x="351684" y="25939"/>
                </a:lnTo>
                <a:lnTo>
                  <a:pt x="351407" y="26002"/>
                </a:lnTo>
                <a:lnTo>
                  <a:pt x="351136" y="26071"/>
                </a:lnTo>
                <a:lnTo>
                  <a:pt x="350870" y="26148"/>
                </a:lnTo>
                <a:lnTo>
                  <a:pt x="350609" y="26233"/>
                </a:lnTo>
                <a:lnTo>
                  <a:pt x="350353" y="26324"/>
                </a:lnTo>
                <a:lnTo>
                  <a:pt x="350103" y="26423"/>
                </a:lnTo>
                <a:lnTo>
                  <a:pt x="349858" y="26529"/>
                </a:lnTo>
                <a:lnTo>
                  <a:pt x="349618" y="26643"/>
                </a:lnTo>
                <a:lnTo>
                  <a:pt x="349384" y="26764"/>
                </a:lnTo>
                <a:lnTo>
                  <a:pt x="349154" y="26892"/>
                </a:lnTo>
                <a:lnTo>
                  <a:pt x="348930" y="27028"/>
                </a:lnTo>
                <a:lnTo>
                  <a:pt x="348712" y="27171"/>
                </a:lnTo>
                <a:lnTo>
                  <a:pt x="348498" y="27321"/>
                </a:lnTo>
                <a:lnTo>
                  <a:pt x="348290" y="27479"/>
                </a:lnTo>
                <a:lnTo>
                  <a:pt x="348087" y="27644"/>
                </a:lnTo>
                <a:lnTo>
                  <a:pt x="347889" y="27816"/>
                </a:lnTo>
                <a:lnTo>
                  <a:pt x="347698" y="27994"/>
                </a:lnTo>
                <a:lnTo>
                  <a:pt x="347516" y="28177"/>
                </a:lnTo>
                <a:lnTo>
                  <a:pt x="347341" y="28365"/>
                </a:lnTo>
                <a:lnTo>
                  <a:pt x="347174" y="28558"/>
                </a:lnTo>
                <a:lnTo>
                  <a:pt x="347016" y="28755"/>
                </a:lnTo>
                <a:lnTo>
                  <a:pt x="346865" y="28958"/>
                </a:lnTo>
                <a:lnTo>
                  <a:pt x="346723" y="29165"/>
                </a:lnTo>
                <a:lnTo>
                  <a:pt x="346589" y="29376"/>
                </a:lnTo>
                <a:lnTo>
                  <a:pt x="346463" y="29593"/>
                </a:lnTo>
                <a:lnTo>
                  <a:pt x="346345" y="29814"/>
                </a:lnTo>
                <a:lnTo>
                  <a:pt x="346235" y="30041"/>
                </a:lnTo>
                <a:lnTo>
                  <a:pt x="346134" y="30272"/>
                </a:lnTo>
                <a:lnTo>
                  <a:pt x="346040" y="30507"/>
                </a:lnTo>
                <a:lnTo>
                  <a:pt x="345955" y="30748"/>
                </a:lnTo>
                <a:lnTo>
                  <a:pt x="345878" y="30993"/>
                </a:lnTo>
                <a:lnTo>
                  <a:pt x="345809" y="31243"/>
                </a:lnTo>
                <a:lnTo>
                  <a:pt x="345748" y="31498"/>
                </a:lnTo>
                <a:lnTo>
                  <a:pt x="345695" y="31758"/>
                </a:lnTo>
                <a:lnTo>
                  <a:pt x="345650" y="32022"/>
                </a:lnTo>
                <a:lnTo>
                  <a:pt x="345614" y="32291"/>
                </a:lnTo>
                <a:lnTo>
                  <a:pt x="345585" y="32566"/>
                </a:lnTo>
                <a:lnTo>
                  <a:pt x="345565" y="32844"/>
                </a:lnTo>
                <a:lnTo>
                  <a:pt x="345553" y="33128"/>
                </a:lnTo>
                <a:lnTo>
                  <a:pt x="345549" y="33416"/>
                </a:lnTo>
                <a:lnTo>
                  <a:pt x="345553" y="33697"/>
                </a:lnTo>
                <a:lnTo>
                  <a:pt x="345565" y="33974"/>
                </a:lnTo>
                <a:lnTo>
                  <a:pt x="345585" y="34246"/>
                </a:lnTo>
                <a:lnTo>
                  <a:pt x="345614" y="34514"/>
                </a:lnTo>
                <a:lnTo>
                  <a:pt x="345650" y="34778"/>
                </a:lnTo>
                <a:lnTo>
                  <a:pt x="345695" y="35037"/>
                </a:lnTo>
                <a:lnTo>
                  <a:pt x="345748" y="35292"/>
                </a:lnTo>
                <a:lnTo>
                  <a:pt x="345809" y="35543"/>
                </a:lnTo>
                <a:lnTo>
                  <a:pt x="345878" y="35790"/>
                </a:lnTo>
                <a:lnTo>
                  <a:pt x="345955" y="36032"/>
                </a:lnTo>
                <a:lnTo>
                  <a:pt x="346040" y="36270"/>
                </a:lnTo>
                <a:lnTo>
                  <a:pt x="346134" y="36503"/>
                </a:lnTo>
                <a:lnTo>
                  <a:pt x="346235" y="36733"/>
                </a:lnTo>
                <a:lnTo>
                  <a:pt x="346345" y="36958"/>
                </a:lnTo>
                <a:lnTo>
                  <a:pt x="346463" y="37178"/>
                </a:lnTo>
                <a:lnTo>
                  <a:pt x="346589" y="37395"/>
                </a:lnTo>
                <a:lnTo>
                  <a:pt x="346723" y="37607"/>
                </a:lnTo>
                <a:lnTo>
                  <a:pt x="346865" y="37814"/>
                </a:lnTo>
                <a:lnTo>
                  <a:pt x="347016" y="38018"/>
                </a:lnTo>
                <a:lnTo>
                  <a:pt x="347174" y="38217"/>
                </a:lnTo>
                <a:lnTo>
                  <a:pt x="347341" y="38412"/>
                </a:lnTo>
                <a:lnTo>
                  <a:pt x="347516" y="38602"/>
                </a:lnTo>
                <a:lnTo>
                  <a:pt x="347698" y="38789"/>
                </a:lnTo>
                <a:lnTo>
                  <a:pt x="347889" y="38971"/>
                </a:lnTo>
                <a:lnTo>
                  <a:pt x="348087" y="39147"/>
                </a:lnTo>
                <a:lnTo>
                  <a:pt x="348290" y="39315"/>
                </a:lnTo>
                <a:lnTo>
                  <a:pt x="348498" y="39476"/>
                </a:lnTo>
                <a:lnTo>
                  <a:pt x="348712" y="39630"/>
                </a:lnTo>
                <a:lnTo>
                  <a:pt x="348930" y="39776"/>
                </a:lnTo>
                <a:lnTo>
                  <a:pt x="349154" y="39914"/>
                </a:lnTo>
                <a:lnTo>
                  <a:pt x="349384" y="40045"/>
                </a:lnTo>
                <a:lnTo>
                  <a:pt x="349618" y="40169"/>
                </a:lnTo>
                <a:lnTo>
                  <a:pt x="349858" y="40285"/>
                </a:lnTo>
                <a:lnTo>
                  <a:pt x="350103" y="40394"/>
                </a:lnTo>
                <a:lnTo>
                  <a:pt x="350353" y="40495"/>
                </a:lnTo>
                <a:lnTo>
                  <a:pt x="350609" y="40588"/>
                </a:lnTo>
                <a:lnTo>
                  <a:pt x="350870" y="40675"/>
                </a:lnTo>
                <a:lnTo>
                  <a:pt x="351136" y="40753"/>
                </a:lnTo>
                <a:lnTo>
                  <a:pt x="351407" y="40824"/>
                </a:lnTo>
                <a:lnTo>
                  <a:pt x="351684" y="40888"/>
                </a:lnTo>
                <a:lnTo>
                  <a:pt x="351966" y="40944"/>
                </a:lnTo>
                <a:lnTo>
                  <a:pt x="352253" y="40993"/>
                </a:lnTo>
                <a:lnTo>
                  <a:pt x="352546" y="41034"/>
                </a:lnTo>
                <a:lnTo>
                  <a:pt x="352843" y="41068"/>
                </a:lnTo>
                <a:lnTo>
                  <a:pt x="353146" y="41094"/>
                </a:lnTo>
                <a:lnTo>
                  <a:pt x="353454" y="41113"/>
                </a:lnTo>
                <a:lnTo>
                  <a:pt x="353768" y="41124"/>
                </a:lnTo>
                <a:lnTo>
                  <a:pt x="354087" y="41128"/>
                </a:lnTo>
                <a:lnTo>
                  <a:pt x="354405" y="41124"/>
                </a:lnTo>
                <a:lnTo>
                  <a:pt x="354719" y="41113"/>
                </a:lnTo>
                <a:lnTo>
                  <a:pt x="355027" y="41094"/>
                </a:lnTo>
                <a:close/>
                <a:moveTo>
                  <a:pt x="260013" y="76335"/>
                </a:moveTo>
                <a:lnTo>
                  <a:pt x="259574" y="76210"/>
                </a:lnTo>
                <a:lnTo>
                  <a:pt x="259140" y="76078"/>
                </a:lnTo>
                <a:lnTo>
                  <a:pt x="258710" y="75939"/>
                </a:lnTo>
                <a:lnTo>
                  <a:pt x="258286" y="75792"/>
                </a:lnTo>
                <a:lnTo>
                  <a:pt x="257867" y="75638"/>
                </a:lnTo>
                <a:lnTo>
                  <a:pt x="257453" y="75477"/>
                </a:lnTo>
                <a:lnTo>
                  <a:pt x="257043" y="75309"/>
                </a:lnTo>
                <a:lnTo>
                  <a:pt x="256639" y="75134"/>
                </a:lnTo>
                <a:lnTo>
                  <a:pt x="256239" y="74952"/>
                </a:lnTo>
                <a:lnTo>
                  <a:pt x="255845" y="74762"/>
                </a:lnTo>
                <a:lnTo>
                  <a:pt x="255455" y="74565"/>
                </a:lnTo>
                <a:lnTo>
                  <a:pt x="255070" y="74361"/>
                </a:lnTo>
                <a:lnTo>
                  <a:pt x="254690" y="74150"/>
                </a:lnTo>
                <a:lnTo>
                  <a:pt x="254316" y="73932"/>
                </a:lnTo>
                <a:lnTo>
                  <a:pt x="253946" y="73706"/>
                </a:lnTo>
                <a:lnTo>
                  <a:pt x="253581" y="73474"/>
                </a:lnTo>
                <a:lnTo>
                  <a:pt x="253221" y="73234"/>
                </a:lnTo>
                <a:lnTo>
                  <a:pt x="252866" y="72987"/>
                </a:lnTo>
                <a:lnTo>
                  <a:pt x="252516" y="72733"/>
                </a:lnTo>
                <a:lnTo>
                  <a:pt x="252171" y="72472"/>
                </a:lnTo>
                <a:lnTo>
                  <a:pt x="251830" y="72203"/>
                </a:lnTo>
                <a:lnTo>
                  <a:pt x="251495" y="71927"/>
                </a:lnTo>
                <a:lnTo>
                  <a:pt x="251166" y="71645"/>
                </a:lnTo>
                <a:lnTo>
                  <a:pt x="250843" y="71357"/>
                </a:lnTo>
                <a:lnTo>
                  <a:pt x="250526" y="71064"/>
                </a:lnTo>
                <a:lnTo>
                  <a:pt x="250216" y="70765"/>
                </a:lnTo>
                <a:lnTo>
                  <a:pt x="249913" y="70460"/>
                </a:lnTo>
                <a:lnTo>
                  <a:pt x="249616" y="70149"/>
                </a:lnTo>
                <a:lnTo>
                  <a:pt x="249326" y="69832"/>
                </a:lnTo>
                <a:lnTo>
                  <a:pt x="249042" y="69510"/>
                </a:lnTo>
                <a:lnTo>
                  <a:pt x="248765" y="69182"/>
                </a:lnTo>
                <a:lnTo>
                  <a:pt x="248494" y="68848"/>
                </a:lnTo>
                <a:lnTo>
                  <a:pt x="248230" y="68509"/>
                </a:lnTo>
                <a:lnTo>
                  <a:pt x="247973" y="68164"/>
                </a:lnTo>
                <a:lnTo>
                  <a:pt x="247722" y="67813"/>
                </a:lnTo>
                <a:lnTo>
                  <a:pt x="247477" y="67456"/>
                </a:lnTo>
                <a:lnTo>
                  <a:pt x="247239" y="67094"/>
                </a:lnTo>
                <a:lnTo>
                  <a:pt x="247007" y="66726"/>
                </a:lnTo>
                <a:lnTo>
                  <a:pt x="246782" y="66352"/>
                </a:lnTo>
                <a:lnTo>
                  <a:pt x="246564" y="65972"/>
                </a:lnTo>
                <a:lnTo>
                  <a:pt x="246352" y="65587"/>
                </a:lnTo>
                <a:lnTo>
                  <a:pt x="246147" y="65196"/>
                </a:lnTo>
                <a:lnTo>
                  <a:pt x="245948" y="64799"/>
                </a:lnTo>
                <a:lnTo>
                  <a:pt x="245755" y="64397"/>
                </a:lnTo>
                <a:lnTo>
                  <a:pt x="245570" y="63988"/>
                </a:lnTo>
                <a:lnTo>
                  <a:pt x="245390" y="63574"/>
                </a:lnTo>
                <a:lnTo>
                  <a:pt x="245218" y="63155"/>
                </a:lnTo>
                <a:lnTo>
                  <a:pt x="245053" y="62732"/>
                </a:lnTo>
                <a:lnTo>
                  <a:pt x="244896" y="62306"/>
                </a:lnTo>
                <a:lnTo>
                  <a:pt x="244745" y="61875"/>
                </a:lnTo>
                <a:lnTo>
                  <a:pt x="244602" y="61440"/>
                </a:lnTo>
                <a:lnTo>
                  <a:pt x="244467" y="61001"/>
                </a:lnTo>
                <a:lnTo>
                  <a:pt x="244338" y="60558"/>
                </a:lnTo>
                <a:lnTo>
                  <a:pt x="244217" y="60111"/>
                </a:lnTo>
                <a:lnTo>
                  <a:pt x="244104" y="59660"/>
                </a:lnTo>
                <a:lnTo>
                  <a:pt x="243998" y="59205"/>
                </a:lnTo>
                <a:lnTo>
                  <a:pt x="243899" y="58747"/>
                </a:lnTo>
                <a:lnTo>
                  <a:pt x="243807" y="58284"/>
                </a:lnTo>
                <a:lnTo>
                  <a:pt x="243723" y="57817"/>
                </a:lnTo>
                <a:lnTo>
                  <a:pt x="243646" y="57346"/>
                </a:lnTo>
                <a:lnTo>
                  <a:pt x="243576" y="56872"/>
                </a:lnTo>
                <a:lnTo>
                  <a:pt x="243514" y="56393"/>
                </a:lnTo>
                <a:lnTo>
                  <a:pt x="243459" y="55910"/>
                </a:lnTo>
                <a:lnTo>
                  <a:pt x="243411" y="55423"/>
                </a:lnTo>
                <a:lnTo>
                  <a:pt x="243371" y="54933"/>
                </a:lnTo>
                <a:lnTo>
                  <a:pt x="243338" y="54438"/>
                </a:lnTo>
                <a:lnTo>
                  <a:pt x="243312" y="53940"/>
                </a:lnTo>
                <a:lnTo>
                  <a:pt x="243294" y="53437"/>
                </a:lnTo>
                <a:lnTo>
                  <a:pt x="243283" y="52930"/>
                </a:lnTo>
                <a:lnTo>
                  <a:pt x="243279" y="52420"/>
                </a:lnTo>
                <a:lnTo>
                  <a:pt x="243279" y="35803"/>
                </a:lnTo>
                <a:lnTo>
                  <a:pt x="243283" y="35278"/>
                </a:lnTo>
                <a:lnTo>
                  <a:pt x="243294" y="34756"/>
                </a:lnTo>
                <a:lnTo>
                  <a:pt x="243312" y="34240"/>
                </a:lnTo>
                <a:lnTo>
                  <a:pt x="243338" y="33728"/>
                </a:lnTo>
                <a:lnTo>
                  <a:pt x="243371" y="33220"/>
                </a:lnTo>
                <a:lnTo>
                  <a:pt x="243411" y="32716"/>
                </a:lnTo>
                <a:lnTo>
                  <a:pt x="243459" y="32218"/>
                </a:lnTo>
                <a:lnTo>
                  <a:pt x="243514" y="31723"/>
                </a:lnTo>
                <a:lnTo>
                  <a:pt x="243576" y="31233"/>
                </a:lnTo>
                <a:lnTo>
                  <a:pt x="243646" y="30748"/>
                </a:lnTo>
                <a:lnTo>
                  <a:pt x="243723" y="30267"/>
                </a:lnTo>
                <a:lnTo>
                  <a:pt x="243807" y="29790"/>
                </a:lnTo>
                <a:lnTo>
                  <a:pt x="243899" y="29318"/>
                </a:lnTo>
                <a:lnTo>
                  <a:pt x="243998" y="28851"/>
                </a:lnTo>
                <a:lnTo>
                  <a:pt x="244104" y="28388"/>
                </a:lnTo>
                <a:lnTo>
                  <a:pt x="244217" y="27929"/>
                </a:lnTo>
                <a:lnTo>
                  <a:pt x="244338" y="27475"/>
                </a:lnTo>
                <a:lnTo>
                  <a:pt x="244467" y="27025"/>
                </a:lnTo>
                <a:lnTo>
                  <a:pt x="244602" y="26580"/>
                </a:lnTo>
                <a:lnTo>
                  <a:pt x="244745" y="26139"/>
                </a:lnTo>
                <a:lnTo>
                  <a:pt x="244896" y="25703"/>
                </a:lnTo>
                <a:lnTo>
                  <a:pt x="245053" y="25271"/>
                </a:lnTo>
                <a:lnTo>
                  <a:pt x="245218" y="24843"/>
                </a:lnTo>
                <a:lnTo>
                  <a:pt x="245390" y="24420"/>
                </a:lnTo>
                <a:lnTo>
                  <a:pt x="245570" y="24002"/>
                </a:lnTo>
                <a:lnTo>
                  <a:pt x="245755" y="23590"/>
                </a:lnTo>
                <a:lnTo>
                  <a:pt x="245948" y="23184"/>
                </a:lnTo>
                <a:lnTo>
                  <a:pt x="246147" y="22783"/>
                </a:lnTo>
                <a:lnTo>
                  <a:pt x="246352" y="22388"/>
                </a:lnTo>
                <a:lnTo>
                  <a:pt x="246564" y="21999"/>
                </a:lnTo>
                <a:lnTo>
                  <a:pt x="246782" y="21615"/>
                </a:lnTo>
                <a:lnTo>
                  <a:pt x="247007" y="21237"/>
                </a:lnTo>
                <a:lnTo>
                  <a:pt x="247239" y="20865"/>
                </a:lnTo>
                <a:lnTo>
                  <a:pt x="247477" y="20499"/>
                </a:lnTo>
                <a:lnTo>
                  <a:pt x="247722" y="20138"/>
                </a:lnTo>
                <a:lnTo>
                  <a:pt x="247973" y="19784"/>
                </a:lnTo>
                <a:lnTo>
                  <a:pt x="248230" y="19435"/>
                </a:lnTo>
                <a:lnTo>
                  <a:pt x="248494" y="19091"/>
                </a:lnTo>
                <a:lnTo>
                  <a:pt x="248765" y="18754"/>
                </a:lnTo>
                <a:lnTo>
                  <a:pt x="249042" y="18422"/>
                </a:lnTo>
                <a:lnTo>
                  <a:pt x="249326" y="18096"/>
                </a:lnTo>
                <a:lnTo>
                  <a:pt x="249616" y="17775"/>
                </a:lnTo>
                <a:lnTo>
                  <a:pt x="249913" y="17461"/>
                </a:lnTo>
                <a:lnTo>
                  <a:pt x="250216" y="17152"/>
                </a:lnTo>
                <a:lnTo>
                  <a:pt x="250526" y="16849"/>
                </a:lnTo>
                <a:lnTo>
                  <a:pt x="250843" y="16551"/>
                </a:lnTo>
                <a:lnTo>
                  <a:pt x="251166" y="16259"/>
                </a:lnTo>
                <a:lnTo>
                  <a:pt x="251495" y="15973"/>
                </a:lnTo>
                <a:lnTo>
                  <a:pt x="251830" y="15694"/>
                </a:lnTo>
                <a:lnTo>
                  <a:pt x="252171" y="15422"/>
                </a:lnTo>
                <a:lnTo>
                  <a:pt x="252516" y="15157"/>
                </a:lnTo>
                <a:lnTo>
                  <a:pt x="252866" y="14900"/>
                </a:lnTo>
                <a:lnTo>
                  <a:pt x="253221" y="14650"/>
                </a:lnTo>
                <a:lnTo>
                  <a:pt x="253581" y="14407"/>
                </a:lnTo>
                <a:lnTo>
                  <a:pt x="253946" y="14172"/>
                </a:lnTo>
                <a:lnTo>
                  <a:pt x="254316" y="13944"/>
                </a:lnTo>
                <a:lnTo>
                  <a:pt x="254690" y="13723"/>
                </a:lnTo>
                <a:lnTo>
                  <a:pt x="255070" y="13509"/>
                </a:lnTo>
                <a:lnTo>
                  <a:pt x="255455" y="13303"/>
                </a:lnTo>
                <a:lnTo>
                  <a:pt x="255845" y="13105"/>
                </a:lnTo>
                <a:lnTo>
                  <a:pt x="256239" y="12913"/>
                </a:lnTo>
                <a:lnTo>
                  <a:pt x="256639" y="12729"/>
                </a:lnTo>
                <a:lnTo>
                  <a:pt x="257043" y="12552"/>
                </a:lnTo>
                <a:lnTo>
                  <a:pt x="257453" y="12383"/>
                </a:lnTo>
                <a:lnTo>
                  <a:pt x="257867" y="12221"/>
                </a:lnTo>
                <a:lnTo>
                  <a:pt x="258286" y="12066"/>
                </a:lnTo>
                <a:lnTo>
                  <a:pt x="258710" y="11919"/>
                </a:lnTo>
                <a:lnTo>
                  <a:pt x="259140" y="11779"/>
                </a:lnTo>
                <a:lnTo>
                  <a:pt x="259574" y="11646"/>
                </a:lnTo>
                <a:lnTo>
                  <a:pt x="260013" y="11521"/>
                </a:lnTo>
                <a:lnTo>
                  <a:pt x="260457" y="11403"/>
                </a:lnTo>
                <a:lnTo>
                  <a:pt x="260906" y="11292"/>
                </a:lnTo>
                <a:lnTo>
                  <a:pt x="260906" y="0"/>
                </a:lnTo>
                <a:lnTo>
                  <a:pt x="260160" y="204"/>
                </a:lnTo>
                <a:lnTo>
                  <a:pt x="259423" y="417"/>
                </a:lnTo>
                <a:lnTo>
                  <a:pt x="258694" y="639"/>
                </a:lnTo>
                <a:lnTo>
                  <a:pt x="257974" y="871"/>
                </a:lnTo>
                <a:lnTo>
                  <a:pt x="257262" y="1112"/>
                </a:lnTo>
                <a:lnTo>
                  <a:pt x="256559" y="1363"/>
                </a:lnTo>
                <a:lnTo>
                  <a:pt x="255864" y="1623"/>
                </a:lnTo>
                <a:lnTo>
                  <a:pt x="255178" y="1892"/>
                </a:lnTo>
                <a:lnTo>
                  <a:pt x="254500" y="2171"/>
                </a:lnTo>
                <a:lnTo>
                  <a:pt x="253830" y="2459"/>
                </a:lnTo>
                <a:lnTo>
                  <a:pt x="253169" y="2757"/>
                </a:lnTo>
                <a:lnTo>
                  <a:pt x="252517" y="3064"/>
                </a:lnTo>
                <a:lnTo>
                  <a:pt x="251872" y="3380"/>
                </a:lnTo>
                <a:lnTo>
                  <a:pt x="251237" y="3706"/>
                </a:lnTo>
                <a:lnTo>
                  <a:pt x="250609" y="4041"/>
                </a:lnTo>
                <a:lnTo>
                  <a:pt x="249991" y="4386"/>
                </a:lnTo>
                <a:lnTo>
                  <a:pt x="249380" y="4740"/>
                </a:lnTo>
                <a:lnTo>
                  <a:pt x="248778" y="5104"/>
                </a:lnTo>
                <a:lnTo>
                  <a:pt x="248185" y="5476"/>
                </a:lnTo>
                <a:lnTo>
                  <a:pt x="247600" y="5859"/>
                </a:lnTo>
                <a:lnTo>
                  <a:pt x="247023" y="6250"/>
                </a:lnTo>
                <a:lnTo>
                  <a:pt x="246455" y="6651"/>
                </a:lnTo>
                <a:lnTo>
                  <a:pt x="245895" y="7062"/>
                </a:lnTo>
                <a:lnTo>
                  <a:pt x="245344" y="7482"/>
                </a:lnTo>
                <a:lnTo>
                  <a:pt x="244802" y="7910"/>
                </a:lnTo>
                <a:lnTo>
                  <a:pt x="244271" y="8346"/>
                </a:lnTo>
                <a:lnTo>
                  <a:pt x="243751" y="8788"/>
                </a:lnTo>
                <a:lnTo>
                  <a:pt x="243241" y="9239"/>
                </a:lnTo>
                <a:lnTo>
                  <a:pt x="242741" y="9696"/>
                </a:lnTo>
                <a:lnTo>
                  <a:pt x="242252" y="10161"/>
                </a:lnTo>
                <a:lnTo>
                  <a:pt x="241773" y="10633"/>
                </a:lnTo>
                <a:lnTo>
                  <a:pt x="241305" y="11113"/>
                </a:lnTo>
                <a:lnTo>
                  <a:pt x="240848" y="11600"/>
                </a:lnTo>
                <a:lnTo>
                  <a:pt x="240401" y="12094"/>
                </a:lnTo>
                <a:lnTo>
                  <a:pt x="239964" y="12596"/>
                </a:lnTo>
                <a:lnTo>
                  <a:pt x="239538" y="13105"/>
                </a:lnTo>
                <a:lnTo>
                  <a:pt x="239123" y="13621"/>
                </a:lnTo>
                <a:lnTo>
                  <a:pt x="238718" y="14144"/>
                </a:lnTo>
                <a:lnTo>
                  <a:pt x="238324" y="14675"/>
                </a:lnTo>
                <a:lnTo>
                  <a:pt x="237940" y="15214"/>
                </a:lnTo>
                <a:lnTo>
                  <a:pt x="237566" y="15759"/>
                </a:lnTo>
                <a:lnTo>
                  <a:pt x="237203" y="16312"/>
                </a:lnTo>
                <a:lnTo>
                  <a:pt x="236851" y="16872"/>
                </a:lnTo>
                <a:lnTo>
                  <a:pt x="236509" y="17440"/>
                </a:lnTo>
                <a:lnTo>
                  <a:pt x="236178" y="18015"/>
                </a:lnTo>
                <a:lnTo>
                  <a:pt x="235857" y="18597"/>
                </a:lnTo>
                <a:lnTo>
                  <a:pt x="235547" y="19187"/>
                </a:lnTo>
                <a:lnTo>
                  <a:pt x="235247" y="19784"/>
                </a:lnTo>
                <a:lnTo>
                  <a:pt x="234959" y="20387"/>
                </a:lnTo>
                <a:lnTo>
                  <a:pt x="234683" y="20996"/>
                </a:lnTo>
                <a:lnTo>
                  <a:pt x="234419" y="21610"/>
                </a:lnTo>
                <a:lnTo>
                  <a:pt x="234167" y="22230"/>
                </a:lnTo>
                <a:lnTo>
                  <a:pt x="233928" y="22856"/>
                </a:lnTo>
                <a:lnTo>
                  <a:pt x="233701" y="23487"/>
                </a:lnTo>
                <a:lnTo>
                  <a:pt x="233486" y="24124"/>
                </a:lnTo>
                <a:lnTo>
                  <a:pt x="233284" y="24766"/>
                </a:lnTo>
                <a:lnTo>
                  <a:pt x="233093" y="25414"/>
                </a:lnTo>
                <a:lnTo>
                  <a:pt x="232915" y="26068"/>
                </a:lnTo>
                <a:lnTo>
                  <a:pt x="232750" y="26727"/>
                </a:lnTo>
                <a:lnTo>
                  <a:pt x="232596" y="27391"/>
                </a:lnTo>
                <a:lnTo>
                  <a:pt x="232455" y="28062"/>
                </a:lnTo>
                <a:lnTo>
                  <a:pt x="232326" y="28738"/>
                </a:lnTo>
                <a:lnTo>
                  <a:pt x="232210" y="29419"/>
                </a:lnTo>
                <a:lnTo>
                  <a:pt x="232105" y="30106"/>
                </a:lnTo>
                <a:lnTo>
                  <a:pt x="232013" y="30799"/>
                </a:lnTo>
                <a:lnTo>
                  <a:pt x="231934" y="31497"/>
                </a:lnTo>
                <a:lnTo>
                  <a:pt x="231866" y="32201"/>
                </a:lnTo>
                <a:lnTo>
                  <a:pt x="231811" y="32910"/>
                </a:lnTo>
                <a:lnTo>
                  <a:pt x="231768" y="33625"/>
                </a:lnTo>
                <a:lnTo>
                  <a:pt x="231737" y="34345"/>
                </a:lnTo>
                <a:lnTo>
                  <a:pt x="231719" y="35072"/>
                </a:lnTo>
                <a:lnTo>
                  <a:pt x="231713" y="35803"/>
                </a:lnTo>
                <a:lnTo>
                  <a:pt x="231713" y="52420"/>
                </a:lnTo>
                <a:lnTo>
                  <a:pt x="231726" y="53530"/>
                </a:lnTo>
                <a:lnTo>
                  <a:pt x="231766" y="54625"/>
                </a:lnTo>
                <a:lnTo>
                  <a:pt x="231832" y="55707"/>
                </a:lnTo>
                <a:lnTo>
                  <a:pt x="231924" y="56774"/>
                </a:lnTo>
                <a:lnTo>
                  <a:pt x="232043" y="57827"/>
                </a:lnTo>
                <a:lnTo>
                  <a:pt x="232189" y="58866"/>
                </a:lnTo>
                <a:lnTo>
                  <a:pt x="232361" y="59891"/>
                </a:lnTo>
                <a:lnTo>
                  <a:pt x="232559" y="60901"/>
                </a:lnTo>
                <a:lnTo>
                  <a:pt x="232784" y="61897"/>
                </a:lnTo>
                <a:lnTo>
                  <a:pt x="233036" y="62880"/>
                </a:lnTo>
                <a:lnTo>
                  <a:pt x="233313" y="63848"/>
                </a:lnTo>
                <a:lnTo>
                  <a:pt x="233618" y="64801"/>
                </a:lnTo>
                <a:lnTo>
                  <a:pt x="233948" y="65741"/>
                </a:lnTo>
                <a:lnTo>
                  <a:pt x="234305" y="66667"/>
                </a:lnTo>
                <a:lnTo>
                  <a:pt x="234689" y="67578"/>
                </a:lnTo>
                <a:lnTo>
                  <a:pt x="235099" y="68475"/>
                </a:lnTo>
                <a:lnTo>
                  <a:pt x="235536" y="69358"/>
                </a:lnTo>
                <a:lnTo>
                  <a:pt x="235998" y="70226"/>
                </a:lnTo>
                <a:lnTo>
                  <a:pt x="236488" y="71081"/>
                </a:lnTo>
                <a:lnTo>
                  <a:pt x="237004" y="71921"/>
                </a:lnTo>
                <a:lnTo>
                  <a:pt x="237546" y="72747"/>
                </a:lnTo>
                <a:lnTo>
                  <a:pt x="238115" y="73559"/>
                </a:lnTo>
                <a:lnTo>
                  <a:pt x="238710" y="74357"/>
                </a:lnTo>
                <a:lnTo>
                  <a:pt x="239332" y="75141"/>
                </a:lnTo>
                <a:lnTo>
                  <a:pt x="239978" y="75908"/>
                </a:lnTo>
                <a:lnTo>
                  <a:pt x="240646" y="76655"/>
                </a:lnTo>
                <a:lnTo>
                  <a:pt x="241336" y="77382"/>
                </a:lnTo>
                <a:lnTo>
                  <a:pt x="242047" y="78090"/>
                </a:lnTo>
                <a:lnTo>
                  <a:pt x="242781" y="78778"/>
                </a:lnTo>
                <a:lnTo>
                  <a:pt x="243537" y="79447"/>
                </a:lnTo>
                <a:lnTo>
                  <a:pt x="244315" y="80096"/>
                </a:lnTo>
                <a:lnTo>
                  <a:pt x="245115" y="80726"/>
                </a:lnTo>
                <a:lnTo>
                  <a:pt x="245937" y="81335"/>
                </a:lnTo>
                <a:lnTo>
                  <a:pt x="246781" y="81926"/>
                </a:lnTo>
                <a:lnTo>
                  <a:pt x="247647" y="82496"/>
                </a:lnTo>
                <a:lnTo>
                  <a:pt x="248535" y="83047"/>
                </a:lnTo>
                <a:lnTo>
                  <a:pt x="249445" y="83579"/>
                </a:lnTo>
                <a:lnTo>
                  <a:pt x="250377" y="84091"/>
                </a:lnTo>
                <a:lnTo>
                  <a:pt x="251330" y="84583"/>
                </a:lnTo>
                <a:lnTo>
                  <a:pt x="252306" y="85055"/>
                </a:lnTo>
                <a:lnTo>
                  <a:pt x="253304" y="85508"/>
                </a:lnTo>
                <a:lnTo>
                  <a:pt x="254324" y="85942"/>
                </a:lnTo>
                <a:lnTo>
                  <a:pt x="255366" y="86356"/>
                </a:lnTo>
                <a:lnTo>
                  <a:pt x="256430" y="86750"/>
                </a:lnTo>
                <a:lnTo>
                  <a:pt x="257516" y="87124"/>
                </a:lnTo>
                <a:lnTo>
                  <a:pt x="258624" y="87479"/>
                </a:lnTo>
                <a:lnTo>
                  <a:pt x="259754" y="87815"/>
                </a:lnTo>
                <a:lnTo>
                  <a:pt x="260906" y="88131"/>
                </a:lnTo>
                <a:lnTo>
                  <a:pt x="260906" y="76564"/>
                </a:lnTo>
                <a:lnTo>
                  <a:pt x="260457" y="76453"/>
                </a:lnTo>
                <a:lnTo>
                  <a:pt x="260013" y="76335"/>
                </a:lnTo>
                <a:close/>
                <a:moveTo>
                  <a:pt x="285411" y="87124"/>
                </a:moveTo>
                <a:lnTo>
                  <a:pt x="286496" y="86750"/>
                </a:lnTo>
                <a:lnTo>
                  <a:pt x="287560" y="86356"/>
                </a:lnTo>
                <a:lnTo>
                  <a:pt x="288602" y="85942"/>
                </a:lnTo>
                <a:lnTo>
                  <a:pt x="289622" y="85508"/>
                </a:lnTo>
                <a:lnTo>
                  <a:pt x="290620" y="85055"/>
                </a:lnTo>
                <a:lnTo>
                  <a:pt x="291595" y="84583"/>
                </a:lnTo>
                <a:lnTo>
                  <a:pt x="292549" y="84091"/>
                </a:lnTo>
                <a:lnTo>
                  <a:pt x="293481" y="83579"/>
                </a:lnTo>
                <a:lnTo>
                  <a:pt x="294391" y="83047"/>
                </a:lnTo>
                <a:lnTo>
                  <a:pt x="295279" y="82496"/>
                </a:lnTo>
                <a:lnTo>
                  <a:pt x="296145" y="81926"/>
                </a:lnTo>
                <a:lnTo>
                  <a:pt x="296989" y="81335"/>
                </a:lnTo>
                <a:lnTo>
                  <a:pt x="297810" y="80726"/>
                </a:lnTo>
                <a:lnTo>
                  <a:pt x="298610" y="80096"/>
                </a:lnTo>
                <a:lnTo>
                  <a:pt x="299388" y="79447"/>
                </a:lnTo>
                <a:lnTo>
                  <a:pt x="300144" y="78778"/>
                </a:lnTo>
                <a:lnTo>
                  <a:pt x="300878" y="78090"/>
                </a:lnTo>
                <a:lnTo>
                  <a:pt x="301590" y="77382"/>
                </a:lnTo>
                <a:lnTo>
                  <a:pt x="302280" y="76655"/>
                </a:lnTo>
                <a:lnTo>
                  <a:pt x="302948" y="75908"/>
                </a:lnTo>
                <a:lnTo>
                  <a:pt x="303594" y="75141"/>
                </a:lnTo>
                <a:lnTo>
                  <a:pt x="304215" y="74357"/>
                </a:lnTo>
                <a:lnTo>
                  <a:pt x="304811" y="73559"/>
                </a:lnTo>
                <a:lnTo>
                  <a:pt x="305380" y="72747"/>
                </a:lnTo>
                <a:lnTo>
                  <a:pt x="305922" y="71921"/>
                </a:lnTo>
                <a:lnTo>
                  <a:pt x="306438" y="71081"/>
                </a:lnTo>
                <a:lnTo>
                  <a:pt x="306928" y="70226"/>
                </a:lnTo>
                <a:lnTo>
                  <a:pt x="307391" y="69358"/>
                </a:lnTo>
                <a:lnTo>
                  <a:pt x="307827" y="68475"/>
                </a:lnTo>
                <a:lnTo>
                  <a:pt x="308237" y="67578"/>
                </a:lnTo>
                <a:lnTo>
                  <a:pt x="308621" y="66667"/>
                </a:lnTo>
                <a:lnTo>
                  <a:pt x="308978" y="65741"/>
                </a:lnTo>
                <a:lnTo>
                  <a:pt x="309309" y="64801"/>
                </a:lnTo>
                <a:lnTo>
                  <a:pt x="309613" y="63848"/>
                </a:lnTo>
                <a:lnTo>
                  <a:pt x="309891" y="62880"/>
                </a:lnTo>
                <a:lnTo>
                  <a:pt x="310142" y="61897"/>
                </a:lnTo>
                <a:lnTo>
                  <a:pt x="310367" y="60901"/>
                </a:lnTo>
                <a:lnTo>
                  <a:pt x="310566" y="59891"/>
                </a:lnTo>
                <a:lnTo>
                  <a:pt x="310738" y="58866"/>
                </a:lnTo>
                <a:lnTo>
                  <a:pt x="310883" y="57827"/>
                </a:lnTo>
                <a:lnTo>
                  <a:pt x="311002" y="56774"/>
                </a:lnTo>
                <a:lnTo>
                  <a:pt x="311095" y="55707"/>
                </a:lnTo>
                <a:lnTo>
                  <a:pt x="311161" y="54625"/>
                </a:lnTo>
                <a:lnTo>
                  <a:pt x="311201" y="53530"/>
                </a:lnTo>
                <a:lnTo>
                  <a:pt x="311214" y="52420"/>
                </a:lnTo>
                <a:lnTo>
                  <a:pt x="311214" y="35803"/>
                </a:lnTo>
                <a:lnTo>
                  <a:pt x="311208" y="35072"/>
                </a:lnTo>
                <a:lnTo>
                  <a:pt x="311189" y="34345"/>
                </a:lnTo>
                <a:lnTo>
                  <a:pt x="311159" y="33625"/>
                </a:lnTo>
                <a:lnTo>
                  <a:pt x="311116" y="32910"/>
                </a:lnTo>
                <a:lnTo>
                  <a:pt x="311061" y="32201"/>
                </a:lnTo>
                <a:lnTo>
                  <a:pt x="310993" y="31497"/>
                </a:lnTo>
                <a:lnTo>
                  <a:pt x="310913" y="30799"/>
                </a:lnTo>
                <a:lnTo>
                  <a:pt x="310821" y="30106"/>
                </a:lnTo>
                <a:lnTo>
                  <a:pt x="310717" y="29419"/>
                </a:lnTo>
                <a:lnTo>
                  <a:pt x="310600" y="28738"/>
                </a:lnTo>
                <a:lnTo>
                  <a:pt x="310472" y="28062"/>
                </a:lnTo>
                <a:lnTo>
                  <a:pt x="310330" y="27391"/>
                </a:lnTo>
                <a:lnTo>
                  <a:pt x="310177" y="26727"/>
                </a:lnTo>
                <a:lnTo>
                  <a:pt x="310011" y="26068"/>
                </a:lnTo>
                <a:lnTo>
                  <a:pt x="309833" y="25414"/>
                </a:lnTo>
                <a:lnTo>
                  <a:pt x="309643" y="24766"/>
                </a:lnTo>
                <a:lnTo>
                  <a:pt x="309441" y="24124"/>
                </a:lnTo>
                <a:lnTo>
                  <a:pt x="309226" y="23487"/>
                </a:lnTo>
                <a:lnTo>
                  <a:pt x="308999" y="22856"/>
                </a:lnTo>
                <a:lnTo>
                  <a:pt x="308760" y="22230"/>
                </a:lnTo>
                <a:lnTo>
                  <a:pt x="308508" y="21610"/>
                </a:lnTo>
                <a:lnTo>
                  <a:pt x="308244" y="20996"/>
                </a:lnTo>
                <a:lnTo>
                  <a:pt x="307968" y="20387"/>
                </a:lnTo>
                <a:lnTo>
                  <a:pt x="307680" y="19784"/>
                </a:lnTo>
                <a:lnTo>
                  <a:pt x="307380" y="19187"/>
                </a:lnTo>
                <a:lnTo>
                  <a:pt x="307070" y="18597"/>
                </a:lnTo>
                <a:lnTo>
                  <a:pt x="306750" y="18015"/>
                </a:lnTo>
                <a:lnTo>
                  <a:pt x="306419" y="17440"/>
                </a:lnTo>
                <a:lnTo>
                  <a:pt x="306078" y="16872"/>
                </a:lnTo>
                <a:lnTo>
                  <a:pt x="305726" y="16312"/>
                </a:lnTo>
                <a:lnTo>
                  <a:pt x="305364" y="15759"/>
                </a:lnTo>
                <a:lnTo>
                  <a:pt x="304992" y="15214"/>
                </a:lnTo>
                <a:lnTo>
                  <a:pt x="304609" y="14675"/>
                </a:lnTo>
                <a:lnTo>
                  <a:pt x="304217" y="14144"/>
                </a:lnTo>
                <a:lnTo>
                  <a:pt x="303813" y="13621"/>
                </a:lnTo>
                <a:lnTo>
                  <a:pt x="303400" y="13105"/>
                </a:lnTo>
                <a:lnTo>
                  <a:pt x="302976" y="12596"/>
                </a:lnTo>
                <a:lnTo>
                  <a:pt x="302541" y="12094"/>
                </a:lnTo>
                <a:lnTo>
                  <a:pt x="302096" y="11600"/>
                </a:lnTo>
                <a:lnTo>
                  <a:pt x="301641" y="11113"/>
                </a:lnTo>
                <a:lnTo>
                  <a:pt x="301176" y="10633"/>
                </a:lnTo>
                <a:lnTo>
                  <a:pt x="300700" y="10161"/>
                </a:lnTo>
                <a:lnTo>
                  <a:pt x="300214" y="9696"/>
                </a:lnTo>
                <a:lnTo>
                  <a:pt x="299717" y="9239"/>
                </a:lnTo>
                <a:lnTo>
                  <a:pt x="299210" y="8788"/>
                </a:lnTo>
                <a:lnTo>
                  <a:pt x="298693" y="8346"/>
                </a:lnTo>
                <a:lnTo>
                  <a:pt x="298166" y="7910"/>
                </a:lnTo>
                <a:lnTo>
                  <a:pt x="297628" y="7482"/>
                </a:lnTo>
                <a:lnTo>
                  <a:pt x="297080" y="7062"/>
                </a:lnTo>
                <a:lnTo>
                  <a:pt x="296523" y="6651"/>
                </a:lnTo>
                <a:lnTo>
                  <a:pt x="295958" y="6250"/>
                </a:lnTo>
                <a:lnTo>
                  <a:pt x="295383" y="5859"/>
                </a:lnTo>
                <a:lnTo>
                  <a:pt x="294800" y="5476"/>
                </a:lnTo>
                <a:lnTo>
                  <a:pt x="294208" y="5104"/>
                </a:lnTo>
                <a:lnTo>
                  <a:pt x="293607" y="4740"/>
                </a:lnTo>
                <a:lnTo>
                  <a:pt x="292997" y="4386"/>
                </a:lnTo>
                <a:lnTo>
                  <a:pt x="292378" y="4041"/>
                </a:lnTo>
                <a:lnTo>
                  <a:pt x="291750" y="3706"/>
                </a:lnTo>
                <a:lnTo>
                  <a:pt x="291113" y="3380"/>
                </a:lnTo>
                <a:lnTo>
                  <a:pt x="290467" y="3064"/>
                </a:lnTo>
                <a:lnTo>
                  <a:pt x="289812" y="2757"/>
                </a:lnTo>
                <a:lnTo>
                  <a:pt x="289149" y="2459"/>
                </a:lnTo>
                <a:lnTo>
                  <a:pt x="288476" y="2171"/>
                </a:lnTo>
                <a:lnTo>
                  <a:pt x="287794" y="1892"/>
                </a:lnTo>
                <a:lnTo>
                  <a:pt x="287104" y="1623"/>
                </a:lnTo>
                <a:lnTo>
                  <a:pt x="286405" y="1363"/>
                </a:lnTo>
                <a:lnTo>
                  <a:pt x="285696" y="1112"/>
                </a:lnTo>
                <a:lnTo>
                  <a:pt x="284979" y="871"/>
                </a:lnTo>
                <a:lnTo>
                  <a:pt x="284253" y="639"/>
                </a:lnTo>
                <a:lnTo>
                  <a:pt x="283518" y="417"/>
                </a:lnTo>
                <a:lnTo>
                  <a:pt x="282774" y="204"/>
                </a:lnTo>
                <a:lnTo>
                  <a:pt x="282021" y="0"/>
                </a:lnTo>
                <a:lnTo>
                  <a:pt x="282021" y="11292"/>
                </a:lnTo>
                <a:lnTo>
                  <a:pt x="282477" y="11403"/>
                </a:lnTo>
                <a:lnTo>
                  <a:pt x="282928" y="11521"/>
                </a:lnTo>
                <a:lnTo>
                  <a:pt x="283374" y="11646"/>
                </a:lnTo>
                <a:lnTo>
                  <a:pt x="283814" y="11779"/>
                </a:lnTo>
                <a:lnTo>
                  <a:pt x="284248" y="11919"/>
                </a:lnTo>
                <a:lnTo>
                  <a:pt x="284678" y="12066"/>
                </a:lnTo>
                <a:lnTo>
                  <a:pt x="285101" y="12221"/>
                </a:lnTo>
                <a:lnTo>
                  <a:pt x="285520" y="12383"/>
                </a:lnTo>
                <a:lnTo>
                  <a:pt x="285933" y="12552"/>
                </a:lnTo>
                <a:lnTo>
                  <a:pt x="286340" y="12729"/>
                </a:lnTo>
                <a:lnTo>
                  <a:pt x="286742" y="12913"/>
                </a:lnTo>
                <a:lnTo>
                  <a:pt x="287139" y="13105"/>
                </a:lnTo>
                <a:lnTo>
                  <a:pt x="287530" y="13303"/>
                </a:lnTo>
                <a:lnTo>
                  <a:pt x="287916" y="13509"/>
                </a:lnTo>
                <a:lnTo>
                  <a:pt x="288297" y="13723"/>
                </a:lnTo>
                <a:lnTo>
                  <a:pt x="288672" y="13944"/>
                </a:lnTo>
                <a:lnTo>
                  <a:pt x="289041" y="14172"/>
                </a:lnTo>
                <a:lnTo>
                  <a:pt x="289405" y="14407"/>
                </a:lnTo>
                <a:lnTo>
                  <a:pt x="289764" y="14650"/>
                </a:lnTo>
                <a:lnTo>
                  <a:pt x="290117" y="14900"/>
                </a:lnTo>
                <a:lnTo>
                  <a:pt x="290465" y="15157"/>
                </a:lnTo>
                <a:lnTo>
                  <a:pt x="290808" y="15422"/>
                </a:lnTo>
                <a:lnTo>
                  <a:pt x="291145" y="15694"/>
                </a:lnTo>
                <a:lnTo>
                  <a:pt x="291477" y="15973"/>
                </a:lnTo>
                <a:lnTo>
                  <a:pt x="291802" y="16259"/>
                </a:lnTo>
                <a:lnTo>
                  <a:pt x="292122" y="16551"/>
                </a:lnTo>
                <a:lnTo>
                  <a:pt x="292435" y="16849"/>
                </a:lnTo>
                <a:lnTo>
                  <a:pt x="292741" y="17152"/>
                </a:lnTo>
                <a:lnTo>
                  <a:pt x="293042" y="17461"/>
                </a:lnTo>
                <a:lnTo>
                  <a:pt x="293336" y="17775"/>
                </a:lnTo>
                <a:lnTo>
                  <a:pt x="293623" y="18096"/>
                </a:lnTo>
                <a:lnTo>
                  <a:pt x="293904" y="18422"/>
                </a:lnTo>
                <a:lnTo>
                  <a:pt x="294179" y="18754"/>
                </a:lnTo>
                <a:lnTo>
                  <a:pt x="294447" y="19091"/>
                </a:lnTo>
                <a:lnTo>
                  <a:pt x="294709" y="19435"/>
                </a:lnTo>
                <a:lnTo>
                  <a:pt x="294965" y="19784"/>
                </a:lnTo>
                <a:lnTo>
                  <a:pt x="295214" y="20138"/>
                </a:lnTo>
                <a:lnTo>
                  <a:pt x="295457" y="20499"/>
                </a:lnTo>
                <a:lnTo>
                  <a:pt x="295694" y="20865"/>
                </a:lnTo>
                <a:lnTo>
                  <a:pt x="295924" y="21237"/>
                </a:lnTo>
                <a:lnTo>
                  <a:pt x="296147" y="21615"/>
                </a:lnTo>
                <a:lnTo>
                  <a:pt x="296365" y="21999"/>
                </a:lnTo>
                <a:lnTo>
                  <a:pt x="296576" y="22388"/>
                </a:lnTo>
                <a:lnTo>
                  <a:pt x="296780" y="22783"/>
                </a:lnTo>
                <a:lnTo>
                  <a:pt x="296979" y="23184"/>
                </a:lnTo>
                <a:lnTo>
                  <a:pt x="297171" y="23590"/>
                </a:lnTo>
                <a:lnTo>
                  <a:pt x="297356" y="24002"/>
                </a:lnTo>
                <a:lnTo>
                  <a:pt x="297535" y="24420"/>
                </a:lnTo>
                <a:lnTo>
                  <a:pt x="297707" y="24843"/>
                </a:lnTo>
                <a:lnTo>
                  <a:pt x="297872" y="25271"/>
                </a:lnTo>
                <a:lnTo>
                  <a:pt x="298030" y="25703"/>
                </a:lnTo>
                <a:lnTo>
                  <a:pt x="298181" y="26139"/>
                </a:lnTo>
                <a:lnTo>
                  <a:pt x="298324" y="26580"/>
                </a:lnTo>
                <a:lnTo>
                  <a:pt x="298459" y="27025"/>
                </a:lnTo>
                <a:lnTo>
                  <a:pt x="298588" y="27475"/>
                </a:lnTo>
                <a:lnTo>
                  <a:pt x="298709" y="27929"/>
                </a:lnTo>
                <a:lnTo>
                  <a:pt x="298822" y="28388"/>
                </a:lnTo>
                <a:lnTo>
                  <a:pt x="298929" y="28851"/>
                </a:lnTo>
                <a:lnTo>
                  <a:pt x="299028" y="29318"/>
                </a:lnTo>
                <a:lnTo>
                  <a:pt x="299119" y="29790"/>
                </a:lnTo>
                <a:lnTo>
                  <a:pt x="299204" y="30267"/>
                </a:lnTo>
                <a:lnTo>
                  <a:pt x="299281" y="30748"/>
                </a:lnTo>
                <a:lnTo>
                  <a:pt x="299350" y="31233"/>
                </a:lnTo>
                <a:lnTo>
                  <a:pt x="299413" y="31723"/>
                </a:lnTo>
                <a:lnTo>
                  <a:pt x="299468" y="32218"/>
                </a:lnTo>
                <a:lnTo>
                  <a:pt x="299515" y="32716"/>
                </a:lnTo>
                <a:lnTo>
                  <a:pt x="299556" y="33220"/>
                </a:lnTo>
                <a:lnTo>
                  <a:pt x="299589" y="33728"/>
                </a:lnTo>
                <a:lnTo>
                  <a:pt x="299615" y="34240"/>
                </a:lnTo>
                <a:lnTo>
                  <a:pt x="299633" y="34756"/>
                </a:lnTo>
                <a:lnTo>
                  <a:pt x="299644" y="35278"/>
                </a:lnTo>
                <a:lnTo>
                  <a:pt x="299648" y="35803"/>
                </a:lnTo>
                <a:lnTo>
                  <a:pt x="299648" y="52420"/>
                </a:lnTo>
                <a:lnTo>
                  <a:pt x="299644" y="52930"/>
                </a:lnTo>
                <a:lnTo>
                  <a:pt x="299633" y="53437"/>
                </a:lnTo>
                <a:lnTo>
                  <a:pt x="299615" y="53940"/>
                </a:lnTo>
                <a:lnTo>
                  <a:pt x="299589" y="54438"/>
                </a:lnTo>
                <a:lnTo>
                  <a:pt x="299556" y="54933"/>
                </a:lnTo>
                <a:lnTo>
                  <a:pt x="299515" y="55423"/>
                </a:lnTo>
                <a:lnTo>
                  <a:pt x="299468" y="55910"/>
                </a:lnTo>
                <a:lnTo>
                  <a:pt x="299413" y="56393"/>
                </a:lnTo>
                <a:lnTo>
                  <a:pt x="299350" y="56872"/>
                </a:lnTo>
                <a:lnTo>
                  <a:pt x="299281" y="57346"/>
                </a:lnTo>
                <a:lnTo>
                  <a:pt x="299204" y="57817"/>
                </a:lnTo>
                <a:lnTo>
                  <a:pt x="299119" y="58284"/>
                </a:lnTo>
                <a:lnTo>
                  <a:pt x="299028" y="58747"/>
                </a:lnTo>
                <a:lnTo>
                  <a:pt x="298929" y="59205"/>
                </a:lnTo>
                <a:lnTo>
                  <a:pt x="298822" y="59660"/>
                </a:lnTo>
                <a:lnTo>
                  <a:pt x="298709" y="60111"/>
                </a:lnTo>
                <a:lnTo>
                  <a:pt x="298588" y="60558"/>
                </a:lnTo>
                <a:lnTo>
                  <a:pt x="298459" y="61001"/>
                </a:lnTo>
                <a:lnTo>
                  <a:pt x="298324" y="61440"/>
                </a:lnTo>
                <a:lnTo>
                  <a:pt x="298181" y="61875"/>
                </a:lnTo>
                <a:lnTo>
                  <a:pt x="298030" y="62306"/>
                </a:lnTo>
                <a:lnTo>
                  <a:pt x="297872" y="62732"/>
                </a:lnTo>
                <a:lnTo>
                  <a:pt x="297707" y="63155"/>
                </a:lnTo>
                <a:lnTo>
                  <a:pt x="297535" y="63574"/>
                </a:lnTo>
                <a:lnTo>
                  <a:pt x="297356" y="63988"/>
                </a:lnTo>
                <a:lnTo>
                  <a:pt x="297171" y="64397"/>
                </a:lnTo>
                <a:lnTo>
                  <a:pt x="296979" y="64799"/>
                </a:lnTo>
                <a:lnTo>
                  <a:pt x="296780" y="65196"/>
                </a:lnTo>
                <a:lnTo>
                  <a:pt x="296576" y="65587"/>
                </a:lnTo>
                <a:lnTo>
                  <a:pt x="296365" y="65972"/>
                </a:lnTo>
                <a:lnTo>
                  <a:pt x="296147" y="66352"/>
                </a:lnTo>
                <a:lnTo>
                  <a:pt x="295924" y="66726"/>
                </a:lnTo>
                <a:lnTo>
                  <a:pt x="295694" y="67094"/>
                </a:lnTo>
                <a:lnTo>
                  <a:pt x="295457" y="67456"/>
                </a:lnTo>
                <a:lnTo>
                  <a:pt x="295214" y="67813"/>
                </a:lnTo>
                <a:lnTo>
                  <a:pt x="294965" y="68164"/>
                </a:lnTo>
                <a:lnTo>
                  <a:pt x="294709" y="68509"/>
                </a:lnTo>
                <a:lnTo>
                  <a:pt x="294447" y="68848"/>
                </a:lnTo>
                <a:lnTo>
                  <a:pt x="294179" y="69182"/>
                </a:lnTo>
                <a:lnTo>
                  <a:pt x="293904" y="69510"/>
                </a:lnTo>
                <a:lnTo>
                  <a:pt x="293623" y="69832"/>
                </a:lnTo>
                <a:lnTo>
                  <a:pt x="293336" y="70149"/>
                </a:lnTo>
                <a:lnTo>
                  <a:pt x="293042" y="70460"/>
                </a:lnTo>
                <a:lnTo>
                  <a:pt x="292741" y="70765"/>
                </a:lnTo>
                <a:lnTo>
                  <a:pt x="292435" y="71064"/>
                </a:lnTo>
                <a:lnTo>
                  <a:pt x="292122" y="71357"/>
                </a:lnTo>
                <a:lnTo>
                  <a:pt x="291802" y="71645"/>
                </a:lnTo>
                <a:lnTo>
                  <a:pt x="291477" y="71927"/>
                </a:lnTo>
                <a:lnTo>
                  <a:pt x="291145" y="72203"/>
                </a:lnTo>
                <a:lnTo>
                  <a:pt x="290808" y="72472"/>
                </a:lnTo>
                <a:lnTo>
                  <a:pt x="290465" y="72733"/>
                </a:lnTo>
                <a:lnTo>
                  <a:pt x="290117" y="72987"/>
                </a:lnTo>
                <a:lnTo>
                  <a:pt x="289764" y="73234"/>
                </a:lnTo>
                <a:lnTo>
                  <a:pt x="289405" y="73474"/>
                </a:lnTo>
                <a:lnTo>
                  <a:pt x="289041" y="73706"/>
                </a:lnTo>
                <a:lnTo>
                  <a:pt x="288672" y="73932"/>
                </a:lnTo>
                <a:lnTo>
                  <a:pt x="288297" y="74150"/>
                </a:lnTo>
                <a:lnTo>
                  <a:pt x="287916" y="74361"/>
                </a:lnTo>
                <a:lnTo>
                  <a:pt x="287530" y="74565"/>
                </a:lnTo>
                <a:lnTo>
                  <a:pt x="287139" y="74762"/>
                </a:lnTo>
                <a:lnTo>
                  <a:pt x="286742" y="74952"/>
                </a:lnTo>
                <a:lnTo>
                  <a:pt x="286340" y="75134"/>
                </a:lnTo>
                <a:lnTo>
                  <a:pt x="285933" y="75309"/>
                </a:lnTo>
                <a:lnTo>
                  <a:pt x="285520" y="75477"/>
                </a:lnTo>
                <a:lnTo>
                  <a:pt x="285101" y="75638"/>
                </a:lnTo>
                <a:lnTo>
                  <a:pt x="284678" y="75792"/>
                </a:lnTo>
                <a:lnTo>
                  <a:pt x="284248" y="75939"/>
                </a:lnTo>
                <a:lnTo>
                  <a:pt x="283814" y="76078"/>
                </a:lnTo>
                <a:lnTo>
                  <a:pt x="283374" y="76210"/>
                </a:lnTo>
                <a:lnTo>
                  <a:pt x="282928" y="76335"/>
                </a:lnTo>
                <a:lnTo>
                  <a:pt x="282477" y="76453"/>
                </a:lnTo>
                <a:lnTo>
                  <a:pt x="282021" y="76564"/>
                </a:lnTo>
                <a:lnTo>
                  <a:pt x="282021" y="88131"/>
                </a:lnTo>
                <a:lnTo>
                  <a:pt x="283173" y="87815"/>
                </a:lnTo>
                <a:lnTo>
                  <a:pt x="284303" y="87479"/>
                </a:lnTo>
                <a:lnTo>
                  <a:pt x="285411" y="87124"/>
                </a:lnTo>
                <a:close/>
                <a:moveTo>
                  <a:pt x="29928" y="66740"/>
                </a:moveTo>
                <a:lnTo>
                  <a:pt x="29546" y="66732"/>
                </a:lnTo>
                <a:lnTo>
                  <a:pt x="29180" y="66707"/>
                </a:lnTo>
                <a:lnTo>
                  <a:pt x="28831" y="66666"/>
                </a:lnTo>
                <a:lnTo>
                  <a:pt x="28497" y="66608"/>
                </a:lnTo>
                <a:lnTo>
                  <a:pt x="28180" y="66533"/>
                </a:lnTo>
                <a:lnTo>
                  <a:pt x="27880" y="66442"/>
                </a:lnTo>
                <a:lnTo>
                  <a:pt x="27595" y="66334"/>
                </a:lnTo>
                <a:lnTo>
                  <a:pt x="27327" y="66210"/>
                </a:lnTo>
                <a:lnTo>
                  <a:pt x="27075" y="66069"/>
                </a:lnTo>
                <a:lnTo>
                  <a:pt x="26839" y="65912"/>
                </a:lnTo>
                <a:lnTo>
                  <a:pt x="26619" y="65738"/>
                </a:lnTo>
                <a:lnTo>
                  <a:pt x="26416" y="65547"/>
                </a:lnTo>
                <a:lnTo>
                  <a:pt x="26229" y="65340"/>
                </a:lnTo>
                <a:lnTo>
                  <a:pt x="26058" y="65116"/>
                </a:lnTo>
                <a:lnTo>
                  <a:pt x="25904" y="64876"/>
                </a:lnTo>
                <a:lnTo>
                  <a:pt x="25766" y="64619"/>
                </a:lnTo>
                <a:lnTo>
                  <a:pt x="25644" y="64346"/>
                </a:lnTo>
                <a:lnTo>
                  <a:pt x="25538" y="64056"/>
                </a:lnTo>
                <a:lnTo>
                  <a:pt x="25449" y="63749"/>
                </a:lnTo>
                <a:lnTo>
                  <a:pt x="25375" y="63426"/>
                </a:lnTo>
                <a:lnTo>
                  <a:pt x="25319" y="63086"/>
                </a:lnTo>
                <a:lnTo>
                  <a:pt x="25278" y="62730"/>
                </a:lnTo>
                <a:lnTo>
                  <a:pt x="25254" y="62357"/>
                </a:lnTo>
                <a:lnTo>
                  <a:pt x="25245" y="61968"/>
                </a:lnTo>
                <a:lnTo>
                  <a:pt x="25245" y="36997"/>
                </a:lnTo>
                <a:lnTo>
                  <a:pt x="44617" y="36997"/>
                </a:lnTo>
                <a:lnTo>
                  <a:pt x="44617" y="26622"/>
                </a:lnTo>
                <a:lnTo>
                  <a:pt x="25245" y="26622"/>
                </a:lnTo>
                <a:lnTo>
                  <a:pt x="25245" y="12393"/>
                </a:lnTo>
                <a:lnTo>
                  <a:pt x="13679" y="12393"/>
                </a:lnTo>
                <a:lnTo>
                  <a:pt x="13679" y="26622"/>
                </a:lnTo>
                <a:lnTo>
                  <a:pt x="0" y="26622"/>
                </a:lnTo>
                <a:lnTo>
                  <a:pt x="0" y="36997"/>
                </a:lnTo>
                <a:lnTo>
                  <a:pt x="13679" y="36997"/>
                </a:lnTo>
                <a:lnTo>
                  <a:pt x="13679" y="61968"/>
                </a:lnTo>
                <a:lnTo>
                  <a:pt x="13686" y="62551"/>
                </a:lnTo>
                <a:lnTo>
                  <a:pt x="13707" y="63125"/>
                </a:lnTo>
                <a:lnTo>
                  <a:pt x="13743" y="63687"/>
                </a:lnTo>
                <a:lnTo>
                  <a:pt x="13792" y="64240"/>
                </a:lnTo>
                <a:lnTo>
                  <a:pt x="13856" y="64781"/>
                </a:lnTo>
                <a:lnTo>
                  <a:pt x="13934" y="65313"/>
                </a:lnTo>
                <a:lnTo>
                  <a:pt x="14026" y="65833"/>
                </a:lnTo>
                <a:lnTo>
                  <a:pt x="14133" y="66343"/>
                </a:lnTo>
                <a:lnTo>
                  <a:pt x="14253" y="66843"/>
                </a:lnTo>
                <a:lnTo>
                  <a:pt x="14388" y="67332"/>
                </a:lnTo>
                <a:lnTo>
                  <a:pt x="14537" y="67811"/>
                </a:lnTo>
                <a:lnTo>
                  <a:pt x="14700" y="68279"/>
                </a:lnTo>
                <a:lnTo>
                  <a:pt x="14877" y="68737"/>
                </a:lnTo>
                <a:lnTo>
                  <a:pt x="15069" y="69184"/>
                </a:lnTo>
                <a:lnTo>
                  <a:pt x="15275" y="69620"/>
                </a:lnTo>
                <a:lnTo>
                  <a:pt x="15494" y="70046"/>
                </a:lnTo>
                <a:lnTo>
                  <a:pt x="15728" y="70462"/>
                </a:lnTo>
                <a:lnTo>
                  <a:pt x="15977" y="70867"/>
                </a:lnTo>
                <a:lnTo>
                  <a:pt x="16239" y="71261"/>
                </a:lnTo>
                <a:lnTo>
                  <a:pt x="16516" y="71645"/>
                </a:lnTo>
                <a:lnTo>
                  <a:pt x="16806" y="72019"/>
                </a:lnTo>
                <a:lnTo>
                  <a:pt x="17111" y="72382"/>
                </a:lnTo>
                <a:lnTo>
                  <a:pt x="17430" y="72734"/>
                </a:lnTo>
                <a:lnTo>
                  <a:pt x="17764" y="73076"/>
                </a:lnTo>
                <a:lnTo>
                  <a:pt x="18110" y="73406"/>
                </a:lnTo>
                <a:lnTo>
                  <a:pt x="18467" y="73721"/>
                </a:lnTo>
                <a:lnTo>
                  <a:pt x="18835" y="74023"/>
                </a:lnTo>
                <a:lnTo>
                  <a:pt x="19214" y="74310"/>
                </a:lnTo>
                <a:lnTo>
                  <a:pt x="19604" y="74583"/>
                </a:lnTo>
                <a:lnTo>
                  <a:pt x="20005" y="74843"/>
                </a:lnTo>
                <a:lnTo>
                  <a:pt x="20417" y="75088"/>
                </a:lnTo>
                <a:lnTo>
                  <a:pt x="20840" y="75320"/>
                </a:lnTo>
                <a:lnTo>
                  <a:pt x="21273" y="75537"/>
                </a:lnTo>
                <a:lnTo>
                  <a:pt x="21718" y="75740"/>
                </a:lnTo>
                <a:lnTo>
                  <a:pt x="22174" y="75930"/>
                </a:lnTo>
                <a:lnTo>
                  <a:pt x="22641" y="76105"/>
                </a:lnTo>
                <a:lnTo>
                  <a:pt x="23119" y="76266"/>
                </a:lnTo>
                <a:lnTo>
                  <a:pt x="23608" y="76413"/>
                </a:lnTo>
                <a:lnTo>
                  <a:pt x="24108" y="76547"/>
                </a:lnTo>
                <a:lnTo>
                  <a:pt x="24619" y="76666"/>
                </a:lnTo>
                <a:lnTo>
                  <a:pt x="25141" y="76771"/>
                </a:lnTo>
                <a:lnTo>
                  <a:pt x="25674" y="76862"/>
                </a:lnTo>
                <a:lnTo>
                  <a:pt x="26218" y="76939"/>
                </a:lnTo>
                <a:lnTo>
                  <a:pt x="26772" y="77002"/>
                </a:lnTo>
                <a:lnTo>
                  <a:pt x="27338" y="77051"/>
                </a:lnTo>
                <a:lnTo>
                  <a:pt x="27915" y="77087"/>
                </a:lnTo>
                <a:lnTo>
                  <a:pt x="28503" y="77108"/>
                </a:lnTo>
                <a:lnTo>
                  <a:pt x="29102" y="77115"/>
                </a:lnTo>
                <a:lnTo>
                  <a:pt x="43698" y="77115"/>
                </a:lnTo>
                <a:lnTo>
                  <a:pt x="43698" y="66740"/>
                </a:lnTo>
                <a:lnTo>
                  <a:pt x="29928" y="66740"/>
                </a:lnTo>
                <a:close/>
                <a:moveTo>
                  <a:pt x="195175" y="66740"/>
                </a:moveTo>
                <a:lnTo>
                  <a:pt x="194793" y="66732"/>
                </a:lnTo>
                <a:lnTo>
                  <a:pt x="194427" y="66707"/>
                </a:lnTo>
                <a:lnTo>
                  <a:pt x="194077" y="66666"/>
                </a:lnTo>
                <a:lnTo>
                  <a:pt x="193744" y="66608"/>
                </a:lnTo>
                <a:lnTo>
                  <a:pt x="193427" y="66533"/>
                </a:lnTo>
                <a:lnTo>
                  <a:pt x="193126" y="66442"/>
                </a:lnTo>
                <a:lnTo>
                  <a:pt x="192841" y="66334"/>
                </a:lnTo>
                <a:lnTo>
                  <a:pt x="192573" y="66210"/>
                </a:lnTo>
                <a:lnTo>
                  <a:pt x="192321" y="66069"/>
                </a:lnTo>
                <a:lnTo>
                  <a:pt x="192085" y="65912"/>
                </a:lnTo>
                <a:lnTo>
                  <a:pt x="191866" y="65738"/>
                </a:lnTo>
                <a:lnTo>
                  <a:pt x="191662" y="65547"/>
                </a:lnTo>
                <a:lnTo>
                  <a:pt x="191475" y="65340"/>
                </a:lnTo>
                <a:lnTo>
                  <a:pt x="191305" y="65116"/>
                </a:lnTo>
                <a:lnTo>
                  <a:pt x="191150" y="64876"/>
                </a:lnTo>
                <a:lnTo>
                  <a:pt x="191012" y="64619"/>
                </a:lnTo>
                <a:lnTo>
                  <a:pt x="190890" y="64346"/>
                </a:lnTo>
                <a:lnTo>
                  <a:pt x="190784" y="64056"/>
                </a:lnTo>
                <a:lnTo>
                  <a:pt x="190695" y="63749"/>
                </a:lnTo>
                <a:lnTo>
                  <a:pt x="190622" y="63426"/>
                </a:lnTo>
                <a:lnTo>
                  <a:pt x="190565" y="63086"/>
                </a:lnTo>
                <a:lnTo>
                  <a:pt x="190524" y="62730"/>
                </a:lnTo>
                <a:lnTo>
                  <a:pt x="190500" y="62357"/>
                </a:lnTo>
                <a:lnTo>
                  <a:pt x="190492" y="61968"/>
                </a:lnTo>
                <a:lnTo>
                  <a:pt x="190492" y="36997"/>
                </a:lnTo>
                <a:lnTo>
                  <a:pt x="209864" y="36997"/>
                </a:lnTo>
                <a:lnTo>
                  <a:pt x="209864" y="26622"/>
                </a:lnTo>
                <a:lnTo>
                  <a:pt x="190492" y="26622"/>
                </a:lnTo>
                <a:lnTo>
                  <a:pt x="190492" y="12393"/>
                </a:lnTo>
                <a:lnTo>
                  <a:pt x="178925" y="12393"/>
                </a:lnTo>
                <a:lnTo>
                  <a:pt x="178925" y="26622"/>
                </a:lnTo>
                <a:lnTo>
                  <a:pt x="165246" y="26622"/>
                </a:lnTo>
                <a:lnTo>
                  <a:pt x="165246" y="36997"/>
                </a:lnTo>
                <a:lnTo>
                  <a:pt x="178925" y="36997"/>
                </a:lnTo>
                <a:lnTo>
                  <a:pt x="178925" y="61968"/>
                </a:lnTo>
                <a:lnTo>
                  <a:pt x="178932" y="62551"/>
                </a:lnTo>
                <a:lnTo>
                  <a:pt x="178954" y="63125"/>
                </a:lnTo>
                <a:lnTo>
                  <a:pt x="178989" y="63687"/>
                </a:lnTo>
                <a:lnTo>
                  <a:pt x="179039" y="64240"/>
                </a:lnTo>
                <a:lnTo>
                  <a:pt x="179103" y="64781"/>
                </a:lnTo>
                <a:lnTo>
                  <a:pt x="179181" y="65313"/>
                </a:lnTo>
                <a:lnTo>
                  <a:pt x="179273" y="65833"/>
                </a:lnTo>
                <a:lnTo>
                  <a:pt x="179379" y="66343"/>
                </a:lnTo>
                <a:lnTo>
                  <a:pt x="179500" y="66843"/>
                </a:lnTo>
                <a:lnTo>
                  <a:pt x="179634" y="67332"/>
                </a:lnTo>
                <a:lnTo>
                  <a:pt x="179783" y="67811"/>
                </a:lnTo>
                <a:lnTo>
                  <a:pt x="179946" y="68279"/>
                </a:lnTo>
                <a:lnTo>
                  <a:pt x="180124" y="68737"/>
                </a:lnTo>
                <a:lnTo>
                  <a:pt x="180315" y="69184"/>
                </a:lnTo>
                <a:lnTo>
                  <a:pt x="180521" y="69620"/>
                </a:lnTo>
                <a:lnTo>
                  <a:pt x="180741" y="70046"/>
                </a:lnTo>
                <a:lnTo>
                  <a:pt x="180975" y="70462"/>
                </a:lnTo>
                <a:lnTo>
                  <a:pt x="181223" y="70867"/>
                </a:lnTo>
                <a:lnTo>
                  <a:pt x="181485" y="71261"/>
                </a:lnTo>
                <a:lnTo>
                  <a:pt x="181762" y="71645"/>
                </a:lnTo>
                <a:lnTo>
                  <a:pt x="182053" y="72019"/>
                </a:lnTo>
                <a:lnTo>
                  <a:pt x="182358" y="72382"/>
                </a:lnTo>
                <a:lnTo>
                  <a:pt x="182677" y="72734"/>
                </a:lnTo>
                <a:lnTo>
                  <a:pt x="183010" y="73076"/>
                </a:lnTo>
                <a:lnTo>
                  <a:pt x="183356" y="73406"/>
                </a:lnTo>
                <a:lnTo>
                  <a:pt x="183713" y="73721"/>
                </a:lnTo>
                <a:lnTo>
                  <a:pt x="184081" y="74023"/>
                </a:lnTo>
                <a:lnTo>
                  <a:pt x="184460" y="74310"/>
                </a:lnTo>
                <a:lnTo>
                  <a:pt x="184850" y="74583"/>
                </a:lnTo>
                <a:lnTo>
                  <a:pt x="185251" y="74843"/>
                </a:lnTo>
                <a:lnTo>
                  <a:pt x="185663" y="75088"/>
                </a:lnTo>
                <a:lnTo>
                  <a:pt x="186086" y="75320"/>
                </a:lnTo>
                <a:lnTo>
                  <a:pt x="186520" y="75537"/>
                </a:lnTo>
                <a:lnTo>
                  <a:pt x="186965" y="75740"/>
                </a:lnTo>
                <a:lnTo>
                  <a:pt x="187421" y="75930"/>
                </a:lnTo>
                <a:lnTo>
                  <a:pt x="187888" y="76105"/>
                </a:lnTo>
                <a:lnTo>
                  <a:pt x="188366" y="76266"/>
                </a:lnTo>
                <a:lnTo>
                  <a:pt x="188854" y="76413"/>
                </a:lnTo>
                <a:lnTo>
                  <a:pt x="189354" y="76547"/>
                </a:lnTo>
                <a:lnTo>
                  <a:pt x="189865" y="76666"/>
                </a:lnTo>
                <a:lnTo>
                  <a:pt x="190387" y="76771"/>
                </a:lnTo>
                <a:lnTo>
                  <a:pt x="190920" y="76862"/>
                </a:lnTo>
                <a:lnTo>
                  <a:pt x="191464" y="76939"/>
                </a:lnTo>
                <a:lnTo>
                  <a:pt x="192019" y="77002"/>
                </a:lnTo>
                <a:lnTo>
                  <a:pt x="192585" y="77051"/>
                </a:lnTo>
                <a:lnTo>
                  <a:pt x="193162" y="77087"/>
                </a:lnTo>
                <a:lnTo>
                  <a:pt x="193749" y="77108"/>
                </a:lnTo>
                <a:lnTo>
                  <a:pt x="194348" y="77115"/>
                </a:lnTo>
                <a:lnTo>
                  <a:pt x="208945" y="77115"/>
                </a:lnTo>
                <a:lnTo>
                  <a:pt x="208945" y="66740"/>
                </a:lnTo>
                <a:lnTo>
                  <a:pt x="195175" y="66740"/>
                </a:lnTo>
                <a:close/>
                <a:moveTo>
                  <a:pt x="137459" y="77913"/>
                </a:moveTo>
                <a:lnTo>
                  <a:pt x="138228" y="77877"/>
                </a:lnTo>
                <a:lnTo>
                  <a:pt x="138982" y="77828"/>
                </a:lnTo>
                <a:lnTo>
                  <a:pt x="139719" y="77764"/>
                </a:lnTo>
                <a:lnTo>
                  <a:pt x="140440" y="77686"/>
                </a:lnTo>
                <a:lnTo>
                  <a:pt x="141144" y="77594"/>
                </a:lnTo>
                <a:lnTo>
                  <a:pt x="141832" y="77487"/>
                </a:lnTo>
                <a:lnTo>
                  <a:pt x="142503" y="77367"/>
                </a:lnTo>
                <a:lnTo>
                  <a:pt x="143158" y="77232"/>
                </a:lnTo>
                <a:lnTo>
                  <a:pt x="143797" y="77083"/>
                </a:lnTo>
                <a:lnTo>
                  <a:pt x="144419" y="76920"/>
                </a:lnTo>
                <a:lnTo>
                  <a:pt x="145024" y="76743"/>
                </a:lnTo>
                <a:lnTo>
                  <a:pt x="145614" y="76551"/>
                </a:lnTo>
                <a:lnTo>
                  <a:pt x="146186" y="76345"/>
                </a:lnTo>
                <a:lnTo>
                  <a:pt x="146743" y="76126"/>
                </a:lnTo>
                <a:lnTo>
                  <a:pt x="147283" y="75892"/>
                </a:lnTo>
                <a:lnTo>
                  <a:pt x="147806" y="75643"/>
                </a:lnTo>
                <a:lnTo>
                  <a:pt x="148314" y="75381"/>
                </a:lnTo>
                <a:lnTo>
                  <a:pt x="148804" y="75104"/>
                </a:lnTo>
                <a:lnTo>
                  <a:pt x="149279" y="74814"/>
                </a:lnTo>
                <a:lnTo>
                  <a:pt x="149737" y="74509"/>
                </a:lnTo>
                <a:lnTo>
                  <a:pt x="150178" y="74190"/>
                </a:lnTo>
                <a:lnTo>
                  <a:pt x="150603" y="73856"/>
                </a:lnTo>
                <a:lnTo>
                  <a:pt x="151011" y="73510"/>
                </a:lnTo>
                <a:lnTo>
                  <a:pt x="151402" y="73153"/>
                </a:lnTo>
                <a:lnTo>
                  <a:pt x="151776" y="72784"/>
                </a:lnTo>
                <a:lnTo>
                  <a:pt x="152132" y="72404"/>
                </a:lnTo>
                <a:lnTo>
                  <a:pt x="152471" y="72012"/>
                </a:lnTo>
                <a:lnTo>
                  <a:pt x="152792" y="71610"/>
                </a:lnTo>
                <a:lnTo>
                  <a:pt x="153096" y="71196"/>
                </a:lnTo>
                <a:lnTo>
                  <a:pt x="153383" y="70770"/>
                </a:lnTo>
                <a:lnTo>
                  <a:pt x="153652" y="70333"/>
                </a:lnTo>
                <a:lnTo>
                  <a:pt x="153904" y="69885"/>
                </a:lnTo>
                <a:lnTo>
                  <a:pt x="154139" y="69426"/>
                </a:lnTo>
                <a:lnTo>
                  <a:pt x="154356" y="68956"/>
                </a:lnTo>
                <a:lnTo>
                  <a:pt x="154556" y="68474"/>
                </a:lnTo>
                <a:lnTo>
                  <a:pt x="154738" y="67980"/>
                </a:lnTo>
                <a:lnTo>
                  <a:pt x="154903" y="67476"/>
                </a:lnTo>
                <a:lnTo>
                  <a:pt x="155051" y="66960"/>
                </a:lnTo>
                <a:lnTo>
                  <a:pt x="155181" y="66433"/>
                </a:lnTo>
                <a:lnTo>
                  <a:pt x="155294" y="65894"/>
                </a:lnTo>
                <a:lnTo>
                  <a:pt x="155390" y="65344"/>
                </a:lnTo>
                <a:lnTo>
                  <a:pt x="155468" y="64783"/>
                </a:lnTo>
                <a:lnTo>
                  <a:pt x="155529" y="64211"/>
                </a:lnTo>
                <a:lnTo>
                  <a:pt x="155572" y="63627"/>
                </a:lnTo>
                <a:lnTo>
                  <a:pt x="155598" y="63032"/>
                </a:lnTo>
                <a:lnTo>
                  <a:pt x="155607" y="62426"/>
                </a:lnTo>
                <a:lnTo>
                  <a:pt x="155599" y="61858"/>
                </a:lnTo>
                <a:lnTo>
                  <a:pt x="155577" y="61301"/>
                </a:lnTo>
                <a:lnTo>
                  <a:pt x="155540" y="60757"/>
                </a:lnTo>
                <a:lnTo>
                  <a:pt x="155488" y="60224"/>
                </a:lnTo>
                <a:lnTo>
                  <a:pt x="155422" y="59702"/>
                </a:lnTo>
                <a:lnTo>
                  <a:pt x="155340" y="59193"/>
                </a:lnTo>
                <a:lnTo>
                  <a:pt x="155244" y="58694"/>
                </a:lnTo>
                <a:lnTo>
                  <a:pt x="155133" y="58208"/>
                </a:lnTo>
                <a:lnTo>
                  <a:pt x="155007" y="57733"/>
                </a:lnTo>
                <a:lnTo>
                  <a:pt x="154866" y="57270"/>
                </a:lnTo>
                <a:lnTo>
                  <a:pt x="154710" y="56818"/>
                </a:lnTo>
                <a:lnTo>
                  <a:pt x="154540" y="56378"/>
                </a:lnTo>
                <a:lnTo>
                  <a:pt x="154355" y="55950"/>
                </a:lnTo>
                <a:lnTo>
                  <a:pt x="154154" y="55533"/>
                </a:lnTo>
                <a:lnTo>
                  <a:pt x="153940" y="55128"/>
                </a:lnTo>
                <a:lnTo>
                  <a:pt x="153710" y="54735"/>
                </a:lnTo>
                <a:lnTo>
                  <a:pt x="153465" y="54353"/>
                </a:lnTo>
                <a:lnTo>
                  <a:pt x="153206" y="53983"/>
                </a:lnTo>
                <a:lnTo>
                  <a:pt x="152932" y="53625"/>
                </a:lnTo>
                <a:lnTo>
                  <a:pt x="152643" y="53278"/>
                </a:lnTo>
                <a:lnTo>
                  <a:pt x="152339" y="52942"/>
                </a:lnTo>
                <a:lnTo>
                  <a:pt x="152020" y="52619"/>
                </a:lnTo>
                <a:lnTo>
                  <a:pt x="151687" y="52307"/>
                </a:lnTo>
                <a:lnTo>
                  <a:pt x="151339" y="52006"/>
                </a:lnTo>
                <a:lnTo>
                  <a:pt x="150975" y="51716"/>
                </a:lnTo>
                <a:lnTo>
                  <a:pt x="150594" y="51433"/>
                </a:lnTo>
                <a:lnTo>
                  <a:pt x="150198" y="51158"/>
                </a:lnTo>
                <a:lnTo>
                  <a:pt x="149785" y="50891"/>
                </a:lnTo>
                <a:lnTo>
                  <a:pt x="149355" y="50631"/>
                </a:lnTo>
                <a:lnTo>
                  <a:pt x="148909" y="50380"/>
                </a:lnTo>
                <a:lnTo>
                  <a:pt x="148447" y="50136"/>
                </a:lnTo>
                <a:lnTo>
                  <a:pt x="147968" y="49900"/>
                </a:lnTo>
                <a:lnTo>
                  <a:pt x="147472" y="49672"/>
                </a:lnTo>
                <a:lnTo>
                  <a:pt x="146961" y="49452"/>
                </a:lnTo>
                <a:lnTo>
                  <a:pt x="146433" y="49239"/>
                </a:lnTo>
                <a:lnTo>
                  <a:pt x="145888" y="49034"/>
                </a:lnTo>
                <a:lnTo>
                  <a:pt x="145327" y="48837"/>
                </a:lnTo>
                <a:lnTo>
                  <a:pt x="144750" y="48648"/>
                </a:lnTo>
                <a:lnTo>
                  <a:pt x="144156" y="48467"/>
                </a:lnTo>
                <a:lnTo>
                  <a:pt x="143546" y="48293"/>
                </a:lnTo>
                <a:lnTo>
                  <a:pt x="142919" y="48128"/>
                </a:lnTo>
                <a:lnTo>
                  <a:pt x="142276" y="47970"/>
                </a:lnTo>
                <a:lnTo>
                  <a:pt x="141617" y="47820"/>
                </a:lnTo>
                <a:lnTo>
                  <a:pt x="140941" y="47677"/>
                </a:lnTo>
                <a:lnTo>
                  <a:pt x="140248" y="47543"/>
                </a:lnTo>
                <a:lnTo>
                  <a:pt x="139540" y="47416"/>
                </a:lnTo>
                <a:lnTo>
                  <a:pt x="138815" y="47297"/>
                </a:lnTo>
                <a:lnTo>
                  <a:pt x="138073" y="47186"/>
                </a:lnTo>
                <a:lnTo>
                  <a:pt x="131555" y="46269"/>
                </a:lnTo>
                <a:lnTo>
                  <a:pt x="131268" y="46222"/>
                </a:lnTo>
                <a:lnTo>
                  <a:pt x="130987" y="46172"/>
                </a:lnTo>
                <a:lnTo>
                  <a:pt x="130713" y="46120"/>
                </a:lnTo>
                <a:lnTo>
                  <a:pt x="130446" y="46066"/>
                </a:lnTo>
                <a:lnTo>
                  <a:pt x="130185" y="46009"/>
                </a:lnTo>
                <a:lnTo>
                  <a:pt x="129931" y="45950"/>
                </a:lnTo>
                <a:lnTo>
                  <a:pt x="129684" y="45889"/>
                </a:lnTo>
                <a:lnTo>
                  <a:pt x="129444" y="45825"/>
                </a:lnTo>
                <a:lnTo>
                  <a:pt x="129210" y="45759"/>
                </a:lnTo>
                <a:lnTo>
                  <a:pt x="128983" y="45690"/>
                </a:lnTo>
                <a:lnTo>
                  <a:pt x="128762" y="45619"/>
                </a:lnTo>
                <a:lnTo>
                  <a:pt x="128549" y="45546"/>
                </a:lnTo>
                <a:lnTo>
                  <a:pt x="128341" y="45470"/>
                </a:lnTo>
                <a:lnTo>
                  <a:pt x="128141" y="45392"/>
                </a:lnTo>
                <a:lnTo>
                  <a:pt x="127947" y="45311"/>
                </a:lnTo>
                <a:lnTo>
                  <a:pt x="127760" y="45228"/>
                </a:lnTo>
                <a:lnTo>
                  <a:pt x="127580" y="45143"/>
                </a:lnTo>
                <a:lnTo>
                  <a:pt x="127406" y="45055"/>
                </a:lnTo>
                <a:lnTo>
                  <a:pt x="127239" y="44965"/>
                </a:lnTo>
                <a:lnTo>
                  <a:pt x="127079" y="44873"/>
                </a:lnTo>
                <a:lnTo>
                  <a:pt x="126926" y="44778"/>
                </a:lnTo>
                <a:lnTo>
                  <a:pt x="126779" y="44680"/>
                </a:lnTo>
                <a:lnTo>
                  <a:pt x="126639" y="44581"/>
                </a:lnTo>
                <a:lnTo>
                  <a:pt x="126505" y="44479"/>
                </a:lnTo>
                <a:lnTo>
                  <a:pt x="126378" y="44373"/>
                </a:lnTo>
                <a:lnTo>
                  <a:pt x="126256" y="44263"/>
                </a:lnTo>
                <a:lnTo>
                  <a:pt x="126139" y="44148"/>
                </a:lnTo>
                <a:lnTo>
                  <a:pt x="126028" y="44028"/>
                </a:lnTo>
                <a:lnTo>
                  <a:pt x="125923" y="43904"/>
                </a:lnTo>
                <a:lnTo>
                  <a:pt x="125822" y="43775"/>
                </a:lnTo>
                <a:lnTo>
                  <a:pt x="125728" y="43642"/>
                </a:lnTo>
                <a:lnTo>
                  <a:pt x="125638" y="43504"/>
                </a:lnTo>
                <a:lnTo>
                  <a:pt x="125554" y="43362"/>
                </a:lnTo>
                <a:lnTo>
                  <a:pt x="125476" y="43214"/>
                </a:lnTo>
                <a:lnTo>
                  <a:pt x="125402" y="43063"/>
                </a:lnTo>
                <a:lnTo>
                  <a:pt x="125335" y="42906"/>
                </a:lnTo>
                <a:lnTo>
                  <a:pt x="125272" y="42745"/>
                </a:lnTo>
                <a:lnTo>
                  <a:pt x="125215" y="42579"/>
                </a:lnTo>
                <a:lnTo>
                  <a:pt x="125164" y="42409"/>
                </a:lnTo>
                <a:lnTo>
                  <a:pt x="125118" y="42234"/>
                </a:lnTo>
                <a:lnTo>
                  <a:pt x="125077" y="42055"/>
                </a:lnTo>
                <a:lnTo>
                  <a:pt x="125042" y="41870"/>
                </a:lnTo>
                <a:lnTo>
                  <a:pt x="125012" y="41682"/>
                </a:lnTo>
                <a:lnTo>
                  <a:pt x="124988" y="41488"/>
                </a:lnTo>
                <a:lnTo>
                  <a:pt x="124969" y="41290"/>
                </a:lnTo>
                <a:lnTo>
                  <a:pt x="124955" y="41087"/>
                </a:lnTo>
                <a:lnTo>
                  <a:pt x="124947" y="40880"/>
                </a:lnTo>
                <a:lnTo>
                  <a:pt x="124945" y="40668"/>
                </a:lnTo>
                <a:lnTo>
                  <a:pt x="124948" y="40441"/>
                </a:lnTo>
                <a:lnTo>
                  <a:pt x="124957" y="40219"/>
                </a:lnTo>
                <a:lnTo>
                  <a:pt x="124973" y="40001"/>
                </a:lnTo>
                <a:lnTo>
                  <a:pt x="124994" y="39787"/>
                </a:lnTo>
                <a:lnTo>
                  <a:pt x="125022" y="39579"/>
                </a:lnTo>
                <a:lnTo>
                  <a:pt x="125056" y="39375"/>
                </a:lnTo>
                <a:lnTo>
                  <a:pt x="125097" y="39175"/>
                </a:lnTo>
                <a:lnTo>
                  <a:pt x="125143" y="38980"/>
                </a:lnTo>
                <a:lnTo>
                  <a:pt x="125196" y="38790"/>
                </a:lnTo>
                <a:lnTo>
                  <a:pt x="125255" y="38605"/>
                </a:lnTo>
                <a:lnTo>
                  <a:pt x="125321" y="38424"/>
                </a:lnTo>
                <a:lnTo>
                  <a:pt x="125392" y="38247"/>
                </a:lnTo>
                <a:lnTo>
                  <a:pt x="125470" y="38076"/>
                </a:lnTo>
                <a:lnTo>
                  <a:pt x="125554" y="37909"/>
                </a:lnTo>
                <a:lnTo>
                  <a:pt x="125644" y="37746"/>
                </a:lnTo>
                <a:lnTo>
                  <a:pt x="125740" y="37588"/>
                </a:lnTo>
                <a:lnTo>
                  <a:pt x="125843" y="37435"/>
                </a:lnTo>
                <a:lnTo>
                  <a:pt x="125952" y="37287"/>
                </a:lnTo>
                <a:lnTo>
                  <a:pt x="126067" y="37143"/>
                </a:lnTo>
                <a:lnTo>
                  <a:pt x="126188" y="37003"/>
                </a:lnTo>
                <a:lnTo>
                  <a:pt x="126315" y="36869"/>
                </a:lnTo>
                <a:lnTo>
                  <a:pt x="126449" y="36739"/>
                </a:lnTo>
                <a:lnTo>
                  <a:pt x="126589" y="36613"/>
                </a:lnTo>
                <a:lnTo>
                  <a:pt x="126735" y="36492"/>
                </a:lnTo>
                <a:lnTo>
                  <a:pt x="126888" y="36376"/>
                </a:lnTo>
                <a:lnTo>
                  <a:pt x="127048" y="36265"/>
                </a:lnTo>
                <a:lnTo>
                  <a:pt x="127216" y="36159"/>
                </a:lnTo>
                <a:lnTo>
                  <a:pt x="127391" y="36058"/>
                </a:lnTo>
                <a:lnTo>
                  <a:pt x="127574" y="35961"/>
                </a:lnTo>
                <a:lnTo>
                  <a:pt x="127765" y="35870"/>
                </a:lnTo>
                <a:lnTo>
                  <a:pt x="127963" y="35783"/>
                </a:lnTo>
                <a:lnTo>
                  <a:pt x="128168" y="35702"/>
                </a:lnTo>
                <a:lnTo>
                  <a:pt x="128381" y="35625"/>
                </a:lnTo>
                <a:lnTo>
                  <a:pt x="128601" y="35554"/>
                </a:lnTo>
                <a:lnTo>
                  <a:pt x="128829" y="35487"/>
                </a:lnTo>
                <a:lnTo>
                  <a:pt x="129064" y="35425"/>
                </a:lnTo>
                <a:lnTo>
                  <a:pt x="129307" y="35368"/>
                </a:lnTo>
                <a:lnTo>
                  <a:pt x="129557" y="35316"/>
                </a:lnTo>
                <a:lnTo>
                  <a:pt x="129815" y="35269"/>
                </a:lnTo>
                <a:lnTo>
                  <a:pt x="130081" y="35227"/>
                </a:lnTo>
                <a:lnTo>
                  <a:pt x="130353" y="35190"/>
                </a:lnTo>
                <a:lnTo>
                  <a:pt x="130634" y="35158"/>
                </a:lnTo>
                <a:lnTo>
                  <a:pt x="130921" y="35131"/>
                </a:lnTo>
                <a:lnTo>
                  <a:pt x="131217" y="35109"/>
                </a:lnTo>
                <a:lnTo>
                  <a:pt x="131519" y="35092"/>
                </a:lnTo>
                <a:lnTo>
                  <a:pt x="131830" y="35079"/>
                </a:lnTo>
                <a:lnTo>
                  <a:pt x="132147" y="35072"/>
                </a:lnTo>
                <a:lnTo>
                  <a:pt x="132473" y="35069"/>
                </a:lnTo>
                <a:lnTo>
                  <a:pt x="135962" y="35069"/>
                </a:lnTo>
                <a:lnTo>
                  <a:pt x="136227" y="35072"/>
                </a:lnTo>
                <a:lnTo>
                  <a:pt x="136489" y="35078"/>
                </a:lnTo>
                <a:lnTo>
                  <a:pt x="136746" y="35089"/>
                </a:lnTo>
                <a:lnTo>
                  <a:pt x="136998" y="35105"/>
                </a:lnTo>
                <a:lnTo>
                  <a:pt x="137247" y="35125"/>
                </a:lnTo>
                <a:lnTo>
                  <a:pt x="137491" y="35150"/>
                </a:lnTo>
                <a:lnTo>
                  <a:pt x="137730" y="35179"/>
                </a:lnTo>
                <a:lnTo>
                  <a:pt x="137966" y="35212"/>
                </a:lnTo>
                <a:lnTo>
                  <a:pt x="138197" y="35250"/>
                </a:lnTo>
                <a:lnTo>
                  <a:pt x="138424" y="35293"/>
                </a:lnTo>
                <a:lnTo>
                  <a:pt x="138646" y="35339"/>
                </a:lnTo>
                <a:lnTo>
                  <a:pt x="138864" y="35391"/>
                </a:lnTo>
                <a:lnTo>
                  <a:pt x="139078" y="35447"/>
                </a:lnTo>
                <a:lnTo>
                  <a:pt x="139288" y="35507"/>
                </a:lnTo>
                <a:lnTo>
                  <a:pt x="139493" y="35572"/>
                </a:lnTo>
                <a:lnTo>
                  <a:pt x="139694" y="35641"/>
                </a:lnTo>
                <a:lnTo>
                  <a:pt x="139891" y="35714"/>
                </a:lnTo>
                <a:lnTo>
                  <a:pt x="140083" y="35793"/>
                </a:lnTo>
                <a:lnTo>
                  <a:pt x="140272" y="35875"/>
                </a:lnTo>
                <a:lnTo>
                  <a:pt x="140455" y="35962"/>
                </a:lnTo>
                <a:lnTo>
                  <a:pt x="140635" y="36054"/>
                </a:lnTo>
                <a:lnTo>
                  <a:pt x="140810" y="36150"/>
                </a:lnTo>
                <a:lnTo>
                  <a:pt x="140981" y="36250"/>
                </a:lnTo>
                <a:lnTo>
                  <a:pt x="141148" y="36355"/>
                </a:lnTo>
                <a:lnTo>
                  <a:pt x="141309" y="36464"/>
                </a:lnTo>
                <a:lnTo>
                  <a:pt x="141465" y="36574"/>
                </a:lnTo>
                <a:lnTo>
                  <a:pt x="141615" y="36688"/>
                </a:lnTo>
                <a:lnTo>
                  <a:pt x="141758" y="36804"/>
                </a:lnTo>
                <a:lnTo>
                  <a:pt x="141896" y="36922"/>
                </a:lnTo>
                <a:lnTo>
                  <a:pt x="142028" y="37043"/>
                </a:lnTo>
                <a:lnTo>
                  <a:pt x="142155" y="37167"/>
                </a:lnTo>
                <a:lnTo>
                  <a:pt x="142275" y="37293"/>
                </a:lnTo>
                <a:lnTo>
                  <a:pt x="142389" y="37422"/>
                </a:lnTo>
                <a:lnTo>
                  <a:pt x="142498" y="37553"/>
                </a:lnTo>
                <a:lnTo>
                  <a:pt x="142600" y="37687"/>
                </a:lnTo>
                <a:lnTo>
                  <a:pt x="142697" y="37823"/>
                </a:lnTo>
                <a:lnTo>
                  <a:pt x="142788" y="37962"/>
                </a:lnTo>
                <a:lnTo>
                  <a:pt x="142873" y="38104"/>
                </a:lnTo>
                <a:lnTo>
                  <a:pt x="142952" y="38248"/>
                </a:lnTo>
                <a:lnTo>
                  <a:pt x="143025" y="38394"/>
                </a:lnTo>
                <a:lnTo>
                  <a:pt x="143092" y="38543"/>
                </a:lnTo>
                <a:lnTo>
                  <a:pt x="143153" y="38695"/>
                </a:lnTo>
                <a:lnTo>
                  <a:pt x="143209" y="38849"/>
                </a:lnTo>
                <a:lnTo>
                  <a:pt x="143258" y="39006"/>
                </a:lnTo>
                <a:lnTo>
                  <a:pt x="143302" y="39165"/>
                </a:lnTo>
                <a:lnTo>
                  <a:pt x="143340" y="39327"/>
                </a:lnTo>
                <a:lnTo>
                  <a:pt x="143371" y="39491"/>
                </a:lnTo>
                <a:lnTo>
                  <a:pt x="143397" y="39658"/>
                </a:lnTo>
                <a:lnTo>
                  <a:pt x="154873" y="39658"/>
                </a:lnTo>
                <a:lnTo>
                  <a:pt x="154834" y="39135"/>
                </a:lnTo>
                <a:lnTo>
                  <a:pt x="154779" y="38620"/>
                </a:lnTo>
                <a:lnTo>
                  <a:pt x="154708" y="38115"/>
                </a:lnTo>
                <a:lnTo>
                  <a:pt x="154620" y="37618"/>
                </a:lnTo>
                <a:lnTo>
                  <a:pt x="154517" y="37131"/>
                </a:lnTo>
                <a:lnTo>
                  <a:pt x="154397" y="36652"/>
                </a:lnTo>
                <a:lnTo>
                  <a:pt x="154260" y="36182"/>
                </a:lnTo>
                <a:lnTo>
                  <a:pt x="154108" y="35721"/>
                </a:lnTo>
                <a:lnTo>
                  <a:pt x="153939" y="35269"/>
                </a:lnTo>
                <a:lnTo>
                  <a:pt x="153754" y="34826"/>
                </a:lnTo>
                <a:lnTo>
                  <a:pt x="153553" y="34392"/>
                </a:lnTo>
                <a:lnTo>
                  <a:pt x="153335" y="33966"/>
                </a:lnTo>
                <a:lnTo>
                  <a:pt x="153101" y="33550"/>
                </a:lnTo>
                <a:lnTo>
                  <a:pt x="152851" y="33143"/>
                </a:lnTo>
                <a:lnTo>
                  <a:pt x="152585" y="32744"/>
                </a:lnTo>
                <a:lnTo>
                  <a:pt x="152302" y="32355"/>
                </a:lnTo>
                <a:lnTo>
                  <a:pt x="152003" y="31974"/>
                </a:lnTo>
                <a:lnTo>
                  <a:pt x="151688" y="31603"/>
                </a:lnTo>
                <a:lnTo>
                  <a:pt x="151357" y="31240"/>
                </a:lnTo>
                <a:lnTo>
                  <a:pt x="151009" y="30886"/>
                </a:lnTo>
                <a:lnTo>
                  <a:pt x="150645" y="30541"/>
                </a:lnTo>
                <a:lnTo>
                  <a:pt x="150265" y="30205"/>
                </a:lnTo>
                <a:lnTo>
                  <a:pt x="149869" y="29878"/>
                </a:lnTo>
                <a:lnTo>
                  <a:pt x="149456" y="29560"/>
                </a:lnTo>
                <a:lnTo>
                  <a:pt x="149029" y="29253"/>
                </a:lnTo>
                <a:lnTo>
                  <a:pt x="148591" y="28959"/>
                </a:lnTo>
                <a:lnTo>
                  <a:pt x="148141" y="28678"/>
                </a:lnTo>
                <a:lnTo>
                  <a:pt x="147679" y="28410"/>
                </a:lnTo>
                <a:lnTo>
                  <a:pt x="147205" y="28155"/>
                </a:lnTo>
                <a:lnTo>
                  <a:pt x="146719" y="27913"/>
                </a:lnTo>
                <a:lnTo>
                  <a:pt x="146222" y="27684"/>
                </a:lnTo>
                <a:lnTo>
                  <a:pt x="145713" y="27469"/>
                </a:lnTo>
                <a:lnTo>
                  <a:pt x="145192" y="27266"/>
                </a:lnTo>
                <a:lnTo>
                  <a:pt x="144659" y="27077"/>
                </a:lnTo>
                <a:lnTo>
                  <a:pt x="144115" y="26900"/>
                </a:lnTo>
                <a:lnTo>
                  <a:pt x="143558" y="26737"/>
                </a:lnTo>
                <a:lnTo>
                  <a:pt x="142990" y="26587"/>
                </a:lnTo>
                <a:lnTo>
                  <a:pt x="142410" y="26449"/>
                </a:lnTo>
                <a:lnTo>
                  <a:pt x="141818" y="26325"/>
                </a:lnTo>
                <a:lnTo>
                  <a:pt x="141215" y="26214"/>
                </a:lnTo>
                <a:lnTo>
                  <a:pt x="140599" y="26116"/>
                </a:lnTo>
                <a:lnTo>
                  <a:pt x="139972" y="26031"/>
                </a:lnTo>
                <a:lnTo>
                  <a:pt x="139333" y="25959"/>
                </a:lnTo>
                <a:lnTo>
                  <a:pt x="138683" y="25900"/>
                </a:lnTo>
                <a:lnTo>
                  <a:pt x="138020" y="25855"/>
                </a:lnTo>
                <a:lnTo>
                  <a:pt x="137346" y="25822"/>
                </a:lnTo>
                <a:lnTo>
                  <a:pt x="136660" y="25802"/>
                </a:lnTo>
                <a:lnTo>
                  <a:pt x="135962" y="25796"/>
                </a:lnTo>
                <a:lnTo>
                  <a:pt x="132473" y="25796"/>
                </a:lnTo>
                <a:lnTo>
                  <a:pt x="131708" y="25803"/>
                </a:lnTo>
                <a:lnTo>
                  <a:pt x="130958" y="25823"/>
                </a:lnTo>
                <a:lnTo>
                  <a:pt x="130225" y="25857"/>
                </a:lnTo>
                <a:lnTo>
                  <a:pt x="129507" y="25904"/>
                </a:lnTo>
                <a:lnTo>
                  <a:pt x="128804" y="25965"/>
                </a:lnTo>
                <a:lnTo>
                  <a:pt x="128118" y="26040"/>
                </a:lnTo>
                <a:lnTo>
                  <a:pt x="127447" y="26128"/>
                </a:lnTo>
                <a:lnTo>
                  <a:pt x="126791" y="26230"/>
                </a:lnTo>
                <a:lnTo>
                  <a:pt x="126151" y="26345"/>
                </a:lnTo>
                <a:lnTo>
                  <a:pt x="125527" y="26473"/>
                </a:lnTo>
                <a:lnTo>
                  <a:pt x="124918" y="26616"/>
                </a:lnTo>
                <a:lnTo>
                  <a:pt x="124325" y="26772"/>
                </a:lnTo>
                <a:lnTo>
                  <a:pt x="123748" y="26941"/>
                </a:lnTo>
                <a:lnTo>
                  <a:pt x="123186" y="27124"/>
                </a:lnTo>
                <a:lnTo>
                  <a:pt x="122640" y="27320"/>
                </a:lnTo>
                <a:lnTo>
                  <a:pt x="122109" y="27530"/>
                </a:lnTo>
                <a:lnTo>
                  <a:pt x="121594" y="27754"/>
                </a:lnTo>
                <a:lnTo>
                  <a:pt x="121095" y="27991"/>
                </a:lnTo>
                <a:lnTo>
                  <a:pt x="120611" y="28242"/>
                </a:lnTo>
                <a:lnTo>
                  <a:pt x="120143" y="28506"/>
                </a:lnTo>
                <a:lnTo>
                  <a:pt x="119690" y="28784"/>
                </a:lnTo>
                <a:lnTo>
                  <a:pt x="119253" y="29075"/>
                </a:lnTo>
                <a:lnTo>
                  <a:pt x="118832" y="29380"/>
                </a:lnTo>
                <a:lnTo>
                  <a:pt x="118427" y="29699"/>
                </a:lnTo>
                <a:lnTo>
                  <a:pt x="118037" y="30029"/>
                </a:lnTo>
                <a:lnTo>
                  <a:pt x="117664" y="30371"/>
                </a:lnTo>
                <a:lnTo>
                  <a:pt x="117308" y="30723"/>
                </a:lnTo>
                <a:lnTo>
                  <a:pt x="116968" y="31087"/>
                </a:lnTo>
                <a:lnTo>
                  <a:pt x="116645" y="31462"/>
                </a:lnTo>
                <a:lnTo>
                  <a:pt x="116338" y="31847"/>
                </a:lnTo>
                <a:lnTo>
                  <a:pt x="116048" y="32244"/>
                </a:lnTo>
                <a:lnTo>
                  <a:pt x="115774" y="32651"/>
                </a:lnTo>
                <a:lnTo>
                  <a:pt x="115517" y="33070"/>
                </a:lnTo>
                <a:lnTo>
                  <a:pt x="115277" y="33499"/>
                </a:lnTo>
                <a:lnTo>
                  <a:pt x="115053" y="33940"/>
                </a:lnTo>
                <a:lnTo>
                  <a:pt x="114846" y="34392"/>
                </a:lnTo>
                <a:lnTo>
                  <a:pt x="114656" y="34854"/>
                </a:lnTo>
                <a:lnTo>
                  <a:pt x="114481" y="35328"/>
                </a:lnTo>
                <a:lnTo>
                  <a:pt x="114324" y="35812"/>
                </a:lnTo>
                <a:lnTo>
                  <a:pt x="114183" y="36308"/>
                </a:lnTo>
                <a:lnTo>
                  <a:pt x="114059" y="36814"/>
                </a:lnTo>
                <a:lnTo>
                  <a:pt x="113951" y="37332"/>
                </a:lnTo>
                <a:lnTo>
                  <a:pt x="113860" y="37861"/>
                </a:lnTo>
                <a:lnTo>
                  <a:pt x="113785" y="38400"/>
                </a:lnTo>
                <a:lnTo>
                  <a:pt x="113727" y="38951"/>
                </a:lnTo>
                <a:lnTo>
                  <a:pt x="113686" y="39512"/>
                </a:lnTo>
                <a:lnTo>
                  <a:pt x="113661" y="40085"/>
                </a:lnTo>
                <a:lnTo>
                  <a:pt x="113653" y="40668"/>
                </a:lnTo>
                <a:lnTo>
                  <a:pt x="113660" y="41229"/>
                </a:lnTo>
                <a:lnTo>
                  <a:pt x="113681" y="41777"/>
                </a:lnTo>
                <a:lnTo>
                  <a:pt x="113716" y="42314"/>
                </a:lnTo>
                <a:lnTo>
                  <a:pt x="113765" y="42839"/>
                </a:lnTo>
                <a:lnTo>
                  <a:pt x="113828" y="43352"/>
                </a:lnTo>
                <a:lnTo>
                  <a:pt x="113905" y="43853"/>
                </a:lnTo>
                <a:lnTo>
                  <a:pt x="113996" y="44342"/>
                </a:lnTo>
                <a:lnTo>
                  <a:pt x="114102" y="44820"/>
                </a:lnTo>
                <a:lnTo>
                  <a:pt x="114221" y="45286"/>
                </a:lnTo>
                <a:lnTo>
                  <a:pt x="114354" y="45740"/>
                </a:lnTo>
                <a:lnTo>
                  <a:pt x="114501" y="46182"/>
                </a:lnTo>
                <a:lnTo>
                  <a:pt x="114663" y="46613"/>
                </a:lnTo>
                <a:lnTo>
                  <a:pt x="114838" y="47032"/>
                </a:lnTo>
                <a:lnTo>
                  <a:pt x="115027" y="47439"/>
                </a:lnTo>
                <a:lnTo>
                  <a:pt x="115231" y="47834"/>
                </a:lnTo>
                <a:lnTo>
                  <a:pt x="115448" y="48217"/>
                </a:lnTo>
                <a:lnTo>
                  <a:pt x="115680" y="48589"/>
                </a:lnTo>
                <a:lnTo>
                  <a:pt x="115925" y="48948"/>
                </a:lnTo>
                <a:lnTo>
                  <a:pt x="116185" y="49296"/>
                </a:lnTo>
                <a:lnTo>
                  <a:pt x="116458" y="49633"/>
                </a:lnTo>
                <a:lnTo>
                  <a:pt x="116746" y="49957"/>
                </a:lnTo>
                <a:lnTo>
                  <a:pt x="117047" y="50269"/>
                </a:lnTo>
                <a:lnTo>
                  <a:pt x="117363" y="50570"/>
                </a:lnTo>
                <a:lnTo>
                  <a:pt x="117693" y="50859"/>
                </a:lnTo>
                <a:lnTo>
                  <a:pt x="118037" y="51138"/>
                </a:lnTo>
                <a:lnTo>
                  <a:pt x="118398" y="51410"/>
                </a:lnTo>
                <a:lnTo>
                  <a:pt x="118774" y="51674"/>
                </a:lnTo>
                <a:lnTo>
                  <a:pt x="119167" y="51930"/>
                </a:lnTo>
                <a:lnTo>
                  <a:pt x="119575" y="52179"/>
                </a:lnTo>
                <a:lnTo>
                  <a:pt x="119999" y="52420"/>
                </a:lnTo>
                <a:lnTo>
                  <a:pt x="120440" y="52653"/>
                </a:lnTo>
                <a:lnTo>
                  <a:pt x="120896" y="52879"/>
                </a:lnTo>
                <a:lnTo>
                  <a:pt x="121368" y="53097"/>
                </a:lnTo>
                <a:lnTo>
                  <a:pt x="121856" y="53307"/>
                </a:lnTo>
                <a:lnTo>
                  <a:pt x="122360" y="53510"/>
                </a:lnTo>
                <a:lnTo>
                  <a:pt x="122880" y="53705"/>
                </a:lnTo>
                <a:lnTo>
                  <a:pt x="123416" y="53893"/>
                </a:lnTo>
                <a:lnTo>
                  <a:pt x="123967" y="54073"/>
                </a:lnTo>
                <a:lnTo>
                  <a:pt x="124535" y="54245"/>
                </a:lnTo>
                <a:lnTo>
                  <a:pt x="125119" y="54409"/>
                </a:lnTo>
                <a:lnTo>
                  <a:pt x="125718" y="54566"/>
                </a:lnTo>
                <a:lnTo>
                  <a:pt x="126334" y="54715"/>
                </a:lnTo>
                <a:lnTo>
                  <a:pt x="126965" y="54857"/>
                </a:lnTo>
                <a:lnTo>
                  <a:pt x="127613" y="54991"/>
                </a:lnTo>
                <a:lnTo>
                  <a:pt x="128276" y="55117"/>
                </a:lnTo>
                <a:lnTo>
                  <a:pt x="128955" y="55235"/>
                </a:lnTo>
                <a:lnTo>
                  <a:pt x="129650" y="55346"/>
                </a:lnTo>
                <a:lnTo>
                  <a:pt x="130362" y="55450"/>
                </a:lnTo>
                <a:lnTo>
                  <a:pt x="136604" y="56367"/>
                </a:lnTo>
                <a:lnTo>
                  <a:pt x="136929" y="56407"/>
                </a:lnTo>
                <a:lnTo>
                  <a:pt x="137247" y="56451"/>
                </a:lnTo>
                <a:lnTo>
                  <a:pt x="137558" y="56499"/>
                </a:lnTo>
                <a:lnTo>
                  <a:pt x="137862" y="56550"/>
                </a:lnTo>
                <a:lnTo>
                  <a:pt x="138159" y="56604"/>
                </a:lnTo>
                <a:lnTo>
                  <a:pt x="138448" y="56663"/>
                </a:lnTo>
                <a:lnTo>
                  <a:pt x="138730" y="56725"/>
                </a:lnTo>
                <a:lnTo>
                  <a:pt x="139006" y="56791"/>
                </a:lnTo>
                <a:lnTo>
                  <a:pt x="139274" y="56860"/>
                </a:lnTo>
                <a:lnTo>
                  <a:pt x="139534" y="56933"/>
                </a:lnTo>
                <a:lnTo>
                  <a:pt x="139788" y="57010"/>
                </a:lnTo>
                <a:lnTo>
                  <a:pt x="140034" y="57090"/>
                </a:lnTo>
                <a:lnTo>
                  <a:pt x="140274" y="57174"/>
                </a:lnTo>
                <a:lnTo>
                  <a:pt x="140506" y="57262"/>
                </a:lnTo>
                <a:lnTo>
                  <a:pt x="140731" y="57354"/>
                </a:lnTo>
                <a:lnTo>
                  <a:pt x="140949" y="57449"/>
                </a:lnTo>
                <a:lnTo>
                  <a:pt x="141159" y="57547"/>
                </a:lnTo>
                <a:lnTo>
                  <a:pt x="141362" y="57650"/>
                </a:lnTo>
                <a:lnTo>
                  <a:pt x="141559" y="57756"/>
                </a:lnTo>
                <a:lnTo>
                  <a:pt x="141748" y="57865"/>
                </a:lnTo>
                <a:lnTo>
                  <a:pt x="141930" y="57979"/>
                </a:lnTo>
                <a:lnTo>
                  <a:pt x="142104" y="58096"/>
                </a:lnTo>
                <a:lnTo>
                  <a:pt x="142272" y="58217"/>
                </a:lnTo>
                <a:lnTo>
                  <a:pt x="142432" y="58341"/>
                </a:lnTo>
                <a:lnTo>
                  <a:pt x="142586" y="58469"/>
                </a:lnTo>
                <a:lnTo>
                  <a:pt x="142733" y="58601"/>
                </a:lnTo>
                <a:lnTo>
                  <a:pt x="142874" y="58737"/>
                </a:lnTo>
                <a:lnTo>
                  <a:pt x="143008" y="58878"/>
                </a:lnTo>
                <a:lnTo>
                  <a:pt x="143135" y="59022"/>
                </a:lnTo>
                <a:lnTo>
                  <a:pt x="143256" y="59170"/>
                </a:lnTo>
                <a:lnTo>
                  <a:pt x="143370" y="59322"/>
                </a:lnTo>
                <a:lnTo>
                  <a:pt x="143478" y="59478"/>
                </a:lnTo>
                <a:lnTo>
                  <a:pt x="143580" y="59638"/>
                </a:lnTo>
                <a:lnTo>
                  <a:pt x="143674" y="59802"/>
                </a:lnTo>
                <a:lnTo>
                  <a:pt x="143763" y="59970"/>
                </a:lnTo>
                <a:lnTo>
                  <a:pt x="143844" y="60142"/>
                </a:lnTo>
                <a:lnTo>
                  <a:pt x="143919" y="60318"/>
                </a:lnTo>
                <a:lnTo>
                  <a:pt x="143988" y="60498"/>
                </a:lnTo>
                <a:lnTo>
                  <a:pt x="144050" y="60682"/>
                </a:lnTo>
                <a:lnTo>
                  <a:pt x="144106" y="60870"/>
                </a:lnTo>
                <a:lnTo>
                  <a:pt x="144155" y="61062"/>
                </a:lnTo>
                <a:lnTo>
                  <a:pt x="144197" y="61258"/>
                </a:lnTo>
                <a:lnTo>
                  <a:pt x="144233" y="61458"/>
                </a:lnTo>
                <a:lnTo>
                  <a:pt x="144263" y="61662"/>
                </a:lnTo>
                <a:lnTo>
                  <a:pt x="144286" y="61870"/>
                </a:lnTo>
                <a:lnTo>
                  <a:pt x="144302" y="62082"/>
                </a:lnTo>
                <a:lnTo>
                  <a:pt x="144312" y="62298"/>
                </a:lnTo>
                <a:lnTo>
                  <a:pt x="144315" y="62518"/>
                </a:lnTo>
                <a:lnTo>
                  <a:pt x="144311" y="62753"/>
                </a:lnTo>
                <a:lnTo>
                  <a:pt x="144300" y="62984"/>
                </a:lnTo>
                <a:lnTo>
                  <a:pt x="144282" y="63211"/>
                </a:lnTo>
                <a:lnTo>
                  <a:pt x="144256" y="63433"/>
                </a:lnTo>
                <a:lnTo>
                  <a:pt x="144223" y="63652"/>
                </a:lnTo>
                <a:lnTo>
                  <a:pt x="144183" y="63866"/>
                </a:lnTo>
                <a:lnTo>
                  <a:pt x="144135" y="64076"/>
                </a:lnTo>
                <a:lnTo>
                  <a:pt x="144080" y="64282"/>
                </a:lnTo>
                <a:lnTo>
                  <a:pt x="144018" y="64484"/>
                </a:lnTo>
                <a:lnTo>
                  <a:pt x="143948" y="64682"/>
                </a:lnTo>
                <a:lnTo>
                  <a:pt x="143872" y="64876"/>
                </a:lnTo>
                <a:lnTo>
                  <a:pt x="143787" y="65065"/>
                </a:lnTo>
                <a:lnTo>
                  <a:pt x="143696" y="65251"/>
                </a:lnTo>
                <a:lnTo>
                  <a:pt x="143597" y="65432"/>
                </a:lnTo>
                <a:lnTo>
                  <a:pt x="143490" y="65609"/>
                </a:lnTo>
                <a:lnTo>
                  <a:pt x="143377" y="65782"/>
                </a:lnTo>
                <a:lnTo>
                  <a:pt x="143256" y="65951"/>
                </a:lnTo>
                <a:lnTo>
                  <a:pt x="143128" y="66115"/>
                </a:lnTo>
                <a:lnTo>
                  <a:pt x="142992" y="66276"/>
                </a:lnTo>
                <a:lnTo>
                  <a:pt x="142849" y="66432"/>
                </a:lnTo>
                <a:lnTo>
                  <a:pt x="142699" y="66584"/>
                </a:lnTo>
                <a:lnTo>
                  <a:pt x="142541" y="66732"/>
                </a:lnTo>
                <a:lnTo>
                  <a:pt x="142376" y="66876"/>
                </a:lnTo>
                <a:lnTo>
                  <a:pt x="142204" y="67016"/>
                </a:lnTo>
                <a:lnTo>
                  <a:pt x="142024" y="67151"/>
                </a:lnTo>
                <a:lnTo>
                  <a:pt x="141837" y="67280"/>
                </a:lnTo>
                <a:lnTo>
                  <a:pt x="141643" y="67404"/>
                </a:lnTo>
                <a:lnTo>
                  <a:pt x="141442" y="67521"/>
                </a:lnTo>
                <a:lnTo>
                  <a:pt x="141233" y="67633"/>
                </a:lnTo>
                <a:lnTo>
                  <a:pt x="141016" y="67739"/>
                </a:lnTo>
                <a:lnTo>
                  <a:pt x="140793" y="67840"/>
                </a:lnTo>
                <a:lnTo>
                  <a:pt x="140562" y="67934"/>
                </a:lnTo>
                <a:lnTo>
                  <a:pt x="140324" y="68023"/>
                </a:lnTo>
                <a:lnTo>
                  <a:pt x="140078" y="68107"/>
                </a:lnTo>
                <a:lnTo>
                  <a:pt x="139825" y="68184"/>
                </a:lnTo>
                <a:lnTo>
                  <a:pt x="139565" y="68256"/>
                </a:lnTo>
                <a:lnTo>
                  <a:pt x="139297" y="68322"/>
                </a:lnTo>
                <a:lnTo>
                  <a:pt x="139022" y="68382"/>
                </a:lnTo>
                <a:lnTo>
                  <a:pt x="138740" y="68437"/>
                </a:lnTo>
                <a:lnTo>
                  <a:pt x="138450" y="68485"/>
                </a:lnTo>
                <a:lnTo>
                  <a:pt x="138153" y="68528"/>
                </a:lnTo>
                <a:lnTo>
                  <a:pt x="137849" y="68566"/>
                </a:lnTo>
                <a:lnTo>
                  <a:pt x="137538" y="68597"/>
                </a:lnTo>
                <a:lnTo>
                  <a:pt x="137219" y="68623"/>
                </a:lnTo>
                <a:lnTo>
                  <a:pt x="136892" y="68643"/>
                </a:lnTo>
                <a:lnTo>
                  <a:pt x="136559" y="68658"/>
                </a:lnTo>
                <a:lnTo>
                  <a:pt x="136218" y="68666"/>
                </a:lnTo>
                <a:lnTo>
                  <a:pt x="135869" y="68669"/>
                </a:lnTo>
                <a:lnTo>
                  <a:pt x="131831" y="68669"/>
                </a:lnTo>
                <a:lnTo>
                  <a:pt x="131542" y="68667"/>
                </a:lnTo>
                <a:lnTo>
                  <a:pt x="131259" y="68659"/>
                </a:lnTo>
                <a:lnTo>
                  <a:pt x="130979" y="68646"/>
                </a:lnTo>
                <a:lnTo>
                  <a:pt x="130705" y="68628"/>
                </a:lnTo>
                <a:lnTo>
                  <a:pt x="130435" y="68605"/>
                </a:lnTo>
                <a:lnTo>
                  <a:pt x="130170" y="68577"/>
                </a:lnTo>
                <a:lnTo>
                  <a:pt x="129909" y="68544"/>
                </a:lnTo>
                <a:lnTo>
                  <a:pt x="129653" y="68506"/>
                </a:lnTo>
                <a:lnTo>
                  <a:pt x="129401" y="68463"/>
                </a:lnTo>
                <a:lnTo>
                  <a:pt x="129154" y="68414"/>
                </a:lnTo>
                <a:lnTo>
                  <a:pt x="128912" y="68361"/>
                </a:lnTo>
                <a:lnTo>
                  <a:pt x="128675" y="68302"/>
                </a:lnTo>
                <a:lnTo>
                  <a:pt x="128442" y="68238"/>
                </a:lnTo>
                <a:lnTo>
                  <a:pt x="128213" y="68170"/>
                </a:lnTo>
                <a:lnTo>
                  <a:pt x="127990" y="68096"/>
                </a:lnTo>
                <a:lnTo>
                  <a:pt x="127770" y="68017"/>
                </a:lnTo>
                <a:lnTo>
                  <a:pt x="127556" y="67933"/>
                </a:lnTo>
                <a:lnTo>
                  <a:pt x="127346" y="67843"/>
                </a:lnTo>
                <a:lnTo>
                  <a:pt x="127141" y="67749"/>
                </a:lnTo>
                <a:lnTo>
                  <a:pt x="126940" y="67650"/>
                </a:lnTo>
                <a:lnTo>
                  <a:pt x="126744" y="67545"/>
                </a:lnTo>
                <a:lnTo>
                  <a:pt x="126553" y="67436"/>
                </a:lnTo>
                <a:lnTo>
                  <a:pt x="126366" y="67321"/>
                </a:lnTo>
                <a:lnTo>
                  <a:pt x="126184" y="67201"/>
                </a:lnTo>
                <a:lnTo>
                  <a:pt x="126008" y="67077"/>
                </a:lnTo>
                <a:lnTo>
                  <a:pt x="125838" y="66950"/>
                </a:lnTo>
                <a:lnTo>
                  <a:pt x="125676" y="66819"/>
                </a:lnTo>
                <a:lnTo>
                  <a:pt x="125520" y="66686"/>
                </a:lnTo>
                <a:lnTo>
                  <a:pt x="125371" y="66549"/>
                </a:lnTo>
                <a:lnTo>
                  <a:pt x="125229" y="66409"/>
                </a:lnTo>
                <a:lnTo>
                  <a:pt x="125094" y="66266"/>
                </a:lnTo>
                <a:lnTo>
                  <a:pt x="124965" y="66119"/>
                </a:lnTo>
                <a:lnTo>
                  <a:pt x="124844" y="65970"/>
                </a:lnTo>
                <a:lnTo>
                  <a:pt x="124729" y="65817"/>
                </a:lnTo>
                <a:lnTo>
                  <a:pt x="124621" y="65661"/>
                </a:lnTo>
                <a:lnTo>
                  <a:pt x="124520" y="65502"/>
                </a:lnTo>
                <a:lnTo>
                  <a:pt x="124426" y="65340"/>
                </a:lnTo>
                <a:lnTo>
                  <a:pt x="124339" y="65174"/>
                </a:lnTo>
                <a:lnTo>
                  <a:pt x="124259" y="65006"/>
                </a:lnTo>
                <a:lnTo>
                  <a:pt x="124185" y="64834"/>
                </a:lnTo>
                <a:lnTo>
                  <a:pt x="124118" y="64659"/>
                </a:lnTo>
                <a:lnTo>
                  <a:pt x="124059" y="64481"/>
                </a:lnTo>
                <a:lnTo>
                  <a:pt x="124006" y="64299"/>
                </a:lnTo>
                <a:lnTo>
                  <a:pt x="123960" y="64115"/>
                </a:lnTo>
                <a:lnTo>
                  <a:pt x="123920" y="63927"/>
                </a:lnTo>
                <a:lnTo>
                  <a:pt x="123888" y="63736"/>
                </a:lnTo>
                <a:lnTo>
                  <a:pt x="123862" y="63542"/>
                </a:lnTo>
                <a:lnTo>
                  <a:pt x="123844" y="63345"/>
                </a:lnTo>
                <a:lnTo>
                  <a:pt x="112368" y="63345"/>
                </a:lnTo>
                <a:lnTo>
                  <a:pt x="112387" y="63710"/>
                </a:lnTo>
                <a:lnTo>
                  <a:pt x="112414" y="64071"/>
                </a:lnTo>
                <a:lnTo>
                  <a:pt x="112449" y="64428"/>
                </a:lnTo>
                <a:lnTo>
                  <a:pt x="112492" y="64781"/>
                </a:lnTo>
                <a:lnTo>
                  <a:pt x="112542" y="65131"/>
                </a:lnTo>
                <a:lnTo>
                  <a:pt x="112600" y="65476"/>
                </a:lnTo>
                <a:lnTo>
                  <a:pt x="112666" y="65817"/>
                </a:lnTo>
                <a:lnTo>
                  <a:pt x="112740" y="66154"/>
                </a:lnTo>
                <a:lnTo>
                  <a:pt x="112822" y="66488"/>
                </a:lnTo>
                <a:lnTo>
                  <a:pt x="112911" y="66817"/>
                </a:lnTo>
                <a:lnTo>
                  <a:pt x="113009" y="67142"/>
                </a:lnTo>
                <a:lnTo>
                  <a:pt x="113114" y="67464"/>
                </a:lnTo>
                <a:lnTo>
                  <a:pt x="113227" y="67781"/>
                </a:lnTo>
                <a:lnTo>
                  <a:pt x="113347" y="68095"/>
                </a:lnTo>
                <a:lnTo>
                  <a:pt x="113476" y="68404"/>
                </a:lnTo>
                <a:lnTo>
                  <a:pt x="113612" y="68709"/>
                </a:lnTo>
                <a:lnTo>
                  <a:pt x="113756" y="69011"/>
                </a:lnTo>
                <a:lnTo>
                  <a:pt x="113908" y="69308"/>
                </a:lnTo>
                <a:lnTo>
                  <a:pt x="114068" y="69602"/>
                </a:lnTo>
                <a:lnTo>
                  <a:pt x="114235" y="69891"/>
                </a:lnTo>
                <a:lnTo>
                  <a:pt x="114411" y="70177"/>
                </a:lnTo>
                <a:lnTo>
                  <a:pt x="114594" y="70459"/>
                </a:lnTo>
                <a:lnTo>
                  <a:pt x="114785" y="70736"/>
                </a:lnTo>
                <a:lnTo>
                  <a:pt x="114983" y="71010"/>
                </a:lnTo>
                <a:lnTo>
                  <a:pt x="115189" y="71279"/>
                </a:lnTo>
                <a:lnTo>
                  <a:pt x="115402" y="71543"/>
                </a:lnTo>
                <a:lnTo>
                  <a:pt x="115621" y="71802"/>
                </a:lnTo>
                <a:lnTo>
                  <a:pt x="115847" y="72056"/>
                </a:lnTo>
                <a:lnTo>
                  <a:pt x="116079" y="72306"/>
                </a:lnTo>
                <a:lnTo>
                  <a:pt x="116318" y="72550"/>
                </a:lnTo>
                <a:lnTo>
                  <a:pt x="116563" y="72790"/>
                </a:lnTo>
                <a:lnTo>
                  <a:pt x="116815" y="73024"/>
                </a:lnTo>
                <a:lnTo>
                  <a:pt x="117073" y="73254"/>
                </a:lnTo>
                <a:lnTo>
                  <a:pt x="117338" y="73478"/>
                </a:lnTo>
                <a:lnTo>
                  <a:pt x="117609" y="73698"/>
                </a:lnTo>
                <a:lnTo>
                  <a:pt x="117887" y="73913"/>
                </a:lnTo>
                <a:lnTo>
                  <a:pt x="118171" y="74122"/>
                </a:lnTo>
                <a:lnTo>
                  <a:pt x="118462" y="74327"/>
                </a:lnTo>
                <a:lnTo>
                  <a:pt x="118760" y="74527"/>
                </a:lnTo>
                <a:lnTo>
                  <a:pt x="119064" y="74722"/>
                </a:lnTo>
                <a:lnTo>
                  <a:pt x="119374" y="74912"/>
                </a:lnTo>
                <a:lnTo>
                  <a:pt x="119691" y="75098"/>
                </a:lnTo>
                <a:lnTo>
                  <a:pt x="120015" y="75278"/>
                </a:lnTo>
                <a:lnTo>
                  <a:pt x="120345" y="75453"/>
                </a:lnTo>
                <a:lnTo>
                  <a:pt x="120682" y="75623"/>
                </a:lnTo>
                <a:lnTo>
                  <a:pt x="121025" y="75789"/>
                </a:lnTo>
                <a:lnTo>
                  <a:pt x="121375" y="75949"/>
                </a:lnTo>
                <a:lnTo>
                  <a:pt x="121731" y="76105"/>
                </a:lnTo>
                <a:lnTo>
                  <a:pt x="122093" y="76254"/>
                </a:lnTo>
                <a:lnTo>
                  <a:pt x="122461" y="76398"/>
                </a:lnTo>
                <a:lnTo>
                  <a:pt x="122833" y="76535"/>
                </a:lnTo>
                <a:lnTo>
                  <a:pt x="123211" y="76666"/>
                </a:lnTo>
                <a:lnTo>
                  <a:pt x="123593" y="76790"/>
                </a:lnTo>
                <a:lnTo>
                  <a:pt x="123981" y="76908"/>
                </a:lnTo>
                <a:lnTo>
                  <a:pt x="124374" y="77020"/>
                </a:lnTo>
                <a:lnTo>
                  <a:pt x="124771" y="77125"/>
                </a:lnTo>
                <a:lnTo>
                  <a:pt x="125174" y="77224"/>
                </a:lnTo>
                <a:lnTo>
                  <a:pt x="125583" y="77316"/>
                </a:lnTo>
                <a:lnTo>
                  <a:pt x="125996" y="77402"/>
                </a:lnTo>
                <a:lnTo>
                  <a:pt x="126414" y="77482"/>
                </a:lnTo>
                <a:lnTo>
                  <a:pt x="126837" y="77555"/>
                </a:lnTo>
                <a:lnTo>
                  <a:pt x="127266" y="77622"/>
                </a:lnTo>
                <a:lnTo>
                  <a:pt x="127699" y="77683"/>
                </a:lnTo>
                <a:lnTo>
                  <a:pt x="128138" y="77737"/>
                </a:lnTo>
                <a:lnTo>
                  <a:pt x="128582" y="77785"/>
                </a:lnTo>
                <a:lnTo>
                  <a:pt x="129031" y="77826"/>
                </a:lnTo>
                <a:lnTo>
                  <a:pt x="129485" y="77861"/>
                </a:lnTo>
                <a:lnTo>
                  <a:pt x="129944" y="77890"/>
                </a:lnTo>
                <a:lnTo>
                  <a:pt x="130408" y="77912"/>
                </a:lnTo>
                <a:lnTo>
                  <a:pt x="130877" y="77928"/>
                </a:lnTo>
                <a:lnTo>
                  <a:pt x="131352" y="77938"/>
                </a:lnTo>
                <a:lnTo>
                  <a:pt x="131831" y="77941"/>
                </a:lnTo>
                <a:lnTo>
                  <a:pt x="135869" y="77941"/>
                </a:lnTo>
                <a:lnTo>
                  <a:pt x="136672" y="77934"/>
                </a:lnTo>
                <a:lnTo>
                  <a:pt x="137459" y="77913"/>
                </a:lnTo>
                <a:close/>
                <a:moveTo>
                  <a:pt x="81393" y="77924"/>
                </a:moveTo>
                <a:lnTo>
                  <a:pt x="82028" y="77863"/>
                </a:lnTo>
                <a:lnTo>
                  <a:pt x="82655" y="77788"/>
                </a:lnTo>
                <a:lnTo>
                  <a:pt x="83273" y="77700"/>
                </a:lnTo>
                <a:lnTo>
                  <a:pt x="83883" y="77599"/>
                </a:lnTo>
                <a:lnTo>
                  <a:pt x="84484" y="77484"/>
                </a:lnTo>
                <a:lnTo>
                  <a:pt x="85077" y="77355"/>
                </a:lnTo>
                <a:lnTo>
                  <a:pt x="85662" y="77213"/>
                </a:lnTo>
                <a:lnTo>
                  <a:pt x="86238" y="77057"/>
                </a:lnTo>
                <a:lnTo>
                  <a:pt x="86806" y="76887"/>
                </a:lnTo>
                <a:lnTo>
                  <a:pt x="87365" y="76705"/>
                </a:lnTo>
                <a:lnTo>
                  <a:pt x="87916" y="76508"/>
                </a:lnTo>
                <a:lnTo>
                  <a:pt x="88458" y="76298"/>
                </a:lnTo>
                <a:lnTo>
                  <a:pt x="88992" y="76075"/>
                </a:lnTo>
                <a:lnTo>
                  <a:pt x="89517" y="75838"/>
                </a:lnTo>
                <a:lnTo>
                  <a:pt x="90034" y="75587"/>
                </a:lnTo>
                <a:lnTo>
                  <a:pt x="90543" y="75323"/>
                </a:lnTo>
                <a:lnTo>
                  <a:pt x="91043" y="75045"/>
                </a:lnTo>
                <a:lnTo>
                  <a:pt x="91534" y="74754"/>
                </a:lnTo>
                <a:lnTo>
                  <a:pt x="92017" y="74449"/>
                </a:lnTo>
                <a:lnTo>
                  <a:pt x="92492" y="74131"/>
                </a:lnTo>
                <a:lnTo>
                  <a:pt x="92955" y="73801"/>
                </a:lnTo>
                <a:lnTo>
                  <a:pt x="93403" y="73462"/>
                </a:lnTo>
                <a:lnTo>
                  <a:pt x="93835" y="73115"/>
                </a:lnTo>
                <a:lnTo>
                  <a:pt x="94253" y="72758"/>
                </a:lnTo>
                <a:lnTo>
                  <a:pt x="94655" y="72392"/>
                </a:lnTo>
                <a:lnTo>
                  <a:pt x="95042" y="72017"/>
                </a:lnTo>
                <a:lnTo>
                  <a:pt x="95414" y="71633"/>
                </a:lnTo>
                <a:lnTo>
                  <a:pt x="95771" y="71239"/>
                </a:lnTo>
                <a:lnTo>
                  <a:pt x="96113" y="70837"/>
                </a:lnTo>
                <a:lnTo>
                  <a:pt x="96440" y="70426"/>
                </a:lnTo>
                <a:lnTo>
                  <a:pt x="96751" y="70005"/>
                </a:lnTo>
                <a:lnTo>
                  <a:pt x="97047" y="69575"/>
                </a:lnTo>
                <a:lnTo>
                  <a:pt x="97329" y="69137"/>
                </a:lnTo>
                <a:lnTo>
                  <a:pt x="97595" y="68689"/>
                </a:lnTo>
                <a:lnTo>
                  <a:pt x="97846" y="68232"/>
                </a:lnTo>
                <a:lnTo>
                  <a:pt x="98082" y="67766"/>
                </a:lnTo>
                <a:lnTo>
                  <a:pt x="98302" y="67291"/>
                </a:lnTo>
                <a:lnTo>
                  <a:pt x="98508" y="66807"/>
                </a:lnTo>
                <a:lnTo>
                  <a:pt x="98698" y="66314"/>
                </a:lnTo>
                <a:lnTo>
                  <a:pt x="98874" y="65812"/>
                </a:lnTo>
                <a:lnTo>
                  <a:pt x="99034" y="65300"/>
                </a:lnTo>
                <a:lnTo>
                  <a:pt x="99179" y="64780"/>
                </a:lnTo>
                <a:lnTo>
                  <a:pt x="99309" y="64250"/>
                </a:lnTo>
                <a:lnTo>
                  <a:pt x="99423" y="63712"/>
                </a:lnTo>
                <a:lnTo>
                  <a:pt x="88131" y="63712"/>
                </a:lnTo>
                <a:lnTo>
                  <a:pt x="88075" y="63924"/>
                </a:lnTo>
                <a:lnTo>
                  <a:pt x="88012" y="64131"/>
                </a:lnTo>
                <a:lnTo>
                  <a:pt x="87943" y="64335"/>
                </a:lnTo>
                <a:lnTo>
                  <a:pt x="87869" y="64534"/>
                </a:lnTo>
                <a:lnTo>
                  <a:pt x="87788" y="64729"/>
                </a:lnTo>
                <a:lnTo>
                  <a:pt x="87701" y="64919"/>
                </a:lnTo>
                <a:lnTo>
                  <a:pt x="87608" y="65106"/>
                </a:lnTo>
                <a:lnTo>
                  <a:pt x="87509" y="65288"/>
                </a:lnTo>
                <a:lnTo>
                  <a:pt x="87404" y="65465"/>
                </a:lnTo>
                <a:lnTo>
                  <a:pt x="87293" y="65638"/>
                </a:lnTo>
                <a:lnTo>
                  <a:pt x="87176" y="65807"/>
                </a:lnTo>
                <a:lnTo>
                  <a:pt x="87052" y="65972"/>
                </a:lnTo>
                <a:lnTo>
                  <a:pt x="86923" y="66133"/>
                </a:lnTo>
                <a:lnTo>
                  <a:pt x="86788" y="66289"/>
                </a:lnTo>
                <a:lnTo>
                  <a:pt x="86646" y="66440"/>
                </a:lnTo>
                <a:lnTo>
                  <a:pt x="86499" y="66588"/>
                </a:lnTo>
                <a:lnTo>
                  <a:pt x="86345" y="66731"/>
                </a:lnTo>
                <a:lnTo>
                  <a:pt x="86186" y="66870"/>
                </a:lnTo>
                <a:lnTo>
                  <a:pt x="86020" y="67005"/>
                </a:lnTo>
                <a:lnTo>
                  <a:pt x="85849" y="67135"/>
                </a:lnTo>
                <a:lnTo>
                  <a:pt x="85671" y="67261"/>
                </a:lnTo>
                <a:lnTo>
                  <a:pt x="85487" y="67382"/>
                </a:lnTo>
                <a:lnTo>
                  <a:pt x="85297" y="67500"/>
                </a:lnTo>
                <a:lnTo>
                  <a:pt x="85101" y="67613"/>
                </a:lnTo>
                <a:lnTo>
                  <a:pt x="84900" y="67721"/>
                </a:lnTo>
                <a:lnTo>
                  <a:pt x="84693" y="67825"/>
                </a:lnTo>
                <a:lnTo>
                  <a:pt x="84482" y="67925"/>
                </a:lnTo>
                <a:lnTo>
                  <a:pt x="84265" y="68020"/>
                </a:lnTo>
                <a:lnTo>
                  <a:pt x="84043" y="68110"/>
                </a:lnTo>
                <a:lnTo>
                  <a:pt x="83816" y="68195"/>
                </a:lnTo>
                <a:lnTo>
                  <a:pt x="83584" y="68276"/>
                </a:lnTo>
                <a:lnTo>
                  <a:pt x="83347" y="68352"/>
                </a:lnTo>
                <a:lnTo>
                  <a:pt x="83105" y="68424"/>
                </a:lnTo>
                <a:lnTo>
                  <a:pt x="82857" y="68491"/>
                </a:lnTo>
                <a:lnTo>
                  <a:pt x="82605" y="68553"/>
                </a:lnTo>
                <a:lnTo>
                  <a:pt x="82347" y="68611"/>
                </a:lnTo>
                <a:lnTo>
                  <a:pt x="82085" y="68664"/>
                </a:lnTo>
                <a:lnTo>
                  <a:pt x="81817" y="68713"/>
                </a:lnTo>
                <a:lnTo>
                  <a:pt x="81544" y="68757"/>
                </a:lnTo>
                <a:lnTo>
                  <a:pt x="81266" y="68796"/>
                </a:lnTo>
                <a:lnTo>
                  <a:pt x="80983" y="68830"/>
                </a:lnTo>
                <a:lnTo>
                  <a:pt x="80695" y="68860"/>
                </a:lnTo>
                <a:lnTo>
                  <a:pt x="80402" y="68886"/>
                </a:lnTo>
                <a:lnTo>
                  <a:pt x="80104" y="68907"/>
                </a:lnTo>
                <a:lnTo>
                  <a:pt x="79800" y="68923"/>
                </a:lnTo>
                <a:lnTo>
                  <a:pt x="79492" y="68934"/>
                </a:lnTo>
                <a:lnTo>
                  <a:pt x="79178" y="68941"/>
                </a:lnTo>
                <a:lnTo>
                  <a:pt x="78859" y="68944"/>
                </a:lnTo>
                <a:lnTo>
                  <a:pt x="78443" y="68939"/>
                </a:lnTo>
                <a:lnTo>
                  <a:pt x="78035" y="68925"/>
                </a:lnTo>
                <a:lnTo>
                  <a:pt x="77636" y="68901"/>
                </a:lnTo>
                <a:lnTo>
                  <a:pt x="77245" y="68868"/>
                </a:lnTo>
                <a:lnTo>
                  <a:pt x="76863" y="68826"/>
                </a:lnTo>
                <a:lnTo>
                  <a:pt x="76489" y="68774"/>
                </a:lnTo>
                <a:lnTo>
                  <a:pt x="76125" y="68713"/>
                </a:lnTo>
                <a:lnTo>
                  <a:pt x="75768" y="68643"/>
                </a:lnTo>
                <a:lnTo>
                  <a:pt x="75421" y="68563"/>
                </a:lnTo>
                <a:lnTo>
                  <a:pt x="75082" y="68474"/>
                </a:lnTo>
                <a:lnTo>
                  <a:pt x="74751" y="68375"/>
                </a:lnTo>
                <a:lnTo>
                  <a:pt x="74429" y="68267"/>
                </a:lnTo>
                <a:lnTo>
                  <a:pt x="74116" y="68149"/>
                </a:lnTo>
                <a:lnTo>
                  <a:pt x="73811" y="68022"/>
                </a:lnTo>
                <a:lnTo>
                  <a:pt x="73516" y="67886"/>
                </a:lnTo>
                <a:lnTo>
                  <a:pt x="73228" y="67740"/>
                </a:lnTo>
                <a:lnTo>
                  <a:pt x="72949" y="67585"/>
                </a:lnTo>
                <a:lnTo>
                  <a:pt x="72679" y="67421"/>
                </a:lnTo>
                <a:lnTo>
                  <a:pt x="72418" y="67247"/>
                </a:lnTo>
                <a:lnTo>
                  <a:pt x="72165" y="67063"/>
                </a:lnTo>
                <a:lnTo>
                  <a:pt x="71920" y="66871"/>
                </a:lnTo>
                <a:lnTo>
                  <a:pt x="71685" y="66668"/>
                </a:lnTo>
                <a:lnTo>
                  <a:pt x="71457" y="66457"/>
                </a:lnTo>
                <a:lnTo>
                  <a:pt x="71239" y="66236"/>
                </a:lnTo>
                <a:lnTo>
                  <a:pt x="71029" y="66006"/>
                </a:lnTo>
                <a:lnTo>
                  <a:pt x="70828" y="65766"/>
                </a:lnTo>
                <a:lnTo>
                  <a:pt x="70637" y="65518"/>
                </a:lnTo>
                <a:lnTo>
                  <a:pt x="70454" y="65261"/>
                </a:lnTo>
                <a:lnTo>
                  <a:pt x="70279" y="64994"/>
                </a:lnTo>
                <a:lnTo>
                  <a:pt x="70114" y="64718"/>
                </a:lnTo>
                <a:lnTo>
                  <a:pt x="69958" y="64434"/>
                </a:lnTo>
                <a:lnTo>
                  <a:pt x="69811" y="64140"/>
                </a:lnTo>
                <a:lnTo>
                  <a:pt x="69673" y="63837"/>
                </a:lnTo>
                <a:lnTo>
                  <a:pt x="69543" y="63525"/>
                </a:lnTo>
                <a:lnTo>
                  <a:pt x="69423" y="63204"/>
                </a:lnTo>
                <a:lnTo>
                  <a:pt x="69311" y="62874"/>
                </a:lnTo>
                <a:lnTo>
                  <a:pt x="69208" y="62535"/>
                </a:lnTo>
                <a:lnTo>
                  <a:pt x="69115" y="62186"/>
                </a:lnTo>
                <a:lnTo>
                  <a:pt x="69030" y="61829"/>
                </a:lnTo>
                <a:lnTo>
                  <a:pt x="68954" y="61463"/>
                </a:lnTo>
                <a:lnTo>
                  <a:pt x="68887" y="61087"/>
                </a:lnTo>
                <a:lnTo>
                  <a:pt x="68829" y="60702"/>
                </a:lnTo>
                <a:lnTo>
                  <a:pt x="68780" y="60309"/>
                </a:lnTo>
                <a:lnTo>
                  <a:pt x="68740" y="59906"/>
                </a:lnTo>
                <a:lnTo>
                  <a:pt x="68709" y="59494"/>
                </a:lnTo>
                <a:lnTo>
                  <a:pt x="68686" y="59073"/>
                </a:lnTo>
                <a:lnTo>
                  <a:pt x="68673" y="58643"/>
                </a:lnTo>
                <a:lnTo>
                  <a:pt x="68668" y="58204"/>
                </a:lnTo>
                <a:lnTo>
                  <a:pt x="68668" y="54623"/>
                </a:lnTo>
                <a:lnTo>
                  <a:pt x="99790" y="54623"/>
                </a:lnTo>
                <a:lnTo>
                  <a:pt x="99790" y="45535"/>
                </a:lnTo>
                <a:lnTo>
                  <a:pt x="99786" y="45040"/>
                </a:lnTo>
                <a:lnTo>
                  <a:pt x="99772" y="44551"/>
                </a:lnTo>
                <a:lnTo>
                  <a:pt x="99749" y="44067"/>
                </a:lnTo>
                <a:lnTo>
                  <a:pt x="99718" y="43588"/>
                </a:lnTo>
                <a:lnTo>
                  <a:pt x="99677" y="43114"/>
                </a:lnTo>
                <a:lnTo>
                  <a:pt x="99627" y="42646"/>
                </a:lnTo>
                <a:lnTo>
                  <a:pt x="99568" y="42183"/>
                </a:lnTo>
                <a:lnTo>
                  <a:pt x="99500" y="41725"/>
                </a:lnTo>
                <a:lnTo>
                  <a:pt x="99422" y="41272"/>
                </a:lnTo>
                <a:lnTo>
                  <a:pt x="99336" y="40825"/>
                </a:lnTo>
                <a:lnTo>
                  <a:pt x="99241" y="40383"/>
                </a:lnTo>
                <a:lnTo>
                  <a:pt x="99136" y="39946"/>
                </a:lnTo>
                <a:lnTo>
                  <a:pt x="99023" y="39515"/>
                </a:lnTo>
                <a:lnTo>
                  <a:pt x="98900" y="39088"/>
                </a:lnTo>
                <a:lnTo>
                  <a:pt x="98768" y="38667"/>
                </a:lnTo>
                <a:lnTo>
                  <a:pt x="98627" y="38252"/>
                </a:lnTo>
                <a:lnTo>
                  <a:pt x="98477" y="37841"/>
                </a:lnTo>
                <a:lnTo>
                  <a:pt x="98318" y="37436"/>
                </a:lnTo>
                <a:lnTo>
                  <a:pt x="98150" y="37036"/>
                </a:lnTo>
                <a:lnTo>
                  <a:pt x="97973" y="36642"/>
                </a:lnTo>
                <a:lnTo>
                  <a:pt x="97787" y="36252"/>
                </a:lnTo>
                <a:lnTo>
                  <a:pt x="97592" y="35868"/>
                </a:lnTo>
                <a:lnTo>
                  <a:pt x="97387" y="35489"/>
                </a:lnTo>
                <a:lnTo>
                  <a:pt x="97174" y="35116"/>
                </a:lnTo>
                <a:lnTo>
                  <a:pt x="96952" y="34748"/>
                </a:lnTo>
                <a:lnTo>
                  <a:pt x="96723" y="34387"/>
                </a:lnTo>
                <a:lnTo>
                  <a:pt x="96487" y="34033"/>
                </a:lnTo>
                <a:lnTo>
                  <a:pt x="96243" y="33686"/>
                </a:lnTo>
                <a:lnTo>
                  <a:pt x="95992" y="33346"/>
                </a:lnTo>
                <a:lnTo>
                  <a:pt x="95734" y="33012"/>
                </a:lnTo>
                <a:lnTo>
                  <a:pt x="95468" y="32686"/>
                </a:lnTo>
                <a:lnTo>
                  <a:pt x="95195" y="32366"/>
                </a:lnTo>
                <a:lnTo>
                  <a:pt x="94915" y="32053"/>
                </a:lnTo>
                <a:lnTo>
                  <a:pt x="94627" y="31747"/>
                </a:lnTo>
                <a:lnTo>
                  <a:pt x="94332" y="31448"/>
                </a:lnTo>
                <a:lnTo>
                  <a:pt x="94030" y="31156"/>
                </a:lnTo>
                <a:lnTo>
                  <a:pt x="93720" y="30871"/>
                </a:lnTo>
                <a:lnTo>
                  <a:pt x="93403" y="30592"/>
                </a:lnTo>
                <a:lnTo>
                  <a:pt x="93079" y="30321"/>
                </a:lnTo>
                <a:lnTo>
                  <a:pt x="92747" y="30056"/>
                </a:lnTo>
                <a:lnTo>
                  <a:pt x="92408" y="29798"/>
                </a:lnTo>
                <a:lnTo>
                  <a:pt x="92062" y="29547"/>
                </a:lnTo>
                <a:lnTo>
                  <a:pt x="91708" y="29303"/>
                </a:lnTo>
                <a:lnTo>
                  <a:pt x="91347" y="29065"/>
                </a:lnTo>
                <a:lnTo>
                  <a:pt x="90978" y="28835"/>
                </a:lnTo>
                <a:lnTo>
                  <a:pt x="90603" y="28611"/>
                </a:lnTo>
                <a:lnTo>
                  <a:pt x="90220" y="28394"/>
                </a:lnTo>
                <a:lnTo>
                  <a:pt x="89829" y="28184"/>
                </a:lnTo>
                <a:lnTo>
                  <a:pt x="89432" y="27982"/>
                </a:lnTo>
                <a:lnTo>
                  <a:pt x="89030" y="27788"/>
                </a:lnTo>
                <a:lnTo>
                  <a:pt x="88622" y="27603"/>
                </a:lnTo>
                <a:lnTo>
                  <a:pt x="88209" y="27427"/>
                </a:lnTo>
                <a:lnTo>
                  <a:pt x="87789" y="27259"/>
                </a:lnTo>
                <a:lnTo>
                  <a:pt x="87365" y="27100"/>
                </a:lnTo>
                <a:lnTo>
                  <a:pt x="86935" y="26949"/>
                </a:lnTo>
                <a:lnTo>
                  <a:pt x="86499" y="26807"/>
                </a:lnTo>
                <a:lnTo>
                  <a:pt x="86057" y="26673"/>
                </a:lnTo>
                <a:lnTo>
                  <a:pt x="85610" y="26549"/>
                </a:lnTo>
                <a:lnTo>
                  <a:pt x="85158" y="26432"/>
                </a:lnTo>
                <a:lnTo>
                  <a:pt x="84700" y="26325"/>
                </a:lnTo>
                <a:lnTo>
                  <a:pt x="84236" y="26226"/>
                </a:lnTo>
                <a:lnTo>
                  <a:pt x="83767" y="26135"/>
                </a:lnTo>
                <a:lnTo>
                  <a:pt x="83292" y="26054"/>
                </a:lnTo>
                <a:lnTo>
                  <a:pt x="82811" y="25980"/>
                </a:lnTo>
                <a:lnTo>
                  <a:pt x="82325" y="25916"/>
                </a:lnTo>
                <a:lnTo>
                  <a:pt x="81834" y="25860"/>
                </a:lnTo>
                <a:lnTo>
                  <a:pt x="81337" y="25812"/>
                </a:lnTo>
                <a:lnTo>
                  <a:pt x="80834" y="25774"/>
                </a:lnTo>
                <a:lnTo>
                  <a:pt x="80325" y="25744"/>
                </a:lnTo>
                <a:lnTo>
                  <a:pt x="79812" y="25722"/>
                </a:lnTo>
                <a:lnTo>
                  <a:pt x="79292" y="25709"/>
                </a:lnTo>
                <a:lnTo>
                  <a:pt x="78767" y="25705"/>
                </a:lnTo>
                <a:lnTo>
                  <a:pt x="78234" y="25709"/>
                </a:lnTo>
                <a:lnTo>
                  <a:pt x="77707" y="25722"/>
                </a:lnTo>
                <a:lnTo>
                  <a:pt x="77186" y="25744"/>
                </a:lnTo>
                <a:lnTo>
                  <a:pt x="76671" y="25774"/>
                </a:lnTo>
                <a:lnTo>
                  <a:pt x="76161" y="25812"/>
                </a:lnTo>
                <a:lnTo>
                  <a:pt x="75657" y="25860"/>
                </a:lnTo>
                <a:lnTo>
                  <a:pt x="75159" y="25916"/>
                </a:lnTo>
                <a:lnTo>
                  <a:pt x="74667" y="25980"/>
                </a:lnTo>
                <a:lnTo>
                  <a:pt x="74180" y="26054"/>
                </a:lnTo>
                <a:lnTo>
                  <a:pt x="73699" y="26135"/>
                </a:lnTo>
                <a:lnTo>
                  <a:pt x="73224" y="26226"/>
                </a:lnTo>
                <a:lnTo>
                  <a:pt x="72754" y="26325"/>
                </a:lnTo>
                <a:lnTo>
                  <a:pt x="72291" y="26432"/>
                </a:lnTo>
                <a:lnTo>
                  <a:pt x="71832" y="26549"/>
                </a:lnTo>
                <a:lnTo>
                  <a:pt x="71380" y="26673"/>
                </a:lnTo>
                <a:lnTo>
                  <a:pt x="70934" y="26807"/>
                </a:lnTo>
                <a:lnTo>
                  <a:pt x="70493" y="26949"/>
                </a:lnTo>
                <a:lnTo>
                  <a:pt x="70058" y="27100"/>
                </a:lnTo>
                <a:lnTo>
                  <a:pt x="69628" y="27259"/>
                </a:lnTo>
                <a:lnTo>
                  <a:pt x="69205" y="27427"/>
                </a:lnTo>
                <a:lnTo>
                  <a:pt x="68787" y="27603"/>
                </a:lnTo>
                <a:lnTo>
                  <a:pt x="68375" y="27788"/>
                </a:lnTo>
                <a:lnTo>
                  <a:pt x="67968" y="27982"/>
                </a:lnTo>
                <a:lnTo>
                  <a:pt x="67567" y="28184"/>
                </a:lnTo>
                <a:lnTo>
                  <a:pt x="67173" y="28394"/>
                </a:lnTo>
                <a:lnTo>
                  <a:pt x="66787" y="28611"/>
                </a:lnTo>
                <a:lnTo>
                  <a:pt x="66408" y="28835"/>
                </a:lnTo>
                <a:lnTo>
                  <a:pt x="66036" y="29065"/>
                </a:lnTo>
                <a:lnTo>
                  <a:pt x="65672" y="29303"/>
                </a:lnTo>
                <a:lnTo>
                  <a:pt x="65315" y="29547"/>
                </a:lnTo>
                <a:lnTo>
                  <a:pt x="64966" y="29798"/>
                </a:lnTo>
                <a:lnTo>
                  <a:pt x="64624" y="30056"/>
                </a:lnTo>
                <a:lnTo>
                  <a:pt x="64290" y="30321"/>
                </a:lnTo>
                <a:lnTo>
                  <a:pt x="63964" y="30592"/>
                </a:lnTo>
                <a:lnTo>
                  <a:pt x="63644" y="30871"/>
                </a:lnTo>
                <a:lnTo>
                  <a:pt x="63333" y="31156"/>
                </a:lnTo>
                <a:lnTo>
                  <a:pt x="63029" y="31448"/>
                </a:lnTo>
                <a:lnTo>
                  <a:pt x="62732" y="31747"/>
                </a:lnTo>
                <a:lnTo>
                  <a:pt x="62443" y="32053"/>
                </a:lnTo>
                <a:lnTo>
                  <a:pt x="62161" y="32366"/>
                </a:lnTo>
                <a:lnTo>
                  <a:pt x="61887" y="32686"/>
                </a:lnTo>
                <a:lnTo>
                  <a:pt x="61620" y="33012"/>
                </a:lnTo>
                <a:lnTo>
                  <a:pt x="61361" y="33346"/>
                </a:lnTo>
                <a:lnTo>
                  <a:pt x="61109" y="33686"/>
                </a:lnTo>
                <a:lnTo>
                  <a:pt x="60865" y="34033"/>
                </a:lnTo>
                <a:lnTo>
                  <a:pt x="60628" y="34387"/>
                </a:lnTo>
                <a:lnTo>
                  <a:pt x="60399" y="34748"/>
                </a:lnTo>
                <a:lnTo>
                  <a:pt x="60177" y="35116"/>
                </a:lnTo>
                <a:lnTo>
                  <a:pt x="59963" y="35489"/>
                </a:lnTo>
                <a:lnTo>
                  <a:pt x="59759" y="35868"/>
                </a:lnTo>
                <a:lnTo>
                  <a:pt x="59564" y="36252"/>
                </a:lnTo>
                <a:lnTo>
                  <a:pt x="59378" y="36642"/>
                </a:lnTo>
                <a:lnTo>
                  <a:pt x="59201" y="37036"/>
                </a:lnTo>
                <a:lnTo>
                  <a:pt x="59033" y="37436"/>
                </a:lnTo>
                <a:lnTo>
                  <a:pt x="58874" y="37841"/>
                </a:lnTo>
                <a:lnTo>
                  <a:pt x="58724" y="38252"/>
                </a:lnTo>
                <a:lnTo>
                  <a:pt x="58583" y="38667"/>
                </a:lnTo>
                <a:lnTo>
                  <a:pt x="58451" y="39088"/>
                </a:lnTo>
                <a:lnTo>
                  <a:pt x="58329" y="39515"/>
                </a:lnTo>
                <a:lnTo>
                  <a:pt x="58215" y="39946"/>
                </a:lnTo>
                <a:lnTo>
                  <a:pt x="58111" y="40383"/>
                </a:lnTo>
                <a:lnTo>
                  <a:pt x="58016" y="40825"/>
                </a:lnTo>
                <a:lnTo>
                  <a:pt x="57929" y="41272"/>
                </a:lnTo>
                <a:lnTo>
                  <a:pt x="57852" y="41725"/>
                </a:lnTo>
                <a:lnTo>
                  <a:pt x="57784" y="42183"/>
                </a:lnTo>
                <a:lnTo>
                  <a:pt x="57725" y="42646"/>
                </a:lnTo>
                <a:lnTo>
                  <a:pt x="57675" y="43114"/>
                </a:lnTo>
                <a:lnTo>
                  <a:pt x="57634" y="43588"/>
                </a:lnTo>
                <a:lnTo>
                  <a:pt x="57602" y="44067"/>
                </a:lnTo>
                <a:lnTo>
                  <a:pt x="57580" y="44551"/>
                </a:lnTo>
                <a:lnTo>
                  <a:pt x="57566" y="45040"/>
                </a:lnTo>
                <a:lnTo>
                  <a:pt x="57561" y="45535"/>
                </a:lnTo>
                <a:lnTo>
                  <a:pt x="57561" y="58204"/>
                </a:lnTo>
                <a:lnTo>
                  <a:pt x="57566" y="58698"/>
                </a:lnTo>
                <a:lnTo>
                  <a:pt x="57580" y="59187"/>
                </a:lnTo>
                <a:lnTo>
                  <a:pt x="57602" y="59672"/>
                </a:lnTo>
                <a:lnTo>
                  <a:pt x="57634" y="60150"/>
                </a:lnTo>
                <a:lnTo>
                  <a:pt x="57675" y="60624"/>
                </a:lnTo>
                <a:lnTo>
                  <a:pt x="57725" y="61092"/>
                </a:lnTo>
                <a:lnTo>
                  <a:pt x="57784" y="61555"/>
                </a:lnTo>
                <a:lnTo>
                  <a:pt x="57852" y="62013"/>
                </a:lnTo>
                <a:lnTo>
                  <a:pt x="57929" y="62465"/>
                </a:lnTo>
                <a:lnTo>
                  <a:pt x="58016" y="62913"/>
                </a:lnTo>
                <a:lnTo>
                  <a:pt x="58111" y="63355"/>
                </a:lnTo>
                <a:lnTo>
                  <a:pt x="58215" y="63791"/>
                </a:lnTo>
                <a:lnTo>
                  <a:pt x="58329" y="64223"/>
                </a:lnTo>
                <a:lnTo>
                  <a:pt x="58451" y="64649"/>
                </a:lnTo>
                <a:lnTo>
                  <a:pt x="58583" y="65070"/>
                </a:lnTo>
                <a:lnTo>
                  <a:pt x="58724" y="65486"/>
                </a:lnTo>
                <a:lnTo>
                  <a:pt x="58874" y="65896"/>
                </a:lnTo>
                <a:lnTo>
                  <a:pt x="59033" y="66302"/>
                </a:lnTo>
                <a:lnTo>
                  <a:pt x="59201" y="66702"/>
                </a:lnTo>
                <a:lnTo>
                  <a:pt x="59378" y="67096"/>
                </a:lnTo>
                <a:lnTo>
                  <a:pt x="59564" y="67486"/>
                </a:lnTo>
                <a:lnTo>
                  <a:pt x="59759" y="67870"/>
                </a:lnTo>
                <a:lnTo>
                  <a:pt x="59963" y="68249"/>
                </a:lnTo>
                <a:lnTo>
                  <a:pt x="60177" y="68623"/>
                </a:lnTo>
                <a:lnTo>
                  <a:pt x="60399" y="68990"/>
                </a:lnTo>
                <a:lnTo>
                  <a:pt x="60628" y="69351"/>
                </a:lnTo>
                <a:lnTo>
                  <a:pt x="60865" y="69705"/>
                </a:lnTo>
                <a:lnTo>
                  <a:pt x="61109" y="70052"/>
                </a:lnTo>
                <a:lnTo>
                  <a:pt x="61361" y="70392"/>
                </a:lnTo>
                <a:lnTo>
                  <a:pt x="61620" y="70725"/>
                </a:lnTo>
                <a:lnTo>
                  <a:pt x="61887" y="71052"/>
                </a:lnTo>
                <a:lnTo>
                  <a:pt x="62161" y="71372"/>
                </a:lnTo>
                <a:lnTo>
                  <a:pt x="62443" y="71684"/>
                </a:lnTo>
                <a:lnTo>
                  <a:pt x="62732" y="71990"/>
                </a:lnTo>
                <a:lnTo>
                  <a:pt x="63029" y="72289"/>
                </a:lnTo>
                <a:lnTo>
                  <a:pt x="63333" y="72582"/>
                </a:lnTo>
                <a:lnTo>
                  <a:pt x="63644" y="72867"/>
                </a:lnTo>
                <a:lnTo>
                  <a:pt x="63964" y="73145"/>
                </a:lnTo>
                <a:lnTo>
                  <a:pt x="64290" y="73417"/>
                </a:lnTo>
                <a:lnTo>
                  <a:pt x="64624" y="73682"/>
                </a:lnTo>
                <a:lnTo>
                  <a:pt x="64966" y="73940"/>
                </a:lnTo>
                <a:lnTo>
                  <a:pt x="65315" y="74191"/>
                </a:lnTo>
                <a:lnTo>
                  <a:pt x="65672" y="74435"/>
                </a:lnTo>
                <a:lnTo>
                  <a:pt x="66036" y="74673"/>
                </a:lnTo>
                <a:lnTo>
                  <a:pt x="66408" y="74903"/>
                </a:lnTo>
                <a:lnTo>
                  <a:pt x="66787" y="75127"/>
                </a:lnTo>
                <a:lnTo>
                  <a:pt x="67173" y="75344"/>
                </a:lnTo>
                <a:lnTo>
                  <a:pt x="67567" y="75554"/>
                </a:lnTo>
                <a:lnTo>
                  <a:pt x="67968" y="75756"/>
                </a:lnTo>
                <a:lnTo>
                  <a:pt x="68375" y="75950"/>
                </a:lnTo>
                <a:lnTo>
                  <a:pt x="68787" y="76135"/>
                </a:lnTo>
                <a:lnTo>
                  <a:pt x="69205" y="76311"/>
                </a:lnTo>
                <a:lnTo>
                  <a:pt x="69628" y="76479"/>
                </a:lnTo>
                <a:lnTo>
                  <a:pt x="70058" y="76638"/>
                </a:lnTo>
                <a:lnTo>
                  <a:pt x="70493" y="76789"/>
                </a:lnTo>
                <a:lnTo>
                  <a:pt x="70934" y="76931"/>
                </a:lnTo>
                <a:lnTo>
                  <a:pt x="71380" y="77064"/>
                </a:lnTo>
                <a:lnTo>
                  <a:pt x="71832" y="77189"/>
                </a:lnTo>
                <a:lnTo>
                  <a:pt x="72291" y="77305"/>
                </a:lnTo>
                <a:lnTo>
                  <a:pt x="72754" y="77413"/>
                </a:lnTo>
                <a:lnTo>
                  <a:pt x="73224" y="77512"/>
                </a:lnTo>
                <a:lnTo>
                  <a:pt x="73699" y="77602"/>
                </a:lnTo>
                <a:lnTo>
                  <a:pt x="74180" y="77684"/>
                </a:lnTo>
                <a:lnTo>
                  <a:pt x="74667" y="77757"/>
                </a:lnTo>
                <a:lnTo>
                  <a:pt x="75159" y="77821"/>
                </a:lnTo>
                <a:lnTo>
                  <a:pt x="75657" y="77877"/>
                </a:lnTo>
                <a:lnTo>
                  <a:pt x="76161" y="77925"/>
                </a:lnTo>
                <a:lnTo>
                  <a:pt x="76671" y="77963"/>
                </a:lnTo>
                <a:lnTo>
                  <a:pt x="77186" y="77993"/>
                </a:lnTo>
                <a:lnTo>
                  <a:pt x="77707" y="78015"/>
                </a:lnTo>
                <a:lnTo>
                  <a:pt x="78234" y="78028"/>
                </a:lnTo>
                <a:lnTo>
                  <a:pt x="78767" y="78032"/>
                </a:lnTo>
                <a:lnTo>
                  <a:pt x="79436" y="78025"/>
                </a:lnTo>
                <a:lnTo>
                  <a:pt x="80097" y="78005"/>
                </a:lnTo>
                <a:lnTo>
                  <a:pt x="80749" y="77971"/>
                </a:lnTo>
                <a:lnTo>
                  <a:pt x="81393" y="77924"/>
                </a:lnTo>
                <a:close/>
                <a:moveTo>
                  <a:pt x="68673" y="45103"/>
                </a:moveTo>
                <a:lnTo>
                  <a:pt x="68686" y="44679"/>
                </a:lnTo>
                <a:lnTo>
                  <a:pt x="68709" y="44264"/>
                </a:lnTo>
                <a:lnTo>
                  <a:pt x="68740" y="43857"/>
                </a:lnTo>
                <a:lnTo>
                  <a:pt x="68780" y="43458"/>
                </a:lnTo>
                <a:lnTo>
                  <a:pt x="68829" y="43067"/>
                </a:lnTo>
                <a:lnTo>
                  <a:pt x="68887" y="42685"/>
                </a:lnTo>
                <a:lnTo>
                  <a:pt x="68954" y="42311"/>
                </a:lnTo>
                <a:lnTo>
                  <a:pt x="69030" y="41946"/>
                </a:lnTo>
                <a:lnTo>
                  <a:pt x="69115" y="41588"/>
                </a:lnTo>
                <a:lnTo>
                  <a:pt x="69208" y="41239"/>
                </a:lnTo>
                <a:lnTo>
                  <a:pt x="69311" y="40898"/>
                </a:lnTo>
                <a:lnTo>
                  <a:pt x="69423" y="40566"/>
                </a:lnTo>
                <a:lnTo>
                  <a:pt x="69543" y="40242"/>
                </a:lnTo>
                <a:lnTo>
                  <a:pt x="69673" y="39926"/>
                </a:lnTo>
                <a:lnTo>
                  <a:pt x="69811" y="39618"/>
                </a:lnTo>
                <a:lnTo>
                  <a:pt x="69958" y="39319"/>
                </a:lnTo>
                <a:lnTo>
                  <a:pt x="70114" y="39028"/>
                </a:lnTo>
                <a:lnTo>
                  <a:pt x="70279" y="38745"/>
                </a:lnTo>
                <a:lnTo>
                  <a:pt x="70454" y="38471"/>
                </a:lnTo>
                <a:lnTo>
                  <a:pt x="70637" y="38205"/>
                </a:lnTo>
                <a:lnTo>
                  <a:pt x="70828" y="37947"/>
                </a:lnTo>
                <a:lnTo>
                  <a:pt x="71029" y="37697"/>
                </a:lnTo>
                <a:lnTo>
                  <a:pt x="71239" y="37456"/>
                </a:lnTo>
                <a:lnTo>
                  <a:pt x="71457" y="37224"/>
                </a:lnTo>
                <a:lnTo>
                  <a:pt x="71684" y="37002"/>
                </a:lnTo>
                <a:lnTo>
                  <a:pt x="71919" y="36789"/>
                </a:lnTo>
                <a:lnTo>
                  <a:pt x="72162" y="36587"/>
                </a:lnTo>
                <a:lnTo>
                  <a:pt x="72414" y="36394"/>
                </a:lnTo>
                <a:lnTo>
                  <a:pt x="72673" y="36211"/>
                </a:lnTo>
                <a:lnTo>
                  <a:pt x="72941" y="36038"/>
                </a:lnTo>
                <a:lnTo>
                  <a:pt x="73218" y="35875"/>
                </a:lnTo>
                <a:lnTo>
                  <a:pt x="73503" y="35722"/>
                </a:lnTo>
                <a:lnTo>
                  <a:pt x="73795" y="35578"/>
                </a:lnTo>
                <a:lnTo>
                  <a:pt x="74097" y="35445"/>
                </a:lnTo>
                <a:lnTo>
                  <a:pt x="74406" y="35321"/>
                </a:lnTo>
                <a:lnTo>
                  <a:pt x="74724" y="35208"/>
                </a:lnTo>
                <a:lnTo>
                  <a:pt x="75050" y="35104"/>
                </a:lnTo>
                <a:lnTo>
                  <a:pt x="75384" y="35010"/>
                </a:lnTo>
                <a:lnTo>
                  <a:pt x="75727" y="34926"/>
                </a:lnTo>
                <a:lnTo>
                  <a:pt x="76078" y="34852"/>
                </a:lnTo>
                <a:lnTo>
                  <a:pt x="76437" y="34788"/>
                </a:lnTo>
                <a:lnTo>
                  <a:pt x="76805" y="34733"/>
                </a:lnTo>
                <a:lnTo>
                  <a:pt x="77181" y="34689"/>
                </a:lnTo>
                <a:lnTo>
                  <a:pt x="77565" y="34654"/>
                </a:lnTo>
                <a:lnTo>
                  <a:pt x="77957" y="34630"/>
                </a:lnTo>
                <a:lnTo>
                  <a:pt x="78358" y="34615"/>
                </a:lnTo>
                <a:lnTo>
                  <a:pt x="78767" y="34610"/>
                </a:lnTo>
                <a:lnTo>
                  <a:pt x="79176" y="34615"/>
                </a:lnTo>
                <a:lnTo>
                  <a:pt x="79576" y="34629"/>
                </a:lnTo>
                <a:lnTo>
                  <a:pt x="79968" y="34654"/>
                </a:lnTo>
                <a:lnTo>
                  <a:pt x="80351" y="34688"/>
                </a:lnTo>
                <a:lnTo>
                  <a:pt x="80725" y="34731"/>
                </a:lnTo>
                <a:lnTo>
                  <a:pt x="81091" y="34785"/>
                </a:lnTo>
                <a:lnTo>
                  <a:pt x="81448" y="34848"/>
                </a:lnTo>
                <a:lnTo>
                  <a:pt x="81796" y="34921"/>
                </a:lnTo>
                <a:lnTo>
                  <a:pt x="82136" y="35004"/>
                </a:lnTo>
                <a:lnTo>
                  <a:pt x="82468" y="35096"/>
                </a:lnTo>
                <a:lnTo>
                  <a:pt x="82790" y="35198"/>
                </a:lnTo>
                <a:lnTo>
                  <a:pt x="83105" y="35310"/>
                </a:lnTo>
                <a:lnTo>
                  <a:pt x="83410" y="35431"/>
                </a:lnTo>
                <a:lnTo>
                  <a:pt x="83707" y="35563"/>
                </a:lnTo>
                <a:lnTo>
                  <a:pt x="83995" y="35704"/>
                </a:lnTo>
                <a:lnTo>
                  <a:pt x="84275" y="35854"/>
                </a:lnTo>
                <a:lnTo>
                  <a:pt x="84546" y="36015"/>
                </a:lnTo>
                <a:lnTo>
                  <a:pt x="84808" y="36185"/>
                </a:lnTo>
                <a:lnTo>
                  <a:pt x="85062" y="36365"/>
                </a:lnTo>
                <a:lnTo>
                  <a:pt x="85308" y="36554"/>
                </a:lnTo>
                <a:lnTo>
                  <a:pt x="85544" y="36754"/>
                </a:lnTo>
                <a:lnTo>
                  <a:pt x="85772" y="36963"/>
                </a:lnTo>
                <a:lnTo>
                  <a:pt x="85992" y="37182"/>
                </a:lnTo>
                <a:lnTo>
                  <a:pt x="86202" y="37410"/>
                </a:lnTo>
                <a:lnTo>
                  <a:pt x="86405" y="37648"/>
                </a:lnTo>
                <a:lnTo>
                  <a:pt x="86598" y="37894"/>
                </a:lnTo>
                <a:lnTo>
                  <a:pt x="86784" y="38148"/>
                </a:lnTo>
                <a:lnTo>
                  <a:pt x="86960" y="38411"/>
                </a:lnTo>
                <a:lnTo>
                  <a:pt x="87128" y="38682"/>
                </a:lnTo>
                <a:lnTo>
                  <a:pt x="87287" y="38962"/>
                </a:lnTo>
                <a:lnTo>
                  <a:pt x="87438" y="39250"/>
                </a:lnTo>
                <a:lnTo>
                  <a:pt x="87580" y="39547"/>
                </a:lnTo>
                <a:lnTo>
                  <a:pt x="87713" y="39852"/>
                </a:lnTo>
                <a:lnTo>
                  <a:pt x="87838" y="40166"/>
                </a:lnTo>
                <a:lnTo>
                  <a:pt x="87954" y="40488"/>
                </a:lnTo>
                <a:lnTo>
                  <a:pt x="88062" y="40818"/>
                </a:lnTo>
                <a:lnTo>
                  <a:pt x="88161" y="41157"/>
                </a:lnTo>
                <a:lnTo>
                  <a:pt x="88251" y="41504"/>
                </a:lnTo>
                <a:lnTo>
                  <a:pt x="88333" y="41860"/>
                </a:lnTo>
                <a:lnTo>
                  <a:pt x="88406" y="42224"/>
                </a:lnTo>
                <a:lnTo>
                  <a:pt x="88471" y="42597"/>
                </a:lnTo>
                <a:lnTo>
                  <a:pt x="88527" y="42978"/>
                </a:lnTo>
                <a:lnTo>
                  <a:pt x="88574" y="43368"/>
                </a:lnTo>
                <a:lnTo>
                  <a:pt x="88613" y="43766"/>
                </a:lnTo>
                <a:lnTo>
                  <a:pt x="88643" y="44172"/>
                </a:lnTo>
                <a:lnTo>
                  <a:pt x="88665" y="44587"/>
                </a:lnTo>
                <a:lnTo>
                  <a:pt x="88678" y="45010"/>
                </a:lnTo>
                <a:lnTo>
                  <a:pt x="88682" y="45442"/>
                </a:lnTo>
                <a:lnTo>
                  <a:pt x="88682" y="47286"/>
                </a:lnTo>
                <a:lnTo>
                  <a:pt x="68668" y="47462"/>
                </a:lnTo>
                <a:lnTo>
                  <a:pt x="68668" y="45535"/>
                </a:lnTo>
                <a:lnTo>
                  <a:pt x="68673" y="45103"/>
                </a:lnTo>
                <a:close/>
                <a:moveTo>
                  <a:pt x="355330" y="77973"/>
                </a:moveTo>
                <a:lnTo>
                  <a:pt x="355627" y="77940"/>
                </a:lnTo>
                <a:lnTo>
                  <a:pt x="355919" y="77900"/>
                </a:lnTo>
                <a:lnTo>
                  <a:pt x="356207" y="77853"/>
                </a:lnTo>
                <a:lnTo>
                  <a:pt x="356488" y="77798"/>
                </a:lnTo>
                <a:lnTo>
                  <a:pt x="356765" y="77735"/>
                </a:lnTo>
                <a:lnTo>
                  <a:pt x="357036" y="77666"/>
                </a:lnTo>
                <a:lnTo>
                  <a:pt x="357302" y="77589"/>
                </a:lnTo>
                <a:lnTo>
                  <a:pt x="357563" y="77504"/>
                </a:lnTo>
                <a:lnTo>
                  <a:pt x="357819" y="77413"/>
                </a:lnTo>
                <a:lnTo>
                  <a:pt x="358069" y="77314"/>
                </a:lnTo>
                <a:lnTo>
                  <a:pt x="358314" y="77207"/>
                </a:lnTo>
                <a:lnTo>
                  <a:pt x="358554" y="77094"/>
                </a:lnTo>
                <a:lnTo>
                  <a:pt x="358788" y="76973"/>
                </a:lnTo>
                <a:lnTo>
                  <a:pt x="359017" y="76845"/>
                </a:lnTo>
                <a:lnTo>
                  <a:pt x="359241" y="76709"/>
                </a:lnTo>
                <a:lnTo>
                  <a:pt x="359460" y="76566"/>
                </a:lnTo>
                <a:lnTo>
                  <a:pt x="359674" y="76416"/>
                </a:lnTo>
                <a:lnTo>
                  <a:pt x="359882" y="76258"/>
                </a:lnTo>
                <a:lnTo>
                  <a:pt x="360085" y="76093"/>
                </a:lnTo>
                <a:lnTo>
                  <a:pt x="360282" y="75921"/>
                </a:lnTo>
                <a:lnTo>
                  <a:pt x="360473" y="75743"/>
                </a:lnTo>
                <a:lnTo>
                  <a:pt x="360656" y="75560"/>
                </a:lnTo>
                <a:lnTo>
                  <a:pt x="360831" y="75372"/>
                </a:lnTo>
                <a:lnTo>
                  <a:pt x="360998" y="75179"/>
                </a:lnTo>
                <a:lnTo>
                  <a:pt x="361157" y="74982"/>
                </a:lnTo>
                <a:lnTo>
                  <a:pt x="361307" y="74779"/>
                </a:lnTo>
                <a:lnTo>
                  <a:pt x="361449" y="74572"/>
                </a:lnTo>
                <a:lnTo>
                  <a:pt x="361584" y="74361"/>
                </a:lnTo>
                <a:lnTo>
                  <a:pt x="361710" y="74144"/>
                </a:lnTo>
                <a:lnTo>
                  <a:pt x="361828" y="73923"/>
                </a:lnTo>
                <a:lnTo>
                  <a:pt x="361937" y="73696"/>
                </a:lnTo>
                <a:lnTo>
                  <a:pt x="362039" y="73465"/>
                </a:lnTo>
                <a:lnTo>
                  <a:pt x="362132" y="73230"/>
                </a:lnTo>
                <a:lnTo>
                  <a:pt x="362218" y="72989"/>
                </a:lnTo>
                <a:lnTo>
                  <a:pt x="362295" y="72744"/>
                </a:lnTo>
                <a:lnTo>
                  <a:pt x="362364" y="72494"/>
                </a:lnTo>
                <a:lnTo>
                  <a:pt x="362425" y="72239"/>
                </a:lnTo>
                <a:lnTo>
                  <a:pt x="362478" y="71979"/>
                </a:lnTo>
                <a:lnTo>
                  <a:pt x="362523" y="71715"/>
                </a:lnTo>
                <a:lnTo>
                  <a:pt x="362559" y="71446"/>
                </a:lnTo>
                <a:lnTo>
                  <a:pt x="362588" y="71171"/>
                </a:lnTo>
                <a:lnTo>
                  <a:pt x="362608" y="70893"/>
                </a:lnTo>
                <a:lnTo>
                  <a:pt x="362620" y="70609"/>
                </a:lnTo>
                <a:lnTo>
                  <a:pt x="362625" y="70321"/>
                </a:lnTo>
                <a:lnTo>
                  <a:pt x="362620" y="70032"/>
                </a:lnTo>
                <a:lnTo>
                  <a:pt x="362608" y="69749"/>
                </a:lnTo>
                <a:lnTo>
                  <a:pt x="362588" y="69470"/>
                </a:lnTo>
                <a:lnTo>
                  <a:pt x="362559" y="69196"/>
                </a:lnTo>
                <a:lnTo>
                  <a:pt x="362523" y="68927"/>
                </a:lnTo>
                <a:lnTo>
                  <a:pt x="362478" y="68663"/>
                </a:lnTo>
                <a:lnTo>
                  <a:pt x="362425" y="68403"/>
                </a:lnTo>
                <a:lnTo>
                  <a:pt x="362364" y="68148"/>
                </a:lnTo>
                <a:lnTo>
                  <a:pt x="362295" y="67898"/>
                </a:lnTo>
                <a:lnTo>
                  <a:pt x="362218" y="67653"/>
                </a:lnTo>
                <a:lnTo>
                  <a:pt x="362132" y="67413"/>
                </a:lnTo>
                <a:lnTo>
                  <a:pt x="362039" y="67177"/>
                </a:lnTo>
                <a:lnTo>
                  <a:pt x="361937" y="66946"/>
                </a:lnTo>
                <a:lnTo>
                  <a:pt x="361828" y="66720"/>
                </a:lnTo>
                <a:lnTo>
                  <a:pt x="361710" y="66499"/>
                </a:lnTo>
                <a:lnTo>
                  <a:pt x="361584" y="66282"/>
                </a:lnTo>
                <a:lnTo>
                  <a:pt x="361449" y="66070"/>
                </a:lnTo>
                <a:lnTo>
                  <a:pt x="361307" y="65863"/>
                </a:lnTo>
                <a:lnTo>
                  <a:pt x="361157" y="65661"/>
                </a:lnTo>
                <a:lnTo>
                  <a:pt x="360998" y="65464"/>
                </a:lnTo>
                <a:lnTo>
                  <a:pt x="360831" y="65271"/>
                </a:lnTo>
                <a:lnTo>
                  <a:pt x="360656" y="65083"/>
                </a:lnTo>
                <a:lnTo>
                  <a:pt x="360473" y="64900"/>
                </a:lnTo>
                <a:lnTo>
                  <a:pt x="360282" y="64722"/>
                </a:lnTo>
                <a:lnTo>
                  <a:pt x="360085" y="64549"/>
                </a:lnTo>
                <a:lnTo>
                  <a:pt x="359882" y="64384"/>
                </a:lnTo>
                <a:lnTo>
                  <a:pt x="359674" y="64227"/>
                </a:lnTo>
                <a:lnTo>
                  <a:pt x="359460" y="64076"/>
                </a:lnTo>
                <a:lnTo>
                  <a:pt x="359241" y="63933"/>
                </a:lnTo>
                <a:lnTo>
                  <a:pt x="359017" y="63797"/>
                </a:lnTo>
                <a:lnTo>
                  <a:pt x="358788" y="63669"/>
                </a:lnTo>
                <a:lnTo>
                  <a:pt x="358554" y="63548"/>
                </a:lnTo>
                <a:lnTo>
                  <a:pt x="358314" y="63434"/>
                </a:lnTo>
                <a:lnTo>
                  <a:pt x="358069" y="63328"/>
                </a:lnTo>
                <a:lnTo>
                  <a:pt x="357819" y="63229"/>
                </a:lnTo>
                <a:lnTo>
                  <a:pt x="357563" y="63137"/>
                </a:lnTo>
                <a:lnTo>
                  <a:pt x="357302" y="63053"/>
                </a:lnTo>
                <a:lnTo>
                  <a:pt x="357036" y="62976"/>
                </a:lnTo>
                <a:lnTo>
                  <a:pt x="356765" y="62906"/>
                </a:lnTo>
                <a:lnTo>
                  <a:pt x="356488" y="62844"/>
                </a:lnTo>
                <a:lnTo>
                  <a:pt x="356207" y="62789"/>
                </a:lnTo>
                <a:lnTo>
                  <a:pt x="355919" y="62741"/>
                </a:lnTo>
                <a:lnTo>
                  <a:pt x="355627" y="62701"/>
                </a:lnTo>
                <a:lnTo>
                  <a:pt x="355330" y="62668"/>
                </a:lnTo>
                <a:lnTo>
                  <a:pt x="355027" y="62642"/>
                </a:lnTo>
                <a:lnTo>
                  <a:pt x="354719" y="62624"/>
                </a:lnTo>
                <a:lnTo>
                  <a:pt x="354405" y="62613"/>
                </a:lnTo>
                <a:lnTo>
                  <a:pt x="354087" y="62609"/>
                </a:lnTo>
                <a:lnTo>
                  <a:pt x="353768" y="62613"/>
                </a:lnTo>
                <a:lnTo>
                  <a:pt x="353454" y="62624"/>
                </a:lnTo>
                <a:lnTo>
                  <a:pt x="353146" y="62642"/>
                </a:lnTo>
                <a:lnTo>
                  <a:pt x="352843" y="62668"/>
                </a:lnTo>
                <a:lnTo>
                  <a:pt x="352546" y="62701"/>
                </a:lnTo>
                <a:lnTo>
                  <a:pt x="352253" y="62741"/>
                </a:lnTo>
                <a:lnTo>
                  <a:pt x="351966" y="62789"/>
                </a:lnTo>
                <a:lnTo>
                  <a:pt x="351684" y="62844"/>
                </a:lnTo>
                <a:lnTo>
                  <a:pt x="351407" y="62906"/>
                </a:lnTo>
                <a:lnTo>
                  <a:pt x="351136" y="62976"/>
                </a:lnTo>
                <a:lnTo>
                  <a:pt x="350870" y="63053"/>
                </a:lnTo>
                <a:lnTo>
                  <a:pt x="350609" y="63137"/>
                </a:lnTo>
                <a:lnTo>
                  <a:pt x="350353" y="63229"/>
                </a:lnTo>
                <a:lnTo>
                  <a:pt x="350103" y="63328"/>
                </a:lnTo>
                <a:lnTo>
                  <a:pt x="349858" y="63434"/>
                </a:lnTo>
                <a:lnTo>
                  <a:pt x="349618" y="63548"/>
                </a:lnTo>
                <a:lnTo>
                  <a:pt x="349384" y="63669"/>
                </a:lnTo>
                <a:lnTo>
                  <a:pt x="349154" y="63797"/>
                </a:lnTo>
                <a:lnTo>
                  <a:pt x="348930" y="63933"/>
                </a:lnTo>
                <a:lnTo>
                  <a:pt x="348712" y="64076"/>
                </a:lnTo>
                <a:lnTo>
                  <a:pt x="348498" y="64227"/>
                </a:lnTo>
                <a:lnTo>
                  <a:pt x="348290" y="64384"/>
                </a:lnTo>
                <a:lnTo>
                  <a:pt x="348087" y="64549"/>
                </a:lnTo>
                <a:lnTo>
                  <a:pt x="347889" y="64722"/>
                </a:lnTo>
                <a:lnTo>
                  <a:pt x="347698" y="64900"/>
                </a:lnTo>
                <a:lnTo>
                  <a:pt x="347516" y="65083"/>
                </a:lnTo>
                <a:lnTo>
                  <a:pt x="347341" y="65271"/>
                </a:lnTo>
                <a:lnTo>
                  <a:pt x="347174" y="65464"/>
                </a:lnTo>
                <a:lnTo>
                  <a:pt x="347016" y="65661"/>
                </a:lnTo>
                <a:lnTo>
                  <a:pt x="346865" y="65863"/>
                </a:lnTo>
                <a:lnTo>
                  <a:pt x="346723" y="66070"/>
                </a:lnTo>
                <a:lnTo>
                  <a:pt x="346589" y="66282"/>
                </a:lnTo>
                <a:lnTo>
                  <a:pt x="346463" y="66499"/>
                </a:lnTo>
                <a:lnTo>
                  <a:pt x="346345" y="66720"/>
                </a:lnTo>
                <a:lnTo>
                  <a:pt x="346235" y="66946"/>
                </a:lnTo>
                <a:lnTo>
                  <a:pt x="346134" y="67177"/>
                </a:lnTo>
                <a:lnTo>
                  <a:pt x="346040" y="67413"/>
                </a:lnTo>
                <a:lnTo>
                  <a:pt x="345955" y="67653"/>
                </a:lnTo>
                <a:lnTo>
                  <a:pt x="345878" y="67898"/>
                </a:lnTo>
                <a:lnTo>
                  <a:pt x="345809" y="68148"/>
                </a:lnTo>
                <a:lnTo>
                  <a:pt x="345748" y="68403"/>
                </a:lnTo>
                <a:lnTo>
                  <a:pt x="345695" y="68663"/>
                </a:lnTo>
                <a:lnTo>
                  <a:pt x="345650" y="68927"/>
                </a:lnTo>
                <a:lnTo>
                  <a:pt x="345614" y="69196"/>
                </a:lnTo>
                <a:lnTo>
                  <a:pt x="345585" y="69470"/>
                </a:lnTo>
                <a:lnTo>
                  <a:pt x="345565" y="69749"/>
                </a:lnTo>
                <a:lnTo>
                  <a:pt x="345553" y="70032"/>
                </a:lnTo>
                <a:lnTo>
                  <a:pt x="345549" y="70321"/>
                </a:lnTo>
                <a:lnTo>
                  <a:pt x="345553" y="70609"/>
                </a:lnTo>
                <a:lnTo>
                  <a:pt x="345565" y="70893"/>
                </a:lnTo>
                <a:lnTo>
                  <a:pt x="345585" y="71171"/>
                </a:lnTo>
                <a:lnTo>
                  <a:pt x="345614" y="71446"/>
                </a:lnTo>
                <a:lnTo>
                  <a:pt x="345650" y="71715"/>
                </a:lnTo>
                <a:lnTo>
                  <a:pt x="345695" y="71979"/>
                </a:lnTo>
                <a:lnTo>
                  <a:pt x="345748" y="72239"/>
                </a:lnTo>
                <a:lnTo>
                  <a:pt x="345809" y="72494"/>
                </a:lnTo>
                <a:lnTo>
                  <a:pt x="345878" y="72744"/>
                </a:lnTo>
                <a:lnTo>
                  <a:pt x="345955" y="72989"/>
                </a:lnTo>
                <a:lnTo>
                  <a:pt x="346040" y="73230"/>
                </a:lnTo>
                <a:lnTo>
                  <a:pt x="346134" y="73465"/>
                </a:lnTo>
                <a:lnTo>
                  <a:pt x="346235" y="73696"/>
                </a:lnTo>
                <a:lnTo>
                  <a:pt x="346345" y="73923"/>
                </a:lnTo>
                <a:lnTo>
                  <a:pt x="346463" y="74144"/>
                </a:lnTo>
                <a:lnTo>
                  <a:pt x="346589" y="74361"/>
                </a:lnTo>
                <a:lnTo>
                  <a:pt x="346723" y="74572"/>
                </a:lnTo>
                <a:lnTo>
                  <a:pt x="346865" y="74779"/>
                </a:lnTo>
                <a:lnTo>
                  <a:pt x="347016" y="74982"/>
                </a:lnTo>
                <a:lnTo>
                  <a:pt x="347174" y="75179"/>
                </a:lnTo>
                <a:lnTo>
                  <a:pt x="347341" y="75372"/>
                </a:lnTo>
                <a:lnTo>
                  <a:pt x="347516" y="75560"/>
                </a:lnTo>
                <a:lnTo>
                  <a:pt x="347698" y="75743"/>
                </a:lnTo>
                <a:lnTo>
                  <a:pt x="347889" y="75921"/>
                </a:lnTo>
                <a:lnTo>
                  <a:pt x="348087" y="76093"/>
                </a:lnTo>
                <a:lnTo>
                  <a:pt x="348290" y="76258"/>
                </a:lnTo>
                <a:lnTo>
                  <a:pt x="348498" y="76416"/>
                </a:lnTo>
                <a:lnTo>
                  <a:pt x="348712" y="76566"/>
                </a:lnTo>
                <a:lnTo>
                  <a:pt x="348930" y="76709"/>
                </a:lnTo>
                <a:lnTo>
                  <a:pt x="349154" y="76845"/>
                </a:lnTo>
                <a:lnTo>
                  <a:pt x="349384" y="76973"/>
                </a:lnTo>
                <a:lnTo>
                  <a:pt x="349618" y="77094"/>
                </a:lnTo>
                <a:lnTo>
                  <a:pt x="349858" y="77207"/>
                </a:lnTo>
                <a:lnTo>
                  <a:pt x="350103" y="77314"/>
                </a:lnTo>
                <a:lnTo>
                  <a:pt x="350353" y="77413"/>
                </a:lnTo>
                <a:lnTo>
                  <a:pt x="350609" y="77504"/>
                </a:lnTo>
                <a:lnTo>
                  <a:pt x="350870" y="77589"/>
                </a:lnTo>
                <a:lnTo>
                  <a:pt x="351136" y="77666"/>
                </a:lnTo>
                <a:lnTo>
                  <a:pt x="351407" y="77735"/>
                </a:lnTo>
                <a:lnTo>
                  <a:pt x="351684" y="77798"/>
                </a:lnTo>
                <a:lnTo>
                  <a:pt x="351966" y="77853"/>
                </a:lnTo>
                <a:lnTo>
                  <a:pt x="352253" y="77900"/>
                </a:lnTo>
                <a:lnTo>
                  <a:pt x="352546" y="77940"/>
                </a:lnTo>
                <a:lnTo>
                  <a:pt x="352843" y="77973"/>
                </a:lnTo>
                <a:lnTo>
                  <a:pt x="353146" y="77999"/>
                </a:lnTo>
                <a:lnTo>
                  <a:pt x="353454" y="78017"/>
                </a:lnTo>
                <a:lnTo>
                  <a:pt x="353768" y="78028"/>
                </a:lnTo>
                <a:lnTo>
                  <a:pt x="354087" y="78032"/>
                </a:lnTo>
                <a:lnTo>
                  <a:pt x="354405" y="78028"/>
                </a:lnTo>
                <a:lnTo>
                  <a:pt x="354719" y="78017"/>
                </a:lnTo>
                <a:lnTo>
                  <a:pt x="355027" y="77999"/>
                </a:lnTo>
                <a:lnTo>
                  <a:pt x="355330" y="779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3" name="Text assert">
            <a:extLst xmlns:a="http://schemas.openxmlformats.org/drawingml/2006/main">
              <a:ext uri="{FF2B5EF4-FFF2-40B4-BE49-F238E27FC236}">
                <a16:creationId xmlns:a16="http://schemas.microsoft.com/office/drawing/2014/main" id="{A23CD367-209D-4A4D-8EFE-E5552CFA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334" y="3779831"/>
            <a:ext cx="318834" cy="65639"/>
          </a:xfrm>
          <a:custGeom xmlns:a="http://schemas.openxmlformats.org/drawingml/2006/main">
            <a:pathLst>
              <a:path w="318834" h="65639">
                <a:moveTo>
                  <a:pt x="304146" y="54347"/>
                </a:moveTo>
                <a:lnTo>
                  <a:pt x="303763" y="54339"/>
                </a:lnTo>
                <a:lnTo>
                  <a:pt x="303398" y="54314"/>
                </a:lnTo>
                <a:lnTo>
                  <a:pt x="303048" y="54273"/>
                </a:lnTo>
                <a:lnTo>
                  <a:pt x="302715" y="54215"/>
                </a:lnTo>
                <a:lnTo>
                  <a:pt x="302398" y="54140"/>
                </a:lnTo>
                <a:lnTo>
                  <a:pt x="302097" y="54049"/>
                </a:lnTo>
                <a:lnTo>
                  <a:pt x="301812" y="53941"/>
                </a:lnTo>
                <a:lnTo>
                  <a:pt x="301544" y="53817"/>
                </a:lnTo>
                <a:lnTo>
                  <a:pt x="301292" y="53676"/>
                </a:lnTo>
                <a:lnTo>
                  <a:pt x="301056" y="53519"/>
                </a:lnTo>
                <a:lnTo>
                  <a:pt x="300837" y="53345"/>
                </a:lnTo>
                <a:lnTo>
                  <a:pt x="300633" y="53154"/>
                </a:lnTo>
                <a:lnTo>
                  <a:pt x="300446" y="52947"/>
                </a:lnTo>
                <a:lnTo>
                  <a:pt x="300276" y="52723"/>
                </a:lnTo>
                <a:lnTo>
                  <a:pt x="300121" y="52483"/>
                </a:lnTo>
                <a:lnTo>
                  <a:pt x="299983" y="52226"/>
                </a:lnTo>
                <a:lnTo>
                  <a:pt x="299861" y="51953"/>
                </a:lnTo>
                <a:lnTo>
                  <a:pt x="299755" y="51663"/>
                </a:lnTo>
                <a:lnTo>
                  <a:pt x="299666" y="51356"/>
                </a:lnTo>
                <a:lnTo>
                  <a:pt x="299593" y="51033"/>
                </a:lnTo>
                <a:lnTo>
                  <a:pt x="299536" y="50693"/>
                </a:lnTo>
                <a:lnTo>
                  <a:pt x="299495" y="50337"/>
                </a:lnTo>
                <a:lnTo>
                  <a:pt x="299471" y="49964"/>
                </a:lnTo>
                <a:lnTo>
                  <a:pt x="299463" y="49575"/>
                </a:lnTo>
                <a:lnTo>
                  <a:pt x="299463" y="24604"/>
                </a:lnTo>
                <a:lnTo>
                  <a:pt x="318834" y="24604"/>
                </a:lnTo>
                <a:lnTo>
                  <a:pt x="318834" y="14229"/>
                </a:lnTo>
                <a:lnTo>
                  <a:pt x="299463" y="14229"/>
                </a:lnTo>
                <a:lnTo>
                  <a:pt x="299463" y="0"/>
                </a:lnTo>
                <a:lnTo>
                  <a:pt x="287896" y="0"/>
                </a:lnTo>
                <a:lnTo>
                  <a:pt x="287896" y="14229"/>
                </a:lnTo>
                <a:lnTo>
                  <a:pt x="274217" y="14229"/>
                </a:lnTo>
                <a:lnTo>
                  <a:pt x="274217" y="24604"/>
                </a:lnTo>
                <a:lnTo>
                  <a:pt x="287896" y="24604"/>
                </a:lnTo>
                <a:lnTo>
                  <a:pt x="287896" y="49575"/>
                </a:lnTo>
                <a:lnTo>
                  <a:pt x="287903" y="50158"/>
                </a:lnTo>
                <a:lnTo>
                  <a:pt x="287924" y="50732"/>
                </a:lnTo>
                <a:lnTo>
                  <a:pt x="287960" y="51294"/>
                </a:lnTo>
                <a:lnTo>
                  <a:pt x="288010" y="51847"/>
                </a:lnTo>
                <a:lnTo>
                  <a:pt x="288073" y="52388"/>
                </a:lnTo>
                <a:lnTo>
                  <a:pt x="288151" y="52920"/>
                </a:lnTo>
                <a:lnTo>
                  <a:pt x="288244" y="53440"/>
                </a:lnTo>
                <a:lnTo>
                  <a:pt x="288350" y="53950"/>
                </a:lnTo>
                <a:lnTo>
                  <a:pt x="288471" y="54450"/>
                </a:lnTo>
                <a:lnTo>
                  <a:pt x="288605" y="54939"/>
                </a:lnTo>
                <a:lnTo>
                  <a:pt x="288754" y="55418"/>
                </a:lnTo>
                <a:lnTo>
                  <a:pt x="288917" y="55886"/>
                </a:lnTo>
                <a:lnTo>
                  <a:pt x="289095" y="56344"/>
                </a:lnTo>
                <a:lnTo>
                  <a:pt x="289286" y="56791"/>
                </a:lnTo>
                <a:lnTo>
                  <a:pt x="289492" y="57227"/>
                </a:lnTo>
                <a:lnTo>
                  <a:pt x="289712" y="57653"/>
                </a:lnTo>
                <a:lnTo>
                  <a:pt x="289946" y="58069"/>
                </a:lnTo>
                <a:lnTo>
                  <a:pt x="290194" y="58474"/>
                </a:lnTo>
                <a:lnTo>
                  <a:pt x="290456" y="58868"/>
                </a:lnTo>
                <a:lnTo>
                  <a:pt x="290733" y="59252"/>
                </a:lnTo>
                <a:lnTo>
                  <a:pt x="291024" y="59626"/>
                </a:lnTo>
                <a:lnTo>
                  <a:pt x="291328" y="59989"/>
                </a:lnTo>
                <a:lnTo>
                  <a:pt x="291648" y="60341"/>
                </a:lnTo>
                <a:lnTo>
                  <a:pt x="291981" y="60683"/>
                </a:lnTo>
                <a:lnTo>
                  <a:pt x="292327" y="61013"/>
                </a:lnTo>
                <a:lnTo>
                  <a:pt x="292684" y="61328"/>
                </a:lnTo>
                <a:lnTo>
                  <a:pt x="293052" y="61630"/>
                </a:lnTo>
                <a:lnTo>
                  <a:pt x="293431" y="61917"/>
                </a:lnTo>
                <a:lnTo>
                  <a:pt x="293821" y="62191"/>
                </a:lnTo>
                <a:lnTo>
                  <a:pt x="294222" y="62450"/>
                </a:lnTo>
                <a:lnTo>
                  <a:pt x="294634" y="62695"/>
                </a:lnTo>
                <a:lnTo>
                  <a:pt x="295057" y="62927"/>
                </a:lnTo>
                <a:lnTo>
                  <a:pt x="295491" y="63144"/>
                </a:lnTo>
                <a:lnTo>
                  <a:pt x="295936" y="63347"/>
                </a:lnTo>
                <a:lnTo>
                  <a:pt x="296392" y="63537"/>
                </a:lnTo>
                <a:lnTo>
                  <a:pt x="296859" y="63712"/>
                </a:lnTo>
                <a:lnTo>
                  <a:pt x="297336" y="63873"/>
                </a:lnTo>
                <a:lnTo>
                  <a:pt x="297825" y="64020"/>
                </a:lnTo>
                <a:lnTo>
                  <a:pt x="298325" y="64154"/>
                </a:lnTo>
                <a:lnTo>
                  <a:pt x="298836" y="64273"/>
                </a:lnTo>
                <a:lnTo>
                  <a:pt x="299358" y="64378"/>
                </a:lnTo>
                <a:lnTo>
                  <a:pt x="299891" y="64469"/>
                </a:lnTo>
                <a:lnTo>
                  <a:pt x="300435" y="64546"/>
                </a:lnTo>
                <a:lnTo>
                  <a:pt x="300990" y="64609"/>
                </a:lnTo>
                <a:lnTo>
                  <a:pt x="301556" y="64659"/>
                </a:lnTo>
                <a:lnTo>
                  <a:pt x="302132" y="64694"/>
                </a:lnTo>
                <a:lnTo>
                  <a:pt x="302720" y="64715"/>
                </a:lnTo>
                <a:lnTo>
                  <a:pt x="303319" y="64722"/>
                </a:lnTo>
                <a:lnTo>
                  <a:pt x="317915" y="64722"/>
                </a:lnTo>
                <a:lnTo>
                  <a:pt x="317915" y="54347"/>
                </a:lnTo>
                <a:lnTo>
                  <a:pt x="304146" y="54347"/>
                </a:lnTo>
                <a:close/>
                <a:moveTo>
                  <a:pt x="223816" y="14229"/>
                </a:moveTo>
                <a:lnTo>
                  <a:pt x="223816" y="64722"/>
                </a:lnTo>
                <a:lnTo>
                  <a:pt x="235292" y="64722"/>
                </a:lnTo>
                <a:lnTo>
                  <a:pt x="235292" y="33142"/>
                </a:lnTo>
                <a:lnTo>
                  <a:pt x="235296" y="32740"/>
                </a:lnTo>
                <a:lnTo>
                  <a:pt x="235308" y="32346"/>
                </a:lnTo>
                <a:lnTo>
                  <a:pt x="235330" y="31960"/>
                </a:lnTo>
                <a:lnTo>
                  <a:pt x="235359" y="31581"/>
                </a:lnTo>
                <a:lnTo>
                  <a:pt x="235397" y="31210"/>
                </a:lnTo>
                <a:lnTo>
                  <a:pt x="235444" y="30846"/>
                </a:lnTo>
                <a:lnTo>
                  <a:pt x="235499" y="30491"/>
                </a:lnTo>
                <a:lnTo>
                  <a:pt x="235562" y="30142"/>
                </a:lnTo>
                <a:lnTo>
                  <a:pt x="235634" y="29802"/>
                </a:lnTo>
                <a:lnTo>
                  <a:pt x="235714" y="29469"/>
                </a:lnTo>
                <a:lnTo>
                  <a:pt x="235803" y="29144"/>
                </a:lnTo>
                <a:lnTo>
                  <a:pt x="235900" y="28827"/>
                </a:lnTo>
                <a:lnTo>
                  <a:pt x="236005" y="28517"/>
                </a:lnTo>
                <a:lnTo>
                  <a:pt x="236120" y="28215"/>
                </a:lnTo>
                <a:lnTo>
                  <a:pt x="236242" y="27920"/>
                </a:lnTo>
                <a:lnTo>
                  <a:pt x="236373" y="27633"/>
                </a:lnTo>
                <a:lnTo>
                  <a:pt x="236512" y="27354"/>
                </a:lnTo>
                <a:lnTo>
                  <a:pt x="236660" y="27082"/>
                </a:lnTo>
                <a:lnTo>
                  <a:pt x="236817" y="26818"/>
                </a:lnTo>
                <a:lnTo>
                  <a:pt x="236981" y="26562"/>
                </a:lnTo>
                <a:lnTo>
                  <a:pt x="237154" y="26314"/>
                </a:lnTo>
                <a:lnTo>
                  <a:pt x="237336" y="26073"/>
                </a:lnTo>
                <a:lnTo>
                  <a:pt x="237526" y="25839"/>
                </a:lnTo>
                <a:lnTo>
                  <a:pt x="237725" y="25614"/>
                </a:lnTo>
                <a:lnTo>
                  <a:pt x="237931" y="25397"/>
                </a:lnTo>
                <a:lnTo>
                  <a:pt x="238145" y="25188"/>
                </a:lnTo>
                <a:lnTo>
                  <a:pt x="238365" y="24990"/>
                </a:lnTo>
                <a:lnTo>
                  <a:pt x="238593" y="24800"/>
                </a:lnTo>
                <a:lnTo>
                  <a:pt x="238828" y="24620"/>
                </a:lnTo>
                <a:lnTo>
                  <a:pt x="239070" y="24449"/>
                </a:lnTo>
                <a:lnTo>
                  <a:pt x="239320" y="24287"/>
                </a:lnTo>
                <a:lnTo>
                  <a:pt x="239576" y="24134"/>
                </a:lnTo>
                <a:lnTo>
                  <a:pt x="239840" y="23991"/>
                </a:lnTo>
                <a:lnTo>
                  <a:pt x="240111" y="23857"/>
                </a:lnTo>
                <a:lnTo>
                  <a:pt x="240389" y="23732"/>
                </a:lnTo>
                <a:lnTo>
                  <a:pt x="240674" y="23617"/>
                </a:lnTo>
                <a:lnTo>
                  <a:pt x="240967" y="23510"/>
                </a:lnTo>
                <a:lnTo>
                  <a:pt x="241266" y="23413"/>
                </a:lnTo>
                <a:lnTo>
                  <a:pt x="241573" y="23325"/>
                </a:lnTo>
                <a:lnTo>
                  <a:pt x="241887" y="23247"/>
                </a:lnTo>
                <a:lnTo>
                  <a:pt x="242208" y="23177"/>
                </a:lnTo>
                <a:lnTo>
                  <a:pt x="242536" y="23117"/>
                </a:lnTo>
                <a:lnTo>
                  <a:pt x="242871" y="23066"/>
                </a:lnTo>
                <a:lnTo>
                  <a:pt x="243214" y="23025"/>
                </a:lnTo>
                <a:lnTo>
                  <a:pt x="243564" y="22992"/>
                </a:lnTo>
                <a:lnTo>
                  <a:pt x="243921" y="22969"/>
                </a:lnTo>
                <a:lnTo>
                  <a:pt x="244285" y="22955"/>
                </a:lnTo>
                <a:lnTo>
                  <a:pt x="244656" y="22951"/>
                </a:lnTo>
                <a:lnTo>
                  <a:pt x="245020" y="22955"/>
                </a:lnTo>
                <a:lnTo>
                  <a:pt x="245377" y="22969"/>
                </a:lnTo>
                <a:lnTo>
                  <a:pt x="245728" y="22992"/>
                </a:lnTo>
                <a:lnTo>
                  <a:pt x="246073" y="23025"/>
                </a:lnTo>
                <a:lnTo>
                  <a:pt x="246410" y="23066"/>
                </a:lnTo>
                <a:lnTo>
                  <a:pt x="246742" y="23117"/>
                </a:lnTo>
                <a:lnTo>
                  <a:pt x="247067" y="23177"/>
                </a:lnTo>
                <a:lnTo>
                  <a:pt x="247385" y="23247"/>
                </a:lnTo>
                <a:lnTo>
                  <a:pt x="247696" y="23325"/>
                </a:lnTo>
                <a:lnTo>
                  <a:pt x="248002" y="23413"/>
                </a:lnTo>
                <a:lnTo>
                  <a:pt x="248300" y="23510"/>
                </a:lnTo>
                <a:lnTo>
                  <a:pt x="248592" y="23617"/>
                </a:lnTo>
                <a:lnTo>
                  <a:pt x="248878" y="23732"/>
                </a:lnTo>
                <a:lnTo>
                  <a:pt x="249157" y="23857"/>
                </a:lnTo>
                <a:lnTo>
                  <a:pt x="249429" y="23991"/>
                </a:lnTo>
                <a:lnTo>
                  <a:pt x="249695" y="24134"/>
                </a:lnTo>
                <a:lnTo>
                  <a:pt x="249955" y="24287"/>
                </a:lnTo>
                <a:lnTo>
                  <a:pt x="250207" y="24449"/>
                </a:lnTo>
                <a:lnTo>
                  <a:pt x="250454" y="24620"/>
                </a:lnTo>
                <a:lnTo>
                  <a:pt x="250693" y="24800"/>
                </a:lnTo>
                <a:lnTo>
                  <a:pt x="250927" y="24990"/>
                </a:lnTo>
                <a:lnTo>
                  <a:pt x="251153" y="25188"/>
                </a:lnTo>
                <a:lnTo>
                  <a:pt x="251374" y="25397"/>
                </a:lnTo>
                <a:lnTo>
                  <a:pt x="251587" y="25614"/>
                </a:lnTo>
                <a:lnTo>
                  <a:pt x="251793" y="25839"/>
                </a:lnTo>
                <a:lnTo>
                  <a:pt x="251990" y="26073"/>
                </a:lnTo>
                <a:lnTo>
                  <a:pt x="252179" y="26314"/>
                </a:lnTo>
                <a:lnTo>
                  <a:pt x="252358" y="26562"/>
                </a:lnTo>
                <a:lnTo>
                  <a:pt x="252529" y="26818"/>
                </a:lnTo>
                <a:lnTo>
                  <a:pt x="252692" y="27082"/>
                </a:lnTo>
                <a:lnTo>
                  <a:pt x="252845" y="27354"/>
                </a:lnTo>
                <a:lnTo>
                  <a:pt x="252990" y="27633"/>
                </a:lnTo>
                <a:lnTo>
                  <a:pt x="253125" y="27920"/>
                </a:lnTo>
                <a:lnTo>
                  <a:pt x="253252" y="28215"/>
                </a:lnTo>
                <a:lnTo>
                  <a:pt x="253371" y="28517"/>
                </a:lnTo>
                <a:lnTo>
                  <a:pt x="253480" y="28827"/>
                </a:lnTo>
                <a:lnTo>
                  <a:pt x="253581" y="29144"/>
                </a:lnTo>
                <a:lnTo>
                  <a:pt x="253673" y="29469"/>
                </a:lnTo>
                <a:lnTo>
                  <a:pt x="253756" y="29802"/>
                </a:lnTo>
                <a:lnTo>
                  <a:pt x="253831" y="30142"/>
                </a:lnTo>
                <a:lnTo>
                  <a:pt x="253897" y="30491"/>
                </a:lnTo>
                <a:lnTo>
                  <a:pt x="253954" y="30846"/>
                </a:lnTo>
                <a:lnTo>
                  <a:pt x="254002" y="31210"/>
                </a:lnTo>
                <a:lnTo>
                  <a:pt x="254041" y="31581"/>
                </a:lnTo>
                <a:lnTo>
                  <a:pt x="254072" y="31960"/>
                </a:lnTo>
                <a:lnTo>
                  <a:pt x="254094" y="32346"/>
                </a:lnTo>
                <a:lnTo>
                  <a:pt x="254107" y="32740"/>
                </a:lnTo>
                <a:lnTo>
                  <a:pt x="254111" y="33142"/>
                </a:lnTo>
                <a:lnTo>
                  <a:pt x="254111" y="35987"/>
                </a:lnTo>
                <a:lnTo>
                  <a:pt x="266137" y="35987"/>
                </a:lnTo>
                <a:lnTo>
                  <a:pt x="266137" y="32315"/>
                </a:lnTo>
                <a:lnTo>
                  <a:pt x="266129" y="31580"/>
                </a:lnTo>
                <a:lnTo>
                  <a:pt x="266105" y="30858"/>
                </a:lnTo>
                <a:lnTo>
                  <a:pt x="266064" y="30149"/>
                </a:lnTo>
                <a:lnTo>
                  <a:pt x="266007" y="29454"/>
                </a:lnTo>
                <a:lnTo>
                  <a:pt x="265934" y="28772"/>
                </a:lnTo>
                <a:lnTo>
                  <a:pt x="265845" y="28104"/>
                </a:lnTo>
                <a:lnTo>
                  <a:pt x="265739" y="27449"/>
                </a:lnTo>
                <a:lnTo>
                  <a:pt x="265617" y="26807"/>
                </a:lnTo>
                <a:lnTo>
                  <a:pt x="265479" y="26179"/>
                </a:lnTo>
                <a:lnTo>
                  <a:pt x="265325" y="25564"/>
                </a:lnTo>
                <a:lnTo>
                  <a:pt x="265154" y="24963"/>
                </a:lnTo>
                <a:lnTo>
                  <a:pt x="264967" y="24374"/>
                </a:lnTo>
                <a:lnTo>
                  <a:pt x="264764" y="23800"/>
                </a:lnTo>
                <a:lnTo>
                  <a:pt x="264544" y="23238"/>
                </a:lnTo>
                <a:lnTo>
                  <a:pt x="264309" y="22691"/>
                </a:lnTo>
                <a:lnTo>
                  <a:pt x="264057" y="22156"/>
                </a:lnTo>
                <a:lnTo>
                  <a:pt x="263789" y="21635"/>
                </a:lnTo>
                <a:lnTo>
                  <a:pt x="263504" y="21127"/>
                </a:lnTo>
                <a:lnTo>
                  <a:pt x="263203" y="20633"/>
                </a:lnTo>
                <a:lnTo>
                  <a:pt x="262886" y="20152"/>
                </a:lnTo>
                <a:lnTo>
                  <a:pt x="262553" y="19684"/>
                </a:lnTo>
                <a:lnTo>
                  <a:pt x="262204" y="19230"/>
                </a:lnTo>
                <a:lnTo>
                  <a:pt x="261838" y="18789"/>
                </a:lnTo>
                <a:lnTo>
                  <a:pt x="261456" y="18362"/>
                </a:lnTo>
                <a:lnTo>
                  <a:pt x="261060" y="17950"/>
                </a:lnTo>
                <a:lnTo>
                  <a:pt x="260651" y="17555"/>
                </a:lnTo>
                <a:lnTo>
                  <a:pt x="260231" y="17178"/>
                </a:lnTo>
                <a:lnTo>
                  <a:pt x="259798" y="16819"/>
                </a:lnTo>
                <a:lnTo>
                  <a:pt x="259354" y="16477"/>
                </a:lnTo>
                <a:lnTo>
                  <a:pt x="258897" y="16152"/>
                </a:lnTo>
                <a:lnTo>
                  <a:pt x="258428" y="15846"/>
                </a:lnTo>
                <a:lnTo>
                  <a:pt x="257947" y="15556"/>
                </a:lnTo>
                <a:lnTo>
                  <a:pt x="257454" y="15285"/>
                </a:lnTo>
                <a:lnTo>
                  <a:pt x="256949" y="15030"/>
                </a:lnTo>
                <a:lnTo>
                  <a:pt x="256431" y="14794"/>
                </a:lnTo>
                <a:lnTo>
                  <a:pt x="255902" y="14574"/>
                </a:lnTo>
                <a:lnTo>
                  <a:pt x="255360" y="14373"/>
                </a:lnTo>
                <a:lnTo>
                  <a:pt x="254807" y="14189"/>
                </a:lnTo>
                <a:lnTo>
                  <a:pt x="254241" y="14022"/>
                </a:lnTo>
                <a:lnTo>
                  <a:pt x="253663" y="13873"/>
                </a:lnTo>
                <a:lnTo>
                  <a:pt x="253073" y="13741"/>
                </a:lnTo>
                <a:lnTo>
                  <a:pt x="252471" y="13628"/>
                </a:lnTo>
                <a:lnTo>
                  <a:pt x="251857" y="13531"/>
                </a:lnTo>
                <a:lnTo>
                  <a:pt x="251230" y="13452"/>
                </a:lnTo>
                <a:lnTo>
                  <a:pt x="250592" y="13391"/>
                </a:lnTo>
                <a:lnTo>
                  <a:pt x="249941" y="13347"/>
                </a:lnTo>
                <a:lnTo>
                  <a:pt x="249278" y="13321"/>
                </a:lnTo>
                <a:lnTo>
                  <a:pt x="248603" y="13312"/>
                </a:lnTo>
                <a:lnTo>
                  <a:pt x="248013" y="13319"/>
                </a:lnTo>
                <a:lnTo>
                  <a:pt x="247434" y="13341"/>
                </a:lnTo>
                <a:lnTo>
                  <a:pt x="246868" y="13376"/>
                </a:lnTo>
                <a:lnTo>
                  <a:pt x="246313" y="13427"/>
                </a:lnTo>
                <a:lnTo>
                  <a:pt x="245771" y="13491"/>
                </a:lnTo>
                <a:lnTo>
                  <a:pt x="245241" y="13570"/>
                </a:lnTo>
                <a:lnTo>
                  <a:pt x="244723" y="13663"/>
                </a:lnTo>
                <a:lnTo>
                  <a:pt x="244217" y="13771"/>
                </a:lnTo>
                <a:lnTo>
                  <a:pt x="243723" y="13893"/>
                </a:lnTo>
                <a:lnTo>
                  <a:pt x="243242" y="14029"/>
                </a:lnTo>
                <a:lnTo>
                  <a:pt x="242772" y="14180"/>
                </a:lnTo>
                <a:lnTo>
                  <a:pt x="242315" y="14345"/>
                </a:lnTo>
                <a:lnTo>
                  <a:pt x="241869" y="14524"/>
                </a:lnTo>
                <a:lnTo>
                  <a:pt x="241436" y="14718"/>
                </a:lnTo>
                <a:lnTo>
                  <a:pt x="241015" y="14926"/>
                </a:lnTo>
                <a:lnTo>
                  <a:pt x="240606" y="15148"/>
                </a:lnTo>
                <a:lnTo>
                  <a:pt x="240209" y="15385"/>
                </a:lnTo>
                <a:lnTo>
                  <a:pt x="239824" y="15636"/>
                </a:lnTo>
                <a:lnTo>
                  <a:pt x="239451" y="15901"/>
                </a:lnTo>
                <a:lnTo>
                  <a:pt x="239091" y="16181"/>
                </a:lnTo>
                <a:lnTo>
                  <a:pt x="238742" y="16475"/>
                </a:lnTo>
                <a:lnTo>
                  <a:pt x="238406" y="16783"/>
                </a:lnTo>
                <a:lnTo>
                  <a:pt x="238082" y="17106"/>
                </a:lnTo>
                <a:lnTo>
                  <a:pt x="237770" y="17443"/>
                </a:lnTo>
                <a:lnTo>
                  <a:pt x="237470" y="17794"/>
                </a:lnTo>
                <a:lnTo>
                  <a:pt x="237183" y="18159"/>
                </a:lnTo>
                <a:lnTo>
                  <a:pt x="236909" y="18539"/>
                </a:lnTo>
                <a:lnTo>
                  <a:pt x="236648" y="18932"/>
                </a:lnTo>
                <a:lnTo>
                  <a:pt x="236399" y="19339"/>
                </a:lnTo>
                <a:lnTo>
                  <a:pt x="236163" y="19761"/>
                </a:lnTo>
                <a:lnTo>
                  <a:pt x="235940" y="20196"/>
                </a:lnTo>
                <a:lnTo>
                  <a:pt x="235730" y="20646"/>
                </a:lnTo>
                <a:lnTo>
                  <a:pt x="235532" y="21109"/>
                </a:lnTo>
                <a:lnTo>
                  <a:pt x="235347" y="21587"/>
                </a:lnTo>
                <a:lnTo>
                  <a:pt x="235175" y="22078"/>
                </a:lnTo>
                <a:lnTo>
                  <a:pt x="235016" y="22584"/>
                </a:lnTo>
                <a:lnTo>
                  <a:pt x="234869" y="23103"/>
                </a:lnTo>
                <a:lnTo>
                  <a:pt x="234735" y="23637"/>
                </a:lnTo>
                <a:lnTo>
                  <a:pt x="234684" y="23868"/>
                </a:lnTo>
                <a:lnTo>
                  <a:pt x="234650" y="23868"/>
                </a:lnTo>
                <a:lnTo>
                  <a:pt x="234650" y="14229"/>
                </a:lnTo>
                <a:lnTo>
                  <a:pt x="223816" y="14229"/>
                </a:lnTo>
                <a:close/>
                <a:moveTo>
                  <a:pt x="81182" y="65520"/>
                </a:moveTo>
                <a:lnTo>
                  <a:pt x="81952" y="65484"/>
                </a:lnTo>
                <a:lnTo>
                  <a:pt x="82706" y="65435"/>
                </a:lnTo>
                <a:lnTo>
                  <a:pt x="83443" y="65371"/>
                </a:lnTo>
                <a:lnTo>
                  <a:pt x="84164" y="65293"/>
                </a:lnTo>
                <a:lnTo>
                  <a:pt x="84868" y="65201"/>
                </a:lnTo>
                <a:lnTo>
                  <a:pt x="85556" y="65094"/>
                </a:lnTo>
                <a:lnTo>
                  <a:pt x="86227" y="64974"/>
                </a:lnTo>
                <a:lnTo>
                  <a:pt x="86882" y="64839"/>
                </a:lnTo>
                <a:lnTo>
                  <a:pt x="87520" y="64690"/>
                </a:lnTo>
                <a:lnTo>
                  <a:pt x="88143" y="64527"/>
                </a:lnTo>
                <a:lnTo>
                  <a:pt x="88748" y="64350"/>
                </a:lnTo>
                <a:lnTo>
                  <a:pt x="89338" y="64158"/>
                </a:lnTo>
                <a:lnTo>
                  <a:pt x="89910" y="63952"/>
                </a:lnTo>
                <a:lnTo>
                  <a:pt x="90467" y="63733"/>
                </a:lnTo>
                <a:lnTo>
                  <a:pt x="91007" y="63499"/>
                </a:lnTo>
                <a:lnTo>
                  <a:pt x="91530" y="63250"/>
                </a:lnTo>
                <a:lnTo>
                  <a:pt x="92038" y="62988"/>
                </a:lnTo>
                <a:lnTo>
                  <a:pt x="92528" y="62711"/>
                </a:lnTo>
                <a:lnTo>
                  <a:pt x="93003" y="62421"/>
                </a:lnTo>
                <a:lnTo>
                  <a:pt x="93461" y="62116"/>
                </a:lnTo>
                <a:lnTo>
                  <a:pt x="93902" y="61797"/>
                </a:lnTo>
                <a:lnTo>
                  <a:pt x="94327" y="61463"/>
                </a:lnTo>
                <a:lnTo>
                  <a:pt x="94735" y="61117"/>
                </a:lnTo>
                <a:lnTo>
                  <a:pt x="95126" y="60760"/>
                </a:lnTo>
                <a:lnTo>
                  <a:pt x="95500" y="60391"/>
                </a:lnTo>
                <a:lnTo>
                  <a:pt x="95856" y="60011"/>
                </a:lnTo>
                <a:lnTo>
                  <a:pt x="96195" y="59619"/>
                </a:lnTo>
                <a:lnTo>
                  <a:pt x="96516" y="59217"/>
                </a:lnTo>
                <a:lnTo>
                  <a:pt x="96820" y="58803"/>
                </a:lnTo>
                <a:lnTo>
                  <a:pt x="97107" y="58377"/>
                </a:lnTo>
                <a:lnTo>
                  <a:pt x="97376" y="57941"/>
                </a:lnTo>
                <a:lnTo>
                  <a:pt x="97628" y="57493"/>
                </a:lnTo>
                <a:lnTo>
                  <a:pt x="97863" y="57033"/>
                </a:lnTo>
                <a:lnTo>
                  <a:pt x="98080" y="56563"/>
                </a:lnTo>
                <a:lnTo>
                  <a:pt x="98280" y="56081"/>
                </a:lnTo>
                <a:lnTo>
                  <a:pt x="98462" y="55587"/>
                </a:lnTo>
                <a:lnTo>
                  <a:pt x="98627" y="55083"/>
                </a:lnTo>
                <a:lnTo>
                  <a:pt x="98775" y="54567"/>
                </a:lnTo>
                <a:lnTo>
                  <a:pt x="98905" y="54040"/>
                </a:lnTo>
                <a:lnTo>
                  <a:pt x="99018" y="53501"/>
                </a:lnTo>
                <a:lnTo>
                  <a:pt x="99114" y="52951"/>
                </a:lnTo>
                <a:lnTo>
                  <a:pt x="99192" y="52390"/>
                </a:lnTo>
                <a:lnTo>
                  <a:pt x="99253" y="51818"/>
                </a:lnTo>
                <a:lnTo>
                  <a:pt x="99296" y="51234"/>
                </a:lnTo>
                <a:lnTo>
                  <a:pt x="99322" y="50639"/>
                </a:lnTo>
                <a:lnTo>
                  <a:pt x="99331" y="50033"/>
                </a:lnTo>
                <a:lnTo>
                  <a:pt x="99323" y="49465"/>
                </a:lnTo>
                <a:lnTo>
                  <a:pt x="99301" y="48909"/>
                </a:lnTo>
                <a:lnTo>
                  <a:pt x="99264" y="48364"/>
                </a:lnTo>
                <a:lnTo>
                  <a:pt x="99212" y="47831"/>
                </a:lnTo>
                <a:lnTo>
                  <a:pt x="99146" y="47309"/>
                </a:lnTo>
                <a:lnTo>
                  <a:pt x="99064" y="46800"/>
                </a:lnTo>
                <a:lnTo>
                  <a:pt x="98968" y="46302"/>
                </a:lnTo>
                <a:lnTo>
                  <a:pt x="98857" y="45815"/>
                </a:lnTo>
                <a:lnTo>
                  <a:pt x="98731" y="45340"/>
                </a:lnTo>
                <a:lnTo>
                  <a:pt x="98590" y="44877"/>
                </a:lnTo>
                <a:lnTo>
                  <a:pt x="98434" y="44425"/>
                </a:lnTo>
                <a:lnTo>
                  <a:pt x="98264" y="43985"/>
                </a:lnTo>
                <a:lnTo>
                  <a:pt x="98078" y="43557"/>
                </a:lnTo>
                <a:lnTo>
                  <a:pt x="97878" y="43140"/>
                </a:lnTo>
                <a:lnTo>
                  <a:pt x="97664" y="42735"/>
                </a:lnTo>
                <a:lnTo>
                  <a:pt x="97434" y="42342"/>
                </a:lnTo>
                <a:lnTo>
                  <a:pt x="97189" y="41960"/>
                </a:lnTo>
                <a:lnTo>
                  <a:pt x="96930" y="41590"/>
                </a:lnTo>
                <a:lnTo>
                  <a:pt x="96656" y="41232"/>
                </a:lnTo>
                <a:lnTo>
                  <a:pt x="96367" y="40885"/>
                </a:lnTo>
                <a:lnTo>
                  <a:pt x="96063" y="40549"/>
                </a:lnTo>
                <a:lnTo>
                  <a:pt x="95744" y="40226"/>
                </a:lnTo>
                <a:lnTo>
                  <a:pt x="95411" y="39914"/>
                </a:lnTo>
                <a:lnTo>
                  <a:pt x="95063" y="39614"/>
                </a:lnTo>
                <a:lnTo>
                  <a:pt x="94699" y="39323"/>
                </a:lnTo>
                <a:lnTo>
                  <a:pt x="94318" y="39040"/>
                </a:lnTo>
                <a:lnTo>
                  <a:pt x="93922" y="38765"/>
                </a:lnTo>
                <a:lnTo>
                  <a:pt x="93508" y="38498"/>
                </a:lnTo>
                <a:lnTo>
                  <a:pt x="93079" y="38238"/>
                </a:lnTo>
                <a:lnTo>
                  <a:pt x="92633" y="37987"/>
                </a:lnTo>
                <a:lnTo>
                  <a:pt x="92170" y="37743"/>
                </a:lnTo>
                <a:lnTo>
                  <a:pt x="91692" y="37507"/>
                </a:lnTo>
                <a:lnTo>
                  <a:pt x="91196" y="37279"/>
                </a:lnTo>
                <a:lnTo>
                  <a:pt x="90685" y="37059"/>
                </a:lnTo>
                <a:lnTo>
                  <a:pt x="90157" y="36846"/>
                </a:lnTo>
                <a:lnTo>
                  <a:pt x="89612" y="36641"/>
                </a:lnTo>
                <a:lnTo>
                  <a:pt x="89051" y="36444"/>
                </a:lnTo>
                <a:lnTo>
                  <a:pt x="88474" y="36255"/>
                </a:lnTo>
                <a:lnTo>
                  <a:pt x="87880" y="36074"/>
                </a:lnTo>
                <a:lnTo>
                  <a:pt x="87270" y="35900"/>
                </a:lnTo>
                <a:lnTo>
                  <a:pt x="86643" y="35735"/>
                </a:lnTo>
                <a:lnTo>
                  <a:pt x="86000" y="35577"/>
                </a:lnTo>
                <a:lnTo>
                  <a:pt x="85341" y="35427"/>
                </a:lnTo>
                <a:lnTo>
                  <a:pt x="84665" y="35284"/>
                </a:lnTo>
                <a:lnTo>
                  <a:pt x="83972" y="35150"/>
                </a:lnTo>
                <a:lnTo>
                  <a:pt x="83264" y="35023"/>
                </a:lnTo>
                <a:lnTo>
                  <a:pt x="82538" y="34904"/>
                </a:lnTo>
                <a:lnTo>
                  <a:pt x="81797" y="34793"/>
                </a:lnTo>
                <a:lnTo>
                  <a:pt x="75279" y="33876"/>
                </a:lnTo>
                <a:lnTo>
                  <a:pt x="74992" y="33829"/>
                </a:lnTo>
                <a:lnTo>
                  <a:pt x="74711" y="33779"/>
                </a:lnTo>
                <a:lnTo>
                  <a:pt x="74437" y="33727"/>
                </a:lnTo>
                <a:lnTo>
                  <a:pt x="74170" y="33673"/>
                </a:lnTo>
                <a:lnTo>
                  <a:pt x="73909" y="33616"/>
                </a:lnTo>
                <a:lnTo>
                  <a:pt x="73655" y="33557"/>
                </a:lnTo>
                <a:lnTo>
                  <a:pt x="73408" y="33496"/>
                </a:lnTo>
                <a:lnTo>
                  <a:pt x="73168" y="33432"/>
                </a:lnTo>
                <a:lnTo>
                  <a:pt x="72934" y="33366"/>
                </a:lnTo>
                <a:lnTo>
                  <a:pt x="72707" y="33297"/>
                </a:lnTo>
                <a:lnTo>
                  <a:pt x="72486" y="33226"/>
                </a:lnTo>
                <a:lnTo>
                  <a:pt x="72272" y="33153"/>
                </a:lnTo>
                <a:lnTo>
                  <a:pt x="72065" y="33077"/>
                </a:lnTo>
                <a:lnTo>
                  <a:pt x="71865" y="32999"/>
                </a:lnTo>
                <a:lnTo>
                  <a:pt x="71671" y="32918"/>
                </a:lnTo>
                <a:lnTo>
                  <a:pt x="71484" y="32835"/>
                </a:lnTo>
                <a:lnTo>
                  <a:pt x="71304" y="32750"/>
                </a:lnTo>
                <a:lnTo>
                  <a:pt x="71130" y="32662"/>
                </a:lnTo>
                <a:lnTo>
                  <a:pt x="70963" y="32572"/>
                </a:lnTo>
                <a:lnTo>
                  <a:pt x="70803" y="32480"/>
                </a:lnTo>
                <a:lnTo>
                  <a:pt x="70650" y="32385"/>
                </a:lnTo>
                <a:lnTo>
                  <a:pt x="70503" y="32287"/>
                </a:lnTo>
                <a:lnTo>
                  <a:pt x="70362" y="32188"/>
                </a:lnTo>
                <a:lnTo>
                  <a:pt x="70229" y="32086"/>
                </a:lnTo>
                <a:lnTo>
                  <a:pt x="70102" y="31980"/>
                </a:lnTo>
                <a:lnTo>
                  <a:pt x="69980" y="31870"/>
                </a:lnTo>
                <a:lnTo>
                  <a:pt x="69863" y="31755"/>
                </a:lnTo>
                <a:lnTo>
                  <a:pt x="69752" y="31635"/>
                </a:lnTo>
                <a:lnTo>
                  <a:pt x="69647" y="31511"/>
                </a:lnTo>
                <a:lnTo>
                  <a:pt x="69546" y="31383"/>
                </a:lnTo>
                <a:lnTo>
                  <a:pt x="69451" y="31249"/>
                </a:lnTo>
                <a:lnTo>
                  <a:pt x="69362" y="31111"/>
                </a:lnTo>
                <a:lnTo>
                  <a:pt x="69278" y="30969"/>
                </a:lnTo>
                <a:lnTo>
                  <a:pt x="69199" y="30821"/>
                </a:lnTo>
                <a:lnTo>
                  <a:pt x="69126" y="30670"/>
                </a:lnTo>
                <a:lnTo>
                  <a:pt x="69059" y="30513"/>
                </a:lnTo>
                <a:lnTo>
                  <a:pt x="68996" y="30352"/>
                </a:lnTo>
                <a:lnTo>
                  <a:pt x="68939" y="30186"/>
                </a:lnTo>
                <a:lnTo>
                  <a:pt x="68888" y="30016"/>
                </a:lnTo>
                <a:lnTo>
                  <a:pt x="68842" y="29841"/>
                </a:lnTo>
                <a:lnTo>
                  <a:pt x="68801" y="29662"/>
                </a:lnTo>
                <a:lnTo>
                  <a:pt x="68766" y="29477"/>
                </a:lnTo>
                <a:lnTo>
                  <a:pt x="68736" y="29289"/>
                </a:lnTo>
                <a:lnTo>
                  <a:pt x="68712" y="29095"/>
                </a:lnTo>
                <a:lnTo>
                  <a:pt x="68693" y="28897"/>
                </a:lnTo>
                <a:lnTo>
                  <a:pt x="68679" y="28695"/>
                </a:lnTo>
                <a:lnTo>
                  <a:pt x="68671" y="28487"/>
                </a:lnTo>
                <a:lnTo>
                  <a:pt x="68668" y="28275"/>
                </a:lnTo>
                <a:lnTo>
                  <a:pt x="68672" y="28048"/>
                </a:lnTo>
                <a:lnTo>
                  <a:pt x="68681" y="27826"/>
                </a:lnTo>
                <a:lnTo>
                  <a:pt x="68696" y="27608"/>
                </a:lnTo>
                <a:lnTo>
                  <a:pt x="68718" y="27394"/>
                </a:lnTo>
                <a:lnTo>
                  <a:pt x="68746" y="27186"/>
                </a:lnTo>
                <a:lnTo>
                  <a:pt x="68780" y="26982"/>
                </a:lnTo>
                <a:lnTo>
                  <a:pt x="68821" y="26782"/>
                </a:lnTo>
                <a:lnTo>
                  <a:pt x="68867" y="26587"/>
                </a:lnTo>
                <a:lnTo>
                  <a:pt x="68920" y="26397"/>
                </a:lnTo>
                <a:lnTo>
                  <a:pt x="68979" y="26212"/>
                </a:lnTo>
                <a:lnTo>
                  <a:pt x="69045" y="26031"/>
                </a:lnTo>
                <a:lnTo>
                  <a:pt x="69116" y="25854"/>
                </a:lnTo>
                <a:lnTo>
                  <a:pt x="69194" y="25683"/>
                </a:lnTo>
                <a:lnTo>
                  <a:pt x="69278" y="25516"/>
                </a:lnTo>
                <a:lnTo>
                  <a:pt x="69368" y="25353"/>
                </a:lnTo>
                <a:lnTo>
                  <a:pt x="69464" y="25195"/>
                </a:lnTo>
                <a:lnTo>
                  <a:pt x="69567" y="25042"/>
                </a:lnTo>
                <a:lnTo>
                  <a:pt x="69675" y="24894"/>
                </a:lnTo>
                <a:lnTo>
                  <a:pt x="69790" y="24750"/>
                </a:lnTo>
                <a:lnTo>
                  <a:pt x="69912" y="24610"/>
                </a:lnTo>
                <a:lnTo>
                  <a:pt x="70039" y="24476"/>
                </a:lnTo>
                <a:lnTo>
                  <a:pt x="70173" y="24346"/>
                </a:lnTo>
                <a:lnTo>
                  <a:pt x="70313" y="24220"/>
                </a:lnTo>
                <a:lnTo>
                  <a:pt x="70459" y="24100"/>
                </a:lnTo>
                <a:lnTo>
                  <a:pt x="70612" y="23983"/>
                </a:lnTo>
                <a:lnTo>
                  <a:pt x="70772" y="23872"/>
                </a:lnTo>
                <a:lnTo>
                  <a:pt x="70940" y="23766"/>
                </a:lnTo>
                <a:lnTo>
                  <a:pt x="71115" y="23665"/>
                </a:lnTo>
                <a:lnTo>
                  <a:pt x="71298" y="23568"/>
                </a:lnTo>
                <a:lnTo>
                  <a:pt x="71489" y="23477"/>
                </a:lnTo>
                <a:lnTo>
                  <a:pt x="71687" y="23390"/>
                </a:lnTo>
                <a:lnTo>
                  <a:pt x="71892" y="23309"/>
                </a:lnTo>
                <a:lnTo>
                  <a:pt x="72105" y="23232"/>
                </a:lnTo>
                <a:lnTo>
                  <a:pt x="72325" y="23161"/>
                </a:lnTo>
                <a:lnTo>
                  <a:pt x="72553" y="23094"/>
                </a:lnTo>
                <a:lnTo>
                  <a:pt x="72788" y="23032"/>
                </a:lnTo>
                <a:lnTo>
                  <a:pt x="73031" y="22975"/>
                </a:lnTo>
                <a:lnTo>
                  <a:pt x="73281" y="22923"/>
                </a:lnTo>
                <a:lnTo>
                  <a:pt x="73539" y="22876"/>
                </a:lnTo>
                <a:lnTo>
                  <a:pt x="73804" y="22834"/>
                </a:lnTo>
                <a:lnTo>
                  <a:pt x="74077" y="22797"/>
                </a:lnTo>
                <a:lnTo>
                  <a:pt x="74358" y="22765"/>
                </a:lnTo>
                <a:lnTo>
                  <a:pt x="74645" y="22738"/>
                </a:lnTo>
                <a:lnTo>
                  <a:pt x="74941" y="22716"/>
                </a:lnTo>
                <a:lnTo>
                  <a:pt x="75243" y="22699"/>
                </a:lnTo>
                <a:lnTo>
                  <a:pt x="75554" y="22686"/>
                </a:lnTo>
                <a:lnTo>
                  <a:pt x="75871" y="22679"/>
                </a:lnTo>
                <a:lnTo>
                  <a:pt x="76196" y="22676"/>
                </a:lnTo>
                <a:lnTo>
                  <a:pt x="79686" y="22676"/>
                </a:lnTo>
                <a:lnTo>
                  <a:pt x="79951" y="22679"/>
                </a:lnTo>
                <a:lnTo>
                  <a:pt x="80213" y="22685"/>
                </a:lnTo>
                <a:lnTo>
                  <a:pt x="80470" y="22696"/>
                </a:lnTo>
                <a:lnTo>
                  <a:pt x="80722" y="22712"/>
                </a:lnTo>
                <a:lnTo>
                  <a:pt x="80970" y="22732"/>
                </a:lnTo>
                <a:lnTo>
                  <a:pt x="81214" y="22757"/>
                </a:lnTo>
                <a:lnTo>
                  <a:pt x="81454" y="22786"/>
                </a:lnTo>
                <a:lnTo>
                  <a:pt x="81690" y="22819"/>
                </a:lnTo>
                <a:lnTo>
                  <a:pt x="81921" y="22857"/>
                </a:lnTo>
                <a:lnTo>
                  <a:pt x="82148" y="22900"/>
                </a:lnTo>
                <a:lnTo>
                  <a:pt x="82370" y="22946"/>
                </a:lnTo>
                <a:lnTo>
                  <a:pt x="82588" y="22998"/>
                </a:lnTo>
                <a:lnTo>
                  <a:pt x="82802" y="23054"/>
                </a:lnTo>
                <a:lnTo>
                  <a:pt x="83012" y="23114"/>
                </a:lnTo>
                <a:lnTo>
                  <a:pt x="83217" y="23179"/>
                </a:lnTo>
                <a:lnTo>
                  <a:pt x="83418" y="23248"/>
                </a:lnTo>
                <a:lnTo>
                  <a:pt x="83615" y="23322"/>
                </a:lnTo>
                <a:lnTo>
                  <a:pt x="83807" y="23400"/>
                </a:lnTo>
                <a:lnTo>
                  <a:pt x="83996" y="23482"/>
                </a:lnTo>
                <a:lnTo>
                  <a:pt x="84179" y="23569"/>
                </a:lnTo>
                <a:lnTo>
                  <a:pt x="84359" y="23661"/>
                </a:lnTo>
                <a:lnTo>
                  <a:pt x="84534" y="23757"/>
                </a:lnTo>
                <a:lnTo>
                  <a:pt x="84705" y="23857"/>
                </a:lnTo>
                <a:lnTo>
                  <a:pt x="84872" y="23962"/>
                </a:lnTo>
                <a:lnTo>
                  <a:pt x="85033" y="24071"/>
                </a:lnTo>
                <a:lnTo>
                  <a:pt x="85189" y="24181"/>
                </a:lnTo>
                <a:lnTo>
                  <a:pt x="85339" y="24295"/>
                </a:lnTo>
                <a:lnTo>
                  <a:pt x="85482" y="24411"/>
                </a:lnTo>
                <a:lnTo>
                  <a:pt x="85620" y="24529"/>
                </a:lnTo>
                <a:lnTo>
                  <a:pt x="85752" y="24650"/>
                </a:lnTo>
                <a:lnTo>
                  <a:pt x="85879" y="24774"/>
                </a:lnTo>
                <a:lnTo>
                  <a:pt x="85999" y="24900"/>
                </a:lnTo>
                <a:lnTo>
                  <a:pt x="86113" y="25029"/>
                </a:lnTo>
                <a:lnTo>
                  <a:pt x="86222" y="25160"/>
                </a:lnTo>
                <a:lnTo>
                  <a:pt x="86324" y="25294"/>
                </a:lnTo>
                <a:lnTo>
                  <a:pt x="86421" y="25430"/>
                </a:lnTo>
                <a:lnTo>
                  <a:pt x="86512" y="25569"/>
                </a:lnTo>
                <a:lnTo>
                  <a:pt x="86597" y="25711"/>
                </a:lnTo>
                <a:lnTo>
                  <a:pt x="86676" y="25855"/>
                </a:lnTo>
                <a:lnTo>
                  <a:pt x="86749" y="26001"/>
                </a:lnTo>
                <a:lnTo>
                  <a:pt x="86816" y="26150"/>
                </a:lnTo>
                <a:lnTo>
                  <a:pt x="86877" y="26302"/>
                </a:lnTo>
                <a:lnTo>
                  <a:pt x="86933" y="26456"/>
                </a:lnTo>
                <a:lnTo>
                  <a:pt x="86982" y="26613"/>
                </a:lnTo>
                <a:lnTo>
                  <a:pt x="87026" y="26772"/>
                </a:lnTo>
                <a:lnTo>
                  <a:pt x="87064" y="26934"/>
                </a:lnTo>
                <a:lnTo>
                  <a:pt x="87095" y="27098"/>
                </a:lnTo>
                <a:lnTo>
                  <a:pt x="87121" y="27265"/>
                </a:lnTo>
                <a:lnTo>
                  <a:pt x="98597" y="27265"/>
                </a:lnTo>
                <a:lnTo>
                  <a:pt x="98558" y="26742"/>
                </a:lnTo>
                <a:lnTo>
                  <a:pt x="98503" y="26227"/>
                </a:lnTo>
                <a:lnTo>
                  <a:pt x="98432" y="25722"/>
                </a:lnTo>
                <a:lnTo>
                  <a:pt x="98344" y="25225"/>
                </a:lnTo>
                <a:lnTo>
                  <a:pt x="98241" y="24738"/>
                </a:lnTo>
                <a:lnTo>
                  <a:pt x="98121" y="24259"/>
                </a:lnTo>
                <a:lnTo>
                  <a:pt x="97984" y="23789"/>
                </a:lnTo>
                <a:lnTo>
                  <a:pt x="97832" y="23328"/>
                </a:lnTo>
                <a:lnTo>
                  <a:pt x="97663" y="22876"/>
                </a:lnTo>
                <a:lnTo>
                  <a:pt x="97478" y="22433"/>
                </a:lnTo>
                <a:lnTo>
                  <a:pt x="97277" y="21999"/>
                </a:lnTo>
                <a:lnTo>
                  <a:pt x="97059" y="21574"/>
                </a:lnTo>
                <a:lnTo>
                  <a:pt x="96825" y="21157"/>
                </a:lnTo>
                <a:lnTo>
                  <a:pt x="96575" y="20750"/>
                </a:lnTo>
                <a:lnTo>
                  <a:pt x="96309" y="20351"/>
                </a:lnTo>
                <a:lnTo>
                  <a:pt x="96026" y="19962"/>
                </a:lnTo>
                <a:lnTo>
                  <a:pt x="95727" y="19581"/>
                </a:lnTo>
                <a:lnTo>
                  <a:pt x="95412" y="19210"/>
                </a:lnTo>
                <a:lnTo>
                  <a:pt x="95081" y="18847"/>
                </a:lnTo>
                <a:lnTo>
                  <a:pt x="94733" y="18493"/>
                </a:lnTo>
                <a:lnTo>
                  <a:pt x="94369" y="18148"/>
                </a:lnTo>
                <a:lnTo>
                  <a:pt x="93989" y="17812"/>
                </a:lnTo>
                <a:lnTo>
                  <a:pt x="93593" y="17485"/>
                </a:lnTo>
                <a:lnTo>
                  <a:pt x="93180" y="17167"/>
                </a:lnTo>
                <a:lnTo>
                  <a:pt x="92753" y="16860"/>
                </a:lnTo>
                <a:lnTo>
                  <a:pt x="92315" y="16566"/>
                </a:lnTo>
                <a:lnTo>
                  <a:pt x="91865" y="16285"/>
                </a:lnTo>
                <a:lnTo>
                  <a:pt x="91403" y="16017"/>
                </a:lnTo>
                <a:lnTo>
                  <a:pt x="90929" y="15762"/>
                </a:lnTo>
                <a:lnTo>
                  <a:pt x="90443" y="15520"/>
                </a:lnTo>
                <a:lnTo>
                  <a:pt x="89946" y="15291"/>
                </a:lnTo>
                <a:lnTo>
                  <a:pt x="89437" y="15076"/>
                </a:lnTo>
                <a:lnTo>
                  <a:pt x="88916" y="14873"/>
                </a:lnTo>
                <a:lnTo>
                  <a:pt x="88383" y="14684"/>
                </a:lnTo>
                <a:lnTo>
                  <a:pt x="87838" y="14507"/>
                </a:lnTo>
                <a:lnTo>
                  <a:pt x="87282" y="14344"/>
                </a:lnTo>
                <a:lnTo>
                  <a:pt x="86714" y="14194"/>
                </a:lnTo>
                <a:lnTo>
                  <a:pt x="86134" y="14056"/>
                </a:lnTo>
                <a:lnTo>
                  <a:pt x="85542" y="13932"/>
                </a:lnTo>
                <a:lnTo>
                  <a:pt x="84939" y="13821"/>
                </a:lnTo>
                <a:lnTo>
                  <a:pt x="84323" y="13723"/>
                </a:lnTo>
                <a:lnTo>
                  <a:pt x="83696" y="13638"/>
                </a:lnTo>
                <a:lnTo>
                  <a:pt x="83057" y="13566"/>
                </a:lnTo>
                <a:lnTo>
                  <a:pt x="82407" y="13508"/>
                </a:lnTo>
                <a:lnTo>
                  <a:pt x="81744" y="13462"/>
                </a:lnTo>
                <a:lnTo>
                  <a:pt x="81070" y="13429"/>
                </a:lnTo>
                <a:lnTo>
                  <a:pt x="80384" y="13409"/>
                </a:lnTo>
                <a:lnTo>
                  <a:pt x="79686" y="13403"/>
                </a:lnTo>
                <a:lnTo>
                  <a:pt x="76196" y="13403"/>
                </a:lnTo>
                <a:lnTo>
                  <a:pt x="75432" y="13410"/>
                </a:lnTo>
                <a:lnTo>
                  <a:pt x="74682" y="13430"/>
                </a:lnTo>
                <a:lnTo>
                  <a:pt x="73949" y="13464"/>
                </a:lnTo>
                <a:lnTo>
                  <a:pt x="73231" y="13511"/>
                </a:lnTo>
                <a:lnTo>
                  <a:pt x="72528" y="13572"/>
                </a:lnTo>
                <a:lnTo>
                  <a:pt x="71842" y="13647"/>
                </a:lnTo>
                <a:lnTo>
                  <a:pt x="71170" y="13735"/>
                </a:lnTo>
                <a:lnTo>
                  <a:pt x="70515" y="13837"/>
                </a:lnTo>
                <a:lnTo>
                  <a:pt x="69875" y="13952"/>
                </a:lnTo>
                <a:lnTo>
                  <a:pt x="69251" y="14080"/>
                </a:lnTo>
                <a:lnTo>
                  <a:pt x="68642" y="14223"/>
                </a:lnTo>
                <a:lnTo>
                  <a:pt x="68049" y="14379"/>
                </a:lnTo>
                <a:lnTo>
                  <a:pt x="67472" y="14548"/>
                </a:lnTo>
                <a:lnTo>
                  <a:pt x="66910" y="14731"/>
                </a:lnTo>
                <a:lnTo>
                  <a:pt x="66364" y="14927"/>
                </a:lnTo>
                <a:lnTo>
                  <a:pt x="65833" y="15137"/>
                </a:lnTo>
                <a:lnTo>
                  <a:pt x="65318" y="15361"/>
                </a:lnTo>
                <a:lnTo>
                  <a:pt x="64819" y="15598"/>
                </a:lnTo>
                <a:lnTo>
                  <a:pt x="64335" y="15849"/>
                </a:lnTo>
                <a:lnTo>
                  <a:pt x="63867" y="16113"/>
                </a:lnTo>
                <a:lnTo>
                  <a:pt x="63414" y="16391"/>
                </a:lnTo>
                <a:lnTo>
                  <a:pt x="62977" y="16682"/>
                </a:lnTo>
                <a:lnTo>
                  <a:pt x="62556" y="16987"/>
                </a:lnTo>
                <a:lnTo>
                  <a:pt x="62151" y="17306"/>
                </a:lnTo>
                <a:lnTo>
                  <a:pt x="61761" y="17636"/>
                </a:lnTo>
                <a:lnTo>
                  <a:pt x="61388" y="17978"/>
                </a:lnTo>
                <a:lnTo>
                  <a:pt x="61032" y="18330"/>
                </a:lnTo>
                <a:lnTo>
                  <a:pt x="60692" y="18694"/>
                </a:lnTo>
                <a:lnTo>
                  <a:pt x="60369" y="19069"/>
                </a:lnTo>
                <a:lnTo>
                  <a:pt x="60062" y="19454"/>
                </a:lnTo>
                <a:lnTo>
                  <a:pt x="59772" y="19851"/>
                </a:lnTo>
                <a:lnTo>
                  <a:pt x="59498" y="20258"/>
                </a:lnTo>
                <a:lnTo>
                  <a:pt x="59241" y="20677"/>
                </a:lnTo>
                <a:lnTo>
                  <a:pt x="59001" y="21107"/>
                </a:lnTo>
                <a:lnTo>
                  <a:pt x="58777" y="21547"/>
                </a:lnTo>
                <a:lnTo>
                  <a:pt x="58570" y="21999"/>
                </a:lnTo>
                <a:lnTo>
                  <a:pt x="58379" y="22461"/>
                </a:lnTo>
                <a:lnTo>
                  <a:pt x="58205" y="22935"/>
                </a:lnTo>
                <a:lnTo>
                  <a:pt x="58048" y="23419"/>
                </a:lnTo>
                <a:lnTo>
                  <a:pt x="57907" y="23915"/>
                </a:lnTo>
                <a:lnTo>
                  <a:pt x="57783" y="24421"/>
                </a:lnTo>
                <a:lnTo>
                  <a:pt x="57675" y="24939"/>
                </a:lnTo>
                <a:lnTo>
                  <a:pt x="57584" y="25468"/>
                </a:lnTo>
                <a:lnTo>
                  <a:pt x="57509" y="26007"/>
                </a:lnTo>
                <a:lnTo>
                  <a:pt x="57451" y="26558"/>
                </a:lnTo>
                <a:lnTo>
                  <a:pt x="57410" y="27119"/>
                </a:lnTo>
                <a:lnTo>
                  <a:pt x="57385" y="27692"/>
                </a:lnTo>
                <a:lnTo>
                  <a:pt x="57377" y="28275"/>
                </a:lnTo>
                <a:lnTo>
                  <a:pt x="57384" y="28836"/>
                </a:lnTo>
                <a:lnTo>
                  <a:pt x="57405" y="29384"/>
                </a:lnTo>
                <a:lnTo>
                  <a:pt x="57440" y="29921"/>
                </a:lnTo>
                <a:lnTo>
                  <a:pt x="57489" y="30446"/>
                </a:lnTo>
                <a:lnTo>
                  <a:pt x="57552" y="30959"/>
                </a:lnTo>
                <a:lnTo>
                  <a:pt x="57629" y="31460"/>
                </a:lnTo>
                <a:lnTo>
                  <a:pt x="57720" y="31949"/>
                </a:lnTo>
                <a:lnTo>
                  <a:pt x="57825" y="32427"/>
                </a:lnTo>
                <a:lnTo>
                  <a:pt x="57945" y="32893"/>
                </a:lnTo>
                <a:lnTo>
                  <a:pt x="58078" y="33347"/>
                </a:lnTo>
                <a:lnTo>
                  <a:pt x="58225" y="33790"/>
                </a:lnTo>
                <a:lnTo>
                  <a:pt x="58387" y="34220"/>
                </a:lnTo>
                <a:lnTo>
                  <a:pt x="58562" y="34639"/>
                </a:lnTo>
                <a:lnTo>
                  <a:pt x="58751" y="35046"/>
                </a:lnTo>
                <a:lnTo>
                  <a:pt x="58955" y="35441"/>
                </a:lnTo>
                <a:lnTo>
                  <a:pt x="59172" y="35824"/>
                </a:lnTo>
                <a:lnTo>
                  <a:pt x="59404" y="36196"/>
                </a:lnTo>
                <a:lnTo>
                  <a:pt x="59649" y="36555"/>
                </a:lnTo>
                <a:lnTo>
                  <a:pt x="59909" y="36903"/>
                </a:lnTo>
                <a:lnTo>
                  <a:pt x="60182" y="37240"/>
                </a:lnTo>
                <a:lnTo>
                  <a:pt x="60470" y="37564"/>
                </a:lnTo>
                <a:lnTo>
                  <a:pt x="60771" y="37876"/>
                </a:lnTo>
                <a:lnTo>
                  <a:pt x="61087" y="38177"/>
                </a:lnTo>
                <a:lnTo>
                  <a:pt x="61416" y="38466"/>
                </a:lnTo>
                <a:lnTo>
                  <a:pt x="61761" y="38745"/>
                </a:lnTo>
                <a:lnTo>
                  <a:pt x="62122" y="39017"/>
                </a:lnTo>
                <a:lnTo>
                  <a:pt x="62498" y="39281"/>
                </a:lnTo>
                <a:lnTo>
                  <a:pt x="62891" y="39537"/>
                </a:lnTo>
                <a:lnTo>
                  <a:pt x="63299" y="39786"/>
                </a:lnTo>
                <a:lnTo>
                  <a:pt x="63723" y="40027"/>
                </a:lnTo>
                <a:lnTo>
                  <a:pt x="64164" y="40260"/>
                </a:lnTo>
                <a:lnTo>
                  <a:pt x="64620" y="40486"/>
                </a:lnTo>
                <a:lnTo>
                  <a:pt x="65092" y="40704"/>
                </a:lnTo>
                <a:lnTo>
                  <a:pt x="65580" y="40914"/>
                </a:lnTo>
                <a:lnTo>
                  <a:pt x="66084" y="41117"/>
                </a:lnTo>
                <a:lnTo>
                  <a:pt x="66604" y="41312"/>
                </a:lnTo>
                <a:lnTo>
                  <a:pt x="67140" y="41500"/>
                </a:lnTo>
                <a:lnTo>
                  <a:pt x="67691" y="41680"/>
                </a:lnTo>
                <a:lnTo>
                  <a:pt x="68259" y="41852"/>
                </a:lnTo>
                <a:lnTo>
                  <a:pt x="68843" y="42016"/>
                </a:lnTo>
                <a:lnTo>
                  <a:pt x="69442" y="42173"/>
                </a:lnTo>
                <a:lnTo>
                  <a:pt x="70058" y="42322"/>
                </a:lnTo>
                <a:lnTo>
                  <a:pt x="70689" y="42464"/>
                </a:lnTo>
                <a:lnTo>
                  <a:pt x="71337" y="42598"/>
                </a:lnTo>
                <a:lnTo>
                  <a:pt x="72000" y="42724"/>
                </a:lnTo>
                <a:lnTo>
                  <a:pt x="72679" y="42842"/>
                </a:lnTo>
                <a:lnTo>
                  <a:pt x="73374" y="42953"/>
                </a:lnTo>
                <a:lnTo>
                  <a:pt x="74085" y="43057"/>
                </a:lnTo>
                <a:lnTo>
                  <a:pt x="80327" y="43974"/>
                </a:lnTo>
                <a:lnTo>
                  <a:pt x="80653" y="44014"/>
                </a:lnTo>
                <a:lnTo>
                  <a:pt x="80971" y="44058"/>
                </a:lnTo>
                <a:lnTo>
                  <a:pt x="81282" y="44106"/>
                </a:lnTo>
                <a:lnTo>
                  <a:pt x="81586" y="44157"/>
                </a:lnTo>
                <a:lnTo>
                  <a:pt x="81883" y="44211"/>
                </a:lnTo>
                <a:lnTo>
                  <a:pt x="82172" y="44270"/>
                </a:lnTo>
                <a:lnTo>
                  <a:pt x="82454" y="44332"/>
                </a:lnTo>
                <a:lnTo>
                  <a:pt x="82729" y="44398"/>
                </a:lnTo>
                <a:lnTo>
                  <a:pt x="82997" y="44467"/>
                </a:lnTo>
                <a:lnTo>
                  <a:pt x="83258" y="44540"/>
                </a:lnTo>
                <a:lnTo>
                  <a:pt x="83512" y="44617"/>
                </a:lnTo>
                <a:lnTo>
                  <a:pt x="83758" y="44697"/>
                </a:lnTo>
                <a:lnTo>
                  <a:pt x="83998" y="44781"/>
                </a:lnTo>
                <a:lnTo>
                  <a:pt x="84230" y="44869"/>
                </a:lnTo>
                <a:lnTo>
                  <a:pt x="84455" y="44961"/>
                </a:lnTo>
                <a:lnTo>
                  <a:pt x="84672" y="45056"/>
                </a:lnTo>
                <a:lnTo>
                  <a:pt x="84883" y="45154"/>
                </a:lnTo>
                <a:lnTo>
                  <a:pt x="85086" y="45257"/>
                </a:lnTo>
                <a:lnTo>
                  <a:pt x="85283" y="45363"/>
                </a:lnTo>
                <a:lnTo>
                  <a:pt x="85472" y="45473"/>
                </a:lnTo>
                <a:lnTo>
                  <a:pt x="85654" y="45586"/>
                </a:lnTo>
                <a:lnTo>
                  <a:pt x="85828" y="45703"/>
                </a:lnTo>
                <a:lnTo>
                  <a:pt x="85996" y="45824"/>
                </a:lnTo>
                <a:lnTo>
                  <a:pt x="86156" y="45948"/>
                </a:lnTo>
                <a:lnTo>
                  <a:pt x="86310" y="46076"/>
                </a:lnTo>
                <a:lnTo>
                  <a:pt x="86457" y="46208"/>
                </a:lnTo>
                <a:lnTo>
                  <a:pt x="86597" y="46344"/>
                </a:lnTo>
                <a:lnTo>
                  <a:pt x="86731" y="46485"/>
                </a:lnTo>
                <a:lnTo>
                  <a:pt x="86859" y="46629"/>
                </a:lnTo>
                <a:lnTo>
                  <a:pt x="86980" y="46777"/>
                </a:lnTo>
                <a:lnTo>
                  <a:pt x="87094" y="46929"/>
                </a:lnTo>
                <a:lnTo>
                  <a:pt x="87202" y="47085"/>
                </a:lnTo>
                <a:lnTo>
                  <a:pt x="87303" y="47245"/>
                </a:lnTo>
                <a:lnTo>
                  <a:pt x="87398" y="47409"/>
                </a:lnTo>
                <a:lnTo>
                  <a:pt x="87486" y="47577"/>
                </a:lnTo>
                <a:lnTo>
                  <a:pt x="87568" y="47749"/>
                </a:lnTo>
                <a:lnTo>
                  <a:pt x="87643" y="47925"/>
                </a:lnTo>
                <a:lnTo>
                  <a:pt x="87712" y="48105"/>
                </a:lnTo>
                <a:lnTo>
                  <a:pt x="87774" y="48290"/>
                </a:lnTo>
                <a:lnTo>
                  <a:pt x="87830" y="48478"/>
                </a:lnTo>
                <a:lnTo>
                  <a:pt x="87879" y="48670"/>
                </a:lnTo>
                <a:lnTo>
                  <a:pt x="87921" y="48866"/>
                </a:lnTo>
                <a:lnTo>
                  <a:pt x="87957" y="49065"/>
                </a:lnTo>
                <a:lnTo>
                  <a:pt x="87987" y="49269"/>
                </a:lnTo>
                <a:lnTo>
                  <a:pt x="88009" y="49477"/>
                </a:lnTo>
                <a:lnTo>
                  <a:pt x="88026" y="49689"/>
                </a:lnTo>
                <a:lnTo>
                  <a:pt x="88036" y="49905"/>
                </a:lnTo>
                <a:lnTo>
                  <a:pt x="88039" y="50125"/>
                </a:lnTo>
                <a:lnTo>
                  <a:pt x="88035" y="50360"/>
                </a:lnTo>
                <a:lnTo>
                  <a:pt x="88024" y="50591"/>
                </a:lnTo>
                <a:lnTo>
                  <a:pt x="88006" y="50818"/>
                </a:lnTo>
                <a:lnTo>
                  <a:pt x="87980" y="51040"/>
                </a:lnTo>
                <a:lnTo>
                  <a:pt x="87947" y="51259"/>
                </a:lnTo>
                <a:lnTo>
                  <a:pt x="87907" y="51473"/>
                </a:lnTo>
                <a:lnTo>
                  <a:pt x="87859" y="51683"/>
                </a:lnTo>
                <a:lnTo>
                  <a:pt x="87804" y="51889"/>
                </a:lnTo>
                <a:lnTo>
                  <a:pt x="87742" y="52091"/>
                </a:lnTo>
                <a:lnTo>
                  <a:pt x="87672" y="52289"/>
                </a:lnTo>
                <a:lnTo>
                  <a:pt x="87595" y="52483"/>
                </a:lnTo>
                <a:lnTo>
                  <a:pt x="87511" y="52672"/>
                </a:lnTo>
                <a:lnTo>
                  <a:pt x="87420" y="52858"/>
                </a:lnTo>
                <a:lnTo>
                  <a:pt x="87321" y="53039"/>
                </a:lnTo>
                <a:lnTo>
                  <a:pt x="87214" y="53216"/>
                </a:lnTo>
                <a:lnTo>
                  <a:pt x="87101" y="53389"/>
                </a:lnTo>
                <a:lnTo>
                  <a:pt x="86980" y="53558"/>
                </a:lnTo>
                <a:lnTo>
                  <a:pt x="86851" y="53722"/>
                </a:lnTo>
                <a:lnTo>
                  <a:pt x="86716" y="53883"/>
                </a:lnTo>
                <a:lnTo>
                  <a:pt x="86573" y="54039"/>
                </a:lnTo>
                <a:lnTo>
                  <a:pt x="86423" y="54191"/>
                </a:lnTo>
                <a:lnTo>
                  <a:pt x="86265" y="54339"/>
                </a:lnTo>
                <a:lnTo>
                  <a:pt x="86100" y="54483"/>
                </a:lnTo>
                <a:lnTo>
                  <a:pt x="85928" y="54623"/>
                </a:lnTo>
                <a:lnTo>
                  <a:pt x="85748" y="54758"/>
                </a:lnTo>
                <a:lnTo>
                  <a:pt x="85561" y="54887"/>
                </a:lnTo>
                <a:lnTo>
                  <a:pt x="85367" y="55011"/>
                </a:lnTo>
                <a:lnTo>
                  <a:pt x="85166" y="55128"/>
                </a:lnTo>
                <a:lnTo>
                  <a:pt x="84957" y="55240"/>
                </a:lnTo>
                <a:lnTo>
                  <a:pt x="84740" y="55346"/>
                </a:lnTo>
                <a:lnTo>
                  <a:pt x="84517" y="55447"/>
                </a:lnTo>
                <a:lnTo>
                  <a:pt x="84286" y="55541"/>
                </a:lnTo>
                <a:lnTo>
                  <a:pt x="84048" y="55630"/>
                </a:lnTo>
                <a:lnTo>
                  <a:pt x="83802" y="55714"/>
                </a:lnTo>
                <a:lnTo>
                  <a:pt x="83549" y="55791"/>
                </a:lnTo>
                <a:lnTo>
                  <a:pt x="83289" y="55863"/>
                </a:lnTo>
                <a:lnTo>
                  <a:pt x="83021" y="55929"/>
                </a:lnTo>
                <a:lnTo>
                  <a:pt x="82746" y="55989"/>
                </a:lnTo>
                <a:lnTo>
                  <a:pt x="82464" y="56044"/>
                </a:lnTo>
                <a:lnTo>
                  <a:pt x="82174" y="56092"/>
                </a:lnTo>
                <a:lnTo>
                  <a:pt x="81877" y="56136"/>
                </a:lnTo>
                <a:lnTo>
                  <a:pt x="81573" y="56173"/>
                </a:lnTo>
                <a:lnTo>
                  <a:pt x="81261" y="56204"/>
                </a:lnTo>
                <a:lnTo>
                  <a:pt x="80943" y="56230"/>
                </a:lnTo>
                <a:lnTo>
                  <a:pt x="80616" y="56250"/>
                </a:lnTo>
                <a:lnTo>
                  <a:pt x="80283" y="56265"/>
                </a:lnTo>
                <a:lnTo>
                  <a:pt x="79942" y="56273"/>
                </a:lnTo>
                <a:lnTo>
                  <a:pt x="79593" y="56276"/>
                </a:lnTo>
                <a:lnTo>
                  <a:pt x="75555" y="56276"/>
                </a:lnTo>
                <a:lnTo>
                  <a:pt x="75266" y="56274"/>
                </a:lnTo>
                <a:lnTo>
                  <a:pt x="74983" y="56266"/>
                </a:lnTo>
                <a:lnTo>
                  <a:pt x="74703" y="56253"/>
                </a:lnTo>
                <a:lnTo>
                  <a:pt x="74429" y="56235"/>
                </a:lnTo>
                <a:lnTo>
                  <a:pt x="74159" y="56212"/>
                </a:lnTo>
                <a:lnTo>
                  <a:pt x="73893" y="56184"/>
                </a:lnTo>
                <a:lnTo>
                  <a:pt x="73633" y="56151"/>
                </a:lnTo>
                <a:lnTo>
                  <a:pt x="73377" y="56113"/>
                </a:lnTo>
                <a:lnTo>
                  <a:pt x="73125" y="56070"/>
                </a:lnTo>
                <a:lnTo>
                  <a:pt x="72878" y="56021"/>
                </a:lnTo>
                <a:lnTo>
                  <a:pt x="72636" y="55968"/>
                </a:lnTo>
                <a:lnTo>
                  <a:pt x="72398" y="55909"/>
                </a:lnTo>
                <a:lnTo>
                  <a:pt x="72166" y="55845"/>
                </a:lnTo>
                <a:lnTo>
                  <a:pt x="71937" y="55777"/>
                </a:lnTo>
                <a:lnTo>
                  <a:pt x="71713" y="55703"/>
                </a:lnTo>
                <a:lnTo>
                  <a:pt x="71494" y="55624"/>
                </a:lnTo>
                <a:lnTo>
                  <a:pt x="71280" y="55540"/>
                </a:lnTo>
                <a:lnTo>
                  <a:pt x="71070" y="55450"/>
                </a:lnTo>
                <a:lnTo>
                  <a:pt x="70865" y="55356"/>
                </a:lnTo>
                <a:lnTo>
                  <a:pt x="70664" y="55257"/>
                </a:lnTo>
                <a:lnTo>
                  <a:pt x="70468" y="55152"/>
                </a:lnTo>
                <a:lnTo>
                  <a:pt x="70277" y="55043"/>
                </a:lnTo>
                <a:lnTo>
                  <a:pt x="70090" y="54928"/>
                </a:lnTo>
                <a:lnTo>
                  <a:pt x="69908" y="54808"/>
                </a:lnTo>
                <a:lnTo>
                  <a:pt x="69732" y="54684"/>
                </a:lnTo>
                <a:lnTo>
                  <a:pt x="69562" y="54557"/>
                </a:lnTo>
                <a:lnTo>
                  <a:pt x="69400" y="54426"/>
                </a:lnTo>
                <a:lnTo>
                  <a:pt x="69244" y="54293"/>
                </a:lnTo>
                <a:lnTo>
                  <a:pt x="69095" y="54156"/>
                </a:lnTo>
                <a:lnTo>
                  <a:pt x="68953" y="54016"/>
                </a:lnTo>
                <a:lnTo>
                  <a:pt x="68818" y="53873"/>
                </a:lnTo>
                <a:lnTo>
                  <a:pt x="68689" y="53727"/>
                </a:lnTo>
                <a:lnTo>
                  <a:pt x="68568" y="53577"/>
                </a:lnTo>
                <a:lnTo>
                  <a:pt x="68453" y="53424"/>
                </a:lnTo>
                <a:lnTo>
                  <a:pt x="68345" y="53268"/>
                </a:lnTo>
                <a:lnTo>
                  <a:pt x="68244" y="53109"/>
                </a:lnTo>
                <a:lnTo>
                  <a:pt x="68150" y="52947"/>
                </a:lnTo>
                <a:lnTo>
                  <a:pt x="68063" y="52782"/>
                </a:lnTo>
                <a:lnTo>
                  <a:pt x="67983" y="52613"/>
                </a:lnTo>
                <a:lnTo>
                  <a:pt x="67909" y="52441"/>
                </a:lnTo>
                <a:lnTo>
                  <a:pt x="67842" y="52266"/>
                </a:lnTo>
                <a:lnTo>
                  <a:pt x="67783" y="52088"/>
                </a:lnTo>
                <a:lnTo>
                  <a:pt x="67730" y="51906"/>
                </a:lnTo>
                <a:lnTo>
                  <a:pt x="67683" y="51722"/>
                </a:lnTo>
                <a:lnTo>
                  <a:pt x="67644" y="51534"/>
                </a:lnTo>
                <a:lnTo>
                  <a:pt x="67612" y="51343"/>
                </a:lnTo>
                <a:lnTo>
                  <a:pt x="67586" y="51149"/>
                </a:lnTo>
                <a:lnTo>
                  <a:pt x="67567" y="50952"/>
                </a:lnTo>
                <a:lnTo>
                  <a:pt x="56092" y="50952"/>
                </a:lnTo>
                <a:lnTo>
                  <a:pt x="56111" y="51317"/>
                </a:lnTo>
                <a:lnTo>
                  <a:pt x="56138" y="51678"/>
                </a:lnTo>
                <a:lnTo>
                  <a:pt x="56173" y="52035"/>
                </a:lnTo>
                <a:lnTo>
                  <a:pt x="56216" y="52388"/>
                </a:lnTo>
                <a:lnTo>
                  <a:pt x="56266" y="52738"/>
                </a:lnTo>
                <a:lnTo>
                  <a:pt x="56324" y="53083"/>
                </a:lnTo>
                <a:lnTo>
                  <a:pt x="56390" y="53424"/>
                </a:lnTo>
                <a:lnTo>
                  <a:pt x="56464" y="53761"/>
                </a:lnTo>
                <a:lnTo>
                  <a:pt x="56546" y="54095"/>
                </a:lnTo>
                <a:lnTo>
                  <a:pt x="56635" y="54424"/>
                </a:lnTo>
                <a:lnTo>
                  <a:pt x="56733" y="54749"/>
                </a:lnTo>
                <a:lnTo>
                  <a:pt x="56838" y="55071"/>
                </a:lnTo>
                <a:lnTo>
                  <a:pt x="56950" y="55388"/>
                </a:lnTo>
                <a:lnTo>
                  <a:pt x="57071" y="55702"/>
                </a:lnTo>
                <a:lnTo>
                  <a:pt x="57200" y="56011"/>
                </a:lnTo>
                <a:lnTo>
                  <a:pt x="57336" y="56316"/>
                </a:lnTo>
                <a:lnTo>
                  <a:pt x="57480" y="56618"/>
                </a:lnTo>
                <a:lnTo>
                  <a:pt x="57632" y="56915"/>
                </a:lnTo>
                <a:lnTo>
                  <a:pt x="57792" y="57209"/>
                </a:lnTo>
                <a:lnTo>
                  <a:pt x="57959" y="57498"/>
                </a:lnTo>
                <a:lnTo>
                  <a:pt x="58135" y="57784"/>
                </a:lnTo>
                <a:lnTo>
                  <a:pt x="58318" y="58066"/>
                </a:lnTo>
                <a:lnTo>
                  <a:pt x="58509" y="58343"/>
                </a:lnTo>
                <a:lnTo>
                  <a:pt x="58707" y="58617"/>
                </a:lnTo>
                <a:lnTo>
                  <a:pt x="58913" y="58886"/>
                </a:lnTo>
                <a:lnTo>
                  <a:pt x="59126" y="59150"/>
                </a:lnTo>
                <a:lnTo>
                  <a:pt x="59345" y="59409"/>
                </a:lnTo>
                <a:lnTo>
                  <a:pt x="59571" y="59663"/>
                </a:lnTo>
                <a:lnTo>
                  <a:pt x="59803" y="59913"/>
                </a:lnTo>
                <a:lnTo>
                  <a:pt x="60042" y="60157"/>
                </a:lnTo>
                <a:lnTo>
                  <a:pt x="60287" y="60397"/>
                </a:lnTo>
                <a:lnTo>
                  <a:pt x="60538" y="60631"/>
                </a:lnTo>
                <a:lnTo>
                  <a:pt x="60797" y="60861"/>
                </a:lnTo>
                <a:lnTo>
                  <a:pt x="61062" y="61085"/>
                </a:lnTo>
                <a:lnTo>
                  <a:pt x="61333" y="61305"/>
                </a:lnTo>
                <a:lnTo>
                  <a:pt x="61611" y="61520"/>
                </a:lnTo>
                <a:lnTo>
                  <a:pt x="61895" y="61730"/>
                </a:lnTo>
                <a:lnTo>
                  <a:pt x="62186" y="61934"/>
                </a:lnTo>
                <a:lnTo>
                  <a:pt x="62484" y="62134"/>
                </a:lnTo>
                <a:lnTo>
                  <a:pt x="62788" y="62329"/>
                </a:lnTo>
                <a:lnTo>
                  <a:pt x="63098" y="62519"/>
                </a:lnTo>
                <a:lnTo>
                  <a:pt x="63415" y="62705"/>
                </a:lnTo>
                <a:lnTo>
                  <a:pt x="63739" y="62885"/>
                </a:lnTo>
                <a:lnTo>
                  <a:pt x="64069" y="63060"/>
                </a:lnTo>
                <a:lnTo>
                  <a:pt x="64406" y="63230"/>
                </a:lnTo>
                <a:lnTo>
                  <a:pt x="64749" y="63396"/>
                </a:lnTo>
                <a:lnTo>
                  <a:pt x="65099" y="63556"/>
                </a:lnTo>
                <a:lnTo>
                  <a:pt x="65455" y="63712"/>
                </a:lnTo>
                <a:lnTo>
                  <a:pt x="65817" y="63861"/>
                </a:lnTo>
                <a:lnTo>
                  <a:pt x="66185" y="64005"/>
                </a:lnTo>
                <a:lnTo>
                  <a:pt x="66557" y="64142"/>
                </a:lnTo>
                <a:lnTo>
                  <a:pt x="66934" y="64273"/>
                </a:lnTo>
                <a:lnTo>
                  <a:pt x="67317" y="64397"/>
                </a:lnTo>
                <a:lnTo>
                  <a:pt x="67705" y="64515"/>
                </a:lnTo>
                <a:lnTo>
                  <a:pt x="68098" y="64627"/>
                </a:lnTo>
                <a:lnTo>
                  <a:pt x="68495" y="64732"/>
                </a:lnTo>
                <a:lnTo>
                  <a:pt x="68898" y="64831"/>
                </a:lnTo>
                <a:lnTo>
                  <a:pt x="69306" y="64923"/>
                </a:lnTo>
                <a:lnTo>
                  <a:pt x="69720" y="65009"/>
                </a:lnTo>
                <a:lnTo>
                  <a:pt x="70138" y="65089"/>
                </a:lnTo>
                <a:lnTo>
                  <a:pt x="70561" y="65162"/>
                </a:lnTo>
                <a:lnTo>
                  <a:pt x="70990" y="65229"/>
                </a:lnTo>
                <a:lnTo>
                  <a:pt x="71423" y="65290"/>
                </a:lnTo>
                <a:lnTo>
                  <a:pt x="71862" y="65344"/>
                </a:lnTo>
                <a:lnTo>
                  <a:pt x="72306" y="65392"/>
                </a:lnTo>
                <a:lnTo>
                  <a:pt x="72755" y="65433"/>
                </a:lnTo>
                <a:lnTo>
                  <a:pt x="73209" y="65468"/>
                </a:lnTo>
                <a:lnTo>
                  <a:pt x="73668" y="65497"/>
                </a:lnTo>
                <a:lnTo>
                  <a:pt x="74132" y="65519"/>
                </a:lnTo>
                <a:lnTo>
                  <a:pt x="74601" y="65535"/>
                </a:lnTo>
                <a:lnTo>
                  <a:pt x="75075" y="65545"/>
                </a:lnTo>
                <a:lnTo>
                  <a:pt x="75555" y="65548"/>
                </a:lnTo>
                <a:lnTo>
                  <a:pt x="79593" y="65548"/>
                </a:lnTo>
                <a:lnTo>
                  <a:pt x="80396" y="65541"/>
                </a:lnTo>
                <a:lnTo>
                  <a:pt x="81182" y="65520"/>
                </a:lnTo>
                <a:close/>
                <a:moveTo>
                  <a:pt x="136265" y="65520"/>
                </a:moveTo>
                <a:lnTo>
                  <a:pt x="137035" y="65484"/>
                </a:lnTo>
                <a:lnTo>
                  <a:pt x="137788" y="65435"/>
                </a:lnTo>
                <a:lnTo>
                  <a:pt x="138525" y="65371"/>
                </a:lnTo>
                <a:lnTo>
                  <a:pt x="139246" y="65293"/>
                </a:lnTo>
                <a:lnTo>
                  <a:pt x="139950" y="65201"/>
                </a:lnTo>
                <a:lnTo>
                  <a:pt x="140638" y="65094"/>
                </a:lnTo>
                <a:lnTo>
                  <a:pt x="141309" y="64974"/>
                </a:lnTo>
                <a:lnTo>
                  <a:pt x="141964" y="64839"/>
                </a:lnTo>
                <a:lnTo>
                  <a:pt x="142603" y="64690"/>
                </a:lnTo>
                <a:lnTo>
                  <a:pt x="143225" y="64527"/>
                </a:lnTo>
                <a:lnTo>
                  <a:pt x="143831" y="64350"/>
                </a:lnTo>
                <a:lnTo>
                  <a:pt x="144420" y="64158"/>
                </a:lnTo>
                <a:lnTo>
                  <a:pt x="144993" y="63952"/>
                </a:lnTo>
                <a:lnTo>
                  <a:pt x="145549" y="63733"/>
                </a:lnTo>
                <a:lnTo>
                  <a:pt x="146089" y="63499"/>
                </a:lnTo>
                <a:lnTo>
                  <a:pt x="146613" y="63250"/>
                </a:lnTo>
                <a:lnTo>
                  <a:pt x="147120" y="62988"/>
                </a:lnTo>
                <a:lnTo>
                  <a:pt x="147611" y="62711"/>
                </a:lnTo>
                <a:lnTo>
                  <a:pt x="148085" y="62421"/>
                </a:lnTo>
                <a:lnTo>
                  <a:pt x="148543" y="62116"/>
                </a:lnTo>
                <a:lnTo>
                  <a:pt x="148984" y="61797"/>
                </a:lnTo>
                <a:lnTo>
                  <a:pt x="149409" y="61463"/>
                </a:lnTo>
                <a:lnTo>
                  <a:pt x="149818" y="61117"/>
                </a:lnTo>
                <a:lnTo>
                  <a:pt x="150209" y="60760"/>
                </a:lnTo>
                <a:lnTo>
                  <a:pt x="150582" y="60391"/>
                </a:lnTo>
                <a:lnTo>
                  <a:pt x="150938" y="60011"/>
                </a:lnTo>
                <a:lnTo>
                  <a:pt x="151277" y="59619"/>
                </a:lnTo>
                <a:lnTo>
                  <a:pt x="151599" y="59217"/>
                </a:lnTo>
                <a:lnTo>
                  <a:pt x="151903" y="58803"/>
                </a:lnTo>
                <a:lnTo>
                  <a:pt x="152189" y="58377"/>
                </a:lnTo>
                <a:lnTo>
                  <a:pt x="152459" y="57941"/>
                </a:lnTo>
                <a:lnTo>
                  <a:pt x="152710" y="57493"/>
                </a:lnTo>
                <a:lnTo>
                  <a:pt x="152945" y="57033"/>
                </a:lnTo>
                <a:lnTo>
                  <a:pt x="153162" y="56563"/>
                </a:lnTo>
                <a:lnTo>
                  <a:pt x="153362" y="56081"/>
                </a:lnTo>
                <a:lnTo>
                  <a:pt x="153544" y="55587"/>
                </a:lnTo>
                <a:lnTo>
                  <a:pt x="153709" y="55083"/>
                </a:lnTo>
                <a:lnTo>
                  <a:pt x="153857" y="54567"/>
                </a:lnTo>
                <a:lnTo>
                  <a:pt x="153987" y="54040"/>
                </a:lnTo>
                <a:lnTo>
                  <a:pt x="154100" y="53501"/>
                </a:lnTo>
                <a:lnTo>
                  <a:pt x="154196" y="52951"/>
                </a:lnTo>
                <a:lnTo>
                  <a:pt x="154274" y="52390"/>
                </a:lnTo>
                <a:lnTo>
                  <a:pt x="154335" y="51818"/>
                </a:lnTo>
                <a:lnTo>
                  <a:pt x="154378" y="51234"/>
                </a:lnTo>
                <a:lnTo>
                  <a:pt x="154404" y="50639"/>
                </a:lnTo>
                <a:lnTo>
                  <a:pt x="154413" y="50033"/>
                </a:lnTo>
                <a:lnTo>
                  <a:pt x="154406" y="49465"/>
                </a:lnTo>
                <a:lnTo>
                  <a:pt x="154383" y="48909"/>
                </a:lnTo>
                <a:lnTo>
                  <a:pt x="154346" y="48364"/>
                </a:lnTo>
                <a:lnTo>
                  <a:pt x="154295" y="47831"/>
                </a:lnTo>
                <a:lnTo>
                  <a:pt x="154228" y="47309"/>
                </a:lnTo>
                <a:lnTo>
                  <a:pt x="154146" y="46800"/>
                </a:lnTo>
                <a:lnTo>
                  <a:pt x="154050" y="46302"/>
                </a:lnTo>
                <a:lnTo>
                  <a:pt x="153939" y="45815"/>
                </a:lnTo>
                <a:lnTo>
                  <a:pt x="153813" y="45340"/>
                </a:lnTo>
                <a:lnTo>
                  <a:pt x="153672" y="44877"/>
                </a:lnTo>
                <a:lnTo>
                  <a:pt x="153516" y="44425"/>
                </a:lnTo>
                <a:lnTo>
                  <a:pt x="153346" y="43985"/>
                </a:lnTo>
                <a:lnTo>
                  <a:pt x="153161" y="43557"/>
                </a:lnTo>
                <a:lnTo>
                  <a:pt x="152961" y="43140"/>
                </a:lnTo>
                <a:lnTo>
                  <a:pt x="152746" y="42735"/>
                </a:lnTo>
                <a:lnTo>
                  <a:pt x="152516" y="42342"/>
                </a:lnTo>
                <a:lnTo>
                  <a:pt x="152272" y="41960"/>
                </a:lnTo>
                <a:lnTo>
                  <a:pt x="152012" y="41590"/>
                </a:lnTo>
                <a:lnTo>
                  <a:pt x="151738" y="41232"/>
                </a:lnTo>
                <a:lnTo>
                  <a:pt x="151449" y="40885"/>
                </a:lnTo>
                <a:lnTo>
                  <a:pt x="151145" y="40549"/>
                </a:lnTo>
                <a:lnTo>
                  <a:pt x="150827" y="40226"/>
                </a:lnTo>
                <a:lnTo>
                  <a:pt x="150493" y="39914"/>
                </a:lnTo>
                <a:lnTo>
                  <a:pt x="150145" y="39614"/>
                </a:lnTo>
                <a:lnTo>
                  <a:pt x="149781" y="39323"/>
                </a:lnTo>
                <a:lnTo>
                  <a:pt x="149401" y="39040"/>
                </a:lnTo>
                <a:lnTo>
                  <a:pt x="149004" y="38765"/>
                </a:lnTo>
                <a:lnTo>
                  <a:pt x="148591" y="38498"/>
                </a:lnTo>
                <a:lnTo>
                  <a:pt x="148161" y="38238"/>
                </a:lnTo>
                <a:lnTo>
                  <a:pt x="147715" y="37987"/>
                </a:lnTo>
                <a:lnTo>
                  <a:pt x="147253" y="37743"/>
                </a:lnTo>
                <a:lnTo>
                  <a:pt x="146774" y="37507"/>
                </a:lnTo>
                <a:lnTo>
                  <a:pt x="146279" y="37279"/>
                </a:lnTo>
                <a:lnTo>
                  <a:pt x="145767" y="37059"/>
                </a:lnTo>
                <a:lnTo>
                  <a:pt x="145239" y="36846"/>
                </a:lnTo>
                <a:lnTo>
                  <a:pt x="144694" y="36641"/>
                </a:lnTo>
                <a:lnTo>
                  <a:pt x="144133" y="36444"/>
                </a:lnTo>
                <a:lnTo>
                  <a:pt x="143556" y="36255"/>
                </a:lnTo>
                <a:lnTo>
                  <a:pt x="142962" y="36074"/>
                </a:lnTo>
                <a:lnTo>
                  <a:pt x="142352" y="35900"/>
                </a:lnTo>
                <a:lnTo>
                  <a:pt x="141725" y="35735"/>
                </a:lnTo>
                <a:lnTo>
                  <a:pt x="141082" y="35577"/>
                </a:lnTo>
                <a:lnTo>
                  <a:pt x="140423" y="35427"/>
                </a:lnTo>
                <a:lnTo>
                  <a:pt x="139747" y="35284"/>
                </a:lnTo>
                <a:lnTo>
                  <a:pt x="139055" y="35150"/>
                </a:lnTo>
                <a:lnTo>
                  <a:pt x="138346" y="35023"/>
                </a:lnTo>
                <a:lnTo>
                  <a:pt x="137621" y="34904"/>
                </a:lnTo>
                <a:lnTo>
                  <a:pt x="136879" y="34793"/>
                </a:lnTo>
                <a:lnTo>
                  <a:pt x="130361" y="33876"/>
                </a:lnTo>
                <a:lnTo>
                  <a:pt x="130074" y="33829"/>
                </a:lnTo>
                <a:lnTo>
                  <a:pt x="129793" y="33779"/>
                </a:lnTo>
                <a:lnTo>
                  <a:pt x="129519" y="33727"/>
                </a:lnTo>
                <a:lnTo>
                  <a:pt x="129252" y="33673"/>
                </a:lnTo>
                <a:lnTo>
                  <a:pt x="128991" y="33616"/>
                </a:lnTo>
                <a:lnTo>
                  <a:pt x="128738" y="33557"/>
                </a:lnTo>
                <a:lnTo>
                  <a:pt x="128490" y="33496"/>
                </a:lnTo>
                <a:lnTo>
                  <a:pt x="128250" y="33432"/>
                </a:lnTo>
                <a:lnTo>
                  <a:pt x="128016" y="33366"/>
                </a:lnTo>
                <a:lnTo>
                  <a:pt x="127789" y="33297"/>
                </a:lnTo>
                <a:lnTo>
                  <a:pt x="127568" y="33226"/>
                </a:lnTo>
                <a:lnTo>
                  <a:pt x="127355" y="33153"/>
                </a:lnTo>
                <a:lnTo>
                  <a:pt x="127148" y="33077"/>
                </a:lnTo>
                <a:lnTo>
                  <a:pt x="126947" y="32999"/>
                </a:lnTo>
                <a:lnTo>
                  <a:pt x="126754" y="32918"/>
                </a:lnTo>
                <a:lnTo>
                  <a:pt x="126567" y="32835"/>
                </a:lnTo>
                <a:lnTo>
                  <a:pt x="126386" y="32750"/>
                </a:lnTo>
                <a:lnTo>
                  <a:pt x="126213" y="32662"/>
                </a:lnTo>
                <a:lnTo>
                  <a:pt x="126046" y="32572"/>
                </a:lnTo>
                <a:lnTo>
                  <a:pt x="125885" y="32480"/>
                </a:lnTo>
                <a:lnTo>
                  <a:pt x="125732" y="32385"/>
                </a:lnTo>
                <a:lnTo>
                  <a:pt x="125585" y="32287"/>
                </a:lnTo>
                <a:lnTo>
                  <a:pt x="125445" y="32188"/>
                </a:lnTo>
                <a:lnTo>
                  <a:pt x="125311" y="32086"/>
                </a:lnTo>
                <a:lnTo>
                  <a:pt x="125184" y="31980"/>
                </a:lnTo>
                <a:lnTo>
                  <a:pt x="125062" y="31870"/>
                </a:lnTo>
                <a:lnTo>
                  <a:pt x="124946" y="31755"/>
                </a:lnTo>
                <a:lnTo>
                  <a:pt x="124834" y="31635"/>
                </a:lnTo>
                <a:lnTo>
                  <a:pt x="124729" y="31511"/>
                </a:lnTo>
                <a:lnTo>
                  <a:pt x="124629" y="31383"/>
                </a:lnTo>
                <a:lnTo>
                  <a:pt x="124534" y="31249"/>
                </a:lnTo>
                <a:lnTo>
                  <a:pt x="124444" y="31111"/>
                </a:lnTo>
                <a:lnTo>
                  <a:pt x="124360" y="30969"/>
                </a:lnTo>
                <a:lnTo>
                  <a:pt x="124282" y="30821"/>
                </a:lnTo>
                <a:lnTo>
                  <a:pt x="124209" y="30670"/>
                </a:lnTo>
                <a:lnTo>
                  <a:pt x="124141" y="30513"/>
                </a:lnTo>
                <a:lnTo>
                  <a:pt x="124079" y="30352"/>
                </a:lnTo>
                <a:lnTo>
                  <a:pt x="124022" y="30186"/>
                </a:lnTo>
                <a:lnTo>
                  <a:pt x="123970" y="30016"/>
                </a:lnTo>
                <a:lnTo>
                  <a:pt x="123924" y="29841"/>
                </a:lnTo>
                <a:lnTo>
                  <a:pt x="123884" y="29662"/>
                </a:lnTo>
                <a:lnTo>
                  <a:pt x="123848" y="29477"/>
                </a:lnTo>
                <a:lnTo>
                  <a:pt x="123819" y="29289"/>
                </a:lnTo>
                <a:lnTo>
                  <a:pt x="123794" y="29095"/>
                </a:lnTo>
                <a:lnTo>
                  <a:pt x="123775" y="28897"/>
                </a:lnTo>
                <a:lnTo>
                  <a:pt x="123762" y="28695"/>
                </a:lnTo>
                <a:lnTo>
                  <a:pt x="123754" y="28487"/>
                </a:lnTo>
                <a:lnTo>
                  <a:pt x="123751" y="28275"/>
                </a:lnTo>
                <a:lnTo>
                  <a:pt x="123754" y="28048"/>
                </a:lnTo>
                <a:lnTo>
                  <a:pt x="123763" y="27826"/>
                </a:lnTo>
                <a:lnTo>
                  <a:pt x="123779" y="27608"/>
                </a:lnTo>
                <a:lnTo>
                  <a:pt x="123801" y="27394"/>
                </a:lnTo>
                <a:lnTo>
                  <a:pt x="123828" y="27186"/>
                </a:lnTo>
                <a:lnTo>
                  <a:pt x="123863" y="26982"/>
                </a:lnTo>
                <a:lnTo>
                  <a:pt x="123903" y="26782"/>
                </a:lnTo>
                <a:lnTo>
                  <a:pt x="123950" y="26587"/>
                </a:lnTo>
                <a:lnTo>
                  <a:pt x="124003" y="26397"/>
                </a:lnTo>
                <a:lnTo>
                  <a:pt x="124062" y="26212"/>
                </a:lnTo>
                <a:lnTo>
                  <a:pt x="124127" y="26031"/>
                </a:lnTo>
                <a:lnTo>
                  <a:pt x="124198" y="25854"/>
                </a:lnTo>
                <a:lnTo>
                  <a:pt x="124276" y="25683"/>
                </a:lnTo>
                <a:lnTo>
                  <a:pt x="124360" y="25516"/>
                </a:lnTo>
                <a:lnTo>
                  <a:pt x="124450" y="25353"/>
                </a:lnTo>
                <a:lnTo>
                  <a:pt x="124546" y="25195"/>
                </a:lnTo>
                <a:lnTo>
                  <a:pt x="124649" y="25042"/>
                </a:lnTo>
                <a:lnTo>
                  <a:pt x="124758" y="24894"/>
                </a:lnTo>
                <a:lnTo>
                  <a:pt x="124873" y="24750"/>
                </a:lnTo>
                <a:lnTo>
                  <a:pt x="124994" y="24610"/>
                </a:lnTo>
                <a:lnTo>
                  <a:pt x="125121" y="24476"/>
                </a:lnTo>
                <a:lnTo>
                  <a:pt x="125255" y="24346"/>
                </a:lnTo>
                <a:lnTo>
                  <a:pt x="125395" y="24220"/>
                </a:lnTo>
                <a:lnTo>
                  <a:pt x="125541" y="24100"/>
                </a:lnTo>
                <a:lnTo>
                  <a:pt x="125694" y="23983"/>
                </a:lnTo>
                <a:lnTo>
                  <a:pt x="125854" y="23872"/>
                </a:lnTo>
                <a:lnTo>
                  <a:pt x="126022" y="23766"/>
                </a:lnTo>
                <a:lnTo>
                  <a:pt x="126198" y="23665"/>
                </a:lnTo>
                <a:lnTo>
                  <a:pt x="126381" y="23568"/>
                </a:lnTo>
                <a:lnTo>
                  <a:pt x="126571" y="23477"/>
                </a:lnTo>
                <a:lnTo>
                  <a:pt x="126769" y="23390"/>
                </a:lnTo>
                <a:lnTo>
                  <a:pt x="126974" y="23309"/>
                </a:lnTo>
                <a:lnTo>
                  <a:pt x="127187" y="23232"/>
                </a:lnTo>
                <a:lnTo>
                  <a:pt x="127407" y="23161"/>
                </a:lnTo>
                <a:lnTo>
                  <a:pt x="127635" y="23094"/>
                </a:lnTo>
                <a:lnTo>
                  <a:pt x="127871" y="23032"/>
                </a:lnTo>
                <a:lnTo>
                  <a:pt x="128113" y="22975"/>
                </a:lnTo>
                <a:lnTo>
                  <a:pt x="128364" y="22923"/>
                </a:lnTo>
                <a:lnTo>
                  <a:pt x="128621" y="22876"/>
                </a:lnTo>
                <a:lnTo>
                  <a:pt x="128887" y="22834"/>
                </a:lnTo>
                <a:lnTo>
                  <a:pt x="129160" y="22797"/>
                </a:lnTo>
                <a:lnTo>
                  <a:pt x="129440" y="22765"/>
                </a:lnTo>
                <a:lnTo>
                  <a:pt x="129728" y="22738"/>
                </a:lnTo>
                <a:lnTo>
                  <a:pt x="130023" y="22716"/>
                </a:lnTo>
                <a:lnTo>
                  <a:pt x="130326" y="22699"/>
                </a:lnTo>
                <a:lnTo>
                  <a:pt x="130636" y="22686"/>
                </a:lnTo>
                <a:lnTo>
                  <a:pt x="130954" y="22679"/>
                </a:lnTo>
                <a:lnTo>
                  <a:pt x="131279" y="22676"/>
                </a:lnTo>
                <a:lnTo>
                  <a:pt x="134768" y="22676"/>
                </a:lnTo>
                <a:lnTo>
                  <a:pt x="135034" y="22679"/>
                </a:lnTo>
                <a:lnTo>
                  <a:pt x="135295" y="22685"/>
                </a:lnTo>
                <a:lnTo>
                  <a:pt x="135552" y="22696"/>
                </a:lnTo>
                <a:lnTo>
                  <a:pt x="135804" y="22712"/>
                </a:lnTo>
                <a:lnTo>
                  <a:pt x="136053" y="22732"/>
                </a:lnTo>
                <a:lnTo>
                  <a:pt x="136297" y="22757"/>
                </a:lnTo>
                <a:lnTo>
                  <a:pt x="136537" y="22786"/>
                </a:lnTo>
                <a:lnTo>
                  <a:pt x="136772" y="22819"/>
                </a:lnTo>
                <a:lnTo>
                  <a:pt x="137003" y="22857"/>
                </a:lnTo>
                <a:lnTo>
                  <a:pt x="137230" y="22900"/>
                </a:lnTo>
                <a:lnTo>
                  <a:pt x="137452" y="22946"/>
                </a:lnTo>
                <a:lnTo>
                  <a:pt x="137671" y="22998"/>
                </a:lnTo>
                <a:lnTo>
                  <a:pt x="137885" y="23054"/>
                </a:lnTo>
                <a:lnTo>
                  <a:pt x="138094" y="23114"/>
                </a:lnTo>
                <a:lnTo>
                  <a:pt x="138300" y="23179"/>
                </a:lnTo>
                <a:lnTo>
                  <a:pt x="138501" y="23248"/>
                </a:lnTo>
                <a:lnTo>
                  <a:pt x="138697" y="23322"/>
                </a:lnTo>
                <a:lnTo>
                  <a:pt x="138890" y="23400"/>
                </a:lnTo>
                <a:lnTo>
                  <a:pt x="139078" y="23482"/>
                </a:lnTo>
                <a:lnTo>
                  <a:pt x="139262" y="23569"/>
                </a:lnTo>
                <a:lnTo>
                  <a:pt x="139441" y="23661"/>
                </a:lnTo>
                <a:lnTo>
                  <a:pt x="139616" y="23757"/>
                </a:lnTo>
                <a:lnTo>
                  <a:pt x="139787" y="23857"/>
                </a:lnTo>
                <a:lnTo>
                  <a:pt x="139954" y="23962"/>
                </a:lnTo>
                <a:lnTo>
                  <a:pt x="140115" y="24071"/>
                </a:lnTo>
                <a:lnTo>
                  <a:pt x="140271" y="24181"/>
                </a:lnTo>
                <a:lnTo>
                  <a:pt x="140421" y="24295"/>
                </a:lnTo>
                <a:lnTo>
                  <a:pt x="140565" y="24411"/>
                </a:lnTo>
                <a:lnTo>
                  <a:pt x="140703" y="24529"/>
                </a:lnTo>
                <a:lnTo>
                  <a:pt x="140835" y="24650"/>
                </a:lnTo>
                <a:lnTo>
                  <a:pt x="140961" y="24774"/>
                </a:lnTo>
                <a:lnTo>
                  <a:pt x="141081" y="24900"/>
                </a:lnTo>
                <a:lnTo>
                  <a:pt x="141196" y="25029"/>
                </a:lnTo>
                <a:lnTo>
                  <a:pt x="141304" y="25160"/>
                </a:lnTo>
                <a:lnTo>
                  <a:pt x="141407" y="25294"/>
                </a:lnTo>
                <a:lnTo>
                  <a:pt x="141503" y="25430"/>
                </a:lnTo>
                <a:lnTo>
                  <a:pt x="141594" y="25569"/>
                </a:lnTo>
                <a:lnTo>
                  <a:pt x="141679" y="25711"/>
                </a:lnTo>
                <a:lnTo>
                  <a:pt x="141758" y="25855"/>
                </a:lnTo>
                <a:lnTo>
                  <a:pt x="141831" y="26001"/>
                </a:lnTo>
                <a:lnTo>
                  <a:pt x="141898" y="26150"/>
                </a:lnTo>
                <a:lnTo>
                  <a:pt x="141960" y="26302"/>
                </a:lnTo>
                <a:lnTo>
                  <a:pt x="142015" y="26456"/>
                </a:lnTo>
                <a:lnTo>
                  <a:pt x="142065" y="26613"/>
                </a:lnTo>
                <a:lnTo>
                  <a:pt x="142108" y="26772"/>
                </a:lnTo>
                <a:lnTo>
                  <a:pt x="142146" y="26934"/>
                </a:lnTo>
                <a:lnTo>
                  <a:pt x="142178" y="27098"/>
                </a:lnTo>
                <a:lnTo>
                  <a:pt x="142204" y="27265"/>
                </a:lnTo>
                <a:lnTo>
                  <a:pt x="153679" y="27265"/>
                </a:lnTo>
                <a:lnTo>
                  <a:pt x="153640" y="26742"/>
                </a:lnTo>
                <a:lnTo>
                  <a:pt x="153585" y="26227"/>
                </a:lnTo>
                <a:lnTo>
                  <a:pt x="153514" y="25722"/>
                </a:lnTo>
                <a:lnTo>
                  <a:pt x="153427" y="25225"/>
                </a:lnTo>
                <a:lnTo>
                  <a:pt x="153323" y="24738"/>
                </a:lnTo>
                <a:lnTo>
                  <a:pt x="153203" y="24259"/>
                </a:lnTo>
                <a:lnTo>
                  <a:pt x="153067" y="23789"/>
                </a:lnTo>
                <a:lnTo>
                  <a:pt x="152914" y="23328"/>
                </a:lnTo>
                <a:lnTo>
                  <a:pt x="152745" y="22876"/>
                </a:lnTo>
                <a:lnTo>
                  <a:pt x="152560" y="22433"/>
                </a:lnTo>
                <a:lnTo>
                  <a:pt x="152359" y="21999"/>
                </a:lnTo>
                <a:lnTo>
                  <a:pt x="152141" y="21574"/>
                </a:lnTo>
                <a:lnTo>
                  <a:pt x="151908" y="21157"/>
                </a:lnTo>
                <a:lnTo>
                  <a:pt x="151657" y="20750"/>
                </a:lnTo>
                <a:lnTo>
                  <a:pt x="151391" y="20351"/>
                </a:lnTo>
                <a:lnTo>
                  <a:pt x="151108" y="19962"/>
                </a:lnTo>
                <a:lnTo>
                  <a:pt x="150810" y="19581"/>
                </a:lnTo>
                <a:lnTo>
                  <a:pt x="150494" y="19210"/>
                </a:lnTo>
                <a:lnTo>
                  <a:pt x="150163" y="18847"/>
                </a:lnTo>
                <a:lnTo>
                  <a:pt x="149815" y="18493"/>
                </a:lnTo>
                <a:lnTo>
                  <a:pt x="149451" y="18148"/>
                </a:lnTo>
                <a:lnTo>
                  <a:pt x="149071" y="17812"/>
                </a:lnTo>
                <a:lnTo>
                  <a:pt x="148675" y="17485"/>
                </a:lnTo>
                <a:lnTo>
                  <a:pt x="148262" y="17167"/>
                </a:lnTo>
                <a:lnTo>
                  <a:pt x="147836" y="16860"/>
                </a:lnTo>
                <a:lnTo>
                  <a:pt x="147397" y="16566"/>
                </a:lnTo>
                <a:lnTo>
                  <a:pt x="146947" y="16285"/>
                </a:lnTo>
                <a:lnTo>
                  <a:pt x="146485" y="16017"/>
                </a:lnTo>
                <a:lnTo>
                  <a:pt x="146011" y="15762"/>
                </a:lnTo>
                <a:lnTo>
                  <a:pt x="145526" y="15520"/>
                </a:lnTo>
                <a:lnTo>
                  <a:pt x="145028" y="15291"/>
                </a:lnTo>
                <a:lnTo>
                  <a:pt x="144519" y="15076"/>
                </a:lnTo>
                <a:lnTo>
                  <a:pt x="143998" y="14873"/>
                </a:lnTo>
                <a:lnTo>
                  <a:pt x="143465" y="14684"/>
                </a:lnTo>
                <a:lnTo>
                  <a:pt x="142921" y="14507"/>
                </a:lnTo>
                <a:lnTo>
                  <a:pt x="142364" y="14344"/>
                </a:lnTo>
                <a:lnTo>
                  <a:pt x="141796" y="14194"/>
                </a:lnTo>
                <a:lnTo>
                  <a:pt x="141216" y="14056"/>
                </a:lnTo>
                <a:lnTo>
                  <a:pt x="140625" y="13932"/>
                </a:lnTo>
                <a:lnTo>
                  <a:pt x="140021" y="13821"/>
                </a:lnTo>
                <a:lnTo>
                  <a:pt x="139406" y="13723"/>
                </a:lnTo>
                <a:lnTo>
                  <a:pt x="138779" y="13638"/>
                </a:lnTo>
                <a:lnTo>
                  <a:pt x="138140" y="13566"/>
                </a:lnTo>
                <a:lnTo>
                  <a:pt x="137489" y="13508"/>
                </a:lnTo>
                <a:lnTo>
                  <a:pt x="136826" y="13462"/>
                </a:lnTo>
                <a:lnTo>
                  <a:pt x="136152" y="13429"/>
                </a:lnTo>
                <a:lnTo>
                  <a:pt x="135466" y="13409"/>
                </a:lnTo>
                <a:lnTo>
                  <a:pt x="134768" y="13403"/>
                </a:lnTo>
                <a:lnTo>
                  <a:pt x="131279" y="13403"/>
                </a:lnTo>
                <a:lnTo>
                  <a:pt x="130514" y="13410"/>
                </a:lnTo>
                <a:lnTo>
                  <a:pt x="129765" y="13430"/>
                </a:lnTo>
                <a:lnTo>
                  <a:pt x="129031" y="13464"/>
                </a:lnTo>
                <a:lnTo>
                  <a:pt x="128313" y="13511"/>
                </a:lnTo>
                <a:lnTo>
                  <a:pt x="127611" y="13572"/>
                </a:lnTo>
                <a:lnTo>
                  <a:pt x="126924" y="13647"/>
                </a:lnTo>
                <a:lnTo>
                  <a:pt x="126253" y="13735"/>
                </a:lnTo>
                <a:lnTo>
                  <a:pt x="125597" y="13837"/>
                </a:lnTo>
                <a:lnTo>
                  <a:pt x="124957" y="13952"/>
                </a:lnTo>
                <a:lnTo>
                  <a:pt x="124333" y="14080"/>
                </a:lnTo>
                <a:lnTo>
                  <a:pt x="123724" y="14223"/>
                </a:lnTo>
                <a:lnTo>
                  <a:pt x="123131" y="14379"/>
                </a:lnTo>
                <a:lnTo>
                  <a:pt x="122554" y="14548"/>
                </a:lnTo>
                <a:lnTo>
                  <a:pt x="121992" y="14731"/>
                </a:lnTo>
                <a:lnTo>
                  <a:pt x="121446" y="14927"/>
                </a:lnTo>
                <a:lnTo>
                  <a:pt x="120915" y="15137"/>
                </a:lnTo>
                <a:lnTo>
                  <a:pt x="120400" y="15361"/>
                </a:lnTo>
                <a:lnTo>
                  <a:pt x="119901" y="15598"/>
                </a:lnTo>
                <a:lnTo>
                  <a:pt x="119417" y="15849"/>
                </a:lnTo>
                <a:lnTo>
                  <a:pt x="118949" y="16113"/>
                </a:lnTo>
                <a:lnTo>
                  <a:pt x="118497" y="16391"/>
                </a:lnTo>
                <a:lnTo>
                  <a:pt x="118060" y="16682"/>
                </a:lnTo>
                <a:lnTo>
                  <a:pt x="117638" y="16987"/>
                </a:lnTo>
                <a:lnTo>
                  <a:pt x="117233" y="17306"/>
                </a:lnTo>
                <a:lnTo>
                  <a:pt x="116843" y="17636"/>
                </a:lnTo>
                <a:lnTo>
                  <a:pt x="116470" y="17978"/>
                </a:lnTo>
                <a:lnTo>
                  <a:pt x="116114" y="18330"/>
                </a:lnTo>
                <a:lnTo>
                  <a:pt x="115774" y="18694"/>
                </a:lnTo>
                <a:lnTo>
                  <a:pt x="115451" y="19069"/>
                </a:lnTo>
                <a:lnTo>
                  <a:pt x="115144" y="19454"/>
                </a:lnTo>
                <a:lnTo>
                  <a:pt x="114854" y="19851"/>
                </a:lnTo>
                <a:lnTo>
                  <a:pt x="114581" y="20258"/>
                </a:lnTo>
                <a:lnTo>
                  <a:pt x="114324" y="20677"/>
                </a:lnTo>
                <a:lnTo>
                  <a:pt x="114083" y="21107"/>
                </a:lnTo>
                <a:lnTo>
                  <a:pt x="113860" y="21547"/>
                </a:lnTo>
                <a:lnTo>
                  <a:pt x="113652" y="21999"/>
                </a:lnTo>
                <a:lnTo>
                  <a:pt x="113462" y="22461"/>
                </a:lnTo>
                <a:lnTo>
                  <a:pt x="113288" y="22935"/>
                </a:lnTo>
                <a:lnTo>
                  <a:pt x="113130" y="23419"/>
                </a:lnTo>
                <a:lnTo>
                  <a:pt x="112989" y="23915"/>
                </a:lnTo>
                <a:lnTo>
                  <a:pt x="112865" y="24421"/>
                </a:lnTo>
                <a:lnTo>
                  <a:pt x="112757" y="24939"/>
                </a:lnTo>
                <a:lnTo>
                  <a:pt x="112666" y="25468"/>
                </a:lnTo>
                <a:lnTo>
                  <a:pt x="112591" y="26007"/>
                </a:lnTo>
                <a:lnTo>
                  <a:pt x="112533" y="26558"/>
                </a:lnTo>
                <a:lnTo>
                  <a:pt x="112492" y="27119"/>
                </a:lnTo>
                <a:lnTo>
                  <a:pt x="112467" y="27692"/>
                </a:lnTo>
                <a:lnTo>
                  <a:pt x="112459" y="28275"/>
                </a:lnTo>
                <a:lnTo>
                  <a:pt x="112466" y="28836"/>
                </a:lnTo>
                <a:lnTo>
                  <a:pt x="112487" y="29384"/>
                </a:lnTo>
                <a:lnTo>
                  <a:pt x="112522" y="29921"/>
                </a:lnTo>
                <a:lnTo>
                  <a:pt x="112571" y="30446"/>
                </a:lnTo>
                <a:lnTo>
                  <a:pt x="112634" y="30959"/>
                </a:lnTo>
                <a:lnTo>
                  <a:pt x="112711" y="31460"/>
                </a:lnTo>
                <a:lnTo>
                  <a:pt x="112803" y="31949"/>
                </a:lnTo>
                <a:lnTo>
                  <a:pt x="112908" y="32427"/>
                </a:lnTo>
                <a:lnTo>
                  <a:pt x="113027" y="32893"/>
                </a:lnTo>
                <a:lnTo>
                  <a:pt x="113160" y="33347"/>
                </a:lnTo>
                <a:lnTo>
                  <a:pt x="113308" y="33790"/>
                </a:lnTo>
                <a:lnTo>
                  <a:pt x="113469" y="34220"/>
                </a:lnTo>
                <a:lnTo>
                  <a:pt x="113644" y="34639"/>
                </a:lnTo>
                <a:lnTo>
                  <a:pt x="113834" y="35046"/>
                </a:lnTo>
                <a:lnTo>
                  <a:pt x="114037" y="35441"/>
                </a:lnTo>
                <a:lnTo>
                  <a:pt x="114254" y="35824"/>
                </a:lnTo>
                <a:lnTo>
                  <a:pt x="114486" y="36196"/>
                </a:lnTo>
                <a:lnTo>
                  <a:pt x="114731" y="36555"/>
                </a:lnTo>
                <a:lnTo>
                  <a:pt x="114991" y="36903"/>
                </a:lnTo>
                <a:lnTo>
                  <a:pt x="115264" y="37240"/>
                </a:lnTo>
                <a:lnTo>
                  <a:pt x="115552" y="37564"/>
                </a:lnTo>
                <a:lnTo>
                  <a:pt x="115854" y="37876"/>
                </a:lnTo>
                <a:lnTo>
                  <a:pt x="116169" y="38177"/>
                </a:lnTo>
                <a:lnTo>
                  <a:pt x="116499" y="38466"/>
                </a:lnTo>
                <a:lnTo>
                  <a:pt x="116843" y="38745"/>
                </a:lnTo>
                <a:lnTo>
                  <a:pt x="117204" y="39017"/>
                </a:lnTo>
                <a:lnTo>
                  <a:pt x="117580" y="39281"/>
                </a:lnTo>
                <a:lnTo>
                  <a:pt x="117973" y="39537"/>
                </a:lnTo>
                <a:lnTo>
                  <a:pt x="118381" y="39786"/>
                </a:lnTo>
                <a:lnTo>
                  <a:pt x="118806" y="40027"/>
                </a:lnTo>
                <a:lnTo>
                  <a:pt x="119246" y="40260"/>
                </a:lnTo>
                <a:lnTo>
                  <a:pt x="119702" y="40486"/>
                </a:lnTo>
                <a:lnTo>
                  <a:pt x="120174" y="40704"/>
                </a:lnTo>
                <a:lnTo>
                  <a:pt x="120662" y="40914"/>
                </a:lnTo>
                <a:lnTo>
                  <a:pt x="121166" y="41117"/>
                </a:lnTo>
                <a:lnTo>
                  <a:pt x="121686" y="41312"/>
                </a:lnTo>
                <a:lnTo>
                  <a:pt x="122222" y="41500"/>
                </a:lnTo>
                <a:lnTo>
                  <a:pt x="122774" y="41680"/>
                </a:lnTo>
                <a:lnTo>
                  <a:pt x="123341" y="41852"/>
                </a:lnTo>
                <a:lnTo>
                  <a:pt x="123925" y="42016"/>
                </a:lnTo>
                <a:lnTo>
                  <a:pt x="124525" y="42173"/>
                </a:lnTo>
                <a:lnTo>
                  <a:pt x="125140" y="42322"/>
                </a:lnTo>
                <a:lnTo>
                  <a:pt x="125771" y="42464"/>
                </a:lnTo>
                <a:lnTo>
                  <a:pt x="126419" y="42598"/>
                </a:lnTo>
                <a:lnTo>
                  <a:pt x="127082" y="42724"/>
                </a:lnTo>
                <a:lnTo>
                  <a:pt x="127761" y="42842"/>
                </a:lnTo>
                <a:lnTo>
                  <a:pt x="128457" y="42953"/>
                </a:lnTo>
                <a:lnTo>
                  <a:pt x="129168" y="43057"/>
                </a:lnTo>
                <a:lnTo>
                  <a:pt x="135410" y="43974"/>
                </a:lnTo>
                <a:lnTo>
                  <a:pt x="135735" y="44014"/>
                </a:lnTo>
                <a:lnTo>
                  <a:pt x="136053" y="44058"/>
                </a:lnTo>
                <a:lnTo>
                  <a:pt x="136364" y="44106"/>
                </a:lnTo>
                <a:lnTo>
                  <a:pt x="136668" y="44157"/>
                </a:lnTo>
                <a:lnTo>
                  <a:pt x="136965" y="44211"/>
                </a:lnTo>
                <a:lnTo>
                  <a:pt x="137254" y="44270"/>
                </a:lnTo>
                <a:lnTo>
                  <a:pt x="137537" y="44332"/>
                </a:lnTo>
                <a:lnTo>
                  <a:pt x="137812" y="44398"/>
                </a:lnTo>
                <a:lnTo>
                  <a:pt x="138080" y="44467"/>
                </a:lnTo>
                <a:lnTo>
                  <a:pt x="138341" y="44540"/>
                </a:lnTo>
                <a:lnTo>
                  <a:pt x="138594" y="44617"/>
                </a:lnTo>
                <a:lnTo>
                  <a:pt x="138841" y="44697"/>
                </a:lnTo>
                <a:lnTo>
                  <a:pt x="139080" y="44781"/>
                </a:lnTo>
                <a:lnTo>
                  <a:pt x="139312" y="44869"/>
                </a:lnTo>
                <a:lnTo>
                  <a:pt x="139537" y="44961"/>
                </a:lnTo>
                <a:lnTo>
                  <a:pt x="139755" y="45056"/>
                </a:lnTo>
                <a:lnTo>
                  <a:pt x="139965" y="45154"/>
                </a:lnTo>
                <a:lnTo>
                  <a:pt x="140169" y="45257"/>
                </a:lnTo>
                <a:lnTo>
                  <a:pt x="140365" y="45363"/>
                </a:lnTo>
                <a:lnTo>
                  <a:pt x="140554" y="45473"/>
                </a:lnTo>
                <a:lnTo>
                  <a:pt x="140736" y="45586"/>
                </a:lnTo>
                <a:lnTo>
                  <a:pt x="140911" y="45703"/>
                </a:lnTo>
                <a:lnTo>
                  <a:pt x="141078" y="45824"/>
                </a:lnTo>
                <a:lnTo>
                  <a:pt x="141239" y="45948"/>
                </a:lnTo>
                <a:lnTo>
                  <a:pt x="141392" y="46076"/>
                </a:lnTo>
                <a:lnTo>
                  <a:pt x="141539" y="46208"/>
                </a:lnTo>
                <a:lnTo>
                  <a:pt x="141680" y="46344"/>
                </a:lnTo>
                <a:lnTo>
                  <a:pt x="141814" y="46485"/>
                </a:lnTo>
                <a:lnTo>
                  <a:pt x="141941" y="46629"/>
                </a:lnTo>
                <a:lnTo>
                  <a:pt x="142062" y="46777"/>
                </a:lnTo>
                <a:lnTo>
                  <a:pt x="142177" y="46929"/>
                </a:lnTo>
                <a:lnTo>
                  <a:pt x="142284" y="47085"/>
                </a:lnTo>
                <a:lnTo>
                  <a:pt x="142386" y="47245"/>
                </a:lnTo>
                <a:lnTo>
                  <a:pt x="142481" y="47409"/>
                </a:lnTo>
                <a:lnTo>
                  <a:pt x="142569" y="47577"/>
                </a:lnTo>
                <a:lnTo>
                  <a:pt x="142651" y="47749"/>
                </a:lnTo>
                <a:lnTo>
                  <a:pt x="142726" y="47925"/>
                </a:lnTo>
                <a:lnTo>
                  <a:pt x="142794" y="48105"/>
                </a:lnTo>
                <a:lnTo>
                  <a:pt x="142856" y="48290"/>
                </a:lnTo>
                <a:lnTo>
                  <a:pt x="142912" y="48478"/>
                </a:lnTo>
                <a:lnTo>
                  <a:pt x="142961" y="48670"/>
                </a:lnTo>
                <a:lnTo>
                  <a:pt x="143004" y="48866"/>
                </a:lnTo>
                <a:lnTo>
                  <a:pt x="143039" y="49065"/>
                </a:lnTo>
                <a:lnTo>
                  <a:pt x="143069" y="49269"/>
                </a:lnTo>
                <a:lnTo>
                  <a:pt x="143092" y="49477"/>
                </a:lnTo>
                <a:lnTo>
                  <a:pt x="143108" y="49689"/>
                </a:lnTo>
                <a:lnTo>
                  <a:pt x="143118" y="49905"/>
                </a:lnTo>
                <a:lnTo>
                  <a:pt x="143121" y="50125"/>
                </a:lnTo>
                <a:lnTo>
                  <a:pt x="143118" y="50360"/>
                </a:lnTo>
                <a:lnTo>
                  <a:pt x="143107" y="50591"/>
                </a:lnTo>
                <a:lnTo>
                  <a:pt x="143088" y="50818"/>
                </a:lnTo>
                <a:lnTo>
                  <a:pt x="143063" y="51040"/>
                </a:lnTo>
                <a:lnTo>
                  <a:pt x="143030" y="51259"/>
                </a:lnTo>
                <a:lnTo>
                  <a:pt x="142989" y="51473"/>
                </a:lnTo>
                <a:lnTo>
                  <a:pt x="142942" y="51683"/>
                </a:lnTo>
                <a:lnTo>
                  <a:pt x="142887" y="51889"/>
                </a:lnTo>
                <a:lnTo>
                  <a:pt x="142824" y="52091"/>
                </a:lnTo>
                <a:lnTo>
                  <a:pt x="142755" y="52289"/>
                </a:lnTo>
                <a:lnTo>
                  <a:pt x="142678" y="52483"/>
                </a:lnTo>
                <a:lnTo>
                  <a:pt x="142593" y="52672"/>
                </a:lnTo>
                <a:lnTo>
                  <a:pt x="142502" y="52858"/>
                </a:lnTo>
                <a:lnTo>
                  <a:pt x="142403" y="53039"/>
                </a:lnTo>
                <a:lnTo>
                  <a:pt x="142297" y="53216"/>
                </a:lnTo>
                <a:lnTo>
                  <a:pt x="142183" y="53389"/>
                </a:lnTo>
                <a:lnTo>
                  <a:pt x="142062" y="53558"/>
                </a:lnTo>
                <a:lnTo>
                  <a:pt x="141934" y="53722"/>
                </a:lnTo>
                <a:lnTo>
                  <a:pt x="141798" y="53883"/>
                </a:lnTo>
                <a:lnTo>
                  <a:pt x="141655" y="54039"/>
                </a:lnTo>
                <a:lnTo>
                  <a:pt x="141505" y="54191"/>
                </a:lnTo>
                <a:lnTo>
                  <a:pt x="141347" y="54339"/>
                </a:lnTo>
                <a:lnTo>
                  <a:pt x="141182" y="54483"/>
                </a:lnTo>
                <a:lnTo>
                  <a:pt x="141010" y="54623"/>
                </a:lnTo>
                <a:lnTo>
                  <a:pt x="140831" y="54758"/>
                </a:lnTo>
                <a:lnTo>
                  <a:pt x="140644" y="54887"/>
                </a:lnTo>
                <a:lnTo>
                  <a:pt x="140449" y="55011"/>
                </a:lnTo>
                <a:lnTo>
                  <a:pt x="140248" y="55128"/>
                </a:lnTo>
                <a:lnTo>
                  <a:pt x="140039" y="55240"/>
                </a:lnTo>
                <a:lnTo>
                  <a:pt x="139823" y="55346"/>
                </a:lnTo>
                <a:lnTo>
                  <a:pt x="139599" y="55447"/>
                </a:lnTo>
                <a:lnTo>
                  <a:pt x="139368" y="55541"/>
                </a:lnTo>
                <a:lnTo>
                  <a:pt x="139130" y="55630"/>
                </a:lnTo>
                <a:lnTo>
                  <a:pt x="138884" y="55714"/>
                </a:lnTo>
                <a:lnTo>
                  <a:pt x="138631" y="55791"/>
                </a:lnTo>
                <a:lnTo>
                  <a:pt x="138371" y="55863"/>
                </a:lnTo>
                <a:lnTo>
                  <a:pt x="138103" y="55929"/>
                </a:lnTo>
                <a:lnTo>
                  <a:pt x="137829" y="55989"/>
                </a:lnTo>
                <a:lnTo>
                  <a:pt x="137546" y="56044"/>
                </a:lnTo>
                <a:lnTo>
                  <a:pt x="137257" y="56092"/>
                </a:lnTo>
                <a:lnTo>
                  <a:pt x="136960" y="56136"/>
                </a:lnTo>
                <a:lnTo>
                  <a:pt x="136655" y="56173"/>
                </a:lnTo>
                <a:lnTo>
                  <a:pt x="136344" y="56204"/>
                </a:lnTo>
                <a:lnTo>
                  <a:pt x="136025" y="56230"/>
                </a:lnTo>
                <a:lnTo>
                  <a:pt x="135699" y="56250"/>
                </a:lnTo>
                <a:lnTo>
                  <a:pt x="135365" y="56265"/>
                </a:lnTo>
                <a:lnTo>
                  <a:pt x="135024" y="56273"/>
                </a:lnTo>
                <a:lnTo>
                  <a:pt x="134676" y="56276"/>
                </a:lnTo>
                <a:lnTo>
                  <a:pt x="130637" y="56276"/>
                </a:lnTo>
                <a:lnTo>
                  <a:pt x="130349" y="56274"/>
                </a:lnTo>
                <a:lnTo>
                  <a:pt x="130065" y="56266"/>
                </a:lnTo>
                <a:lnTo>
                  <a:pt x="129786" y="56253"/>
                </a:lnTo>
                <a:lnTo>
                  <a:pt x="129511" y="56235"/>
                </a:lnTo>
                <a:lnTo>
                  <a:pt x="129241" y="56212"/>
                </a:lnTo>
                <a:lnTo>
                  <a:pt x="128976" y="56184"/>
                </a:lnTo>
                <a:lnTo>
                  <a:pt x="128715" y="56151"/>
                </a:lnTo>
                <a:lnTo>
                  <a:pt x="128459" y="56113"/>
                </a:lnTo>
                <a:lnTo>
                  <a:pt x="128207" y="56070"/>
                </a:lnTo>
                <a:lnTo>
                  <a:pt x="127961" y="56021"/>
                </a:lnTo>
                <a:lnTo>
                  <a:pt x="127718" y="55968"/>
                </a:lnTo>
                <a:lnTo>
                  <a:pt x="127481" y="55909"/>
                </a:lnTo>
                <a:lnTo>
                  <a:pt x="127248" y="55845"/>
                </a:lnTo>
                <a:lnTo>
                  <a:pt x="127019" y="55777"/>
                </a:lnTo>
                <a:lnTo>
                  <a:pt x="126796" y="55703"/>
                </a:lnTo>
                <a:lnTo>
                  <a:pt x="126577" y="55624"/>
                </a:lnTo>
                <a:lnTo>
                  <a:pt x="126362" y="55540"/>
                </a:lnTo>
                <a:lnTo>
                  <a:pt x="126152" y="55450"/>
                </a:lnTo>
                <a:lnTo>
                  <a:pt x="125947" y="55356"/>
                </a:lnTo>
                <a:lnTo>
                  <a:pt x="125747" y="55257"/>
                </a:lnTo>
                <a:lnTo>
                  <a:pt x="125551" y="55152"/>
                </a:lnTo>
                <a:lnTo>
                  <a:pt x="125359" y="55043"/>
                </a:lnTo>
                <a:lnTo>
                  <a:pt x="125173" y="54928"/>
                </a:lnTo>
                <a:lnTo>
                  <a:pt x="124991" y="54808"/>
                </a:lnTo>
                <a:lnTo>
                  <a:pt x="124814" y="54684"/>
                </a:lnTo>
                <a:lnTo>
                  <a:pt x="124645" y="54557"/>
                </a:lnTo>
                <a:lnTo>
                  <a:pt x="124482" y="54426"/>
                </a:lnTo>
                <a:lnTo>
                  <a:pt x="124326" y="54293"/>
                </a:lnTo>
                <a:lnTo>
                  <a:pt x="124177" y="54156"/>
                </a:lnTo>
                <a:lnTo>
                  <a:pt x="124035" y="54016"/>
                </a:lnTo>
                <a:lnTo>
                  <a:pt x="123900" y="53873"/>
                </a:lnTo>
                <a:lnTo>
                  <a:pt x="123772" y="53727"/>
                </a:lnTo>
                <a:lnTo>
                  <a:pt x="123650" y="53577"/>
                </a:lnTo>
                <a:lnTo>
                  <a:pt x="123535" y="53424"/>
                </a:lnTo>
                <a:lnTo>
                  <a:pt x="123428" y="53268"/>
                </a:lnTo>
                <a:lnTo>
                  <a:pt x="123327" y="53109"/>
                </a:lnTo>
                <a:lnTo>
                  <a:pt x="123233" y="52947"/>
                </a:lnTo>
                <a:lnTo>
                  <a:pt x="123145" y="52782"/>
                </a:lnTo>
                <a:lnTo>
                  <a:pt x="123065" y="52613"/>
                </a:lnTo>
                <a:lnTo>
                  <a:pt x="122991" y="52441"/>
                </a:lnTo>
                <a:lnTo>
                  <a:pt x="122925" y="52266"/>
                </a:lnTo>
                <a:lnTo>
                  <a:pt x="122865" y="52088"/>
                </a:lnTo>
                <a:lnTo>
                  <a:pt x="122812" y="51906"/>
                </a:lnTo>
                <a:lnTo>
                  <a:pt x="122766" y="51722"/>
                </a:lnTo>
                <a:lnTo>
                  <a:pt x="122726" y="51534"/>
                </a:lnTo>
                <a:lnTo>
                  <a:pt x="122694" y="51343"/>
                </a:lnTo>
                <a:lnTo>
                  <a:pt x="122668" y="51149"/>
                </a:lnTo>
                <a:lnTo>
                  <a:pt x="122650" y="50952"/>
                </a:lnTo>
                <a:lnTo>
                  <a:pt x="111174" y="50952"/>
                </a:lnTo>
                <a:lnTo>
                  <a:pt x="111194" y="51317"/>
                </a:lnTo>
                <a:lnTo>
                  <a:pt x="111221" y="51678"/>
                </a:lnTo>
                <a:lnTo>
                  <a:pt x="111255" y="52035"/>
                </a:lnTo>
                <a:lnTo>
                  <a:pt x="111298" y="52388"/>
                </a:lnTo>
                <a:lnTo>
                  <a:pt x="111348" y="52738"/>
                </a:lnTo>
                <a:lnTo>
                  <a:pt x="111407" y="53083"/>
                </a:lnTo>
                <a:lnTo>
                  <a:pt x="111473" y="53424"/>
                </a:lnTo>
                <a:lnTo>
                  <a:pt x="111546" y="53761"/>
                </a:lnTo>
                <a:lnTo>
                  <a:pt x="111628" y="54095"/>
                </a:lnTo>
                <a:lnTo>
                  <a:pt x="111718" y="54424"/>
                </a:lnTo>
                <a:lnTo>
                  <a:pt x="111815" y="54749"/>
                </a:lnTo>
                <a:lnTo>
                  <a:pt x="111920" y="55071"/>
                </a:lnTo>
                <a:lnTo>
                  <a:pt x="112033" y="55388"/>
                </a:lnTo>
                <a:lnTo>
                  <a:pt x="112153" y="55702"/>
                </a:lnTo>
                <a:lnTo>
                  <a:pt x="112282" y="56011"/>
                </a:lnTo>
                <a:lnTo>
                  <a:pt x="112418" y="56316"/>
                </a:lnTo>
                <a:lnTo>
                  <a:pt x="112562" y="56618"/>
                </a:lnTo>
                <a:lnTo>
                  <a:pt x="112714" y="56915"/>
                </a:lnTo>
                <a:lnTo>
                  <a:pt x="112874" y="57209"/>
                </a:lnTo>
                <a:lnTo>
                  <a:pt x="113041" y="57498"/>
                </a:lnTo>
                <a:lnTo>
                  <a:pt x="113217" y="57784"/>
                </a:lnTo>
                <a:lnTo>
                  <a:pt x="113400" y="58066"/>
                </a:lnTo>
                <a:lnTo>
                  <a:pt x="113591" y="58343"/>
                </a:lnTo>
                <a:lnTo>
                  <a:pt x="113790" y="58617"/>
                </a:lnTo>
                <a:lnTo>
                  <a:pt x="113996" y="58886"/>
                </a:lnTo>
                <a:lnTo>
                  <a:pt x="114208" y="59150"/>
                </a:lnTo>
                <a:lnTo>
                  <a:pt x="114427" y="59409"/>
                </a:lnTo>
                <a:lnTo>
                  <a:pt x="114653" y="59663"/>
                </a:lnTo>
                <a:lnTo>
                  <a:pt x="114885" y="59913"/>
                </a:lnTo>
                <a:lnTo>
                  <a:pt x="115124" y="60157"/>
                </a:lnTo>
                <a:lnTo>
                  <a:pt x="115369" y="60397"/>
                </a:lnTo>
                <a:lnTo>
                  <a:pt x="115621" y="60631"/>
                </a:lnTo>
                <a:lnTo>
                  <a:pt x="115879" y="60861"/>
                </a:lnTo>
                <a:lnTo>
                  <a:pt x="116144" y="61085"/>
                </a:lnTo>
                <a:lnTo>
                  <a:pt x="116415" y="61305"/>
                </a:lnTo>
                <a:lnTo>
                  <a:pt x="116693" y="61520"/>
                </a:lnTo>
                <a:lnTo>
                  <a:pt x="116978" y="61730"/>
                </a:lnTo>
                <a:lnTo>
                  <a:pt x="117269" y="61934"/>
                </a:lnTo>
                <a:lnTo>
                  <a:pt x="117566" y="62134"/>
                </a:lnTo>
                <a:lnTo>
                  <a:pt x="117870" y="62329"/>
                </a:lnTo>
                <a:lnTo>
                  <a:pt x="118181" y="62519"/>
                </a:lnTo>
                <a:lnTo>
                  <a:pt x="118498" y="62705"/>
                </a:lnTo>
                <a:lnTo>
                  <a:pt x="118821" y="62885"/>
                </a:lnTo>
                <a:lnTo>
                  <a:pt x="119151" y="63060"/>
                </a:lnTo>
                <a:lnTo>
                  <a:pt x="119488" y="63230"/>
                </a:lnTo>
                <a:lnTo>
                  <a:pt x="119831" y="63396"/>
                </a:lnTo>
                <a:lnTo>
                  <a:pt x="120181" y="63556"/>
                </a:lnTo>
                <a:lnTo>
                  <a:pt x="120537" y="63712"/>
                </a:lnTo>
                <a:lnTo>
                  <a:pt x="120900" y="63861"/>
                </a:lnTo>
                <a:lnTo>
                  <a:pt x="121267" y="64005"/>
                </a:lnTo>
                <a:lnTo>
                  <a:pt x="121639" y="64142"/>
                </a:lnTo>
                <a:lnTo>
                  <a:pt x="122017" y="64273"/>
                </a:lnTo>
                <a:lnTo>
                  <a:pt x="122399" y="64397"/>
                </a:lnTo>
                <a:lnTo>
                  <a:pt x="122787" y="64515"/>
                </a:lnTo>
                <a:lnTo>
                  <a:pt x="123180" y="64627"/>
                </a:lnTo>
                <a:lnTo>
                  <a:pt x="123578" y="64732"/>
                </a:lnTo>
                <a:lnTo>
                  <a:pt x="123981" y="64831"/>
                </a:lnTo>
                <a:lnTo>
                  <a:pt x="124389" y="64923"/>
                </a:lnTo>
                <a:lnTo>
                  <a:pt x="124802" y="65009"/>
                </a:lnTo>
                <a:lnTo>
                  <a:pt x="125220" y="65089"/>
                </a:lnTo>
                <a:lnTo>
                  <a:pt x="125644" y="65162"/>
                </a:lnTo>
                <a:lnTo>
                  <a:pt x="126072" y="65229"/>
                </a:lnTo>
                <a:lnTo>
                  <a:pt x="126506" y="65290"/>
                </a:lnTo>
                <a:lnTo>
                  <a:pt x="126944" y="65344"/>
                </a:lnTo>
                <a:lnTo>
                  <a:pt x="127388" y="65392"/>
                </a:lnTo>
                <a:lnTo>
                  <a:pt x="127837" y="65433"/>
                </a:lnTo>
                <a:lnTo>
                  <a:pt x="128291" y="65468"/>
                </a:lnTo>
                <a:lnTo>
                  <a:pt x="128750" y="65497"/>
                </a:lnTo>
                <a:lnTo>
                  <a:pt x="129214" y="65519"/>
                </a:lnTo>
                <a:lnTo>
                  <a:pt x="129683" y="65535"/>
                </a:lnTo>
                <a:lnTo>
                  <a:pt x="130158" y="65545"/>
                </a:lnTo>
                <a:lnTo>
                  <a:pt x="130637" y="65548"/>
                </a:lnTo>
                <a:lnTo>
                  <a:pt x="134676" y="65548"/>
                </a:lnTo>
                <a:lnTo>
                  <a:pt x="135478" y="65541"/>
                </a:lnTo>
                <a:lnTo>
                  <a:pt x="136265" y="65520"/>
                </a:lnTo>
                <a:close/>
                <a:moveTo>
                  <a:pt x="43055" y="64722"/>
                </a:moveTo>
                <a:lnTo>
                  <a:pt x="43055" y="30479"/>
                </a:lnTo>
                <a:lnTo>
                  <a:pt x="43046" y="29827"/>
                </a:lnTo>
                <a:lnTo>
                  <a:pt x="43018" y="29186"/>
                </a:lnTo>
                <a:lnTo>
                  <a:pt x="42971" y="28556"/>
                </a:lnTo>
                <a:lnTo>
                  <a:pt x="42906" y="27938"/>
                </a:lnTo>
                <a:lnTo>
                  <a:pt x="42822" y="27331"/>
                </a:lnTo>
                <a:lnTo>
                  <a:pt x="42720" y="26735"/>
                </a:lnTo>
                <a:lnTo>
                  <a:pt x="42598" y="26151"/>
                </a:lnTo>
                <a:lnTo>
                  <a:pt x="42459" y="25578"/>
                </a:lnTo>
                <a:lnTo>
                  <a:pt x="42300" y="25016"/>
                </a:lnTo>
                <a:lnTo>
                  <a:pt x="42123" y="24466"/>
                </a:lnTo>
                <a:lnTo>
                  <a:pt x="41927" y="23927"/>
                </a:lnTo>
                <a:lnTo>
                  <a:pt x="41713" y="23399"/>
                </a:lnTo>
                <a:lnTo>
                  <a:pt x="41480" y="22882"/>
                </a:lnTo>
                <a:lnTo>
                  <a:pt x="41228" y="22377"/>
                </a:lnTo>
                <a:lnTo>
                  <a:pt x="40957" y="21883"/>
                </a:lnTo>
                <a:lnTo>
                  <a:pt x="40668" y="21401"/>
                </a:lnTo>
                <a:lnTo>
                  <a:pt x="40361" y="20930"/>
                </a:lnTo>
                <a:lnTo>
                  <a:pt x="40034" y="20470"/>
                </a:lnTo>
                <a:lnTo>
                  <a:pt x="39689" y="20021"/>
                </a:lnTo>
                <a:lnTo>
                  <a:pt x="39326" y="19584"/>
                </a:lnTo>
                <a:lnTo>
                  <a:pt x="38943" y="19158"/>
                </a:lnTo>
                <a:lnTo>
                  <a:pt x="38542" y="18744"/>
                </a:lnTo>
                <a:lnTo>
                  <a:pt x="38123" y="18341"/>
                </a:lnTo>
                <a:lnTo>
                  <a:pt x="37685" y="17949"/>
                </a:lnTo>
                <a:lnTo>
                  <a:pt x="37230" y="17570"/>
                </a:lnTo>
                <a:lnTo>
                  <a:pt x="36763" y="17208"/>
                </a:lnTo>
                <a:lnTo>
                  <a:pt x="36281" y="16862"/>
                </a:lnTo>
                <a:lnTo>
                  <a:pt x="35786" y="16532"/>
                </a:lnTo>
                <a:lnTo>
                  <a:pt x="35278" y="16218"/>
                </a:lnTo>
                <a:lnTo>
                  <a:pt x="34756" y="15920"/>
                </a:lnTo>
                <a:lnTo>
                  <a:pt x="34220" y="15638"/>
                </a:lnTo>
                <a:lnTo>
                  <a:pt x="33671" y="15373"/>
                </a:lnTo>
                <a:lnTo>
                  <a:pt x="33109" y="15123"/>
                </a:lnTo>
                <a:lnTo>
                  <a:pt x="32533" y="14890"/>
                </a:lnTo>
                <a:lnTo>
                  <a:pt x="31943" y="14672"/>
                </a:lnTo>
                <a:lnTo>
                  <a:pt x="31340" y="14471"/>
                </a:lnTo>
                <a:lnTo>
                  <a:pt x="30723" y="14286"/>
                </a:lnTo>
                <a:lnTo>
                  <a:pt x="30092" y="14117"/>
                </a:lnTo>
                <a:lnTo>
                  <a:pt x="29448" y="13964"/>
                </a:lnTo>
                <a:lnTo>
                  <a:pt x="28791" y="13827"/>
                </a:lnTo>
                <a:lnTo>
                  <a:pt x="28120" y="13706"/>
                </a:lnTo>
                <a:lnTo>
                  <a:pt x="27435" y="13602"/>
                </a:lnTo>
                <a:lnTo>
                  <a:pt x="26737" y="13513"/>
                </a:lnTo>
                <a:lnTo>
                  <a:pt x="26026" y="13441"/>
                </a:lnTo>
                <a:lnTo>
                  <a:pt x="25300" y="13384"/>
                </a:lnTo>
                <a:lnTo>
                  <a:pt x="24562" y="13344"/>
                </a:lnTo>
                <a:lnTo>
                  <a:pt x="23809" y="13320"/>
                </a:lnTo>
                <a:lnTo>
                  <a:pt x="23043" y="13312"/>
                </a:lnTo>
                <a:lnTo>
                  <a:pt x="22322" y="13319"/>
                </a:lnTo>
                <a:lnTo>
                  <a:pt x="21611" y="13341"/>
                </a:lnTo>
                <a:lnTo>
                  <a:pt x="20912" y="13378"/>
                </a:lnTo>
                <a:lnTo>
                  <a:pt x="20223" y="13429"/>
                </a:lnTo>
                <a:lnTo>
                  <a:pt x="19545" y="13495"/>
                </a:lnTo>
                <a:lnTo>
                  <a:pt x="18878" y="13576"/>
                </a:lnTo>
                <a:lnTo>
                  <a:pt x="18221" y="13671"/>
                </a:lnTo>
                <a:lnTo>
                  <a:pt x="17576" y="13781"/>
                </a:lnTo>
                <a:lnTo>
                  <a:pt x="16941" y="13906"/>
                </a:lnTo>
                <a:lnTo>
                  <a:pt x="16317" y="14045"/>
                </a:lnTo>
                <a:lnTo>
                  <a:pt x="15704" y="14199"/>
                </a:lnTo>
                <a:lnTo>
                  <a:pt x="15102" y="14368"/>
                </a:lnTo>
                <a:lnTo>
                  <a:pt x="14511" y="14551"/>
                </a:lnTo>
                <a:lnTo>
                  <a:pt x="13930" y="14749"/>
                </a:lnTo>
                <a:lnTo>
                  <a:pt x="13361" y="14962"/>
                </a:lnTo>
                <a:lnTo>
                  <a:pt x="12802" y="15189"/>
                </a:lnTo>
                <a:lnTo>
                  <a:pt x="12254" y="15431"/>
                </a:lnTo>
                <a:lnTo>
                  <a:pt x="11717" y="15688"/>
                </a:lnTo>
                <a:lnTo>
                  <a:pt x="11190" y="15959"/>
                </a:lnTo>
                <a:lnTo>
                  <a:pt x="10675" y="16245"/>
                </a:lnTo>
                <a:lnTo>
                  <a:pt x="10170" y="16545"/>
                </a:lnTo>
                <a:lnTo>
                  <a:pt x="9677" y="16861"/>
                </a:lnTo>
                <a:lnTo>
                  <a:pt x="9194" y="17191"/>
                </a:lnTo>
                <a:lnTo>
                  <a:pt x="8721" y="17535"/>
                </a:lnTo>
                <a:lnTo>
                  <a:pt x="8263" y="17892"/>
                </a:lnTo>
                <a:lnTo>
                  <a:pt x="7821" y="18259"/>
                </a:lnTo>
                <a:lnTo>
                  <a:pt x="7396" y="18637"/>
                </a:lnTo>
                <a:lnTo>
                  <a:pt x="6987" y="19024"/>
                </a:lnTo>
                <a:lnTo>
                  <a:pt x="6595" y="19422"/>
                </a:lnTo>
                <a:lnTo>
                  <a:pt x="6220" y="19830"/>
                </a:lnTo>
                <a:lnTo>
                  <a:pt x="5861" y="20248"/>
                </a:lnTo>
                <a:lnTo>
                  <a:pt x="5518" y="20677"/>
                </a:lnTo>
                <a:lnTo>
                  <a:pt x="5192" y="21115"/>
                </a:lnTo>
                <a:lnTo>
                  <a:pt x="4883" y="21564"/>
                </a:lnTo>
                <a:lnTo>
                  <a:pt x="4591" y="22023"/>
                </a:lnTo>
                <a:lnTo>
                  <a:pt x="4314" y="22492"/>
                </a:lnTo>
                <a:lnTo>
                  <a:pt x="4055" y="22971"/>
                </a:lnTo>
                <a:lnTo>
                  <a:pt x="3812" y="23461"/>
                </a:lnTo>
                <a:lnTo>
                  <a:pt x="3586" y="23961"/>
                </a:lnTo>
                <a:lnTo>
                  <a:pt x="3376" y="24471"/>
                </a:lnTo>
                <a:lnTo>
                  <a:pt x="3183" y="24991"/>
                </a:lnTo>
                <a:lnTo>
                  <a:pt x="3006" y="25522"/>
                </a:lnTo>
                <a:lnTo>
                  <a:pt x="2846" y="26062"/>
                </a:lnTo>
                <a:lnTo>
                  <a:pt x="2703" y="26613"/>
                </a:lnTo>
                <a:lnTo>
                  <a:pt x="2576" y="27174"/>
                </a:lnTo>
                <a:lnTo>
                  <a:pt x="2465" y="27745"/>
                </a:lnTo>
                <a:lnTo>
                  <a:pt x="2372" y="28327"/>
                </a:lnTo>
                <a:lnTo>
                  <a:pt x="2295" y="28918"/>
                </a:lnTo>
                <a:lnTo>
                  <a:pt x="13495" y="28918"/>
                </a:lnTo>
                <a:lnTo>
                  <a:pt x="13537" y="28683"/>
                </a:lnTo>
                <a:lnTo>
                  <a:pt x="13586" y="28452"/>
                </a:lnTo>
                <a:lnTo>
                  <a:pt x="13641" y="28225"/>
                </a:lnTo>
                <a:lnTo>
                  <a:pt x="13704" y="28003"/>
                </a:lnTo>
                <a:lnTo>
                  <a:pt x="13774" y="27784"/>
                </a:lnTo>
                <a:lnTo>
                  <a:pt x="13851" y="27570"/>
                </a:lnTo>
                <a:lnTo>
                  <a:pt x="13934" y="27360"/>
                </a:lnTo>
                <a:lnTo>
                  <a:pt x="14025" y="27153"/>
                </a:lnTo>
                <a:lnTo>
                  <a:pt x="14123" y="26952"/>
                </a:lnTo>
                <a:lnTo>
                  <a:pt x="14228" y="26754"/>
                </a:lnTo>
                <a:lnTo>
                  <a:pt x="14340" y="26560"/>
                </a:lnTo>
                <a:lnTo>
                  <a:pt x="14458" y="26371"/>
                </a:lnTo>
                <a:lnTo>
                  <a:pt x="14584" y="26185"/>
                </a:lnTo>
                <a:lnTo>
                  <a:pt x="14717" y="26004"/>
                </a:lnTo>
                <a:lnTo>
                  <a:pt x="14857" y="25827"/>
                </a:lnTo>
                <a:lnTo>
                  <a:pt x="15004" y="25654"/>
                </a:lnTo>
                <a:lnTo>
                  <a:pt x="15158" y="25485"/>
                </a:lnTo>
                <a:lnTo>
                  <a:pt x="15319" y="25321"/>
                </a:lnTo>
                <a:lnTo>
                  <a:pt x="15487" y="25160"/>
                </a:lnTo>
                <a:lnTo>
                  <a:pt x="15662" y="25004"/>
                </a:lnTo>
                <a:lnTo>
                  <a:pt x="15844" y="24852"/>
                </a:lnTo>
                <a:lnTo>
                  <a:pt x="16033" y="24704"/>
                </a:lnTo>
                <a:lnTo>
                  <a:pt x="16229" y="24560"/>
                </a:lnTo>
                <a:lnTo>
                  <a:pt x="16431" y="24420"/>
                </a:lnTo>
                <a:lnTo>
                  <a:pt x="16640" y="24285"/>
                </a:lnTo>
                <a:lnTo>
                  <a:pt x="16854" y="24156"/>
                </a:lnTo>
                <a:lnTo>
                  <a:pt x="17071" y="24033"/>
                </a:lnTo>
                <a:lnTo>
                  <a:pt x="17294" y="23915"/>
                </a:lnTo>
                <a:lnTo>
                  <a:pt x="17520" y="23803"/>
                </a:lnTo>
                <a:lnTo>
                  <a:pt x="17752" y="23697"/>
                </a:lnTo>
                <a:lnTo>
                  <a:pt x="17987" y="23597"/>
                </a:lnTo>
                <a:lnTo>
                  <a:pt x="18227" y="23502"/>
                </a:lnTo>
                <a:lnTo>
                  <a:pt x="18472" y="23413"/>
                </a:lnTo>
                <a:lnTo>
                  <a:pt x="18721" y="23330"/>
                </a:lnTo>
                <a:lnTo>
                  <a:pt x="18974" y="23252"/>
                </a:lnTo>
                <a:lnTo>
                  <a:pt x="19232" y="23181"/>
                </a:lnTo>
                <a:lnTo>
                  <a:pt x="19494" y="23115"/>
                </a:lnTo>
                <a:lnTo>
                  <a:pt x="19761" y="23054"/>
                </a:lnTo>
                <a:lnTo>
                  <a:pt x="20033" y="23000"/>
                </a:lnTo>
                <a:lnTo>
                  <a:pt x="20308" y="22951"/>
                </a:lnTo>
                <a:lnTo>
                  <a:pt x="20589" y="22908"/>
                </a:lnTo>
                <a:lnTo>
                  <a:pt x="20873" y="22871"/>
                </a:lnTo>
                <a:lnTo>
                  <a:pt x="21162" y="22839"/>
                </a:lnTo>
                <a:lnTo>
                  <a:pt x="21456" y="22813"/>
                </a:lnTo>
                <a:lnTo>
                  <a:pt x="21754" y="22793"/>
                </a:lnTo>
                <a:lnTo>
                  <a:pt x="22057" y="22779"/>
                </a:lnTo>
                <a:lnTo>
                  <a:pt x="22363" y="22770"/>
                </a:lnTo>
                <a:lnTo>
                  <a:pt x="22675" y="22767"/>
                </a:lnTo>
                <a:lnTo>
                  <a:pt x="23016" y="22771"/>
                </a:lnTo>
                <a:lnTo>
                  <a:pt x="23352" y="22782"/>
                </a:lnTo>
                <a:lnTo>
                  <a:pt x="23681" y="22800"/>
                </a:lnTo>
                <a:lnTo>
                  <a:pt x="24004" y="22825"/>
                </a:lnTo>
                <a:lnTo>
                  <a:pt x="24321" y="22857"/>
                </a:lnTo>
                <a:lnTo>
                  <a:pt x="24632" y="22897"/>
                </a:lnTo>
                <a:lnTo>
                  <a:pt x="24937" y="22943"/>
                </a:lnTo>
                <a:lnTo>
                  <a:pt x="25236" y="22997"/>
                </a:lnTo>
                <a:lnTo>
                  <a:pt x="25529" y="23058"/>
                </a:lnTo>
                <a:lnTo>
                  <a:pt x="25815" y="23126"/>
                </a:lnTo>
                <a:lnTo>
                  <a:pt x="26096" y="23201"/>
                </a:lnTo>
                <a:lnTo>
                  <a:pt x="26371" y="23284"/>
                </a:lnTo>
                <a:lnTo>
                  <a:pt x="26639" y="23374"/>
                </a:lnTo>
                <a:lnTo>
                  <a:pt x="26902" y="23470"/>
                </a:lnTo>
                <a:lnTo>
                  <a:pt x="27158" y="23574"/>
                </a:lnTo>
                <a:lnTo>
                  <a:pt x="27408" y="23686"/>
                </a:lnTo>
                <a:lnTo>
                  <a:pt x="27653" y="23804"/>
                </a:lnTo>
                <a:lnTo>
                  <a:pt x="27891" y="23930"/>
                </a:lnTo>
                <a:lnTo>
                  <a:pt x="28123" y="24062"/>
                </a:lnTo>
                <a:lnTo>
                  <a:pt x="28349" y="24202"/>
                </a:lnTo>
                <a:lnTo>
                  <a:pt x="28569" y="24349"/>
                </a:lnTo>
                <a:lnTo>
                  <a:pt x="28783" y="24504"/>
                </a:lnTo>
                <a:lnTo>
                  <a:pt x="28991" y="24665"/>
                </a:lnTo>
                <a:lnTo>
                  <a:pt x="29193" y="24834"/>
                </a:lnTo>
                <a:lnTo>
                  <a:pt x="29388" y="25008"/>
                </a:lnTo>
                <a:lnTo>
                  <a:pt x="29574" y="25189"/>
                </a:lnTo>
                <a:lnTo>
                  <a:pt x="29752" y="25375"/>
                </a:lnTo>
                <a:lnTo>
                  <a:pt x="29922" y="25566"/>
                </a:lnTo>
                <a:lnTo>
                  <a:pt x="30084" y="25764"/>
                </a:lnTo>
                <a:lnTo>
                  <a:pt x="30237" y="25966"/>
                </a:lnTo>
                <a:lnTo>
                  <a:pt x="30382" y="26175"/>
                </a:lnTo>
                <a:lnTo>
                  <a:pt x="30519" y="26389"/>
                </a:lnTo>
                <a:lnTo>
                  <a:pt x="30647" y="26608"/>
                </a:lnTo>
                <a:lnTo>
                  <a:pt x="30768" y="26833"/>
                </a:lnTo>
                <a:lnTo>
                  <a:pt x="30880" y="27064"/>
                </a:lnTo>
                <a:lnTo>
                  <a:pt x="30983" y="27300"/>
                </a:lnTo>
                <a:lnTo>
                  <a:pt x="31078" y="27542"/>
                </a:lnTo>
                <a:lnTo>
                  <a:pt x="31165" y="27790"/>
                </a:lnTo>
                <a:lnTo>
                  <a:pt x="31244" y="28043"/>
                </a:lnTo>
                <a:lnTo>
                  <a:pt x="31315" y="28301"/>
                </a:lnTo>
                <a:lnTo>
                  <a:pt x="31377" y="28566"/>
                </a:lnTo>
                <a:lnTo>
                  <a:pt x="31431" y="28835"/>
                </a:lnTo>
                <a:lnTo>
                  <a:pt x="31476" y="29111"/>
                </a:lnTo>
                <a:lnTo>
                  <a:pt x="31514" y="29392"/>
                </a:lnTo>
                <a:lnTo>
                  <a:pt x="31543" y="29678"/>
                </a:lnTo>
                <a:lnTo>
                  <a:pt x="31563" y="29970"/>
                </a:lnTo>
                <a:lnTo>
                  <a:pt x="31576" y="30268"/>
                </a:lnTo>
                <a:lnTo>
                  <a:pt x="31580" y="30571"/>
                </a:lnTo>
                <a:lnTo>
                  <a:pt x="31580" y="34886"/>
                </a:lnTo>
                <a:lnTo>
                  <a:pt x="19003" y="34886"/>
                </a:lnTo>
                <a:lnTo>
                  <a:pt x="18253" y="34893"/>
                </a:lnTo>
                <a:lnTo>
                  <a:pt x="17517" y="34914"/>
                </a:lnTo>
                <a:lnTo>
                  <a:pt x="16796" y="34949"/>
                </a:lnTo>
                <a:lnTo>
                  <a:pt x="16089" y="34998"/>
                </a:lnTo>
                <a:lnTo>
                  <a:pt x="15396" y="35061"/>
                </a:lnTo>
                <a:lnTo>
                  <a:pt x="14717" y="35138"/>
                </a:lnTo>
                <a:lnTo>
                  <a:pt x="14053" y="35229"/>
                </a:lnTo>
                <a:lnTo>
                  <a:pt x="13403" y="35335"/>
                </a:lnTo>
                <a:lnTo>
                  <a:pt x="12768" y="35454"/>
                </a:lnTo>
                <a:lnTo>
                  <a:pt x="12147" y="35587"/>
                </a:lnTo>
                <a:lnTo>
                  <a:pt x="11540" y="35734"/>
                </a:lnTo>
                <a:lnTo>
                  <a:pt x="10948" y="35896"/>
                </a:lnTo>
                <a:lnTo>
                  <a:pt x="10370" y="36071"/>
                </a:lnTo>
                <a:lnTo>
                  <a:pt x="9806" y="36260"/>
                </a:lnTo>
                <a:lnTo>
                  <a:pt x="9256" y="36464"/>
                </a:lnTo>
                <a:lnTo>
                  <a:pt x="8721" y="36681"/>
                </a:lnTo>
                <a:lnTo>
                  <a:pt x="8201" y="36913"/>
                </a:lnTo>
                <a:lnTo>
                  <a:pt x="7694" y="37158"/>
                </a:lnTo>
                <a:lnTo>
                  <a:pt x="7202" y="37418"/>
                </a:lnTo>
                <a:lnTo>
                  <a:pt x="6725" y="37691"/>
                </a:lnTo>
                <a:lnTo>
                  <a:pt x="6261" y="37979"/>
                </a:lnTo>
                <a:lnTo>
                  <a:pt x="5812" y="38280"/>
                </a:lnTo>
                <a:lnTo>
                  <a:pt x="5378" y="38596"/>
                </a:lnTo>
                <a:lnTo>
                  <a:pt x="4957" y="38926"/>
                </a:lnTo>
                <a:lnTo>
                  <a:pt x="4553" y="39268"/>
                </a:lnTo>
                <a:lnTo>
                  <a:pt x="4166" y="39622"/>
                </a:lnTo>
                <a:lnTo>
                  <a:pt x="3796" y="39988"/>
                </a:lnTo>
                <a:lnTo>
                  <a:pt x="3443" y="40366"/>
                </a:lnTo>
                <a:lnTo>
                  <a:pt x="3107" y="40756"/>
                </a:lnTo>
                <a:lnTo>
                  <a:pt x="2789" y="41157"/>
                </a:lnTo>
                <a:lnTo>
                  <a:pt x="2487" y="41570"/>
                </a:lnTo>
                <a:lnTo>
                  <a:pt x="2203" y="41996"/>
                </a:lnTo>
                <a:lnTo>
                  <a:pt x="1937" y="42432"/>
                </a:lnTo>
                <a:lnTo>
                  <a:pt x="1687" y="42881"/>
                </a:lnTo>
                <a:lnTo>
                  <a:pt x="1455" y="43341"/>
                </a:lnTo>
                <a:lnTo>
                  <a:pt x="1239" y="43813"/>
                </a:lnTo>
                <a:lnTo>
                  <a:pt x="1041" y="44297"/>
                </a:lnTo>
                <a:lnTo>
                  <a:pt x="861" y="44793"/>
                </a:lnTo>
                <a:lnTo>
                  <a:pt x="697" y="45301"/>
                </a:lnTo>
                <a:lnTo>
                  <a:pt x="551" y="45820"/>
                </a:lnTo>
                <a:lnTo>
                  <a:pt x="422" y="46351"/>
                </a:lnTo>
                <a:lnTo>
                  <a:pt x="310" y="46894"/>
                </a:lnTo>
                <a:lnTo>
                  <a:pt x="215" y="47449"/>
                </a:lnTo>
                <a:lnTo>
                  <a:pt x="138" y="48016"/>
                </a:lnTo>
                <a:lnTo>
                  <a:pt x="77" y="48594"/>
                </a:lnTo>
                <a:lnTo>
                  <a:pt x="34" y="49184"/>
                </a:lnTo>
                <a:lnTo>
                  <a:pt x="9" y="49786"/>
                </a:lnTo>
                <a:lnTo>
                  <a:pt x="0" y="50400"/>
                </a:lnTo>
                <a:lnTo>
                  <a:pt x="8" y="50976"/>
                </a:lnTo>
                <a:lnTo>
                  <a:pt x="31" y="51543"/>
                </a:lnTo>
                <a:lnTo>
                  <a:pt x="70" y="52100"/>
                </a:lnTo>
                <a:lnTo>
                  <a:pt x="125" y="52646"/>
                </a:lnTo>
                <a:lnTo>
                  <a:pt x="195" y="53183"/>
                </a:lnTo>
                <a:lnTo>
                  <a:pt x="281" y="53711"/>
                </a:lnTo>
                <a:lnTo>
                  <a:pt x="383" y="54228"/>
                </a:lnTo>
                <a:lnTo>
                  <a:pt x="500" y="54735"/>
                </a:lnTo>
                <a:lnTo>
                  <a:pt x="633" y="55233"/>
                </a:lnTo>
                <a:lnTo>
                  <a:pt x="781" y="55720"/>
                </a:lnTo>
                <a:lnTo>
                  <a:pt x="945" y="56198"/>
                </a:lnTo>
                <a:lnTo>
                  <a:pt x="1125" y="56666"/>
                </a:lnTo>
                <a:lnTo>
                  <a:pt x="1320" y="57123"/>
                </a:lnTo>
                <a:lnTo>
                  <a:pt x="1531" y="57571"/>
                </a:lnTo>
                <a:lnTo>
                  <a:pt x="1757" y="58010"/>
                </a:lnTo>
                <a:lnTo>
                  <a:pt x="1999" y="58438"/>
                </a:lnTo>
                <a:lnTo>
                  <a:pt x="2257" y="58856"/>
                </a:lnTo>
                <a:lnTo>
                  <a:pt x="2530" y="59265"/>
                </a:lnTo>
                <a:lnTo>
                  <a:pt x="2819" y="59663"/>
                </a:lnTo>
                <a:lnTo>
                  <a:pt x="3124" y="60052"/>
                </a:lnTo>
                <a:lnTo>
                  <a:pt x="3444" y="60431"/>
                </a:lnTo>
                <a:lnTo>
                  <a:pt x="3780" y="60800"/>
                </a:lnTo>
                <a:lnTo>
                  <a:pt x="4131" y="61159"/>
                </a:lnTo>
                <a:lnTo>
                  <a:pt x="4498" y="61508"/>
                </a:lnTo>
                <a:lnTo>
                  <a:pt x="4879" y="61845"/>
                </a:lnTo>
                <a:lnTo>
                  <a:pt x="5271" y="62168"/>
                </a:lnTo>
                <a:lnTo>
                  <a:pt x="5674" y="62476"/>
                </a:lnTo>
                <a:lnTo>
                  <a:pt x="6090" y="62770"/>
                </a:lnTo>
                <a:lnTo>
                  <a:pt x="6516" y="63050"/>
                </a:lnTo>
                <a:lnTo>
                  <a:pt x="6954" y="63315"/>
                </a:lnTo>
                <a:lnTo>
                  <a:pt x="7404" y="63566"/>
                </a:lnTo>
                <a:lnTo>
                  <a:pt x="7865" y="63803"/>
                </a:lnTo>
                <a:lnTo>
                  <a:pt x="8337" y="64025"/>
                </a:lnTo>
                <a:lnTo>
                  <a:pt x="8821" y="64233"/>
                </a:lnTo>
                <a:lnTo>
                  <a:pt x="9316" y="64427"/>
                </a:lnTo>
                <a:lnTo>
                  <a:pt x="9823" y="64606"/>
                </a:lnTo>
                <a:lnTo>
                  <a:pt x="10341" y="64771"/>
                </a:lnTo>
                <a:lnTo>
                  <a:pt x="10871" y="64922"/>
                </a:lnTo>
                <a:lnTo>
                  <a:pt x="11413" y="65058"/>
                </a:lnTo>
                <a:lnTo>
                  <a:pt x="11965" y="65180"/>
                </a:lnTo>
                <a:lnTo>
                  <a:pt x="12529" y="65288"/>
                </a:lnTo>
                <a:lnTo>
                  <a:pt x="13105" y="65381"/>
                </a:lnTo>
                <a:lnTo>
                  <a:pt x="13692" y="65460"/>
                </a:lnTo>
                <a:lnTo>
                  <a:pt x="14291" y="65524"/>
                </a:lnTo>
                <a:lnTo>
                  <a:pt x="14901" y="65575"/>
                </a:lnTo>
                <a:lnTo>
                  <a:pt x="15522" y="65610"/>
                </a:lnTo>
                <a:lnTo>
                  <a:pt x="16155" y="65632"/>
                </a:lnTo>
                <a:lnTo>
                  <a:pt x="16800" y="65639"/>
                </a:lnTo>
                <a:lnTo>
                  <a:pt x="17369" y="65633"/>
                </a:lnTo>
                <a:lnTo>
                  <a:pt x="17928" y="65616"/>
                </a:lnTo>
                <a:lnTo>
                  <a:pt x="18478" y="65588"/>
                </a:lnTo>
                <a:lnTo>
                  <a:pt x="19018" y="65547"/>
                </a:lnTo>
                <a:lnTo>
                  <a:pt x="19549" y="65496"/>
                </a:lnTo>
                <a:lnTo>
                  <a:pt x="20070" y="65433"/>
                </a:lnTo>
                <a:lnTo>
                  <a:pt x="20582" y="65358"/>
                </a:lnTo>
                <a:lnTo>
                  <a:pt x="21084" y="65272"/>
                </a:lnTo>
                <a:lnTo>
                  <a:pt x="21576" y="65174"/>
                </a:lnTo>
                <a:lnTo>
                  <a:pt x="22059" y="65065"/>
                </a:lnTo>
                <a:lnTo>
                  <a:pt x="22533" y="64945"/>
                </a:lnTo>
                <a:lnTo>
                  <a:pt x="22996" y="64813"/>
                </a:lnTo>
                <a:lnTo>
                  <a:pt x="23451" y="64670"/>
                </a:lnTo>
                <a:lnTo>
                  <a:pt x="23895" y="64515"/>
                </a:lnTo>
                <a:lnTo>
                  <a:pt x="24330" y="64348"/>
                </a:lnTo>
                <a:lnTo>
                  <a:pt x="24756" y="64170"/>
                </a:lnTo>
                <a:lnTo>
                  <a:pt x="25172" y="63981"/>
                </a:lnTo>
                <a:lnTo>
                  <a:pt x="25578" y="63780"/>
                </a:lnTo>
                <a:lnTo>
                  <a:pt x="25975" y="63568"/>
                </a:lnTo>
                <a:lnTo>
                  <a:pt x="26362" y="63344"/>
                </a:lnTo>
                <a:lnTo>
                  <a:pt x="26740" y="63109"/>
                </a:lnTo>
                <a:lnTo>
                  <a:pt x="27108" y="62862"/>
                </a:lnTo>
                <a:lnTo>
                  <a:pt x="27467" y="62604"/>
                </a:lnTo>
                <a:lnTo>
                  <a:pt x="27816" y="62335"/>
                </a:lnTo>
                <a:lnTo>
                  <a:pt x="28153" y="62055"/>
                </a:lnTo>
                <a:lnTo>
                  <a:pt x="28476" y="61768"/>
                </a:lnTo>
                <a:lnTo>
                  <a:pt x="28784" y="61473"/>
                </a:lnTo>
                <a:lnTo>
                  <a:pt x="29079" y="61169"/>
                </a:lnTo>
                <a:lnTo>
                  <a:pt x="29358" y="60858"/>
                </a:lnTo>
                <a:lnTo>
                  <a:pt x="29624" y="60539"/>
                </a:lnTo>
                <a:lnTo>
                  <a:pt x="29875" y="60212"/>
                </a:lnTo>
                <a:lnTo>
                  <a:pt x="30112" y="59877"/>
                </a:lnTo>
                <a:lnTo>
                  <a:pt x="30334" y="59533"/>
                </a:lnTo>
                <a:lnTo>
                  <a:pt x="30542" y="59182"/>
                </a:lnTo>
                <a:lnTo>
                  <a:pt x="30736" y="58823"/>
                </a:lnTo>
                <a:lnTo>
                  <a:pt x="30915" y="58456"/>
                </a:lnTo>
                <a:lnTo>
                  <a:pt x="31080" y="58081"/>
                </a:lnTo>
                <a:lnTo>
                  <a:pt x="31231" y="57698"/>
                </a:lnTo>
                <a:lnTo>
                  <a:pt x="31367" y="57307"/>
                </a:lnTo>
                <a:lnTo>
                  <a:pt x="31489" y="56908"/>
                </a:lnTo>
                <a:lnTo>
                  <a:pt x="31597" y="56501"/>
                </a:lnTo>
                <a:lnTo>
                  <a:pt x="31690" y="56086"/>
                </a:lnTo>
                <a:lnTo>
                  <a:pt x="31723" y="55909"/>
                </a:lnTo>
                <a:lnTo>
                  <a:pt x="31948" y="55909"/>
                </a:lnTo>
                <a:lnTo>
                  <a:pt x="31948" y="64722"/>
                </a:lnTo>
                <a:lnTo>
                  <a:pt x="43055" y="64722"/>
                </a:lnTo>
                <a:close/>
                <a:moveTo>
                  <a:pt x="19536" y="56978"/>
                </a:moveTo>
                <a:lnTo>
                  <a:pt x="19206" y="56953"/>
                </a:lnTo>
                <a:lnTo>
                  <a:pt x="18882" y="56921"/>
                </a:lnTo>
                <a:lnTo>
                  <a:pt x="18564" y="56881"/>
                </a:lnTo>
                <a:lnTo>
                  <a:pt x="18253" y="56835"/>
                </a:lnTo>
                <a:lnTo>
                  <a:pt x="17947" y="56781"/>
                </a:lnTo>
                <a:lnTo>
                  <a:pt x="17648" y="56720"/>
                </a:lnTo>
                <a:lnTo>
                  <a:pt x="17355" y="56652"/>
                </a:lnTo>
                <a:lnTo>
                  <a:pt x="17068" y="56576"/>
                </a:lnTo>
                <a:lnTo>
                  <a:pt x="16788" y="56494"/>
                </a:lnTo>
                <a:lnTo>
                  <a:pt x="16514" y="56404"/>
                </a:lnTo>
                <a:lnTo>
                  <a:pt x="16246" y="56308"/>
                </a:lnTo>
                <a:lnTo>
                  <a:pt x="15984" y="56204"/>
                </a:lnTo>
                <a:lnTo>
                  <a:pt x="15728" y="56092"/>
                </a:lnTo>
                <a:lnTo>
                  <a:pt x="15479" y="55974"/>
                </a:lnTo>
                <a:lnTo>
                  <a:pt x="15236" y="55849"/>
                </a:lnTo>
                <a:lnTo>
                  <a:pt x="14999" y="55716"/>
                </a:lnTo>
                <a:lnTo>
                  <a:pt x="14768" y="55576"/>
                </a:lnTo>
                <a:lnTo>
                  <a:pt x="14544" y="55429"/>
                </a:lnTo>
                <a:lnTo>
                  <a:pt x="14325" y="55275"/>
                </a:lnTo>
                <a:lnTo>
                  <a:pt x="14113" y="55114"/>
                </a:lnTo>
                <a:lnTo>
                  <a:pt x="13907" y="54945"/>
                </a:lnTo>
                <a:lnTo>
                  <a:pt x="13709" y="54771"/>
                </a:lnTo>
                <a:lnTo>
                  <a:pt x="13519" y="54590"/>
                </a:lnTo>
                <a:lnTo>
                  <a:pt x="13337" y="54405"/>
                </a:lnTo>
                <a:lnTo>
                  <a:pt x="13164" y="54215"/>
                </a:lnTo>
                <a:lnTo>
                  <a:pt x="13000" y="54019"/>
                </a:lnTo>
                <a:lnTo>
                  <a:pt x="12843" y="53818"/>
                </a:lnTo>
                <a:lnTo>
                  <a:pt x="12696" y="53611"/>
                </a:lnTo>
                <a:lnTo>
                  <a:pt x="12556" y="53400"/>
                </a:lnTo>
                <a:lnTo>
                  <a:pt x="12425" y="53183"/>
                </a:lnTo>
                <a:lnTo>
                  <a:pt x="12303" y="52961"/>
                </a:lnTo>
                <a:lnTo>
                  <a:pt x="12189" y="52733"/>
                </a:lnTo>
                <a:lnTo>
                  <a:pt x="12083" y="52501"/>
                </a:lnTo>
                <a:lnTo>
                  <a:pt x="11986" y="52263"/>
                </a:lnTo>
                <a:lnTo>
                  <a:pt x="11898" y="52020"/>
                </a:lnTo>
                <a:lnTo>
                  <a:pt x="11817" y="51771"/>
                </a:lnTo>
                <a:lnTo>
                  <a:pt x="11746" y="51517"/>
                </a:lnTo>
                <a:lnTo>
                  <a:pt x="11682" y="51258"/>
                </a:lnTo>
                <a:lnTo>
                  <a:pt x="11627" y="50994"/>
                </a:lnTo>
                <a:lnTo>
                  <a:pt x="11581" y="50725"/>
                </a:lnTo>
                <a:lnTo>
                  <a:pt x="11543" y="50450"/>
                </a:lnTo>
                <a:lnTo>
                  <a:pt x="11513" y="50170"/>
                </a:lnTo>
                <a:lnTo>
                  <a:pt x="11492" y="49885"/>
                </a:lnTo>
                <a:lnTo>
                  <a:pt x="11480" y="49594"/>
                </a:lnTo>
                <a:lnTo>
                  <a:pt x="11475" y="49299"/>
                </a:lnTo>
                <a:lnTo>
                  <a:pt x="11479" y="49026"/>
                </a:lnTo>
                <a:lnTo>
                  <a:pt x="11490" y="48757"/>
                </a:lnTo>
                <a:lnTo>
                  <a:pt x="11508" y="48493"/>
                </a:lnTo>
                <a:lnTo>
                  <a:pt x="11534" y="48233"/>
                </a:lnTo>
                <a:lnTo>
                  <a:pt x="11567" y="47978"/>
                </a:lnTo>
                <a:lnTo>
                  <a:pt x="11607" y="47727"/>
                </a:lnTo>
                <a:lnTo>
                  <a:pt x="11655" y="47480"/>
                </a:lnTo>
                <a:lnTo>
                  <a:pt x="11710" y="47238"/>
                </a:lnTo>
                <a:lnTo>
                  <a:pt x="11772" y="47001"/>
                </a:lnTo>
                <a:lnTo>
                  <a:pt x="11842" y="46768"/>
                </a:lnTo>
                <a:lnTo>
                  <a:pt x="11919" y="46539"/>
                </a:lnTo>
                <a:lnTo>
                  <a:pt x="12003" y="46315"/>
                </a:lnTo>
                <a:lnTo>
                  <a:pt x="12095" y="46096"/>
                </a:lnTo>
                <a:lnTo>
                  <a:pt x="12194" y="45881"/>
                </a:lnTo>
                <a:lnTo>
                  <a:pt x="12300" y="45670"/>
                </a:lnTo>
                <a:lnTo>
                  <a:pt x="12414" y="45464"/>
                </a:lnTo>
                <a:lnTo>
                  <a:pt x="12535" y="45262"/>
                </a:lnTo>
                <a:lnTo>
                  <a:pt x="12663" y="45064"/>
                </a:lnTo>
                <a:lnTo>
                  <a:pt x="12798" y="44872"/>
                </a:lnTo>
                <a:lnTo>
                  <a:pt x="12941" y="44683"/>
                </a:lnTo>
                <a:lnTo>
                  <a:pt x="13092" y="44499"/>
                </a:lnTo>
                <a:lnTo>
                  <a:pt x="13249" y="44320"/>
                </a:lnTo>
                <a:lnTo>
                  <a:pt x="13414" y="44145"/>
                </a:lnTo>
                <a:lnTo>
                  <a:pt x="13586" y="43974"/>
                </a:lnTo>
                <a:lnTo>
                  <a:pt x="13765" y="43809"/>
                </a:lnTo>
                <a:lnTo>
                  <a:pt x="13948" y="43652"/>
                </a:lnTo>
                <a:lnTo>
                  <a:pt x="14136" y="43501"/>
                </a:lnTo>
                <a:lnTo>
                  <a:pt x="14329" y="43357"/>
                </a:lnTo>
                <a:lnTo>
                  <a:pt x="14526" y="43220"/>
                </a:lnTo>
                <a:lnTo>
                  <a:pt x="14729" y="43090"/>
                </a:lnTo>
                <a:lnTo>
                  <a:pt x="14936" y="42968"/>
                </a:lnTo>
                <a:lnTo>
                  <a:pt x="15148" y="42852"/>
                </a:lnTo>
                <a:lnTo>
                  <a:pt x="15364" y="42743"/>
                </a:lnTo>
                <a:lnTo>
                  <a:pt x="15586" y="42642"/>
                </a:lnTo>
                <a:lnTo>
                  <a:pt x="15812" y="42547"/>
                </a:lnTo>
                <a:lnTo>
                  <a:pt x="16043" y="42459"/>
                </a:lnTo>
                <a:lnTo>
                  <a:pt x="16279" y="42379"/>
                </a:lnTo>
                <a:lnTo>
                  <a:pt x="16519" y="42305"/>
                </a:lnTo>
                <a:lnTo>
                  <a:pt x="16764" y="42238"/>
                </a:lnTo>
                <a:lnTo>
                  <a:pt x="17014" y="42179"/>
                </a:lnTo>
                <a:lnTo>
                  <a:pt x="17269" y="42126"/>
                </a:lnTo>
                <a:lnTo>
                  <a:pt x="17529" y="42081"/>
                </a:lnTo>
                <a:lnTo>
                  <a:pt x="17793" y="42042"/>
                </a:lnTo>
                <a:lnTo>
                  <a:pt x="18062" y="42010"/>
                </a:lnTo>
                <a:lnTo>
                  <a:pt x="18336" y="41986"/>
                </a:lnTo>
                <a:lnTo>
                  <a:pt x="18615" y="41968"/>
                </a:lnTo>
                <a:lnTo>
                  <a:pt x="18899" y="41958"/>
                </a:lnTo>
                <a:lnTo>
                  <a:pt x="19187" y="41954"/>
                </a:lnTo>
                <a:lnTo>
                  <a:pt x="31580" y="41954"/>
                </a:lnTo>
                <a:lnTo>
                  <a:pt x="31580" y="48105"/>
                </a:lnTo>
                <a:lnTo>
                  <a:pt x="31575" y="48432"/>
                </a:lnTo>
                <a:lnTo>
                  <a:pt x="31558" y="48753"/>
                </a:lnTo>
                <a:lnTo>
                  <a:pt x="31532" y="49069"/>
                </a:lnTo>
                <a:lnTo>
                  <a:pt x="31494" y="49380"/>
                </a:lnTo>
                <a:lnTo>
                  <a:pt x="31446" y="49686"/>
                </a:lnTo>
                <a:lnTo>
                  <a:pt x="31388" y="49987"/>
                </a:lnTo>
                <a:lnTo>
                  <a:pt x="31318" y="50283"/>
                </a:lnTo>
                <a:lnTo>
                  <a:pt x="31238" y="50574"/>
                </a:lnTo>
                <a:lnTo>
                  <a:pt x="31147" y="50859"/>
                </a:lnTo>
                <a:lnTo>
                  <a:pt x="31046" y="51140"/>
                </a:lnTo>
                <a:lnTo>
                  <a:pt x="30934" y="51415"/>
                </a:lnTo>
                <a:lnTo>
                  <a:pt x="30811" y="51686"/>
                </a:lnTo>
                <a:lnTo>
                  <a:pt x="30677" y="51951"/>
                </a:lnTo>
                <a:lnTo>
                  <a:pt x="30533" y="52211"/>
                </a:lnTo>
                <a:lnTo>
                  <a:pt x="30378" y="52466"/>
                </a:lnTo>
                <a:lnTo>
                  <a:pt x="30213" y="52716"/>
                </a:lnTo>
                <a:lnTo>
                  <a:pt x="30036" y="52961"/>
                </a:lnTo>
                <a:lnTo>
                  <a:pt x="29850" y="53201"/>
                </a:lnTo>
                <a:lnTo>
                  <a:pt x="29652" y="53435"/>
                </a:lnTo>
                <a:lnTo>
                  <a:pt x="29444" y="53665"/>
                </a:lnTo>
                <a:lnTo>
                  <a:pt x="29225" y="53889"/>
                </a:lnTo>
                <a:lnTo>
                  <a:pt x="28995" y="54109"/>
                </a:lnTo>
                <a:lnTo>
                  <a:pt x="28755" y="54323"/>
                </a:lnTo>
                <a:lnTo>
                  <a:pt x="28504" y="54532"/>
                </a:lnTo>
                <a:lnTo>
                  <a:pt x="28244" y="54734"/>
                </a:lnTo>
                <a:lnTo>
                  <a:pt x="27979" y="54928"/>
                </a:lnTo>
                <a:lnTo>
                  <a:pt x="27707" y="55113"/>
                </a:lnTo>
                <a:lnTo>
                  <a:pt x="27429" y="55289"/>
                </a:lnTo>
                <a:lnTo>
                  <a:pt x="27145" y="55457"/>
                </a:lnTo>
                <a:lnTo>
                  <a:pt x="26854" y="55616"/>
                </a:lnTo>
                <a:lnTo>
                  <a:pt x="26558" y="55767"/>
                </a:lnTo>
                <a:lnTo>
                  <a:pt x="26255" y="55909"/>
                </a:lnTo>
                <a:lnTo>
                  <a:pt x="25946" y="56042"/>
                </a:lnTo>
                <a:lnTo>
                  <a:pt x="25631" y="56167"/>
                </a:lnTo>
                <a:lnTo>
                  <a:pt x="25309" y="56283"/>
                </a:lnTo>
                <a:lnTo>
                  <a:pt x="24981" y="56391"/>
                </a:lnTo>
                <a:lnTo>
                  <a:pt x="24647" y="56490"/>
                </a:lnTo>
                <a:lnTo>
                  <a:pt x="24307" y="56580"/>
                </a:lnTo>
                <a:lnTo>
                  <a:pt x="23961" y="56662"/>
                </a:lnTo>
                <a:lnTo>
                  <a:pt x="23608" y="56735"/>
                </a:lnTo>
                <a:lnTo>
                  <a:pt x="23250" y="56799"/>
                </a:lnTo>
                <a:lnTo>
                  <a:pt x="22885" y="56855"/>
                </a:lnTo>
                <a:lnTo>
                  <a:pt x="22513" y="56903"/>
                </a:lnTo>
                <a:lnTo>
                  <a:pt x="22136" y="56941"/>
                </a:lnTo>
                <a:lnTo>
                  <a:pt x="21752" y="56971"/>
                </a:lnTo>
                <a:lnTo>
                  <a:pt x="21362" y="56993"/>
                </a:lnTo>
                <a:lnTo>
                  <a:pt x="20966" y="57006"/>
                </a:lnTo>
                <a:lnTo>
                  <a:pt x="20564" y="57010"/>
                </a:lnTo>
                <a:lnTo>
                  <a:pt x="20215" y="57007"/>
                </a:lnTo>
                <a:lnTo>
                  <a:pt x="19872" y="56996"/>
                </a:lnTo>
                <a:lnTo>
                  <a:pt x="19536" y="56978"/>
                </a:lnTo>
                <a:close/>
                <a:moveTo>
                  <a:pt x="190363" y="65531"/>
                </a:moveTo>
                <a:lnTo>
                  <a:pt x="190999" y="65470"/>
                </a:lnTo>
                <a:lnTo>
                  <a:pt x="191626" y="65395"/>
                </a:lnTo>
                <a:lnTo>
                  <a:pt x="192244" y="65307"/>
                </a:lnTo>
                <a:lnTo>
                  <a:pt x="192854" y="65206"/>
                </a:lnTo>
                <a:lnTo>
                  <a:pt x="193455" y="65091"/>
                </a:lnTo>
                <a:lnTo>
                  <a:pt x="194048" y="64962"/>
                </a:lnTo>
                <a:lnTo>
                  <a:pt x="194633" y="64820"/>
                </a:lnTo>
                <a:lnTo>
                  <a:pt x="195209" y="64664"/>
                </a:lnTo>
                <a:lnTo>
                  <a:pt x="195777" y="64495"/>
                </a:lnTo>
                <a:lnTo>
                  <a:pt x="196336" y="64312"/>
                </a:lnTo>
                <a:lnTo>
                  <a:pt x="196887" y="64115"/>
                </a:lnTo>
                <a:lnTo>
                  <a:pt x="197429" y="63905"/>
                </a:lnTo>
                <a:lnTo>
                  <a:pt x="197963" y="63682"/>
                </a:lnTo>
                <a:lnTo>
                  <a:pt x="198488" y="63445"/>
                </a:lnTo>
                <a:lnTo>
                  <a:pt x="199005" y="63194"/>
                </a:lnTo>
                <a:lnTo>
                  <a:pt x="199514" y="62930"/>
                </a:lnTo>
                <a:lnTo>
                  <a:pt x="200014" y="62652"/>
                </a:lnTo>
                <a:lnTo>
                  <a:pt x="200505" y="62361"/>
                </a:lnTo>
                <a:lnTo>
                  <a:pt x="200988" y="62056"/>
                </a:lnTo>
                <a:lnTo>
                  <a:pt x="201463" y="61738"/>
                </a:lnTo>
                <a:lnTo>
                  <a:pt x="201926" y="61408"/>
                </a:lnTo>
                <a:lnTo>
                  <a:pt x="202374" y="61070"/>
                </a:lnTo>
                <a:lnTo>
                  <a:pt x="202806" y="60722"/>
                </a:lnTo>
                <a:lnTo>
                  <a:pt x="203224" y="60365"/>
                </a:lnTo>
                <a:lnTo>
                  <a:pt x="203626" y="59999"/>
                </a:lnTo>
                <a:lnTo>
                  <a:pt x="204013" y="59624"/>
                </a:lnTo>
                <a:lnTo>
                  <a:pt x="204385" y="59240"/>
                </a:lnTo>
                <a:lnTo>
                  <a:pt x="204742" y="58846"/>
                </a:lnTo>
                <a:lnTo>
                  <a:pt x="205084" y="58444"/>
                </a:lnTo>
                <a:lnTo>
                  <a:pt x="205410" y="58033"/>
                </a:lnTo>
                <a:lnTo>
                  <a:pt x="205722" y="57612"/>
                </a:lnTo>
                <a:lnTo>
                  <a:pt x="206018" y="57182"/>
                </a:lnTo>
                <a:lnTo>
                  <a:pt x="206300" y="56744"/>
                </a:lnTo>
                <a:lnTo>
                  <a:pt x="206566" y="56296"/>
                </a:lnTo>
                <a:lnTo>
                  <a:pt x="206817" y="55839"/>
                </a:lnTo>
                <a:lnTo>
                  <a:pt x="207052" y="55373"/>
                </a:lnTo>
                <a:lnTo>
                  <a:pt x="207273" y="54898"/>
                </a:lnTo>
                <a:lnTo>
                  <a:pt x="207479" y="54414"/>
                </a:lnTo>
                <a:lnTo>
                  <a:pt x="207669" y="53921"/>
                </a:lnTo>
                <a:lnTo>
                  <a:pt x="207844" y="53419"/>
                </a:lnTo>
                <a:lnTo>
                  <a:pt x="208005" y="52907"/>
                </a:lnTo>
                <a:lnTo>
                  <a:pt x="208150" y="52387"/>
                </a:lnTo>
                <a:lnTo>
                  <a:pt x="208279" y="51857"/>
                </a:lnTo>
                <a:lnTo>
                  <a:pt x="208394" y="51319"/>
                </a:lnTo>
                <a:lnTo>
                  <a:pt x="197102" y="51319"/>
                </a:lnTo>
                <a:lnTo>
                  <a:pt x="197046" y="51531"/>
                </a:lnTo>
                <a:lnTo>
                  <a:pt x="196983" y="51738"/>
                </a:lnTo>
                <a:lnTo>
                  <a:pt x="196914" y="51942"/>
                </a:lnTo>
                <a:lnTo>
                  <a:pt x="196839" y="52141"/>
                </a:lnTo>
                <a:lnTo>
                  <a:pt x="196759" y="52336"/>
                </a:lnTo>
                <a:lnTo>
                  <a:pt x="196672" y="52526"/>
                </a:lnTo>
                <a:lnTo>
                  <a:pt x="196579" y="52713"/>
                </a:lnTo>
                <a:lnTo>
                  <a:pt x="196480" y="52895"/>
                </a:lnTo>
                <a:lnTo>
                  <a:pt x="196375" y="53072"/>
                </a:lnTo>
                <a:lnTo>
                  <a:pt x="196264" y="53246"/>
                </a:lnTo>
                <a:lnTo>
                  <a:pt x="196146" y="53415"/>
                </a:lnTo>
                <a:lnTo>
                  <a:pt x="196023" y="53579"/>
                </a:lnTo>
                <a:lnTo>
                  <a:pt x="195894" y="53740"/>
                </a:lnTo>
                <a:lnTo>
                  <a:pt x="195759" y="53896"/>
                </a:lnTo>
                <a:lnTo>
                  <a:pt x="195617" y="54048"/>
                </a:lnTo>
                <a:lnTo>
                  <a:pt x="195470" y="54195"/>
                </a:lnTo>
                <a:lnTo>
                  <a:pt x="195316" y="54338"/>
                </a:lnTo>
                <a:lnTo>
                  <a:pt x="195157" y="54477"/>
                </a:lnTo>
                <a:lnTo>
                  <a:pt x="194991" y="54612"/>
                </a:lnTo>
                <a:lnTo>
                  <a:pt x="194819" y="54742"/>
                </a:lnTo>
                <a:lnTo>
                  <a:pt x="194642" y="54868"/>
                </a:lnTo>
                <a:lnTo>
                  <a:pt x="194458" y="54990"/>
                </a:lnTo>
                <a:lnTo>
                  <a:pt x="194268" y="55107"/>
                </a:lnTo>
                <a:lnTo>
                  <a:pt x="194072" y="55220"/>
                </a:lnTo>
                <a:lnTo>
                  <a:pt x="193871" y="55329"/>
                </a:lnTo>
                <a:lnTo>
                  <a:pt x="193664" y="55432"/>
                </a:lnTo>
                <a:lnTo>
                  <a:pt x="193453" y="55532"/>
                </a:lnTo>
                <a:lnTo>
                  <a:pt x="193236" y="55627"/>
                </a:lnTo>
                <a:lnTo>
                  <a:pt x="193014" y="55717"/>
                </a:lnTo>
                <a:lnTo>
                  <a:pt x="192787" y="55802"/>
                </a:lnTo>
                <a:lnTo>
                  <a:pt x="192555" y="55883"/>
                </a:lnTo>
                <a:lnTo>
                  <a:pt x="192318" y="55959"/>
                </a:lnTo>
                <a:lnTo>
                  <a:pt x="192076" y="56031"/>
                </a:lnTo>
                <a:lnTo>
                  <a:pt x="191828" y="56098"/>
                </a:lnTo>
                <a:lnTo>
                  <a:pt x="191576" y="56160"/>
                </a:lnTo>
                <a:lnTo>
                  <a:pt x="191318" y="56218"/>
                </a:lnTo>
                <a:lnTo>
                  <a:pt x="191056" y="56271"/>
                </a:lnTo>
                <a:lnTo>
                  <a:pt x="190788" y="56320"/>
                </a:lnTo>
                <a:lnTo>
                  <a:pt x="190515" y="56364"/>
                </a:lnTo>
                <a:lnTo>
                  <a:pt x="190237" y="56403"/>
                </a:lnTo>
                <a:lnTo>
                  <a:pt x="189954" y="56437"/>
                </a:lnTo>
                <a:lnTo>
                  <a:pt x="189666" y="56468"/>
                </a:lnTo>
                <a:lnTo>
                  <a:pt x="189373" y="56493"/>
                </a:lnTo>
                <a:lnTo>
                  <a:pt x="189074" y="56514"/>
                </a:lnTo>
                <a:lnTo>
                  <a:pt x="188771" y="56530"/>
                </a:lnTo>
                <a:lnTo>
                  <a:pt x="188463" y="56541"/>
                </a:lnTo>
                <a:lnTo>
                  <a:pt x="188149" y="56548"/>
                </a:lnTo>
                <a:lnTo>
                  <a:pt x="187830" y="56551"/>
                </a:lnTo>
                <a:lnTo>
                  <a:pt x="187414" y="56546"/>
                </a:lnTo>
                <a:lnTo>
                  <a:pt x="187006" y="56532"/>
                </a:lnTo>
                <a:lnTo>
                  <a:pt x="186606" y="56508"/>
                </a:lnTo>
                <a:lnTo>
                  <a:pt x="186216" y="56475"/>
                </a:lnTo>
                <a:lnTo>
                  <a:pt x="185834" y="56433"/>
                </a:lnTo>
                <a:lnTo>
                  <a:pt x="185460" y="56381"/>
                </a:lnTo>
                <a:lnTo>
                  <a:pt x="185095" y="56320"/>
                </a:lnTo>
                <a:lnTo>
                  <a:pt x="184739" y="56250"/>
                </a:lnTo>
                <a:lnTo>
                  <a:pt x="184391" y="56170"/>
                </a:lnTo>
                <a:lnTo>
                  <a:pt x="184052" y="56081"/>
                </a:lnTo>
                <a:lnTo>
                  <a:pt x="183722" y="55982"/>
                </a:lnTo>
                <a:lnTo>
                  <a:pt x="183400" y="55874"/>
                </a:lnTo>
                <a:lnTo>
                  <a:pt x="183087" y="55756"/>
                </a:lnTo>
                <a:lnTo>
                  <a:pt x="182782" y="55629"/>
                </a:lnTo>
                <a:lnTo>
                  <a:pt x="182486" y="55493"/>
                </a:lnTo>
                <a:lnTo>
                  <a:pt x="182199" y="55347"/>
                </a:lnTo>
                <a:lnTo>
                  <a:pt x="181920" y="55192"/>
                </a:lnTo>
                <a:lnTo>
                  <a:pt x="181650" y="55028"/>
                </a:lnTo>
                <a:lnTo>
                  <a:pt x="181388" y="54854"/>
                </a:lnTo>
                <a:lnTo>
                  <a:pt x="181136" y="54670"/>
                </a:lnTo>
                <a:lnTo>
                  <a:pt x="180891" y="54478"/>
                </a:lnTo>
                <a:lnTo>
                  <a:pt x="180655" y="54275"/>
                </a:lnTo>
                <a:lnTo>
                  <a:pt x="180428" y="54064"/>
                </a:lnTo>
                <a:lnTo>
                  <a:pt x="180210" y="53843"/>
                </a:lnTo>
                <a:lnTo>
                  <a:pt x="180000" y="53613"/>
                </a:lnTo>
                <a:lnTo>
                  <a:pt x="179799" y="53373"/>
                </a:lnTo>
                <a:lnTo>
                  <a:pt x="179607" y="53125"/>
                </a:lnTo>
                <a:lnTo>
                  <a:pt x="179424" y="52868"/>
                </a:lnTo>
                <a:lnTo>
                  <a:pt x="179250" y="52601"/>
                </a:lnTo>
                <a:lnTo>
                  <a:pt x="179085" y="52326"/>
                </a:lnTo>
                <a:lnTo>
                  <a:pt x="178929" y="52041"/>
                </a:lnTo>
                <a:lnTo>
                  <a:pt x="178782" y="51747"/>
                </a:lnTo>
                <a:lnTo>
                  <a:pt x="178643" y="51444"/>
                </a:lnTo>
                <a:lnTo>
                  <a:pt x="178514" y="51132"/>
                </a:lnTo>
                <a:lnTo>
                  <a:pt x="178394" y="50811"/>
                </a:lnTo>
                <a:lnTo>
                  <a:pt x="178282" y="50481"/>
                </a:lnTo>
                <a:lnTo>
                  <a:pt x="178179" y="50142"/>
                </a:lnTo>
                <a:lnTo>
                  <a:pt x="178086" y="49793"/>
                </a:lnTo>
                <a:lnTo>
                  <a:pt x="178001" y="49436"/>
                </a:lnTo>
                <a:lnTo>
                  <a:pt x="177925" y="49070"/>
                </a:lnTo>
                <a:lnTo>
                  <a:pt x="177858" y="48694"/>
                </a:lnTo>
                <a:lnTo>
                  <a:pt x="177800" y="48309"/>
                </a:lnTo>
                <a:lnTo>
                  <a:pt x="177751" y="47916"/>
                </a:lnTo>
                <a:lnTo>
                  <a:pt x="177711" y="47513"/>
                </a:lnTo>
                <a:lnTo>
                  <a:pt x="177679" y="47101"/>
                </a:lnTo>
                <a:lnTo>
                  <a:pt x="177657" y="46680"/>
                </a:lnTo>
                <a:lnTo>
                  <a:pt x="177644" y="46250"/>
                </a:lnTo>
                <a:lnTo>
                  <a:pt x="177639" y="45811"/>
                </a:lnTo>
                <a:lnTo>
                  <a:pt x="177639" y="42230"/>
                </a:lnTo>
                <a:lnTo>
                  <a:pt x="208761" y="42230"/>
                </a:lnTo>
                <a:lnTo>
                  <a:pt x="208761" y="33142"/>
                </a:lnTo>
                <a:lnTo>
                  <a:pt x="208757" y="32647"/>
                </a:lnTo>
                <a:lnTo>
                  <a:pt x="208743" y="32158"/>
                </a:lnTo>
                <a:lnTo>
                  <a:pt x="208720" y="31674"/>
                </a:lnTo>
                <a:lnTo>
                  <a:pt x="208688" y="31195"/>
                </a:lnTo>
                <a:lnTo>
                  <a:pt x="208648" y="30721"/>
                </a:lnTo>
                <a:lnTo>
                  <a:pt x="208598" y="30253"/>
                </a:lnTo>
                <a:lnTo>
                  <a:pt x="208539" y="29790"/>
                </a:lnTo>
                <a:lnTo>
                  <a:pt x="208470" y="29332"/>
                </a:lnTo>
                <a:lnTo>
                  <a:pt x="208393" y="28879"/>
                </a:lnTo>
                <a:lnTo>
                  <a:pt x="208307" y="28432"/>
                </a:lnTo>
                <a:lnTo>
                  <a:pt x="208211" y="27990"/>
                </a:lnTo>
                <a:lnTo>
                  <a:pt x="208107" y="27553"/>
                </a:lnTo>
                <a:lnTo>
                  <a:pt x="207993" y="27122"/>
                </a:lnTo>
                <a:lnTo>
                  <a:pt x="207871" y="26695"/>
                </a:lnTo>
                <a:lnTo>
                  <a:pt x="207739" y="26275"/>
                </a:lnTo>
                <a:lnTo>
                  <a:pt x="207598" y="25859"/>
                </a:lnTo>
                <a:lnTo>
                  <a:pt x="207448" y="25448"/>
                </a:lnTo>
                <a:lnTo>
                  <a:pt x="207289" y="25043"/>
                </a:lnTo>
                <a:lnTo>
                  <a:pt x="207121" y="24643"/>
                </a:lnTo>
                <a:lnTo>
                  <a:pt x="206944" y="24249"/>
                </a:lnTo>
                <a:lnTo>
                  <a:pt x="206758" y="23859"/>
                </a:lnTo>
                <a:lnTo>
                  <a:pt x="206562" y="23475"/>
                </a:lnTo>
                <a:lnTo>
                  <a:pt x="206358" y="23096"/>
                </a:lnTo>
                <a:lnTo>
                  <a:pt x="206144" y="22723"/>
                </a:lnTo>
                <a:lnTo>
                  <a:pt x="205923" y="22355"/>
                </a:lnTo>
                <a:lnTo>
                  <a:pt x="205694" y="21994"/>
                </a:lnTo>
                <a:lnTo>
                  <a:pt x="205458" y="21640"/>
                </a:lnTo>
                <a:lnTo>
                  <a:pt x="205214" y="21293"/>
                </a:lnTo>
                <a:lnTo>
                  <a:pt x="204963" y="20953"/>
                </a:lnTo>
                <a:lnTo>
                  <a:pt x="204705" y="20619"/>
                </a:lnTo>
                <a:lnTo>
                  <a:pt x="204439" y="20293"/>
                </a:lnTo>
                <a:lnTo>
                  <a:pt x="204166" y="19973"/>
                </a:lnTo>
                <a:lnTo>
                  <a:pt x="203886" y="19660"/>
                </a:lnTo>
                <a:lnTo>
                  <a:pt x="203598" y="19354"/>
                </a:lnTo>
                <a:lnTo>
                  <a:pt x="203303" y="19055"/>
                </a:lnTo>
                <a:lnTo>
                  <a:pt x="203001" y="18763"/>
                </a:lnTo>
                <a:lnTo>
                  <a:pt x="202691" y="18478"/>
                </a:lnTo>
                <a:lnTo>
                  <a:pt x="202374" y="18199"/>
                </a:lnTo>
                <a:lnTo>
                  <a:pt x="202050" y="17928"/>
                </a:lnTo>
                <a:lnTo>
                  <a:pt x="201718" y="17663"/>
                </a:lnTo>
                <a:lnTo>
                  <a:pt x="201379" y="17405"/>
                </a:lnTo>
                <a:lnTo>
                  <a:pt x="201032" y="17154"/>
                </a:lnTo>
                <a:lnTo>
                  <a:pt x="200679" y="16910"/>
                </a:lnTo>
                <a:lnTo>
                  <a:pt x="200318" y="16672"/>
                </a:lnTo>
                <a:lnTo>
                  <a:pt x="199949" y="16442"/>
                </a:lnTo>
                <a:lnTo>
                  <a:pt x="199573" y="16218"/>
                </a:lnTo>
                <a:lnTo>
                  <a:pt x="199190" y="16001"/>
                </a:lnTo>
                <a:lnTo>
                  <a:pt x="198800" y="15791"/>
                </a:lnTo>
                <a:lnTo>
                  <a:pt x="198403" y="15589"/>
                </a:lnTo>
                <a:lnTo>
                  <a:pt x="198001" y="15395"/>
                </a:lnTo>
                <a:lnTo>
                  <a:pt x="197593" y="15210"/>
                </a:lnTo>
                <a:lnTo>
                  <a:pt x="197179" y="15034"/>
                </a:lnTo>
                <a:lnTo>
                  <a:pt x="196760" y="14866"/>
                </a:lnTo>
                <a:lnTo>
                  <a:pt x="196336" y="14707"/>
                </a:lnTo>
                <a:lnTo>
                  <a:pt x="195905" y="14556"/>
                </a:lnTo>
                <a:lnTo>
                  <a:pt x="195470" y="14414"/>
                </a:lnTo>
                <a:lnTo>
                  <a:pt x="195028" y="14280"/>
                </a:lnTo>
                <a:lnTo>
                  <a:pt x="194581" y="14156"/>
                </a:lnTo>
                <a:lnTo>
                  <a:pt x="194129" y="14039"/>
                </a:lnTo>
                <a:lnTo>
                  <a:pt x="193671" y="13932"/>
                </a:lnTo>
                <a:lnTo>
                  <a:pt x="193207" y="13833"/>
                </a:lnTo>
                <a:lnTo>
                  <a:pt x="192738" y="13742"/>
                </a:lnTo>
                <a:lnTo>
                  <a:pt x="192263" y="13661"/>
                </a:lnTo>
                <a:lnTo>
                  <a:pt x="191782" y="13587"/>
                </a:lnTo>
                <a:lnTo>
                  <a:pt x="191296" y="13523"/>
                </a:lnTo>
                <a:lnTo>
                  <a:pt x="190805" y="13467"/>
                </a:lnTo>
                <a:lnTo>
                  <a:pt x="190307" y="13420"/>
                </a:lnTo>
                <a:lnTo>
                  <a:pt x="189805" y="13381"/>
                </a:lnTo>
                <a:lnTo>
                  <a:pt x="189296" y="13351"/>
                </a:lnTo>
                <a:lnTo>
                  <a:pt x="188782" y="13329"/>
                </a:lnTo>
                <a:lnTo>
                  <a:pt x="188263" y="13316"/>
                </a:lnTo>
                <a:lnTo>
                  <a:pt x="187738" y="13312"/>
                </a:lnTo>
                <a:lnTo>
                  <a:pt x="187205" y="13316"/>
                </a:lnTo>
                <a:lnTo>
                  <a:pt x="186678" y="13329"/>
                </a:lnTo>
                <a:lnTo>
                  <a:pt x="186157" y="13351"/>
                </a:lnTo>
                <a:lnTo>
                  <a:pt x="185642" y="13381"/>
                </a:lnTo>
                <a:lnTo>
                  <a:pt x="185132" y="13420"/>
                </a:lnTo>
                <a:lnTo>
                  <a:pt x="184628" y="13467"/>
                </a:lnTo>
                <a:lnTo>
                  <a:pt x="184130" y="13523"/>
                </a:lnTo>
                <a:lnTo>
                  <a:pt x="183638" y="13587"/>
                </a:lnTo>
                <a:lnTo>
                  <a:pt x="183151" y="13661"/>
                </a:lnTo>
                <a:lnTo>
                  <a:pt x="182670" y="13742"/>
                </a:lnTo>
                <a:lnTo>
                  <a:pt x="182195" y="13833"/>
                </a:lnTo>
                <a:lnTo>
                  <a:pt x="181725" y="13932"/>
                </a:lnTo>
                <a:lnTo>
                  <a:pt x="181261" y="14039"/>
                </a:lnTo>
                <a:lnTo>
                  <a:pt x="180803" y="14156"/>
                </a:lnTo>
                <a:lnTo>
                  <a:pt x="180351" y="14280"/>
                </a:lnTo>
                <a:lnTo>
                  <a:pt x="179904" y="14414"/>
                </a:lnTo>
                <a:lnTo>
                  <a:pt x="179464" y="14556"/>
                </a:lnTo>
                <a:lnTo>
                  <a:pt x="179028" y="14707"/>
                </a:lnTo>
                <a:lnTo>
                  <a:pt x="178599" y="14866"/>
                </a:lnTo>
                <a:lnTo>
                  <a:pt x="178175" y="15034"/>
                </a:lnTo>
                <a:lnTo>
                  <a:pt x="177758" y="15210"/>
                </a:lnTo>
                <a:lnTo>
                  <a:pt x="177345" y="15395"/>
                </a:lnTo>
                <a:lnTo>
                  <a:pt x="176939" y="15589"/>
                </a:lnTo>
                <a:lnTo>
                  <a:pt x="176538" y="15791"/>
                </a:lnTo>
                <a:lnTo>
                  <a:pt x="176144" y="16001"/>
                </a:lnTo>
                <a:lnTo>
                  <a:pt x="175758" y="16218"/>
                </a:lnTo>
                <a:lnTo>
                  <a:pt x="175379" y="16442"/>
                </a:lnTo>
                <a:lnTo>
                  <a:pt x="175007" y="16672"/>
                </a:lnTo>
                <a:lnTo>
                  <a:pt x="174643" y="16910"/>
                </a:lnTo>
                <a:lnTo>
                  <a:pt x="174286" y="17154"/>
                </a:lnTo>
                <a:lnTo>
                  <a:pt x="173937" y="17405"/>
                </a:lnTo>
                <a:lnTo>
                  <a:pt x="173595" y="17663"/>
                </a:lnTo>
                <a:lnTo>
                  <a:pt x="173261" y="17928"/>
                </a:lnTo>
                <a:lnTo>
                  <a:pt x="172935" y="18199"/>
                </a:lnTo>
                <a:lnTo>
                  <a:pt x="172615" y="18478"/>
                </a:lnTo>
                <a:lnTo>
                  <a:pt x="172304" y="18763"/>
                </a:lnTo>
                <a:lnTo>
                  <a:pt x="171999" y="19055"/>
                </a:lnTo>
                <a:lnTo>
                  <a:pt x="171703" y="19354"/>
                </a:lnTo>
                <a:lnTo>
                  <a:pt x="171414" y="19660"/>
                </a:lnTo>
                <a:lnTo>
                  <a:pt x="171132" y="19973"/>
                </a:lnTo>
                <a:lnTo>
                  <a:pt x="170858" y="20293"/>
                </a:lnTo>
                <a:lnTo>
                  <a:pt x="170591" y="20619"/>
                </a:lnTo>
                <a:lnTo>
                  <a:pt x="170332" y="20953"/>
                </a:lnTo>
                <a:lnTo>
                  <a:pt x="170080" y="21293"/>
                </a:lnTo>
                <a:lnTo>
                  <a:pt x="169836" y="21640"/>
                </a:lnTo>
                <a:lnTo>
                  <a:pt x="169599" y="21994"/>
                </a:lnTo>
                <a:lnTo>
                  <a:pt x="169369" y="22355"/>
                </a:lnTo>
                <a:lnTo>
                  <a:pt x="169148" y="22723"/>
                </a:lnTo>
                <a:lnTo>
                  <a:pt x="168934" y="23096"/>
                </a:lnTo>
                <a:lnTo>
                  <a:pt x="168730" y="23475"/>
                </a:lnTo>
                <a:lnTo>
                  <a:pt x="168535" y="23859"/>
                </a:lnTo>
                <a:lnTo>
                  <a:pt x="168348" y="24249"/>
                </a:lnTo>
                <a:lnTo>
                  <a:pt x="168171" y="24643"/>
                </a:lnTo>
                <a:lnTo>
                  <a:pt x="168003" y="25043"/>
                </a:lnTo>
                <a:lnTo>
                  <a:pt x="167845" y="25448"/>
                </a:lnTo>
                <a:lnTo>
                  <a:pt x="167695" y="25859"/>
                </a:lnTo>
                <a:lnTo>
                  <a:pt x="167554" y="26275"/>
                </a:lnTo>
                <a:lnTo>
                  <a:pt x="167422" y="26695"/>
                </a:lnTo>
                <a:lnTo>
                  <a:pt x="167300" y="27122"/>
                </a:lnTo>
                <a:lnTo>
                  <a:pt x="167186" y="27553"/>
                </a:lnTo>
                <a:lnTo>
                  <a:pt x="167082" y="27990"/>
                </a:lnTo>
                <a:lnTo>
                  <a:pt x="166986" y="28432"/>
                </a:lnTo>
                <a:lnTo>
                  <a:pt x="166900" y="28879"/>
                </a:lnTo>
                <a:lnTo>
                  <a:pt x="166823" y="29332"/>
                </a:lnTo>
                <a:lnTo>
                  <a:pt x="166755" y="29790"/>
                </a:lnTo>
                <a:lnTo>
                  <a:pt x="166696" y="30253"/>
                </a:lnTo>
                <a:lnTo>
                  <a:pt x="166646" y="30721"/>
                </a:lnTo>
                <a:lnTo>
                  <a:pt x="166605" y="31195"/>
                </a:lnTo>
                <a:lnTo>
                  <a:pt x="166573" y="31674"/>
                </a:lnTo>
                <a:lnTo>
                  <a:pt x="166550" y="32158"/>
                </a:lnTo>
                <a:lnTo>
                  <a:pt x="166537" y="32647"/>
                </a:lnTo>
                <a:lnTo>
                  <a:pt x="166532" y="33142"/>
                </a:lnTo>
                <a:lnTo>
                  <a:pt x="166532" y="45811"/>
                </a:lnTo>
                <a:lnTo>
                  <a:pt x="166537" y="46305"/>
                </a:lnTo>
                <a:lnTo>
                  <a:pt x="166550" y="46795"/>
                </a:lnTo>
                <a:lnTo>
                  <a:pt x="166573" y="47279"/>
                </a:lnTo>
                <a:lnTo>
                  <a:pt x="166605" y="47757"/>
                </a:lnTo>
                <a:lnTo>
                  <a:pt x="166646" y="48231"/>
                </a:lnTo>
                <a:lnTo>
                  <a:pt x="166696" y="48699"/>
                </a:lnTo>
                <a:lnTo>
                  <a:pt x="166755" y="49162"/>
                </a:lnTo>
                <a:lnTo>
                  <a:pt x="166823" y="49620"/>
                </a:lnTo>
                <a:lnTo>
                  <a:pt x="166900" y="50072"/>
                </a:lnTo>
                <a:lnTo>
                  <a:pt x="166986" y="50520"/>
                </a:lnTo>
                <a:lnTo>
                  <a:pt x="167082" y="50962"/>
                </a:lnTo>
                <a:lnTo>
                  <a:pt x="167186" y="51399"/>
                </a:lnTo>
                <a:lnTo>
                  <a:pt x="167300" y="51830"/>
                </a:lnTo>
                <a:lnTo>
                  <a:pt x="167422" y="52256"/>
                </a:lnTo>
                <a:lnTo>
                  <a:pt x="167554" y="52677"/>
                </a:lnTo>
                <a:lnTo>
                  <a:pt x="167695" y="53093"/>
                </a:lnTo>
                <a:lnTo>
                  <a:pt x="167845" y="53504"/>
                </a:lnTo>
                <a:lnTo>
                  <a:pt x="168003" y="53909"/>
                </a:lnTo>
                <a:lnTo>
                  <a:pt x="168171" y="54309"/>
                </a:lnTo>
                <a:lnTo>
                  <a:pt x="168348" y="54703"/>
                </a:lnTo>
                <a:lnTo>
                  <a:pt x="168535" y="55093"/>
                </a:lnTo>
                <a:lnTo>
                  <a:pt x="168730" y="55477"/>
                </a:lnTo>
                <a:lnTo>
                  <a:pt x="168934" y="55856"/>
                </a:lnTo>
                <a:lnTo>
                  <a:pt x="169148" y="56230"/>
                </a:lnTo>
                <a:lnTo>
                  <a:pt x="169369" y="56597"/>
                </a:lnTo>
                <a:lnTo>
                  <a:pt x="169599" y="56958"/>
                </a:lnTo>
                <a:lnTo>
                  <a:pt x="169836" y="57312"/>
                </a:lnTo>
                <a:lnTo>
                  <a:pt x="170080" y="57659"/>
                </a:lnTo>
                <a:lnTo>
                  <a:pt x="170332" y="57999"/>
                </a:lnTo>
                <a:lnTo>
                  <a:pt x="170591" y="58333"/>
                </a:lnTo>
                <a:lnTo>
                  <a:pt x="170858" y="58659"/>
                </a:lnTo>
                <a:lnTo>
                  <a:pt x="171132" y="58979"/>
                </a:lnTo>
                <a:lnTo>
                  <a:pt x="171414" y="59291"/>
                </a:lnTo>
                <a:lnTo>
                  <a:pt x="171703" y="59597"/>
                </a:lnTo>
                <a:lnTo>
                  <a:pt x="171999" y="59896"/>
                </a:lnTo>
                <a:lnTo>
                  <a:pt x="172304" y="60189"/>
                </a:lnTo>
                <a:lnTo>
                  <a:pt x="172615" y="60474"/>
                </a:lnTo>
                <a:lnTo>
                  <a:pt x="172935" y="60753"/>
                </a:lnTo>
                <a:lnTo>
                  <a:pt x="173261" y="61024"/>
                </a:lnTo>
                <a:lnTo>
                  <a:pt x="173595" y="61289"/>
                </a:lnTo>
                <a:lnTo>
                  <a:pt x="173937" y="61547"/>
                </a:lnTo>
                <a:lnTo>
                  <a:pt x="174286" y="61798"/>
                </a:lnTo>
                <a:lnTo>
                  <a:pt x="174643" y="62042"/>
                </a:lnTo>
                <a:lnTo>
                  <a:pt x="175007" y="62280"/>
                </a:lnTo>
                <a:lnTo>
                  <a:pt x="175379" y="62510"/>
                </a:lnTo>
                <a:lnTo>
                  <a:pt x="175758" y="62734"/>
                </a:lnTo>
                <a:lnTo>
                  <a:pt x="176144" y="62951"/>
                </a:lnTo>
                <a:lnTo>
                  <a:pt x="176538" y="63161"/>
                </a:lnTo>
                <a:lnTo>
                  <a:pt x="176939" y="63363"/>
                </a:lnTo>
                <a:lnTo>
                  <a:pt x="177345" y="63557"/>
                </a:lnTo>
                <a:lnTo>
                  <a:pt x="177758" y="63742"/>
                </a:lnTo>
                <a:lnTo>
                  <a:pt x="178175" y="63918"/>
                </a:lnTo>
                <a:lnTo>
                  <a:pt x="178599" y="64086"/>
                </a:lnTo>
                <a:lnTo>
                  <a:pt x="179028" y="64245"/>
                </a:lnTo>
                <a:lnTo>
                  <a:pt x="179464" y="64396"/>
                </a:lnTo>
                <a:lnTo>
                  <a:pt x="179904" y="64538"/>
                </a:lnTo>
                <a:lnTo>
                  <a:pt x="180351" y="64671"/>
                </a:lnTo>
                <a:lnTo>
                  <a:pt x="180803" y="64796"/>
                </a:lnTo>
                <a:lnTo>
                  <a:pt x="181261" y="64912"/>
                </a:lnTo>
                <a:lnTo>
                  <a:pt x="181725" y="65020"/>
                </a:lnTo>
                <a:lnTo>
                  <a:pt x="182195" y="65119"/>
                </a:lnTo>
                <a:lnTo>
                  <a:pt x="182670" y="65209"/>
                </a:lnTo>
                <a:lnTo>
                  <a:pt x="183151" y="65291"/>
                </a:lnTo>
                <a:lnTo>
                  <a:pt x="183638" y="65364"/>
                </a:lnTo>
                <a:lnTo>
                  <a:pt x="184130" y="65428"/>
                </a:lnTo>
                <a:lnTo>
                  <a:pt x="184628" y="65484"/>
                </a:lnTo>
                <a:lnTo>
                  <a:pt x="185132" y="65532"/>
                </a:lnTo>
                <a:lnTo>
                  <a:pt x="185642" y="65570"/>
                </a:lnTo>
                <a:lnTo>
                  <a:pt x="186157" y="65600"/>
                </a:lnTo>
                <a:lnTo>
                  <a:pt x="186678" y="65622"/>
                </a:lnTo>
                <a:lnTo>
                  <a:pt x="187205" y="65635"/>
                </a:lnTo>
                <a:lnTo>
                  <a:pt x="187738" y="65639"/>
                </a:lnTo>
                <a:lnTo>
                  <a:pt x="188407" y="65632"/>
                </a:lnTo>
                <a:lnTo>
                  <a:pt x="189068" y="65612"/>
                </a:lnTo>
                <a:lnTo>
                  <a:pt x="189720" y="65578"/>
                </a:lnTo>
                <a:lnTo>
                  <a:pt x="190363" y="65531"/>
                </a:lnTo>
                <a:close/>
                <a:moveTo>
                  <a:pt x="177639" y="33142"/>
                </a:moveTo>
                <a:lnTo>
                  <a:pt x="177644" y="32710"/>
                </a:lnTo>
                <a:lnTo>
                  <a:pt x="177657" y="32286"/>
                </a:lnTo>
                <a:lnTo>
                  <a:pt x="177679" y="31871"/>
                </a:lnTo>
                <a:lnTo>
                  <a:pt x="177711" y="31464"/>
                </a:lnTo>
                <a:lnTo>
                  <a:pt x="177751" y="31065"/>
                </a:lnTo>
                <a:lnTo>
                  <a:pt x="177800" y="30674"/>
                </a:lnTo>
                <a:lnTo>
                  <a:pt x="177858" y="30292"/>
                </a:lnTo>
                <a:lnTo>
                  <a:pt x="177925" y="29918"/>
                </a:lnTo>
                <a:lnTo>
                  <a:pt x="178001" y="29553"/>
                </a:lnTo>
                <a:lnTo>
                  <a:pt x="178086" y="29195"/>
                </a:lnTo>
                <a:lnTo>
                  <a:pt x="178179" y="28846"/>
                </a:lnTo>
                <a:lnTo>
                  <a:pt x="178282" y="28505"/>
                </a:lnTo>
                <a:lnTo>
                  <a:pt x="178394" y="28173"/>
                </a:lnTo>
                <a:lnTo>
                  <a:pt x="178514" y="27849"/>
                </a:lnTo>
                <a:lnTo>
                  <a:pt x="178643" y="27533"/>
                </a:lnTo>
                <a:lnTo>
                  <a:pt x="178782" y="27225"/>
                </a:lnTo>
                <a:lnTo>
                  <a:pt x="178929" y="26926"/>
                </a:lnTo>
                <a:lnTo>
                  <a:pt x="179085" y="26635"/>
                </a:lnTo>
                <a:lnTo>
                  <a:pt x="179250" y="26352"/>
                </a:lnTo>
                <a:lnTo>
                  <a:pt x="179424" y="26078"/>
                </a:lnTo>
                <a:lnTo>
                  <a:pt x="179607" y="25812"/>
                </a:lnTo>
                <a:lnTo>
                  <a:pt x="179799" y="25554"/>
                </a:lnTo>
                <a:lnTo>
                  <a:pt x="180000" y="25305"/>
                </a:lnTo>
                <a:lnTo>
                  <a:pt x="180210" y="25063"/>
                </a:lnTo>
                <a:lnTo>
                  <a:pt x="180428" y="24831"/>
                </a:lnTo>
                <a:lnTo>
                  <a:pt x="180655" y="24609"/>
                </a:lnTo>
                <a:lnTo>
                  <a:pt x="180890" y="24396"/>
                </a:lnTo>
                <a:lnTo>
                  <a:pt x="181133" y="24194"/>
                </a:lnTo>
                <a:lnTo>
                  <a:pt x="181384" y="24001"/>
                </a:lnTo>
                <a:lnTo>
                  <a:pt x="181644" y="23818"/>
                </a:lnTo>
                <a:lnTo>
                  <a:pt x="181912" y="23645"/>
                </a:lnTo>
                <a:lnTo>
                  <a:pt x="182189" y="23482"/>
                </a:lnTo>
                <a:lnTo>
                  <a:pt x="182473" y="23329"/>
                </a:lnTo>
                <a:lnTo>
                  <a:pt x="182766" y="23185"/>
                </a:lnTo>
                <a:lnTo>
                  <a:pt x="183068" y="23052"/>
                </a:lnTo>
                <a:lnTo>
                  <a:pt x="183377" y="22928"/>
                </a:lnTo>
                <a:lnTo>
                  <a:pt x="183695" y="22815"/>
                </a:lnTo>
                <a:lnTo>
                  <a:pt x="184021" y="22711"/>
                </a:lnTo>
                <a:lnTo>
                  <a:pt x="184355" y="22617"/>
                </a:lnTo>
                <a:lnTo>
                  <a:pt x="184698" y="22533"/>
                </a:lnTo>
                <a:lnTo>
                  <a:pt x="185049" y="22459"/>
                </a:lnTo>
                <a:lnTo>
                  <a:pt x="185408" y="22395"/>
                </a:lnTo>
                <a:lnTo>
                  <a:pt x="185776" y="22340"/>
                </a:lnTo>
                <a:lnTo>
                  <a:pt x="186152" y="22296"/>
                </a:lnTo>
                <a:lnTo>
                  <a:pt x="186536" y="22261"/>
                </a:lnTo>
                <a:lnTo>
                  <a:pt x="186928" y="22237"/>
                </a:lnTo>
                <a:lnTo>
                  <a:pt x="187329" y="22222"/>
                </a:lnTo>
                <a:lnTo>
                  <a:pt x="187738" y="22217"/>
                </a:lnTo>
                <a:lnTo>
                  <a:pt x="188147" y="22222"/>
                </a:lnTo>
                <a:lnTo>
                  <a:pt x="188547" y="22236"/>
                </a:lnTo>
                <a:lnTo>
                  <a:pt x="188938" y="22261"/>
                </a:lnTo>
                <a:lnTo>
                  <a:pt x="189321" y="22295"/>
                </a:lnTo>
                <a:lnTo>
                  <a:pt x="189696" y="22338"/>
                </a:lnTo>
                <a:lnTo>
                  <a:pt x="190062" y="22392"/>
                </a:lnTo>
                <a:lnTo>
                  <a:pt x="190419" y="22455"/>
                </a:lnTo>
                <a:lnTo>
                  <a:pt x="190767" y="22528"/>
                </a:lnTo>
                <a:lnTo>
                  <a:pt x="191107" y="22611"/>
                </a:lnTo>
                <a:lnTo>
                  <a:pt x="191439" y="22703"/>
                </a:lnTo>
                <a:lnTo>
                  <a:pt x="191761" y="22805"/>
                </a:lnTo>
                <a:lnTo>
                  <a:pt x="192075" y="22917"/>
                </a:lnTo>
                <a:lnTo>
                  <a:pt x="192381" y="23038"/>
                </a:lnTo>
                <a:lnTo>
                  <a:pt x="192678" y="23170"/>
                </a:lnTo>
                <a:lnTo>
                  <a:pt x="192966" y="23311"/>
                </a:lnTo>
                <a:lnTo>
                  <a:pt x="193246" y="23461"/>
                </a:lnTo>
                <a:lnTo>
                  <a:pt x="193517" y="23622"/>
                </a:lnTo>
                <a:lnTo>
                  <a:pt x="193779" y="23792"/>
                </a:lnTo>
                <a:lnTo>
                  <a:pt x="194033" y="23972"/>
                </a:lnTo>
                <a:lnTo>
                  <a:pt x="194278" y="24161"/>
                </a:lnTo>
                <a:lnTo>
                  <a:pt x="194515" y="24361"/>
                </a:lnTo>
                <a:lnTo>
                  <a:pt x="194743" y="24570"/>
                </a:lnTo>
                <a:lnTo>
                  <a:pt x="194962" y="24789"/>
                </a:lnTo>
                <a:lnTo>
                  <a:pt x="195173" y="25017"/>
                </a:lnTo>
                <a:lnTo>
                  <a:pt x="195376" y="25255"/>
                </a:lnTo>
                <a:lnTo>
                  <a:pt x="195569" y="25501"/>
                </a:lnTo>
                <a:lnTo>
                  <a:pt x="195754" y="25755"/>
                </a:lnTo>
                <a:lnTo>
                  <a:pt x="195931" y="26018"/>
                </a:lnTo>
                <a:lnTo>
                  <a:pt x="196099" y="26289"/>
                </a:lnTo>
                <a:lnTo>
                  <a:pt x="196258" y="26569"/>
                </a:lnTo>
                <a:lnTo>
                  <a:pt x="196409" y="26857"/>
                </a:lnTo>
                <a:lnTo>
                  <a:pt x="196551" y="27154"/>
                </a:lnTo>
                <a:lnTo>
                  <a:pt x="196684" y="27459"/>
                </a:lnTo>
                <a:lnTo>
                  <a:pt x="196809" y="27773"/>
                </a:lnTo>
                <a:lnTo>
                  <a:pt x="196925" y="28095"/>
                </a:lnTo>
                <a:lnTo>
                  <a:pt x="197033" y="28425"/>
                </a:lnTo>
                <a:lnTo>
                  <a:pt x="197132" y="28764"/>
                </a:lnTo>
                <a:lnTo>
                  <a:pt x="197222" y="29111"/>
                </a:lnTo>
                <a:lnTo>
                  <a:pt x="197304" y="29467"/>
                </a:lnTo>
                <a:lnTo>
                  <a:pt x="197377" y="29831"/>
                </a:lnTo>
                <a:lnTo>
                  <a:pt x="197442" y="30204"/>
                </a:lnTo>
                <a:lnTo>
                  <a:pt x="197498" y="30585"/>
                </a:lnTo>
                <a:lnTo>
                  <a:pt x="197545" y="30975"/>
                </a:lnTo>
                <a:lnTo>
                  <a:pt x="197584" y="31373"/>
                </a:lnTo>
                <a:lnTo>
                  <a:pt x="197614" y="31779"/>
                </a:lnTo>
                <a:lnTo>
                  <a:pt x="197635" y="32194"/>
                </a:lnTo>
                <a:lnTo>
                  <a:pt x="197648" y="32618"/>
                </a:lnTo>
                <a:lnTo>
                  <a:pt x="197653" y="33049"/>
                </a:lnTo>
                <a:lnTo>
                  <a:pt x="197653" y="34893"/>
                </a:lnTo>
                <a:lnTo>
                  <a:pt x="177639" y="35069"/>
                </a:lnTo>
                <a:lnTo>
                  <a:pt x="177639" y="33142"/>
                </a:lnTo>
                <a:close/>
              </a:path>
            </a:pathLst>
          </a:custGeom>
          <a:solidFill xmlns:a="http://schemas.openxmlformats.org/drawingml/2006/main">
            <a:srgbClr val="D222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4" name="Text .">
            <a:extLst xmlns:a="http://schemas.openxmlformats.org/drawingml/2006/main">
              <a:ext uri="{FF2B5EF4-FFF2-40B4-BE49-F238E27FC236}">
                <a16:creationId xmlns:a16="http://schemas.microsoft.com/office/drawing/2014/main" id="{C2E0E0FB-86A0-4615-BA34-F1494270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478" y="3828304"/>
            <a:ext cx="111174" cy="17167"/>
          </a:xfrm>
          <a:custGeom xmlns:a="http://schemas.openxmlformats.org/drawingml/2006/main">
            <a:pathLst>
              <a:path w="111174" h="17167">
                <a:moveTo>
                  <a:pt x="8630" y="17167"/>
                </a:moveTo>
                <a:cubicBezTo>
                  <a:pt x="5999" y="17167"/>
                  <a:pt x="3903" y="16402"/>
                  <a:pt x="2342" y="14872"/>
                </a:cubicBezTo>
                <a:cubicBezTo>
                  <a:pt x="781" y="13343"/>
                  <a:pt x="0" y="11262"/>
                  <a:pt x="0" y="8630"/>
                </a:cubicBezTo>
                <a:cubicBezTo>
                  <a:pt x="0" y="5998"/>
                  <a:pt x="781" y="3901"/>
                  <a:pt x="2342" y="2341"/>
                </a:cubicBezTo>
                <a:cubicBezTo>
                  <a:pt x="3903" y="780"/>
                  <a:pt x="5999" y="0"/>
                  <a:pt x="8630" y="0"/>
                </a:cubicBezTo>
                <a:cubicBezTo>
                  <a:pt x="11262" y="0"/>
                  <a:pt x="13358" y="780"/>
                  <a:pt x="14919" y="2341"/>
                </a:cubicBezTo>
                <a:cubicBezTo>
                  <a:pt x="16479" y="3901"/>
                  <a:pt x="17259" y="5998"/>
                  <a:pt x="17259" y="8630"/>
                </a:cubicBezTo>
                <a:cubicBezTo>
                  <a:pt x="17259" y="11262"/>
                  <a:pt x="16479" y="13343"/>
                  <a:pt x="14919" y="14872"/>
                </a:cubicBezTo>
                <a:cubicBezTo>
                  <a:pt x="13358" y="16402"/>
                  <a:pt x="11262" y="17167"/>
                  <a:pt x="8630" y="17167"/>
                </a:cubicBezTo>
                <a:moveTo>
                  <a:pt x="55541" y="17167"/>
                </a:moveTo>
                <a:cubicBezTo>
                  <a:pt x="52909" y="17167"/>
                  <a:pt x="50813" y="16402"/>
                  <a:pt x="49252" y="14872"/>
                </a:cubicBezTo>
                <a:cubicBezTo>
                  <a:pt x="47691" y="13343"/>
                  <a:pt x="46910" y="11262"/>
                  <a:pt x="46910" y="8630"/>
                </a:cubicBezTo>
                <a:cubicBezTo>
                  <a:pt x="46910" y="5998"/>
                  <a:pt x="47691" y="3901"/>
                  <a:pt x="49252" y="2341"/>
                </a:cubicBezTo>
                <a:cubicBezTo>
                  <a:pt x="50813" y="780"/>
                  <a:pt x="52909" y="0"/>
                  <a:pt x="55541" y="0"/>
                </a:cubicBezTo>
                <a:cubicBezTo>
                  <a:pt x="58172" y="0"/>
                  <a:pt x="60268" y="780"/>
                  <a:pt x="61829" y="2341"/>
                </a:cubicBezTo>
                <a:cubicBezTo>
                  <a:pt x="63389" y="3901"/>
                  <a:pt x="64170" y="5998"/>
                  <a:pt x="64170" y="8630"/>
                </a:cubicBezTo>
                <a:cubicBezTo>
                  <a:pt x="64170" y="11262"/>
                  <a:pt x="63389" y="13343"/>
                  <a:pt x="61829" y="14872"/>
                </a:cubicBezTo>
                <a:cubicBezTo>
                  <a:pt x="60268" y="16402"/>
                  <a:pt x="58172" y="17167"/>
                  <a:pt x="55541" y="17167"/>
                </a:cubicBezTo>
                <a:moveTo>
                  <a:pt x="102545" y="17167"/>
                </a:moveTo>
                <a:cubicBezTo>
                  <a:pt x="99913" y="17167"/>
                  <a:pt x="97817" y="16402"/>
                  <a:pt x="96255" y="14872"/>
                </a:cubicBezTo>
                <a:cubicBezTo>
                  <a:pt x="94695" y="13343"/>
                  <a:pt x="93914" y="11262"/>
                  <a:pt x="93914" y="8630"/>
                </a:cubicBezTo>
                <a:cubicBezTo>
                  <a:pt x="93914" y="5998"/>
                  <a:pt x="94695" y="3901"/>
                  <a:pt x="96255" y="2341"/>
                </a:cubicBezTo>
                <a:cubicBezTo>
                  <a:pt x="97817" y="780"/>
                  <a:pt x="99913" y="0"/>
                  <a:pt x="102545" y="0"/>
                </a:cubicBezTo>
                <a:cubicBezTo>
                  <a:pt x="105177" y="0"/>
                  <a:pt x="107273" y="780"/>
                  <a:pt x="108833" y="2341"/>
                </a:cubicBezTo>
                <a:cubicBezTo>
                  <a:pt x="110394" y="3901"/>
                  <a:pt x="111174" y="5998"/>
                  <a:pt x="111174" y="8630"/>
                </a:cubicBezTo>
                <a:cubicBezTo>
                  <a:pt x="111174" y="11262"/>
                  <a:pt x="110394" y="13343"/>
                  <a:pt x="108833" y="14872"/>
                </a:cubicBezTo>
                <a:cubicBezTo>
                  <a:pt x="107273" y="16402"/>
                  <a:pt x="105177" y="17167"/>
                  <a:pt x="102545" y="171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12faa74e84dd7"/>
          <a:stretch xmlns:a="http://schemas.openxmlformats.org/drawingml/2006/main"/>
        </p:blipFill>
        <p:spPr>
          <a:xfrm xmlns:a="http://schemas.openxmlformats.org/drawingml/2006/main">
            <a:off x="4316301" y="4536788"/>
            <a:ext cx="1046749" cy="749312"/>
          </a:xfrm>
          <a:prstGeom xmlns:a="http://schemas.openxmlformats.org/drawingml/2006/main" prst="rect">
            <a:avLst/>
          </a:prstGeom>
        </p:spPr>
      </p:pic>
      <p:sp>
        <p:nvSpPr>
          <p:cNvPr id="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F6CF7E-305E-4178-895A-36EA143D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186" y="4613263"/>
            <a:ext cx="822978" cy="527509"/>
          </a:xfrm>
          <a:custGeom xmlns:a="http://schemas.openxmlformats.org/drawingml/2006/main">
            <a:pathLst>
              <a:path w="822978" h="527509">
                <a:moveTo>
                  <a:pt x="0" y="22335"/>
                </a:moveTo>
                <a:lnTo>
                  <a:pt x="0" y="22335"/>
                </a:lnTo>
                <a:cubicBezTo>
                  <a:pt x="0" y="10000"/>
                  <a:pt x="9999" y="0"/>
                  <a:pt x="22335" y="0"/>
                </a:cubicBezTo>
                <a:lnTo>
                  <a:pt x="800643" y="0"/>
                </a:lnTo>
                <a:cubicBezTo>
                  <a:pt x="806567" y="0"/>
                  <a:pt x="812248" y="2353"/>
                  <a:pt x="816436" y="6542"/>
                </a:cubicBezTo>
                <a:cubicBezTo>
                  <a:pt x="820625" y="10730"/>
                  <a:pt x="822978" y="16411"/>
                  <a:pt x="822978" y="22335"/>
                </a:cubicBezTo>
                <a:lnTo>
                  <a:pt x="822978" y="505174"/>
                </a:lnTo>
                <a:cubicBezTo>
                  <a:pt x="822978" y="517509"/>
                  <a:pt x="812978" y="527509"/>
                  <a:pt x="800643" y="527509"/>
                </a:cubicBezTo>
                <a:lnTo>
                  <a:pt x="22335" y="527509"/>
                </a:lnTo>
                <a:cubicBezTo>
                  <a:pt x="9999" y="527509"/>
                  <a:pt x="0" y="517509"/>
                  <a:pt x="0" y="505174"/>
                </a:cubicBezTo>
                <a:lnTo>
                  <a:pt x="0" y="22335"/>
                </a:lnTo>
                <a:close/>
              </a:path>
            </a:pathLst>
          </a:custGeom>
          <a:solidFill xmlns:a="http://schemas.openxmlformats.org/drawingml/2006/main">
            <a:srgbClr val="F3F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11FA1B-217C-4326-95C5-F4423DBB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186" y="4613263"/>
            <a:ext cx="822978" cy="527509"/>
          </a:xfrm>
          <a:custGeom xmlns:a="http://schemas.openxmlformats.org/drawingml/2006/main">
            <a:pathLst>
              <a:path w="822978" h="527509" fill="none">
                <a:moveTo>
                  <a:pt x="0" y="22335"/>
                </a:moveTo>
                <a:lnTo>
                  <a:pt x="0" y="22335"/>
                </a:lnTo>
                <a:cubicBezTo>
                  <a:pt x="0" y="10000"/>
                  <a:pt x="9999" y="0"/>
                  <a:pt x="22335" y="0"/>
                </a:cubicBezTo>
                <a:lnTo>
                  <a:pt x="800643" y="0"/>
                </a:lnTo>
                <a:cubicBezTo>
                  <a:pt x="806567" y="0"/>
                  <a:pt x="812248" y="2353"/>
                  <a:pt x="816436" y="6542"/>
                </a:cubicBezTo>
                <a:cubicBezTo>
                  <a:pt x="820625" y="10730"/>
                  <a:pt x="822978" y="16411"/>
                  <a:pt x="822978" y="22335"/>
                </a:cubicBezTo>
                <a:lnTo>
                  <a:pt x="822978" y="505174"/>
                </a:lnTo>
                <a:cubicBezTo>
                  <a:pt x="822978" y="517509"/>
                  <a:pt x="812978" y="527509"/>
                  <a:pt x="800643" y="527509"/>
                </a:cubicBezTo>
                <a:lnTo>
                  <a:pt x="22335" y="527509"/>
                </a:lnTo>
                <a:cubicBezTo>
                  <a:pt x="9999" y="527509"/>
                  <a:pt x="0" y="517509"/>
                  <a:pt x="0" y="505174"/>
                </a:cubicBezTo>
                <a:lnTo>
                  <a:pt x="0" y="2233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213" cap="flat">
            <a:solidFill>
              <a:srgbClr val="666666"/>
            </a:solidFill>
            <a:round/>
          </a:ln>
        </p:spPr>
      </p:sp>
      <p:sp>
        <p:nvSpPr>
          <p:cNvPr id="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132F5B-AE1E-42BA-8FC3-C96CA32D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881" y="4804257"/>
            <a:ext cx="939540" cy="500401"/>
          </a:xfrm>
          <a:custGeom xmlns:a="http://schemas.openxmlformats.org/drawingml/2006/main">
            <a:pathLst>
              <a:path w="939540" h="500401">
                <a:moveTo>
                  <a:pt x="0" y="0"/>
                </a:moveTo>
                <a:lnTo>
                  <a:pt x="939540" y="0"/>
                </a:lnTo>
                <a:lnTo>
                  <a:pt x="939540" y="500401"/>
                </a:lnTo>
                <a:lnTo>
                  <a:pt x="0" y="5004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9" name="Text test.py">
            <a:extLst xmlns:a="http://schemas.openxmlformats.org/drawingml/2006/main">
              <a:ext uri="{FF2B5EF4-FFF2-40B4-BE49-F238E27FC236}">
                <a16:creationId xmlns:a16="http://schemas.microsoft.com/office/drawing/2014/main" id="{B1349726-5584-4482-BE27-15BA6A7A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1721" y="4994290"/>
            <a:ext cx="567208" cy="121868"/>
          </a:xfrm>
          <a:custGeom xmlns:a="http://schemas.openxmlformats.org/drawingml/2006/main">
            <a:pathLst>
              <a:path w="567208" h="121868">
                <a:moveTo>
                  <a:pt x="44892" y="81521"/>
                </a:moveTo>
                <a:lnTo>
                  <a:pt x="44319" y="81508"/>
                </a:lnTo>
                <a:lnTo>
                  <a:pt x="43771" y="81471"/>
                </a:lnTo>
                <a:lnTo>
                  <a:pt x="43246" y="81409"/>
                </a:lnTo>
                <a:lnTo>
                  <a:pt x="42746" y="81322"/>
                </a:lnTo>
                <a:lnTo>
                  <a:pt x="42271" y="81210"/>
                </a:lnTo>
                <a:lnTo>
                  <a:pt x="41819" y="81073"/>
                </a:lnTo>
                <a:lnTo>
                  <a:pt x="41392" y="80912"/>
                </a:lnTo>
                <a:lnTo>
                  <a:pt x="40990" y="80725"/>
                </a:lnTo>
                <a:lnTo>
                  <a:pt x="40612" y="80514"/>
                </a:lnTo>
                <a:lnTo>
                  <a:pt x="40258" y="80278"/>
                </a:lnTo>
                <a:lnTo>
                  <a:pt x="39929" y="80017"/>
                </a:lnTo>
                <a:lnTo>
                  <a:pt x="39624" y="79731"/>
                </a:lnTo>
                <a:lnTo>
                  <a:pt x="39344" y="79420"/>
                </a:lnTo>
                <a:lnTo>
                  <a:pt x="39088" y="79085"/>
                </a:lnTo>
                <a:lnTo>
                  <a:pt x="38856" y="78724"/>
                </a:lnTo>
                <a:lnTo>
                  <a:pt x="38649" y="78339"/>
                </a:lnTo>
                <a:lnTo>
                  <a:pt x="38466" y="77929"/>
                </a:lnTo>
                <a:lnTo>
                  <a:pt x="38307" y="77494"/>
                </a:lnTo>
                <a:lnTo>
                  <a:pt x="38173" y="77034"/>
                </a:lnTo>
                <a:lnTo>
                  <a:pt x="38063" y="76549"/>
                </a:lnTo>
                <a:lnTo>
                  <a:pt x="37978" y="76040"/>
                </a:lnTo>
                <a:lnTo>
                  <a:pt x="37917" y="75505"/>
                </a:lnTo>
                <a:lnTo>
                  <a:pt x="37880" y="74946"/>
                </a:lnTo>
                <a:lnTo>
                  <a:pt x="37868" y="74362"/>
                </a:lnTo>
                <a:lnTo>
                  <a:pt x="37868" y="36906"/>
                </a:lnTo>
                <a:lnTo>
                  <a:pt x="66926" y="36906"/>
                </a:lnTo>
                <a:lnTo>
                  <a:pt x="66926" y="21344"/>
                </a:lnTo>
                <a:lnTo>
                  <a:pt x="37868" y="21344"/>
                </a:lnTo>
                <a:lnTo>
                  <a:pt x="37868" y="0"/>
                </a:lnTo>
                <a:lnTo>
                  <a:pt x="20518" y="0"/>
                </a:lnTo>
                <a:lnTo>
                  <a:pt x="20518" y="21344"/>
                </a:lnTo>
                <a:lnTo>
                  <a:pt x="0" y="21344"/>
                </a:lnTo>
                <a:lnTo>
                  <a:pt x="0" y="36906"/>
                </a:lnTo>
                <a:lnTo>
                  <a:pt x="20518" y="36906"/>
                </a:lnTo>
                <a:lnTo>
                  <a:pt x="20518" y="74362"/>
                </a:lnTo>
                <a:lnTo>
                  <a:pt x="20529" y="75238"/>
                </a:lnTo>
                <a:lnTo>
                  <a:pt x="20561" y="76098"/>
                </a:lnTo>
                <a:lnTo>
                  <a:pt x="20614" y="76942"/>
                </a:lnTo>
                <a:lnTo>
                  <a:pt x="20689" y="77770"/>
                </a:lnTo>
                <a:lnTo>
                  <a:pt x="20784" y="78583"/>
                </a:lnTo>
                <a:lnTo>
                  <a:pt x="20901" y="79379"/>
                </a:lnTo>
                <a:lnTo>
                  <a:pt x="21040" y="80160"/>
                </a:lnTo>
                <a:lnTo>
                  <a:pt x="21199" y="80926"/>
                </a:lnTo>
                <a:lnTo>
                  <a:pt x="21380" y="81675"/>
                </a:lnTo>
                <a:lnTo>
                  <a:pt x="21582" y="82409"/>
                </a:lnTo>
                <a:lnTo>
                  <a:pt x="21805" y="83127"/>
                </a:lnTo>
                <a:lnTo>
                  <a:pt x="22050" y="83829"/>
                </a:lnTo>
                <a:lnTo>
                  <a:pt x="22316" y="84515"/>
                </a:lnTo>
                <a:lnTo>
                  <a:pt x="22603" y="85186"/>
                </a:lnTo>
                <a:lnTo>
                  <a:pt x="22912" y="85841"/>
                </a:lnTo>
                <a:lnTo>
                  <a:pt x="23242" y="86480"/>
                </a:lnTo>
                <a:lnTo>
                  <a:pt x="23593" y="87103"/>
                </a:lnTo>
                <a:lnTo>
                  <a:pt x="23965" y="87711"/>
                </a:lnTo>
                <a:lnTo>
                  <a:pt x="24358" y="88302"/>
                </a:lnTo>
                <a:lnTo>
                  <a:pt x="24773" y="88878"/>
                </a:lnTo>
                <a:lnTo>
                  <a:pt x="25209" y="89439"/>
                </a:lnTo>
                <a:lnTo>
                  <a:pt x="25667" y="89983"/>
                </a:lnTo>
                <a:lnTo>
                  <a:pt x="26146" y="90512"/>
                </a:lnTo>
                <a:lnTo>
                  <a:pt x="26646" y="91025"/>
                </a:lnTo>
                <a:lnTo>
                  <a:pt x="27165" y="91519"/>
                </a:lnTo>
                <a:lnTo>
                  <a:pt x="27700" y="91992"/>
                </a:lnTo>
                <a:lnTo>
                  <a:pt x="28252" y="92444"/>
                </a:lnTo>
                <a:lnTo>
                  <a:pt x="28820" y="92876"/>
                </a:lnTo>
                <a:lnTo>
                  <a:pt x="29405" y="93286"/>
                </a:lnTo>
                <a:lnTo>
                  <a:pt x="30007" y="93675"/>
                </a:lnTo>
                <a:lnTo>
                  <a:pt x="30625" y="94043"/>
                </a:lnTo>
                <a:lnTo>
                  <a:pt x="31259" y="94390"/>
                </a:lnTo>
                <a:lnTo>
                  <a:pt x="31910" y="94716"/>
                </a:lnTo>
                <a:lnTo>
                  <a:pt x="32578" y="95021"/>
                </a:lnTo>
                <a:lnTo>
                  <a:pt x="33262" y="95305"/>
                </a:lnTo>
                <a:lnTo>
                  <a:pt x="33962" y="95568"/>
                </a:lnTo>
                <a:lnTo>
                  <a:pt x="34679" y="95810"/>
                </a:lnTo>
                <a:lnTo>
                  <a:pt x="35412" y="96031"/>
                </a:lnTo>
                <a:lnTo>
                  <a:pt x="36162" y="96231"/>
                </a:lnTo>
                <a:lnTo>
                  <a:pt x="36928" y="96409"/>
                </a:lnTo>
                <a:lnTo>
                  <a:pt x="37711" y="96567"/>
                </a:lnTo>
                <a:lnTo>
                  <a:pt x="38511" y="96704"/>
                </a:lnTo>
                <a:lnTo>
                  <a:pt x="39326" y="96820"/>
                </a:lnTo>
                <a:lnTo>
                  <a:pt x="40159" y="96914"/>
                </a:lnTo>
                <a:lnTo>
                  <a:pt x="41007" y="96988"/>
                </a:lnTo>
                <a:lnTo>
                  <a:pt x="41873" y="97040"/>
                </a:lnTo>
                <a:lnTo>
                  <a:pt x="42754" y="97072"/>
                </a:lnTo>
                <a:lnTo>
                  <a:pt x="43653" y="97082"/>
                </a:lnTo>
                <a:lnTo>
                  <a:pt x="65547" y="97082"/>
                </a:lnTo>
                <a:lnTo>
                  <a:pt x="65547" y="81521"/>
                </a:lnTo>
                <a:lnTo>
                  <a:pt x="44892" y="81521"/>
                </a:lnTo>
                <a:close/>
                <a:moveTo>
                  <a:pt x="292762" y="81521"/>
                </a:moveTo>
                <a:lnTo>
                  <a:pt x="292189" y="81508"/>
                </a:lnTo>
                <a:lnTo>
                  <a:pt x="291640" y="81471"/>
                </a:lnTo>
                <a:lnTo>
                  <a:pt x="291116" y="81409"/>
                </a:lnTo>
                <a:lnTo>
                  <a:pt x="290616" y="81322"/>
                </a:lnTo>
                <a:lnTo>
                  <a:pt x="290140" y="81210"/>
                </a:lnTo>
                <a:lnTo>
                  <a:pt x="289689" y="81073"/>
                </a:lnTo>
                <a:lnTo>
                  <a:pt x="289262" y="80912"/>
                </a:lnTo>
                <a:lnTo>
                  <a:pt x="288860" y="80725"/>
                </a:lnTo>
                <a:lnTo>
                  <a:pt x="288482" y="80514"/>
                </a:lnTo>
                <a:lnTo>
                  <a:pt x="288128" y="80278"/>
                </a:lnTo>
                <a:lnTo>
                  <a:pt x="287799" y="80017"/>
                </a:lnTo>
                <a:lnTo>
                  <a:pt x="287494" y="79731"/>
                </a:lnTo>
                <a:lnTo>
                  <a:pt x="287213" y="79420"/>
                </a:lnTo>
                <a:lnTo>
                  <a:pt x="286957" y="79085"/>
                </a:lnTo>
                <a:lnTo>
                  <a:pt x="286725" y="78724"/>
                </a:lnTo>
                <a:lnTo>
                  <a:pt x="286518" y="78339"/>
                </a:lnTo>
                <a:lnTo>
                  <a:pt x="286335" y="77929"/>
                </a:lnTo>
                <a:lnTo>
                  <a:pt x="286177" y="77494"/>
                </a:lnTo>
                <a:lnTo>
                  <a:pt x="286043" y="77034"/>
                </a:lnTo>
                <a:lnTo>
                  <a:pt x="285933" y="76549"/>
                </a:lnTo>
                <a:lnTo>
                  <a:pt x="285847" y="76040"/>
                </a:lnTo>
                <a:lnTo>
                  <a:pt x="285786" y="75505"/>
                </a:lnTo>
                <a:lnTo>
                  <a:pt x="285750" y="74946"/>
                </a:lnTo>
                <a:lnTo>
                  <a:pt x="285738" y="74362"/>
                </a:lnTo>
                <a:lnTo>
                  <a:pt x="285738" y="36906"/>
                </a:lnTo>
                <a:lnTo>
                  <a:pt x="314795" y="36906"/>
                </a:lnTo>
                <a:lnTo>
                  <a:pt x="314795" y="21344"/>
                </a:lnTo>
                <a:lnTo>
                  <a:pt x="285738" y="21344"/>
                </a:lnTo>
                <a:lnTo>
                  <a:pt x="285738" y="0"/>
                </a:lnTo>
                <a:lnTo>
                  <a:pt x="268388" y="0"/>
                </a:lnTo>
                <a:lnTo>
                  <a:pt x="268388" y="21344"/>
                </a:lnTo>
                <a:lnTo>
                  <a:pt x="247870" y="21344"/>
                </a:lnTo>
                <a:lnTo>
                  <a:pt x="247870" y="36906"/>
                </a:lnTo>
                <a:lnTo>
                  <a:pt x="268388" y="36906"/>
                </a:lnTo>
                <a:lnTo>
                  <a:pt x="268388" y="74362"/>
                </a:lnTo>
                <a:lnTo>
                  <a:pt x="268399" y="75238"/>
                </a:lnTo>
                <a:lnTo>
                  <a:pt x="268430" y="76098"/>
                </a:lnTo>
                <a:lnTo>
                  <a:pt x="268484" y="76942"/>
                </a:lnTo>
                <a:lnTo>
                  <a:pt x="268558" y="77770"/>
                </a:lnTo>
                <a:lnTo>
                  <a:pt x="268654" y="78583"/>
                </a:lnTo>
                <a:lnTo>
                  <a:pt x="268771" y="79379"/>
                </a:lnTo>
                <a:lnTo>
                  <a:pt x="268909" y="80160"/>
                </a:lnTo>
                <a:lnTo>
                  <a:pt x="269069" y="80926"/>
                </a:lnTo>
                <a:lnTo>
                  <a:pt x="269250" y="81675"/>
                </a:lnTo>
                <a:lnTo>
                  <a:pt x="269452" y="82409"/>
                </a:lnTo>
                <a:lnTo>
                  <a:pt x="269675" y="83127"/>
                </a:lnTo>
                <a:lnTo>
                  <a:pt x="269920" y="83829"/>
                </a:lnTo>
                <a:lnTo>
                  <a:pt x="270186" y="84515"/>
                </a:lnTo>
                <a:lnTo>
                  <a:pt x="270473" y="85186"/>
                </a:lnTo>
                <a:lnTo>
                  <a:pt x="270781" y="85841"/>
                </a:lnTo>
                <a:lnTo>
                  <a:pt x="271111" y="86480"/>
                </a:lnTo>
                <a:lnTo>
                  <a:pt x="271462" y="87103"/>
                </a:lnTo>
                <a:lnTo>
                  <a:pt x="271834" y="87711"/>
                </a:lnTo>
                <a:lnTo>
                  <a:pt x="272228" y="88302"/>
                </a:lnTo>
                <a:lnTo>
                  <a:pt x="272643" y="88878"/>
                </a:lnTo>
                <a:lnTo>
                  <a:pt x="273079" y="89439"/>
                </a:lnTo>
                <a:lnTo>
                  <a:pt x="273536" y="89983"/>
                </a:lnTo>
                <a:lnTo>
                  <a:pt x="274015" y="90512"/>
                </a:lnTo>
                <a:lnTo>
                  <a:pt x="274515" y="91025"/>
                </a:lnTo>
                <a:lnTo>
                  <a:pt x="275034" y="91519"/>
                </a:lnTo>
                <a:lnTo>
                  <a:pt x="275570" y="91992"/>
                </a:lnTo>
                <a:lnTo>
                  <a:pt x="276122" y="92444"/>
                </a:lnTo>
                <a:lnTo>
                  <a:pt x="276690" y="92876"/>
                </a:lnTo>
                <a:lnTo>
                  <a:pt x="277275" y="93286"/>
                </a:lnTo>
                <a:lnTo>
                  <a:pt x="277876" y="93675"/>
                </a:lnTo>
                <a:lnTo>
                  <a:pt x="278494" y="94043"/>
                </a:lnTo>
                <a:lnTo>
                  <a:pt x="279129" y="94390"/>
                </a:lnTo>
                <a:lnTo>
                  <a:pt x="279780" y="94716"/>
                </a:lnTo>
                <a:lnTo>
                  <a:pt x="280447" y="95021"/>
                </a:lnTo>
                <a:lnTo>
                  <a:pt x="281131" y="95305"/>
                </a:lnTo>
                <a:lnTo>
                  <a:pt x="281831" y="95568"/>
                </a:lnTo>
                <a:lnTo>
                  <a:pt x="282548" y="95810"/>
                </a:lnTo>
                <a:lnTo>
                  <a:pt x="283282" y="96031"/>
                </a:lnTo>
                <a:lnTo>
                  <a:pt x="284032" y="96231"/>
                </a:lnTo>
                <a:lnTo>
                  <a:pt x="284798" y="96409"/>
                </a:lnTo>
                <a:lnTo>
                  <a:pt x="285581" y="96567"/>
                </a:lnTo>
                <a:lnTo>
                  <a:pt x="286380" y="96704"/>
                </a:lnTo>
                <a:lnTo>
                  <a:pt x="287196" y="96820"/>
                </a:lnTo>
                <a:lnTo>
                  <a:pt x="288028" y="96914"/>
                </a:lnTo>
                <a:lnTo>
                  <a:pt x="288877" y="96988"/>
                </a:lnTo>
                <a:lnTo>
                  <a:pt x="289742" y="97040"/>
                </a:lnTo>
                <a:lnTo>
                  <a:pt x="290624" y="97072"/>
                </a:lnTo>
                <a:lnTo>
                  <a:pt x="291522" y="97082"/>
                </a:lnTo>
                <a:lnTo>
                  <a:pt x="313417" y="97082"/>
                </a:lnTo>
                <a:lnTo>
                  <a:pt x="313417" y="81521"/>
                </a:lnTo>
                <a:lnTo>
                  <a:pt x="292762" y="81521"/>
                </a:lnTo>
                <a:close/>
                <a:moveTo>
                  <a:pt x="207342" y="98226"/>
                </a:moveTo>
                <a:lnTo>
                  <a:pt x="208472" y="98152"/>
                </a:lnTo>
                <a:lnTo>
                  <a:pt x="209578" y="98056"/>
                </a:lnTo>
                <a:lnTo>
                  <a:pt x="210659" y="97939"/>
                </a:lnTo>
                <a:lnTo>
                  <a:pt x="211715" y="97801"/>
                </a:lnTo>
                <a:lnTo>
                  <a:pt x="212747" y="97641"/>
                </a:lnTo>
                <a:lnTo>
                  <a:pt x="213754" y="97461"/>
                </a:lnTo>
                <a:lnTo>
                  <a:pt x="214736" y="97258"/>
                </a:lnTo>
                <a:lnTo>
                  <a:pt x="215694" y="97035"/>
                </a:lnTo>
                <a:lnTo>
                  <a:pt x="216627" y="96790"/>
                </a:lnTo>
                <a:lnTo>
                  <a:pt x="217536" y="96524"/>
                </a:lnTo>
                <a:lnTo>
                  <a:pt x="218420" y="96237"/>
                </a:lnTo>
                <a:lnTo>
                  <a:pt x="219279" y="95929"/>
                </a:lnTo>
                <a:lnTo>
                  <a:pt x="220114" y="95599"/>
                </a:lnTo>
                <a:lnTo>
                  <a:pt x="220924" y="95248"/>
                </a:lnTo>
                <a:lnTo>
                  <a:pt x="221709" y="94876"/>
                </a:lnTo>
                <a:lnTo>
                  <a:pt x="222470" y="94482"/>
                </a:lnTo>
                <a:lnTo>
                  <a:pt x="223206" y="94067"/>
                </a:lnTo>
                <a:lnTo>
                  <a:pt x="223918" y="93631"/>
                </a:lnTo>
                <a:lnTo>
                  <a:pt x="224604" y="93174"/>
                </a:lnTo>
                <a:lnTo>
                  <a:pt x="225267" y="92695"/>
                </a:lnTo>
                <a:lnTo>
                  <a:pt x="225904" y="92195"/>
                </a:lnTo>
                <a:lnTo>
                  <a:pt x="226517" y="91676"/>
                </a:lnTo>
                <a:lnTo>
                  <a:pt x="227103" y="91140"/>
                </a:lnTo>
                <a:lnTo>
                  <a:pt x="227663" y="90586"/>
                </a:lnTo>
                <a:lnTo>
                  <a:pt x="228198" y="90016"/>
                </a:lnTo>
                <a:lnTo>
                  <a:pt x="228706" y="89429"/>
                </a:lnTo>
                <a:lnTo>
                  <a:pt x="229188" y="88825"/>
                </a:lnTo>
                <a:lnTo>
                  <a:pt x="229644" y="88204"/>
                </a:lnTo>
                <a:lnTo>
                  <a:pt x="230074" y="87566"/>
                </a:lnTo>
                <a:lnTo>
                  <a:pt x="230478" y="86911"/>
                </a:lnTo>
                <a:lnTo>
                  <a:pt x="230856" y="86239"/>
                </a:lnTo>
                <a:lnTo>
                  <a:pt x="231208" y="85550"/>
                </a:lnTo>
                <a:lnTo>
                  <a:pt x="231533" y="84844"/>
                </a:lnTo>
                <a:lnTo>
                  <a:pt x="231833" y="84121"/>
                </a:lnTo>
                <a:lnTo>
                  <a:pt x="232107" y="83381"/>
                </a:lnTo>
                <a:lnTo>
                  <a:pt x="232354" y="82624"/>
                </a:lnTo>
                <a:lnTo>
                  <a:pt x="232576" y="81850"/>
                </a:lnTo>
                <a:lnTo>
                  <a:pt x="232771" y="81060"/>
                </a:lnTo>
                <a:lnTo>
                  <a:pt x="232941" y="80252"/>
                </a:lnTo>
                <a:lnTo>
                  <a:pt x="233084" y="79427"/>
                </a:lnTo>
                <a:lnTo>
                  <a:pt x="233201" y="78586"/>
                </a:lnTo>
                <a:lnTo>
                  <a:pt x="233293" y="77727"/>
                </a:lnTo>
                <a:lnTo>
                  <a:pt x="233358" y="76851"/>
                </a:lnTo>
                <a:lnTo>
                  <a:pt x="233397" y="75959"/>
                </a:lnTo>
                <a:lnTo>
                  <a:pt x="233410" y="75049"/>
                </a:lnTo>
                <a:lnTo>
                  <a:pt x="233399" y="74197"/>
                </a:lnTo>
                <a:lnTo>
                  <a:pt x="233365" y="73363"/>
                </a:lnTo>
                <a:lnTo>
                  <a:pt x="233310" y="72546"/>
                </a:lnTo>
                <a:lnTo>
                  <a:pt x="233232" y="71746"/>
                </a:lnTo>
                <a:lnTo>
                  <a:pt x="233132" y="70964"/>
                </a:lnTo>
                <a:lnTo>
                  <a:pt x="233010" y="70199"/>
                </a:lnTo>
                <a:lnTo>
                  <a:pt x="232865" y="69452"/>
                </a:lnTo>
                <a:lnTo>
                  <a:pt x="232698" y="68723"/>
                </a:lnTo>
                <a:lnTo>
                  <a:pt x="232509" y="68010"/>
                </a:lnTo>
                <a:lnTo>
                  <a:pt x="232298" y="67315"/>
                </a:lnTo>
                <a:lnTo>
                  <a:pt x="232065" y="66638"/>
                </a:lnTo>
                <a:lnTo>
                  <a:pt x="231809" y="65978"/>
                </a:lnTo>
                <a:lnTo>
                  <a:pt x="231531" y="65336"/>
                </a:lnTo>
                <a:lnTo>
                  <a:pt x="231231" y="64711"/>
                </a:lnTo>
                <a:lnTo>
                  <a:pt x="230909" y="64103"/>
                </a:lnTo>
                <a:lnTo>
                  <a:pt x="230564" y="63513"/>
                </a:lnTo>
                <a:lnTo>
                  <a:pt x="230197" y="62940"/>
                </a:lnTo>
                <a:lnTo>
                  <a:pt x="229808" y="62385"/>
                </a:lnTo>
                <a:lnTo>
                  <a:pt x="229397" y="61847"/>
                </a:lnTo>
                <a:lnTo>
                  <a:pt x="228964" y="61327"/>
                </a:lnTo>
                <a:lnTo>
                  <a:pt x="228508" y="60824"/>
                </a:lnTo>
                <a:lnTo>
                  <a:pt x="228030" y="60339"/>
                </a:lnTo>
                <a:lnTo>
                  <a:pt x="227530" y="59871"/>
                </a:lnTo>
                <a:lnTo>
                  <a:pt x="227007" y="59420"/>
                </a:lnTo>
                <a:lnTo>
                  <a:pt x="226462" y="58984"/>
                </a:lnTo>
                <a:lnTo>
                  <a:pt x="225891" y="58560"/>
                </a:lnTo>
                <a:lnTo>
                  <a:pt x="225296" y="58148"/>
                </a:lnTo>
                <a:lnTo>
                  <a:pt x="224676" y="57747"/>
                </a:lnTo>
                <a:lnTo>
                  <a:pt x="224032" y="57358"/>
                </a:lnTo>
                <a:lnTo>
                  <a:pt x="223363" y="56980"/>
                </a:lnTo>
                <a:lnTo>
                  <a:pt x="222669" y="56615"/>
                </a:lnTo>
                <a:lnTo>
                  <a:pt x="221951" y="56261"/>
                </a:lnTo>
                <a:lnTo>
                  <a:pt x="221208" y="55918"/>
                </a:lnTo>
                <a:lnTo>
                  <a:pt x="220440" y="55588"/>
                </a:lnTo>
                <a:lnTo>
                  <a:pt x="219648" y="55269"/>
                </a:lnTo>
                <a:lnTo>
                  <a:pt x="218832" y="54962"/>
                </a:lnTo>
                <a:lnTo>
                  <a:pt x="217990" y="54667"/>
                </a:lnTo>
                <a:lnTo>
                  <a:pt x="217124" y="54383"/>
                </a:lnTo>
                <a:lnTo>
                  <a:pt x="216233" y="54111"/>
                </a:lnTo>
                <a:lnTo>
                  <a:pt x="215318" y="53851"/>
                </a:lnTo>
                <a:lnTo>
                  <a:pt x="214378" y="53602"/>
                </a:lnTo>
                <a:lnTo>
                  <a:pt x="213414" y="53365"/>
                </a:lnTo>
                <a:lnTo>
                  <a:pt x="212424" y="53140"/>
                </a:lnTo>
                <a:lnTo>
                  <a:pt x="211411" y="52927"/>
                </a:lnTo>
                <a:lnTo>
                  <a:pt x="210372" y="52725"/>
                </a:lnTo>
                <a:lnTo>
                  <a:pt x="209309" y="52535"/>
                </a:lnTo>
                <a:lnTo>
                  <a:pt x="208221" y="52357"/>
                </a:lnTo>
                <a:lnTo>
                  <a:pt x="207109" y="52190"/>
                </a:lnTo>
                <a:lnTo>
                  <a:pt x="197332" y="50814"/>
                </a:lnTo>
                <a:lnTo>
                  <a:pt x="196901" y="50743"/>
                </a:lnTo>
                <a:lnTo>
                  <a:pt x="196480" y="50669"/>
                </a:lnTo>
                <a:lnTo>
                  <a:pt x="196069" y="50591"/>
                </a:lnTo>
                <a:lnTo>
                  <a:pt x="195668" y="50510"/>
                </a:lnTo>
                <a:lnTo>
                  <a:pt x="195277" y="50425"/>
                </a:lnTo>
                <a:lnTo>
                  <a:pt x="194896" y="50336"/>
                </a:lnTo>
                <a:lnTo>
                  <a:pt x="194526" y="50244"/>
                </a:lnTo>
                <a:lnTo>
                  <a:pt x="194165" y="50148"/>
                </a:lnTo>
                <a:lnTo>
                  <a:pt x="193814" y="50049"/>
                </a:lnTo>
                <a:lnTo>
                  <a:pt x="193473" y="49946"/>
                </a:lnTo>
                <a:lnTo>
                  <a:pt x="193143" y="49840"/>
                </a:lnTo>
                <a:lnTo>
                  <a:pt x="192822" y="49729"/>
                </a:lnTo>
                <a:lnTo>
                  <a:pt x="192512" y="49616"/>
                </a:lnTo>
                <a:lnTo>
                  <a:pt x="192211" y="49498"/>
                </a:lnTo>
                <a:lnTo>
                  <a:pt x="191920" y="49378"/>
                </a:lnTo>
                <a:lnTo>
                  <a:pt x="191640" y="49253"/>
                </a:lnTo>
                <a:lnTo>
                  <a:pt x="191369" y="49125"/>
                </a:lnTo>
                <a:lnTo>
                  <a:pt x="191109" y="48994"/>
                </a:lnTo>
                <a:lnTo>
                  <a:pt x="190859" y="48858"/>
                </a:lnTo>
                <a:lnTo>
                  <a:pt x="190618" y="48719"/>
                </a:lnTo>
                <a:lnTo>
                  <a:pt x="190388" y="48577"/>
                </a:lnTo>
                <a:lnTo>
                  <a:pt x="190168" y="48431"/>
                </a:lnTo>
                <a:lnTo>
                  <a:pt x="189957" y="48281"/>
                </a:lnTo>
                <a:lnTo>
                  <a:pt x="189757" y="48128"/>
                </a:lnTo>
                <a:lnTo>
                  <a:pt x="189566" y="47970"/>
                </a:lnTo>
                <a:lnTo>
                  <a:pt x="189383" y="47805"/>
                </a:lnTo>
                <a:lnTo>
                  <a:pt x="189208" y="47632"/>
                </a:lnTo>
                <a:lnTo>
                  <a:pt x="189042" y="47453"/>
                </a:lnTo>
                <a:lnTo>
                  <a:pt x="188883" y="47267"/>
                </a:lnTo>
                <a:lnTo>
                  <a:pt x="188733" y="47074"/>
                </a:lnTo>
                <a:lnTo>
                  <a:pt x="188591" y="46874"/>
                </a:lnTo>
                <a:lnTo>
                  <a:pt x="188457" y="46667"/>
                </a:lnTo>
                <a:lnTo>
                  <a:pt x="188331" y="46453"/>
                </a:lnTo>
                <a:lnTo>
                  <a:pt x="188213" y="46232"/>
                </a:lnTo>
                <a:lnTo>
                  <a:pt x="188103" y="46004"/>
                </a:lnTo>
                <a:lnTo>
                  <a:pt x="188001" y="45770"/>
                </a:lnTo>
                <a:lnTo>
                  <a:pt x="187908" y="45528"/>
                </a:lnTo>
                <a:lnTo>
                  <a:pt x="187823" y="45280"/>
                </a:lnTo>
                <a:lnTo>
                  <a:pt x="187745" y="45024"/>
                </a:lnTo>
                <a:lnTo>
                  <a:pt x="187676" y="44762"/>
                </a:lnTo>
                <a:lnTo>
                  <a:pt x="187615" y="44492"/>
                </a:lnTo>
                <a:lnTo>
                  <a:pt x="187563" y="44216"/>
                </a:lnTo>
                <a:lnTo>
                  <a:pt x="187518" y="43933"/>
                </a:lnTo>
                <a:lnTo>
                  <a:pt x="187481" y="43643"/>
                </a:lnTo>
                <a:lnTo>
                  <a:pt x="187453" y="43346"/>
                </a:lnTo>
                <a:lnTo>
                  <a:pt x="187433" y="43042"/>
                </a:lnTo>
                <a:lnTo>
                  <a:pt x="187420" y="42731"/>
                </a:lnTo>
                <a:lnTo>
                  <a:pt x="187416" y="42413"/>
                </a:lnTo>
                <a:lnTo>
                  <a:pt x="187421" y="42072"/>
                </a:lnTo>
                <a:lnTo>
                  <a:pt x="187435" y="41738"/>
                </a:lnTo>
                <a:lnTo>
                  <a:pt x="187458" y="41411"/>
                </a:lnTo>
                <a:lnTo>
                  <a:pt x="187491" y="41092"/>
                </a:lnTo>
                <a:lnTo>
                  <a:pt x="187533" y="40779"/>
                </a:lnTo>
                <a:lnTo>
                  <a:pt x="187584" y="40472"/>
                </a:lnTo>
                <a:lnTo>
                  <a:pt x="187645" y="40173"/>
                </a:lnTo>
                <a:lnTo>
                  <a:pt x="187715" y="39881"/>
                </a:lnTo>
                <a:lnTo>
                  <a:pt x="187794" y="39596"/>
                </a:lnTo>
                <a:lnTo>
                  <a:pt x="187882" y="39317"/>
                </a:lnTo>
                <a:lnTo>
                  <a:pt x="187980" y="39046"/>
                </a:lnTo>
                <a:lnTo>
                  <a:pt x="188088" y="38782"/>
                </a:lnTo>
                <a:lnTo>
                  <a:pt x="188204" y="38524"/>
                </a:lnTo>
                <a:lnTo>
                  <a:pt x="188330" y="38273"/>
                </a:lnTo>
                <a:lnTo>
                  <a:pt x="188465" y="38030"/>
                </a:lnTo>
                <a:lnTo>
                  <a:pt x="188610" y="37793"/>
                </a:lnTo>
                <a:lnTo>
                  <a:pt x="188764" y="37563"/>
                </a:lnTo>
                <a:lnTo>
                  <a:pt x="188927" y="37341"/>
                </a:lnTo>
                <a:lnTo>
                  <a:pt x="189099" y="37125"/>
                </a:lnTo>
                <a:lnTo>
                  <a:pt x="189281" y="36916"/>
                </a:lnTo>
                <a:lnTo>
                  <a:pt x="189472" y="36714"/>
                </a:lnTo>
                <a:lnTo>
                  <a:pt x="189673" y="36519"/>
                </a:lnTo>
                <a:lnTo>
                  <a:pt x="189883" y="36330"/>
                </a:lnTo>
                <a:lnTo>
                  <a:pt x="190102" y="36149"/>
                </a:lnTo>
                <a:lnTo>
                  <a:pt x="190331" y="35975"/>
                </a:lnTo>
                <a:lnTo>
                  <a:pt x="190572" y="35808"/>
                </a:lnTo>
                <a:lnTo>
                  <a:pt x="190824" y="35649"/>
                </a:lnTo>
                <a:lnTo>
                  <a:pt x="191087" y="35497"/>
                </a:lnTo>
                <a:lnTo>
                  <a:pt x="191361" y="35352"/>
                </a:lnTo>
                <a:lnTo>
                  <a:pt x="191647" y="35215"/>
                </a:lnTo>
                <a:lnTo>
                  <a:pt x="191943" y="35086"/>
                </a:lnTo>
                <a:lnTo>
                  <a:pt x="192251" y="34963"/>
                </a:lnTo>
                <a:lnTo>
                  <a:pt x="192571" y="34848"/>
                </a:lnTo>
                <a:lnTo>
                  <a:pt x="192901" y="34741"/>
                </a:lnTo>
                <a:lnTo>
                  <a:pt x="193243" y="34641"/>
                </a:lnTo>
                <a:lnTo>
                  <a:pt x="193596" y="34548"/>
                </a:lnTo>
                <a:lnTo>
                  <a:pt x="193960" y="34463"/>
                </a:lnTo>
                <a:lnTo>
                  <a:pt x="194336" y="34385"/>
                </a:lnTo>
                <a:lnTo>
                  <a:pt x="194722" y="34315"/>
                </a:lnTo>
                <a:lnTo>
                  <a:pt x="195120" y="34252"/>
                </a:lnTo>
                <a:lnTo>
                  <a:pt x="195529" y="34196"/>
                </a:lnTo>
                <a:lnTo>
                  <a:pt x="195950" y="34148"/>
                </a:lnTo>
                <a:lnTo>
                  <a:pt x="196381" y="34107"/>
                </a:lnTo>
                <a:lnTo>
                  <a:pt x="196824" y="34074"/>
                </a:lnTo>
                <a:lnTo>
                  <a:pt x="197278" y="34048"/>
                </a:lnTo>
                <a:lnTo>
                  <a:pt x="197744" y="34029"/>
                </a:lnTo>
                <a:lnTo>
                  <a:pt x="198220" y="34018"/>
                </a:lnTo>
                <a:lnTo>
                  <a:pt x="198708" y="34014"/>
                </a:lnTo>
                <a:lnTo>
                  <a:pt x="203942" y="34014"/>
                </a:lnTo>
                <a:lnTo>
                  <a:pt x="204341" y="34018"/>
                </a:lnTo>
                <a:lnTo>
                  <a:pt x="204732" y="34028"/>
                </a:lnTo>
                <a:lnTo>
                  <a:pt x="205118" y="34045"/>
                </a:lnTo>
                <a:lnTo>
                  <a:pt x="205497" y="34068"/>
                </a:lnTo>
                <a:lnTo>
                  <a:pt x="205869" y="34098"/>
                </a:lnTo>
                <a:lnTo>
                  <a:pt x="206235" y="34135"/>
                </a:lnTo>
                <a:lnTo>
                  <a:pt x="206595" y="34179"/>
                </a:lnTo>
                <a:lnTo>
                  <a:pt x="206948" y="34229"/>
                </a:lnTo>
                <a:lnTo>
                  <a:pt x="207295" y="34286"/>
                </a:lnTo>
                <a:lnTo>
                  <a:pt x="207635" y="34349"/>
                </a:lnTo>
                <a:lnTo>
                  <a:pt x="207969" y="34420"/>
                </a:lnTo>
                <a:lnTo>
                  <a:pt x="208296" y="34497"/>
                </a:lnTo>
                <a:lnTo>
                  <a:pt x="208617" y="34580"/>
                </a:lnTo>
                <a:lnTo>
                  <a:pt x="208931" y="34671"/>
                </a:lnTo>
                <a:lnTo>
                  <a:pt x="209239" y="34768"/>
                </a:lnTo>
                <a:lnTo>
                  <a:pt x="209541" y="34872"/>
                </a:lnTo>
                <a:lnTo>
                  <a:pt x="209836" y="34982"/>
                </a:lnTo>
                <a:lnTo>
                  <a:pt x="210125" y="35099"/>
                </a:lnTo>
                <a:lnTo>
                  <a:pt x="210407" y="35223"/>
                </a:lnTo>
                <a:lnTo>
                  <a:pt x="210683" y="35354"/>
                </a:lnTo>
                <a:lnTo>
                  <a:pt x="210952" y="35491"/>
                </a:lnTo>
                <a:lnTo>
                  <a:pt x="211215" y="35635"/>
                </a:lnTo>
                <a:lnTo>
                  <a:pt x="211471" y="35786"/>
                </a:lnTo>
                <a:lnTo>
                  <a:pt x="211721" y="35943"/>
                </a:lnTo>
                <a:lnTo>
                  <a:pt x="211963" y="36106"/>
                </a:lnTo>
                <a:lnTo>
                  <a:pt x="212197" y="36272"/>
                </a:lnTo>
                <a:lnTo>
                  <a:pt x="212421" y="36442"/>
                </a:lnTo>
                <a:lnTo>
                  <a:pt x="212637" y="36616"/>
                </a:lnTo>
                <a:lnTo>
                  <a:pt x="212844" y="36794"/>
                </a:lnTo>
                <a:lnTo>
                  <a:pt x="213042" y="36976"/>
                </a:lnTo>
                <a:lnTo>
                  <a:pt x="213231" y="37161"/>
                </a:lnTo>
                <a:lnTo>
                  <a:pt x="213412" y="37350"/>
                </a:lnTo>
                <a:lnTo>
                  <a:pt x="213583" y="37543"/>
                </a:lnTo>
                <a:lnTo>
                  <a:pt x="213746" y="37740"/>
                </a:lnTo>
                <a:lnTo>
                  <a:pt x="213900" y="37941"/>
                </a:lnTo>
                <a:lnTo>
                  <a:pt x="214045" y="38145"/>
                </a:lnTo>
                <a:lnTo>
                  <a:pt x="214181" y="38354"/>
                </a:lnTo>
                <a:lnTo>
                  <a:pt x="214309" y="38566"/>
                </a:lnTo>
                <a:lnTo>
                  <a:pt x="214427" y="38782"/>
                </a:lnTo>
                <a:lnTo>
                  <a:pt x="214537" y="39002"/>
                </a:lnTo>
                <a:lnTo>
                  <a:pt x="214637" y="39225"/>
                </a:lnTo>
                <a:lnTo>
                  <a:pt x="214729" y="39453"/>
                </a:lnTo>
                <a:lnTo>
                  <a:pt x="214813" y="39684"/>
                </a:lnTo>
                <a:lnTo>
                  <a:pt x="214887" y="39919"/>
                </a:lnTo>
                <a:lnTo>
                  <a:pt x="214952" y="40158"/>
                </a:lnTo>
                <a:lnTo>
                  <a:pt x="215009" y="40401"/>
                </a:lnTo>
                <a:lnTo>
                  <a:pt x="215057" y="40648"/>
                </a:lnTo>
                <a:lnTo>
                  <a:pt x="215096" y="40898"/>
                </a:lnTo>
                <a:lnTo>
                  <a:pt x="232309" y="40898"/>
                </a:lnTo>
                <a:lnTo>
                  <a:pt x="232251" y="40113"/>
                </a:lnTo>
                <a:lnTo>
                  <a:pt x="232168" y="39341"/>
                </a:lnTo>
                <a:lnTo>
                  <a:pt x="232061" y="38583"/>
                </a:lnTo>
                <a:lnTo>
                  <a:pt x="231930" y="37838"/>
                </a:lnTo>
                <a:lnTo>
                  <a:pt x="231774" y="37106"/>
                </a:lnTo>
                <a:lnTo>
                  <a:pt x="231594" y="36388"/>
                </a:lnTo>
                <a:lnTo>
                  <a:pt x="231390" y="35683"/>
                </a:lnTo>
                <a:lnTo>
                  <a:pt x="231161" y="34992"/>
                </a:lnTo>
                <a:lnTo>
                  <a:pt x="230908" y="34314"/>
                </a:lnTo>
                <a:lnTo>
                  <a:pt x="230630" y="33649"/>
                </a:lnTo>
                <a:lnTo>
                  <a:pt x="230328" y="32998"/>
                </a:lnTo>
                <a:lnTo>
                  <a:pt x="230002" y="32360"/>
                </a:lnTo>
                <a:lnTo>
                  <a:pt x="229651" y="31736"/>
                </a:lnTo>
                <a:lnTo>
                  <a:pt x="229276" y="31125"/>
                </a:lnTo>
                <a:lnTo>
                  <a:pt x="228877" y="30527"/>
                </a:lnTo>
                <a:lnTo>
                  <a:pt x="228453" y="29943"/>
                </a:lnTo>
                <a:lnTo>
                  <a:pt x="228004" y="29372"/>
                </a:lnTo>
                <a:lnTo>
                  <a:pt x="227532" y="28814"/>
                </a:lnTo>
                <a:lnTo>
                  <a:pt x="227035" y="28270"/>
                </a:lnTo>
                <a:lnTo>
                  <a:pt x="226513" y="27739"/>
                </a:lnTo>
                <a:lnTo>
                  <a:pt x="225967" y="27222"/>
                </a:lnTo>
                <a:lnTo>
                  <a:pt x="225397" y="26718"/>
                </a:lnTo>
                <a:lnTo>
                  <a:pt x="224802" y="26228"/>
                </a:lnTo>
                <a:lnTo>
                  <a:pt x="224183" y="25750"/>
                </a:lnTo>
                <a:lnTo>
                  <a:pt x="223543" y="25290"/>
                </a:lnTo>
                <a:lnTo>
                  <a:pt x="222886" y="24849"/>
                </a:lnTo>
                <a:lnTo>
                  <a:pt x="222211" y="24427"/>
                </a:lnTo>
                <a:lnTo>
                  <a:pt x="221518" y="24025"/>
                </a:lnTo>
                <a:lnTo>
                  <a:pt x="220807" y="23643"/>
                </a:lnTo>
                <a:lnTo>
                  <a:pt x="220078" y="23280"/>
                </a:lnTo>
                <a:lnTo>
                  <a:pt x="219332" y="22937"/>
                </a:lnTo>
                <a:lnTo>
                  <a:pt x="218569" y="22614"/>
                </a:lnTo>
                <a:lnTo>
                  <a:pt x="217787" y="22310"/>
                </a:lnTo>
                <a:lnTo>
                  <a:pt x="216988" y="22026"/>
                </a:lnTo>
                <a:lnTo>
                  <a:pt x="216171" y="21761"/>
                </a:lnTo>
                <a:lnTo>
                  <a:pt x="215337" y="21516"/>
                </a:lnTo>
                <a:lnTo>
                  <a:pt x="214484" y="21290"/>
                </a:lnTo>
                <a:lnTo>
                  <a:pt x="213615" y="21085"/>
                </a:lnTo>
                <a:lnTo>
                  <a:pt x="212727" y="20898"/>
                </a:lnTo>
                <a:lnTo>
                  <a:pt x="211822" y="20732"/>
                </a:lnTo>
                <a:lnTo>
                  <a:pt x="210899" y="20585"/>
                </a:lnTo>
                <a:lnTo>
                  <a:pt x="209958" y="20457"/>
                </a:lnTo>
                <a:lnTo>
                  <a:pt x="209000" y="20349"/>
                </a:lnTo>
                <a:lnTo>
                  <a:pt x="208024" y="20261"/>
                </a:lnTo>
                <a:lnTo>
                  <a:pt x="207030" y="20193"/>
                </a:lnTo>
                <a:lnTo>
                  <a:pt x="206018" y="20144"/>
                </a:lnTo>
                <a:lnTo>
                  <a:pt x="204989" y="20114"/>
                </a:lnTo>
                <a:lnTo>
                  <a:pt x="203942" y="20104"/>
                </a:lnTo>
                <a:lnTo>
                  <a:pt x="198708" y="20104"/>
                </a:lnTo>
                <a:lnTo>
                  <a:pt x="197561" y="20115"/>
                </a:lnTo>
                <a:lnTo>
                  <a:pt x="196437" y="20145"/>
                </a:lnTo>
                <a:lnTo>
                  <a:pt x="195337" y="20196"/>
                </a:lnTo>
                <a:lnTo>
                  <a:pt x="194260" y="20267"/>
                </a:lnTo>
                <a:lnTo>
                  <a:pt x="193206" y="20359"/>
                </a:lnTo>
                <a:lnTo>
                  <a:pt x="192176" y="20470"/>
                </a:lnTo>
                <a:lnTo>
                  <a:pt x="191169" y="20602"/>
                </a:lnTo>
                <a:lnTo>
                  <a:pt x="190186" y="20755"/>
                </a:lnTo>
                <a:lnTo>
                  <a:pt x="189226" y="20928"/>
                </a:lnTo>
                <a:lnTo>
                  <a:pt x="188290" y="21121"/>
                </a:lnTo>
                <a:lnTo>
                  <a:pt x="187377" y="21334"/>
                </a:lnTo>
                <a:lnTo>
                  <a:pt x="186487" y="21568"/>
                </a:lnTo>
                <a:lnTo>
                  <a:pt x="185621" y="21822"/>
                </a:lnTo>
                <a:lnTo>
                  <a:pt x="184778" y="22096"/>
                </a:lnTo>
                <a:lnTo>
                  <a:pt x="183959" y="22391"/>
                </a:lnTo>
                <a:lnTo>
                  <a:pt x="183163" y="22706"/>
                </a:lnTo>
                <a:lnTo>
                  <a:pt x="182391" y="23042"/>
                </a:lnTo>
                <a:lnTo>
                  <a:pt x="181641" y="23397"/>
                </a:lnTo>
                <a:lnTo>
                  <a:pt x="180916" y="23773"/>
                </a:lnTo>
                <a:lnTo>
                  <a:pt x="180214" y="24170"/>
                </a:lnTo>
                <a:lnTo>
                  <a:pt x="179535" y="24586"/>
                </a:lnTo>
                <a:lnTo>
                  <a:pt x="178880" y="25023"/>
                </a:lnTo>
                <a:lnTo>
                  <a:pt x="178248" y="25481"/>
                </a:lnTo>
                <a:lnTo>
                  <a:pt x="177639" y="25958"/>
                </a:lnTo>
                <a:lnTo>
                  <a:pt x="177055" y="26454"/>
                </a:lnTo>
                <a:lnTo>
                  <a:pt x="176496" y="26967"/>
                </a:lnTo>
                <a:lnTo>
                  <a:pt x="175961" y="27496"/>
                </a:lnTo>
                <a:lnTo>
                  <a:pt x="175451" y="28041"/>
                </a:lnTo>
                <a:lnTo>
                  <a:pt x="174966" y="28603"/>
                </a:lnTo>
                <a:lnTo>
                  <a:pt x="174506" y="29181"/>
                </a:lnTo>
                <a:lnTo>
                  <a:pt x="174071" y="29776"/>
                </a:lnTo>
                <a:lnTo>
                  <a:pt x="173661" y="30388"/>
                </a:lnTo>
                <a:lnTo>
                  <a:pt x="173276" y="31015"/>
                </a:lnTo>
                <a:lnTo>
                  <a:pt x="172915" y="31660"/>
                </a:lnTo>
                <a:lnTo>
                  <a:pt x="172579" y="32321"/>
                </a:lnTo>
                <a:lnTo>
                  <a:pt x="172269" y="32998"/>
                </a:lnTo>
                <a:lnTo>
                  <a:pt x="171983" y="33692"/>
                </a:lnTo>
                <a:lnTo>
                  <a:pt x="171722" y="34402"/>
                </a:lnTo>
                <a:lnTo>
                  <a:pt x="171485" y="35129"/>
                </a:lnTo>
                <a:lnTo>
                  <a:pt x="171274" y="35872"/>
                </a:lnTo>
                <a:lnTo>
                  <a:pt x="171088" y="36632"/>
                </a:lnTo>
                <a:lnTo>
                  <a:pt x="170926" y="37409"/>
                </a:lnTo>
                <a:lnTo>
                  <a:pt x="170789" y="38201"/>
                </a:lnTo>
                <a:lnTo>
                  <a:pt x="170677" y="39011"/>
                </a:lnTo>
                <a:lnTo>
                  <a:pt x="170590" y="39837"/>
                </a:lnTo>
                <a:lnTo>
                  <a:pt x="170528" y="40679"/>
                </a:lnTo>
                <a:lnTo>
                  <a:pt x="170491" y="41538"/>
                </a:lnTo>
                <a:lnTo>
                  <a:pt x="170478" y="42413"/>
                </a:lnTo>
                <a:lnTo>
                  <a:pt x="170489" y="43253"/>
                </a:lnTo>
                <a:lnTo>
                  <a:pt x="170520" y="44076"/>
                </a:lnTo>
                <a:lnTo>
                  <a:pt x="170573" y="44881"/>
                </a:lnTo>
                <a:lnTo>
                  <a:pt x="170647" y="45668"/>
                </a:lnTo>
                <a:lnTo>
                  <a:pt x="170741" y="46438"/>
                </a:lnTo>
                <a:lnTo>
                  <a:pt x="170857" y="47190"/>
                </a:lnTo>
                <a:lnTo>
                  <a:pt x="170994" y="47924"/>
                </a:lnTo>
                <a:lnTo>
                  <a:pt x="171152" y="48641"/>
                </a:lnTo>
                <a:lnTo>
                  <a:pt x="171331" y="49340"/>
                </a:lnTo>
                <a:lnTo>
                  <a:pt x="171530" y="50021"/>
                </a:lnTo>
                <a:lnTo>
                  <a:pt x="171751" y="50684"/>
                </a:lnTo>
                <a:lnTo>
                  <a:pt x="171993" y="51330"/>
                </a:lnTo>
                <a:lnTo>
                  <a:pt x="172256" y="51958"/>
                </a:lnTo>
                <a:lnTo>
                  <a:pt x="172540" y="52569"/>
                </a:lnTo>
                <a:lnTo>
                  <a:pt x="172846" y="53161"/>
                </a:lnTo>
                <a:lnTo>
                  <a:pt x="173172" y="53736"/>
                </a:lnTo>
                <a:lnTo>
                  <a:pt x="173519" y="54294"/>
                </a:lnTo>
                <a:lnTo>
                  <a:pt x="173887" y="54833"/>
                </a:lnTo>
                <a:lnTo>
                  <a:pt x="174276" y="55355"/>
                </a:lnTo>
                <a:lnTo>
                  <a:pt x="174687" y="55859"/>
                </a:lnTo>
                <a:lnTo>
                  <a:pt x="175118" y="56346"/>
                </a:lnTo>
                <a:lnTo>
                  <a:pt x="175570" y="56815"/>
                </a:lnTo>
                <a:lnTo>
                  <a:pt x="176044" y="57266"/>
                </a:lnTo>
                <a:lnTo>
                  <a:pt x="176538" y="57699"/>
                </a:lnTo>
                <a:lnTo>
                  <a:pt x="177055" y="58118"/>
                </a:lnTo>
                <a:lnTo>
                  <a:pt x="177596" y="58526"/>
                </a:lnTo>
                <a:lnTo>
                  <a:pt x="178161" y="58922"/>
                </a:lnTo>
                <a:lnTo>
                  <a:pt x="178749" y="59306"/>
                </a:lnTo>
                <a:lnTo>
                  <a:pt x="179362" y="59679"/>
                </a:lnTo>
                <a:lnTo>
                  <a:pt x="179998" y="60041"/>
                </a:lnTo>
                <a:lnTo>
                  <a:pt x="180659" y="60391"/>
                </a:lnTo>
                <a:lnTo>
                  <a:pt x="181343" y="60729"/>
                </a:lnTo>
                <a:lnTo>
                  <a:pt x="182051" y="61056"/>
                </a:lnTo>
                <a:lnTo>
                  <a:pt x="182783" y="61372"/>
                </a:lnTo>
                <a:lnTo>
                  <a:pt x="183539" y="61676"/>
                </a:lnTo>
                <a:lnTo>
                  <a:pt x="184319" y="61969"/>
                </a:lnTo>
                <a:lnTo>
                  <a:pt x="185123" y="62250"/>
                </a:lnTo>
                <a:lnTo>
                  <a:pt x="185951" y="62519"/>
                </a:lnTo>
                <a:lnTo>
                  <a:pt x="186802" y="62778"/>
                </a:lnTo>
                <a:lnTo>
                  <a:pt x="187678" y="63024"/>
                </a:lnTo>
                <a:lnTo>
                  <a:pt x="188577" y="63260"/>
                </a:lnTo>
                <a:lnTo>
                  <a:pt x="189500" y="63483"/>
                </a:lnTo>
                <a:lnTo>
                  <a:pt x="190447" y="63696"/>
                </a:lnTo>
                <a:lnTo>
                  <a:pt x="191418" y="63896"/>
                </a:lnTo>
                <a:lnTo>
                  <a:pt x="192413" y="64086"/>
                </a:lnTo>
                <a:lnTo>
                  <a:pt x="193432" y="64264"/>
                </a:lnTo>
                <a:lnTo>
                  <a:pt x="194475" y="64430"/>
                </a:lnTo>
                <a:lnTo>
                  <a:pt x="195542" y="64585"/>
                </a:lnTo>
                <a:lnTo>
                  <a:pt x="204905" y="65961"/>
                </a:lnTo>
                <a:lnTo>
                  <a:pt x="205393" y="66022"/>
                </a:lnTo>
                <a:lnTo>
                  <a:pt x="205870" y="66087"/>
                </a:lnTo>
                <a:lnTo>
                  <a:pt x="206337" y="66158"/>
                </a:lnTo>
                <a:lnTo>
                  <a:pt x="206792" y="66235"/>
                </a:lnTo>
                <a:lnTo>
                  <a:pt x="207237" y="66317"/>
                </a:lnTo>
                <a:lnTo>
                  <a:pt x="207672" y="66405"/>
                </a:lnTo>
                <a:lnTo>
                  <a:pt x="208095" y="66498"/>
                </a:lnTo>
                <a:lnTo>
                  <a:pt x="208508" y="66597"/>
                </a:lnTo>
                <a:lnTo>
                  <a:pt x="208910" y="66701"/>
                </a:lnTo>
                <a:lnTo>
                  <a:pt x="209301" y="66810"/>
                </a:lnTo>
                <a:lnTo>
                  <a:pt x="209681" y="66925"/>
                </a:lnTo>
                <a:lnTo>
                  <a:pt x="210051" y="67046"/>
                </a:lnTo>
                <a:lnTo>
                  <a:pt x="210410" y="67172"/>
                </a:lnTo>
                <a:lnTo>
                  <a:pt x="210758" y="67304"/>
                </a:lnTo>
                <a:lnTo>
                  <a:pt x="211096" y="67441"/>
                </a:lnTo>
                <a:lnTo>
                  <a:pt x="211422" y="67583"/>
                </a:lnTo>
                <a:lnTo>
                  <a:pt x="211738" y="67732"/>
                </a:lnTo>
                <a:lnTo>
                  <a:pt x="212043" y="67885"/>
                </a:lnTo>
                <a:lnTo>
                  <a:pt x="212338" y="68044"/>
                </a:lnTo>
                <a:lnTo>
                  <a:pt x="212621" y="68209"/>
                </a:lnTo>
                <a:lnTo>
                  <a:pt x="212894" y="68379"/>
                </a:lnTo>
                <a:lnTo>
                  <a:pt x="213156" y="68554"/>
                </a:lnTo>
                <a:lnTo>
                  <a:pt x="213407" y="68735"/>
                </a:lnTo>
                <a:lnTo>
                  <a:pt x="213648" y="68922"/>
                </a:lnTo>
                <a:lnTo>
                  <a:pt x="213878" y="69114"/>
                </a:lnTo>
                <a:lnTo>
                  <a:pt x="214099" y="69312"/>
                </a:lnTo>
                <a:lnTo>
                  <a:pt x="214310" y="69517"/>
                </a:lnTo>
                <a:lnTo>
                  <a:pt x="214511" y="69727"/>
                </a:lnTo>
                <a:lnTo>
                  <a:pt x="214702" y="69943"/>
                </a:lnTo>
                <a:lnTo>
                  <a:pt x="214883" y="70165"/>
                </a:lnTo>
                <a:lnTo>
                  <a:pt x="215055" y="70394"/>
                </a:lnTo>
                <a:lnTo>
                  <a:pt x="215217" y="70628"/>
                </a:lnTo>
                <a:lnTo>
                  <a:pt x="215369" y="70868"/>
                </a:lnTo>
                <a:lnTo>
                  <a:pt x="215511" y="71114"/>
                </a:lnTo>
                <a:lnTo>
                  <a:pt x="215643" y="71366"/>
                </a:lnTo>
                <a:lnTo>
                  <a:pt x="215766" y="71624"/>
                </a:lnTo>
                <a:lnTo>
                  <a:pt x="215879" y="71888"/>
                </a:lnTo>
                <a:lnTo>
                  <a:pt x="215982" y="72158"/>
                </a:lnTo>
                <a:lnTo>
                  <a:pt x="216075" y="72434"/>
                </a:lnTo>
                <a:lnTo>
                  <a:pt x="216158" y="72716"/>
                </a:lnTo>
                <a:lnTo>
                  <a:pt x="216232" y="73004"/>
                </a:lnTo>
                <a:lnTo>
                  <a:pt x="216295" y="73298"/>
                </a:lnTo>
                <a:lnTo>
                  <a:pt x="216349" y="73598"/>
                </a:lnTo>
                <a:lnTo>
                  <a:pt x="216393" y="73904"/>
                </a:lnTo>
                <a:lnTo>
                  <a:pt x="216428" y="74216"/>
                </a:lnTo>
                <a:lnTo>
                  <a:pt x="216452" y="74534"/>
                </a:lnTo>
                <a:lnTo>
                  <a:pt x="216467" y="74858"/>
                </a:lnTo>
                <a:lnTo>
                  <a:pt x="216472" y="75188"/>
                </a:lnTo>
                <a:lnTo>
                  <a:pt x="216466" y="75540"/>
                </a:lnTo>
                <a:lnTo>
                  <a:pt x="216450" y="75887"/>
                </a:lnTo>
                <a:lnTo>
                  <a:pt x="216422" y="76227"/>
                </a:lnTo>
                <a:lnTo>
                  <a:pt x="216384" y="76561"/>
                </a:lnTo>
                <a:lnTo>
                  <a:pt x="216334" y="76888"/>
                </a:lnTo>
                <a:lnTo>
                  <a:pt x="216274" y="77210"/>
                </a:lnTo>
                <a:lnTo>
                  <a:pt x="216203" y="77525"/>
                </a:lnTo>
                <a:lnTo>
                  <a:pt x="216120" y="77834"/>
                </a:lnTo>
                <a:lnTo>
                  <a:pt x="216027" y="78137"/>
                </a:lnTo>
                <a:lnTo>
                  <a:pt x="215922" y="78434"/>
                </a:lnTo>
                <a:lnTo>
                  <a:pt x="215807" y="78724"/>
                </a:lnTo>
                <a:lnTo>
                  <a:pt x="215680" y="79008"/>
                </a:lnTo>
                <a:lnTo>
                  <a:pt x="215543" y="79286"/>
                </a:lnTo>
                <a:lnTo>
                  <a:pt x="215394" y="79558"/>
                </a:lnTo>
                <a:lnTo>
                  <a:pt x="215235" y="79824"/>
                </a:lnTo>
                <a:lnTo>
                  <a:pt x="215065" y="80083"/>
                </a:lnTo>
                <a:lnTo>
                  <a:pt x="214883" y="80336"/>
                </a:lnTo>
                <a:lnTo>
                  <a:pt x="214691" y="80583"/>
                </a:lnTo>
                <a:lnTo>
                  <a:pt x="214487" y="80824"/>
                </a:lnTo>
                <a:lnTo>
                  <a:pt x="214273" y="81059"/>
                </a:lnTo>
                <a:lnTo>
                  <a:pt x="214048" y="81287"/>
                </a:lnTo>
                <a:lnTo>
                  <a:pt x="213811" y="81509"/>
                </a:lnTo>
                <a:lnTo>
                  <a:pt x="213564" y="81725"/>
                </a:lnTo>
                <a:lnTo>
                  <a:pt x="213305" y="81935"/>
                </a:lnTo>
                <a:lnTo>
                  <a:pt x="213036" y="82137"/>
                </a:lnTo>
                <a:lnTo>
                  <a:pt x="212756" y="82331"/>
                </a:lnTo>
                <a:lnTo>
                  <a:pt x="212464" y="82516"/>
                </a:lnTo>
                <a:lnTo>
                  <a:pt x="212162" y="82692"/>
                </a:lnTo>
                <a:lnTo>
                  <a:pt x="211848" y="82860"/>
                </a:lnTo>
                <a:lnTo>
                  <a:pt x="211524" y="83020"/>
                </a:lnTo>
                <a:lnTo>
                  <a:pt x="211189" y="83170"/>
                </a:lnTo>
                <a:lnTo>
                  <a:pt x="210842" y="83312"/>
                </a:lnTo>
                <a:lnTo>
                  <a:pt x="210485" y="83446"/>
                </a:lnTo>
                <a:lnTo>
                  <a:pt x="210116" y="83571"/>
                </a:lnTo>
                <a:lnTo>
                  <a:pt x="209737" y="83687"/>
                </a:lnTo>
                <a:lnTo>
                  <a:pt x="209347" y="83794"/>
                </a:lnTo>
                <a:lnTo>
                  <a:pt x="208945" y="83893"/>
                </a:lnTo>
                <a:lnTo>
                  <a:pt x="208533" y="83984"/>
                </a:lnTo>
                <a:lnTo>
                  <a:pt x="208109" y="84066"/>
                </a:lnTo>
                <a:lnTo>
                  <a:pt x="207675" y="84139"/>
                </a:lnTo>
                <a:lnTo>
                  <a:pt x="207230" y="84203"/>
                </a:lnTo>
                <a:lnTo>
                  <a:pt x="206773" y="84259"/>
                </a:lnTo>
                <a:lnTo>
                  <a:pt x="206306" y="84307"/>
                </a:lnTo>
                <a:lnTo>
                  <a:pt x="205827" y="84345"/>
                </a:lnTo>
                <a:lnTo>
                  <a:pt x="205338" y="84375"/>
                </a:lnTo>
                <a:lnTo>
                  <a:pt x="204838" y="84397"/>
                </a:lnTo>
                <a:lnTo>
                  <a:pt x="204326" y="84410"/>
                </a:lnTo>
                <a:lnTo>
                  <a:pt x="203804" y="84414"/>
                </a:lnTo>
                <a:lnTo>
                  <a:pt x="197746" y="84414"/>
                </a:lnTo>
                <a:lnTo>
                  <a:pt x="197313" y="84410"/>
                </a:lnTo>
                <a:lnTo>
                  <a:pt x="196887" y="84399"/>
                </a:lnTo>
                <a:lnTo>
                  <a:pt x="196469" y="84380"/>
                </a:lnTo>
                <a:lnTo>
                  <a:pt x="196057" y="84353"/>
                </a:lnTo>
                <a:lnTo>
                  <a:pt x="195652" y="84319"/>
                </a:lnTo>
                <a:lnTo>
                  <a:pt x="195254" y="84277"/>
                </a:lnTo>
                <a:lnTo>
                  <a:pt x="194863" y="84227"/>
                </a:lnTo>
                <a:lnTo>
                  <a:pt x="194478" y="84170"/>
                </a:lnTo>
                <a:lnTo>
                  <a:pt x="194101" y="84105"/>
                </a:lnTo>
                <a:lnTo>
                  <a:pt x="193731" y="84032"/>
                </a:lnTo>
                <a:lnTo>
                  <a:pt x="193368" y="83952"/>
                </a:lnTo>
                <a:lnTo>
                  <a:pt x="193011" y="83864"/>
                </a:lnTo>
                <a:lnTo>
                  <a:pt x="192662" y="83768"/>
                </a:lnTo>
                <a:lnTo>
                  <a:pt x="192319" y="83665"/>
                </a:lnTo>
                <a:lnTo>
                  <a:pt x="191984" y="83554"/>
                </a:lnTo>
                <a:lnTo>
                  <a:pt x="191655" y="83436"/>
                </a:lnTo>
                <a:lnTo>
                  <a:pt x="191333" y="83309"/>
                </a:lnTo>
                <a:lnTo>
                  <a:pt x="191019" y="83176"/>
                </a:lnTo>
                <a:lnTo>
                  <a:pt x="190711" y="83034"/>
                </a:lnTo>
                <a:lnTo>
                  <a:pt x="190410" y="82885"/>
                </a:lnTo>
                <a:lnTo>
                  <a:pt x="190116" y="82728"/>
                </a:lnTo>
                <a:lnTo>
                  <a:pt x="189829" y="82564"/>
                </a:lnTo>
                <a:lnTo>
                  <a:pt x="189549" y="82392"/>
                </a:lnTo>
                <a:lnTo>
                  <a:pt x="189276" y="82212"/>
                </a:lnTo>
                <a:lnTo>
                  <a:pt x="189011" y="82026"/>
                </a:lnTo>
                <a:lnTo>
                  <a:pt x="188757" y="81835"/>
                </a:lnTo>
                <a:lnTo>
                  <a:pt x="188513" y="81640"/>
                </a:lnTo>
                <a:lnTo>
                  <a:pt x="188279" y="81439"/>
                </a:lnTo>
                <a:lnTo>
                  <a:pt x="188056" y="81234"/>
                </a:lnTo>
                <a:lnTo>
                  <a:pt x="187843" y="81024"/>
                </a:lnTo>
                <a:lnTo>
                  <a:pt x="187640" y="80809"/>
                </a:lnTo>
                <a:lnTo>
                  <a:pt x="187448" y="80590"/>
                </a:lnTo>
                <a:lnTo>
                  <a:pt x="187265" y="80365"/>
                </a:lnTo>
                <a:lnTo>
                  <a:pt x="187093" y="80136"/>
                </a:lnTo>
                <a:lnTo>
                  <a:pt x="186932" y="79903"/>
                </a:lnTo>
                <a:lnTo>
                  <a:pt x="186780" y="79664"/>
                </a:lnTo>
                <a:lnTo>
                  <a:pt x="186639" y="79420"/>
                </a:lnTo>
                <a:lnTo>
                  <a:pt x="186508" y="79172"/>
                </a:lnTo>
                <a:lnTo>
                  <a:pt x="186388" y="78919"/>
                </a:lnTo>
                <a:lnTo>
                  <a:pt x="186277" y="78662"/>
                </a:lnTo>
                <a:lnTo>
                  <a:pt x="186177" y="78399"/>
                </a:lnTo>
                <a:lnTo>
                  <a:pt x="186087" y="78132"/>
                </a:lnTo>
                <a:lnTo>
                  <a:pt x="186008" y="77860"/>
                </a:lnTo>
                <a:lnTo>
                  <a:pt x="185939" y="77583"/>
                </a:lnTo>
                <a:lnTo>
                  <a:pt x="185880" y="77301"/>
                </a:lnTo>
                <a:lnTo>
                  <a:pt x="185831" y="77015"/>
                </a:lnTo>
                <a:lnTo>
                  <a:pt x="185793" y="76723"/>
                </a:lnTo>
                <a:lnTo>
                  <a:pt x="185765" y="76427"/>
                </a:lnTo>
                <a:lnTo>
                  <a:pt x="168552" y="76427"/>
                </a:lnTo>
                <a:lnTo>
                  <a:pt x="168580" y="76975"/>
                </a:lnTo>
                <a:lnTo>
                  <a:pt x="168621" y="77517"/>
                </a:lnTo>
                <a:lnTo>
                  <a:pt x="168673" y="78053"/>
                </a:lnTo>
                <a:lnTo>
                  <a:pt x="168737" y="78583"/>
                </a:lnTo>
                <a:lnTo>
                  <a:pt x="168813" y="79106"/>
                </a:lnTo>
                <a:lnTo>
                  <a:pt x="168900" y="79624"/>
                </a:lnTo>
                <a:lnTo>
                  <a:pt x="168999" y="80136"/>
                </a:lnTo>
                <a:lnTo>
                  <a:pt x="169110" y="80642"/>
                </a:lnTo>
                <a:lnTo>
                  <a:pt x="169232" y="81142"/>
                </a:lnTo>
                <a:lnTo>
                  <a:pt x="169366" y="81636"/>
                </a:lnTo>
                <a:lnTo>
                  <a:pt x="169512" y="82124"/>
                </a:lnTo>
                <a:lnTo>
                  <a:pt x="169670" y="82606"/>
                </a:lnTo>
                <a:lnTo>
                  <a:pt x="169839" y="83082"/>
                </a:lnTo>
                <a:lnTo>
                  <a:pt x="170020" y="83552"/>
                </a:lnTo>
                <a:lnTo>
                  <a:pt x="170213" y="84016"/>
                </a:lnTo>
                <a:lnTo>
                  <a:pt x="170417" y="84475"/>
                </a:lnTo>
                <a:lnTo>
                  <a:pt x="170634" y="84927"/>
                </a:lnTo>
                <a:lnTo>
                  <a:pt x="170861" y="85373"/>
                </a:lnTo>
                <a:lnTo>
                  <a:pt x="171101" y="85813"/>
                </a:lnTo>
                <a:lnTo>
                  <a:pt x="171352" y="86248"/>
                </a:lnTo>
                <a:lnTo>
                  <a:pt x="171615" y="86676"/>
                </a:lnTo>
                <a:lnTo>
                  <a:pt x="171890" y="87098"/>
                </a:lnTo>
                <a:lnTo>
                  <a:pt x="172176" y="87515"/>
                </a:lnTo>
                <a:lnTo>
                  <a:pt x="172475" y="87925"/>
                </a:lnTo>
                <a:lnTo>
                  <a:pt x="172784" y="88329"/>
                </a:lnTo>
                <a:lnTo>
                  <a:pt x="173102" y="88725"/>
                </a:lnTo>
                <a:lnTo>
                  <a:pt x="173431" y="89114"/>
                </a:lnTo>
                <a:lnTo>
                  <a:pt x="173770" y="89495"/>
                </a:lnTo>
                <a:lnTo>
                  <a:pt x="174118" y="89869"/>
                </a:lnTo>
                <a:lnTo>
                  <a:pt x="174476" y="90236"/>
                </a:lnTo>
                <a:lnTo>
                  <a:pt x="174844" y="90595"/>
                </a:lnTo>
                <a:lnTo>
                  <a:pt x="175221" y="90947"/>
                </a:lnTo>
                <a:lnTo>
                  <a:pt x="175609" y="91291"/>
                </a:lnTo>
                <a:lnTo>
                  <a:pt x="176006" y="91628"/>
                </a:lnTo>
                <a:lnTo>
                  <a:pt x="176413" y="91957"/>
                </a:lnTo>
                <a:lnTo>
                  <a:pt x="176830" y="92280"/>
                </a:lnTo>
                <a:lnTo>
                  <a:pt x="177256" y="92594"/>
                </a:lnTo>
                <a:lnTo>
                  <a:pt x="177693" y="92902"/>
                </a:lnTo>
                <a:lnTo>
                  <a:pt x="178139" y="93202"/>
                </a:lnTo>
                <a:lnTo>
                  <a:pt x="178595" y="93494"/>
                </a:lnTo>
                <a:lnTo>
                  <a:pt x="179061" y="93779"/>
                </a:lnTo>
                <a:lnTo>
                  <a:pt x="179537" y="94057"/>
                </a:lnTo>
                <a:lnTo>
                  <a:pt x="180022" y="94327"/>
                </a:lnTo>
                <a:lnTo>
                  <a:pt x="180517" y="94590"/>
                </a:lnTo>
                <a:lnTo>
                  <a:pt x="181022" y="94845"/>
                </a:lnTo>
                <a:lnTo>
                  <a:pt x="181537" y="95094"/>
                </a:lnTo>
                <a:lnTo>
                  <a:pt x="182062" y="95334"/>
                </a:lnTo>
                <a:lnTo>
                  <a:pt x="182596" y="95567"/>
                </a:lnTo>
                <a:lnTo>
                  <a:pt x="183139" y="95792"/>
                </a:lnTo>
                <a:lnTo>
                  <a:pt x="183690" y="96007"/>
                </a:lnTo>
                <a:lnTo>
                  <a:pt x="184249" y="96213"/>
                </a:lnTo>
                <a:lnTo>
                  <a:pt x="184815" y="96409"/>
                </a:lnTo>
                <a:lnTo>
                  <a:pt x="185389" y="96596"/>
                </a:lnTo>
                <a:lnTo>
                  <a:pt x="185971" y="96773"/>
                </a:lnTo>
                <a:lnTo>
                  <a:pt x="186560" y="96940"/>
                </a:lnTo>
                <a:lnTo>
                  <a:pt x="187157" y="97098"/>
                </a:lnTo>
                <a:lnTo>
                  <a:pt x="187761" y="97246"/>
                </a:lnTo>
                <a:lnTo>
                  <a:pt x="188373" y="97385"/>
                </a:lnTo>
                <a:lnTo>
                  <a:pt x="188993" y="97514"/>
                </a:lnTo>
                <a:lnTo>
                  <a:pt x="189620" y="97633"/>
                </a:lnTo>
                <a:lnTo>
                  <a:pt x="190256" y="97743"/>
                </a:lnTo>
                <a:lnTo>
                  <a:pt x="190898" y="97844"/>
                </a:lnTo>
                <a:lnTo>
                  <a:pt x="191549" y="97935"/>
                </a:lnTo>
                <a:lnTo>
                  <a:pt x="192207" y="98016"/>
                </a:lnTo>
                <a:lnTo>
                  <a:pt x="192872" y="98088"/>
                </a:lnTo>
                <a:lnTo>
                  <a:pt x="193546" y="98150"/>
                </a:lnTo>
                <a:lnTo>
                  <a:pt x="194226" y="98203"/>
                </a:lnTo>
                <a:lnTo>
                  <a:pt x="194915" y="98246"/>
                </a:lnTo>
                <a:lnTo>
                  <a:pt x="195611" y="98279"/>
                </a:lnTo>
                <a:lnTo>
                  <a:pt x="196315" y="98303"/>
                </a:lnTo>
                <a:lnTo>
                  <a:pt x="197027" y="98317"/>
                </a:lnTo>
                <a:lnTo>
                  <a:pt x="197746" y="98322"/>
                </a:lnTo>
                <a:lnTo>
                  <a:pt x="203804" y="98322"/>
                </a:lnTo>
                <a:lnTo>
                  <a:pt x="205008" y="98312"/>
                </a:lnTo>
                <a:lnTo>
                  <a:pt x="206187" y="98280"/>
                </a:lnTo>
                <a:lnTo>
                  <a:pt x="207342" y="98226"/>
                </a:lnTo>
                <a:close/>
                <a:moveTo>
                  <a:pt x="121123" y="98367"/>
                </a:moveTo>
                <a:lnTo>
                  <a:pt x="122089" y="98296"/>
                </a:lnTo>
                <a:lnTo>
                  <a:pt x="123042" y="98205"/>
                </a:lnTo>
                <a:lnTo>
                  <a:pt x="123982" y="98093"/>
                </a:lnTo>
                <a:lnTo>
                  <a:pt x="124910" y="97961"/>
                </a:lnTo>
                <a:lnTo>
                  <a:pt x="125825" y="97809"/>
                </a:lnTo>
                <a:lnTo>
                  <a:pt x="126727" y="97636"/>
                </a:lnTo>
                <a:lnTo>
                  <a:pt x="127616" y="97443"/>
                </a:lnTo>
                <a:lnTo>
                  <a:pt x="128493" y="97229"/>
                </a:lnTo>
                <a:lnTo>
                  <a:pt x="129357" y="96996"/>
                </a:lnTo>
                <a:lnTo>
                  <a:pt x="130209" y="96742"/>
                </a:lnTo>
                <a:lnTo>
                  <a:pt x="131048" y="96467"/>
                </a:lnTo>
                <a:lnTo>
                  <a:pt x="131874" y="96173"/>
                </a:lnTo>
                <a:lnTo>
                  <a:pt x="132687" y="95858"/>
                </a:lnTo>
                <a:lnTo>
                  <a:pt x="133488" y="95523"/>
                </a:lnTo>
                <a:lnTo>
                  <a:pt x="134276" y="95167"/>
                </a:lnTo>
                <a:lnTo>
                  <a:pt x="135051" y="94791"/>
                </a:lnTo>
                <a:lnTo>
                  <a:pt x="135814" y="94395"/>
                </a:lnTo>
                <a:lnTo>
                  <a:pt x="136564" y="93978"/>
                </a:lnTo>
                <a:lnTo>
                  <a:pt x="137302" y="93542"/>
                </a:lnTo>
                <a:lnTo>
                  <a:pt x="138026" y="93084"/>
                </a:lnTo>
                <a:lnTo>
                  <a:pt x="138738" y="92607"/>
                </a:lnTo>
                <a:lnTo>
                  <a:pt x="139433" y="92112"/>
                </a:lnTo>
                <a:lnTo>
                  <a:pt x="140104" y="91604"/>
                </a:lnTo>
                <a:lnTo>
                  <a:pt x="140753" y="91083"/>
                </a:lnTo>
                <a:lnTo>
                  <a:pt x="141379" y="90547"/>
                </a:lnTo>
                <a:lnTo>
                  <a:pt x="141983" y="89998"/>
                </a:lnTo>
                <a:lnTo>
                  <a:pt x="142563" y="89436"/>
                </a:lnTo>
                <a:lnTo>
                  <a:pt x="143122" y="88859"/>
                </a:lnTo>
                <a:lnTo>
                  <a:pt x="143657" y="88269"/>
                </a:lnTo>
                <a:lnTo>
                  <a:pt x="144170" y="87666"/>
                </a:lnTo>
                <a:lnTo>
                  <a:pt x="144660" y="87049"/>
                </a:lnTo>
                <a:lnTo>
                  <a:pt x="145127" y="86418"/>
                </a:lnTo>
                <a:lnTo>
                  <a:pt x="145571" y="85774"/>
                </a:lnTo>
                <a:lnTo>
                  <a:pt x="145993" y="85116"/>
                </a:lnTo>
                <a:lnTo>
                  <a:pt x="146392" y="84444"/>
                </a:lnTo>
                <a:lnTo>
                  <a:pt x="146769" y="83759"/>
                </a:lnTo>
                <a:lnTo>
                  <a:pt x="147123" y="83060"/>
                </a:lnTo>
                <a:lnTo>
                  <a:pt x="147454" y="82347"/>
                </a:lnTo>
                <a:lnTo>
                  <a:pt x="147762" y="81621"/>
                </a:lnTo>
                <a:lnTo>
                  <a:pt x="148048" y="80881"/>
                </a:lnTo>
                <a:lnTo>
                  <a:pt x="148310" y="80128"/>
                </a:lnTo>
                <a:lnTo>
                  <a:pt x="148551" y="79361"/>
                </a:lnTo>
                <a:lnTo>
                  <a:pt x="148768" y="78580"/>
                </a:lnTo>
                <a:lnTo>
                  <a:pt x="148963" y="77786"/>
                </a:lnTo>
                <a:lnTo>
                  <a:pt x="149135" y="76978"/>
                </a:lnTo>
                <a:lnTo>
                  <a:pt x="132197" y="76978"/>
                </a:lnTo>
                <a:lnTo>
                  <a:pt x="132112" y="77296"/>
                </a:lnTo>
                <a:lnTo>
                  <a:pt x="132018" y="77608"/>
                </a:lnTo>
                <a:lnTo>
                  <a:pt x="131915" y="77913"/>
                </a:lnTo>
                <a:lnTo>
                  <a:pt x="131803" y="78212"/>
                </a:lnTo>
                <a:lnTo>
                  <a:pt x="131682" y="78504"/>
                </a:lnTo>
                <a:lnTo>
                  <a:pt x="131551" y="78790"/>
                </a:lnTo>
                <a:lnTo>
                  <a:pt x="131412" y="79069"/>
                </a:lnTo>
                <a:lnTo>
                  <a:pt x="131264" y="79342"/>
                </a:lnTo>
                <a:lnTo>
                  <a:pt x="131106" y="79608"/>
                </a:lnTo>
                <a:lnTo>
                  <a:pt x="130939" y="79868"/>
                </a:lnTo>
                <a:lnTo>
                  <a:pt x="130764" y="80122"/>
                </a:lnTo>
                <a:lnTo>
                  <a:pt x="130579" y="80369"/>
                </a:lnTo>
                <a:lnTo>
                  <a:pt x="130385" y="80609"/>
                </a:lnTo>
                <a:lnTo>
                  <a:pt x="130182" y="80844"/>
                </a:lnTo>
                <a:lnTo>
                  <a:pt x="129970" y="81071"/>
                </a:lnTo>
                <a:lnTo>
                  <a:pt x="129749" y="81293"/>
                </a:lnTo>
                <a:lnTo>
                  <a:pt x="129518" y="81507"/>
                </a:lnTo>
                <a:lnTo>
                  <a:pt x="129279" y="81716"/>
                </a:lnTo>
                <a:lnTo>
                  <a:pt x="129031" y="81917"/>
                </a:lnTo>
                <a:lnTo>
                  <a:pt x="128773" y="82113"/>
                </a:lnTo>
                <a:lnTo>
                  <a:pt x="128506" y="82302"/>
                </a:lnTo>
                <a:lnTo>
                  <a:pt x="128231" y="82484"/>
                </a:lnTo>
                <a:lnTo>
                  <a:pt x="127946" y="82660"/>
                </a:lnTo>
                <a:lnTo>
                  <a:pt x="127652" y="82830"/>
                </a:lnTo>
                <a:lnTo>
                  <a:pt x="127350" y="82993"/>
                </a:lnTo>
                <a:lnTo>
                  <a:pt x="127040" y="83149"/>
                </a:lnTo>
                <a:lnTo>
                  <a:pt x="126723" y="83298"/>
                </a:lnTo>
                <a:lnTo>
                  <a:pt x="126398" y="83440"/>
                </a:lnTo>
                <a:lnTo>
                  <a:pt x="126065" y="83575"/>
                </a:lnTo>
                <a:lnTo>
                  <a:pt x="125724" y="83703"/>
                </a:lnTo>
                <a:lnTo>
                  <a:pt x="125376" y="83825"/>
                </a:lnTo>
                <a:lnTo>
                  <a:pt x="125021" y="83939"/>
                </a:lnTo>
                <a:lnTo>
                  <a:pt x="124657" y="84046"/>
                </a:lnTo>
                <a:lnTo>
                  <a:pt x="124286" y="84147"/>
                </a:lnTo>
                <a:lnTo>
                  <a:pt x="123908" y="84240"/>
                </a:lnTo>
                <a:lnTo>
                  <a:pt x="123521" y="84327"/>
                </a:lnTo>
                <a:lnTo>
                  <a:pt x="123127" y="84407"/>
                </a:lnTo>
                <a:lnTo>
                  <a:pt x="122726" y="84479"/>
                </a:lnTo>
                <a:lnTo>
                  <a:pt x="122316" y="84545"/>
                </a:lnTo>
                <a:lnTo>
                  <a:pt x="121900" y="84604"/>
                </a:lnTo>
                <a:lnTo>
                  <a:pt x="121475" y="84656"/>
                </a:lnTo>
                <a:lnTo>
                  <a:pt x="121043" y="84701"/>
                </a:lnTo>
                <a:lnTo>
                  <a:pt x="120603" y="84739"/>
                </a:lnTo>
                <a:lnTo>
                  <a:pt x="120156" y="84771"/>
                </a:lnTo>
                <a:lnTo>
                  <a:pt x="119700" y="84795"/>
                </a:lnTo>
                <a:lnTo>
                  <a:pt x="119238" y="84812"/>
                </a:lnTo>
                <a:lnTo>
                  <a:pt x="118767" y="84823"/>
                </a:lnTo>
                <a:lnTo>
                  <a:pt x="118289" y="84826"/>
                </a:lnTo>
                <a:lnTo>
                  <a:pt x="117664" y="84819"/>
                </a:lnTo>
                <a:lnTo>
                  <a:pt x="117053" y="84798"/>
                </a:lnTo>
                <a:lnTo>
                  <a:pt x="116454" y="84763"/>
                </a:lnTo>
                <a:lnTo>
                  <a:pt x="115868" y="84713"/>
                </a:lnTo>
                <a:lnTo>
                  <a:pt x="115294" y="84650"/>
                </a:lnTo>
                <a:lnTo>
                  <a:pt x="114734" y="84572"/>
                </a:lnTo>
                <a:lnTo>
                  <a:pt x="114187" y="84481"/>
                </a:lnTo>
                <a:lnTo>
                  <a:pt x="113653" y="84375"/>
                </a:lnTo>
                <a:lnTo>
                  <a:pt x="113131" y="84255"/>
                </a:lnTo>
                <a:lnTo>
                  <a:pt x="112622" y="84121"/>
                </a:lnTo>
                <a:lnTo>
                  <a:pt x="112127" y="83973"/>
                </a:lnTo>
                <a:lnTo>
                  <a:pt x="111644" y="83811"/>
                </a:lnTo>
                <a:lnTo>
                  <a:pt x="111174" y="83634"/>
                </a:lnTo>
                <a:lnTo>
                  <a:pt x="110717" y="83444"/>
                </a:lnTo>
                <a:lnTo>
                  <a:pt x="110273" y="83239"/>
                </a:lnTo>
                <a:lnTo>
                  <a:pt x="109842" y="83021"/>
                </a:lnTo>
                <a:lnTo>
                  <a:pt x="109424" y="82788"/>
                </a:lnTo>
                <a:lnTo>
                  <a:pt x="109019" y="82541"/>
                </a:lnTo>
                <a:lnTo>
                  <a:pt x="108627" y="82280"/>
                </a:lnTo>
                <a:lnTo>
                  <a:pt x="108247" y="82005"/>
                </a:lnTo>
                <a:lnTo>
                  <a:pt x="107881" y="81716"/>
                </a:lnTo>
                <a:lnTo>
                  <a:pt x="107527" y="81413"/>
                </a:lnTo>
                <a:lnTo>
                  <a:pt x="107186" y="81096"/>
                </a:lnTo>
                <a:lnTo>
                  <a:pt x="106859" y="80764"/>
                </a:lnTo>
                <a:lnTo>
                  <a:pt x="106544" y="80419"/>
                </a:lnTo>
                <a:lnTo>
                  <a:pt x="106243" y="80060"/>
                </a:lnTo>
                <a:lnTo>
                  <a:pt x="105955" y="79688"/>
                </a:lnTo>
                <a:lnTo>
                  <a:pt x="105680" y="79301"/>
                </a:lnTo>
                <a:lnTo>
                  <a:pt x="105419" y="78902"/>
                </a:lnTo>
                <a:lnTo>
                  <a:pt x="105172" y="78488"/>
                </a:lnTo>
                <a:lnTo>
                  <a:pt x="104937" y="78061"/>
                </a:lnTo>
                <a:lnTo>
                  <a:pt x="104717" y="77621"/>
                </a:lnTo>
                <a:lnTo>
                  <a:pt x="104509" y="77166"/>
                </a:lnTo>
                <a:lnTo>
                  <a:pt x="104315" y="76698"/>
                </a:lnTo>
                <a:lnTo>
                  <a:pt x="104134" y="76217"/>
                </a:lnTo>
                <a:lnTo>
                  <a:pt x="103967" y="75721"/>
                </a:lnTo>
                <a:lnTo>
                  <a:pt x="103813" y="75213"/>
                </a:lnTo>
                <a:lnTo>
                  <a:pt x="103672" y="74690"/>
                </a:lnTo>
                <a:lnTo>
                  <a:pt x="103545" y="74154"/>
                </a:lnTo>
                <a:lnTo>
                  <a:pt x="103431" y="73604"/>
                </a:lnTo>
                <a:lnTo>
                  <a:pt x="103331" y="73041"/>
                </a:lnTo>
                <a:lnTo>
                  <a:pt x="103244" y="72464"/>
                </a:lnTo>
                <a:lnTo>
                  <a:pt x="103170" y="71873"/>
                </a:lnTo>
                <a:lnTo>
                  <a:pt x="103110" y="71269"/>
                </a:lnTo>
                <a:lnTo>
                  <a:pt x="103063" y="70651"/>
                </a:lnTo>
                <a:lnTo>
                  <a:pt x="103030" y="70020"/>
                </a:lnTo>
                <a:lnTo>
                  <a:pt x="103010" y="69375"/>
                </a:lnTo>
                <a:lnTo>
                  <a:pt x="103003" y="68716"/>
                </a:lnTo>
                <a:lnTo>
                  <a:pt x="103003" y="63345"/>
                </a:lnTo>
                <a:lnTo>
                  <a:pt x="149686" y="63345"/>
                </a:lnTo>
                <a:lnTo>
                  <a:pt x="149686" y="49713"/>
                </a:lnTo>
                <a:lnTo>
                  <a:pt x="149679" y="48971"/>
                </a:lnTo>
                <a:lnTo>
                  <a:pt x="149658" y="48237"/>
                </a:lnTo>
                <a:lnTo>
                  <a:pt x="149624" y="47510"/>
                </a:lnTo>
                <a:lnTo>
                  <a:pt x="149577" y="46792"/>
                </a:lnTo>
                <a:lnTo>
                  <a:pt x="149515" y="46082"/>
                </a:lnTo>
                <a:lnTo>
                  <a:pt x="149440" y="45379"/>
                </a:lnTo>
                <a:lnTo>
                  <a:pt x="149352" y="44685"/>
                </a:lnTo>
                <a:lnTo>
                  <a:pt x="149249" y="43998"/>
                </a:lnTo>
                <a:lnTo>
                  <a:pt x="149134" y="43319"/>
                </a:lnTo>
                <a:lnTo>
                  <a:pt x="149004" y="42648"/>
                </a:lnTo>
                <a:lnTo>
                  <a:pt x="148861" y="41985"/>
                </a:lnTo>
                <a:lnTo>
                  <a:pt x="148704" y="41330"/>
                </a:lnTo>
                <a:lnTo>
                  <a:pt x="148534" y="40683"/>
                </a:lnTo>
                <a:lnTo>
                  <a:pt x="148350" y="40043"/>
                </a:lnTo>
                <a:lnTo>
                  <a:pt x="148152" y="39412"/>
                </a:lnTo>
                <a:lnTo>
                  <a:pt x="147941" y="38788"/>
                </a:lnTo>
                <a:lnTo>
                  <a:pt x="147716" y="38173"/>
                </a:lnTo>
                <a:lnTo>
                  <a:pt x="147478" y="37565"/>
                </a:lnTo>
                <a:lnTo>
                  <a:pt x="147226" y="36965"/>
                </a:lnTo>
                <a:lnTo>
                  <a:pt x="146960" y="36373"/>
                </a:lnTo>
                <a:lnTo>
                  <a:pt x="146680" y="35789"/>
                </a:lnTo>
                <a:lnTo>
                  <a:pt x="146387" y="35213"/>
                </a:lnTo>
                <a:lnTo>
                  <a:pt x="146081" y="34644"/>
                </a:lnTo>
                <a:lnTo>
                  <a:pt x="145760" y="34084"/>
                </a:lnTo>
                <a:lnTo>
                  <a:pt x="145428" y="33532"/>
                </a:lnTo>
                <a:lnTo>
                  <a:pt x="145085" y="32991"/>
                </a:lnTo>
                <a:lnTo>
                  <a:pt x="144730" y="32460"/>
                </a:lnTo>
                <a:lnTo>
                  <a:pt x="144365" y="31940"/>
                </a:lnTo>
                <a:lnTo>
                  <a:pt x="143988" y="31429"/>
                </a:lnTo>
                <a:lnTo>
                  <a:pt x="143601" y="30929"/>
                </a:lnTo>
                <a:lnTo>
                  <a:pt x="143202" y="30439"/>
                </a:lnTo>
                <a:lnTo>
                  <a:pt x="142793" y="29960"/>
                </a:lnTo>
                <a:lnTo>
                  <a:pt x="142372" y="29491"/>
                </a:lnTo>
                <a:lnTo>
                  <a:pt x="141941" y="29032"/>
                </a:lnTo>
                <a:lnTo>
                  <a:pt x="141498" y="28583"/>
                </a:lnTo>
                <a:lnTo>
                  <a:pt x="141045" y="28145"/>
                </a:lnTo>
                <a:lnTo>
                  <a:pt x="140580" y="27717"/>
                </a:lnTo>
                <a:lnTo>
                  <a:pt x="140105" y="27299"/>
                </a:lnTo>
                <a:lnTo>
                  <a:pt x="139618" y="26891"/>
                </a:lnTo>
                <a:lnTo>
                  <a:pt x="139121" y="26494"/>
                </a:lnTo>
                <a:lnTo>
                  <a:pt x="138612" y="26107"/>
                </a:lnTo>
                <a:lnTo>
                  <a:pt x="138092" y="25731"/>
                </a:lnTo>
                <a:lnTo>
                  <a:pt x="137562" y="25364"/>
                </a:lnTo>
                <a:lnTo>
                  <a:pt x="137020" y="25008"/>
                </a:lnTo>
                <a:lnTo>
                  <a:pt x="136468" y="24663"/>
                </a:lnTo>
                <a:lnTo>
                  <a:pt x="135904" y="24327"/>
                </a:lnTo>
                <a:lnTo>
                  <a:pt x="135329" y="24002"/>
                </a:lnTo>
                <a:lnTo>
                  <a:pt x="134744" y="23687"/>
                </a:lnTo>
                <a:lnTo>
                  <a:pt x="134149" y="23384"/>
                </a:lnTo>
                <a:lnTo>
                  <a:pt x="133545" y="23093"/>
                </a:lnTo>
                <a:lnTo>
                  <a:pt x="132933" y="22815"/>
                </a:lnTo>
                <a:lnTo>
                  <a:pt x="132313" y="22551"/>
                </a:lnTo>
                <a:lnTo>
                  <a:pt x="131684" y="22299"/>
                </a:lnTo>
                <a:lnTo>
                  <a:pt x="131047" y="22060"/>
                </a:lnTo>
                <a:lnTo>
                  <a:pt x="130402" y="21834"/>
                </a:lnTo>
                <a:lnTo>
                  <a:pt x="129748" y="21621"/>
                </a:lnTo>
                <a:lnTo>
                  <a:pt x="129086" y="21421"/>
                </a:lnTo>
                <a:lnTo>
                  <a:pt x="128416" y="21233"/>
                </a:lnTo>
                <a:lnTo>
                  <a:pt x="127737" y="21059"/>
                </a:lnTo>
                <a:lnTo>
                  <a:pt x="127050" y="20898"/>
                </a:lnTo>
                <a:lnTo>
                  <a:pt x="126354" y="20749"/>
                </a:lnTo>
                <a:lnTo>
                  <a:pt x="125650" y="20614"/>
                </a:lnTo>
                <a:lnTo>
                  <a:pt x="124938" y="20491"/>
                </a:lnTo>
                <a:lnTo>
                  <a:pt x="124217" y="20381"/>
                </a:lnTo>
                <a:lnTo>
                  <a:pt x="123488" y="20284"/>
                </a:lnTo>
                <a:lnTo>
                  <a:pt x="122751" y="20200"/>
                </a:lnTo>
                <a:lnTo>
                  <a:pt x="122005" y="20129"/>
                </a:lnTo>
                <a:lnTo>
                  <a:pt x="121251" y="20071"/>
                </a:lnTo>
                <a:lnTo>
                  <a:pt x="120488" y="20026"/>
                </a:lnTo>
                <a:lnTo>
                  <a:pt x="119717" y="19994"/>
                </a:lnTo>
                <a:lnTo>
                  <a:pt x="118938" y="19974"/>
                </a:lnTo>
                <a:lnTo>
                  <a:pt x="118151" y="19968"/>
                </a:lnTo>
                <a:lnTo>
                  <a:pt x="117352" y="19974"/>
                </a:lnTo>
                <a:lnTo>
                  <a:pt x="116561" y="19994"/>
                </a:lnTo>
                <a:lnTo>
                  <a:pt x="115780" y="20026"/>
                </a:lnTo>
                <a:lnTo>
                  <a:pt x="115007" y="20071"/>
                </a:lnTo>
                <a:lnTo>
                  <a:pt x="114242" y="20129"/>
                </a:lnTo>
                <a:lnTo>
                  <a:pt x="113486" y="20200"/>
                </a:lnTo>
                <a:lnTo>
                  <a:pt x="112739" y="20284"/>
                </a:lnTo>
                <a:lnTo>
                  <a:pt x="112000" y="20381"/>
                </a:lnTo>
                <a:lnTo>
                  <a:pt x="111270" y="20491"/>
                </a:lnTo>
                <a:lnTo>
                  <a:pt x="110549" y="20614"/>
                </a:lnTo>
                <a:lnTo>
                  <a:pt x="109836" y="20749"/>
                </a:lnTo>
                <a:lnTo>
                  <a:pt x="109132" y="20898"/>
                </a:lnTo>
                <a:lnTo>
                  <a:pt x="108436" y="21059"/>
                </a:lnTo>
                <a:lnTo>
                  <a:pt x="107749" y="21233"/>
                </a:lnTo>
                <a:lnTo>
                  <a:pt x="107070" y="21421"/>
                </a:lnTo>
                <a:lnTo>
                  <a:pt x="106401" y="21621"/>
                </a:lnTo>
                <a:lnTo>
                  <a:pt x="105739" y="21834"/>
                </a:lnTo>
                <a:lnTo>
                  <a:pt x="105087" y="22060"/>
                </a:lnTo>
                <a:lnTo>
                  <a:pt x="104443" y="22299"/>
                </a:lnTo>
                <a:lnTo>
                  <a:pt x="103807" y="22551"/>
                </a:lnTo>
                <a:lnTo>
                  <a:pt x="103180" y="22815"/>
                </a:lnTo>
                <a:lnTo>
                  <a:pt x="102562" y="23093"/>
                </a:lnTo>
                <a:lnTo>
                  <a:pt x="101952" y="23384"/>
                </a:lnTo>
                <a:lnTo>
                  <a:pt x="101351" y="23687"/>
                </a:lnTo>
                <a:lnTo>
                  <a:pt x="100760" y="24002"/>
                </a:lnTo>
                <a:lnTo>
                  <a:pt x="100180" y="24327"/>
                </a:lnTo>
                <a:lnTo>
                  <a:pt x="99612" y="24663"/>
                </a:lnTo>
                <a:lnTo>
                  <a:pt x="99054" y="25008"/>
                </a:lnTo>
                <a:lnTo>
                  <a:pt x="98508" y="25364"/>
                </a:lnTo>
                <a:lnTo>
                  <a:pt x="97973" y="25731"/>
                </a:lnTo>
                <a:lnTo>
                  <a:pt x="97449" y="26107"/>
                </a:lnTo>
                <a:lnTo>
                  <a:pt x="96937" y="26494"/>
                </a:lnTo>
                <a:lnTo>
                  <a:pt x="96436" y="26891"/>
                </a:lnTo>
                <a:lnTo>
                  <a:pt x="95946" y="27299"/>
                </a:lnTo>
                <a:lnTo>
                  <a:pt x="95467" y="27717"/>
                </a:lnTo>
                <a:lnTo>
                  <a:pt x="94999" y="28145"/>
                </a:lnTo>
                <a:lnTo>
                  <a:pt x="94543" y="28583"/>
                </a:lnTo>
                <a:lnTo>
                  <a:pt x="94098" y="29032"/>
                </a:lnTo>
                <a:lnTo>
                  <a:pt x="93664" y="29491"/>
                </a:lnTo>
                <a:lnTo>
                  <a:pt x="93242" y="29960"/>
                </a:lnTo>
                <a:lnTo>
                  <a:pt x="92830" y="30439"/>
                </a:lnTo>
                <a:lnTo>
                  <a:pt x="92430" y="30929"/>
                </a:lnTo>
                <a:lnTo>
                  <a:pt x="92041" y="31429"/>
                </a:lnTo>
                <a:lnTo>
                  <a:pt x="91664" y="31940"/>
                </a:lnTo>
                <a:lnTo>
                  <a:pt x="91297" y="32460"/>
                </a:lnTo>
                <a:lnTo>
                  <a:pt x="90942" y="32991"/>
                </a:lnTo>
                <a:lnTo>
                  <a:pt x="90598" y="33532"/>
                </a:lnTo>
                <a:lnTo>
                  <a:pt x="90265" y="34084"/>
                </a:lnTo>
                <a:lnTo>
                  <a:pt x="89945" y="34644"/>
                </a:lnTo>
                <a:lnTo>
                  <a:pt x="89639" y="35213"/>
                </a:lnTo>
                <a:lnTo>
                  <a:pt x="89346" y="35789"/>
                </a:lnTo>
                <a:lnTo>
                  <a:pt x="89067" y="36373"/>
                </a:lnTo>
                <a:lnTo>
                  <a:pt x="88801" y="36965"/>
                </a:lnTo>
                <a:lnTo>
                  <a:pt x="88549" y="37565"/>
                </a:lnTo>
                <a:lnTo>
                  <a:pt x="88311" y="38173"/>
                </a:lnTo>
                <a:lnTo>
                  <a:pt x="88086" y="38788"/>
                </a:lnTo>
                <a:lnTo>
                  <a:pt x="87875" y="39412"/>
                </a:lnTo>
                <a:lnTo>
                  <a:pt x="87677" y="40043"/>
                </a:lnTo>
                <a:lnTo>
                  <a:pt x="87493" y="40683"/>
                </a:lnTo>
                <a:lnTo>
                  <a:pt x="87323" y="41330"/>
                </a:lnTo>
                <a:lnTo>
                  <a:pt x="87166" y="41985"/>
                </a:lnTo>
                <a:lnTo>
                  <a:pt x="87023" y="42648"/>
                </a:lnTo>
                <a:lnTo>
                  <a:pt x="86894" y="43319"/>
                </a:lnTo>
                <a:lnTo>
                  <a:pt x="86778" y="43998"/>
                </a:lnTo>
                <a:lnTo>
                  <a:pt x="86676" y="44685"/>
                </a:lnTo>
                <a:lnTo>
                  <a:pt x="86588" y="45379"/>
                </a:lnTo>
                <a:lnTo>
                  <a:pt x="86513" y="46082"/>
                </a:lnTo>
                <a:lnTo>
                  <a:pt x="86451" y="46792"/>
                </a:lnTo>
                <a:lnTo>
                  <a:pt x="86404" y="47510"/>
                </a:lnTo>
                <a:lnTo>
                  <a:pt x="86370" y="48237"/>
                </a:lnTo>
                <a:lnTo>
                  <a:pt x="86349" y="48971"/>
                </a:lnTo>
                <a:lnTo>
                  <a:pt x="86342" y="49713"/>
                </a:lnTo>
                <a:lnTo>
                  <a:pt x="86342" y="68716"/>
                </a:lnTo>
                <a:lnTo>
                  <a:pt x="86349" y="69458"/>
                </a:lnTo>
                <a:lnTo>
                  <a:pt x="86370" y="70192"/>
                </a:lnTo>
                <a:lnTo>
                  <a:pt x="86404" y="70918"/>
                </a:lnTo>
                <a:lnTo>
                  <a:pt x="86451" y="71636"/>
                </a:lnTo>
                <a:lnTo>
                  <a:pt x="86513" y="72346"/>
                </a:lnTo>
                <a:lnTo>
                  <a:pt x="86588" y="73049"/>
                </a:lnTo>
                <a:lnTo>
                  <a:pt x="86676" y="73743"/>
                </a:lnTo>
                <a:lnTo>
                  <a:pt x="86778" y="74430"/>
                </a:lnTo>
                <a:lnTo>
                  <a:pt x="86894" y="75109"/>
                </a:lnTo>
                <a:lnTo>
                  <a:pt x="87023" y="75780"/>
                </a:lnTo>
                <a:lnTo>
                  <a:pt x="87166" y="76443"/>
                </a:lnTo>
                <a:lnTo>
                  <a:pt x="87323" y="77098"/>
                </a:lnTo>
                <a:lnTo>
                  <a:pt x="87493" y="77745"/>
                </a:lnTo>
                <a:lnTo>
                  <a:pt x="87677" y="78384"/>
                </a:lnTo>
                <a:lnTo>
                  <a:pt x="87875" y="79016"/>
                </a:lnTo>
                <a:lnTo>
                  <a:pt x="88086" y="79640"/>
                </a:lnTo>
                <a:lnTo>
                  <a:pt x="88311" y="80255"/>
                </a:lnTo>
                <a:lnTo>
                  <a:pt x="88549" y="80863"/>
                </a:lnTo>
                <a:lnTo>
                  <a:pt x="88801" y="81463"/>
                </a:lnTo>
                <a:lnTo>
                  <a:pt x="89067" y="82055"/>
                </a:lnTo>
                <a:lnTo>
                  <a:pt x="89346" y="82639"/>
                </a:lnTo>
                <a:lnTo>
                  <a:pt x="89639" y="83216"/>
                </a:lnTo>
                <a:lnTo>
                  <a:pt x="89945" y="83784"/>
                </a:lnTo>
                <a:lnTo>
                  <a:pt x="90265" y="84345"/>
                </a:lnTo>
                <a:lnTo>
                  <a:pt x="90598" y="84896"/>
                </a:lnTo>
                <a:lnTo>
                  <a:pt x="90942" y="85437"/>
                </a:lnTo>
                <a:lnTo>
                  <a:pt x="91297" y="85968"/>
                </a:lnTo>
                <a:lnTo>
                  <a:pt x="91664" y="86489"/>
                </a:lnTo>
                <a:lnTo>
                  <a:pt x="92041" y="86999"/>
                </a:lnTo>
                <a:lnTo>
                  <a:pt x="92430" y="87499"/>
                </a:lnTo>
                <a:lnTo>
                  <a:pt x="92830" y="87988"/>
                </a:lnTo>
                <a:lnTo>
                  <a:pt x="93242" y="88468"/>
                </a:lnTo>
                <a:lnTo>
                  <a:pt x="93664" y="88937"/>
                </a:lnTo>
                <a:lnTo>
                  <a:pt x="94098" y="89396"/>
                </a:lnTo>
                <a:lnTo>
                  <a:pt x="94543" y="89845"/>
                </a:lnTo>
                <a:lnTo>
                  <a:pt x="94999" y="90283"/>
                </a:lnTo>
                <a:lnTo>
                  <a:pt x="95467" y="90711"/>
                </a:lnTo>
                <a:lnTo>
                  <a:pt x="95946" y="91129"/>
                </a:lnTo>
                <a:lnTo>
                  <a:pt x="96436" y="91536"/>
                </a:lnTo>
                <a:lnTo>
                  <a:pt x="96937" y="91934"/>
                </a:lnTo>
                <a:lnTo>
                  <a:pt x="97449" y="92320"/>
                </a:lnTo>
                <a:lnTo>
                  <a:pt x="97973" y="92697"/>
                </a:lnTo>
                <a:lnTo>
                  <a:pt x="98508" y="93064"/>
                </a:lnTo>
                <a:lnTo>
                  <a:pt x="99054" y="93420"/>
                </a:lnTo>
                <a:lnTo>
                  <a:pt x="99612" y="93766"/>
                </a:lnTo>
                <a:lnTo>
                  <a:pt x="100180" y="94101"/>
                </a:lnTo>
                <a:lnTo>
                  <a:pt x="100760" y="94427"/>
                </a:lnTo>
                <a:lnTo>
                  <a:pt x="101351" y="94742"/>
                </a:lnTo>
                <a:lnTo>
                  <a:pt x="101952" y="95045"/>
                </a:lnTo>
                <a:lnTo>
                  <a:pt x="102562" y="95335"/>
                </a:lnTo>
                <a:lnTo>
                  <a:pt x="103180" y="95613"/>
                </a:lnTo>
                <a:lnTo>
                  <a:pt x="103807" y="95877"/>
                </a:lnTo>
                <a:lnTo>
                  <a:pt x="104443" y="96129"/>
                </a:lnTo>
                <a:lnTo>
                  <a:pt x="105087" y="96368"/>
                </a:lnTo>
                <a:lnTo>
                  <a:pt x="105739" y="96594"/>
                </a:lnTo>
                <a:lnTo>
                  <a:pt x="106401" y="96807"/>
                </a:lnTo>
                <a:lnTo>
                  <a:pt x="107070" y="97007"/>
                </a:lnTo>
                <a:lnTo>
                  <a:pt x="107749" y="97194"/>
                </a:lnTo>
                <a:lnTo>
                  <a:pt x="108436" y="97368"/>
                </a:lnTo>
                <a:lnTo>
                  <a:pt x="109132" y="97529"/>
                </a:lnTo>
                <a:lnTo>
                  <a:pt x="109836" y="97678"/>
                </a:lnTo>
                <a:lnTo>
                  <a:pt x="110549" y="97813"/>
                </a:lnTo>
                <a:lnTo>
                  <a:pt x="111270" y="97936"/>
                </a:lnTo>
                <a:lnTo>
                  <a:pt x="112000" y="98046"/>
                </a:lnTo>
                <a:lnTo>
                  <a:pt x="112739" y="98143"/>
                </a:lnTo>
                <a:lnTo>
                  <a:pt x="113486" y="98226"/>
                </a:lnTo>
                <a:lnTo>
                  <a:pt x="114242" y="98297"/>
                </a:lnTo>
                <a:lnTo>
                  <a:pt x="115007" y="98355"/>
                </a:lnTo>
                <a:lnTo>
                  <a:pt x="115780" y="98401"/>
                </a:lnTo>
                <a:lnTo>
                  <a:pt x="116561" y="98433"/>
                </a:lnTo>
                <a:lnTo>
                  <a:pt x="117352" y="98452"/>
                </a:lnTo>
                <a:lnTo>
                  <a:pt x="118151" y="98459"/>
                </a:lnTo>
                <a:lnTo>
                  <a:pt x="119154" y="98449"/>
                </a:lnTo>
                <a:lnTo>
                  <a:pt x="120145" y="98418"/>
                </a:lnTo>
                <a:lnTo>
                  <a:pt x="121123" y="98367"/>
                </a:lnTo>
                <a:close/>
                <a:moveTo>
                  <a:pt x="103003" y="49713"/>
                </a:moveTo>
                <a:lnTo>
                  <a:pt x="103010" y="49065"/>
                </a:lnTo>
                <a:lnTo>
                  <a:pt x="103030" y="48429"/>
                </a:lnTo>
                <a:lnTo>
                  <a:pt x="103063" y="47806"/>
                </a:lnTo>
                <a:lnTo>
                  <a:pt x="103110" y="47195"/>
                </a:lnTo>
                <a:lnTo>
                  <a:pt x="103170" y="46597"/>
                </a:lnTo>
                <a:lnTo>
                  <a:pt x="103244" y="46011"/>
                </a:lnTo>
                <a:lnTo>
                  <a:pt x="103331" y="45438"/>
                </a:lnTo>
                <a:lnTo>
                  <a:pt x="103431" y="44877"/>
                </a:lnTo>
                <a:lnTo>
                  <a:pt x="103545" y="44329"/>
                </a:lnTo>
                <a:lnTo>
                  <a:pt x="103672" y="43793"/>
                </a:lnTo>
                <a:lnTo>
                  <a:pt x="103813" y="43269"/>
                </a:lnTo>
                <a:lnTo>
                  <a:pt x="103967" y="42758"/>
                </a:lnTo>
                <a:lnTo>
                  <a:pt x="104134" y="42259"/>
                </a:lnTo>
                <a:lnTo>
                  <a:pt x="104315" y="41773"/>
                </a:lnTo>
                <a:lnTo>
                  <a:pt x="104509" y="41299"/>
                </a:lnTo>
                <a:lnTo>
                  <a:pt x="104717" y="40838"/>
                </a:lnTo>
                <a:lnTo>
                  <a:pt x="104937" y="40389"/>
                </a:lnTo>
                <a:lnTo>
                  <a:pt x="105172" y="39953"/>
                </a:lnTo>
                <a:lnTo>
                  <a:pt x="105419" y="39529"/>
                </a:lnTo>
                <a:lnTo>
                  <a:pt x="105680" y="39117"/>
                </a:lnTo>
                <a:lnTo>
                  <a:pt x="105955" y="38718"/>
                </a:lnTo>
                <a:lnTo>
                  <a:pt x="106243" y="38331"/>
                </a:lnTo>
                <a:lnTo>
                  <a:pt x="106544" y="37957"/>
                </a:lnTo>
                <a:lnTo>
                  <a:pt x="106859" y="37595"/>
                </a:lnTo>
                <a:lnTo>
                  <a:pt x="107186" y="37247"/>
                </a:lnTo>
                <a:lnTo>
                  <a:pt x="107526" y="36913"/>
                </a:lnTo>
                <a:lnTo>
                  <a:pt x="107878" y="36594"/>
                </a:lnTo>
                <a:lnTo>
                  <a:pt x="108243" y="36290"/>
                </a:lnTo>
                <a:lnTo>
                  <a:pt x="108621" y="36001"/>
                </a:lnTo>
                <a:lnTo>
                  <a:pt x="109010" y="35727"/>
                </a:lnTo>
                <a:lnTo>
                  <a:pt x="109412" y="35468"/>
                </a:lnTo>
                <a:lnTo>
                  <a:pt x="109827" y="35223"/>
                </a:lnTo>
                <a:lnTo>
                  <a:pt x="110254" y="34993"/>
                </a:lnTo>
                <a:lnTo>
                  <a:pt x="110693" y="34778"/>
                </a:lnTo>
                <a:lnTo>
                  <a:pt x="111145" y="34578"/>
                </a:lnTo>
                <a:lnTo>
                  <a:pt x="111609" y="34393"/>
                </a:lnTo>
                <a:lnTo>
                  <a:pt x="112086" y="34222"/>
                </a:lnTo>
                <a:lnTo>
                  <a:pt x="112575" y="34067"/>
                </a:lnTo>
                <a:lnTo>
                  <a:pt x="113077" y="33926"/>
                </a:lnTo>
                <a:lnTo>
                  <a:pt x="113591" y="33800"/>
                </a:lnTo>
                <a:lnTo>
                  <a:pt x="114117" y="33688"/>
                </a:lnTo>
                <a:lnTo>
                  <a:pt x="114656" y="33592"/>
                </a:lnTo>
                <a:lnTo>
                  <a:pt x="115208" y="33511"/>
                </a:lnTo>
                <a:lnTo>
                  <a:pt x="115771" y="33444"/>
                </a:lnTo>
                <a:lnTo>
                  <a:pt x="116347" y="33392"/>
                </a:lnTo>
                <a:lnTo>
                  <a:pt x="116936" y="33355"/>
                </a:lnTo>
                <a:lnTo>
                  <a:pt x="117537" y="33333"/>
                </a:lnTo>
                <a:lnTo>
                  <a:pt x="118151" y="33325"/>
                </a:lnTo>
                <a:lnTo>
                  <a:pt x="118764" y="33333"/>
                </a:lnTo>
                <a:lnTo>
                  <a:pt x="119364" y="33354"/>
                </a:lnTo>
                <a:lnTo>
                  <a:pt x="119951" y="33391"/>
                </a:lnTo>
                <a:lnTo>
                  <a:pt x="120526" y="33442"/>
                </a:lnTo>
                <a:lnTo>
                  <a:pt x="121088" y="33508"/>
                </a:lnTo>
                <a:lnTo>
                  <a:pt x="121636" y="33588"/>
                </a:lnTo>
                <a:lnTo>
                  <a:pt x="122172" y="33683"/>
                </a:lnTo>
                <a:lnTo>
                  <a:pt x="122695" y="33792"/>
                </a:lnTo>
                <a:lnTo>
                  <a:pt x="123205" y="33916"/>
                </a:lnTo>
                <a:lnTo>
                  <a:pt x="123702" y="34054"/>
                </a:lnTo>
                <a:lnTo>
                  <a:pt x="124186" y="34208"/>
                </a:lnTo>
                <a:lnTo>
                  <a:pt x="124657" y="34375"/>
                </a:lnTo>
                <a:lnTo>
                  <a:pt x="125115" y="34558"/>
                </a:lnTo>
                <a:lnTo>
                  <a:pt x="125561" y="34755"/>
                </a:lnTo>
                <a:lnTo>
                  <a:pt x="125993" y="34966"/>
                </a:lnTo>
                <a:lnTo>
                  <a:pt x="126413" y="35192"/>
                </a:lnTo>
                <a:lnTo>
                  <a:pt x="126819" y="35433"/>
                </a:lnTo>
                <a:lnTo>
                  <a:pt x="127213" y="35688"/>
                </a:lnTo>
                <a:lnTo>
                  <a:pt x="127594" y="35958"/>
                </a:lnTo>
                <a:lnTo>
                  <a:pt x="127961" y="36242"/>
                </a:lnTo>
                <a:lnTo>
                  <a:pt x="128316" y="36541"/>
                </a:lnTo>
                <a:lnTo>
                  <a:pt x="128658" y="36855"/>
                </a:lnTo>
                <a:lnTo>
                  <a:pt x="128988" y="37183"/>
                </a:lnTo>
                <a:lnTo>
                  <a:pt x="129304" y="37526"/>
                </a:lnTo>
                <a:lnTo>
                  <a:pt x="129607" y="37882"/>
                </a:lnTo>
                <a:lnTo>
                  <a:pt x="129898" y="38251"/>
                </a:lnTo>
                <a:lnTo>
                  <a:pt x="130175" y="38633"/>
                </a:lnTo>
                <a:lnTo>
                  <a:pt x="130440" y="39027"/>
                </a:lnTo>
                <a:lnTo>
                  <a:pt x="130692" y="39434"/>
                </a:lnTo>
                <a:lnTo>
                  <a:pt x="130931" y="39854"/>
                </a:lnTo>
                <a:lnTo>
                  <a:pt x="131157" y="40286"/>
                </a:lnTo>
                <a:lnTo>
                  <a:pt x="131370" y="40731"/>
                </a:lnTo>
                <a:lnTo>
                  <a:pt x="131570" y="41189"/>
                </a:lnTo>
                <a:lnTo>
                  <a:pt x="131757" y="41659"/>
                </a:lnTo>
                <a:lnTo>
                  <a:pt x="131932" y="42142"/>
                </a:lnTo>
                <a:lnTo>
                  <a:pt x="132093" y="42638"/>
                </a:lnTo>
                <a:lnTo>
                  <a:pt x="132242" y="43146"/>
                </a:lnTo>
                <a:lnTo>
                  <a:pt x="132377" y="43667"/>
                </a:lnTo>
                <a:lnTo>
                  <a:pt x="132500" y="44201"/>
                </a:lnTo>
                <a:lnTo>
                  <a:pt x="132610" y="44747"/>
                </a:lnTo>
                <a:lnTo>
                  <a:pt x="132707" y="45306"/>
                </a:lnTo>
                <a:lnTo>
                  <a:pt x="132790" y="45878"/>
                </a:lnTo>
                <a:lnTo>
                  <a:pt x="132862" y="46462"/>
                </a:lnTo>
                <a:lnTo>
                  <a:pt x="132920" y="47059"/>
                </a:lnTo>
                <a:lnTo>
                  <a:pt x="132965" y="47669"/>
                </a:lnTo>
                <a:lnTo>
                  <a:pt x="132997" y="48291"/>
                </a:lnTo>
                <a:lnTo>
                  <a:pt x="133016" y="48926"/>
                </a:lnTo>
                <a:lnTo>
                  <a:pt x="133023" y="49574"/>
                </a:lnTo>
                <a:lnTo>
                  <a:pt x="133023" y="52340"/>
                </a:lnTo>
                <a:lnTo>
                  <a:pt x="103003" y="52604"/>
                </a:lnTo>
                <a:lnTo>
                  <a:pt x="103003" y="49713"/>
                </a:lnTo>
                <a:close/>
                <a:moveTo>
                  <a:pt x="417797" y="21344"/>
                </a:moveTo>
                <a:lnTo>
                  <a:pt x="417797" y="121868"/>
                </a:lnTo>
                <a:lnTo>
                  <a:pt x="435011" y="121868"/>
                </a:lnTo>
                <a:lnTo>
                  <a:pt x="435011" y="100663"/>
                </a:lnTo>
                <a:lnTo>
                  <a:pt x="434460" y="82624"/>
                </a:lnTo>
                <a:lnTo>
                  <a:pt x="434886" y="82624"/>
                </a:lnTo>
                <a:lnTo>
                  <a:pt x="434943" y="82997"/>
                </a:lnTo>
                <a:lnTo>
                  <a:pt x="435067" y="83678"/>
                </a:lnTo>
                <a:lnTo>
                  <a:pt x="435211" y="84344"/>
                </a:lnTo>
                <a:lnTo>
                  <a:pt x="435373" y="84997"/>
                </a:lnTo>
                <a:lnTo>
                  <a:pt x="435555" y="85637"/>
                </a:lnTo>
                <a:lnTo>
                  <a:pt x="435756" y="86263"/>
                </a:lnTo>
                <a:lnTo>
                  <a:pt x="435976" y="86875"/>
                </a:lnTo>
                <a:lnTo>
                  <a:pt x="436215" y="87473"/>
                </a:lnTo>
                <a:lnTo>
                  <a:pt x="436473" y="88058"/>
                </a:lnTo>
                <a:lnTo>
                  <a:pt x="436750" y="88629"/>
                </a:lnTo>
                <a:lnTo>
                  <a:pt x="437046" y="89187"/>
                </a:lnTo>
                <a:lnTo>
                  <a:pt x="437362" y="89731"/>
                </a:lnTo>
                <a:lnTo>
                  <a:pt x="437697" y="90261"/>
                </a:lnTo>
                <a:lnTo>
                  <a:pt x="438050" y="90778"/>
                </a:lnTo>
                <a:lnTo>
                  <a:pt x="438423" y="91281"/>
                </a:lnTo>
                <a:lnTo>
                  <a:pt x="438815" y="91771"/>
                </a:lnTo>
                <a:lnTo>
                  <a:pt x="439226" y="92247"/>
                </a:lnTo>
                <a:lnTo>
                  <a:pt x="439657" y="92709"/>
                </a:lnTo>
                <a:lnTo>
                  <a:pt x="440106" y="93157"/>
                </a:lnTo>
                <a:lnTo>
                  <a:pt x="440572" y="93590"/>
                </a:lnTo>
                <a:lnTo>
                  <a:pt x="441051" y="94004"/>
                </a:lnTo>
                <a:lnTo>
                  <a:pt x="441544" y="94400"/>
                </a:lnTo>
                <a:lnTo>
                  <a:pt x="442050" y="94777"/>
                </a:lnTo>
                <a:lnTo>
                  <a:pt x="442569" y="95136"/>
                </a:lnTo>
                <a:lnTo>
                  <a:pt x="443102" y="95477"/>
                </a:lnTo>
                <a:lnTo>
                  <a:pt x="443648" y="95799"/>
                </a:lnTo>
                <a:lnTo>
                  <a:pt x="444207" y="96103"/>
                </a:lnTo>
                <a:lnTo>
                  <a:pt x="444780" y="96388"/>
                </a:lnTo>
                <a:lnTo>
                  <a:pt x="445366" y="96655"/>
                </a:lnTo>
                <a:lnTo>
                  <a:pt x="445966" y="96903"/>
                </a:lnTo>
                <a:lnTo>
                  <a:pt x="446579" y="97133"/>
                </a:lnTo>
                <a:lnTo>
                  <a:pt x="447205" y="97345"/>
                </a:lnTo>
                <a:lnTo>
                  <a:pt x="447845" y="97538"/>
                </a:lnTo>
                <a:lnTo>
                  <a:pt x="448498" y="97713"/>
                </a:lnTo>
                <a:lnTo>
                  <a:pt x="449165" y="97870"/>
                </a:lnTo>
                <a:lnTo>
                  <a:pt x="449844" y="98008"/>
                </a:lnTo>
                <a:lnTo>
                  <a:pt x="450538" y="98127"/>
                </a:lnTo>
                <a:lnTo>
                  <a:pt x="451244" y="98229"/>
                </a:lnTo>
                <a:lnTo>
                  <a:pt x="451964" y="98311"/>
                </a:lnTo>
                <a:lnTo>
                  <a:pt x="452698" y="98376"/>
                </a:lnTo>
                <a:lnTo>
                  <a:pt x="453445" y="98422"/>
                </a:lnTo>
                <a:lnTo>
                  <a:pt x="454205" y="98450"/>
                </a:lnTo>
                <a:lnTo>
                  <a:pt x="454978" y="98459"/>
                </a:lnTo>
                <a:lnTo>
                  <a:pt x="455617" y="98453"/>
                </a:lnTo>
                <a:lnTo>
                  <a:pt x="456249" y="98434"/>
                </a:lnTo>
                <a:lnTo>
                  <a:pt x="456874" y="98403"/>
                </a:lnTo>
                <a:lnTo>
                  <a:pt x="457492" y="98359"/>
                </a:lnTo>
                <a:lnTo>
                  <a:pt x="458102" y="98303"/>
                </a:lnTo>
                <a:lnTo>
                  <a:pt x="458705" y="98235"/>
                </a:lnTo>
                <a:lnTo>
                  <a:pt x="459301" y="98154"/>
                </a:lnTo>
                <a:lnTo>
                  <a:pt x="459890" y="98061"/>
                </a:lnTo>
                <a:lnTo>
                  <a:pt x="460472" y="97955"/>
                </a:lnTo>
                <a:lnTo>
                  <a:pt x="461046" y="97837"/>
                </a:lnTo>
                <a:lnTo>
                  <a:pt x="461613" y="97707"/>
                </a:lnTo>
                <a:lnTo>
                  <a:pt x="462174" y="97564"/>
                </a:lnTo>
                <a:lnTo>
                  <a:pt x="462726" y="97408"/>
                </a:lnTo>
                <a:lnTo>
                  <a:pt x="463272" y="97240"/>
                </a:lnTo>
                <a:lnTo>
                  <a:pt x="463811" y="97060"/>
                </a:lnTo>
                <a:lnTo>
                  <a:pt x="464342" y="96867"/>
                </a:lnTo>
                <a:lnTo>
                  <a:pt x="464867" y="96662"/>
                </a:lnTo>
                <a:lnTo>
                  <a:pt x="465384" y="96445"/>
                </a:lnTo>
                <a:lnTo>
                  <a:pt x="465894" y="96215"/>
                </a:lnTo>
                <a:lnTo>
                  <a:pt x="466396" y="95972"/>
                </a:lnTo>
                <a:lnTo>
                  <a:pt x="466892" y="95717"/>
                </a:lnTo>
                <a:lnTo>
                  <a:pt x="467381" y="95450"/>
                </a:lnTo>
                <a:lnTo>
                  <a:pt x="467862" y="95170"/>
                </a:lnTo>
                <a:lnTo>
                  <a:pt x="468336" y="94878"/>
                </a:lnTo>
                <a:lnTo>
                  <a:pt x="468802" y="94575"/>
                </a:lnTo>
                <a:lnTo>
                  <a:pt x="469259" y="94261"/>
                </a:lnTo>
                <a:lnTo>
                  <a:pt x="469708" y="93937"/>
                </a:lnTo>
                <a:lnTo>
                  <a:pt x="470147" y="93603"/>
                </a:lnTo>
                <a:lnTo>
                  <a:pt x="470578" y="93258"/>
                </a:lnTo>
                <a:lnTo>
                  <a:pt x="471000" y="92903"/>
                </a:lnTo>
                <a:lnTo>
                  <a:pt x="471413" y="92538"/>
                </a:lnTo>
                <a:lnTo>
                  <a:pt x="471817" y="92163"/>
                </a:lnTo>
                <a:lnTo>
                  <a:pt x="472212" y="91777"/>
                </a:lnTo>
                <a:lnTo>
                  <a:pt x="472598" y="91381"/>
                </a:lnTo>
                <a:lnTo>
                  <a:pt x="472976" y="90975"/>
                </a:lnTo>
                <a:lnTo>
                  <a:pt x="473345" y="90558"/>
                </a:lnTo>
                <a:lnTo>
                  <a:pt x="473704" y="90131"/>
                </a:lnTo>
                <a:lnTo>
                  <a:pt x="474056" y="89694"/>
                </a:lnTo>
                <a:lnTo>
                  <a:pt x="474398" y="89247"/>
                </a:lnTo>
                <a:lnTo>
                  <a:pt x="474731" y="88789"/>
                </a:lnTo>
                <a:lnTo>
                  <a:pt x="475055" y="88322"/>
                </a:lnTo>
                <a:lnTo>
                  <a:pt x="475371" y="87843"/>
                </a:lnTo>
                <a:lnTo>
                  <a:pt x="475678" y="87355"/>
                </a:lnTo>
                <a:lnTo>
                  <a:pt x="475976" y="86856"/>
                </a:lnTo>
                <a:lnTo>
                  <a:pt x="476265" y="86347"/>
                </a:lnTo>
                <a:lnTo>
                  <a:pt x="476545" y="85828"/>
                </a:lnTo>
                <a:lnTo>
                  <a:pt x="476816" y="85299"/>
                </a:lnTo>
                <a:lnTo>
                  <a:pt x="477079" y="84759"/>
                </a:lnTo>
                <a:lnTo>
                  <a:pt x="477332" y="84210"/>
                </a:lnTo>
                <a:lnTo>
                  <a:pt x="477574" y="83653"/>
                </a:lnTo>
                <a:lnTo>
                  <a:pt x="477805" y="83088"/>
                </a:lnTo>
                <a:lnTo>
                  <a:pt x="478026" y="82515"/>
                </a:lnTo>
                <a:lnTo>
                  <a:pt x="478236" y="81935"/>
                </a:lnTo>
                <a:lnTo>
                  <a:pt x="478435" y="81346"/>
                </a:lnTo>
                <a:lnTo>
                  <a:pt x="478623" y="80750"/>
                </a:lnTo>
                <a:lnTo>
                  <a:pt x="478801" y="80145"/>
                </a:lnTo>
                <a:lnTo>
                  <a:pt x="478968" y="79533"/>
                </a:lnTo>
                <a:lnTo>
                  <a:pt x="479124" y="78913"/>
                </a:lnTo>
                <a:lnTo>
                  <a:pt x="479269" y="78285"/>
                </a:lnTo>
                <a:lnTo>
                  <a:pt x="479403" y="77649"/>
                </a:lnTo>
                <a:lnTo>
                  <a:pt x="479527" y="77006"/>
                </a:lnTo>
                <a:lnTo>
                  <a:pt x="479640" y="76354"/>
                </a:lnTo>
                <a:lnTo>
                  <a:pt x="479742" y="75694"/>
                </a:lnTo>
                <a:lnTo>
                  <a:pt x="479834" y="75027"/>
                </a:lnTo>
                <a:lnTo>
                  <a:pt x="479915" y="74352"/>
                </a:lnTo>
                <a:lnTo>
                  <a:pt x="479985" y="73668"/>
                </a:lnTo>
                <a:lnTo>
                  <a:pt x="480044" y="72977"/>
                </a:lnTo>
                <a:lnTo>
                  <a:pt x="480092" y="72278"/>
                </a:lnTo>
                <a:lnTo>
                  <a:pt x="480130" y="71571"/>
                </a:lnTo>
                <a:lnTo>
                  <a:pt x="480157" y="70856"/>
                </a:lnTo>
                <a:lnTo>
                  <a:pt x="480173" y="70134"/>
                </a:lnTo>
                <a:lnTo>
                  <a:pt x="480178" y="69403"/>
                </a:lnTo>
                <a:lnTo>
                  <a:pt x="480178" y="48885"/>
                </a:lnTo>
                <a:lnTo>
                  <a:pt x="480166" y="47793"/>
                </a:lnTo>
                <a:lnTo>
                  <a:pt x="480130" y="46719"/>
                </a:lnTo>
                <a:lnTo>
                  <a:pt x="480071" y="45664"/>
                </a:lnTo>
                <a:lnTo>
                  <a:pt x="479987" y="44628"/>
                </a:lnTo>
                <a:lnTo>
                  <a:pt x="479879" y="43610"/>
                </a:lnTo>
                <a:lnTo>
                  <a:pt x="479748" y="42611"/>
                </a:lnTo>
                <a:lnTo>
                  <a:pt x="479593" y="41631"/>
                </a:lnTo>
                <a:lnTo>
                  <a:pt x="479413" y="40669"/>
                </a:lnTo>
                <a:lnTo>
                  <a:pt x="479210" y="39726"/>
                </a:lnTo>
                <a:lnTo>
                  <a:pt x="478983" y="38802"/>
                </a:lnTo>
                <a:lnTo>
                  <a:pt x="478732" y="37896"/>
                </a:lnTo>
                <a:lnTo>
                  <a:pt x="478457" y="37009"/>
                </a:lnTo>
                <a:lnTo>
                  <a:pt x="478158" y="36140"/>
                </a:lnTo>
                <a:lnTo>
                  <a:pt x="477835" y="35290"/>
                </a:lnTo>
                <a:lnTo>
                  <a:pt x="477489" y="34459"/>
                </a:lnTo>
                <a:lnTo>
                  <a:pt x="477118" y="33647"/>
                </a:lnTo>
                <a:lnTo>
                  <a:pt x="476723" y="32853"/>
                </a:lnTo>
                <a:lnTo>
                  <a:pt x="476305" y="32078"/>
                </a:lnTo>
                <a:lnTo>
                  <a:pt x="475863" y="31321"/>
                </a:lnTo>
                <a:lnTo>
                  <a:pt x="475397" y="30583"/>
                </a:lnTo>
                <a:lnTo>
                  <a:pt x="474906" y="29864"/>
                </a:lnTo>
                <a:lnTo>
                  <a:pt x="474392" y="29163"/>
                </a:lnTo>
                <a:lnTo>
                  <a:pt x="473854" y="28481"/>
                </a:lnTo>
                <a:lnTo>
                  <a:pt x="473293" y="27818"/>
                </a:lnTo>
                <a:lnTo>
                  <a:pt x="472711" y="27177"/>
                </a:lnTo>
                <a:lnTo>
                  <a:pt x="472113" y="26564"/>
                </a:lnTo>
                <a:lnTo>
                  <a:pt x="471500" y="25978"/>
                </a:lnTo>
                <a:lnTo>
                  <a:pt x="470871" y="25419"/>
                </a:lnTo>
                <a:lnTo>
                  <a:pt x="470226" y="24888"/>
                </a:lnTo>
                <a:lnTo>
                  <a:pt x="469566" y="24384"/>
                </a:lnTo>
                <a:lnTo>
                  <a:pt x="468890" y="23907"/>
                </a:lnTo>
                <a:lnTo>
                  <a:pt x="468197" y="23457"/>
                </a:lnTo>
                <a:lnTo>
                  <a:pt x="467490" y="23034"/>
                </a:lnTo>
                <a:lnTo>
                  <a:pt x="466766" y="22639"/>
                </a:lnTo>
                <a:lnTo>
                  <a:pt x="466026" y="22271"/>
                </a:lnTo>
                <a:lnTo>
                  <a:pt x="465271" y="21930"/>
                </a:lnTo>
                <a:lnTo>
                  <a:pt x="464500" y="21617"/>
                </a:lnTo>
                <a:lnTo>
                  <a:pt x="463713" y="21331"/>
                </a:lnTo>
                <a:lnTo>
                  <a:pt x="462911" y="21072"/>
                </a:lnTo>
                <a:lnTo>
                  <a:pt x="462093" y="20840"/>
                </a:lnTo>
                <a:lnTo>
                  <a:pt x="461259" y="20636"/>
                </a:lnTo>
                <a:lnTo>
                  <a:pt x="460409" y="20458"/>
                </a:lnTo>
                <a:lnTo>
                  <a:pt x="459543" y="20309"/>
                </a:lnTo>
                <a:lnTo>
                  <a:pt x="458662" y="20186"/>
                </a:lnTo>
                <a:lnTo>
                  <a:pt x="457765" y="20091"/>
                </a:lnTo>
                <a:lnTo>
                  <a:pt x="456852" y="20022"/>
                </a:lnTo>
                <a:lnTo>
                  <a:pt x="455923" y="19981"/>
                </a:lnTo>
                <a:lnTo>
                  <a:pt x="454978" y="19968"/>
                </a:lnTo>
                <a:lnTo>
                  <a:pt x="454205" y="19977"/>
                </a:lnTo>
                <a:lnTo>
                  <a:pt x="453445" y="20005"/>
                </a:lnTo>
                <a:lnTo>
                  <a:pt x="452698" y="20051"/>
                </a:lnTo>
                <a:lnTo>
                  <a:pt x="451964" y="20115"/>
                </a:lnTo>
                <a:lnTo>
                  <a:pt x="451244" y="20198"/>
                </a:lnTo>
                <a:lnTo>
                  <a:pt x="450538" y="20299"/>
                </a:lnTo>
                <a:lnTo>
                  <a:pt x="449844" y="20419"/>
                </a:lnTo>
                <a:lnTo>
                  <a:pt x="449165" y="20557"/>
                </a:lnTo>
                <a:lnTo>
                  <a:pt x="448498" y="20713"/>
                </a:lnTo>
                <a:lnTo>
                  <a:pt x="447845" y="20888"/>
                </a:lnTo>
                <a:lnTo>
                  <a:pt x="447205" y="21082"/>
                </a:lnTo>
                <a:lnTo>
                  <a:pt x="446579" y="21293"/>
                </a:lnTo>
                <a:lnTo>
                  <a:pt x="445966" y="21523"/>
                </a:lnTo>
                <a:lnTo>
                  <a:pt x="445366" y="21772"/>
                </a:lnTo>
                <a:lnTo>
                  <a:pt x="444780" y="22039"/>
                </a:lnTo>
                <a:lnTo>
                  <a:pt x="444207" y="22324"/>
                </a:lnTo>
                <a:lnTo>
                  <a:pt x="443648" y="22628"/>
                </a:lnTo>
                <a:lnTo>
                  <a:pt x="443102" y="22950"/>
                </a:lnTo>
                <a:lnTo>
                  <a:pt x="442569" y="23290"/>
                </a:lnTo>
                <a:lnTo>
                  <a:pt x="442050" y="23649"/>
                </a:lnTo>
                <a:lnTo>
                  <a:pt x="441544" y="24027"/>
                </a:lnTo>
                <a:lnTo>
                  <a:pt x="441051" y="24422"/>
                </a:lnTo>
                <a:lnTo>
                  <a:pt x="440572" y="24837"/>
                </a:lnTo>
                <a:lnTo>
                  <a:pt x="440106" y="25269"/>
                </a:lnTo>
                <a:lnTo>
                  <a:pt x="439657" y="25718"/>
                </a:lnTo>
                <a:lnTo>
                  <a:pt x="439226" y="26180"/>
                </a:lnTo>
                <a:lnTo>
                  <a:pt x="438815" y="26656"/>
                </a:lnTo>
                <a:lnTo>
                  <a:pt x="438423" y="27145"/>
                </a:lnTo>
                <a:lnTo>
                  <a:pt x="438050" y="27648"/>
                </a:lnTo>
                <a:lnTo>
                  <a:pt x="437697" y="28165"/>
                </a:lnTo>
                <a:lnTo>
                  <a:pt x="437362" y="28696"/>
                </a:lnTo>
                <a:lnTo>
                  <a:pt x="437046" y="29240"/>
                </a:lnTo>
                <a:lnTo>
                  <a:pt x="436750" y="29797"/>
                </a:lnTo>
                <a:lnTo>
                  <a:pt x="436473" y="30368"/>
                </a:lnTo>
                <a:lnTo>
                  <a:pt x="436215" y="30953"/>
                </a:lnTo>
                <a:lnTo>
                  <a:pt x="435976" y="31552"/>
                </a:lnTo>
                <a:lnTo>
                  <a:pt x="435756" y="32164"/>
                </a:lnTo>
                <a:lnTo>
                  <a:pt x="435555" y="32790"/>
                </a:lnTo>
                <a:lnTo>
                  <a:pt x="435373" y="33429"/>
                </a:lnTo>
                <a:lnTo>
                  <a:pt x="435211" y="34082"/>
                </a:lnTo>
                <a:lnTo>
                  <a:pt x="435067" y="34749"/>
                </a:lnTo>
                <a:lnTo>
                  <a:pt x="434943" y="35429"/>
                </a:lnTo>
                <a:lnTo>
                  <a:pt x="434886" y="35803"/>
                </a:lnTo>
                <a:lnTo>
                  <a:pt x="434599" y="35803"/>
                </a:lnTo>
                <a:lnTo>
                  <a:pt x="434599" y="21344"/>
                </a:lnTo>
                <a:lnTo>
                  <a:pt x="417797" y="21344"/>
                </a:lnTo>
                <a:close/>
                <a:moveTo>
                  <a:pt x="447344" y="83525"/>
                </a:moveTo>
                <a:lnTo>
                  <a:pt x="446838" y="83477"/>
                </a:lnTo>
                <a:lnTo>
                  <a:pt x="446341" y="83416"/>
                </a:lnTo>
                <a:lnTo>
                  <a:pt x="445855" y="83341"/>
                </a:lnTo>
                <a:lnTo>
                  <a:pt x="445377" y="83253"/>
                </a:lnTo>
                <a:lnTo>
                  <a:pt x="444910" y="83150"/>
                </a:lnTo>
                <a:lnTo>
                  <a:pt x="444452" y="83035"/>
                </a:lnTo>
                <a:lnTo>
                  <a:pt x="444003" y="82905"/>
                </a:lnTo>
                <a:lnTo>
                  <a:pt x="443564" y="82762"/>
                </a:lnTo>
                <a:lnTo>
                  <a:pt x="443135" y="82606"/>
                </a:lnTo>
                <a:lnTo>
                  <a:pt x="442715" y="82435"/>
                </a:lnTo>
                <a:lnTo>
                  <a:pt x="442305" y="82251"/>
                </a:lnTo>
                <a:lnTo>
                  <a:pt x="441904" y="82054"/>
                </a:lnTo>
                <a:lnTo>
                  <a:pt x="441513" y="81843"/>
                </a:lnTo>
                <a:lnTo>
                  <a:pt x="441131" y="81618"/>
                </a:lnTo>
                <a:lnTo>
                  <a:pt x="440759" y="81380"/>
                </a:lnTo>
                <a:lnTo>
                  <a:pt x="440397" y="81128"/>
                </a:lnTo>
                <a:lnTo>
                  <a:pt x="440044" y="80862"/>
                </a:lnTo>
                <a:lnTo>
                  <a:pt x="439700" y="80583"/>
                </a:lnTo>
                <a:lnTo>
                  <a:pt x="439367" y="80290"/>
                </a:lnTo>
                <a:lnTo>
                  <a:pt x="439042" y="79983"/>
                </a:lnTo>
                <a:lnTo>
                  <a:pt x="438728" y="79663"/>
                </a:lnTo>
                <a:lnTo>
                  <a:pt x="438424" y="79331"/>
                </a:lnTo>
                <a:lnTo>
                  <a:pt x="438134" y="78988"/>
                </a:lnTo>
                <a:lnTo>
                  <a:pt x="437856" y="78634"/>
                </a:lnTo>
                <a:lnTo>
                  <a:pt x="437592" y="78269"/>
                </a:lnTo>
                <a:lnTo>
                  <a:pt x="437340" y="77893"/>
                </a:lnTo>
                <a:lnTo>
                  <a:pt x="437101" y="77507"/>
                </a:lnTo>
                <a:lnTo>
                  <a:pt x="436876" y="77110"/>
                </a:lnTo>
                <a:lnTo>
                  <a:pt x="436663" y="76703"/>
                </a:lnTo>
                <a:lnTo>
                  <a:pt x="436463" y="76284"/>
                </a:lnTo>
                <a:lnTo>
                  <a:pt x="436275" y="75855"/>
                </a:lnTo>
                <a:lnTo>
                  <a:pt x="436101" y="75415"/>
                </a:lnTo>
                <a:lnTo>
                  <a:pt x="435940" y="74964"/>
                </a:lnTo>
                <a:lnTo>
                  <a:pt x="435791" y="74502"/>
                </a:lnTo>
                <a:lnTo>
                  <a:pt x="435656" y="74030"/>
                </a:lnTo>
                <a:lnTo>
                  <a:pt x="435533" y="73547"/>
                </a:lnTo>
                <a:lnTo>
                  <a:pt x="435424" y="73053"/>
                </a:lnTo>
                <a:lnTo>
                  <a:pt x="435327" y="72549"/>
                </a:lnTo>
                <a:lnTo>
                  <a:pt x="435243" y="72034"/>
                </a:lnTo>
                <a:lnTo>
                  <a:pt x="435172" y="71508"/>
                </a:lnTo>
                <a:lnTo>
                  <a:pt x="435114" y="70971"/>
                </a:lnTo>
                <a:lnTo>
                  <a:pt x="435069" y="70423"/>
                </a:lnTo>
                <a:lnTo>
                  <a:pt x="435036" y="69865"/>
                </a:lnTo>
                <a:lnTo>
                  <a:pt x="435017" y="69296"/>
                </a:lnTo>
                <a:lnTo>
                  <a:pt x="435011" y="68716"/>
                </a:lnTo>
                <a:lnTo>
                  <a:pt x="435011" y="49713"/>
                </a:lnTo>
                <a:lnTo>
                  <a:pt x="435017" y="49133"/>
                </a:lnTo>
                <a:lnTo>
                  <a:pt x="435036" y="48563"/>
                </a:lnTo>
                <a:lnTo>
                  <a:pt x="435069" y="48005"/>
                </a:lnTo>
                <a:lnTo>
                  <a:pt x="435114" y="47457"/>
                </a:lnTo>
                <a:lnTo>
                  <a:pt x="435172" y="46920"/>
                </a:lnTo>
                <a:lnTo>
                  <a:pt x="435243" y="46394"/>
                </a:lnTo>
                <a:lnTo>
                  <a:pt x="435327" y="45879"/>
                </a:lnTo>
                <a:lnTo>
                  <a:pt x="435424" y="45374"/>
                </a:lnTo>
                <a:lnTo>
                  <a:pt x="435533" y="44881"/>
                </a:lnTo>
                <a:lnTo>
                  <a:pt x="435656" y="44397"/>
                </a:lnTo>
                <a:lnTo>
                  <a:pt x="435791" y="43925"/>
                </a:lnTo>
                <a:lnTo>
                  <a:pt x="435940" y="43464"/>
                </a:lnTo>
                <a:lnTo>
                  <a:pt x="436101" y="43013"/>
                </a:lnTo>
                <a:lnTo>
                  <a:pt x="436275" y="42573"/>
                </a:lnTo>
                <a:lnTo>
                  <a:pt x="436463" y="42144"/>
                </a:lnTo>
                <a:lnTo>
                  <a:pt x="436663" y="41725"/>
                </a:lnTo>
                <a:lnTo>
                  <a:pt x="436876" y="41318"/>
                </a:lnTo>
                <a:lnTo>
                  <a:pt x="437101" y="40921"/>
                </a:lnTo>
                <a:lnTo>
                  <a:pt x="437340" y="40534"/>
                </a:lnTo>
                <a:lnTo>
                  <a:pt x="437592" y="40159"/>
                </a:lnTo>
                <a:lnTo>
                  <a:pt x="437856" y="39795"/>
                </a:lnTo>
                <a:lnTo>
                  <a:pt x="438134" y="39441"/>
                </a:lnTo>
                <a:lnTo>
                  <a:pt x="438424" y="39098"/>
                </a:lnTo>
                <a:lnTo>
                  <a:pt x="438728" y="38765"/>
                </a:lnTo>
                <a:lnTo>
                  <a:pt x="439042" y="38445"/>
                </a:lnTo>
                <a:lnTo>
                  <a:pt x="439367" y="38138"/>
                </a:lnTo>
                <a:lnTo>
                  <a:pt x="439700" y="37845"/>
                </a:lnTo>
                <a:lnTo>
                  <a:pt x="440044" y="37566"/>
                </a:lnTo>
                <a:lnTo>
                  <a:pt x="440397" y="37300"/>
                </a:lnTo>
                <a:lnTo>
                  <a:pt x="440759" y="37048"/>
                </a:lnTo>
                <a:lnTo>
                  <a:pt x="441131" y="36810"/>
                </a:lnTo>
                <a:lnTo>
                  <a:pt x="441513" y="36585"/>
                </a:lnTo>
                <a:lnTo>
                  <a:pt x="441904" y="36373"/>
                </a:lnTo>
                <a:lnTo>
                  <a:pt x="442305" y="36176"/>
                </a:lnTo>
                <a:lnTo>
                  <a:pt x="442715" y="35992"/>
                </a:lnTo>
                <a:lnTo>
                  <a:pt x="443135" y="35822"/>
                </a:lnTo>
                <a:lnTo>
                  <a:pt x="443564" y="35665"/>
                </a:lnTo>
                <a:lnTo>
                  <a:pt x="444003" y="35522"/>
                </a:lnTo>
                <a:lnTo>
                  <a:pt x="444452" y="35392"/>
                </a:lnTo>
                <a:lnTo>
                  <a:pt x="444910" y="35276"/>
                </a:lnTo>
                <a:lnTo>
                  <a:pt x="445377" y="35174"/>
                </a:lnTo>
                <a:lnTo>
                  <a:pt x="445855" y="35086"/>
                </a:lnTo>
                <a:lnTo>
                  <a:pt x="446341" y="35011"/>
                </a:lnTo>
                <a:lnTo>
                  <a:pt x="446838" y="34949"/>
                </a:lnTo>
                <a:lnTo>
                  <a:pt x="447344" y="34902"/>
                </a:lnTo>
                <a:lnTo>
                  <a:pt x="447859" y="34868"/>
                </a:lnTo>
                <a:lnTo>
                  <a:pt x="448384" y="34847"/>
                </a:lnTo>
                <a:lnTo>
                  <a:pt x="448919" y="34840"/>
                </a:lnTo>
                <a:lnTo>
                  <a:pt x="449464" y="34847"/>
                </a:lnTo>
                <a:lnTo>
                  <a:pt x="450000" y="34867"/>
                </a:lnTo>
                <a:lnTo>
                  <a:pt x="450526" y="34900"/>
                </a:lnTo>
                <a:lnTo>
                  <a:pt x="451042" y="34947"/>
                </a:lnTo>
                <a:lnTo>
                  <a:pt x="451547" y="35008"/>
                </a:lnTo>
                <a:lnTo>
                  <a:pt x="452043" y="35081"/>
                </a:lnTo>
                <a:lnTo>
                  <a:pt x="452528" y="35168"/>
                </a:lnTo>
                <a:lnTo>
                  <a:pt x="453004" y="35269"/>
                </a:lnTo>
                <a:lnTo>
                  <a:pt x="453469" y="35382"/>
                </a:lnTo>
                <a:lnTo>
                  <a:pt x="453925" y="35510"/>
                </a:lnTo>
                <a:lnTo>
                  <a:pt x="454370" y="35650"/>
                </a:lnTo>
                <a:lnTo>
                  <a:pt x="454806" y="35804"/>
                </a:lnTo>
                <a:lnTo>
                  <a:pt x="455231" y="35972"/>
                </a:lnTo>
                <a:lnTo>
                  <a:pt x="455646" y="36152"/>
                </a:lnTo>
                <a:lnTo>
                  <a:pt x="456051" y="36346"/>
                </a:lnTo>
                <a:lnTo>
                  <a:pt x="456446" y="36554"/>
                </a:lnTo>
                <a:lnTo>
                  <a:pt x="456832" y="36775"/>
                </a:lnTo>
                <a:lnTo>
                  <a:pt x="457207" y="37009"/>
                </a:lnTo>
                <a:lnTo>
                  <a:pt x="457572" y="37257"/>
                </a:lnTo>
                <a:lnTo>
                  <a:pt x="457927" y="37518"/>
                </a:lnTo>
                <a:lnTo>
                  <a:pt x="458272" y="37792"/>
                </a:lnTo>
                <a:lnTo>
                  <a:pt x="458606" y="38080"/>
                </a:lnTo>
                <a:lnTo>
                  <a:pt x="458931" y="38381"/>
                </a:lnTo>
                <a:lnTo>
                  <a:pt x="459246" y="38696"/>
                </a:lnTo>
                <a:lnTo>
                  <a:pt x="459549" y="39023"/>
                </a:lnTo>
                <a:lnTo>
                  <a:pt x="459840" y="39362"/>
                </a:lnTo>
                <a:lnTo>
                  <a:pt x="460118" y="39712"/>
                </a:lnTo>
                <a:lnTo>
                  <a:pt x="460382" y="40073"/>
                </a:lnTo>
                <a:lnTo>
                  <a:pt x="460634" y="40446"/>
                </a:lnTo>
                <a:lnTo>
                  <a:pt x="460873" y="40830"/>
                </a:lnTo>
                <a:lnTo>
                  <a:pt x="461099" y="41226"/>
                </a:lnTo>
                <a:lnTo>
                  <a:pt x="461312" y="41634"/>
                </a:lnTo>
                <a:lnTo>
                  <a:pt x="461512" y="42053"/>
                </a:lnTo>
                <a:lnTo>
                  <a:pt x="461700" y="42483"/>
                </a:lnTo>
                <a:lnTo>
                  <a:pt x="461874" y="42925"/>
                </a:lnTo>
                <a:lnTo>
                  <a:pt x="462035" y="43378"/>
                </a:lnTo>
                <a:lnTo>
                  <a:pt x="462184" y="43843"/>
                </a:lnTo>
                <a:lnTo>
                  <a:pt x="462319" y="44319"/>
                </a:lnTo>
                <a:lnTo>
                  <a:pt x="462442" y="44807"/>
                </a:lnTo>
                <a:lnTo>
                  <a:pt x="462552" y="45306"/>
                </a:lnTo>
                <a:lnTo>
                  <a:pt x="462649" y="45817"/>
                </a:lnTo>
                <a:lnTo>
                  <a:pt x="462733" y="46339"/>
                </a:lnTo>
                <a:lnTo>
                  <a:pt x="462804" y="46872"/>
                </a:lnTo>
                <a:lnTo>
                  <a:pt x="462862" y="47417"/>
                </a:lnTo>
                <a:lnTo>
                  <a:pt x="462907" y="47974"/>
                </a:lnTo>
                <a:lnTo>
                  <a:pt x="462939" y="48542"/>
                </a:lnTo>
                <a:lnTo>
                  <a:pt x="462959" y="49122"/>
                </a:lnTo>
                <a:lnTo>
                  <a:pt x="462965" y="49713"/>
                </a:lnTo>
                <a:lnTo>
                  <a:pt x="462965" y="68716"/>
                </a:lnTo>
                <a:lnTo>
                  <a:pt x="462959" y="69307"/>
                </a:lnTo>
                <a:lnTo>
                  <a:pt x="462939" y="69886"/>
                </a:lnTo>
                <a:lnTo>
                  <a:pt x="462907" y="70454"/>
                </a:lnTo>
                <a:lnTo>
                  <a:pt x="462862" y="71011"/>
                </a:lnTo>
                <a:lnTo>
                  <a:pt x="462804" y="71556"/>
                </a:lnTo>
                <a:lnTo>
                  <a:pt x="462733" y="72089"/>
                </a:lnTo>
                <a:lnTo>
                  <a:pt x="462649" y="72611"/>
                </a:lnTo>
                <a:lnTo>
                  <a:pt x="462552" y="73122"/>
                </a:lnTo>
                <a:lnTo>
                  <a:pt x="462442" y="73621"/>
                </a:lnTo>
                <a:lnTo>
                  <a:pt x="462319" y="74108"/>
                </a:lnTo>
                <a:lnTo>
                  <a:pt x="462184" y="74584"/>
                </a:lnTo>
                <a:lnTo>
                  <a:pt x="462035" y="75049"/>
                </a:lnTo>
                <a:lnTo>
                  <a:pt x="461874" y="75502"/>
                </a:lnTo>
                <a:lnTo>
                  <a:pt x="461700" y="75944"/>
                </a:lnTo>
                <a:lnTo>
                  <a:pt x="461512" y="76374"/>
                </a:lnTo>
                <a:lnTo>
                  <a:pt x="461312" y="76793"/>
                </a:lnTo>
                <a:lnTo>
                  <a:pt x="461099" y="77200"/>
                </a:lnTo>
                <a:lnTo>
                  <a:pt x="460873" y="77596"/>
                </a:lnTo>
                <a:lnTo>
                  <a:pt x="460634" y="77981"/>
                </a:lnTo>
                <a:lnTo>
                  <a:pt x="460382" y="78354"/>
                </a:lnTo>
                <a:lnTo>
                  <a:pt x="460118" y="78715"/>
                </a:lnTo>
                <a:lnTo>
                  <a:pt x="459840" y="79065"/>
                </a:lnTo>
                <a:lnTo>
                  <a:pt x="459549" y="79404"/>
                </a:lnTo>
                <a:lnTo>
                  <a:pt x="459246" y="79731"/>
                </a:lnTo>
                <a:lnTo>
                  <a:pt x="458931" y="80045"/>
                </a:lnTo>
                <a:lnTo>
                  <a:pt x="458606" y="80346"/>
                </a:lnTo>
                <a:lnTo>
                  <a:pt x="458272" y="80634"/>
                </a:lnTo>
                <a:lnTo>
                  <a:pt x="457927" y="80909"/>
                </a:lnTo>
                <a:lnTo>
                  <a:pt x="457572" y="81170"/>
                </a:lnTo>
                <a:lnTo>
                  <a:pt x="457207" y="81417"/>
                </a:lnTo>
                <a:lnTo>
                  <a:pt x="456832" y="81652"/>
                </a:lnTo>
                <a:lnTo>
                  <a:pt x="456446" y="81873"/>
                </a:lnTo>
                <a:lnTo>
                  <a:pt x="456051" y="82080"/>
                </a:lnTo>
                <a:lnTo>
                  <a:pt x="455646" y="82274"/>
                </a:lnTo>
                <a:lnTo>
                  <a:pt x="455231" y="82455"/>
                </a:lnTo>
                <a:lnTo>
                  <a:pt x="454806" y="82622"/>
                </a:lnTo>
                <a:lnTo>
                  <a:pt x="454370" y="82776"/>
                </a:lnTo>
                <a:lnTo>
                  <a:pt x="453925" y="82917"/>
                </a:lnTo>
                <a:lnTo>
                  <a:pt x="453469" y="83044"/>
                </a:lnTo>
                <a:lnTo>
                  <a:pt x="453004" y="83158"/>
                </a:lnTo>
                <a:lnTo>
                  <a:pt x="452528" y="83258"/>
                </a:lnTo>
                <a:lnTo>
                  <a:pt x="452043" y="83345"/>
                </a:lnTo>
                <a:lnTo>
                  <a:pt x="451547" y="83419"/>
                </a:lnTo>
                <a:lnTo>
                  <a:pt x="451042" y="83479"/>
                </a:lnTo>
                <a:lnTo>
                  <a:pt x="450526" y="83526"/>
                </a:lnTo>
                <a:lnTo>
                  <a:pt x="450000" y="83560"/>
                </a:lnTo>
                <a:lnTo>
                  <a:pt x="449464" y="83580"/>
                </a:lnTo>
                <a:lnTo>
                  <a:pt x="448919" y="83586"/>
                </a:lnTo>
                <a:lnTo>
                  <a:pt x="448384" y="83580"/>
                </a:lnTo>
                <a:lnTo>
                  <a:pt x="447859" y="83559"/>
                </a:lnTo>
                <a:lnTo>
                  <a:pt x="447344" y="83525"/>
                </a:lnTo>
                <a:close/>
                <a:moveTo>
                  <a:pt x="549030" y="21344"/>
                </a:moveTo>
                <a:lnTo>
                  <a:pt x="535811" y="60040"/>
                </a:lnTo>
                <a:lnTo>
                  <a:pt x="535720" y="60306"/>
                </a:lnTo>
                <a:lnTo>
                  <a:pt x="535628" y="60577"/>
                </a:lnTo>
                <a:lnTo>
                  <a:pt x="535536" y="60852"/>
                </a:lnTo>
                <a:lnTo>
                  <a:pt x="535444" y="61132"/>
                </a:lnTo>
                <a:lnTo>
                  <a:pt x="535353" y="61416"/>
                </a:lnTo>
                <a:lnTo>
                  <a:pt x="535261" y="61705"/>
                </a:lnTo>
                <a:lnTo>
                  <a:pt x="535169" y="61999"/>
                </a:lnTo>
                <a:lnTo>
                  <a:pt x="535077" y="62297"/>
                </a:lnTo>
                <a:lnTo>
                  <a:pt x="534985" y="62599"/>
                </a:lnTo>
                <a:lnTo>
                  <a:pt x="534893" y="62906"/>
                </a:lnTo>
                <a:lnTo>
                  <a:pt x="534802" y="63218"/>
                </a:lnTo>
                <a:lnTo>
                  <a:pt x="534710" y="63534"/>
                </a:lnTo>
                <a:lnTo>
                  <a:pt x="534618" y="63855"/>
                </a:lnTo>
                <a:lnTo>
                  <a:pt x="534526" y="64180"/>
                </a:lnTo>
                <a:lnTo>
                  <a:pt x="534434" y="64510"/>
                </a:lnTo>
                <a:lnTo>
                  <a:pt x="534342" y="64844"/>
                </a:lnTo>
                <a:lnTo>
                  <a:pt x="534251" y="65183"/>
                </a:lnTo>
                <a:lnTo>
                  <a:pt x="534159" y="65526"/>
                </a:lnTo>
                <a:lnTo>
                  <a:pt x="534067" y="65874"/>
                </a:lnTo>
                <a:lnTo>
                  <a:pt x="533975" y="66227"/>
                </a:lnTo>
                <a:lnTo>
                  <a:pt x="533883" y="66584"/>
                </a:lnTo>
                <a:lnTo>
                  <a:pt x="533791" y="66945"/>
                </a:lnTo>
                <a:lnTo>
                  <a:pt x="533699" y="67312"/>
                </a:lnTo>
                <a:lnTo>
                  <a:pt x="533607" y="67682"/>
                </a:lnTo>
                <a:lnTo>
                  <a:pt x="533516" y="68052"/>
                </a:lnTo>
                <a:lnTo>
                  <a:pt x="533427" y="68417"/>
                </a:lnTo>
                <a:lnTo>
                  <a:pt x="533338" y="68776"/>
                </a:lnTo>
                <a:lnTo>
                  <a:pt x="533252" y="69130"/>
                </a:lnTo>
                <a:lnTo>
                  <a:pt x="533166" y="69478"/>
                </a:lnTo>
                <a:lnTo>
                  <a:pt x="533082" y="69821"/>
                </a:lnTo>
                <a:lnTo>
                  <a:pt x="533000" y="70158"/>
                </a:lnTo>
                <a:lnTo>
                  <a:pt x="532919" y="70490"/>
                </a:lnTo>
                <a:lnTo>
                  <a:pt x="532839" y="70816"/>
                </a:lnTo>
                <a:lnTo>
                  <a:pt x="532761" y="71137"/>
                </a:lnTo>
                <a:lnTo>
                  <a:pt x="532684" y="71452"/>
                </a:lnTo>
                <a:lnTo>
                  <a:pt x="532609" y="71762"/>
                </a:lnTo>
                <a:lnTo>
                  <a:pt x="532535" y="72066"/>
                </a:lnTo>
                <a:lnTo>
                  <a:pt x="532463" y="72365"/>
                </a:lnTo>
                <a:lnTo>
                  <a:pt x="532392" y="72658"/>
                </a:lnTo>
                <a:lnTo>
                  <a:pt x="532322" y="72946"/>
                </a:lnTo>
                <a:lnTo>
                  <a:pt x="532254" y="73228"/>
                </a:lnTo>
                <a:lnTo>
                  <a:pt x="532187" y="73504"/>
                </a:lnTo>
                <a:lnTo>
                  <a:pt x="532122" y="73776"/>
                </a:lnTo>
                <a:lnTo>
                  <a:pt x="532058" y="74041"/>
                </a:lnTo>
                <a:lnTo>
                  <a:pt x="531996" y="74302"/>
                </a:lnTo>
                <a:lnTo>
                  <a:pt x="531935" y="74556"/>
                </a:lnTo>
                <a:lnTo>
                  <a:pt x="531875" y="74805"/>
                </a:lnTo>
                <a:lnTo>
                  <a:pt x="531817" y="75049"/>
                </a:lnTo>
                <a:lnTo>
                  <a:pt x="531770" y="74805"/>
                </a:lnTo>
                <a:lnTo>
                  <a:pt x="531721" y="74556"/>
                </a:lnTo>
                <a:lnTo>
                  <a:pt x="531671" y="74302"/>
                </a:lnTo>
                <a:lnTo>
                  <a:pt x="531618" y="74041"/>
                </a:lnTo>
                <a:lnTo>
                  <a:pt x="531564" y="73776"/>
                </a:lnTo>
                <a:lnTo>
                  <a:pt x="531507" y="73504"/>
                </a:lnTo>
                <a:lnTo>
                  <a:pt x="531449" y="73228"/>
                </a:lnTo>
                <a:lnTo>
                  <a:pt x="531389" y="72946"/>
                </a:lnTo>
                <a:lnTo>
                  <a:pt x="531327" y="72658"/>
                </a:lnTo>
                <a:lnTo>
                  <a:pt x="531263" y="72365"/>
                </a:lnTo>
                <a:lnTo>
                  <a:pt x="531197" y="72066"/>
                </a:lnTo>
                <a:lnTo>
                  <a:pt x="531129" y="71762"/>
                </a:lnTo>
                <a:lnTo>
                  <a:pt x="531059" y="71452"/>
                </a:lnTo>
                <a:lnTo>
                  <a:pt x="530987" y="71137"/>
                </a:lnTo>
                <a:lnTo>
                  <a:pt x="530914" y="70816"/>
                </a:lnTo>
                <a:lnTo>
                  <a:pt x="530838" y="70490"/>
                </a:lnTo>
                <a:lnTo>
                  <a:pt x="530761" y="70158"/>
                </a:lnTo>
                <a:lnTo>
                  <a:pt x="530682" y="69821"/>
                </a:lnTo>
                <a:lnTo>
                  <a:pt x="530600" y="69478"/>
                </a:lnTo>
                <a:lnTo>
                  <a:pt x="530517" y="69130"/>
                </a:lnTo>
                <a:lnTo>
                  <a:pt x="530432" y="68776"/>
                </a:lnTo>
                <a:lnTo>
                  <a:pt x="530345" y="68417"/>
                </a:lnTo>
                <a:lnTo>
                  <a:pt x="530256" y="68052"/>
                </a:lnTo>
                <a:lnTo>
                  <a:pt x="530165" y="67682"/>
                </a:lnTo>
                <a:lnTo>
                  <a:pt x="530074" y="67312"/>
                </a:lnTo>
                <a:lnTo>
                  <a:pt x="529982" y="66945"/>
                </a:lnTo>
                <a:lnTo>
                  <a:pt x="529890" y="66584"/>
                </a:lnTo>
                <a:lnTo>
                  <a:pt x="529798" y="66227"/>
                </a:lnTo>
                <a:lnTo>
                  <a:pt x="529707" y="65874"/>
                </a:lnTo>
                <a:lnTo>
                  <a:pt x="529615" y="65526"/>
                </a:lnTo>
                <a:lnTo>
                  <a:pt x="529523" y="65183"/>
                </a:lnTo>
                <a:lnTo>
                  <a:pt x="529431" y="64844"/>
                </a:lnTo>
                <a:lnTo>
                  <a:pt x="529339" y="64510"/>
                </a:lnTo>
                <a:lnTo>
                  <a:pt x="529248" y="64180"/>
                </a:lnTo>
                <a:lnTo>
                  <a:pt x="529156" y="63855"/>
                </a:lnTo>
                <a:lnTo>
                  <a:pt x="529064" y="63534"/>
                </a:lnTo>
                <a:lnTo>
                  <a:pt x="528972" y="63218"/>
                </a:lnTo>
                <a:lnTo>
                  <a:pt x="528880" y="62906"/>
                </a:lnTo>
                <a:lnTo>
                  <a:pt x="528788" y="62599"/>
                </a:lnTo>
                <a:lnTo>
                  <a:pt x="528696" y="62297"/>
                </a:lnTo>
                <a:lnTo>
                  <a:pt x="528605" y="61999"/>
                </a:lnTo>
                <a:lnTo>
                  <a:pt x="528513" y="61705"/>
                </a:lnTo>
                <a:lnTo>
                  <a:pt x="528421" y="61416"/>
                </a:lnTo>
                <a:lnTo>
                  <a:pt x="528329" y="61132"/>
                </a:lnTo>
                <a:lnTo>
                  <a:pt x="528237" y="60852"/>
                </a:lnTo>
                <a:lnTo>
                  <a:pt x="528145" y="60577"/>
                </a:lnTo>
                <a:lnTo>
                  <a:pt x="528053" y="60306"/>
                </a:lnTo>
                <a:lnTo>
                  <a:pt x="527961" y="60040"/>
                </a:lnTo>
                <a:lnTo>
                  <a:pt x="513917" y="21344"/>
                </a:lnTo>
                <a:lnTo>
                  <a:pt x="495050" y="21344"/>
                </a:lnTo>
                <a:lnTo>
                  <a:pt x="523280" y="92951"/>
                </a:lnTo>
                <a:lnTo>
                  <a:pt x="512677" y="121868"/>
                </a:lnTo>
                <a:lnTo>
                  <a:pt x="530716" y="121868"/>
                </a:lnTo>
                <a:lnTo>
                  <a:pt x="567208" y="21344"/>
                </a:lnTo>
                <a:lnTo>
                  <a:pt x="549030" y="21344"/>
                </a:lnTo>
                <a:close/>
                <a:moveTo>
                  <a:pt x="367790" y="98363"/>
                </a:moveTo>
                <a:lnTo>
                  <a:pt x="368246" y="98309"/>
                </a:lnTo>
                <a:lnTo>
                  <a:pt x="368693" y="98244"/>
                </a:lnTo>
                <a:lnTo>
                  <a:pt x="369133" y="98166"/>
                </a:lnTo>
                <a:lnTo>
                  <a:pt x="369563" y="98076"/>
                </a:lnTo>
                <a:lnTo>
                  <a:pt x="369985" y="97975"/>
                </a:lnTo>
                <a:lnTo>
                  <a:pt x="370399" y="97861"/>
                </a:lnTo>
                <a:lnTo>
                  <a:pt x="370805" y="97736"/>
                </a:lnTo>
                <a:lnTo>
                  <a:pt x="371202" y="97598"/>
                </a:lnTo>
                <a:lnTo>
                  <a:pt x="371591" y="97449"/>
                </a:lnTo>
                <a:lnTo>
                  <a:pt x="371971" y="97288"/>
                </a:lnTo>
                <a:lnTo>
                  <a:pt x="372344" y="97114"/>
                </a:lnTo>
                <a:lnTo>
                  <a:pt x="372707" y="96929"/>
                </a:lnTo>
                <a:lnTo>
                  <a:pt x="373063" y="96732"/>
                </a:lnTo>
                <a:lnTo>
                  <a:pt x="373410" y="96523"/>
                </a:lnTo>
                <a:lnTo>
                  <a:pt x="373748" y="96302"/>
                </a:lnTo>
                <a:lnTo>
                  <a:pt x="374079" y="96069"/>
                </a:lnTo>
                <a:lnTo>
                  <a:pt x="374400" y="95824"/>
                </a:lnTo>
                <a:lnTo>
                  <a:pt x="374714" y="95567"/>
                </a:lnTo>
                <a:lnTo>
                  <a:pt x="375019" y="95298"/>
                </a:lnTo>
                <a:lnTo>
                  <a:pt x="375316" y="95017"/>
                </a:lnTo>
                <a:lnTo>
                  <a:pt x="375602" y="94726"/>
                </a:lnTo>
                <a:lnTo>
                  <a:pt x="375877" y="94426"/>
                </a:lnTo>
                <a:lnTo>
                  <a:pt x="376139" y="94118"/>
                </a:lnTo>
                <a:lnTo>
                  <a:pt x="376389" y="93801"/>
                </a:lnTo>
                <a:lnTo>
                  <a:pt x="376626" y="93475"/>
                </a:lnTo>
                <a:lnTo>
                  <a:pt x="376852" y="93141"/>
                </a:lnTo>
                <a:lnTo>
                  <a:pt x="377065" y="92798"/>
                </a:lnTo>
                <a:lnTo>
                  <a:pt x="377266" y="92447"/>
                </a:lnTo>
                <a:lnTo>
                  <a:pt x="377455" y="92087"/>
                </a:lnTo>
                <a:lnTo>
                  <a:pt x="377632" y="91718"/>
                </a:lnTo>
                <a:lnTo>
                  <a:pt x="377797" y="91341"/>
                </a:lnTo>
                <a:lnTo>
                  <a:pt x="377949" y="90955"/>
                </a:lnTo>
                <a:lnTo>
                  <a:pt x="378089" y="90561"/>
                </a:lnTo>
                <a:lnTo>
                  <a:pt x="378217" y="90158"/>
                </a:lnTo>
                <a:lnTo>
                  <a:pt x="378333" y="89746"/>
                </a:lnTo>
                <a:lnTo>
                  <a:pt x="378437" y="89326"/>
                </a:lnTo>
                <a:lnTo>
                  <a:pt x="378528" y="88897"/>
                </a:lnTo>
                <a:lnTo>
                  <a:pt x="378608" y="88460"/>
                </a:lnTo>
                <a:lnTo>
                  <a:pt x="378675" y="88013"/>
                </a:lnTo>
                <a:lnTo>
                  <a:pt x="378729" y="87559"/>
                </a:lnTo>
                <a:lnTo>
                  <a:pt x="378772" y="87095"/>
                </a:lnTo>
                <a:lnTo>
                  <a:pt x="378803" y="86624"/>
                </a:lnTo>
                <a:lnTo>
                  <a:pt x="378821" y="86143"/>
                </a:lnTo>
                <a:lnTo>
                  <a:pt x="378827" y="85654"/>
                </a:lnTo>
                <a:lnTo>
                  <a:pt x="378821" y="85165"/>
                </a:lnTo>
                <a:lnTo>
                  <a:pt x="378803" y="84683"/>
                </a:lnTo>
                <a:lnTo>
                  <a:pt x="378772" y="84211"/>
                </a:lnTo>
                <a:lnTo>
                  <a:pt x="378729" y="83746"/>
                </a:lnTo>
                <a:lnTo>
                  <a:pt x="378675" y="83291"/>
                </a:lnTo>
                <a:lnTo>
                  <a:pt x="378608" y="82843"/>
                </a:lnTo>
                <a:lnTo>
                  <a:pt x="378528" y="82404"/>
                </a:lnTo>
                <a:lnTo>
                  <a:pt x="378437" y="81973"/>
                </a:lnTo>
                <a:lnTo>
                  <a:pt x="378333" y="81551"/>
                </a:lnTo>
                <a:lnTo>
                  <a:pt x="378217" y="81137"/>
                </a:lnTo>
                <a:lnTo>
                  <a:pt x="378089" y="80731"/>
                </a:lnTo>
                <a:lnTo>
                  <a:pt x="377949" y="80334"/>
                </a:lnTo>
                <a:lnTo>
                  <a:pt x="377797" y="79945"/>
                </a:lnTo>
                <a:lnTo>
                  <a:pt x="377632" y="79564"/>
                </a:lnTo>
                <a:lnTo>
                  <a:pt x="377455" y="79192"/>
                </a:lnTo>
                <a:lnTo>
                  <a:pt x="377266" y="78828"/>
                </a:lnTo>
                <a:lnTo>
                  <a:pt x="377065" y="78473"/>
                </a:lnTo>
                <a:lnTo>
                  <a:pt x="376852" y="78126"/>
                </a:lnTo>
                <a:lnTo>
                  <a:pt x="376626" y="77787"/>
                </a:lnTo>
                <a:lnTo>
                  <a:pt x="376389" y="77457"/>
                </a:lnTo>
                <a:lnTo>
                  <a:pt x="376139" y="77135"/>
                </a:lnTo>
                <a:lnTo>
                  <a:pt x="375877" y="76821"/>
                </a:lnTo>
                <a:lnTo>
                  <a:pt x="375602" y="76516"/>
                </a:lnTo>
                <a:lnTo>
                  <a:pt x="375316" y="76219"/>
                </a:lnTo>
                <a:lnTo>
                  <a:pt x="375019" y="75933"/>
                </a:lnTo>
                <a:lnTo>
                  <a:pt x="374714" y="75659"/>
                </a:lnTo>
                <a:lnTo>
                  <a:pt x="374400" y="75397"/>
                </a:lnTo>
                <a:lnTo>
                  <a:pt x="374079" y="75147"/>
                </a:lnTo>
                <a:lnTo>
                  <a:pt x="373748" y="74909"/>
                </a:lnTo>
                <a:lnTo>
                  <a:pt x="373410" y="74683"/>
                </a:lnTo>
                <a:lnTo>
                  <a:pt x="373063" y="74470"/>
                </a:lnTo>
                <a:lnTo>
                  <a:pt x="372707" y="74269"/>
                </a:lnTo>
                <a:lnTo>
                  <a:pt x="372344" y="74080"/>
                </a:lnTo>
                <a:lnTo>
                  <a:pt x="371971" y="73903"/>
                </a:lnTo>
                <a:lnTo>
                  <a:pt x="371591" y="73739"/>
                </a:lnTo>
                <a:lnTo>
                  <a:pt x="371202" y="73586"/>
                </a:lnTo>
                <a:lnTo>
                  <a:pt x="370805" y="73446"/>
                </a:lnTo>
                <a:lnTo>
                  <a:pt x="370399" y="73318"/>
                </a:lnTo>
                <a:lnTo>
                  <a:pt x="369985" y="73202"/>
                </a:lnTo>
                <a:lnTo>
                  <a:pt x="369563" y="73098"/>
                </a:lnTo>
                <a:lnTo>
                  <a:pt x="369133" y="73007"/>
                </a:lnTo>
                <a:lnTo>
                  <a:pt x="368693" y="72928"/>
                </a:lnTo>
                <a:lnTo>
                  <a:pt x="368246" y="72861"/>
                </a:lnTo>
                <a:lnTo>
                  <a:pt x="367790" y="72806"/>
                </a:lnTo>
                <a:lnTo>
                  <a:pt x="367326" y="72763"/>
                </a:lnTo>
                <a:lnTo>
                  <a:pt x="366854" y="72733"/>
                </a:lnTo>
                <a:lnTo>
                  <a:pt x="366373" y="72714"/>
                </a:lnTo>
                <a:lnTo>
                  <a:pt x="365883" y="72708"/>
                </a:lnTo>
                <a:lnTo>
                  <a:pt x="365394" y="72714"/>
                </a:lnTo>
                <a:lnTo>
                  <a:pt x="364913" y="72733"/>
                </a:lnTo>
                <a:lnTo>
                  <a:pt x="364441" y="72763"/>
                </a:lnTo>
                <a:lnTo>
                  <a:pt x="363977" y="72806"/>
                </a:lnTo>
                <a:lnTo>
                  <a:pt x="363521" y="72861"/>
                </a:lnTo>
                <a:lnTo>
                  <a:pt x="363073" y="72928"/>
                </a:lnTo>
                <a:lnTo>
                  <a:pt x="362634" y="73007"/>
                </a:lnTo>
                <a:lnTo>
                  <a:pt x="362204" y="73098"/>
                </a:lnTo>
                <a:lnTo>
                  <a:pt x="361781" y="73202"/>
                </a:lnTo>
                <a:lnTo>
                  <a:pt x="361367" y="73318"/>
                </a:lnTo>
                <a:lnTo>
                  <a:pt x="360962" y="73446"/>
                </a:lnTo>
                <a:lnTo>
                  <a:pt x="360564" y="73586"/>
                </a:lnTo>
                <a:lnTo>
                  <a:pt x="360175" y="73739"/>
                </a:lnTo>
                <a:lnTo>
                  <a:pt x="359795" y="73903"/>
                </a:lnTo>
                <a:lnTo>
                  <a:pt x="359423" y="74080"/>
                </a:lnTo>
                <a:lnTo>
                  <a:pt x="359059" y="74269"/>
                </a:lnTo>
                <a:lnTo>
                  <a:pt x="358703" y="74470"/>
                </a:lnTo>
                <a:lnTo>
                  <a:pt x="358356" y="74683"/>
                </a:lnTo>
                <a:lnTo>
                  <a:pt x="358017" y="74909"/>
                </a:lnTo>
                <a:lnTo>
                  <a:pt x="357687" y="75147"/>
                </a:lnTo>
                <a:lnTo>
                  <a:pt x="357365" y="75397"/>
                </a:lnTo>
                <a:lnTo>
                  <a:pt x="357051" y="75659"/>
                </a:lnTo>
                <a:lnTo>
                  <a:pt x="356746" y="75933"/>
                </a:lnTo>
                <a:lnTo>
                  <a:pt x="356449" y="76219"/>
                </a:lnTo>
                <a:lnTo>
                  <a:pt x="356163" y="76516"/>
                </a:lnTo>
                <a:lnTo>
                  <a:pt x="355888" y="76821"/>
                </a:lnTo>
                <a:lnTo>
                  <a:pt x="355626" y="77135"/>
                </a:lnTo>
                <a:lnTo>
                  <a:pt x="355376" y="77457"/>
                </a:lnTo>
                <a:lnTo>
                  <a:pt x="355138" y="77787"/>
                </a:lnTo>
                <a:lnTo>
                  <a:pt x="354913" y="78126"/>
                </a:lnTo>
                <a:lnTo>
                  <a:pt x="354700" y="78473"/>
                </a:lnTo>
                <a:lnTo>
                  <a:pt x="354498" y="78828"/>
                </a:lnTo>
                <a:lnTo>
                  <a:pt x="354309" y="79192"/>
                </a:lnTo>
                <a:lnTo>
                  <a:pt x="354133" y="79564"/>
                </a:lnTo>
                <a:lnTo>
                  <a:pt x="353968" y="79945"/>
                </a:lnTo>
                <a:lnTo>
                  <a:pt x="353816" y="80334"/>
                </a:lnTo>
                <a:lnTo>
                  <a:pt x="353675" y="80731"/>
                </a:lnTo>
                <a:lnTo>
                  <a:pt x="353547" y="81137"/>
                </a:lnTo>
                <a:lnTo>
                  <a:pt x="353432" y="81551"/>
                </a:lnTo>
                <a:lnTo>
                  <a:pt x="353328" y="81973"/>
                </a:lnTo>
                <a:lnTo>
                  <a:pt x="353237" y="82404"/>
                </a:lnTo>
                <a:lnTo>
                  <a:pt x="353157" y="82843"/>
                </a:lnTo>
                <a:lnTo>
                  <a:pt x="353090" y="83291"/>
                </a:lnTo>
                <a:lnTo>
                  <a:pt x="353035" y="83746"/>
                </a:lnTo>
                <a:lnTo>
                  <a:pt x="352993" y="84211"/>
                </a:lnTo>
                <a:lnTo>
                  <a:pt x="352962" y="84683"/>
                </a:lnTo>
                <a:lnTo>
                  <a:pt x="352944" y="85165"/>
                </a:lnTo>
                <a:lnTo>
                  <a:pt x="352938" y="85654"/>
                </a:lnTo>
                <a:lnTo>
                  <a:pt x="352944" y="86143"/>
                </a:lnTo>
                <a:lnTo>
                  <a:pt x="352962" y="86624"/>
                </a:lnTo>
                <a:lnTo>
                  <a:pt x="352993" y="87095"/>
                </a:lnTo>
                <a:lnTo>
                  <a:pt x="353035" y="87559"/>
                </a:lnTo>
                <a:lnTo>
                  <a:pt x="353090" y="88013"/>
                </a:lnTo>
                <a:lnTo>
                  <a:pt x="353157" y="88460"/>
                </a:lnTo>
                <a:lnTo>
                  <a:pt x="353237" y="88897"/>
                </a:lnTo>
                <a:lnTo>
                  <a:pt x="353328" y="89326"/>
                </a:lnTo>
                <a:lnTo>
                  <a:pt x="353432" y="89746"/>
                </a:lnTo>
                <a:lnTo>
                  <a:pt x="353547" y="90158"/>
                </a:lnTo>
                <a:lnTo>
                  <a:pt x="353675" y="90561"/>
                </a:lnTo>
                <a:lnTo>
                  <a:pt x="353816" y="90955"/>
                </a:lnTo>
                <a:lnTo>
                  <a:pt x="353968" y="91341"/>
                </a:lnTo>
                <a:lnTo>
                  <a:pt x="354133" y="91718"/>
                </a:lnTo>
                <a:lnTo>
                  <a:pt x="354309" y="92087"/>
                </a:lnTo>
                <a:lnTo>
                  <a:pt x="354498" y="92447"/>
                </a:lnTo>
                <a:lnTo>
                  <a:pt x="354700" y="92798"/>
                </a:lnTo>
                <a:lnTo>
                  <a:pt x="354913" y="93141"/>
                </a:lnTo>
                <a:lnTo>
                  <a:pt x="355138" y="93475"/>
                </a:lnTo>
                <a:lnTo>
                  <a:pt x="355376" y="93801"/>
                </a:lnTo>
                <a:lnTo>
                  <a:pt x="355626" y="94118"/>
                </a:lnTo>
                <a:lnTo>
                  <a:pt x="355888" y="94426"/>
                </a:lnTo>
                <a:lnTo>
                  <a:pt x="356163" y="94726"/>
                </a:lnTo>
                <a:lnTo>
                  <a:pt x="356449" y="95017"/>
                </a:lnTo>
                <a:lnTo>
                  <a:pt x="356746" y="95298"/>
                </a:lnTo>
                <a:lnTo>
                  <a:pt x="357051" y="95567"/>
                </a:lnTo>
                <a:lnTo>
                  <a:pt x="357365" y="95824"/>
                </a:lnTo>
                <a:lnTo>
                  <a:pt x="357687" y="96069"/>
                </a:lnTo>
                <a:lnTo>
                  <a:pt x="358017" y="96302"/>
                </a:lnTo>
                <a:lnTo>
                  <a:pt x="358356" y="96523"/>
                </a:lnTo>
                <a:lnTo>
                  <a:pt x="358703" y="96732"/>
                </a:lnTo>
                <a:lnTo>
                  <a:pt x="359059" y="96929"/>
                </a:lnTo>
                <a:lnTo>
                  <a:pt x="359423" y="97114"/>
                </a:lnTo>
                <a:lnTo>
                  <a:pt x="359795" y="97288"/>
                </a:lnTo>
                <a:lnTo>
                  <a:pt x="360175" y="97449"/>
                </a:lnTo>
                <a:lnTo>
                  <a:pt x="360564" y="97598"/>
                </a:lnTo>
                <a:lnTo>
                  <a:pt x="360962" y="97736"/>
                </a:lnTo>
                <a:lnTo>
                  <a:pt x="361367" y="97861"/>
                </a:lnTo>
                <a:lnTo>
                  <a:pt x="361781" y="97975"/>
                </a:lnTo>
                <a:lnTo>
                  <a:pt x="362204" y="98076"/>
                </a:lnTo>
                <a:lnTo>
                  <a:pt x="362634" y="98166"/>
                </a:lnTo>
                <a:lnTo>
                  <a:pt x="363073" y="98244"/>
                </a:lnTo>
                <a:lnTo>
                  <a:pt x="363521" y="98309"/>
                </a:lnTo>
                <a:lnTo>
                  <a:pt x="363977" y="98363"/>
                </a:lnTo>
                <a:lnTo>
                  <a:pt x="364441" y="98405"/>
                </a:lnTo>
                <a:lnTo>
                  <a:pt x="364913" y="98435"/>
                </a:lnTo>
                <a:lnTo>
                  <a:pt x="365394" y="98453"/>
                </a:lnTo>
                <a:lnTo>
                  <a:pt x="365883" y="98459"/>
                </a:lnTo>
                <a:lnTo>
                  <a:pt x="366373" y="98453"/>
                </a:lnTo>
                <a:lnTo>
                  <a:pt x="366854" y="98435"/>
                </a:lnTo>
                <a:lnTo>
                  <a:pt x="367326" y="98405"/>
                </a:lnTo>
                <a:lnTo>
                  <a:pt x="367790" y="983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FC49BE-D176-4739-95A1-69855690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715" y="4628398"/>
            <a:ext cx="760631" cy="360527"/>
          </a:xfrm>
          <a:custGeom xmlns:a="http://schemas.openxmlformats.org/drawingml/2006/main">
            <a:pathLst>
              <a:path w="760631" h="360527">
                <a:moveTo>
                  <a:pt x="0" y="15265"/>
                </a:moveTo>
                <a:lnTo>
                  <a:pt x="0" y="15265"/>
                </a:lnTo>
                <a:cubicBezTo>
                  <a:pt x="0" y="6834"/>
                  <a:pt x="6834" y="0"/>
                  <a:pt x="15265" y="0"/>
                </a:cubicBezTo>
                <a:lnTo>
                  <a:pt x="745367" y="0"/>
                </a:lnTo>
                <a:cubicBezTo>
                  <a:pt x="749415" y="0"/>
                  <a:pt x="753298" y="1608"/>
                  <a:pt x="756161" y="4471"/>
                </a:cubicBezTo>
                <a:cubicBezTo>
                  <a:pt x="759024" y="7334"/>
                  <a:pt x="760631" y="11217"/>
                  <a:pt x="760631" y="15265"/>
                </a:cubicBezTo>
                <a:lnTo>
                  <a:pt x="760631" y="345263"/>
                </a:lnTo>
                <a:cubicBezTo>
                  <a:pt x="760631" y="353693"/>
                  <a:pt x="753797" y="360527"/>
                  <a:pt x="745367" y="360527"/>
                </a:cubicBezTo>
                <a:lnTo>
                  <a:pt x="15265" y="360527"/>
                </a:lnTo>
                <a:cubicBezTo>
                  <a:pt x="6834" y="360527"/>
                  <a:pt x="0" y="353693"/>
                  <a:pt x="0" y="345263"/>
                </a:cubicBezTo>
                <a:lnTo>
                  <a:pt x="0" y="1526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1" name="Text def">
            <a:extLst xmlns:a="http://schemas.openxmlformats.org/drawingml/2006/main">
              <a:ext uri="{FF2B5EF4-FFF2-40B4-BE49-F238E27FC236}">
                <a16:creationId xmlns:a16="http://schemas.microsoft.com/office/drawing/2014/main" id="{889E7723-F625-4866-ABE6-42BFCBB7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613" y="4653984"/>
            <a:ext cx="153403" cy="67934"/>
          </a:xfrm>
          <a:custGeom xmlns:a="http://schemas.openxmlformats.org/drawingml/2006/main">
            <a:pathLst>
              <a:path w="153403" h="67934">
                <a:moveTo>
                  <a:pt x="153403" y="32497"/>
                </a:moveTo>
                <a:lnTo>
                  <a:pt x="153403" y="22124"/>
                </a:lnTo>
                <a:lnTo>
                  <a:pt x="134033" y="22124"/>
                </a:lnTo>
                <a:lnTo>
                  <a:pt x="134033" y="14687"/>
                </a:lnTo>
                <a:lnTo>
                  <a:pt x="134035" y="14513"/>
                </a:lnTo>
                <a:lnTo>
                  <a:pt x="134042" y="14342"/>
                </a:lnTo>
                <a:lnTo>
                  <a:pt x="134054" y="14173"/>
                </a:lnTo>
                <a:lnTo>
                  <a:pt x="134070" y="14008"/>
                </a:lnTo>
                <a:lnTo>
                  <a:pt x="134090" y="13846"/>
                </a:lnTo>
                <a:lnTo>
                  <a:pt x="134116" y="13687"/>
                </a:lnTo>
                <a:lnTo>
                  <a:pt x="134146" y="13530"/>
                </a:lnTo>
                <a:lnTo>
                  <a:pt x="134181" y="13377"/>
                </a:lnTo>
                <a:lnTo>
                  <a:pt x="134220" y="13227"/>
                </a:lnTo>
                <a:lnTo>
                  <a:pt x="134264" y="13080"/>
                </a:lnTo>
                <a:lnTo>
                  <a:pt x="134312" y="12936"/>
                </a:lnTo>
                <a:lnTo>
                  <a:pt x="134365" y="12795"/>
                </a:lnTo>
                <a:lnTo>
                  <a:pt x="134423" y="12657"/>
                </a:lnTo>
                <a:lnTo>
                  <a:pt x="134486" y="12522"/>
                </a:lnTo>
                <a:lnTo>
                  <a:pt x="134553" y="12390"/>
                </a:lnTo>
                <a:lnTo>
                  <a:pt x="134624" y="12261"/>
                </a:lnTo>
                <a:lnTo>
                  <a:pt x="134700" y="12135"/>
                </a:lnTo>
                <a:lnTo>
                  <a:pt x="134781" y="12012"/>
                </a:lnTo>
                <a:lnTo>
                  <a:pt x="134867" y="11892"/>
                </a:lnTo>
                <a:lnTo>
                  <a:pt x="134957" y="11775"/>
                </a:lnTo>
                <a:lnTo>
                  <a:pt x="135052" y="11661"/>
                </a:lnTo>
                <a:lnTo>
                  <a:pt x="135151" y="11551"/>
                </a:lnTo>
                <a:lnTo>
                  <a:pt x="135255" y="11443"/>
                </a:lnTo>
                <a:lnTo>
                  <a:pt x="135364" y="11338"/>
                </a:lnTo>
                <a:lnTo>
                  <a:pt x="135476" y="11237"/>
                </a:lnTo>
                <a:lnTo>
                  <a:pt x="135591" y="11140"/>
                </a:lnTo>
                <a:lnTo>
                  <a:pt x="135710" y="11048"/>
                </a:lnTo>
                <a:lnTo>
                  <a:pt x="135831" y="10959"/>
                </a:lnTo>
                <a:lnTo>
                  <a:pt x="135956" y="10875"/>
                </a:lnTo>
                <a:lnTo>
                  <a:pt x="136083" y="10796"/>
                </a:lnTo>
                <a:lnTo>
                  <a:pt x="136214" y="10720"/>
                </a:lnTo>
                <a:lnTo>
                  <a:pt x="136348" y="10649"/>
                </a:lnTo>
                <a:lnTo>
                  <a:pt x="136484" y="10583"/>
                </a:lnTo>
                <a:lnTo>
                  <a:pt x="136624" y="10520"/>
                </a:lnTo>
                <a:lnTo>
                  <a:pt x="136767" y="10462"/>
                </a:lnTo>
                <a:lnTo>
                  <a:pt x="136912" y="10408"/>
                </a:lnTo>
                <a:lnTo>
                  <a:pt x="137061" y="10359"/>
                </a:lnTo>
                <a:lnTo>
                  <a:pt x="137213" y="10314"/>
                </a:lnTo>
                <a:lnTo>
                  <a:pt x="137368" y="10273"/>
                </a:lnTo>
                <a:lnTo>
                  <a:pt x="137526" y="10236"/>
                </a:lnTo>
                <a:lnTo>
                  <a:pt x="137687" y="10204"/>
                </a:lnTo>
                <a:lnTo>
                  <a:pt x="137851" y="10176"/>
                </a:lnTo>
                <a:lnTo>
                  <a:pt x="138018" y="10152"/>
                </a:lnTo>
                <a:lnTo>
                  <a:pt x="138188" y="10133"/>
                </a:lnTo>
                <a:lnTo>
                  <a:pt x="138361" y="10118"/>
                </a:lnTo>
                <a:lnTo>
                  <a:pt x="138537" y="10107"/>
                </a:lnTo>
                <a:lnTo>
                  <a:pt x="138716" y="10101"/>
                </a:lnTo>
                <a:lnTo>
                  <a:pt x="138898" y="10098"/>
                </a:lnTo>
                <a:lnTo>
                  <a:pt x="153403" y="10098"/>
                </a:lnTo>
                <a:lnTo>
                  <a:pt x="153403" y="0"/>
                </a:lnTo>
                <a:lnTo>
                  <a:pt x="138623" y="0"/>
                </a:lnTo>
                <a:lnTo>
                  <a:pt x="138024" y="7"/>
                </a:lnTo>
                <a:lnTo>
                  <a:pt x="137434" y="27"/>
                </a:lnTo>
                <a:lnTo>
                  <a:pt x="136854" y="62"/>
                </a:lnTo>
                <a:lnTo>
                  <a:pt x="136284" y="110"/>
                </a:lnTo>
                <a:lnTo>
                  <a:pt x="135724" y="171"/>
                </a:lnTo>
                <a:lnTo>
                  <a:pt x="135174" y="247"/>
                </a:lnTo>
                <a:lnTo>
                  <a:pt x="134634" y="336"/>
                </a:lnTo>
                <a:lnTo>
                  <a:pt x="134104" y="439"/>
                </a:lnTo>
                <a:lnTo>
                  <a:pt x="133583" y="555"/>
                </a:lnTo>
                <a:lnTo>
                  <a:pt x="133073" y="685"/>
                </a:lnTo>
                <a:lnTo>
                  <a:pt x="132572" y="829"/>
                </a:lnTo>
                <a:lnTo>
                  <a:pt x="132081" y="987"/>
                </a:lnTo>
                <a:lnTo>
                  <a:pt x="131601" y="1158"/>
                </a:lnTo>
                <a:lnTo>
                  <a:pt x="131129" y="1343"/>
                </a:lnTo>
                <a:lnTo>
                  <a:pt x="130668" y="1542"/>
                </a:lnTo>
                <a:lnTo>
                  <a:pt x="130217" y="1754"/>
                </a:lnTo>
                <a:lnTo>
                  <a:pt x="129776" y="1981"/>
                </a:lnTo>
                <a:lnTo>
                  <a:pt x="129344" y="2220"/>
                </a:lnTo>
                <a:lnTo>
                  <a:pt x="128923" y="2474"/>
                </a:lnTo>
                <a:lnTo>
                  <a:pt x="128511" y="2741"/>
                </a:lnTo>
                <a:lnTo>
                  <a:pt x="128109" y="3022"/>
                </a:lnTo>
                <a:lnTo>
                  <a:pt x="127717" y="3317"/>
                </a:lnTo>
                <a:lnTo>
                  <a:pt x="127335" y="3625"/>
                </a:lnTo>
                <a:lnTo>
                  <a:pt x="126963" y="3947"/>
                </a:lnTo>
                <a:lnTo>
                  <a:pt x="126603" y="4281"/>
                </a:lnTo>
                <a:lnTo>
                  <a:pt x="126259" y="4624"/>
                </a:lnTo>
                <a:lnTo>
                  <a:pt x="125930" y="4976"/>
                </a:lnTo>
                <a:lnTo>
                  <a:pt x="125617" y="5337"/>
                </a:lnTo>
                <a:lnTo>
                  <a:pt x="125318" y="5708"/>
                </a:lnTo>
                <a:lnTo>
                  <a:pt x="125035" y="6088"/>
                </a:lnTo>
                <a:lnTo>
                  <a:pt x="124768" y="6477"/>
                </a:lnTo>
                <a:lnTo>
                  <a:pt x="124515" y="6875"/>
                </a:lnTo>
                <a:lnTo>
                  <a:pt x="124278" y="7282"/>
                </a:lnTo>
                <a:lnTo>
                  <a:pt x="124056" y="7699"/>
                </a:lnTo>
                <a:lnTo>
                  <a:pt x="123850" y="8125"/>
                </a:lnTo>
                <a:lnTo>
                  <a:pt x="123659" y="8560"/>
                </a:lnTo>
                <a:lnTo>
                  <a:pt x="123483" y="9005"/>
                </a:lnTo>
                <a:lnTo>
                  <a:pt x="123322" y="9459"/>
                </a:lnTo>
                <a:lnTo>
                  <a:pt x="123177" y="9921"/>
                </a:lnTo>
                <a:lnTo>
                  <a:pt x="123047" y="10394"/>
                </a:lnTo>
                <a:lnTo>
                  <a:pt x="122932" y="10875"/>
                </a:lnTo>
                <a:lnTo>
                  <a:pt x="122833" y="11366"/>
                </a:lnTo>
                <a:lnTo>
                  <a:pt x="122749" y="11866"/>
                </a:lnTo>
                <a:lnTo>
                  <a:pt x="122680" y="12375"/>
                </a:lnTo>
                <a:lnTo>
                  <a:pt x="122626" y="12893"/>
                </a:lnTo>
                <a:lnTo>
                  <a:pt x="122588" y="13421"/>
                </a:lnTo>
                <a:lnTo>
                  <a:pt x="122565" y="13958"/>
                </a:lnTo>
                <a:lnTo>
                  <a:pt x="122557" y="14504"/>
                </a:lnTo>
                <a:lnTo>
                  <a:pt x="122557" y="22124"/>
                </a:lnTo>
                <a:lnTo>
                  <a:pt x="108695" y="22124"/>
                </a:lnTo>
                <a:lnTo>
                  <a:pt x="108695" y="32497"/>
                </a:lnTo>
                <a:lnTo>
                  <a:pt x="122557" y="32497"/>
                </a:lnTo>
                <a:lnTo>
                  <a:pt x="122557" y="67016"/>
                </a:lnTo>
                <a:lnTo>
                  <a:pt x="134033" y="67016"/>
                </a:lnTo>
                <a:lnTo>
                  <a:pt x="134033" y="32497"/>
                </a:lnTo>
                <a:lnTo>
                  <a:pt x="153403" y="32497"/>
                </a:lnTo>
                <a:close/>
                <a:moveTo>
                  <a:pt x="29978" y="25016"/>
                </a:moveTo>
                <a:lnTo>
                  <a:pt x="29870" y="24581"/>
                </a:lnTo>
                <a:lnTo>
                  <a:pt x="29749" y="24154"/>
                </a:lnTo>
                <a:lnTo>
                  <a:pt x="29615" y="23737"/>
                </a:lnTo>
                <a:lnTo>
                  <a:pt x="29468" y="23329"/>
                </a:lnTo>
                <a:lnTo>
                  <a:pt x="29309" y="22930"/>
                </a:lnTo>
                <a:lnTo>
                  <a:pt x="29137" y="22540"/>
                </a:lnTo>
                <a:lnTo>
                  <a:pt x="28952" y="22159"/>
                </a:lnTo>
                <a:lnTo>
                  <a:pt x="28754" y="21788"/>
                </a:lnTo>
                <a:lnTo>
                  <a:pt x="28544" y="21425"/>
                </a:lnTo>
                <a:lnTo>
                  <a:pt x="28320" y="21071"/>
                </a:lnTo>
                <a:lnTo>
                  <a:pt x="28084" y="20727"/>
                </a:lnTo>
                <a:lnTo>
                  <a:pt x="27836" y="20391"/>
                </a:lnTo>
                <a:lnTo>
                  <a:pt x="27574" y="20065"/>
                </a:lnTo>
                <a:lnTo>
                  <a:pt x="27300" y="19748"/>
                </a:lnTo>
                <a:lnTo>
                  <a:pt x="27013" y="19440"/>
                </a:lnTo>
                <a:lnTo>
                  <a:pt x="26713" y="19141"/>
                </a:lnTo>
                <a:lnTo>
                  <a:pt x="26403" y="18852"/>
                </a:lnTo>
                <a:lnTo>
                  <a:pt x="26084" y="18576"/>
                </a:lnTo>
                <a:lnTo>
                  <a:pt x="25755" y="18312"/>
                </a:lnTo>
                <a:lnTo>
                  <a:pt x="25418" y="18061"/>
                </a:lnTo>
                <a:lnTo>
                  <a:pt x="25072" y="17821"/>
                </a:lnTo>
                <a:lnTo>
                  <a:pt x="24717" y="17594"/>
                </a:lnTo>
                <a:lnTo>
                  <a:pt x="24353" y="17380"/>
                </a:lnTo>
                <a:lnTo>
                  <a:pt x="23980" y="17177"/>
                </a:lnTo>
                <a:lnTo>
                  <a:pt x="23598" y="16987"/>
                </a:lnTo>
                <a:lnTo>
                  <a:pt x="23208" y="16809"/>
                </a:lnTo>
                <a:lnTo>
                  <a:pt x="22808" y="16643"/>
                </a:lnTo>
                <a:lnTo>
                  <a:pt x="22399" y="16490"/>
                </a:lnTo>
                <a:lnTo>
                  <a:pt x="21982" y="16349"/>
                </a:lnTo>
                <a:lnTo>
                  <a:pt x="21555" y="16220"/>
                </a:lnTo>
                <a:lnTo>
                  <a:pt x="21120" y="16103"/>
                </a:lnTo>
                <a:lnTo>
                  <a:pt x="20676" y="15999"/>
                </a:lnTo>
                <a:lnTo>
                  <a:pt x="20222" y="15907"/>
                </a:lnTo>
                <a:lnTo>
                  <a:pt x="19760" y="15827"/>
                </a:lnTo>
                <a:lnTo>
                  <a:pt x="19289" y="15760"/>
                </a:lnTo>
                <a:lnTo>
                  <a:pt x="18809" y="15705"/>
                </a:lnTo>
                <a:lnTo>
                  <a:pt x="18320" y="15662"/>
                </a:lnTo>
                <a:lnTo>
                  <a:pt x="17822" y="15631"/>
                </a:lnTo>
                <a:lnTo>
                  <a:pt x="17316" y="15613"/>
                </a:lnTo>
                <a:lnTo>
                  <a:pt x="16800" y="15606"/>
                </a:lnTo>
                <a:lnTo>
                  <a:pt x="16170" y="15616"/>
                </a:lnTo>
                <a:lnTo>
                  <a:pt x="15551" y="15643"/>
                </a:lnTo>
                <a:lnTo>
                  <a:pt x="14942" y="15688"/>
                </a:lnTo>
                <a:lnTo>
                  <a:pt x="14344" y="15752"/>
                </a:lnTo>
                <a:lnTo>
                  <a:pt x="13756" y="15834"/>
                </a:lnTo>
                <a:lnTo>
                  <a:pt x="13179" y="15934"/>
                </a:lnTo>
                <a:lnTo>
                  <a:pt x="12612" y="16052"/>
                </a:lnTo>
                <a:lnTo>
                  <a:pt x="12056" y="16188"/>
                </a:lnTo>
                <a:lnTo>
                  <a:pt x="11511" y="16342"/>
                </a:lnTo>
                <a:lnTo>
                  <a:pt x="10976" y="16515"/>
                </a:lnTo>
                <a:lnTo>
                  <a:pt x="10451" y="16706"/>
                </a:lnTo>
                <a:lnTo>
                  <a:pt x="9937" y="16915"/>
                </a:lnTo>
                <a:lnTo>
                  <a:pt x="9433" y="17142"/>
                </a:lnTo>
                <a:lnTo>
                  <a:pt x="8940" y="17387"/>
                </a:lnTo>
                <a:lnTo>
                  <a:pt x="8458" y="17651"/>
                </a:lnTo>
                <a:lnTo>
                  <a:pt x="7986" y="17932"/>
                </a:lnTo>
                <a:lnTo>
                  <a:pt x="7525" y="18232"/>
                </a:lnTo>
                <a:lnTo>
                  <a:pt x="7074" y="18550"/>
                </a:lnTo>
                <a:lnTo>
                  <a:pt x="6633" y="18886"/>
                </a:lnTo>
                <a:lnTo>
                  <a:pt x="6203" y="19241"/>
                </a:lnTo>
                <a:lnTo>
                  <a:pt x="5784" y="19613"/>
                </a:lnTo>
                <a:lnTo>
                  <a:pt x="5375" y="20004"/>
                </a:lnTo>
                <a:lnTo>
                  <a:pt x="4977" y="20413"/>
                </a:lnTo>
                <a:lnTo>
                  <a:pt x="4589" y="20840"/>
                </a:lnTo>
                <a:lnTo>
                  <a:pt x="4215" y="21282"/>
                </a:lnTo>
                <a:lnTo>
                  <a:pt x="3856" y="21737"/>
                </a:lnTo>
                <a:lnTo>
                  <a:pt x="3513" y="22205"/>
                </a:lnTo>
                <a:lnTo>
                  <a:pt x="3187" y="22686"/>
                </a:lnTo>
                <a:lnTo>
                  <a:pt x="2876" y="23179"/>
                </a:lnTo>
                <a:lnTo>
                  <a:pt x="2581" y="23685"/>
                </a:lnTo>
                <a:lnTo>
                  <a:pt x="2302" y="24204"/>
                </a:lnTo>
                <a:lnTo>
                  <a:pt x="2040" y="24736"/>
                </a:lnTo>
                <a:lnTo>
                  <a:pt x="1793" y="25280"/>
                </a:lnTo>
                <a:lnTo>
                  <a:pt x="1562" y="25838"/>
                </a:lnTo>
                <a:lnTo>
                  <a:pt x="1346" y="26407"/>
                </a:lnTo>
                <a:lnTo>
                  <a:pt x="1147" y="26990"/>
                </a:lnTo>
                <a:lnTo>
                  <a:pt x="964" y="27586"/>
                </a:lnTo>
                <a:lnTo>
                  <a:pt x="797" y="28194"/>
                </a:lnTo>
                <a:lnTo>
                  <a:pt x="645" y="28815"/>
                </a:lnTo>
                <a:lnTo>
                  <a:pt x="510" y="29448"/>
                </a:lnTo>
                <a:lnTo>
                  <a:pt x="390" y="30095"/>
                </a:lnTo>
                <a:lnTo>
                  <a:pt x="287" y="30754"/>
                </a:lnTo>
                <a:lnTo>
                  <a:pt x="199" y="31426"/>
                </a:lnTo>
                <a:lnTo>
                  <a:pt x="127" y="32111"/>
                </a:lnTo>
                <a:lnTo>
                  <a:pt x="72" y="32808"/>
                </a:lnTo>
                <a:lnTo>
                  <a:pt x="32" y="33518"/>
                </a:lnTo>
                <a:lnTo>
                  <a:pt x="8" y="34241"/>
                </a:lnTo>
                <a:lnTo>
                  <a:pt x="0" y="34977"/>
                </a:lnTo>
                <a:lnTo>
                  <a:pt x="0" y="48656"/>
                </a:lnTo>
                <a:lnTo>
                  <a:pt x="8" y="49384"/>
                </a:lnTo>
                <a:lnTo>
                  <a:pt x="32" y="50100"/>
                </a:lnTo>
                <a:lnTo>
                  <a:pt x="72" y="50803"/>
                </a:lnTo>
                <a:lnTo>
                  <a:pt x="129" y="51494"/>
                </a:lnTo>
                <a:lnTo>
                  <a:pt x="201" y="52172"/>
                </a:lnTo>
                <a:lnTo>
                  <a:pt x="290" y="52838"/>
                </a:lnTo>
                <a:lnTo>
                  <a:pt x="394" y="53492"/>
                </a:lnTo>
                <a:lnTo>
                  <a:pt x="515" y="54133"/>
                </a:lnTo>
                <a:lnTo>
                  <a:pt x="652" y="54762"/>
                </a:lnTo>
                <a:lnTo>
                  <a:pt x="805" y="55378"/>
                </a:lnTo>
                <a:lnTo>
                  <a:pt x="974" y="55982"/>
                </a:lnTo>
                <a:lnTo>
                  <a:pt x="1159" y="56573"/>
                </a:lnTo>
                <a:lnTo>
                  <a:pt x="1360" y="57152"/>
                </a:lnTo>
                <a:lnTo>
                  <a:pt x="1577" y="57719"/>
                </a:lnTo>
                <a:lnTo>
                  <a:pt x="1811" y="58273"/>
                </a:lnTo>
                <a:lnTo>
                  <a:pt x="2060" y="58815"/>
                </a:lnTo>
                <a:lnTo>
                  <a:pt x="2326" y="59344"/>
                </a:lnTo>
                <a:lnTo>
                  <a:pt x="2607" y="59861"/>
                </a:lnTo>
                <a:lnTo>
                  <a:pt x="2905" y="60366"/>
                </a:lnTo>
                <a:lnTo>
                  <a:pt x="3219" y="60858"/>
                </a:lnTo>
                <a:lnTo>
                  <a:pt x="3549" y="61337"/>
                </a:lnTo>
                <a:lnTo>
                  <a:pt x="3895" y="61805"/>
                </a:lnTo>
                <a:lnTo>
                  <a:pt x="4257" y="62259"/>
                </a:lnTo>
                <a:lnTo>
                  <a:pt x="4635" y="62702"/>
                </a:lnTo>
                <a:lnTo>
                  <a:pt x="5027" y="63129"/>
                </a:lnTo>
                <a:lnTo>
                  <a:pt x="5428" y="63537"/>
                </a:lnTo>
                <a:lnTo>
                  <a:pt x="5840" y="63928"/>
                </a:lnTo>
                <a:lnTo>
                  <a:pt x="6261" y="64300"/>
                </a:lnTo>
                <a:lnTo>
                  <a:pt x="6693" y="64655"/>
                </a:lnTo>
                <a:lnTo>
                  <a:pt x="7134" y="64991"/>
                </a:lnTo>
                <a:lnTo>
                  <a:pt x="7586" y="65309"/>
                </a:lnTo>
                <a:lnTo>
                  <a:pt x="8048" y="65608"/>
                </a:lnTo>
                <a:lnTo>
                  <a:pt x="8519" y="65890"/>
                </a:lnTo>
                <a:lnTo>
                  <a:pt x="9001" y="66153"/>
                </a:lnTo>
                <a:lnTo>
                  <a:pt x="9493" y="66399"/>
                </a:lnTo>
                <a:lnTo>
                  <a:pt x="9995" y="66626"/>
                </a:lnTo>
                <a:lnTo>
                  <a:pt x="10507" y="66835"/>
                </a:lnTo>
                <a:lnTo>
                  <a:pt x="11029" y="67025"/>
                </a:lnTo>
                <a:lnTo>
                  <a:pt x="11561" y="67198"/>
                </a:lnTo>
                <a:lnTo>
                  <a:pt x="12103" y="67352"/>
                </a:lnTo>
                <a:lnTo>
                  <a:pt x="12655" y="67489"/>
                </a:lnTo>
                <a:lnTo>
                  <a:pt x="13217" y="67607"/>
                </a:lnTo>
                <a:lnTo>
                  <a:pt x="13789" y="67707"/>
                </a:lnTo>
                <a:lnTo>
                  <a:pt x="14371" y="67788"/>
                </a:lnTo>
                <a:lnTo>
                  <a:pt x="14963" y="67852"/>
                </a:lnTo>
                <a:lnTo>
                  <a:pt x="15565" y="67897"/>
                </a:lnTo>
                <a:lnTo>
                  <a:pt x="16178" y="67925"/>
                </a:lnTo>
                <a:lnTo>
                  <a:pt x="16800" y="67934"/>
                </a:lnTo>
                <a:lnTo>
                  <a:pt x="17316" y="67928"/>
                </a:lnTo>
                <a:lnTo>
                  <a:pt x="17822" y="67909"/>
                </a:lnTo>
                <a:lnTo>
                  <a:pt x="18320" y="67878"/>
                </a:lnTo>
                <a:lnTo>
                  <a:pt x="18809" y="67835"/>
                </a:lnTo>
                <a:lnTo>
                  <a:pt x="19289" y="67780"/>
                </a:lnTo>
                <a:lnTo>
                  <a:pt x="19760" y="67713"/>
                </a:lnTo>
                <a:lnTo>
                  <a:pt x="20222" y="67633"/>
                </a:lnTo>
                <a:lnTo>
                  <a:pt x="20676" y="67541"/>
                </a:lnTo>
                <a:lnTo>
                  <a:pt x="21120" y="67437"/>
                </a:lnTo>
                <a:lnTo>
                  <a:pt x="21555" y="67320"/>
                </a:lnTo>
                <a:lnTo>
                  <a:pt x="21982" y="67191"/>
                </a:lnTo>
                <a:lnTo>
                  <a:pt x="22399" y="67050"/>
                </a:lnTo>
                <a:lnTo>
                  <a:pt x="22808" y="66897"/>
                </a:lnTo>
                <a:lnTo>
                  <a:pt x="23208" y="66731"/>
                </a:lnTo>
                <a:lnTo>
                  <a:pt x="23598" y="66553"/>
                </a:lnTo>
                <a:lnTo>
                  <a:pt x="23980" y="66363"/>
                </a:lnTo>
                <a:lnTo>
                  <a:pt x="24353" y="66160"/>
                </a:lnTo>
                <a:lnTo>
                  <a:pt x="24717" y="65946"/>
                </a:lnTo>
                <a:lnTo>
                  <a:pt x="25072" y="65719"/>
                </a:lnTo>
                <a:lnTo>
                  <a:pt x="25418" y="65479"/>
                </a:lnTo>
                <a:lnTo>
                  <a:pt x="25755" y="65228"/>
                </a:lnTo>
                <a:lnTo>
                  <a:pt x="26084" y="64964"/>
                </a:lnTo>
                <a:lnTo>
                  <a:pt x="26403" y="64688"/>
                </a:lnTo>
                <a:lnTo>
                  <a:pt x="26713" y="64399"/>
                </a:lnTo>
                <a:lnTo>
                  <a:pt x="27013" y="64100"/>
                </a:lnTo>
                <a:lnTo>
                  <a:pt x="27300" y="63792"/>
                </a:lnTo>
                <a:lnTo>
                  <a:pt x="27574" y="63475"/>
                </a:lnTo>
                <a:lnTo>
                  <a:pt x="27836" y="63149"/>
                </a:lnTo>
                <a:lnTo>
                  <a:pt x="28084" y="62813"/>
                </a:lnTo>
                <a:lnTo>
                  <a:pt x="28320" y="62469"/>
                </a:lnTo>
                <a:lnTo>
                  <a:pt x="28544" y="62115"/>
                </a:lnTo>
                <a:lnTo>
                  <a:pt x="28754" y="61753"/>
                </a:lnTo>
                <a:lnTo>
                  <a:pt x="28952" y="61381"/>
                </a:lnTo>
                <a:lnTo>
                  <a:pt x="29137" y="61000"/>
                </a:lnTo>
                <a:lnTo>
                  <a:pt x="29309" y="60610"/>
                </a:lnTo>
                <a:lnTo>
                  <a:pt x="29468" y="60211"/>
                </a:lnTo>
                <a:lnTo>
                  <a:pt x="29615" y="59803"/>
                </a:lnTo>
                <a:lnTo>
                  <a:pt x="29749" y="59386"/>
                </a:lnTo>
                <a:lnTo>
                  <a:pt x="29870" y="58959"/>
                </a:lnTo>
                <a:lnTo>
                  <a:pt x="29978" y="58524"/>
                </a:lnTo>
                <a:lnTo>
                  <a:pt x="30074" y="58080"/>
                </a:lnTo>
                <a:lnTo>
                  <a:pt x="30157" y="57626"/>
                </a:lnTo>
                <a:lnTo>
                  <a:pt x="30195" y="57377"/>
                </a:lnTo>
                <a:lnTo>
                  <a:pt x="30386" y="57377"/>
                </a:lnTo>
                <a:lnTo>
                  <a:pt x="30386" y="67016"/>
                </a:lnTo>
                <a:lnTo>
                  <a:pt x="41586" y="67016"/>
                </a:lnTo>
                <a:lnTo>
                  <a:pt x="41586" y="0"/>
                </a:lnTo>
                <a:lnTo>
                  <a:pt x="30110" y="0"/>
                </a:lnTo>
                <a:lnTo>
                  <a:pt x="30110" y="14137"/>
                </a:lnTo>
                <a:lnTo>
                  <a:pt x="30477" y="26163"/>
                </a:lnTo>
                <a:lnTo>
                  <a:pt x="30195" y="26163"/>
                </a:lnTo>
                <a:lnTo>
                  <a:pt x="30157" y="25914"/>
                </a:lnTo>
                <a:lnTo>
                  <a:pt x="30074" y="25460"/>
                </a:lnTo>
                <a:lnTo>
                  <a:pt x="29978" y="25016"/>
                </a:lnTo>
                <a:close/>
                <a:moveTo>
                  <a:pt x="19767" y="57979"/>
                </a:moveTo>
                <a:lnTo>
                  <a:pt x="19423" y="57947"/>
                </a:lnTo>
                <a:lnTo>
                  <a:pt x="19086" y="57907"/>
                </a:lnTo>
                <a:lnTo>
                  <a:pt x="18756" y="57858"/>
                </a:lnTo>
                <a:lnTo>
                  <a:pt x="18432" y="57800"/>
                </a:lnTo>
                <a:lnTo>
                  <a:pt x="18115" y="57733"/>
                </a:lnTo>
                <a:lnTo>
                  <a:pt x="17804" y="57657"/>
                </a:lnTo>
                <a:lnTo>
                  <a:pt x="17501" y="57572"/>
                </a:lnTo>
                <a:lnTo>
                  <a:pt x="17204" y="57479"/>
                </a:lnTo>
                <a:lnTo>
                  <a:pt x="16914" y="57376"/>
                </a:lnTo>
                <a:lnTo>
                  <a:pt x="16630" y="57265"/>
                </a:lnTo>
                <a:lnTo>
                  <a:pt x="16353" y="57144"/>
                </a:lnTo>
                <a:lnTo>
                  <a:pt x="16083" y="57015"/>
                </a:lnTo>
                <a:lnTo>
                  <a:pt x="15820" y="56876"/>
                </a:lnTo>
                <a:lnTo>
                  <a:pt x="15563" y="56729"/>
                </a:lnTo>
                <a:lnTo>
                  <a:pt x="15313" y="56573"/>
                </a:lnTo>
                <a:lnTo>
                  <a:pt x="15070" y="56408"/>
                </a:lnTo>
                <a:lnTo>
                  <a:pt x="14833" y="56234"/>
                </a:lnTo>
                <a:lnTo>
                  <a:pt x="14603" y="56051"/>
                </a:lnTo>
                <a:lnTo>
                  <a:pt x="14380" y="55859"/>
                </a:lnTo>
                <a:lnTo>
                  <a:pt x="14163" y="55658"/>
                </a:lnTo>
                <a:lnTo>
                  <a:pt x="13953" y="55448"/>
                </a:lnTo>
                <a:lnTo>
                  <a:pt x="13751" y="55230"/>
                </a:lnTo>
                <a:lnTo>
                  <a:pt x="13558" y="55005"/>
                </a:lnTo>
                <a:lnTo>
                  <a:pt x="13373" y="54771"/>
                </a:lnTo>
                <a:lnTo>
                  <a:pt x="13196" y="54530"/>
                </a:lnTo>
                <a:lnTo>
                  <a:pt x="13029" y="54282"/>
                </a:lnTo>
                <a:lnTo>
                  <a:pt x="12869" y="54025"/>
                </a:lnTo>
                <a:lnTo>
                  <a:pt x="12719" y="53761"/>
                </a:lnTo>
                <a:lnTo>
                  <a:pt x="12577" y="53490"/>
                </a:lnTo>
                <a:lnTo>
                  <a:pt x="12443" y="53211"/>
                </a:lnTo>
                <a:lnTo>
                  <a:pt x="12319" y="52924"/>
                </a:lnTo>
                <a:lnTo>
                  <a:pt x="12202" y="52629"/>
                </a:lnTo>
                <a:lnTo>
                  <a:pt x="12095" y="52327"/>
                </a:lnTo>
                <a:lnTo>
                  <a:pt x="11996" y="52017"/>
                </a:lnTo>
                <a:lnTo>
                  <a:pt x="11906" y="51700"/>
                </a:lnTo>
                <a:lnTo>
                  <a:pt x="11824" y="51375"/>
                </a:lnTo>
                <a:lnTo>
                  <a:pt x="11751" y="51042"/>
                </a:lnTo>
                <a:lnTo>
                  <a:pt x="11686" y="50702"/>
                </a:lnTo>
                <a:lnTo>
                  <a:pt x="11630" y="50354"/>
                </a:lnTo>
                <a:lnTo>
                  <a:pt x="11583" y="49998"/>
                </a:lnTo>
                <a:lnTo>
                  <a:pt x="11544" y="49635"/>
                </a:lnTo>
                <a:lnTo>
                  <a:pt x="11514" y="49264"/>
                </a:lnTo>
                <a:lnTo>
                  <a:pt x="11493" y="48885"/>
                </a:lnTo>
                <a:lnTo>
                  <a:pt x="11480" y="48499"/>
                </a:lnTo>
                <a:lnTo>
                  <a:pt x="11475" y="48105"/>
                </a:lnTo>
                <a:lnTo>
                  <a:pt x="11475" y="35436"/>
                </a:lnTo>
                <a:lnTo>
                  <a:pt x="11480" y="35042"/>
                </a:lnTo>
                <a:lnTo>
                  <a:pt x="11493" y="34656"/>
                </a:lnTo>
                <a:lnTo>
                  <a:pt x="11514" y="34277"/>
                </a:lnTo>
                <a:lnTo>
                  <a:pt x="11544" y="33906"/>
                </a:lnTo>
                <a:lnTo>
                  <a:pt x="11583" y="33543"/>
                </a:lnTo>
                <a:lnTo>
                  <a:pt x="11630" y="33187"/>
                </a:lnTo>
                <a:lnTo>
                  <a:pt x="11686" y="32839"/>
                </a:lnTo>
                <a:lnTo>
                  <a:pt x="11751" y="32498"/>
                </a:lnTo>
                <a:lnTo>
                  <a:pt x="11824" y="32166"/>
                </a:lnTo>
                <a:lnTo>
                  <a:pt x="11906" y="31841"/>
                </a:lnTo>
                <a:lnTo>
                  <a:pt x="11996" y="31523"/>
                </a:lnTo>
                <a:lnTo>
                  <a:pt x="12095" y="31213"/>
                </a:lnTo>
                <a:lnTo>
                  <a:pt x="12202" y="30911"/>
                </a:lnTo>
                <a:lnTo>
                  <a:pt x="12319" y="30616"/>
                </a:lnTo>
                <a:lnTo>
                  <a:pt x="12443" y="30330"/>
                </a:lnTo>
                <a:lnTo>
                  <a:pt x="12577" y="30050"/>
                </a:lnTo>
                <a:lnTo>
                  <a:pt x="12719" y="29779"/>
                </a:lnTo>
                <a:lnTo>
                  <a:pt x="12869" y="29515"/>
                </a:lnTo>
                <a:lnTo>
                  <a:pt x="13029" y="29259"/>
                </a:lnTo>
                <a:lnTo>
                  <a:pt x="13196" y="29010"/>
                </a:lnTo>
                <a:lnTo>
                  <a:pt x="13373" y="28769"/>
                </a:lnTo>
                <a:lnTo>
                  <a:pt x="13558" y="28536"/>
                </a:lnTo>
                <a:lnTo>
                  <a:pt x="13751" y="28310"/>
                </a:lnTo>
                <a:lnTo>
                  <a:pt x="13953" y="28092"/>
                </a:lnTo>
                <a:lnTo>
                  <a:pt x="14163" y="27882"/>
                </a:lnTo>
                <a:lnTo>
                  <a:pt x="14380" y="27681"/>
                </a:lnTo>
                <a:lnTo>
                  <a:pt x="14603" y="27489"/>
                </a:lnTo>
                <a:lnTo>
                  <a:pt x="14833" y="27306"/>
                </a:lnTo>
                <a:lnTo>
                  <a:pt x="15070" y="27132"/>
                </a:lnTo>
                <a:lnTo>
                  <a:pt x="15313" y="26967"/>
                </a:lnTo>
                <a:lnTo>
                  <a:pt x="15563" y="26811"/>
                </a:lnTo>
                <a:lnTo>
                  <a:pt x="15820" y="26664"/>
                </a:lnTo>
                <a:lnTo>
                  <a:pt x="16083" y="26525"/>
                </a:lnTo>
                <a:lnTo>
                  <a:pt x="16353" y="26396"/>
                </a:lnTo>
                <a:lnTo>
                  <a:pt x="16630" y="26276"/>
                </a:lnTo>
                <a:lnTo>
                  <a:pt x="16914" y="26164"/>
                </a:lnTo>
                <a:lnTo>
                  <a:pt x="17204" y="26061"/>
                </a:lnTo>
                <a:lnTo>
                  <a:pt x="17501" y="25968"/>
                </a:lnTo>
                <a:lnTo>
                  <a:pt x="17804" y="25883"/>
                </a:lnTo>
                <a:lnTo>
                  <a:pt x="18115" y="25807"/>
                </a:lnTo>
                <a:lnTo>
                  <a:pt x="18432" y="25740"/>
                </a:lnTo>
                <a:lnTo>
                  <a:pt x="18756" y="25682"/>
                </a:lnTo>
                <a:lnTo>
                  <a:pt x="19086" y="25633"/>
                </a:lnTo>
                <a:lnTo>
                  <a:pt x="19423" y="25593"/>
                </a:lnTo>
                <a:lnTo>
                  <a:pt x="19767" y="25562"/>
                </a:lnTo>
                <a:lnTo>
                  <a:pt x="20117" y="25539"/>
                </a:lnTo>
                <a:lnTo>
                  <a:pt x="20475" y="25526"/>
                </a:lnTo>
                <a:lnTo>
                  <a:pt x="20838" y="25521"/>
                </a:lnTo>
                <a:lnTo>
                  <a:pt x="21202" y="25526"/>
                </a:lnTo>
                <a:lnTo>
                  <a:pt x="21559" y="25540"/>
                </a:lnTo>
                <a:lnTo>
                  <a:pt x="21909" y="25562"/>
                </a:lnTo>
                <a:lnTo>
                  <a:pt x="22253" y="25594"/>
                </a:lnTo>
                <a:lnTo>
                  <a:pt x="22589" y="25635"/>
                </a:lnTo>
                <a:lnTo>
                  <a:pt x="22918" y="25685"/>
                </a:lnTo>
                <a:lnTo>
                  <a:pt x="23241" y="25744"/>
                </a:lnTo>
                <a:lnTo>
                  <a:pt x="23557" y="25812"/>
                </a:lnTo>
                <a:lnTo>
                  <a:pt x="23866" y="25889"/>
                </a:lnTo>
                <a:lnTo>
                  <a:pt x="24168" y="25976"/>
                </a:lnTo>
                <a:lnTo>
                  <a:pt x="24463" y="26071"/>
                </a:lnTo>
                <a:lnTo>
                  <a:pt x="24752" y="26176"/>
                </a:lnTo>
                <a:lnTo>
                  <a:pt x="25033" y="26289"/>
                </a:lnTo>
                <a:lnTo>
                  <a:pt x="25308" y="26412"/>
                </a:lnTo>
                <a:lnTo>
                  <a:pt x="25576" y="26544"/>
                </a:lnTo>
                <a:lnTo>
                  <a:pt x="25837" y="26684"/>
                </a:lnTo>
                <a:lnTo>
                  <a:pt x="26091" y="26834"/>
                </a:lnTo>
                <a:lnTo>
                  <a:pt x="26338" y="26993"/>
                </a:lnTo>
                <a:lnTo>
                  <a:pt x="26578" y="27161"/>
                </a:lnTo>
                <a:lnTo>
                  <a:pt x="26812" y="27339"/>
                </a:lnTo>
                <a:lnTo>
                  <a:pt x="27038" y="27525"/>
                </a:lnTo>
                <a:lnTo>
                  <a:pt x="27258" y="27720"/>
                </a:lnTo>
                <a:lnTo>
                  <a:pt x="27471" y="27925"/>
                </a:lnTo>
                <a:lnTo>
                  <a:pt x="27677" y="28138"/>
                </a:lnTo>
                <a:lnTo>
                  <a:pt x="27876" y="28360"/>
                </a:lnTo>
                <a:lnTo>
                  <a:pt x="28066" y="28588"/>
                </a:lnTo>
                <a:lnTo>
                  <a:pt x="28247" y="28824"/>
                </a:lnTo>
                <a:lnTo>
                  <a:pt x="28421" y="29067"/>
                </a:lnTo>
                <a:lnTo>
                  <a:pt x="28585" y="29318"/>
                </a:lnTo>
                <a:lnTo>
                  <a:pt x="28742" y="29575"/>
                </a:lnTo>
                <a:lnTo>
                  <a:pt x="28890" y="29840"/>
                </a:lnTo>
                <a:lnTo>
                  <a:pt x="29029" y="30111"/>
                </a:lnTo>
                <a:lnTo>
                  <a:pt x="29160" y="30390"/>
                </a:lnTo>
                <a:lnTo>
                  <a:pt x="29282" y="30676"/>
                </a:lnTo>
                <a:lnTo>
                  <a:pt x="29396" y="30970"/>
                </a:lnTo>
                <a:lnTo>
                  <a:pt x="29502" y="31270"/>
                </a:lnTo>
                <a:lnTo>
                  <a:pt x="29599" y="31578"/>
                </a:lnTo>
                <a:lnTo>
                  <a:pt x="29688" y="31893"/>
                </a:lnTo>
                <a:lnTo>
                  <a:pt x="29768" y="32215"/>
                </a:lnTo>
                <a:lnTo>
                  <a:pt x="29840" y="32544"/>
                </a:lnTo>
                <a:lnTo>
                  <a:pt x="29903" y="32880"/>
                </a:lnTo>
                <a:lnTo>
                  <a:pt x="29958" y="33224"/>
                </a:lnTo>
                <a:lnTo>
                  <a:pt x="30005" y="33575"/>
                </a:lnTo>
                <a:lnTo>
                  <a:pt x="30043" y="33933"/>
                </a:lnTo>
                <a:lnTo>
                  <a:pt x="30072" y="34298"/>
                </a:lnTo>
                <a:lnTo>
                  <a:pt x="30094" y="34670"/>
                </a:lnTo>
                <a:lnTo>
                  <a:pt x="30106" y="35050"/>
                </a:lnTo>
                <a:lnTo>
                  <a:pt x="30110" y="35436"/>
                </a:lnTo>
                <a:lnTo>
                  <a:pt x="30110" y="48105"/>
                </a:lnTo>
                <a:lnTo>
                  <a:pt x="30106" y="48492"/>
                </a:lnTo>
                <a:lnTo>
                  <a:pt x="30094" y="48871"/>
                </a:lnTo>
                <a:lnTo>
                  <a:pt x="30072" y="49243"/>
                </a:lnTo>
                <a:lnTo>
                  <a:pt x="30043" y="49608"/>
                </a:lnTo>
                <a:lnTo>
                  <a:pt x="30005" y="49966"/>
                </a:lnTo>
                <a:lnTo>
                  <a:pt x="29958" y="50317"/>
                </a:lnTo>
                <a:lnTo>
                  <a:pt x="29903" y="50660"/>
                </a:lnTo>
                <a:lnTo>
                  <a:pt x="29840" y="50997"/>
                </a:lnTo>
                <a:lnTo>
                  <a:pt x="29768" y="51326"/>
                </a:lnTo>
                <a:lnTo>
                  <a:pt x="29688" y="51648"/>
                </a:lnTo>
                <a:lnTo>
                  <a:pt x="29599" y="51963"/>
                </a:lnTo>
                <a:lnTo>
                  <a:pt x="29502" y="52271"/>
                </a:lnTo>
                <a:lnTo>
                  <a:pt x="29396" y="52571"/>
                </a:lnTo>
                <a:lnTo>
                  <a:pt x="29282" y="52864"/>
                </a:lnTo>
                <a:lnTo>
                  <a:pt x="29160" y="53151"/>
                </a:lnTo>
                <a:lnTo>
                  <a:pt x="29029" y="53430"/>
                </a:lnTo>
                <a:lnTo>
                  <a:pt x="28890" y="53701"/>
                </a:lnTo>
                <a:lnTo>
                  <a:pt x="28742" y="53966"/>
                </a:lnTo>
                <a:lnTo>
                  <a:pt x="28585" y="54224"/>
                </a:lnTo>
                <a:lnTo>
                  <a:pt x="28421" y="54474"/>
                </a:lnTo>
                <a:lnTo>
                  <a:pt x="28247" y="54717"/>
                </a:lnTo>
                <a:lnTo>
                  <a:pt x="28066" y="54953"/>
                </a:lnTo>
                <a:lnTo>
                  <a:pt x="27876" y="55182"/>
                </a:lnTo>
                <a:lnTo>
                  <a:pt x="27677" y="55403"/>
                </a:lnTo>
                <a:lnTo>
                  <a:pt x="27471" y="55617"/>
                </a:lnTo>
                <a:lnTo>
                  <a:pt x="27258" y="55821"/>
                </a:lnTo>
                <a:lnTo>
                  <a:pt x="27038" y="56016"/>
                </a:lnTo>
                <a:lnTo>
                  <a:pt x="26812" y="56203"/>
                </a:lnTo>
                <a:lnTo>
                  <a:pt x="26578" y="56380"/>
                </a:lnTo>
                <a:lnTo>
                  <a:pt x="26338" y="56548"/>
                </a:lnTo>
                <a:lnTo>
                  <a:pt x="26091" y="56707"/>
                </a:lnTo>
                <a:lnTo>
                  <a:pt x="25837" y="56856"/>
                </a:lnTo>
                <a:lnTo>
                  <a:pt x="25576" y="56997"/>
                </a:lnTo>
                <a:lnTo>
                  <a:pt x="25308" y="57129"/>
                </a:lnTo>
                <a:lnTo>
                  <a:pt x="25033" y="57251"/>
                </a:lnTo>
                <a:lnTo>
                  <a:pt x="24752" y="57365"/>
                </a:lnTo>
                <a:lnTo>
                  <a:pt x="24463" y="57469"/>
                </a:lnTo>
                <a:lnTo>
                  <a:pt x="24168" y="57565"/>
                </a:lnTo>
                <a:lnTo>
                  <a:pt x="23866" y="57651"/>
                </a:lnTo>
                <a:lnTo>
                  <a:pt x="23557" y="57728"/>
                </a:lnTo>
                <a:lnTo>
                  <a:pt x="23241" y="57796"/>
                </a:lnTo>
                <a:lnTo>
                  <a:pt x="22918" y="57855"/>
                </a:lnTo>
                <a:lnTo>
                  <a:pt x="22589" y="57905"/>
                </a:lnTo>
                <a:lnTo>
                  <a:pt x="22253" y="57946"/>
                </a:lnTo>
                <a:lnTo>
                  <a:pt x="21909" y="57978"/>
                </a:lnTo>
                <a:lnTo>
                  <a:pt x="21559" y="58001"/>
                </a:lnTo>
                <a:lnTo>
                  <a:pt x="21202" y="58014"/>
                </a:lnTo>
                <a:lnTo>
                  <a:pt x="20838" y="58019"/>
                </a:lnTo>
                <a:lnTo>
                  <a:pt x="20475" y="58014"/>
                </a:lnTo>
                <a:lnTo>
                  <a:pt x="20117" y="58001"/>
                </a:lnTo>
                <a:lnTo>
                  <a:pt x="19767" y="57979"/>
                </a:lnTo>
                <a:close/>
                <a:moveTo>
                  <a:pt x="78269" y="67873"/>
                </a:moveTo>
                <a:lnTo>
                  <a:pt x="78913" y="67825"/>
                </a:lnTo>
                <a:lnTo>
                  <a:pt x="79548" y="67764"/>
                </a:lnTo>
                <a:lnTo>
                  <a:pt x="80175" y="67690"/>
                </a:lnTo>
                <a:lnTo>
                  <a:pt x="80793" y="67602"/>
                </a:lnTo>
                <a:lnTo>
                  <a:pt x="81403" y="67500"/>
                </a:lnTo>
                <a:lnTo>
                  <a:pt x="82005" y="67385"/>
                </a:lnTo>
                <a:lnTo>
                  <a:pt x="82598" y="67256"/>
                </a:lnTo>
                <a:lnTo>
                  <a:pt x="83182" y="67114"/>
                </a:lnTo>
                <a:lnTo>
                  <a:pt x="83758" y="66958"/>
                </a:lnTo>
                <a:lnTo>
                  <a:pt x="84326" y="66789"/>
                </a:lnTo>
                <a:lnTo>
                  <a:pt x="84885" y="66606"/>
                </a:lnTo>
                <a:lnTo>
                  <a:pt x="85436" y="66410"/>
                </a:lnTo>
                <a:lnTo>
                  <a:pt x="85978" y="66200"/>
                </a:lnTo>
                <a:lnTo>
                  <a:pt x="86512" y="65976"/>
                </a:lnTo>
                <a:lnTo>
                  <a:pt x="87038" y="65739"/>
                </a:lnTo>
                <a:lnTo>
                  <a:pt x="87554" y="65489"/>
                </a:lnTo>
                <a:lnTo>
                  <a:pt x="88063" y="65224"/>
                </a:lnTo>
                <a:lnTo>
                  <a:pt x="88563" y="64947"/>
                </a:lnTo>
                <a:lnTo>
                  <a:pt x="89055" y="64656"/>
                </a:lnTo>
                <a:lnTo>
                  <a:pt x="89538" y="64351"/>
                </a:lnTo>
                <a:lnTo>
                  <a:pt x="90012" y="64032"/>
                </a:lnTo>
                <a:lnTo>
                  <a:pt x="90475" y="63703"/>
                </a:lnTo>
                <a:lnTo>
                  <a:pt x="90923" y="63364"/>
                </a:lnTo>
                <a:lnTo>
                  <a:pt x="91356" y="63016"/>
                </a:lnTo>
                <a:lnTo>
                  <a:pt x="91773" y="62659"/>
                </a:lnTo>
                <a:lnTo>
                  <a:pt x="92175" y="62293"/>
                </a:lnTo>
                <a:lnTo>
                  <a:pt x="92563" y="61918"/>
                </a:lnTo>
                <a:lnTo>
                  <a:pt x="92935" y="61534"/>
                </a:lnTo>
                <a:lnTo>
                  <a:pt x="93291" y="61141"/>
                </a:lnTo>
                <a:lnTo>
                  <a:pt x="93633" y="60738"/>
                </a:lnTo>
                <a:lnTo>
                  <a:pt x="93960" y="60327"/>
                </a:lnTo>
                <a:lnTo>
                  <a:pt x="94271" y="59907"/>
                </a:lnTo>
                <a:lnTo>
                  <a:pt x="94568" y="59477"/>
                </a:lnTo>
                <a:lnTo>
                  <a:pt x="94849" y="59038"/>
                </a:lnTo>
                <a:lnTo>
                  <a:pt x="95115" y="58591"/>
                </a:lnTo>
                <a:lnTo>
                  <a:pt x="95366" y="58134"/>
                </a:lnTo>
                <a:lnTo>
                  <a:pt x="95602" y="57668"/>
                </a:lnTo>
                <a:lnTo>
                  <a:pt x="95823" y="57193"/>
                </a:lnTo>
                <a:lnTo>
                  <a:pt x="96028" y="56709"/>
                </a:lnTo>
                <a:lnTo>
                  <a:pt x="96219" y="56215"/>
                </a:lnTo>
                <a:lnTo>
                  <a:pt x="96394" y="55713"/>
                </a:lnTo>
                <a:lnTo>
                  <a:pt x="96554" y="55202"/>
                </a:lnTo>
                <a:lnTo>
                  <a:pt x="96699" y="54681"/>
                </a:lnTo>
                <a:lnTo>
                  <a:pt x="96829" y="54152"/>
                </a:lnTo>
                <a:lnTo>
                  <a:pt x="96944" y="53613"/>
                </a:lnTo>
                <a:lnTo>
                  <a:pt x="85652" y="53613"/>
                </a:lnTo>
                <a:lnTo>
                  <a:pt x="85595" y="53825"/>
                </a:lnTo>
                <a:lnTo>
                  <a:pt x="85532" y="54033"/>
                </a:lnTo>
                <a:lnTo>
                  <a:pt x="85464" y="54236"/>
                </a:lnTo>
                <a:lnTo>
                  <a:pt x="85389" y="54436"/>
                </a:lnTo>
                <a:lnTo>
                  <a:pt x="85308" y="54630"/>
                </a:lnTo>
                <a:lnTo>
                  <a:pt x="85221" y="54821"/>
                </a:lnTo>
                <a:lnTo>
                  <a:pt x="85128" y="55007"/>
                </a:lnTo>
                <a:lnTo>
                  <a:pt x="85029" y="55189"/>
                </a:lnTo>
                <a:lnTo>
                  <a:pt x="84924" y="55367"/>
                </a:lnTo>
                <a:lnTo>
                  <a:pt x="84813" y="55540"/>
                </a:lnTo>
                <a:lnTo>
                  <a:pt x="84696" y="55709"/>
                </a:lnTo>
                <a:lnTo>
                  <a:pt x="84573" y="55874"/>
                </a:lnTo>
                <a:lnTo>
                  <a:pt x="84443" y="56034"/>
                </a:lnTo>
                <a:lnTo>
                  <a:pt x="84308" y="56190"/>
                </a:lnTo>
                <a:lnTo>
                  <a:pt x="84167" y="56342"/>
                </a:lnTo>
                <a:lnTo>
                  <a:pt x="84019" y="56490"/>
                </a:lnTo>
                <a:lnTo>
                  <a:pt x="83866" y="56633"/>
                </a:lnTo>
                <a:lnTo>
                  <a:pt x="83706" y="56772"/>
                </a:lnTo>
                <a:lnTo>
                  <a:pt x="83541" y="56906"/>
                </a:lnTo>
                <a:lnTo>
                  <a:pt x="83369" y="57036"/>
                </a:lnTo>
                <a:lnTo>
                  <a:pt x="83191" y="57162"/>
                </a:lnTo>
                <a:lnTo>
                  <a:pt x="83007" y="57284"/>
                </a:lnTo>
                <a:lnTo>
                  <a:pt x="82818" y="57401"/>
                </a:lnTo>
                <a:lnTo>
                  <a:pt x="82622" y="57514"/>
                </a:lnTo>
                <a:lnTo>
                  <a:pt x="82420" y="57623"/>
                </a:lnTo>
                <a:lnTo>
                  <a:pt x="82214" y="57727"/>
                </a:lnTo>
                <a:lnTo>
                  <a:pt x="82002" y="57826"/>
                </a:lnTo>
                <a:lnTo>
                  <a:pt x="81785" y="57921"/>
                </a:lnTo>
                <a:lnTo>
                  <a:pt x="81563" y="58011"/>
                </a:lnTo>
                <a:lnTo>
                  <a:pt x="81336" y="58097"/>
                </a:lnTo>
                <a:lnTo>
                  <a:pt x="81104" y="58178"/>
                </a:lnTo>
                <a:lnTo>
                  <a:pt x="80867" y="58254"/>
                </a:lnTo>
                <a:lnTo>
                  <a:pt x="80625" y="58325"/>
                </a:lnTo>
                <a:lnTo>
                  <a:pt x="80378" y="58392"/>
                </a:lnTo>
                <a:lnTo>
                  <a:pt x="80125" y="58455"/>
                </a:lnTo>
                <a:lnTo>
                  <a:pt x="79868" y="58513"/>
                </a:lnTo>
                <a:lnTo>
                  <a:pt x="79605" y="58566"/>
                </a:lnTo>
                <a:lnTo>
                  <a:pt x="79337" y="58614"/>
                </a:lnTo>
                <a:lnTo>
                  <a:pt x="79064" y="58658"/>
                </a:lnTo>
                <a:lnTo>
                  <a:pt x="78787" y="58697"/>
                </a:lnTo>
                <a:lnTo>
                  <a:pt x="78504" y="58732"/>
                </a:lnTo>
                <a:lnTo>
                  <a:pt x="78215" y="58762"/>
                </a:lnTo>
                <a:lnTo>
                  <a:pt x="77922" y="58787"/>
                </a:lnTo>
                <a:lnTo>
                  <a:pt x="77624" y="58808"/>
                </a:lnTo>
                <a:lnTo>
                  <a:pt x="77320" y="58824"/>
                </a:lnTo>
                <a:lnTo>
                  <a:pt x="77012" y="58836"/>
                </a:lnTo>
                <a:lnTo>
                  <a:pt x="76698" y="58843"/>
                </a:lnTo>
                <a:lnTo>
                  <a:pt x="76380" y="58845"/>
                </a:lnTo>
                <a:lnTo>
                  <a:pt x="75963" y="58841"/>
                </a:lnTo>
                <a:lnTo>
                  <a:pt x="75555" y="58826"/>
                </a:lnTo>
                <a:lnTo>
                  <a:pt x="75156" y="58803"/>
                </a:lnTo>
                <a:lnTo>
                  <a:pt x="74765" y="58770"/>
                </a:lnTo>
                <a:lnTo>
                  <a:pt x="74383" y="58728"/>
                </a:lnTo>
                <a:lnTo>
                  <a:pt x="74010" y="58676"/>
                </a:lnTo>
                <a:lnTo>
                  <a:pt x="73645" y="58615"/>
                </a:lnTo>
                <a:lnTo>
                  <a:pt x="73289" y="58544"/>
                </a:lnTo>
                <a:lnTo>
                  <a:pt x="72941" y="58464"/>
                </a:lnTo>
                <a:lnTo>
                  <a:pt x="72602" y="58375"/>
                </a:lnTo>
                <a:lnTo>
                  <a:pt x="72271" y="58276"/>
                </a:lnTo>
                <a:lnTo>
                  <a:pt x="71950" y="58168"/>
                </a:lnTo>
                <a:lnTo>
                  <a:pt x="71636" y="58051"/>
                </a:lnTo>
                <a:lnTo>
                  <a:pt x="71332" y="57924"/>
                </a:lnTo>
                <a:lnTo>
                  <a:pt x="71036" y="57787"/>
                </a:lnTo>
                <a:lnTo>
                  <a:pt x="70748" y="57642"/>
                </a:lnTo>
                <a:lnTo>
                  <a:pt x="70470" y="57487"/>
                </a:lnTo>
                <a:lnTo>
                  <a:pt x="70199" y="57322"/>
                </a:lnTo>
                <a:lnTo>
                  <a:pt x="69938" y="57148"/>
                </a:lnTo>
                <a:lnTo>
                  <a:pt x="69685" y="56965"/>
                </a:lnTo>
                <a:lnTo>
                  <a:pt x="69441" y="56772"/>
                </a:lnTo>
                <a:lnTo>
                  <a:pt x="69205" y="56570"/>
                </a:lnTo>
                <a:lnTo>
                  <a:pt x="68978" y="56358"/>
                </a:lnTo>
                <a:lnTo>
                  <a:pt x="68759" y="56137"/>
                </a:lnTo>
                <a:lnTo>
                  <a:pt x="68550" y="55907"/>
                </a:lnTo>
                <a:lnTo>
                  <a:pt x="68349" y="55668"/>
                </a:lnTo>
                <a:lnTo>
                  <a:pt x="68157" y="55420"/>
                </a:lnTo>
                <a:lnTo>
                  <a:pt x="67974" y="55162"/>
                </a:lnTo>
                <a:lnTo>
                  <a:pt x="67800" y="54896"/>
                </a:lnTo>
                <a:lnTo>
                  <a:pt x="67635" y="54620"/>
                </a:lnTo>
                <a:lnTo>
                  <a:pt x="67478" y="54335"/>
                </a:lnTo>
                <a:lnTo>
                  <a:pt x="67331" y="54042"/>
                </a:lnTo>
                <a:lnTo>
                  <a:pt x="67193" y="53739"/>
                </a:lnTo>
                <a:lnTo>
                  <a:pt x="67063" y="53427"/>
                </a:lnTo>
                <a:lnTo>
                  <a:pt x="66943" y="53106"/>
                </a:lnTo>
                <a:lnTo>
                  <a:pt x="66831" y="52776"/>
                </a:lnTo>
                <a:lnTo>
                  <a:pt x="66729" y="52436"/>
                </a:lnTo>
                <a:lnTo>
                  <a:pt x="66635" y="52088"/>
                </a:lnTo>
                <a:lnTo>
                  <a:pt x="66550" y="51731"/>
                </a:lnTo>
                <a:lnTo>
                  <a:pt x="66474" y="51364"/>
                </a:lnTo>
                <a:lnTo>
                  <a:pt x="66407" y="50989"/>
                </a:lnTo>
                <a:lnTo>
                  <a:pt x="66349" y="50604"/>
                </a:lnTo>
                <a:lnTo>
                  <a:pt x="66300" y="50210"/>
                </a:lnTo>
                <a:lnTo>
                  <a:pt x="66260" y="49807"/>
                </a:lnTo>
                <a:lnTo>
                  <a:pt x="66229" y="49395"/>
                </a:lnTo>
                <a:lnTo>
                  <a:pt x="66207" y="48974"/>
                </a:lnTo>
                <a:lnTo>
                  <a:pt x="66193" y="48544"/>
                </a:lnTo>
                <a:lnTo>
                  <a:pt x="66189" y="48105"/>
                </a:lnTo>
                <a:lnTo>
                  <a:pt x="66189" y="44525"/>
                </a:lnTo>
                <a:lnTo>
                  <a:pt x="97311" y="44525"/>
                </a:lnTo>
                <a:lnTo>
                  <a:pt x="97311" y="35436"/>
                </a:lnTo>
                <a:lnTo>
                  <a:pt x="97306" y="34942"/>
                </a:lnTo>
                <a:lnTo>
                  <a:pt x="97292" y="34452"/>
                </a:lnTo>
                <a:lnTo>
                  <a:pt x="97270" y="33968"/>
                </a:lnTo>
                <a:lnTo>
                  <a:pt x="97238" y="33489"/>
                </a:lnTo>
                <a:lnTo>
                  <a:pt x="97197" y="33016"/>
                </a:lnTo>
                <a:lnTo>
                  <a:pt x="97147" y="32547"/>
                </a:lnTo>
                <a:lnTo>
                  <a:pt x="97088" y="32084"/>
                </a:lnTo>
                <a:lnTo>
                  <a:pt x="97020" y="31626"/>
                </a:lnTo>
                <a:lnTo>
                  <a:pt x="96943" y="31174"/>
                </a:lnTo>
                <a:lnTo>
                  <a:pt x="96856" y="30727"/>
                </a:lnTo>
                <a:lnTo>
                  <a:pt x="96761" y="30285"/>
                </a:lnTo>
                <a:lnTo>
                  <a:pt x="96656" y="29848"/>
                </a:lnTo>
                <a:lnTo>
                  <a:pt x="96543" y="29416"/>
                </a:lnTo>
                <a:lnTo>
                  <a:pt x="96420" y="28990"/>
                </a:lnTo>
                <a:lnTo>
                  <a:pt x="96288" y="28569"/>
                </a:lnTo>
                <a:lnTo>
                  <a:pt x="96148" y="28153"/>
                </a:lnTo>
                <a:lnTo>
                  <a:pt x="95998" y="27743"/>
                </a:lnTo>
                <a:lnTo>
                  <a:pt x="95839" y="27338"/>
                </a:lnTo>
                <a:lnTo>
                  <a:pt x="95671" y="26938"/>
                </a:lnTo>
                <a:lnTo>
                  <a:pt x="95493" y="26543"/>
                </a:lnTo>
                <a:lnTo>
                  <a:pt x="95307" y="26154"/>
                </a:lnTo>
                <a:lnTo>
                  <a:pt x="95112" y="25770"/>
                </a:lnTo>
                <a:lnTo>
                  <a:pt x="94907" y="25391"/>
                </a:lnTo>
                <a:lnTo>
                  <a:pt x="94694" y="25017"/>
                </a:lnTo>
                <a:lnTo>
                  <a:pt x="94472" y="24649"/>
                </a:lnTo>
                <a:lnTo>
                  <a:pt x="94243" y="24289"/>
                </a:lnTo>
                <a:lnTo>
                  <a:pt x="94007" y="23935"/>
                </a:lnTo>
                <a:lnTo>
                  <a:pt x="93763" y="23588"/>
                </a:lnTo>
                <a:lnTo>
                  <a:pt x="93512" y="23247"/>
                </a:lnTo>
                <a:lnTo>
                  <a:pt x="93254" y="22914"/>
                </a:lnTo>
                <a:lnTo>
                  <a:pt x="92988" y="22587"/>
                </a:lnTo>
                <a:lnTo>
                  <a:pt x="92715" y="22268"/>
                </a:lnTo>
                <a:lnTo>
                  <a:pt x="92435" y="21955"/>
                </a:lnTo>
                <a:lnTo>
                  <a:pt x="92147" y="21649"/>
                </a:lnTo>
                <a:lnTo>
                  <a:pt x="91852" y="21350"/>
                </a:lnTo>
                <a:lnTo>
                  <a:pt x="91550" y="21058"/>
                </a:lnTo>
                <a:lnTo>
                  <a:pt x="91240" y="20772"/>
                </a:lnTo>
                <a:lnTo>
                  <a:pt x="90923" y="20494"/>
                </a:lnTo>
                <a:lnTo>
                  <a:pt x="90599" y="20222"/>
                </a:lnTo>
                <a:lnTo>
                  <a:pt x="90267" y="19957"/>
                </a:lnTo>
                <a:lnTo>
                  <a:pt x="89928" y="19699"/>
                </a:lnTo>
                <a:lnTo>
                  <a:pt x="89582" y="19448"/>
                </a:lnTo>
                <a:lnTo>
                  <a:pt x="89228" y="19204"/>
                </a:lnTo>
                <a:lnTo>
                  <a:pt x="88867" y="18967"/>
                </a:lnTo>
                <a:lnTo>
                  <a:pt x="88499" y="18736"/>
                </a:lnTo>
                <a:lnTo>
                  <a:pt x="88123" y="18513"/>
                </a:lnTo>
                <a:lnTo>
                  <a:pt x="87740" y="18296"/>
                </a:lnTo>
                <a:lnTo>
                  <a:pt x="87349" y="18086"/>
                </a:lnTo>
                <a:lnTo>
                  <a:pt x="86953" y="17884"/>
                </a:lnTo>
                <a:lnTo>
                  <a:pt x="86550" y="17690"/>
                </a:lnTo>
                <a:lnTo>
                  <a:pt x="86142" y="17505"/>
                </a:lnTo>
                <a:lnTo>
                  <a:pt x="85729" y="17328"/>
                </a:lnTo>
                <a:lnTo>
                  <a:pt x="85310" y="17160"/>
                </a:lnTo>
                <a:lnTo>
                  <a:pt x="84885" y="17001"/>
                </a:lnTo>
                <a:lnTo>
                  <a:pt x="84455" y="16850"/>
                </a:lnTo>
                <a:lnTo>
                  <a:pt x="84019" y="16708"/>
                </a:lnTo>
                <a:lnTo>
                  <a:pt x="83578" y="16575"/>
                </a:lnTo>
                <a:lnTo>
                  <a:pt x="83131" y="16450"/>
                </a:lnTo>
                <a:lnTo>
                  <a:pt x="82678" y="16334"/>
                </a:lnTo>
                <a:lnTo>
                  <a:pt x="82220" y="16226"/>
                </a:lnTo>
                <a:lnTo>
                  <a:pt x="81756" y="16127"/>
                </a:lnTo>
                <a:lnTo>
                  <a:pt x="81287" y="16037"/>
                </a:lnTo>
                <a:lnTo>
                  <a:pt x="80812" y="15955"/>
                </a:lnTo>
                <a:lnTo>
                  <a:pt x="80332" y="15882"/>
                </a:lnTo>
                <a:lnTo>
                  <a:pt x="79846" y="15817"/>
                </a:lnTo>
                <a:lnTo>
                  <a:pt x="79354" y="15761"/>
                </a:lnTo>
                <a:lnTo>
                  <a:pt x="78857" y="15714"/>
                </a:lnTo>
                <a:lnTo>
                  <a:pt x="78354" y="15675"/>
                </a:lnTo>
                <a:lnTo>
                  <a:pt x="77846" y="15645"/>
                </a:lnTo>
                <a:lnTo>
                  <a:pt x="77332" y="15624"/>
                </a:lnTo>
                <a:lnTo>
                  <a:pt x="76812" y="15611"/>
                </a:lnTo>
                <a:lnTo>
                  <a:pt x="76287" y="15606"/>
                </a:lnTo>
                <a:lnTo>
                  <a:pt x="75755" y="15611"/>
                </a:lnTo>
                <a:lnTo>
                  <a:pt x="75228" y="15624"/>
                </a:lnTo>
                <a:lnTo>
                  <a:pt x="74707" y="15645"/>
                </a:lnTo>
                <a:lnTo>
                  <a:pt x="74191" y="15675"/>
                </a:lnTo>
                <a:lnTo>
                  <a:pt x="73682" y="15714"/>
                </a:lnTo>
                <a:lnTo>
                  <a:pt x="73178" y="15761"/>
                </a:lnTo>
                <a:lnTo>
                  <a:pt x="72679" y="15817"/>
                </a:lnTo>
                <a:lnTo>
                  <a:pt x="72187" y="15882"/>
                </a:lnTo>
                <a:lnTo>
                  <a:pt x="71700" y="15955"/>
                </a:lnTo>
                <a:lnTo>
                  <a:pt x="71219" y="16037"/>
                </a:lnTo>
                <a:lnTo>
                  <a:pt x="70744" y="16127"/>
                </a:lnTo>
                <a:lnTo>
                  <a:pt x="70275" y="16226"/>
                </a:lnTo>
                <a:lnTo>
                  <a:pt x="69811" y="16334"/>
                </a:lnTo>
                <a:lnTo>
                  <a:pt x="69353" y="16450"/>
                </a:lnTo>
                <a:lnTo>
                  <a:pt x="68900" y="16575"/>
                </a:lnTo>
                <a:lnTo>
                  <a:pt x="68454" y="16708"/>
                </a:lnTo>
                <a:lnTo>
                  <a:pt x="68013" y="16850"/>
                </a:lnTo>
                <a:lnTo>
                  <a:pt x="67578" y="17001"/>
                </a:lnTo>
                <a:lnTo>
                  <a:pt x="67149" y="17160"/>
                </a:lnTo>
                <a:lnTo>
                  <a:pt x="66725" y="17328"/>
                </a:lnTo>
                <a:lnTo>
                  <a:pt x="66307" y="17505"/>
                </a:lnTo>
                <a:lnTo>
                  <a:pt x="65895" y="17690"/>
                </a:lnTo>
                <a:lnTo>
                  <a:pt x="65488" y="17884"/>
                </a:lnTo>
                <a:lnTo>
                  <a:pt x="65088" y="18086"/>
                </a:lnTo>
                <a:lnTo>
                  <a:pt x="64694" y="18296"/>
                </a:lnTo>
                <a:lnTo>
                  <a:pt x="64307" y="18513"/>
                </a:lnTo>
                <a:lnTo>
                  <a:pt x="63928" y="18736"/>
                </a:lnTo>
                <a:lnTo>
                  <a:pt x="63556" y="18967"/>
                </a:lnTo>
                <a:lnTo>
                  <a:pt x="63192" y="19204"/>
                </a:lnTo>
                <a:lnTo>
                  <a:pt x="62836" y="19448"/>
                </a:lnTo>
                <a:lnTo>
                  <a:pt x="62486" y="19699"/>
                </a:lnTo>
                <a:lnTo>
                  <a:pt x="62145" y="19957"/>
                </a:lnTo>
                <a:lnTo>
                  <a:pt x="61811" y="20222"/>
                </a:lnTo>
                <a:lnTo>
                  <a:pt x="61484" y="20494"/>
                </a:lnTo>
                <a:lnTo>
                  <a:pt x="61165" y="20772"/>
                </a:lnTo>
                <a:lnTo>
                  <a:pt x="60853" y="21058"/>
                </a:lnTo>
                <a:lnTo>
                  <a:pt x="60549" y="21350"/>
                </a:lnTo>
                <a:lnTo>
                  <a:pt x="60252" y="21649"/>
                </a:lnTo>
                <a:lnTo>
                  <a:pt x="59963" y="21955"/>
                </a:lnTo>
                <a:lnTo>
                  <a:pt x="59681" y="22268"/>
                </a:lnTo>
                <a:lnTo>
                  <a:pt x="59407" y="22587"/>
                </a:lnTo>
                <a:lnTo>
                  <a:pt x="59140" y="22914"/>
                </a:lnTo>
                <a:lnTo>
                  <a:pt x="58881" y="23247"/>
                </a:lnTo>
                <a:lnTo>
                  <a:pt x="58629" y="23588"/>
                </a:lnTo>
                <a:lnTo>
                  <a:pt x="58385" y="23935"/>
                </a:lnTo>
                <a:lnTo>
                  <a:pt x="58148" y="24289"/>
                </a:lnTo>
                <a:lnTo>
                  <a:pt x="57919" y="24649"/>
                </a:lnTo>
                <a:lnTo>
                  <a:pt x="57697" y="25017"/>
                </a:lnTo>
                <a:lnTo>
                  <a:pt x="57484" y="25391"/>
                </a:lnTo>
                <a:lnTo>
                  <a:pt x="57279" y="25770"/>
                </a:lnTo>
                <a:lnTo>
                  <a:pt x="57084" y="26154"/>
                </a:lnTo>
                <a:lnTo>
                  <a:pt x="56898" y="26543"/>
                </a:lnTo>
                <a:lnTo>
                  <a:pt x="56721" y="26938"/>
                </a:lnTo>
                <a:lnTo>
                  <a:pt x="56553" y="27338"/>
                </a:lnTo>
                <a:lnTo>
                  <a:pt x="56394" y="27743"/>
                </a:lnTo>
                <a:lnTo>
                  <a:pt x="56244" y="28153"/>
                </a:lnTo>
                <a:lnTo>
                  <a:pt x="56103" y="28569"/>
                </a:lnTo>
                <a:lnTo>
                  <a:pt x="55972" y="28990"/>
                </a:lnTo>
                <a:lnTo>
                  <a:pt x="55849" y="29416"/>
                </a:lnTo>
                <a:lnTo>
                  <a:pt x="55736" y="29848"/>
                </a:lnTo>
                <a:lnTo>
                  <a:pt x="55631" y="30285"/>
                </a:lnTo>
                <a:lnTo>
                  <a:pt x="55536" y="30727"/>
                </a:lnTo>
                <a:lnTo>
                  <a:pt x="55450" y="31174"/>
                </a:lnTo>
                <a:lnTo>
                  <a:pt x="55372" y="31626"/>
                </a:lnTo>
                <a:lnTo>
                  <a:pt x="55304" y="32084"/>
                </a:lnTo>
                <a:lnTo>
                  <a:pt x="55245" y="32547"/>
                </a:lnTo>
                <a:lnTo>
                  <a:pt x="55195" y="33016"/>
                </a:lnTo>
                <a:lnTo>
                  <a:pt x="55154" y="33489"/>
                </a:lnTo>
                <a:lnTo>
                  <a:pt x="55123" y="33968"/>
                </a:lnTo>
                <a:lnTo>
                  <a:pt x="55100" y="34452"/>
                </a:lnTo>
                <a:lnTo>
                  <a:pt x="55086" y="34942"/>
                </a:lnTo>
                <a:lnTo>
                  <a:pt x="55082" y="35436"/>
                </a:lnTo>
                <a:lnTo>
                  <a:pt x="55082" y="48105"/>
                </a:lnTo>
                <a:lnTo>
                  <a:pt x="55086" y="48600"/>
                </a:lnTo>
                <a:lnTo>
                  <a:pt x="55100" y="49089"/>
                </a:lnTo>
                <a:lnTo>
                  <a:pt x="55123" y="49573"/>
                </a:lnTo>
                <a:lnTo>
                  <a:pt x="55154" y="50052"/>
                </a:lnTo>
                <a:lnTo>
                  <a:pt x="55195" y="50525"/>
                </a:lnTo>
                <a:lnTo>
                  <a:pt x="55245" y="50994"/>
                </a:lnTo>
                <a:lnTo>
                  <a:pt x="55304" y="51457"/>
                </a:lnTo>
                <a:lnTo>
                  <a:pt x="55372" y="51914"/>
                </a:lnTo>
                <a:lnTo>
                  <a:pt x="55450" y="52367"/>
                </a:lnTo>
                <a:lnTo>
                  <a:pt x="55536" y="52814"/>
                </a:lnTo>
                <a:lnTo>
                  <a:pt x="55631" y="53256"/>
                </a:lnTo>
                <a:lnTo>
                  <a:pt x="55736" y="53693"/>
                </a:lnTo>
                <a:lnTo>
                  <a:pt x="55849" y="54125"/>
                </a:lnTo>
                <a:lnTo>
                  <a:pt x="55972" y="54551"/>
                </a:lnTo>
                <a:lnTo>
                  <a:pt x="56103" y="54972"/>
                </a:lnTo>
                <a:lnTo>
                  <a:pt x="56244" y="55388"/>
                </a:lnTo>
                <a:lnTo>
                  <a:pt x="56394" y="55798"/>
                </a:lnTo>
                <a:lnTo>
                  <a:pt x="56553" y="56203"/>
                </a:lnTo>
                <a:lnTo>
                  <a:pt x="56721" y="56603"/>
                </a:lnTo>
                <a:lnTo>
                  <a:pt x="56898" y="56998"/>
                </a:lnTo>
                <a:lnTo>
                  <a:pt x="57084" y="57387"/>
                </a:lnTo>
                <a:lnTo>
                  <a:pt x="57279" y="57772"/>
                </a:lnTo>
                <a:lnTo>
                  <a:pt x="57484" y="58151"/>
                </a:lnTo>
                <a:lnTo>
                  <a:pt x="57697" y="58524"/>
                </a:lnTo>
                <a:lnTo>
                  <a:pt x="57919" y="58892"/>
                </a:lnTo>
                <a:lnTo>
                  <a:pt x="58148" y="59253"/>
                </a:lnTo>
                <a:lnTo>
                  <a:pt x="58385" y="59607"/>
                </a:lnTo>
                <a:lnTo>
                  <a:pt x="58629" y="59954"/>
                </a:lnTo>
                <a:lnTo>
                  <a:pt x="58881" y="60294"/>
                </a:lnTo>
                <a:lnTo>
                  <a:pt x="59140" y="60627"/>
                </a:lnTo>
                <a:lnTo>
                  <a:pt x="59407" y="60954"/>
                </a:lnTo>
                <a:lnTo>
                  <a:pt x="59681" y="61273"/>
                </a:lnTo>
                <a:lnTo>
                  <a:pt x="59963" y="61586"/>
                </a:lnTo>
                <a:lnTo>
                  <a:pt x="60252" y="61892"/>
                </a:lnTo>
                <a:lnTo>
                  <a:pt x="60549" y="62191"/>
                </a:lnTo>
                <a:lnTo>
                  <a:pt x="60853" y="62483"/>
                </a:lnTo>
                <a:lnTo>
                  <a:pt x="61165" y="62768"/>
                </a:lnTo>
                <a:lnTo>
                  <a:pt x="61484" y="63047"/>
                </a:lnTo>
                <a:lnTo>
                  <a:pt x="61811" y="63319"/>
                </a:lnTo>
                <a:lnTo>
                  <a:pt x="62145" y="63584"/>
                </a:lnTo>
                <a:lnTo>
                  <a:pt x="62486" y="63842"/>
                </a:lnTo>
                <a:lnTo>
                  <a:pt x="62836" y="64093"/>
                </a:lnTo>
                <a:lnTo>
                  <a:pt x="63192" y="64337"/>
                </a:lnTo>
                <a:lnTo>
                  <a:pt x="63556" y="64574"/>
                </a:lnTo>
                <a:lnTo>
                  <a:pt x="63928" y="64805"/>
                </a:lnTo>
                <a:lnTo>
                  <a:pt x="64307" y="65029"/>
                </a:lnTo>
                <a:lnTo>
                  <a:pt x="64694" y="65246"/>
                </a:lnTo>
                <a:lnTo>
                  <a:pt x="65088" y="65456"/>
                </a:lnTo>
                <a:lnTo>
                  <a:pt x="65488" y="65658"/>
                </a:lnTo>
                <a:lnTo>
                  <a:pt x="65895" y="65851"/>
                </a:lnTo>
                <a:lnTo>
                  <a:pt x="66307" y="66036"/>
                </a:lnTo>
                <a:lnTo>
                  <a:pt x="66725" y="66213"/>
                </a:lnTo>
                <a:lnTo>
                  <a:pt x="67149" y="66381"/>
                </a:lnTo>
                <a:lnTo>
                  <a:pt x="67578" y="66540"/>
                </a:lnTo>
                <a:lnTo>
                  <a:pt x="68013" y="66690"/>
                </a:lnTo>
                <a:lnTo>
                  <a:pt x="68454" y="66832"/>
                </a:lnTo>
                <a:lnTo>
                  <a:pt x="68900" y="66966"/>
                </a:lnTo>
                <a:lnTo>
                  <a:pt x="69353" y="67090"/>
                </a:lnTo>
                <a:lnTo>
                  <a:pt x="69811" y="67207"/>
                </a:lnTo>
                <a:lnTo>
                  <a:pt x="70275" y="67314"/>
                </a:lnTo>
                <a:lnTo>
                  <a:pt x="70744" y="67413"/>
                </a:lnTo>
                <a:lnTo>
                  <a:pt x="71219" y="67503"/>
                </a:lnTo>
                <a:lnTo>
                  <a:pt x="71700" y="67585"/>
                </a:lnTo>
                <a:lnTo>
                  <a:pt x="72187" y="67658"/>
                </a:lnTo>
                <a:lnTo>
                  <a:pt x="72679" y="67723"/>
                </a:lnTo>
                <a:lnTo>
                  <a:pt x="73178" y="67779"/>
                </a:lnTo>
                <a:lnTo>
                  <a:pt x="73682" y="67826"/>
                </a:lnTo>
                <a:lnTo>
                  <a:pt x="74191" y="67865"/>
                </a:lnTo>
                <a:lnTo>
                  <a:pt x="74707" y="67895"/>
                </a:lnTo>
                <a:lnTo>
                  <a:pt x="75228" y="67916"/>
                </a:lnTo>
                <a:lnTo>
                  <a:pt x="75755" y="67929"/>
                </a:lnTo>
                <a:lnTo>
                  <a:pt x="76287" y="67934"/>
                </a:lnTo>
                <a:lnTo>
                  <a:pt x="76956" y="67927"/>
                </a:lnTo>
                <a:lnTo>
                  <a:pt x="77617" y="67907"/>
                </a:lnTo>
                <a:lnTo>
                  <a:pt x="78269" y="67873"/>
                </a:lnTo>
                <a:close/>
                <a:moveTo>
                  <a:pt x="66193" y="35004"/>
                </a:moveTo>
                <a:lnTo>
                  <a:pt x="66207" y="34581"/>
                </a:lnTo>
                <a:lnTo>
                  <a:pt x="66229" y="34165"/>
                </a:lnTo>
                <a:lnTo>
                  <a:pt x="66260" y="33758"/>
                </a:lnTo>
                <a:lnTo>
                  <a:pt x="66300" y="33359"/>
                </a:lnTo>
                <a:lnTo>
                  <a:pt x="66349" y="32969"/>
                </a:lnTo>
                <a:lnTo>
                  <a:pt x="66407" y="32587"/>
                </a:lnTo>
                <a:lnTo>
                  <a:pt x="66474" y="32213"/>
                </a:lnTo>
                <a:lnTo>
                  <a:pt x="66550" y="31847"/>
                </a:lnTo>
                <a:lnTo>
                  <a:pt x="66635" y="31490"/>
                </a:lnTo>
                <a:lnTo>
                  <a:pt x="66729" y="31141"/>
                </a:lnTo>
                <a:lnTo>
                  <a:pt x="66831" y="30800"/>
                </a:lnTo>
                <a:lnTo>
                  <a:pt x="66943" y="30467"/>
                </a:lnTo>
                <a:lnTo>
                  <a:pt x="67063" y="30143"/>
                </a:lnTo>
                <a:lnTo>
                  <a:pt x="67193" y="29827"/>
                </a:lnTo>
                <a:lnTo>
                  <a:pt x="67331" y="29520"/>
                </a:lnTo>
                <a:lnTo>
                  <a:pt x="67478" y="29221"/>
                </a:lnTo>
                <a:lnTo>
                  <a:pt x="67635" y="28930"/>
                </a:lnTo>
                <a:lnTo>
                  <a:pt x="67800" y="28647"/>
                </a:lnTo>
                <a:lnTo>
                  <a:pt x="67974" y="28373"/>
                </a:lnTo>
                <a:lnTo>
                  <a:pt x="68157" y="28106"/>
                </a:lnTo>
                <a:lnTo>
                  <a:pt x="68349" y="27849"/>
                </a:lnTo>
                <a:lnTo>
                  <a:pt x="68550" y="27599"/>
                </a:lnTo>
                <a:lnTo>
                  <a:pt x="68759" y="27358"/>
                </a:lnTo>
                <a:lnTo>
                  <a:pt x="68978" y="27126"/>
                </a:lnTo>
                <a:lnTo>
                  <a:pt x="69204" y="26903"/>
                </a:lnTo>
                <a:lnTo>
                  <a:pt x="69439" y="26691"/>
                </a:lnTo>
                <a:lnTo>
                  <a:pt x="69682" y="26488"/>
                </a:lnTo>
                <a:lnTo>
                  <a:pt x="69934" y="26295"/>
                </a:lnTo>
                <a:lnTo>
                  <a:pt x="70194" y="26112"/>
                </a:lnTo>
                <a:lnTo>
                  <a:pt x="70462" y="25940"/>
                </a:lnTo>
                <a:lnTo>
                  <a:pt x="70738" y="25776"/>
                </a:lnTo>
                <a:lnTo>
                  <a:pt x="71023" y="25623"/>
                </a:lnTo>
                <a:lnTo>
                  <a:pt x="71316" y="25480"/>
                </a:lnTo>
                <a:lnTo>
                  <a:pt x="71617" y="25347"/>
                </a:lnTo>
                <a:lnTo>
                  <a:pt x="71926" y="25223"/>
                </a:lnTo>
                <a:lnTo>
                  <a:pt x="72244" y="25109"/>
                </a:lnTo>
                <a:lnTo>
                  <a:pt x="72570" y="25006"/>
                </a:lnTo>
                <a:lnTo>
                  <a:pt x="72905" y="24912"/>
                </a:lnTo>
                <a:lnTo>
                  <a:pt x="73247" y="24828"/>
                </a:lnTo>
                <a:lnTo>
                  <a:pt x="73598" y="24754"/>
                </a:lnTo>
                <a:lnTo>
                  <a:pt x="73958" y="24689"/>
                </a:lnTo>
                <a:lnTo>
                  <a:pt x="74325" y="24635"/>
                </a:lnTo>
                <a:lnTo>
                  <a:pt x="74701" y="24590"/>
                </a:lnTo>
                <a:lnTo>
                  <a:pt x="75085" y="24556"/>
                </a:lnTo>
                <a:lnTo>
                  <a:pt x="75478" y="24531"/>
                </a:lnTo>
                <a:lnTo>
                  <a:pt x="75878" y="24516"/>
                </a:lnTo>
                <a:lnTo>
                  <a:pt x="76287" y="24511"/>
                </a:lnTo>
                <a:lnTo>
                  <a:pt x="76696" y="24516"/>
                </a:lnTo>
                <a:lnTo>
                  <a:pt x="77096" y="24531"/>
                </a:lnTo>
                <a:lnTo>
                  <a:pt x="77488" y="24555"/>
                </a:lnTo>
                <a:lnTo>
                  <a:pt x="77871" y="24589"/>
                </a:lnTo>
                <a:lnTo>
                  <a:pt x="78245" y="24633"/>
                </a:lnTo>
                <a:lnTo>
                  <a:pt x="78611" y="24686"/>
                </a:lnTo>
                <a:lnTo>
                  <a:pt x="78968" y="24750"/>
                </a:lnTo>
                <a:lnTo>
                  <a:pt x="79317" y="24823"/>
                </a:lnTo>
                <a:lnTo>
                  <a:pt x="79657" y="24905"/>
                </a:lnTo>
                <a:lnTo>
                  <a:pt x="79988" y="24998"/>
                </a:lnTo>
                <a:lnTo>
                  <a:pt x="80311" y="25100"/>
                </a:lnTo>
                <a:lnTo>
                  <a:pt x="80625" y="25211"/>
                </a:lnTo>
                <a:lnTo>
                  <a:pt x="80930" y="25333"/>
                </a:lnTo>
                <a:lnTo>
                  <a:pt x="81227" y="25464"/>
                </a:lnTo>
                <a:lnTo>
                  <a:pt x="81516" y="25605"/>
                </a:lnTo>
                <a:lnTo>
                  <a:pt x="81795" y="25756"/>
                </a:lnTo>
                <a:lnTo>
                  <a:pt x="82066" y="25916"/>
                </a:lnTo>
                <a:lnTo>
                  <a:pt x="82329" y="26086"/>
                </a:lnTo>
                <a:lnTo>
                  <a:pt x="82583" y="26266"/>
                </a:lnTo>
                <a:lnTo>
                  <a:pt x="82828" y="26456"/>
                </a:lnTo>
                <a:lnTo>
                  <a:pt x="83064" y="26655"/>
                </a:lnTo>
                <a:lnTo>
                  <a:pt x="83292" y="26864"/>
                </a:lnTo>
                <a:lnTo>
                  <a:pt x="83512" y="27083"/>
                </a:lnTo>
                <a:lnTo>
                  <a:pt x="83723" y="27312"/>
                </a:lnTo>
                <a:lnTo>
                  <a:pt x="83925" y="27549"/>
                </a:lnTo>
                <a:lnTo>
                  <a:pt x="84119" y="27795"/>
                </a:lnTo>
                <a:lnTo>
                  <a:pt x="84304" y="28050"/>
                </a:lnTo>
                <a:lnTo>
                  <a:pt x="84480" y="28313"/>
                </a:lnTo>
                <a:lnTo>
                  <a:pt x="84648" y="28584"/>
                </a:lnTo>
                <a:lnTo>
                  <a:pt x="84807" y="28864"/>
                </a:lnTo>
                <a:lnTo>
                  <a:pt x="84958" y="29152"/>
                </a:lnTo>
                <a:lnTo>
                  <a:pt x="85100" y="29449"/>
                </a:lnTo>
                <a:lnTo>
                  <a:pt x="85234" y="29754"/>
                </a:lnTo>
                <a:lnTo>
                  <a:pt x="85358" y="30067"/>
                </a:lnTo>
                <a:lnTo>
                  <a:pt x="85475" y="30389"/>
                </a:lnTo>
                <a:lnTo>
                  <a:pt x="85582" y="30720"/>
                </a:lnTo>
                <a:lnTo>
                  <a:pt x="85681" y="31059"/>
                </a:lnTo>
                <a:lnTo>
                  <a:pt x="85772" y="31406"/>
                </a:lnTo>
                <a:lnTo>
                  <a:pt x="85853" y="31762"/>
                </a:lnTo>
                <a:lnTo>
                  <a:pt x="85927" y="32126"/>
                </a:lnTo>
                <a:lnTo>
                  <a:pt x="85991" y="32499"/>
                </a:lnTo>
                <a:lnTo>
                  <a:pt x="86047" y="32880"/>
                </a:lnTo>
                <a:lnTo>
                  <a:pt x="86095" y="33269"/>
                </a:lnTo>
                <a:lnTo>
                  <a:pt x="86133" y="33667"/>
                </a:lnTo>
                <a:lnTo>
                  <a:pt x="86163" y="34074"/>
                </a:lnTo>
                <a:lnTo>
                  <a:pt x="86185" y="34489"/>
                </a:lnTo>
                <a:lnTo>
                  <a:pt x="86198" y="34912"/>
                </a:lnTo>
                <a:lnTo>
                  <a:pt x="86202" y="35344"/>
                </a:lnTo>
                <a:lnTo>
                  <a:pt x="86202" y="37188"/>
                </a:lnTo>
                <a:lnTo>
                  <a:pt x="66189" y="37364"/>
                </a:lnTo>
                <a:lnTo>
                  <a:pt x="66189" y="35436"/>
                </a:lnTo>
                <a:lnTo>
                  <a:pt x="66193" y="35004"/>
                </a:lnTo>
                <a:close/>
              </a:path>
            </a:pathLst>
          </a:custGeom>
          <a:solidFill xmlns:a="http://schemas.openxmlformats.org/drawingml/2006/main">
            <a:srgbClr val="D222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2" name="Text test():">
            <a:extLst xmlns:a="http://schemas.openxmlformats.org/drawingml/2006/main">
              <a:ext uri="{FF2B5EF4-FFF2-40B4-BE49-F238E27FC236}">
                <a16:creationId xmlns:a16="http://schemas.microsoft.com/office/drawing/2014/main" id="{B49CBDC8-E6F1-471F-96A6-A91490D5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9250" y="4643886"/>
            <a:ext cx="362624" cy="88131"/>
          </a:xfrm>
          <a:custGeom xmlns:a="http://schemas.openxmlformats.org/drawingml/2006/main">
            <a:pathLst>
              <a:path w="362624" h="88131">
                <a:moveTo>
                  <a:pt x="355026" y="41094"/>
                </a:moveTo>
                <a:lnTo>
                  <a:pt x="355329" y="41068"/>
                </a:lnTo>
                <a:lnTo>
                  <a:pt x="355627" y="41034"/>
                </a:lnTo>
                <a:lnTo>
                  <a:pt x="355919" y="40993"/>
                </a:lnTo>
                <a:lnTo>
                  <a:pt x="356206" y="40944"/>
                </a:lnTo>
                <a:lnTo>
                  <a:pt x="356488" y="40888"/>
                </a:lnTo>
                <a:lnTo>
                  <a:pt x="356765" y="40824"/>
                </a:lnTo>
                <a:lnTo>
                  <a:pt x="357036" y="40753"/>
                </a:lnTo>
                <a:lnTo>
                  <a:pt x="357302" y="40675"/>
                </a:lnTo>
                <a:lnTo>
                  <a:pt x="357563" y="40588"/>
                </a:lnTo>
                <a:lnTo>
                  <a:pt x="357818" y="40495"/>
                </a:lnTo>
                <a:lnTo>
                  <a:pt x="358069" y="40394"/>
                </a:lnTo>
                <a:lnTo>
                  <a:pt x="358314" y="40285"/>
                </a:lnTo>
                <a:lnTo>
                  <a:pt x="358553" y="40169"/>
                </a:lnTo>
                <a:lnTo>
                  <a:pt x="358788" y="40045"/>
                </a:lnTo>
                <a:lnTo>
                  <a:pt x="359017" y="39914"/>
                </a:lnTo>
                <a:lnTo>
                  <a:pt x="359241" y="39776"/>
                </a:lnTo>
                <a:lnTo>
                  <a:pt x="359460" y="39630"/>
                </a:lnTo>
                <a:lnTo>
                  <a:pt x="359673" y="39476"/>
                </a:lnTo>
                <a:lnTo>
                  <a:pt x="359881" y="39315"/>
                </a:lnTo>
                <a:lnTo>
                  <a:pt x="360084" y="39147"/>
                </a:lnTo>
                <a:lnTo>
                  <a:pt x="360282" y="38971"/>
                </a:lnTo>
                <a:lnTo>
                  <a:pt x="360473" y="38789"/>
                </a:lnTo>
                <a:lnTo>
                  <a:pt x="360656" y="38602"/>
                </a:lnTo>
                <a:lnTo>
                  <a:pt x="360831" y="38412"/>
                </a:lnTo>
                <a:lnTo>
                  <a:pt x="360998" y="38217"/>
                </a:lnTo>
                <a:lnTo>
                  <a:pt x="361156" y="38018"/>
                </a:lnTo>
                <a:lnTo>
                  <a:pt x="361307" y="37814"/>
                </a:lnTo>
                <a:lnTo>
                  <a:pt x="361449" y="37607"/>
                </a:lnTo>
                <a:lnTo>
                  <a:pt x="361583" y="37395"/>
                </a:lnTo>
                <a:lnTo>
                  <a:pt x="361709" y="37178"/>
                </a:lnTo>
                <a:lnTo>
                  <a:pt x="361827" y="36958"/>
                </a:lnTo>
                <a:lnTo>
                  <a:pt x="361937" y="36733"/>
                </a:lnTo>
                <a:lnTo>
                  <a:pt x="362039" y="36503"/>
                </a:lnTo>
                <a:lnTo>
                  <a:pt x="362132" y="36270"/>
                </a:lnTo>
                <a:lnTo>
                  <a:pt x="362218" y="36032"/>
                </a:lnTo>
                <a:lnTo>
                  <a:pt x="362295" y="35790"/>
                </a:lnTo>
                <a:lnTo>
                  <a:pt x="362364" y="35543"/>
                </a:lnTo>
                <a:lnTo>
                  <a:pt x="362425" y="35292"/>
                </a:lnTo>
                <a:lnTo>
                  <a:pt x="362478" y="35037"/>
                </a:lnTo>
                <a:lnTo>
                  <a:pt x="362523" y="34778"/>
                </a:lnTo>
                <a:lnTo>
                  <a:pt x="362559" y="34514"/>
                </a:lnTo>
                <a:lnTo>
                  <a:pt x="362588" y="34246"/>
                </a:lnTo>
                <a:lnTo>
                  <a:pt x="362608" y="33974"/>
                </a:lnTo>
                <a:lnTo>
                  <a:pt x="362620" y="33697"/>
                </a:lnTo>
                <a:lnTo>
                  <a:pt x="362624" y="33416"/>
                </a:lnTo>
                <a:lnTo>
                  <a:pt x="362620" y="33128"/>
                </a:lnTo>
                <a:lnTo>
                  <a:pt x="362608" y="32844"/>
                </a:lnTo>
                <a:lnTo>
                  <a:pt x="362588" y="32566"/>
                </a:lnTo>
                <a:lnTo>
                  <a:pt x="362559" y="32291"/>
                </a:lnTo>
                <a:lnTo>
                  <a:pt x="362523" y="32022"/>
                </a:lnTo>
                <a:lnTo>
                  <a:pt x="362478" y="31758"/>
                </a:lnTo>
                <a:lnTo>
                  <a:pt x="362425" y="31498"/>
                </a:lnTo>
                <a:lnTo>
                  <a:pt x="362364" y="31243"/>
                </a:lnTo>
                <a:lnTo>
                  <a:pt x="362295" y="30993"/>
                </a:lnTo>
                <a:lnTo>
                  <a:pt x="362218" y="30748"/>
                </a:lnTo>
                <a:lnTo>
                  <a:pt x="362132" y="30507"/>
                </a:lnTo>
                <a:lnTo>
                  <a:pt x="362039" y="30272"/>
                </a:lnTo>
                <a:lnTo>
                  <a:pt x="361937" y="30041"/>
                </a:lnTo>
                <a:lnTo>
                  <a:pt x="361827" y="29814"/>
                </a:lnTo>
                <a:lnTo>
                  <a:pt x="361709" y="29593"/>
                </a:lnTo>
                <a:lnTo>
                  <a:pt x="361583" y="29376"/>
                </a:lnTo>
                <a:lnTo>
                  <a:pt x="361449" y="29165"/>
                </a:lnTo>
                <a:lnTo>
                  <a:pt x="361307" y="28958"/>
                </a:lnTo>
                <a:lnTo>
                  <a:pt x="361156" y="28755"/>
                </a:lnTo>
                <a:lnTo>
                  <a:pt x="360998" y="28558"/>
                </a:lnTo>
                <a:lnTo>
                  <a:pt x="360831" y="28365"/>
                </a:lnTo>
                <a:lnTo>
                  <a:pt x="360656" y="28177"/>
                </a:lnTo>
                <a:lnTo>
                  <a:pt x="360473" y="27994"/>
                </a:lnTo>
                <a:lnTo>
                  <a:pt x="360282" y="27816"/>
                </a:lnTo>
                <a:lnTo>
                  <a:pt x="360084" y="27644"/>
                </a:lnTo>
                <a:lnTo>
                  <a:pt x="359881" y="27479"/>
                </a:lnTo>
                <a:lnTo>
                  <a:pt x="359673" y="27321"/>
                </a:lnTo>
                <a:lnTo>
                  <a:pt x="359460" y="27171"/>
                </a:lnTo>
                <a:lnTo>
                  <a:pt x="359241" y="27028"/>
                </a:lnTo>
                <a:lnTo>
                  <a:pt x="359017" y="26892"/>
                </a:lnTo>
                <a:lnTo>
                  <a:pt x="358788" y="26764"/>
                </a:lnTo>
                <a:lnTo>
                  <a:pt x="358553" y="26643"/>
                </a:lnTo>
                <a:lnTo>
                  <a:pt x="358314" y="26529"/>
                </a:lnTo>
                <a:lnTo>
                  <a:pt x="358069" y="26423"/>
                </a:lnTo>
                <a:lnTo>
                  <a:pt x="357818" y="26324"/>
                </a:lnTo>
                <a:lnTo>
                  <a:pt x="357563" y="26233"/>
                </a:lnTo>
                <a:lnTo>
                  <a:pt x="357302" y="26148"/>
                </a:lnTo>
                <a:lnTo>
                  <a:pt x="357036" y="26071"/>
                </a:lnTo>
                <a:lnTo>
                  <a:pt x="356765" y="26002"/>
                </a:lnTo>
                <a:lnTo>
                  <a:pt x="356488" y="25939"/>
                </a:lnTo>
                <a:lnTo>
                  <a:pt x="356206" y="25884"/>
                </a:lnTo>
                <a:lnTo>
                  <a:pt x="355919" y="25837"/>
                </a:lnTo>
                <a:lnTo>
                  <a:pt x="355627" y="25796"/>
                </a:lnTo>
                <a:lnTo>
                  <a:pt x="355329" y="25764"/>
                </a:lnTo>
                <a:lnTo>
                  <a:pt x="355026" y="25738"/>
                </a:lnTo>
                <a:lnTo>
                  <a:pt x="354718" y="25720"/>
                </a:lnTo>
                <a:lnTo>
                  <a:pt x="354405" y="25709"/>
                </a:lnTo>
                <a:lnTo>
                  <a:pt x="354086" y="25705"/>
                </a:lnTo>
                <a:lnTo>
                  <a:pt x="353768" y="25709"/>
                </a:lnTo>
                <a:lnTo>
                  <a:pt x="353454" y="25720"/>
                </a:lnTo>
                <a:lnTo>
                  <a:pt x="353146" y="25738"/>
                </a:lnTo>
                <a:lnTo>
                  <a:pt x="352843" y="25764"/>
                </a:lnTo>
                <a:lnTo>
                  <a:pt x="352545" y="25796"/>
                </a:lnTo>
                <a:lnTo>
                  <a:pt x="352253" y="25837"/>
                </a:lnTo>
                <a:lnTo>
                  <a:pt x="351966" y="25884"/>
                </a:lnTo>
                <a:lnTo>
                  <a:pt x="351684" y="25939"/>
                </a:lnTo>
                <a:lnTo>
                  <a:pt x="351407" y="26002"/>
                </a:lnTo>
                <a:lnTo>
                  <a:pt x="351136" y="26071"/>
                </a:lnTo>
                <a:lnTo>
                  <a:pt x="350870" y="26148"/>
                </a:lnTo>
                <a:lnTo>
                  <a:pt x="350609" y="26233"/>
                </a:lnTo>
                <a:lnTo>
                  <a:pt x="350353" y="26324"/>
                </a:lnTo>
                <a:lnTo>
                  <a:pt x="350103" y="26423"/>
                </a:lnTo>
                <a:lnTo>
                  <a:pt x="349858" y="26529"/>
                </a:lnTo>
                <a:lnTo>
                  <a:pt x="349618" y="26643"/>
                </a:lnTo>
                <a:lnTo>
                  <a:pt x="349383" y="26764"/>
                </a:lnTo>
                <a:lnTo>
                  <a:pt x="349154" y="26892"/>
                </a:lnTo>
                <a:lnTo>
                  <a:pt x="348930" y="27028"/>
                </a:lnTo>
                <a:lnTo>
                  <a:pt x="348711" y="27171"/>
                </a:lnTo>
                <a:lnTo>
                  <a:pt x="348498" y="27321"/>
                </a:lnTo>
                <a:lnTo>
                  <a:pt x="348290" y="27479"/>
                </a:lnTo>
                <a:lnTo>
                  <a:pt x="348087" y="27644"/>
                </a:lnTo>
                <a:lnTo>
                  <a:pt x="347889" y="27816"/>
                </a:lnTo>
                <a:lnTo>
                  <a:pt x="347698" y="27994"/>
                </a:lnTo>
                <a:lnTo>
                  <a:pt x="347515" y="28177"/>
                </a:lnTo>
                <a:lnTo>
                  <a:pt x="347340" y="28365"/>
                </a:lnTo>
                <a:lnTo>
                  <a:pt x="347174" y="28558"/>
                </a:lnTo>
                <a:lnTo>
                  <a:pt x="347015" y="28755"/>
                </a:lnTo>
                <a:lnTo>
                  <a:pt x="346865" y="28958"/>
                </a:lnTo>
                <a:lnTo>
                  <a:pt x="346723" y="29165"/>
                </a:lnTo>
                <a:lnTo>
                  <a:pt x="346589" y="29376"/>
                </a:lnTo>
                <a:lnTo>
                  <a:pt x="346463" y="29593"/>
                </a:lnTo>
                <a:lnTo>
                  <a:pt x="346345" y="29814"/>
                </a:lnTo>
                <a:lnTo>
                  <a:pt x="346235" y="30041"/>
                </a:lnTo>
                <a:lnTo>
                  <a:pt x="346134" y="30272"/>
                </a:lnTo>
                <a:lnTo>
                  <a:pt x="346040" y="30507"/>
                </a:lnTo>
                <a:lnTo>
                  <a:pt x="345955" y="30748"/>
                </a:lnTo>
                <a:lnTo>
                  <a:pt x="345878" y="30993"/>
                </a:lnTo>
                <a:lnTo>
                  <a:pt x="345808" y="31243"/>
                </a:lnTo>
                <a:lnTo>
                  <a:pt x="345747" y="31498"/>
                </a:lnTo>
                <a:lnTo>
                  <a:pt x="345695" y="31758"/>
                </a:lnTo>
                <a:lnTo>
                  <a:pt x="345650" y="32022"/>
                </a:lnTo>
                <a:lnTo>
                  <a:pt x="345613" y="32291"/>
                </a:lnTo>
                <a:lnTo>
                  <a:pt x="345585" y="32566"/>
                </a:lnTo>
                <a:lnTo>
                  <a:pt x="345565" y="32844"/>
                </a:lnTo>
                <a:lnTo>
                  <a:pt x="345552" y="33128"/>
                </a:lnTo>
                <a:lnTo>
                  <a:pt x="345548" y="33416"/>
                </a:lnTo>
                <a:lnTo>
                  <a:pt x="345552" y="33697"/>
                </a:lnTo>
                <a:lnTo>
                  <a:pt x="345565" y="33974"/>
                </a:lnTo>
                <a:lnTo>
                  <a:pt x="345585" y="34246"/>
                </a:lnTo>
                <a:lnTo>
                  <a:pt x="345613" y="34514"/>
                </a:lnTo>
                <a:lnTo>
                  <a:pt x="345650" y="34778"/>
                </a:lnTo>
                <a:lnTo>
                  <a:pt x="345695" y="35037"/>
                </a:lnTo>
                <a:lnTo>
                  <a:pt x="345747" y="35292"/>
                </a:lnTo>
                <a:lnTo>
                  <a:pt x="345808" y="35543"/>
                </a:lnTo>
                <a:lnTo>
                  <a:pt x="345878" y="35790"/>
                </a:lnTo>
                <a:lnTo>
                  <a:pt x="345955" y="36032"/>
                </a:lnTo>
                <a:lnTo>
                  <a:pt x="346040" y="36270"/>
                </a:lnTo>
                <a:lnTo>
                  <a:pt x="346134" y="36503"/>
                </a:lnTo>
                <a:lnTo>
                  <a:pt x="346235" y="36733"/>
                </a:lnTo>
                <a:lnTo>
                  <a:pt x="346345" y="36958"/>
                </a:lnTo>
                <a:lnTo>
                  <a:pt x="346463" y="37178"/>
                </a:lnTo>
                <a:lnTo>
                  <a:pt x="346589" y="37395"/>
                </a:lnTo>
                <a:lnTo>
                  <a:pt x="346723" y="37607"/>
                </a:lnTo>
                <a:lnTo>
                  <a:pt x="346865" y="37814"/>
                </a:lnTo>
                <a:lnTo>
                  <a:pt x="347015" y="38018"/>
                </a:lnTo>
                <a:lnTo>
                  <a:pt x="347174" y="38217"/>
                </a:lnTo>
                <a:lnTo>
                  <a:pt x="347340" y="38412"/>
                </a:lnTo>
                <a:lnTo>
                  <a:pt x="347515" y="38602"/>
                </a:lnTo>
                <a:lnTo>
                  <a:pt x="347698" y="38789"/>
                </a:lnTo>
                <a:lnTo>
                  <a:pt x="347889" y="38971"/>
                </a:lnTo>
                <a:lnTo>
                  <a:pt x="348087" y="39147"/>
                </a:lnTo>
                <a:lnTo>
                  <a:pt x="348290" y="39315"/>
                </a:lnTo>
                <a:lnTo>
                  <a:pt x="348498" y="39476"/>
                </a:lnTo>
                <a:lnTo>
                  <a:pt x="348711" y="39630"/>
                </a:lnTo>
                <a:lnTo>
                  <a:pt x="348930" y="39776"/>
                </a:lnTo>
                <a:lnTo>
                  <a:pt x="349154" y="39914"/>
                </a:lnTo>
                <a:lnTo>
                  <a:pt x="349383" y="40045"/>
                </a:lnTo>
                <a:lnTo>
                  <a:pt x="349618" y="40169"/>
                </a:lnTo>
                <a:lnTo>
                  <a:pt x="349858" y="40285"/>
                </a:lnTo>
                <a:lnTo>
                  <a:pt x="350103" y="40394"/>
                </a:lnTo>
                <a:lnTo>
                  <a:pt x="350353" y="40495"/>
                </a:lnTo>
                <a:lnTo>
                  <a:pt x="350609" y="40588"/>
                </a:lnTo>
                <a:lnTo>
                  <a:pt x="350870" y="40675"/>
                </a:lnTo>
                <a:lnTo>
                  <a:pt x="351136" y="40753"/>
                </a:lnTo>
                <a:lnTo>
                  <a:pt x="351407" y="40824"/>
                </a:lnTo>
                <a:lnTo>
                  <a:pt x="351684" y="40888"/>
                </a:lnTo>
                <a:lnTo>
                  <a:pt x="351966" y="40944"/>
                </a:lnTo>
                <a:lnTo>
                  <a:pt x="352253" y="40993"/>
                </a:lnTo>
                <a:lnTo>
                  <a:pt x="352545" y="41034"/>
                </a:lnTo>
                <a:lnTo>
                  <a:pt x="352843" y="41068"/>
                </a:lnTo>
                <a:lnTo>
                  <a:pt x="353146" y="41094"/>
                </a:lnTo>
                <a:lnTo>
                  <a:pt x="353454" y="41113"/>
                </a:lnTo>
                <a:lnTo>
                  <a:pt x="353768" y="41124"/>
                </a:lnTo>
                <a:lnTo>
                  <a:pt x="354086" y="41128"/>
                </a:lnTo>
                <a:lnTo>
                  <a:pt x="354405" y="41124"/>
                </a:lnTo>
                <a:lnTo>
                  <a:pt x="354718" y="41113"/>
                </a:lnTo>
                <a:lnTo>
                  <a:pt x="355026" y="41094"/>
                </a:lnTo>
                <a:close/>
                <a:moveTo>
                  <a:pt x="260012" y="76335"/>
                </a:moveTo>
                <a:lnTo>
                  <a:pt x="259573" y="76210"/>
                </a:lnTo>
                <a:lnTo>
                  <a:pt x="259139" y="76078"/>
                </a:lnTo>
                <a:lnTo>
                  <a:pt x="258710" y="75939"/>
                </a:lnTo>
                <a:lnTo>
                  <a:pt x="258286" y="75792"/>
                </a:lnTo>
                <a:lnTo>
                  <a:pt x="257867" y="75638"/>
                </a:lnTo>
                <a:lnTo>
                  <a:pt x="257452" y="75477"/>
                </a:lnTo>
                <a:lnTo>
                  <a:pt x="257043" y="75309"/>
                </a:lnTo>
                <a:lnTo>
                  <a:pt x="256638" y="75134"/>
                </a:lnTo>
                <a:lnTo>
                  <a:pt x="256239" y="74952"/>
                </a:lnTo>
                <a:lnTo>
                  <a:pt x="255844" y="74762"/>
                </a:lnTo>
                <a:lnTo>
                  <a:pt x="255455" y="74565"/>
                </a:lnTo>
                <a:lnTo>
                  <a:pt x="255070" y="74361"/>
                </a:lnTo>
                <a:lnTo>
                  <a:pt x="254690" y="74150"/>
                </a:lnTo>
                <a:lnTo>
                  <a:pt x="254315" y="73932"/>
                </a:lnTo>
                <a:lnTo>
                  <a:pt x="253945" y="73706"/>
                </a:lnTo>
                <a:lnTo>
                  <a:pt x="253581" y="73474"/>
                </a:lnTo>
                <a:lnTo>
                  <a:pt x="253221" y="73234"/>
                </a:lnTo>
                <a:lnTo>
                  <a:pt x="252865" y="72987"/>
                </a:lnTo>
                <a:lnTo>
                  <a:pt x="252515" y="72733"/>
                </a:lnTo>
                <a:lnTo>
                  <a:pt x="252170" y="72472"/>
                </a:lnTo>
                <a:lnTo>
                  <a:pt x="251830" y="72203"/>
                </a:lnTo>
                <a:lnTo>
                  <a:pt x="251495" y="71927"/>
                </a:lnTo>
                <a:lnTo>
                  <a:pt x="251165" y="71645"/>
                </a:lnTo>
                <a:lnTo>
                  <a:pt x="250842" y="71357"/>
                </a:lnTo>
                <a:lnTo>
                  <a:pt x="250526" y="71064"/>
                </a:lnTo>
                <a:lnTo>
                  <a:pt x="250216" y="70765"/>
                </a:lnTo>
                <a:lnTo>
                  <a:pt x="249913" y="70460"/>
                </a:lnTo>
                <a:lnTo>
                  <a:pt x="249616" y="70149"/>
                </a:lnTo>
                <a:lnTo>
                  <a:pt x="249326" y="69832"/>
                </a:lnTo>
                <a:lnTo>
                  <a:pt x="249042" y="69510"/>
                </a:lnTo>
                <a:lnTo>
                  <a:pt x="248765" y="69182"/>
                </a:lnTo>
                <a:lnTo>
                  <a:pt x="248494" y="68848"/>
                </a:lnTo>
                <a:lnTo>
                  <a:pt x="248230" y="68509"/>
                </a:lnTo>
                <a:lnTo>
                  <a:pt x="247972" y="68164"/>
                </a:lnTo>
                <a:lnTo>
                  <a:pt x="247721" y="67813"/>
                </a:lnTo>
                <a:lnTo>
                  <a:pt x="247477" y="67456"/>
                </a:lnTo>
                <a:lnTo>
                  <a:pt x="247239" y="67094"/>
                </a:lnTo>
                <a:lnTo>
                  <a:pt x="247007" y="66726"/>
                </a:lnTo>
                <a:lnTo>
                  <a:pt x="246782" y="66352"/>
                </a:lnTo>
                <a:lnTo>
                  <a:pt x="246564" y="65972"/>
                </a:lnTo>
                <a:lnTo>
                  <a:pt x="246352" y="65587"/>
                </a:lnTo>
                <a:lnTo>
                  <a:pt x="246146" y="65196"/>
                </a:lnTo>
                <a:lnTo>
                  <a:pt x="245947" y="64799"/>
                </a:lnTo>
                <a:lnTo>
                  <a:pt x="245755" y="64397"/>
                </a:lnTo>
                <a:lnTo>
                  <a:pt x="245569" y="63988"/>
                </a:lnTo>
                <a:lnTo>
                  <a:pt x="245390" y="63574"/>
                </a:lnTo>
                <a:lnTo>
                  <a:pt x="245218" y="63155"/>
                </a:lnTo>
                <a:lnTo>
                  <a:pt x="245053" y="62732"/>
                </a:lnTo>
                <a:lnTo>
                  <a:pt x="244895" y="62306"/>
                </a:lnTo>
                <a:lnTo>
                  <a:pt x="244745" y="61875"/>
                </a:lnTo>
                <a:lnTo>
                  <a:pt x="244602" y="61440"/>
                </a:lnTo>
                <a:lnTo>
                  <a:pt x="244466" y="61001"/>
                </a:lnTo>
                <a:lnTo>
                  <a:pt x="244338" y="60558"/>
                </a:lnTo>
                <a:lnTo>
                  <a:pt x="244217" y="60111"/>
                </a:lnTo>
                <a:lnTo>
                  <a:pt x="244104" y="59660"/>
                </a:lnTo>
                <a:lnTo>
                  <a:pt x="243997" y="59205"/>
                </a:lnTo>
                <a:lnTo>
                  <a:pt x="243898" y="58747"/>
                </a:lnTo>
                <a:lnTo>
                  <a:pt x="243807" y="58284"/>
                </a:lnTo>
                <a:lnTo>
                  <a:pt x="243722" y="57817"/>
                </a:lnTo>
                <a:lnTo>
                  <a:pt x="243645" y="57346"/>
                </a:lnTo>
                <a:lnTo>
                  <a:pt x="243576" y="56872"/>
                </a:lnTo>
                <a:lnTo>
                  <a:pt x="243514" y="56393"/>
                </a:lnTo>
                <a:lnTo>
                  <a:pt x="243459" y="55910"/>
                </a:lnTo>
                <a:lnTo>
                  <a:pt x="243411" y="55423"/>
                </a:lnTo>
                <a:lnTo>
                  <a:pt x="243371" y="54933"/>
                </a:lnTo>
                <a:lnTo>
                  <a:pt x="243338" y="54438"/>
                </a:lnTo>
                <a:lnTo>
                  <a:pt x="243312" y="53940"/>
                </a:lnTo>
                <a:lnTo>
                  <a:pt x="243294" y="53437"/>
                </a:lnTo>
                <a:lnTo>
                  <a:pt x="243283" y="52930"/>
                </a:lnTo>
                <a:lnTo>
                  <a:pt x="243279" y="52420"/>
                </a:lnTo>
                <a:lnTo>
                  <a:pt x="243279" y="35803"/>
                </a:lnTo>
                <a:lnTo>
                  <a:pt x="243283" y="35278"/>
                </a:lnTo>
                <a:lnTo>
                  <a:pt x="243294" y="34756"/>
                </a:lnTo>
                <a:lnTo>
                  <a:pt x="243312" y="34240"/>
                </a:lnTo>
                <a:lnTo>
                  <a:pt x="243338" y="33728"/>
                </a:lnTo>
                <a:lnTo>
                  <a:pt x="243371" y="33220"/>
                </a:lnTo>
                <a:lnTo>
                  <a:pt x="243411" y="32716"/>
                </a:lnTo>
                <a:lnTo>
                  <a:pt x="243459" y="32218"/>
                </a:lnTo>
                <a:lnTo>
                  <a:pt x="243514" y="31723"/>
                </a:lnTo>
                <a:lnTo>
                  <a:pt x="243576" y="31233"/>
                </a:lnTo>
                <a:lnTo>
                  <a:pt x="243645" y="30748"/>
                </a:lnTo>
                <a:lnTo>
                  <a:pt x="243722" y="30267"/>
                </a:lnTo>
                <a:lnTo>
                  <a:pt x="243807" y="29790"/>
                </a:lnTo>
                <a:lnTo>
                  <a:pt x="243898" y="29318"/>
                </a:lnTo>
                <a:lnTo>
                  <a:pt x="243997" y="28851"/>
                </a:lnTo>
                <a:lnTo>
                  <a:pt x="244104" y="28388"/>
                </a:lnTo>
                <a:lnTo>
                  <a:pt x="244217" y="27929"/>
                </a:lnTo>
                <a:lnTo>
                  <a:pt x="244338" y="27475"/>
                </a:lnTo>
                <a:lnTo>
                  <a:pt x="244466" y="27025"/>
                </a:lnTo>
                <a:lnTo>
                  <a:pt x="244602" y="26580"/>
                </a:lnTo>
                <a:lnTo>
                  <a:pt x="244745" y="26139"/>
                </a:lnTo>
                <a:lnTo>
                  <a:pt x="244895" y="25703"/>
                </a:lnTo>
                <a:lnTo>
                  <a:pt x="245053" y="25271"/>
                </a:lnTo>
                <a:lnTo>
                  <a:pt x="245218" y="24843"/>
                </a:lnTo>
                <a:lnTo>
                  <a:pt x="245390" y="24420"/>
                </a:lnTo>
                <a:lnTo>
                  <a:pt x="245569" y="24002"/>
                </a:lnTo>
                <a:lnTo>
                  <a:pt x="245755" y="23590"/>
                </a:lnTo>
                <a:lnTo>
                  <a:pt x="245947" y="23184"/>
                </a:lnTo>
                <a:lnTo>
                  <a:pt x="246146" y="22783"/>
                </a:lnTo>
                <a:lnTo>
                  <a:pt x="246352" y="22388"/>
                </a:lnTo>
                <a:lnTo>
                  <a:pt x="246564" y="21999"/>
                </a:lnTo>
                <a:lnTo>
                  <a:pt x="246782" y="21615"/>
                </a:lnTo>
                <a:lnTo>
                  <a:pt x="247007" y="21237"/>
                </a:lnTo>
                <a:lnTo>
                  <a:pt x="247239" y="20865"/>
                </a:lnTo>
                <a:lnTo>
                  <a:pt x="247477" y="20499"/>
                </a:lnTo>
                <a:lnTo>
                  <a:pt x="247721" y="20138"/>
                </a:lnTo>
                <a:lnTo>
                  <a:pt x="247972" y="19784"/>
                </a:lnTo>
                <a:lnTo>
                  <a:pt x="248230" y="19435"/>
                </a:lnTo>
                <a:lnTo>
                  <a:pt x="248494" y="19091"/>
                </a:lnTo>
                <a:lnTo>
                  <a:pt x="248765" y="18754"/>
                </a:lnTo>
                <a:lnTo>
                  <a:pt x="249042" y="18422"/>
                </a:lnTo>
                <a:lnTo>
                  <a:pt x="249326" y="18096"/>
                </a:lnTo>
                <a:lnTo>
                  <a:pt x="249616" y="17775"/>
                </a:lnTo>
                <a:lnTo>
                  <a:pt x="249913" y="17461"/>
                </a:lnTo>
                <a:lnTo>
                  <a:pt x="250216" y="17152"/>
                </a:lnTo>
                <a:lnTo>
                  <a:pt x="250526" y="16849"/>
                </a:lnTo>
                <a:lnTo>
                  <a:pt x="250842" y="16551"/>
                </a:lnTo>
                <a:lnTo>
                  <a:pt x="251165" y="16259"/>
                </a:lnTo>
                <a:lnTo>
                  <a:pt x="251495" y="15973"/>
                </a:lnTo>
                <a:lnTo>
                  <a:pt x="251830" y="15694"/>
                </a:lnTo>
                <a:lnTo>
                  <a:pt x="252170" y="15422"/>
                </a:lnTo>
                <a:lnTo>
                  <a:pt x="252515" y="15157"/>
                </a:lnTo>
                <a:lnTo>
                  <a:pt x="252865" y="14900"/>
                </a:lnTo>
                <a:lnTo>
                  <a:pt x="253221" y="14650"/>
                </a:lnTo>
                <a:lnTo>
                  <a:pt x="253581" y="14407"/>
                </a:lnTo>
                <a:lnTo>
                  <a:pt x="253945" y="14172"/>
                </a:lnTo>
                <a:lnTo>
                  <a:pt x="254315" y="13944"/>
                </a:lnTo>
                <a:lnTo>
                  <a:pt x="254690" y="13723"/>
                </a:lnTo>
                <a:lnTo>
                  <a:pt x="255070" y="13509"/>
                </a:lnTo>
                <a:lnTo>
                  <a:pt x="255455" y="13303"/>
                </a:lnTo>
                <a:lnTo>
                  <a:pt x="255844" y="13105"/>
                </a:lnTo>
                <a:lnTo>
                  <a:pt x="256239" y="12913"/>
                </a:lnTo>
                <a:lnTo>
                  <a:pt x="256638" y="12729"/>
                </a:lnTo>
                <a:lnTo>
                  <a:pt x="257043" y="12552"/>
                </a:lnTo>
                <a:lnTo>
                  <a:pt x="257452" y="12383"/>
                </a:lnTo>
                <a:lnTo>
                  <a:pt x="257867" y="12221"/>
                </a:lnTo>
                <a:lnTo>
                  <a:pt x="258286" y="12066"/>
                </a:lnTo>
                <a:lnTo>
                  <a:pt x="258710" y="11919"/>
                </a:lnTo>
                <a:lnTo>
                  <a:pt x="259139" y="11779"/>
                </a:lnTo>
                <a:lnTo>
                  <a:pt x="259573" y="11646"/>
                </a:lnTo>
                <a:lnTo>
                  <a:pt x="260012" y="11521"/>
                </a:lnTo>
                <a:lnTo>
                  <a:pt x="260456" y="11403"/>
                </a:lnTo>
                <a:lnTo>
                  <a:pt x="260905" y="11292"/>
                </a:lnTo>
                <a:lnTo>
                  <a:pt x="260905" y="0"/>
                </a:lnTo>
                <a:lnTo>
                  <a:pt x="260160" y="204"/>
                </a:lnTo>
                <a:lnTo>
                  <a:pt x="259423" y="417"/>
                </a:lnTo>
                <a:lnTo>
                  <a:pt x="258694" y="639"/>
                </a:lnTo>
                <a:lnTo>
                  <a:pt x="257974" y="871"/>
                </a:lnTo>
                <a:lnTo>
                  <a:pt x="257262" y="1112"/>
                </a:lnTo>
                <a:lnTo>
                  <a:pt x="256559" y="1363"/>
                </a:lnTo>
                <a:lnTo>
                  <a:pt x="255864" y="1623"/>
                </a:lnTo>
                <a:lnTo>
                  <a:pt x="255177" y="1892"/>
                </a:lnTo>
                <a:lnTo>
                  <a:pt x="254499" y="2171"/>
                </a:lnTo>
                <a:lnTo>
                  <a:pt x="253830" y="2459"/>
                </a:lnTo>
                <a:lnTo>
                  <a:pt x="253169" y="2757"/>
                </a:lnTo>
                <a:lnTo>
                  <a:pt x="252516" y="3064"/>
                </a:lnTo>
                <a:lnTo>
                  <a:pt x="251872" y="3380"/>
                </a:lnTo>
                <a:lnTo>
                  <a:pt x="251236" y="3706"/>
                </a:lnTo>
                <a:lnTo>
                  <a:pt x="250609" y="4041"/>
                </a:lnTo>
                <a:lnTo>
                  <a:pt x="249990" y="4386"/>
                </a:lnTo>
                <a:lnTo>
                  <a:pt x="249380" y="4740"/>
                </a:lnTo>
                <a:lnTo>
                  <a:pt x="248778" y="5104"/>
                </a:lnTo>
                <a:lnTo>
                  <a:pt x="248184" y="5476"/>
                </a:lnTo>
                <a:lnTo>
                  <a:pt x="247599" y="5859"/>
                </a:lnTo>
                <a:lnTo>
                  <a:pt x="247023" y="6250"/>
                </a:lnTo>
                <a:lnTo>
                  <a:pt x="246455" y="6651"/>
                </a:lnTo>
                <a:lnTo>
                  <a:pt x="245895" y="7062"/>
                </a:lnTo>
                <a:lnTo>
                  <a:pt x="245344" y="7482"/>
                </a:lnTo>
                <a:lnTo>
                  <a:pt x="244802" y="7910"/>
                </a:lnTo>
                <a:lnTo>
                  <a:pt x="244271" y="8346"/>
                </a:lnTo>
                <a:lnTo>
                  <a:pt x="243750" y="8788"/>
                </a:lnTo>
                <a:lnTo>
                  <a:pt x="243240" y="9239"/>
                </a:lnTo>
                <a:lnTo>
                  <a:pt x="242741" y="9696"/>
                </a:lnTo>
                <a:lnTo>
                  <a:pt x="242252" y="10161"/>
                </a:lnTo>
                <a:lnTo>
                  <a:pt x="241773" y="10633"/>
                </a:lnTo>
                <a:lnTo>
                  <a:pt x="241305" y="11113"/>
                </a:lnTo>
                <a:lnTo>
                  <a:pt x="240848" y="11600"/>
                </a:lnTo>
                <a:lnTo>
                  <a:pt x="240401" y="12094"/>
                </a:lnTo>
                <a:lnTo>
                  <a:pt x="239964" y="12596"/>
                </a:lnTo>
                <a:lnTo>
                  <a:pt x="239538" y="13105"/>
                </a:lnTo>
                <a:lnTo>
                  <a:pt x="239123" y="13621"/>
                </a:lnTo>
                <a:lnTo>
                  <a:pt x="238718" y="14144"/>
                </a:lnTo>
                <a:lnTo>
                  <a:pt x="238323" y="14675"/>
                </a:lnTo>
                <a:lnTo>
                  <a:pt x="237939" y="15214"/>
                </a:lnTo>
                <a:lnTo>
                  <a:pt x="237566" y="15759"/>
                </a:lnTo>
                <a:lnTo>
                  <a:pt x="237203" y="16312"/>
                </a:lnTo>
                <a:lnTo>
                  <a:pt x="236851" y="16872"/>
                </a:lnTo>
                <a:lnTo>
                  <a:pt x="236509" y="17440"/>
                </a:lnTo>
                <a:lnTo>
                  <a:pt x="236178" y="18015"/>
                </a:lnTo>
                <a:lnTo>
                  <a:pt x="235857" y="18597"/>
                </a:lnTo>
                <a:lnTo>
                  <a:pt x="235547" y="19187"/>
                </a:lnTo>
                <a:lnTo>
                  <a:pt x="235247" y="19784"/>
                </a:lnTo>
                <a:lnTo>
                  <a:pt x="234958" y="20387"/>
                </a:lnTo>
                <a:lnTo>
                  <a:pt x="234682" y="20996"/>
                </a:lnTo>
                <a:lnTo>
                  <a:pt x="234418" y="21610"/>
                </a:lnTo>
                <a:lnTo>
                  <a:pt x="234167" y="22230"/>
                </a:lnTo>
                <a:lnTo>
                  <a:pt x="233928" y="22856"/>
                </a:lnTo>
                <a:lnTo>
                  <a:pt x="233701" y="23487"/>
                </a:lnTo>
                <a:lnTo>
                  <a:pt x="233486" y="24124"/>
                </a:lnTo>
                <a:lnTo>
                  <a:pt x="233283" y="24766"/>
                </a:lnTo>
                <a:lnTo>
                  <a:pt x="233093" y="25414"/>
                </a:lnTo>
                <a:lnTo>
                  <a:pt x="232915" y="26068"/>
                </a:lnTo>
                <a:lnTo>
                  <a:pt x="232749" y="26727"/>
                </a:lnTo>
                <a:lnTo>
                  <a:pt x="232596" y="27391"/>
                </a:lnTo>
                <a:lnTo>
                  <a:pt x="232455" y="28062"/>
                </a:lnTo>
                <a:lnTo>
                  <a:pt x="232326" y="28738"/>
                </a:lnTo>
                <a:lnTo>
                  <a:pt x="232209" y="29419"/>
                </a:lnTo>
                <a:lnTo>
                  <a:pt x="232105" y="30106"/>
                </a:lnTo>
                <a:lnTo>
                  <a:pt x="232013" y="30799"/>
                </a:lnTo>
                <a:lnTo>
                  <a:pt x="231933" y="31497"/>
                </a:lnTo>
                <a:lnTo>
                  <a:pt x="231866" y="32201"/>
                </a:lnTo>
                <a:lnTo>
                  <a:pt x="231811" y="32910"/>
                </a:lnTo>
                <a:lnTo>
                  <a:pt x="231768" y="33625"/>
                </a:lnTo>
                <a:lnTo>
                  <a:pt x="231737" y="34345"/>
                </a:lnTo>
                <a:lnTo>
                  <a:pt x="231719" y="35072"/>
                </a:lnTo>
                <a:lnTo>
                  <a:pt x="231712" y="35803"/>
                </a:lnTo>
                <a:lnTo>
                  <a:pt x="231712" y="52420"/>
                </a:lnTo>
                <a:lnTo>
                  <a:pt x="231726" y="53530"/>
                </a:lnTo>
                <a:lnTo>
                  <a:pt x="231765" y="54625"/>
                </a:lnTo>
                <a:lnTo>
                  <a:pt x="231832" y="55707"/>
                </a:lnTo>
                <a:lnTo>
                  <a:pt x="231924" y="56774"/>
                </a:lnTo>
                <a:lnTo>
                  <a:pt x="232043" y="57827"/>
                </a:lnTo>
                <a:lnTo>
                  <a:pt x="232189" y="58866"/>
                </a:lnTo>
                <a:lnTo>
                  <a:pt x="232361" y="59891"/>
                </a:lnTo>
                <a:lnTo>
                  <a:pt x="232559" y="60901"/>
                </a:lnTo>
                <a:lnTo>
                  <a:pt x="232784" y="61897"/>
                </a:lnTo>
                <a:lnTo>
                  <a:pt x="233035" y="62880"/>
                </a:lnTo>
                <a:lnTo>
                  <a:pt x="233313" y="63848"/>
                </a:lnTo>
                <a:lnTo>
                  <a:pt x="233617" y="64801"/>
                </a:lnTo>
                <a:lnTo>
                  <a:pt x="233948" y="65741"/>
                </a:lnTo>
                <a:lnTo>
                  <a:pt x="234305" y="66667"/>
                </a:lnTo>
                <a:lnTo>
                  <a:pt x="234689" y="67578"/>
                </a:lnTo>
                <a:lnTo>
                  <a:pt x="235099" y="68475"/>
                </a:lnTo>
                <a:lnTo>
                  <a:pt x="235535" y="69358"/>
                </a:lnTo>
                <a:lnTo>
                  <a:pt x="235998" y="70226"/>
                </a:lnTo>
                <a:lnTo>
                  <a:pt x="236488" y="71081"/>
                </a:lnTo>
                <a:lnTo>
                  <a:pt x="237003" y="71921"/>
                </a:lnTo>
                <a:lnTo>
                  <a:pt x="237546" y="72747"/>
                </a:lnTo>
                <a:lnTo>
                  <a:pt x="238115" y="73559"/>
                </a:lnTo>
                <a:lnTo>
                  <a:pt x="238710" y="74357"/>
                </a:lnTo>
                <a:lnTo>
                  <a:pt x="239331" y="75141"/>
                </a:lnTo>
                <a:lnTo>
                  <a:pt x="239977" y="75908"/>
                </a:lnTo>
                <a:lnTo>
                  <a:pt x="240645" y="76655"/>
                </a:lnTo>
                <a:lnTo>
                  <a:pt x="241335" y="77382"/>
                </a:lnTo>
                <a:lnTo>
                  <a:pt x="242047" y="78090"/>
                </a:lnTo>
                <a:lnTo>
                  <a:pt x="242781" y="78778"/>
                </a:lnTo>
                <a:lnTo>
                  <a:pt x="243537" y="79447"/>
                </a:lnTo>
                <a:lnTo>
                  <a:pt x="244315" y="80096"/>
                </a:lnTo>
                <a:lnTo>
                  <a:pt x="245115" y="80726"/>
                </a:lnTo>
                <a:lnTo>
                  <a:pt x="245937" y="81335"/>
                </a:lnTo>
                <a:lnTo>
                  <a:pt x="246781" y="81926"/>
                </a:lnTo>
                <a:lnTo>
                  <a:pt x="247647" y="82496"/>
                </a:lnTo>
                <a:lnTo>
                  <a:pt x="248534" y="83047"/>
                </a:lnTo>
                <a:lnTo>
                  <a:pt x="249444" y="83579"/>
                </a:lnTo>
                <a:lnTo>
                  <a:pt x="250376" y="84091"/>
                </a:lnTo>
                <a:lnTo>
                  <a:pt x="251330" y="84583"/>
                </a:lnTo>
                <a:lnTo>
                  <a:pt x="252306" y="85055"/>
                </a:lnTo>
                <a:lnTo>
                  <a:pt x="253304" y="85508"/>
                </a:lnTo>
                <a:lnTo>
                  <a:pt x="254324" y="85942"/>
                </a:lnTo>
                <a:lnTo>
                  <a:pt x="255366" y="86356"/>
                </a:lnTo>
                <a:lnTo>
                  <a:pt x="256430" y="86750"/>
                </a:lnTo>
                <a:lnTo>
                  <a:pt x="257516" y="87124"/>
                </a:lnTo>
                <a:lnTo>
                  <a:pt x="258624" y="87479"/>
                </a:lnTo>
                <a:lnTo>
                  <a:pt x="259753" y="87815"/>
                </a:lnTo>
                <a:lnTo>
                  <a:pt x="260905" y="88131"/>
                </a:lnTo>
                <a:lnTo>
                  <a:pt x="260905" y="76564"/>
                </a:lnTo>
                <a:lnTo>
                  <a:pt x="260456" y="76453"/>
                </a:lnTo>
                <a:lnTo>
                  <a:pt x="260012" y="76335"/>
                </a:lnTo>
                <a:close/>
                <a:moveTo>
                  <a:pt x="285410" y="87124"/>
                </a:moveTo>
                <a:lnTo>
                  <a:pt x="286496" y="86750"/>
                </a:lnTo>
                <a:lnTo>
                  <a:pt x="287560" y="86356"/>
                </a:lnTo>
                <a:lnTo>
                  <a:pt x="288602" y="85942"/>
                </a:lnTo>
                <a:lnTo>
                  <a:pt x="289621" y="85508"/>
                </a:lnTo>
                <a:lnTo>
                  <a:pt x="290619" y="85055"/>
                </a:lnTo>
                <a:lnTo>
                  <a:pt x="291595" y="84583"/>
                </a:lnTo>
                <a:lnTo>
                  <a:pt x="292549" y="84091"/>
                </a:lnTo>
                <a:lnTo>
                  <a:pt x="293481" y="83579"/>
                </a:lnTo>
                <a:lnTo>
                  <a:pt x="294391" y="83047"/>
                </a:lnTo>
                <a:lnTo>
                  <a:pt x="295279" y="82496"/>
                </a:lnTo>
                <a:lnTo>
                  <a:pt x="296144" y="81926"/>
                </a:lnTo>
                <a:lnTo>
                  <a:pt x="296988" y="81335"/>
                </a:lnTo>
                <a:lnTo>
                  <a:pt x="297810" y="80726"/>
                </a:lnTo>
                <a:lnTo>
                  <a:pt x="298610" y="80096"/>
                </a:lnTo>
                <a:lnTo>
                  <a:pt x="299388" y="79447"/>
                </a:lnTo>
                <a:lnTo>
                  <a:pt x="300144" y="78778"/>
                </a:lnTo>
                <a:lnTo>
                  <a:pt x="300878" y="78090"/>
                </a:lnTo>
                <a:lnTo>
                  <a:pt x="301590" y="77382"/>
                </a:lnTo>
                <a:lnTo>
                  <a:pt x="302279" y="76655"/>
                </a:lnTo>
                <a:lnTo>
                  <a:pt x="302947" y="75908"/>
                </a:lnTo>
                <a:lnTo>
                  <a:pt x="303593" y="75141"/>
                </a:lnTo>
                <a:lnTo>
                  <a:pt x="304215" y="74357"/>
                </a:lnTo>
                <a:lnTo>
                  <a:pt x="304810" y="73559"/>
                </a:lnTo>
                <a:lnTo>
                  <a:pt x="305379" y="72747"/>
                </a:lnTo>
                <a:lnTo>
                  <a:pt x="305922" y="71921"/>
                </a:lnTo>
                <a:lnTo>
                  <a:pt x="306438" y="71081"/>
                </a:lnTo>
                <a:lnTo>
                  <a:pt x="306927" y="70226"/>
                </a:lnTo>
                <a:lnTo>
                  <a:pt x="307390" y="69358"/>
                </a:lnTo>
                <a:lnTo>
                  <a:pt x="307827" y="68475"/>
                </a:lnTo>
                <a:lnTo>
                  <a:pt x="308237" y="67578"/>
                </a:lnTo>
                <a:lnTo>
                  <a:pt x="308621" y="66667"/>
                </a:lnTo>
                <a:lnTo>
                  <a:pt x="308978" y="65741"/>
                </a:lnTo>
                <a:lnTo>
                  <a:pt x="309309" y="64801"/>
                </a:lnTo>
                <a:lnTo>
                  <a:pt x="309613" y="63848"/>
                </a:lnTo>
                <a:lnTo>
                  <a:pt x="309891" y="62880"/>
                </a:lnTo>
                <a:lnTo>
                  <a:pt x="310142" y="61897"/>
                </a:lnTo>
                <a:lnTo>
                  <a:pt x="310367" y="60901"/>
                </a:lnTo>
                <a:lnTo>
                  <a:pt x="310565" y="59891"/>
                </a:lnTo>
                <a:lnTo>
                  <a:pt x="310737" y="58866"/>
                </a:lnTo>
                <a:lnTo>
                  <a:pt x="310883" y="57827"/>
                </a:lnTo>
                <a:lnTo>
                  <a:pt x="311002" y="56774"/>
                </a:lnTo>
                <a:lnTo>
                  <a:pt x="311095" y="55707"/>
                </a:lnTo>
                <a:lnTo>
                  <a:pt x="311161" y="54625"/>
                </a:lnTo>
                <a:lnTo>
                  <a:pt x="311200" y="53530"/>
                </a:lnTo>
                <a:lnTo>
                  <a:pt x="311214" y="52420"/>
                </a:lnTo>
                <a:lnTo>
                  <a:pt x="311214" y="35803"/>
                </a:lnTo>
                <a:lnTo>
                  <a:pt x="311208" y="35072"/>
                </a:lnTo>
                <a:lnTo>
                  <a:pt x="311189" y="34345"/>
                </a:lnTo>
                <a:lnTo>
                  <a:pt x="311158" y="33625"/>
                </a:lnTo>
                <a:lnTo>
                  <a:pt x="311116" y="32910"/>
                </a:lnTo>
                <a:lnTo>
                  <a:pt x="311060" y="32201"/>
                </a:lnTo>
                <a:lnTo>
                  <a:pt x="310993" y="31497"/>
                </a:lnTo>
                <a:lnTo>
                  <a:pt x="310913" y="30799"/>
                </a:lnTo>
                <a:lnTo>
                  <a:pt x="310821" y="30106"/>
                </a:lnTo>
                <a:lnTo>
                  <a:pt x="310717" y="29419"/>
                </a:lnTo>
                <a:lnTo>
                  <a:pt x="310600" y="28738"/>
                </a:lnTo>
                <a:lnTo>
                  <a:pt x="310471" y="28062"/>
                </a:lnTo>
                <a:lnTo>
                  <a:pt x="310330" y="27391"/>
                </a:lnTo>
                <a:lnTo>
                  <a:pt x="310177" y="26727"/>
                </a:lnTo>
                <a:lnTo>
                  <a:pt x="310011" y="26068"/>
                </a:lnTo>
                <a:lnTo>
                  <a:pt x="309833" y="25414"/>
                </a:lnTo>
                <a:lnTo>
                  <a:pt x="309643" y="24766"/>
                </a:lnTo>
                <a:lnTo>
                  <a:pt x="309440" y="24124"/>
                </a:lnTo>
                <a:lnTo>
                  <a:pt x="309226" y="23487"/>
                </a:lnTo>
                <a:lnTo>
                  <a:pt x="308999" y="22856"/>
                </a:lnTo>
                <a:lnTo>
                  <a:pt x="308759" y="22230"/>
                </a:lnTo>
                <a:lnTo>
                  <a:pt x="308508" y="21610"/>
                </a:lnTo>
                <a:lnTo>
                  <a:pt x="308244" y="20996"/>
                </a:lnTo>
                <a:lnTo>
                  <a:pt x="307968" y="20387"/>
                </a:lnTo>
                <a:lnTo>
                  <a:pt x="307679" y="19784"/>
                </a:lnTo>
                <a:lnTo>
                  <a:pt x="307380" y="19187"/>
                </a:lnTo>
                <a:lnTo>
                  <a:pt x="307070" y="18597"/>
                </a:lnTo>
                <a:lnTo>
                  <a:pt x="306749" y="18015"/>
                </a:lnTo>
                <a:lnTo>
                  <a:pt x="306419" y="17440"/>
                </a:lnTo>
                <a:lnTo>
                  <a:pt x="306077" y="16872"/>
                </a:lnTo>
                <a:lnTo>
                  <a:pt x="305726" y="16312"/>
                </a:lnTo>
                <a:lnTo>
                  <a:pt x="305364" y="15759"/>
                </a:lnTo>
                <a:lnTo>
                  <a:pt x="304992" y="15214"/>
                </a:lnTo>
                <a:lnTo>
                  <a:pt x="304609" y="14675"/>
                </a:lnTo>
                <a:lnTo>
                  <a:pt x="304216" y="14144"/>
                </a:lnTo>
                <a:lnTo>
                  <a:pt x="303813" y="13621"/>
                </a:lnTo>
                <a:lnTo>
                  <a:pt x="303399" y="13105"/>
                </a:lnTo>
                <a:lnTo>
                  <a:pt x="302975" y="12596"/>
                </a:lnTo>
                <a:lnTo>
                  <a:pt x="302541" y="12094"/>
                </a:lnTo>
                <a:lnTo>
                  <a:pt x="302096" y="11600"/>
                </a:lnTo>
                <a:lnTo>
                  <a:pt x="301641" y="11113"/>
                </a:lnTo>
                <a:lnTo>
                  <a:pt x="301176" y="10633"/>
                </a:lnTo>
                <a:lnTo>
                  <a:pt x="300700" y="10161"/>
                </a:lnTo>
                <a:lnTo>
                  <a:pt x="300214" y="9696"/>
                </a:lnTo>
                <a:lnTo>
                  <a:pt x="299717" y="9239"/>
                </a:lnTo>
                <a:lnTo>
                  <a:pt x="299210" y="8788"/>
                </a:lnTo>
                <a:lnTo>
                  <a:pt x="298693" y="8346"/>
                </a:lnTo>
                <a:lnTo>
                  <a:pt x="298165" y="7910"/>
                </a:lnTo>
                <a:lnTo>
                  <a:pt x="297627" y="7482"/>
                </a:lnTo>
                <a:lnTo>
                  <a:pt x="297080" y="7062"/>
                </a:lnTo>
                <a:lnTo>
                  <a:pt x="296523" y="6651"/>
                </a:lnTo>
                <a:lnTo>
                  <a:pt x="295958" y="6250"/>
                </a:lnTo>
                <a:lnTo>
                  <a:pt x="295383" y="5859"/>
                </a:lnTo>
                <a:lnTo>
                  <a:pt x="294800" y="5476"/>
                </a:lnTo>
                <a:lnTo>
                  <a:pt x="294208" y="5104"/>
                </a:lnTo>
                <a:lnTo>
                  <a:pt x="293606" y="4740"/>
                </a:lnTo>
                <a:lnTo>
                  <a:pt x="292996" y="4386"/>
                </a:lnTo>
                <a:lnTo>
                  <a:pt x="292377" y="4041"/>
                </a:lnTo>
                <a:lnTo>
                  <a:pt x="291749" y="3706"/>
                </a:lnTo>
                <a:lnTo>
                  <a:pt x="291112" y="3380"/>
                </a:lnTo>
                <a:lnTo>
                  <a:pt x="290467" y="3064"/>
                </a:lnTo>
                <a:lnTo>
                  <a:pt x="289812" y="2757"/>
                </a:lnTo>
                <a:lnTo>
                  <a:pt x="289148" y="2459"/>
                </a:lnTo>
                <a:lnTo>
                  <a:pt x="288476" y="2171"/>
                </a:lnTo>
                <a:lnTo>
                  <a:pt x="287794" y="1892"/>
                </a:lnTo>
                <a:lnTo>
                  <a:pt x="287104" y="1623"/>
                </a:lnTo>
                <a:lnTo>
                  <a:pt x="286404" y="1363"/>
                </a:lnTo>
                <a:lnTo>
                  <a:pt x="285696" y="1112"/>
                </a:lnTo>
                <a:lnTo>
                  <a:pt x="284979" y="871"/>
                </a:lnTo>
                <a:lnTo>
                  <a:pt x="284253" y="639"/>
                </a:lnTo>
                <a:lnTo>
                  <a:pt x="283518" y="417"/>
                </a:lnTo>
                <a:lnTo>
                  <a:pt x="282774" y="204"/>
                </a:lnTo>
                <a:lnTo>
                  <a:pt x="282021" y="0"/>
                </a:lnTo>
                <a:lnTo>
                  <a:pt x="282021" y="11292"/>
                </a:lnTo>
                <a:lnTo>
                  <a:pt x="282477" y="11403"/>
                </a:lnTo>
                <a:lnTo>
                  <a:pt x="282928" y="11521"/>
                </a:lnTo>
                <a:lnTo>
                  <a:pt x="283373" y="11646"/>
                </a:lnTo>
                <a:lnTo>
                  <a:pt x="283813" y="11779"/>
                </a:lnTo>
                <a:lnTo>
                  <a:pt x="284248" y="11919"/>
                </a:lnTo>
                <a:lnTo>
                  <a:pt x="284677" y="12066"/>
                </a:lnTo>
                <a:lnTo>
                  <a:pt x="285101" y="12221"/>
                </a:lnTo>
                <a:lnTo>
                  <a:pt x="285519" y="12383"/>
                </a:lnTo>
                <a:lnTo>
                  <a:pt x="285932" y="12552"/>
                </a:lnTo>
                <a:lnTo>
                  <a:pt x="286340" y="12729"/>
                </a:lnTo>
                <a:lnTo>
                  <a:pt x="286742" y="12913"/>
                </a:lnTo>
                <a:lnTo>
                  <a:pt x="287139" y="13105"/>
                </a:lnTo>
                <a:lnTo>
                  <a:pt x="287530" y="13303"/>
                </a:lnTo>
                <a:lnTo>
                  <a:pt x="287916" y="13509"/>
                </a:lnTo>
                <a:lnTo>
                  <a:pt x="288296" y="13723"/>
                </a:lnTo>
                <a:lnTo>
                  <a:pt x="288671" y="13944"/>
                </a:lnTo>
                <a:lnTo>
                  <a:pt x="289041" y="14172"/>
                </a:lnTo>
                <a:lnTo>
                  <a:pt x="289405" y="14407"/>
                </a:lnTo>
                <a:lnTo>
                  <a:pt x="289764" y="14650"/>
                </a:lnTo>
                <a:lnTo>
                  <a:pt x="290117" y="14900"/>
                </a:lnTo>
                <a:lnTo>
                  <a:pt x="290465" y="15157"/>
                </a:lnTo>
                <a:lnTo>
                  <a:pt x="290808" y="15422"/>
                </a:lnTo>
                <a:lnTo>
                  <a:pt x="291145" y="15694"/>
                </a:lnTo>
                <a:lnTo>
                  <a:pt x="291476" y="15973"/>
                </a:lnTo>
                <a:lnTo>
                  <a:pt x="291802" y="16259"/>
                </a:lnTo>
                <a:lnTo>
                  <a:pt x="292121" y="16551"/>
                </a:lnTo>
                <a:lnTo>
                  <a:pt x="292434" y="16849"/>
                </a:lnTo>
                <a:lnTo>
                  <a:pt x="292741" y="17152"/>
                </a:lnTo>
                <a:lnTo>
                  <a:pt x="293041" y="17461"/>
                </a:lnTo>
                <a:lnTo>
                  <a:pt x="293335" y="17775"/>
                </a:lnTo>
                <a:lnTo>
                  <a:pt x="293623" y="18096"/>
                </a:lnTo>
                <a:lnTo>
                  <a:pt x="293904" y="18422"/>
                </a:lnTo>
                <a:lnTo>
                  <a:pt x="294179" y="18754"/>
                </a:lnTo>
                <a:lnTo>
                  <a:pt x="294447" y="19091"/>
                </a:lnTo>
                <a:lnTo>
                  <a:pt x="294709" y="19435"/>
                </a:lnTo>
                <a:lnTo>
                  <a:pt x="294965" y="19784"/>
                </a:lnTo>
                <a:lnTo>
                  <a:pt x="295214" y="20138"/>
                </a:lnTo>
                <a:lnTo>
                  <a:pt x="295457" y="20499"/>
                </a:lnTo>
                <a:lnTo>
                  <a:pt x="295693" y="20865"/>
                </a:lnTo>
                <a:lnTo>
                  <a:pt x="295923" y="21237"/>
                </a:lnTo>
                <a:lnTo>
                  <a:pt x="296147" y="21615"/>
                </a:lnTo>
                <a:lnTo>
                  <a:pt x="296365" y="21999"/>
                </a:lnTo>
                <a:lnTo>
                  <a:pt x="296576" y="22388"/>
                </a:lnTo>
                <a:lnTo>
                  <a:pt x="296780" y="22783"/>
                </a:lnTo>
                <a:lnTo>
                  <a:pt x="296978" y="23184"/>
                </a:lnTo>
                <a:lnTo>
                  <a:pt x="297170" y="23590"/>
                </a:lnTo>
                <a:lnTo>
                  <a:pt x="297356" y="24002"/>
                </a:lnTo>
                <a:lnTo>
                  <a:pt x="297535" y="24420"/>
                </a:lnTo>
                <a:lnTo>
                  <a:pt x="297707" y="24843"/>
                </a:lnTo>
                <a:lnTo>
                  <a:pt x="297872" y="25271"/>
                </a:lnTo>
                <a:lnTo>
                  <a:pt x="298030" y="25703"/>
                </a:lnTo>
                <a:lnTo>
                  <a:pt x="298180" y="26139"/>
                </a:lnTo>
                <a:lnTo>
                  <a:pt x="298323" y="26580"/>
                </a:lnTo>
                <a:lnTo>
                  <a:pt x="298459" y="27025"/>
                </a:lnTo>
                <a:lnTo>
                  <a:pt x="298587" y="27475"/>
                </a:lnTo>
                <a:lnTo>
                  <a:pt x="298708" y="27929"/>
                </a:lnTo>
                <a:lnTo>
                  <a:pt x="298822" y="28388"/>
                </a:lnTo>
                <a:lnTo>
                  <a:pt x="298928" y="28851"/>
                </a:lnTo>
                <a:lnTo>
                  <a:pt x="299027" y="29318"/>
                </a:lnTo>
                <a:lnTo>
                  <a:pt x="299119" y="29790"/>
                </a:lnTo>
                <a:lnTo>
                  <a:pt x="299203" y="30267"/>
                </a:lnTo>
                <a:lnTo>
                  <a:pt x="299280" y="30748"/>
                </a:lnTo>
                <a:lnTo>
                  <a:pt x="299350" y="31233"/>
                </a:lnTo>
                <a:lnTo>
                  <a:pt x="299413" y="31723"/>
                </a:lnTo>
                <a:lnTo>
                  <a:pt x="299468" y="32218"/>
                </a:lnTo>
                <a:lnTo>
                  <a:pt x="299515" y="32716"/>
                </a:lnTo>
                <a:lnTo>
                  <a:pt x="299556" y="33220"/>
                </a:lnTo>
                <a:lnTo>
                  <a:pt x="299589" y="33728"/>
                </a:lnTo>
                <a:lnTo>
                  <a:pt x="299614" y="34240"/>
                </a:lnTo>
                <a:lnTo>
                  <a:pt x="299633" y="34756"/>
                </a:lnTo>
                <a:lnTo>
                  <a:pt x="299644" y="35278"/>
                </a:lnTo>
                <a:lnTo>
                  <a:pt x="299647" y="35803"/>
                </a:lnTo>
                <a:lnTo>
                  <a:pt x="299647" y="52420"/>
                </a:lnTo>
                <a:lnTo>
                  <a:pt x="299644" y="52930"/>
                </a:lnTo>
                <a:lnTo>
                  <a:pt x="299633" y="53437"/>
                </a:lnTo>
                <a:lnTo>
                  <a:pt x="299614" y="53940"/>
                </a:lnTo>
                <a:lnTo>
                  <a:pt x="299589" y="54438"/>
                </a:lnTo>
                <a:lnTo>
                  <a:pt x="299556" y="54933"/>
                </a:lnTo>
                <a:lnTo>
                  <a:pt x="299515" y="55423"/>
                </a:lnTo>
                <a:lnTo>
                  <a:pt x="299468" y="55910"/>
                </a:lnTo>
                <a:lnTo>
                  <a:pt x="299413" y="56393"/>
                </a:lnTo>
                <a:lnTo>
                  <a:pt x="299350" y="56872"/>
                </a:lnTo>
                <a:lnTo>
                  <a:pt x="299280" y="57346"/>
                </a:lnTo>
                <a:lnTo>
                  <a:pt x="299203" y="57817"/>
                </a:lnTo>
                <a:lnTo>
                  <a:pt x="299119" y="58284"/>
                </a:lnTo>
                <a:lnTo>
                  <a:pt x="299027" y="58747"/>
                </a:lnTo>
                <a:lnTo>
                  <a:pt x="298928" y="59205"/>
                </a:lnTo>
                <a:lnTo>
                  <a:pt x="298822" y="59660"/>
                </a:lnTo>
                <a:lnTo>
                  <a:pt x="298708" y="60111"/>
                </a:lnTo>
                <a:lnTo>
                  <a:pt x="298587" y="60558"/>
                </a:lnTo>
                <a:lnTo>
                  <a:pt x="298459" y="61001"/>
                </a:lnTo>
                <a:lnTo>
                  <a:pt x="298323" y="61440"/>
                </a:lnTo>
                <a:lnTo>
                  <a:pt x="298180" y="61875"/>
                </a:lnTo>
                <a:lnTo>
                  <a:pt x="298030" y="62306"/>
                </a:lnTo>
                <a:lnTo>
                  <a:pt x="297872" y="62732"/>
                </a:lnTo>
                <a:lnTo>
                  <a:pt x="297707" y="63155"/>
                </a:lnTo>
                <a:lnTo>
                  <a:pt x="297535" y="63574"/>
                </a:lnTo>
                <a:lnTo>
                  <a:pt x="297356" y="63988"/>
                </a:lnTo>
                <a:lnTo>
                  <a:pt x="297170" y="64397"/>
                </a:lnTo>
                <a:lnTo>
                  <a:pt x="296978" y="64799"/>
                </a:lnTo>
                <a:lnTo>
                  <a:pt x="296780" y="65196"/>
                </a:lnTo>
                <a:lnTo>
                  <a:pt x="296576" y="65587"/>
                </a:lnTo>
                <a:lnTo>
                  <a:pt x="296365" y="65972"/>
                </a:lnTo>
                <a:lnTo>
                  <a:pt x="296147" y="66352"/>
                </a:lnTo>
                <a:lnTo>
                  <a:pt x="295923" y="66726"/>
                </a:lnTo>
                <a:lnTo>
                  <a:pt x="295693" y="67094"/>
                </a:lnTo>
                <a:lnTo>
                  <a:pt x="295457" y="67456"/>
                </a:lnTo>
                <a:lnTo>
                  <a:pt x="295214" y="67813"/>
                </a:lnTo>
                <a:lnTo>
                  <a:pt x="294965" y="68164"/>
                </a:lnTo>
                <a:lnTo>
                  <a:pt x="294709" y="68509"/>
                </a:lnTo>
                <a:lnTo>
                  <a:pt x="294447" y="68848"/>
                </a:lnTo>
                <a:lnTo>
                  <a:pt x="294179" y="69182"/>
                </a:lnTo>
                <a:lnTo>
                  <a:pt x="293904" y="69510"/>
                </a:lnTo>
                <a:lnTo>
                  <a:pt x="293623" y="69832"/>
                </a:lnTo>
                <a:lnTo>
                  <a:pt x="293335" y="70149"/>
                </a:lnTo>
                <a:lnTo>
                  <a:pt x="293041" y="70460"/>
                </a:lnTo>
                <a:lnTo>
                  <a:pt x="292741" y="70765"/>
                </a:lnTo>
                <a:lnTo>
                  <a:pt x="292434" y="71064"/>
                </a:lnTo>
                <a:lnTo>
                  <a:pt x="292121" y="71357"/>
                </a:lnTo>
                <a:lnTo>
                  <a:pt x="291802" y="71645"/>
                </a:lnTo>
                <a:lnTo>
                  <a:pt x="291476" y="71927"/>
                </a:lnTo>
                <a:lnTo>
                  <a:pt x="291145" y="72203"/>
                </a:lnTo>
                <a:lnTo>
                  <a:pt x="290808" y="72472"/>
                </a:lnTo>
                <a:lnTo>
                  <a:pt x="290465" y="72733"/>
                </a:lnTo>
                <a:lnTo>
                  <a:pt x="290117" y="72987"/>
                </a:lnTo>
                <a:lnTo>
                  <a:pt x="289764" y="73234"/>
                </a:lnTo>
                <a:lnTo>
                  <a:pt x="289405" y="73474"/>
                </a:lnTo>
                <a:lnTo>
                  <a:pt x="289041" y="73706"/>
                </a:lnTo>
                <a:lnTo>
                  <a:pt x="288671" y="73932"/>
                </a:lnTo>
                <a:lnTo>
                  <a:pt x="288296" y="74150"/>
                </a:lnTo>
                <a:lnTo>
                  <a:pt x="287916" y="74361"/>
                </a:lnTo>
                <a:lnTo>
                  <a:pt x="287530" y="74565"/>
                </a:lnTo>
                <a:lnTo>
                  <a:pt x="287139" y="74762"/>
                </a:lnTo>
                <a:lnTo>
                  <a:pt x="286742" y="74952"/>
                </a:lnTo>
                <a:lnTo>
                  <a:pt x="286340" y="75134"/>
                </a:lnTo>
                <a:lnTo>
                  <a:pt x="285932" y="75309"/>
                </a:lnTo>
                <a:lnTo>
                  <a:pt x="285519" y="75477"/>
                </a:lnTo>
                <a:lnTo>
                  <a:pt x="285101" y="75638"/>
                </a:lnTo>
                <a:lnTo>
                  <a:pt x="284677" y="75792"/>
                </a:lnTo>
                <a:lnTo>
                  <a:pt x="284248" y="75939"/>
                </a:lnTo>
                <a:lnTo>
                  <a:pt x="283813" y="76078"/>
                </a:lnTo>
                <a:lnTo>
                  <a:pt x="283373" y="76210"/>
                </a:lnTo>
                <a:lnTo>
                  <a:pt x="282928" y="76335"/>
                </a:lnTo>
                <a:lnTo>
                  <a:pt x="282477" y="76453"/>
                </a:lnTo>
                <a:lnTo>
                  <a:pt x="282021" y="76564"/>
                </a:lnTo>
                <a:lnTo>
                  <a:pt x="282021" y="88131"/>
                </a:lnTo>
                <a:lnTo>
                  <a:pt x="283173" y="87815"/>
                </a:lnTo>
                <a:lnTo>
                  <a:pt x="284302" y="87479"/>
                </a:lnTo>
                <a:lnTo>
                  <a:pt x="285410" y="87124"/>
                </a:lnTo>
                <a:close/>
                <a:moveTo>
                  <a:pt x="29928" y="66740"/>
                </a:moveTo>
                <a:lnTo>
                  <a:pt x="29546" y="66732"/>
                </a:lnTo>
                <a:lnTo>
                  <a:pt x="29180" y="66707"/>
                </a:lnTo>
                <a:lnTo>
                  <a:pt x="28831" y="66666"/>
                </a:lnTo>
                <a:lnTo>
                  <a:pt x="28497" y="66608"/>
                </a:lnTo>
                <a:lnTo>
                  <a:pt x="28180" y="66533"/>
                </a:lnTo>
                <a:lnTo>
                  <a:pt x="27880" y="66442"/>
                </a:lnTo>
                <a:lnTo>
                  <a:pt x="27595" y="66334"/>
                </a:lnTo>
                <a:lnTo>
                  <a:pt x="27327" y="66210"/>
                </a:lnTo>
                <a:lnTo>
                  <a:pt x="27075" y="66069"/>
                </a:lnTo>
                <a:lnTo>
                  <a:pt x="26839" y="65912"/>
                </a:lnTo>
                <a:lnTo>
                  <a:pt x="26619" y="65738"/>
                </a:lnTo>
                <a:lnTo>
                  <a:pt x="26416" y="65547"/>
                </a:lnTo>
                <a:lnTo>
                  <a:pt x="26229" y="65340"/>
                </a:lnTo>
                <a:lnTo>
                  <a:pt x="26058" y="65116"/>
                </a:lnTo>
                <a:lnTo>
                  <a:pt x="25904" y="64876"/>
                </a:lnTo>
                <a:lnTo>
                  <a:pt x="25766" y="64619"/>
                </a:lnTo>
                <a:lnTo>
                  <a:pt x="25644" y="64346"/>
                </a:lnTo>
                <a:lnTo>
                  <a:pt x="25538" y="64056"/>
                </a:lnTo>
                <a:lnTo>
                  <a:pt x="25449" y="63749"/>
                </a:lnTo>
                <a:lnTo>
                  <a:pt x="25375" y="63426"/>
                </a:lnTo>
                <a:lnTo>
                  <a:pt x="25319" y="63086"/>
                </a:lnTo>
                <a:lnTo>
                  <a:pt x="25278" y="62730"/>
                </a:lnTo>
                <a:lnTo>
                  <a:pt x="25254" y="62357"/>
                </a:lnTo>
                <a:lnTo>
                  <a:pt x="25245" y="61968"/>
                </a:lnTo>
                <a:lnTo>
                  <a:pt x="25245" y="36997"/>
                </a:lnTo>
                <a:lnTo>
                  <a:pt x="44617" y="36997"/>
                </a:lnTo>
                <a:lnTo>
                  <a:pt x="44617" y="26622"/>
                </a:lnTo>
                <a:lnTo>
                  <a:pt x="25245" y="26622"/>
                </a:lnTo>
                <a:lnTo>
                  <a:pt x="25245" y="12393"/>
                </a:lnTo>
                <a:lnTo>
                  <a:pt x="13679" y="12393"/>
                </a:lnTo>
                <a:lnTo>
                  <a:pt x="13679" y="26622"/>
                </a:lnTo>
                <a:lnTo>
                  <a:pt x="0" y="26622"/>
                </a:lnTo>
                <a:lnTo>
                  <a:pt x="0" y="36997"/>
                </a:lnTo>
                <a:lnTo>
                  <a:pt x="13679" y="36997"/>
                </a:lnTo>
                <a:lnTo>
                  <a:pt x="13679" y="61968"/>
                </a:lnTo>
                <a:lnTo>
                  <a:pt x="13686" y="62551"/>
                </a:lnTo>
                <a:lnTo>
                  <a:pt x="13707" y="63125"/>
                </a:lnTo>
                <a:lnTo>
                  <a:pt x="13743" y="63687"/>
                </a:lnTo>
                <a:lnTo>
                  <a:pt x="13792" y="64240"/>
                </a:lnTo>
                <a:lnTo>
                  <a:pt x="13856" y="64781"/>
                </a:lnTo>
                <a:lnTo>
                  <a:pt x="13934" y="65313"/>
                </a:lnTo>
                <a:lnTo>
                  <a:pt x="14026" y="65833"/>
                </a:lnTo>
                <a:lnTo>
                  <a:pt x="14133" y="66343"/>
                </a:lnTo>
                <a:lnTo>
                  <a:pt x="14253" y="66843"/>
                </a:lnTo>
                <a:lnTo>
                  <a:pt x="14388" y="67332"/>
                </a:lnTo>
                <a:lnTo>
                  <a:pt x="14537" y="67811"/>
                </a:lnTo>
                <a:lnTo>
                  <a:pt x="14700" y="68279"/>
                </a:lnTo>
                <a:lnTo>
                  <a:pt x="14877" y="68737"/>
                </a:lnTo>
                <a:lnTo>
                  <a:pt x="15069" y="69184"/>
                </a:lnTo>
                <a:lnTo>
                  <a:pt x="15275" y="69620"/>
                </a:lnTo>
                <a:lnTo>
                  <a:pt x="15494" y="70046"/>
                </a:lnTo>
                <a:lnTo>
                  <a:pt x="15728" y="70462"/>
                </a:lnTo>
                <a:lnTo>
                  <a:pt x="15977" y="70867"/>
                </a:lnTo>
                <a:lnTo>
                  <a:pt x="16239" y="71261"/>
                </a:lnTo>
                <a:lnTo>
                  <a:pt x="16516" y="71645"/>
                </a:lnTo>
                <a:lnTo>
                  <a:pt x="16806" y="72019"/>
                </a:lnTo>
                <a:lnTo>
                  <a:pt x="17111" y="72382"/>
                </a:lnTo>
                <a:lnTo>
                  <a:pt x="17430" y="72734"/>
                </a:lnTo>
                <a:lnTo>
                  <a:pt x="17764" y="73076"/>
                </a:lnTo>
                <a:lnTo>
                  <a:pt x="18110" y="73406"/>
                </a:lnTo>
                <a:lnTo>
                  <a:pt x="18467" y="73721"/>
                </a:lnTo>
                <a:lnTo>
                  <a:pt x="18835" y="74023"/>
                </a:lnTo>
                <a:lnTo>
                  <a:pt x="19214" y="74310"/>
                </a:lnTo>
                <a:lnTo>
                  <a:pt x="19604" y="74583"/>
                </a:lnTo>
                <a:lnTo>
                  <a:pt x="20005" y="74843"/>
                </a:lnTo>
                <a:lnTo>
                  <a:pt x="20417" y="75088"/>
                </a:lnTo>
                <a:lnTo>
                  <a:pt x="20840" y="75320"/>
                </a:lnTo>
                <a:lnTo>
                  <a:pt x="21273" y="75537"/>
                </a:lnTo>
                <a:lnTo>
                  <a:pt x="21718" y="75740"/>
                </a:lnTo>
                <a:lnTo>
                  <a:pt x="22174" y="75930"/>
                </a:lnTo>
                <a:lnTo>
                  <a:pt x="22641" y="76105"/>
                </a:lnTo>
                <a:lnTo>
                  <a:pt x="23119" y="76266"/>
                </a:lnTo>
                <a:lnTo>
                  <a:pt x="23608" y="76413"/>
                </a:lnTo>
                <a:lnTo>
                  <a:pt x="24108" y="76547"/>
                </a:lnTo>
                <a:lnTo>
                  <a:pt x="24619" y="76666"/>
                </a:lnTo>
                <a:lnTo>
                  <a:pt x="25141" y="76771"/>
                </a:lnTo>
                <a:lnTo>
                  <a:pt x="25674" y="76862"/>
                </a:lnTo>
                <a:lnTo>
                  <a:pt x="26218" y="76939"/>
                </a:lnTo>
                <a:lnTo>
                  <a:pt x="26772" y="77002"/>
                </a:lnTo>
                <a:lnTo>
                  <a:pt x="27338" y="77051"/>
                </a:lnTo>
                <a:lnTo>
                  <a:pt x="27915" y="77087"/>
                </a:lnTo>
                <a:lnTo>
                  <a:pt x="28503" y="77108"/>
                </a:lnTo>
                <a:lnTo>
                  <a:pt x="29102" y="77115"/>
                </a:lnTo>
                <a:lnTo>
                  <a:pt x="43698" y="77115"/>
                </a:lnTo>
                <a:lnTo>
                  <a:pt x="43698" y="66740"/>
                </a:lnTo>
                <a:lnTo>
                  <a:pt x="29928" y="66740"/>
                </a:lnTo>
                <a:close/>
                <a:moveTo>
                  <a:pt x="195174" y="66740"/>
                </a:moveTo>
                <a:lnTo>
                  <a:pt x="194792" y="66732"/>
                </a:lnTo>
                <a:lnTo>
                  <a:pt x="194426" y="66707"/>
                </a:lnTo>
                <a:lnTo>
                  <a:pt x="194077" y="66666"/>
                </a:lnTo>
                <a:lnTo>
                  <a:pt x="193743" y="66608"/>
                </a:lnTo>
                <a:lnTo>
                  <a:pt x="193426" y="66533"/>
                </a:lnTo>
                <a:lnTo>
                  <a:pt x="193126" y="66442"/>
                </a:lnTo>
                <a:lnTo>
                  <a:pt x="192841" y="66334"/>
                </a:lnTo>
                <a:lnTo>
                  <a:pt x="192573" y="66210"/>
                </a:lnTo>
                <a:lnTo>
                  <a:pt x="192321" y="66069"/>
                </a:lnTo>
                <a:lnTo>
                  <a:pt x="192085" y="65912"/>
                </a:lnTo>
                <a:lnTo>
                  <a:pt x="191865" y="65738"/>
                </a:lnTo>
                <a:lnTo>
                  <a:pt x="191662" y="65547"/>
                </a:lnTo>
                <a:lnTo>
                  <a:pt x="191475" y="65340"/>
                </a:lnTo>
                <a:lnTo>
                  <a:pt x="191304" y="65116"/>
                </a:lnTo>
                <a:lnTo>
                  <a:pt x="191150" y="64876"/>
                </a:lnTo>
                <a:lnTo>
                  <a:pt x="191012" y="64619"/>
                </a:lnTo>
                <a:lnTo>
                  <a:pt x="190890" y="64346"/>
                </a:lnTo>
                <a:lnTo>
                  <a:pt x="190784" y="64056"/>
                </a:lnTo>
                <a:lnTo>
                  <a:pt x="190695" y="63749"/>
                </a:lnTo>
                <a:lnTo>
                  <a:pt x="190622" y="63426"/>
                </a:lnTo>
                <a:lnTo>
                  <a:pt x="190565" y="63086"/>
                </a:lnTo>
                <a:lnTo>
                  <a:pt x="190524" y="62730"/>
                </a:lnTo>
                <a:lnTo>
                  <a:pt x="190500" y="62357"/>
                </a:lnTo>
                <a:lnTo>
                  <a:pt x="190491" y="61968"/>
                </a:lnTo>
                <a:lnTo>
                  <a:pt x="190491" y="36997"/>
                </a:lnTo>
                <a:lnTo>
                  <a:pt x="209863" y="36997"/>
                </a:lnTo>
                <a:lnTo>
                  <a:pt x="209863" y="26622"/>
                </a:lnTo>
                <a:lnTo>
                  <a:pt x="190491" y="26622"/>
                </a:lnTo>
                <a:lnTo>
                  <a:pt x="190491" y="12393"/>
                </a:lnTo>
                <a:lnTo>
                  <a:pt x="178925" y="12393"/>
                </a:lnTo>
                <a:lnTo>
                  <a:pt x="178925" y="26622"/>
                </a:lnTo>
                <a:lnTo>
                  <a:pt x="165246" y="26622"/>
                </a:lnTo>
                <a:lnTo>
                  <a:pt x="165246" y="36997"/>
                </a:lnTo>
                <a:lnTo>
                  <a:pt x="178925" y="36997"/>
                </a:lnTo>
                <a:lnTo>
                  <a:pt x="178925" y="61968"/>
                </a:lnTo>
                <a:lnTo>
                  <a:pt x="178932" y="62551"/>
                </a:lnTo>
                <a:lnTo>
                  <a:pt x="178953" y="63125"/>
                </a:lnTo>
                <a:lnTo>
                  <a:pt x="178989" y="63687"/>
                </a:lnTo>
                <a:lnTo>
                  <a:pt x="179038" y="64240"/>
                </a:lnTo>
                <a:lnTo>
                  <a:pt x="179102" y="64781"/>
                </a:lnTo>
                <a:lnTo>
                  <a:pt x="179180" y="65313"/>
                </a:lnTo>
                <a:lnTo>
                  <a:pt x="179272" y="65833"/>
                </a:lnTo>
                <a:lnTo>
                  <a:pt x="179379" y="66343"/>
                </a:lnTo>
                <a:lnTo>
                  <a:pt x="179499" y="66843"/>
                </a:lnTo>
                <a:lnTo>
                  <a:pt x="179634" y="67332"/>
                </a:lnTo>
                <a:lnTo>
                  <a:pt x="179783" y="67811"/>
                </a:lnTo>
                <a:lnTo>
                  <a:pt x="179946" y="68279"/>
                </a:lnTo>
                <a:lnTo>
                  <a:pt x="180123" y="68737"/>
                </a:lnTo>
                <a:lnTo>
                  <a:pt x="180315" y="69184"/>
                </a:lnTo>
                <a:lnTo>
                  <a:pt x="180521" y="69620"/>
                </a:lnTo>
                <a:lnTo>
                  <a:pt x="180740" y="70046"/>
                </a:lnTo>
                <a:lnTo>
                  <a:pt x="180974" y="70462"/>
                </a:lnTo>
                <a:lnTo>
                  <a:pt x="181223" y="70867"/>
                </a:lnTo>
                <a:lnTo>
                  <a:pt x="181485" y="71261"/>
                </a:lnTo>
                <a:lnTo>
                  <a:pt x="181762" y="71645"/>
                </a:lnTo>
                <a:lnTo>
                  <a:pt x="182052" y="72019"/>
                </a:lnTo>
                <a:lnTo>
                  <a:pt x="182357" y="72382"/>
                </a:lnTo>
                <a:lnTo>
                  <a:pt x="182676" y="72734"/>
                </a:lnTo>
                <a:lnTo>
                  <a:pt x="183010" y="73076"/>
                </a:lnTo>
                <a:lnTo>
                  <a:pt x="183356" y="73406"/>
                </a:lnTo>
                <a:lnTo>
                  <a:pt x="183713" y="73721"/>
                </a:lnTo>
                <a:lnTo>
                  <a:pt x="184081" y="74023"/>
                </a:lnTo>
                <a:lnTo>
                  <a:pt x="184460" y="74310"/>
                </a:lnTo>
                <a:lnTo>
                  <a:pt x="184850" y="74583"/>
                </a:lnTo>
                <a:lnTo>
                  <a:pt x="185251" y="74843"/>
                </a:lnTo>
                <a:lnTo>
                  <a:pt x="185663" y="75088"/>
                </a:lnTo>
                <a:lnTo>
                  <a:pt x="186086" y="75320"/>
                </a:lnTo>
                <a:lnTo>
                  <a:pt x="186520" y="75537"/>
                </a:lnTo>
                <a:lnTo>
                  <a:pt x="186965" y="75740"/>
                </a:lnTo>
                <a:lnTo>
                  <a:pt x="187420" y="75930"/>
                </a:lnTo>
                <a:lnTo>
                  <a:pt x="187887" y="76105"/>
                </a:lnTo>
                <a:lnTo>
                  <a:pt x="188365" y="76266"/>
                </a:lnTo>
                <a:lnTo>
                  <a:pt x="188854" y="76413"/>
                </a:lnTo>
                <a:lnTo>
                  <a:pt x="189354" y="76547"/>
                </a:lnTo>
                <a:lnTo>
                  <a:pt x="189865" y="76666"/>
                </a:lnTo>
                <a:lnTo>
                  <a:pt x="190387" y="76771"/>
                </a:lnTo>
                <a:lnTo>
                  <a:pt x="190920" y="76862"/>
                </a:lnTo>
                <a:lnTo>
                  <a:pt x="191464" y="76939"/>
                </a:lnTo>
                <a:lnTo>
                  <a:pt x="192019" y="77002"/>
                </a:lnTo>
                <a:lnTo>
                  <a:pt x="192584" y="77051"/>
                </a:lnTo>
                <a:lnTo>
                  <a:pt x="193161" y="77087"/>
                </a:lnTo>
                <a:lnTo>
                  <a:pt x="193749" y="77108"/>
                </a:lnTo>
                <a:lnTo>
                  <a:pt x="194348" y="77115"/>
                </a:lnTo>
                <a:lnTo>
                  <a:pt x="208944" y="77115"/>
                </a:lnTo>
                <a:lnTo>
                  <a:pt x="208944" y="66740"/>
                </a:lnTo>
                <a:lnTo>
                  <a:pt x="195174" y="66740"/>
                </a:lnTo>
                <a:close/>
                <a:moveTo>
                  <a:pt x="137458" y="77913"/>
                </a:moveTo>
                <a:lnTo>
                  <a:pt x="138228" y="77877"/>
                </a:lnTo>
                <a:lnTo>
                  <a:pt x="138982" y="77828"/>
                </a:lnTo>
                <a:lnTo>
                  <a:pt x="139719" y="77764"/>
                </a:lnTo>
                <a:lnTo>
                  <a:pt x="140439" y="77686"/>
                </a:lnTo>
                <a:lnTo>
                  <a:pt x="141144" y="77594"/>
                </a:lnTo>
                <a:lnTo>
                  <a:pt x="141831" y="77487"/>
                </a:lnTo>
                <a:lnTo>
                  <a:pt x="142503" y="77367"/>
                </a:lnTo>
                <a:lnTo>
                  <a:pt x="143158" y="77232"/>
                </a:lnTo>
                <a:lnTo>
                  <a:pt x="143796" y="77083"/>
                </a:lnTo>
                <a:lnTo>
                  <a:pt x="144418" y="76920"/>
                </a:lnTo>
                <a:lnTo>
                  <a:pt x="145024" y="76743"/>
                </a:lnTo>
                <a:lnTo>
                  <a:pt x="145613" y="76551"/>
                </a:lnTo>
                <a:lnTo>
                  <a:pt x="146186" y="76345"/>
                </a:lnTo>
                <a:lnTo>
                  <a:pt x="146743" y="76126"/>
                </a:lnTo>
                <a:lnTo>
                  <a:pt x="147283" y="75892"/>
                </a:lnTo>
                <a:lnTo>
                  <a:pt x="147806" y="75643"/>
                </a:lnTo>
                <a:lnTo>
                  <a:pt x="148313" y="75381"/>
                </a:lnTo>
                <a:lnTo>
                  <a:pt x="148804" y="75104"/>
                </a:lnTo>
                <a:lnTo>
                  <a:pt x="149278" y="74814"/>
                </a:lnTo>
                <a:lnTo>
                  <a:pt x="149736" y="74509"/>
                </a:lnTo>
                <a:lnTo>
                  <a:pt x="150178" y="74190"/>
                </a:lnTo>
                <a:lnTo>
                  <a:pt x="150603" y="73856"/>
                </a:lnTo>
                <a:lnTo>
                  <a:pt x="151011" y="73510"/>
                </a:lnTo>
                <a:lnTo>
                  <a:pt x="151402" y="73153"/>
                </a:lnTo>
                <a:lnTo>
                  <a:pt x="151776" y="72784"/>
                </a:lnTo>
                <a:lnTo>
                  <a:pt x="152132" y="72404"/>
                </a:lnTo>
                <a:lnTo>
                  <a:pt x="152471" y="72012"/>
                </a:lnTo>
                <a:lnTo>
                  <a:pt x="152792" y="71610"/>
                </a:lnTo>
                <a:lnTo>
                  <a:pt x="153096" y="71196"/>
                </a:lnTo>
                <a:lnTo>
                  <a:pt x="153383" y="70770"/>
                </a:lnTo>
                <a:lnTo>
                  <a:pt x="153652" y="70333"/>
                </a:lnTo>
                <a:lnTo>
                  <a:pt x="153904" y="69885"/>
                </a:lnTo>
                <a:lnTo>
                  <a:pt x="154139" y="69426"/>
                </a:lnTo>
                <a:lnTo>
                  <a:pt x="154356" y="68956"/>
                </a:lnTo>
                <a:lnTo>
                  <a:pt x="154555" y="68474"/>
                </a:lnTo>
                <a:lnTo>
                  <a:pt x="154738" y="67980"/>
                </a:lnTo>
                <a:lnTo>
                  <a:pt x="154903" y="67476"/>
                </a:lnTo>
                <a:lnTo>
                  <a:pt x="155051" y="66960"/>
                </a:lnTo>
                <a:lnTo>
                  <a:pt x="155181" y="66433"/>
                </a:lnTo>
                <a:lnTo>
                  <a:pt x="155294" y="65894"/>
                </a:lnTo>
                <a:lnTo>
                  <a:pt x="155389" y="65344"/>
                </a:lnTo>
                <a:lnTo>
                  <a:pt x="155468" y="64783"/>
                </a:lnTo>
                <a:lnTo>
                  <a:pt x="155528" y="64211"/>
                </a:lnTo>
                <a:lnTo>
                  <a:pt x="155572" y="63627"/>
                </a:lnTo>
                <a:lnTo>
                  <a:pt x="155598" y="63032"/>
                </a:lnTo>
                <a:lnTo>
                  <a:pt x="155607" y="62426"/>
                </a:lnTo>
                <a:lnTo>
                  <a:pt x="155599" y="61858"/>
                </a:lnTo>
                <a:lnTo>
                  <a:pt x="155577" y="61301"/>
                </a:lnTo>
                <a:lnTo>
                  <a:pt x="155540" y="60757"/>
                </a:lnTo>
                <a:lnTo>
                  <a:pt x="155488" y="60224"/>
                </a:lnTo>
                <a:lnTo>
                  <a:pt x="155421" y="59702"/>
                </a:lnTo>
                <a:lnTo>
                  <a:pt x="155340" y="59193"/>
                </a:lnTo>
                <a:lnTo>
                  <a:pt x="155244" y="58694"/>
                </a:lnTo>
                <a:lnTo>
                  <a:pt x="155132" y="58208"/>
                </a:lnTo>
                <a:lnTo>
                  <a:pt x="155006" y="57733"/>
                </a:lnTo>
                <a:lnTo>
                  <a:pt x="154866" y="57270"/>
                </a:lnTo>
                <a:lnTo>
                  <a:pt x="154710" y="56818"/>
                </a:lnTo>
                <a:lnTo>
                  <a:pt x="154540" y="56378"/>
                </a:lnTo>
                <a:lnTo>
                  <a:pt x="154354" y="55950"/>
                </a:lnTo>
                <a:lnTo>
                  <a:pt x="154154" y="55533"/>
                </a:lnTo>
                <a:lnTo>
                  <a:pt x="153939" y="55128"/>
                </a:lnTo>
                <a:lnTo>
                  <a:pt x="153710" y="54735"/>
                </a:lnTo>
                <a:lnTo>
                  <a:pt x="153465" y="54353"/>
                </a:lnTo>
                <a:lnTo>
                  <a:pt x="153206" y="53983"/>
                </a:lnTo>
                <a:lnTo>
                  <a:pt x="152932" y="53625"/>
                </a:lnTo>
                <a:lnTo>
                  <a:pt x="152643" y="53278"/>
                </a:lnTo>
                <a:lnTo>
                  <a:pt x="152339" y="52942"/>
                </a:lnTo>
                <a:lnTo>
                  <a:pt x="152020" y="52619"/>
                </a:lnTo>
                <a:lnTo>
                  <a:pt x="151687" y="52307"/>
                </a:lnTo>
                <a:lnTo>
                  <a:pt x="151338" y="52006"/>
                </a:lnTo>
                <a:lnTo>
                  <a:pt x="150974" y="51716"/>
                </a:lnTo>
                <a:lnTo>
                  <a:pt x="150594" y="51433"/>
                </a:lnTo>
                <a:lnTo>
                  <a:pt x="150197" y="51158"/>
                </a:lnTo>
                <a:lnTo>
                  <a:pt x="149784" y="50891"/>
                </a:lnTo>
                <a:lnTo>
                  <a:pt x="149355" y="50631"/>
                </a:lnTo>
                <a:lnTo>
                  <a:pt x="148909" y="50380"/>
                </a:lnTo>
                <a:lnTo>
                  <a:pt x="148446" y="50136"/>
                </a:lnTo>
                <a:lnTo>
                  <a:pt x="147967" y="49900"/>
                </a:lnTo>
                <a:lnTo>
                  <a:pt x="147472" y="49672"/>
                </a:lnTo>
                <a:lnTo>
                  <a:pt x="146960" y="49452"/>
                </a:lnTo>
                <a:lnTo>
                  <a:pt x="146432" y="49239"/>
                </a:lnTo>
                <a:lnTo>
                  <a:pt x="145888" y="49034"/>
                </a:lnTo>
                <a:lnTo>
                  <a:pt x="145327" y="48837"/>
                </a:lnTo>
                <a:lnTo>
                  <a:pt x="144749" y="48648"/>
                </a:lnTo>
                <a:lnTo>
                  <a:pt x="144156" y="48467"/>
                </a:lnTo>
                <a:lnTo>
                  <a:pt x="143545" y="48293"/>
                </a:lnTo>
                <a:lnTo>
                  <a:pt x="142919" y="48128"/>
                </a:lnTo>
                <a:lnTo>
                  <a:pt x="142276" y="47970"/>
                </a:lnTo>
                <a:lnTo>
                  <a:pt x="141616" y="47820"/>
                </a:lnTo>
                <a:lnTo>
                  <a:pt x="140940" y="47677"/>
                </a:lnTo>
                <a:lnTo>
                  <a:pt x="140248" y="47543"/>
                </a:lnTo>
                <a:lnTo>
                  <a:pt x="139539" y="47416"/>
                </a:lnTo>
                <a:lnTo>
                  <a:pt x="138814" y="47297"/>
                </a:lnTo>
                <a:lnTo>
                  <a:pt x="138073" y="47186"/>
                </a:lnTo>
                <a:lnTo>
                  <a:pt x="131555" y="46269"/>
                </a:lnTo>
                <a:lnTo>
                  <a:pt x="131267" y="46222"/>
                </a:lnTo>
                <a:lnTo>
                  <a:pt x="130987" y="46172"/>
                </a:lnTo>
                <a:lnTo>
                  <a:pt x="130713" y="46120"/>
                </a:lnTo>
                <a:lnTo>
                  <a:pt x="130446" y="46066"/>
                </a:lnTo>
                <a:lnTo>
                  <a:pt x="130185" y="46009"/>
                </a:lnTo>
                <a:lnTo>
                  <a:pt x="129931" y="45950"/>
                </a:lnTo>
                <a:lnTo>
                  <a:pt x="129684" y="45889"/>
                </a:lnTo>
                <a:lnTo>
                  <a:pt x="129443" y="45825"/>
                </a:lnTo>
                <a:lnTo>
                  <a:pt x="129210" y="45759"/>
                </a:lnTo>
                <a:lnTo>
                  <a:pt x="128982" y="45690"/>
                </a:lnTo>
                <a:lnTo>
                  <a:pt x="128762" y="45619"/>
                </a:lnTo>
                <a:lnTo>
                  <a:pt x="128548" y="45546"/>
                </a:lnTo>
                <a:lnTo>
                  <a:pt x="128341" y="45470"/>
                </a:lnTo>
                <a:lnTo>
                  <a:pt x="128141" y="45392"/>
                </a:lnTo>
                <a:lnTo>
                  <a:pt x="127947" y="45311"/>
                </a:lnTo>
                <a:lnTo>
                  <a:pt x="127760" y="45228"/>
                </a:lnTo>
                <a:lnTo>
                  <a:pt x="127580" y="45143"/>
                </a:lnTo>
                <a:lnTo>
                  <a:pt x="127406" y="45055"/>
                </a:lnTo>
                <a:lnTo>
                  <a:pt x="127239" y="44965"/>
                </a:lnTo>
                <a:lnTo>
                  <a:pt x="127079" y="44873"/>
                </a:lnTo>
                <a:lnTo>
                  <a:pt x="126925" y="44778"/>
                </a:lnTo>
                <a:lnTo>
                  <a:pt x="126778" y="44680"/>
                </a:lnTo>
                <a:lnTo>
                  <a:pt x="126638" y="44581"/>
                </a:lnTo>
                <a:lnTo>
                  <a:pt x="126505" y="44479"/>
                </a:lnTo>
                <a:lnTo>
                  <a:pt x="126377" y="44373"/>
                </a:lnTo>
                <a:lnTo>
                  <a:pt x="126256" y="44263"/>
                </a:lnTo>
                <a:lnTo>
                  <a:pt x="126139" y="44148"/>
                </a:lnTo>
                <a:lnTo>
                  <a:pt x="126028" y="44028"/>
                </a:lnTo>
                <a:lnTo>
                  <a:pt x="125922" y="43904"/>
                </a:lnTo>
                <a:lnTo>
                  <a:pt x="125822" y="43775"/>
                </a:lnTo>
                <a:lnTo>
                  <a:pt x="125727" y="43642"/>
                </a:lnTo>
                <a:lnTo>
                  <a:pt x="125638" y="43504"/>
                </a:lnTo>
                <a:lnTo>
                  <a:pt x="125554" y="43362"/>
                </a:lnTo>
                <a:lnTo>
                  <a:pt x="125475" y="43214"/>
                </a:lnTo>
                <a:lnTo>
                  <a:pt x="125402" y="43063"/>
                </a:lnTo>
                <a:lnTo>
                  <a:pt x="125334" y="42906"/>
                </a:lnTo>
                <a:lnTo>
                  <a:pt x="125272" y="42745"/>
                </a:lnTo>
                <a:lnTo>
                  <a:pt x="125215" y="42579"/>
                </a:lnTo>
                <a:lnTo>
                  <a:pt x="125164" y="42409"/>
                </a:lnTo>
                <a:lnTo>
                  <a:pt x="125118" y="42234"/>
                </a:lnTo>
                <a:lnTo>
                  <a:pt x="125077" y="42055"/>
                </a:lnTo>
                <a:lnTo>
                  <a:pt x="125042" y="41870"/>
                </a:lnTo>
                <a:lnTo>
                  <a:pt x="125012" y="41682"/>
                </a:lnTo>
                <a:lnTo>
                  <a:pt x="124988" y="41488"/>
                </a:lnTo>
                <a:lnTo>
                  <a:pt x="124969" y="41290"/>
                </a:lnTo>
                <a:lnTo>
                  <a:pt x="124955" y="41087"/>
                </a:lnTo>
                <a:lnTo>
                  <a:pt x="124947" y="40880"/>
                </a:lnTo>
                <a:lnTo>
                  <a:pt x="124944" y="40668"/>
                </a:lnTo>
                <a:lnTo>
                  <a:pt x="124947" y="40441"/>
                </a:lnTo>
                <a:lnTo>
                  <a:pt x="124957" y="40219"/>
                </a:lnTo>
                <a:lnTo>
                  <a:pt x="124972" y="40001"/>
                </a:lnTo>
                <a:lnTo>
                  <a:pt x="124994" y="39787"/>
                </a:lnTo>
                <a:lnTo>
                  <a:pt x="125022" y="39579"/>
                </a:lnTo>
                <a:lnTo>
                  <a:pt x="125056" y="39375"/>
                </a:lnTo>
                <a:lnTo>
                  <a:pt x="125097" y="39175"/>
                </a:lnTo>
                <a:lnTo>
                  <a:pt x="125143" y="38980"/>
                </a:lnTo>
                <a:lnTo>
                  <a:pt x="125196" y="38790"/>
                </a:lnTo>
                <a:lnTo>
                  <a:pt x="125255" y="38605"/>
                </a:lnTo>
                <a:lnTo>
                  <a:pt x="125320" y="38424"/>
                </a:lnTo>
                <a:lnTo>
                  <a:pt x="125392" y="38247"/>
                </a:lnTo>
                <a:lnTo>
                  <a:pt x="125470" y="38076"/>
                </a:lnTo>
                <a:lnTo>
                  <a:pt x="125553" y="37909"/>
                </a:lnTo>
                <a:lnTo>
                  <a:pt x="125644" y="37746"/>
                </a:lnTo>
                <a:lnTo>
                  <a:pt x="125740" y="37588"/>
                </a:lnTo>
                <a:lnTo>
                  <a:pt x="125843" y="37435"/>
                </a:lnTo>
                <a:lnTo>
                  <a:pt x="125951" y="37287"/>
                </a:lnTo>
                <a:lnTo>
                  <a:pt x="126066" y="37143"/>
                </a:lnTo>
                <a:lnTo>
                  <a:pt x="126188" y="37003"/>
                </a:lnTo>
                <a:lnTo>
                  <a:pt x="126315" y="36869"/>
                </a:lnTo>
                <a:lnTo>
                  <a:pt x="126449" y="36739"/>
                </a:lnTo>
                <a:lnTo>
                  <a:pt x="126588" y="36613"/>
                </a:lnTo>
                <a:lnTo>
                  <a:pt x="126735" y="36492"/>
                </a:lnTo>
                <a:lnTo>
                  <a:pt x="126887" y="36376"/>
                </a:lnTo>
                <a:lnTo>
                  <a:pt x="127048" y="36265"/>
                </a:lnTo>
                <a:lnTo>
                  <a:pt x="127216" y="36159"/>
                </a:lnTo>
                <a:lnTo>
                  <a:pt x="127391" y="36058"/>
                </a:lnTo>
                <a:lnTo>
                  <a:pt x="127574" y="35961"/>
                </a:lnTo>
                <a:lnTo>
                  <a:pt x="127764" y="35870"/>
                </a:lnTo>
                <a:lnTo>
                  <a:pt x="127962" y="35783"/>
                </a:lnTo>
                <a:lnTo>
                  <a:pt x="128168" y="35702"/>
                </a:lnTo>
                <a:lnTo>
                  <a:pt x="128381" y="35625"/>
                </a:lnTo>
                <a:lnTo>
                  <a:pt x="128601" y="35554"/>
                </a:lnTo>
                <a:lnTo>
                  <a:pt x="128829" y="35487"/>
                </a:lnTo>
                <a:lnTo>
                  <a:pt x="129064" y="35425"/>
                </a:lnTo>
                <a:lnTo>
                  <a:pt x="129307" y="35368"/>
                </a:lnTo>
                <a:lnTo>
                  <a:pt x="129557" y="35316"/>
                </a:lnTo>
                <a:lnTo>
                  <a:pt x="129815" y="35269"/>
                </a:lnTo>
                <a:lnTo>
                  <a:pt x="130080" y="35227"/>
                </a:lnTo>
                <a:lnTo>
                  <a:pt x="130353" y="35190"/>
                </a:lnTo>
                <a:lnTo>
                  <a:pt x="130633" y="35158"/>
                </a:lnTo>
                <a:lnTo>
                  <a:pt x="130921" y="35131"/>
                </a:lnTo>
                <a:lnTo>
                  <a:pt x="131216" y="35109"/>
                </a:lnTo>
                <a:lnTo>
                  <a:pt x="131519" y="35092"/>
                </a:lnTo>
                <a:lnTo>
                  <a:pt x="131829" y="35079"/>
                </a:lnTo>
                <a:lnTo>
                  <a:pt x="132147" y="35072"/>
                </a:lnTo>
                <a:lnTo>
                  <a:pt x="132472" y="35069"/>
                </a:lnTo>
                <a:lnTo>
                  <a:pt x="135962" y="35069"/>
                </a:lnTo>
                <a:lnTo>
                  <a:pt x="136227" y="35072"/>
                </a:lnTo>
                <a:lnTo>
                  <a:pt x="136488" y="35078"/>
                </a:lnTo>
                <a:lnTo>
                  <a:pt x="136745" y="35089"/>
                </a:lnTo>
                <a:lnTo>
                  <a:pt x="136998" y="35105"/>
                </a:lnTo>
                <a:lnTo>
                  <a:pt x="137246" y="35125"/>
                </a:lnTo>
                <a:lnTo>
                  <a:pt x="137490" y="35150"/>
                </a:lnTo>
                <a:lnTo>
                  <a:pt x="137730" y="35179"/>
                </a:lnTo>
                <a:lnTo>
                  <a:pt x="137965" y="35212"/>
                </a:lnTo>
                <a:lnTo>
                  <a:pt x="138197" y="35250"/>
                </a:lnTo>
                <a:lnTo>
                  <a:pt x="138423" y="35293"/>
                </a:lnTo>
                <a:lnTo>
                  <a:pt x="138646" y="35339"/>
                </a:lnTo>
                <a:lnTo>
                  <a:pt x="138864" y="35391"/>
                </a:lnTo>
                <a:lnTo>
                  <a:pt x="139078" y="35447"/>
                </a:lnTo>
                <a:lnTo>
                  <a:pt x="139288" y="35507"/>
                </a:lnTo>
                <a:lnTo>
                  <a:pt x="139493" y="35572"/>
                </a:lnTo>
                <a:lnTo>
                  <a:pt x="139694" y="35641"/>
                </a:lnTo>
                <a:lnTo>
                  <a:pt x="139891" y="35714"/>
                </a:lnTo>
                <a:lnTo>
                  <a:pt x="140083" y="35793"/>
                </a:lnTo>
                <a:lnTo>
                  <a:pt x="140271" y="35875"/>
                </a:lnTo>
                <a:lnTo>
                  <a:pt x="140455" y="35962"/>
                </a:lnTo>
                <a:lnTo>
                  <a:pt x="140635" y="36054"/>
                </a:lnTo>
                <a:lnTo>
                  <a:pt x="140810" y="36150"/>
                </a:lnTo>
                <a:lnTo>
                  <a:pt x="140981" y="36250"/>
                </a:lnTo>
                <a:lnTo>
                  <a:pt x="141147" y="36355"/>
                </a:lnTo>
                <a:lnTo>
                  <a:pt x="141309" y="36464"/>
                </a:lnTo>
                <a:lnTo>
                  <a:pt x="141465" y="36574"/>
                </a:lnTo>
                <a:lnTo>
                  <a:pt x="141614" y="36688"/>
                </a:lnTo>
                <a:lnTo>
                  <a:pt x="141758" y="36804"/>
                </a:lnTo>
                <a:lnTo>
                  <a:pt x="141896" y="36922"/>
                </a:lnTo>
                <a:lnTo>
                  <a:pt x="142028" y="37043"/>
                </a:lnTo>
                <a:lnTo>
                  <a:pt x="142154" y="37167"/>
                </a:lnTo>
                <a:lnTo>
                  <a:pt x="142275" y="37293"/>
                </a:lnTo>
                <a:lnTo>
                  <a:pt x="142389" y="37422"/>
                </a:lnTo>
                <a:lnTo>
                  <a:pt x="142497" y="37553"/>
                </a:lnTo>
                <a:lnTo>
                  <a:pt x="142600" y="37687"/>
                </a:lnTo>
                <a:lnTo>
                  <a:pt x="142697" y="37823"/>
                </a:lnTo>
                <a:lnTo>
                  <a:pt x="142788" y="37962"/>
                </a:lnTo>
                <a:lnTo>
                  <a:pt x="142872" y="38104"/>
                </a:lnTo>
                <a:lnTo>
                  <a:pt x="142951" y="38248"/>
                </a:lnTo>
                <a:lnTo>
                  <a:pt x="143025" y="38394"/>
                </a:lnTo>
                <a:lnTo>
                  <a:pt x="143092" y="38543"/>
                </a:lnTo>
                <a:lnTo>
                  <a:pt x="143153" y="38695"/>
                </a:lnTo>
                <a:lnTo>
                  <a:pt x="143208" y="38849"/>
                </a:lnTo>
                <a:lnTo>
                  <a:pt x="143258" y="39006"/>
                </a:lnTo>
                <a:lnTo>
                  <a:pt x="143302" y="39165"/>
                </a:lnTo>
                <a:lnTo>
                  <a:pt x="143339" y="39327"/>
                </a:lnTo>
                <a:lnTo>
                  <a:pt x="143371" y="39491"/>
                </a:lnTo>
                <a:lnTo>
                  <a:pt x="143397" y="39658"/>
                </a:lnTo>
                <a:lnTo>
                  <a:pt x="154873" y="39658"/>
                </a:lnTo>
                <a:lnTo>
                  <a:pt x="154834" y="39135"/>
                </a:lnTo>
                <a:lnTo>
                  <a:pt x="154779" y="38620"/>
                </a:lnTo>
                <a:lnTo>
                  <a:pt x="154708" y="38115"/>
                </a:lnTo>
                <a:lnTo>
                  <a:pt x="154620" y="37618"/>
                </a:lnTo>
                <a:lnTo>
                  <a:pt x="154516" y="37131"/>
                </a:lnTo>
                <a:lnTo>
                  <a:pt x="154396" y="36652"/>
                </a:lnTo>
                <a:lnTo>
                  <a:pt x="154260" y="36182"/>
                </a:lnTo>
                <a:lnTo>
                  <a:pt x="154108" y="35721"/>
                </a:lnTo>
                <a:lnTo>
                  <a:pt x="153939" y="35269"/>
                </a:lnTo>
                <a:lnTo>
                  <a:pt x="153754" y="34826"/>
                </a:lnTo>
                <a:lnTo>
                  <a:pt x="153552" y="34392"/>
                </a:lnTo>
                <a:lnTo>
                  <a:pt x="153335" y="33966"/>
                </a:lnTo>
                <a:lnTo>
                  <a:pt x="153101" y="33550"/>
                </a:lnTo>
                <a:lnTo>
                  <a:pt x="152851" y="33143"/>
                </a:lnTo>
                <a:lnTo>
                  <a:pt x="152585" y="32744"/>
                </a:lnTo>
                <a:lnTo>
                  <a:pt x="152302" y="32355"/>
                </a:lnTo>
                <a:lnTo>
                  <a:pt x="152003" y="31974"/>
                </a:lnTo>
                <a:lnTo>
                  <a:pt x="151688" y="31603"/>
                </a:lnTo>
                <a:lnTo>
                  <a:pt x="151357" y="31240"/>
                </a:lnTo>
                <a:lnTo>
                  <a:pt x="151009" y="30886"/>
                </a:lnTo>
                <a:lnTo>
                  <a:pt x="150645" y="30541"/>
                </a:lnTo>
                <a:lnTo>
                  <a:pt x="150265" y="30205"/>
                </a:lnTo>
                <a:lnTo>
                  <a:pt x="149868" y="29878"/>
                </a:lnTo>
                <a:lnTo>
                  <a:pt x="149456" y="29560"/>
                </a:lnTo>
                <a:lnTo>
                  <a:pt x="149029" y="29253"/>
                </a:lnTo>
                <a:lnTo>
                  <a:pt x="148591" y="28959"/>
                </a:lnTo>
                <a:lnTo>
                  <a:pt x="148140" y="28678"/>
                </a:lnTo>
                <a:lnTo>
                  <a:pt x="147678" y="28410"/>
                </a:lnTo>
                <a:lnTo>
                  <a:pt x="147205" y="28155"/>
                </a:lnTo>
                <a:lnTo>
                  <a:pt x="146719" y="27913"/>
                </a:lnTo>
                <a:lnTo>
                  <a:pt x="146222" y="27684"/>
                </a:lnTo>
                <a:lnTo>
                  <a:pt x="145713" y="27469"/>
                </a:lnTo>
                <a:lnTo>
                  <a:pt x="145192" y="27266"/>
                </a:lnTo>
                <a:lnTo>
                  <a:pt x="144659" y="27077"/>
                </a:lnTo>
                <a:lnTo>
                  <a:pt x="144114" y="26900"/>
                </a:lnTo>
                <a:lnTo>
                  <a:pt x="143558" y="26737"/>
                </a:lnTo>
                <a:lnTo>
                  <a:pt x="142990" y="26587"/>
                </a:lnTo>
                <a:lnTo>
                  <a:pt x="142410" y="26449"/>
                </a:lnTo>
                <a:lnTo>
                  <a:pt x="141818" y="26325"/>
                </a:lnTo>
                <a:lnTo>
                  <a:pt x="141215" y="26214"/>
                </a:lnTo>
                <a:lnTo>
                  <a:pt x="140599" y="26116"/>
                </a:lnTo>
                <a:lnTo>
                  <a:pt x="139972" y="26031"/>
                </a:lnTo>
                <a:lnTo>
                  <a:pt x="139333" y="25959"/>
                </a:lnTo>
                <a:lnTo>
                  <a:pt x="138682" y="25900"/>
                </a:lnTo>
                <a:lnTo>
                  <a:pt x="138020" y="25855"/>
                </a:lnTo>
                <a:lnTo>
                  <a:pt x="137346" y="25822"/>
                </a:lnTo>
                <a:lnTo>
                  <a:pt x="136660" y="25802"/>
                </a:lnTo>
                <a:lnTo>
                  <a:pt x="135962" y="25796"/>
                </a:lnTo>
                <a:lnTo>
                  <a:pt x="132472" y="25796"/>
                </a:lnTo>
                <a:lnTo>
                  <a:pt x="131707" y="25803"/>
                </a:lnTo>
                <a:lnTo>
                  <a:pt x="130958" y="25823"/>
                </a:lnTo>
                <a:lnTo>
                  <a:pt x="130225" y="25857"/>
                </a:lnTo>
                <a:lnTo>
                  <a:pt x="129507" y="25904"/>
                </a:lnTo>
                <a:lnTo>
                  <a:pt x="128804" y="25965"/>
                </a:lnTo>
                <a:lnTo>
                  <a:pt x="128117" y="26040"/>
                </a:lnTo>
                <a:lnTo>
                  <a:pt x="127446" y="26128"/>
                </a:lnTo>
                <a:lnTo>
                  <a:pt x="126791" y="26230"/>
                </a:lnTo>
                <a:lnTo>
                  <a:pt x="126151" y="26345"/>
                </a:lnTo>
                <a:lnTo>
                  <a:pt x="125527" y="26473"/>
                </a:lnTo>
                <a:lnTo>
                  <a:pt x="124918" y="26616"/>
                </a:lnTo>
                <a:lnTo>
                  <a:pt x="124325" y="26772"/>
                </a:lnTo>
                <a:lnTo>
                  <a:pt x="123747" y="26941"/>
                </a:lnTo>
                <a:lnTo>
                  <a:pt x="123186" y="27124"/>
                </a:lnTo>
                <a:lnTo>
                  <a:pt x="122639" y="27320"/>
                </a:lnTo>
                <a:lnTo>
                  <a:pt x="122109" y="27530"/>
                </a:lnTo>
                <a:lnTo>
                  <a:pt x="121594" y="27754"/>
                </a:lnTo>
                <a:lnTo>
                  <a:pt x="121094" y="27991"/>
                </a:lnTo>
                <a:lnTo>
                  <a:pt x="120611" y="28242"/>
                </a:lnTo>
                <a:lnTo>
                  <a:pt x="120143" y="28506"/>
                </a:lnTo>
                <a:lnTo>
                  <a:pt x="119690" y="28784"/>
                </a:lnTo>
                <a:lnTo>
                  <a:pt x="119253" y="29075"/>
                </a:lnTo>
                <a:lnTo>
                  <a:pt x="118832" y="29380"/>
                </a:lnTo>
                <a:lnTo>
                  <a:pt x="118426" y="29699"/>
                </a:lnTo>
                <a:lnTo>
                  <a:pt x="118037" y="30029"/>
                </a:lnTo>
                <a:lnTo>
                  <a:pt x="117664" y="30371"/>
                </a:lnTo>
                <a:lnTo>
                  <a:pt x="117307" y="30723"/>
                </a:lnTo>
                <a:lnTo>
                  <a:pt x="116968" y="31087"/>
                </a:lnTo>
                <a:lnTo>
                  <a:pt x="116644" y="31462"/>
                </a:lnTo>
                <a:lnTo>
                  <a:pt x="116338" y="31847"/>
                </a:lnTo>
                <a:lnTo>
                  <a:pt x="116048" y="32244"/>
                </a:lnTo>
                <a:lnTo>
                  <a:pt x="115774" y="32651"/>
                </a:lnTo>
                <a:lnTo>
                  <a:pt x="115517" y="33070"/>
                </a:lnTo>
                <a:lnTo>
                  <a:pt x="115277" y="33499"/>
                </a:lnTo>
                <a:lnTo>
                  <a:pt x="115053" y="33940"/>
                </a:lnTo>
                <a:lnTo>
                  <a:pt x="114846" y="34392"/>
                </a:lnTo>
                <a:lnTo>
                  <a:pt x="114655" y="34854"/>
                </a:lnTo>
                <a:lnTo>
                  <a:pt x="114481" y="35328"/>
                </a:lnTo>
                <a:lnTo>
                  <a:pt x="114324" y="35812"/>
                </a:lnTo>
                <a:lnTo>
                  <a:pt x="114183" y="36308"/>
                </a:lnTo>
                <a:lnTo>
                  <a:pt x="114058" y="36814"/>
                </a:lnTo>
                <a:lnTo>
                  <a:pt x="113951" y="37332"/>
                </a:lnTo>
                <a:lnTo>
                  <a:pt x="113860" y="37861"/>
                </a:lnTo>
                <a:lnTo>
                  <a:pt x="113785" y="38400"/>
                </a:lnTo>
                <a:lnTo>
                  <a:pt x="113727" y="38951"/>
                </a:lnTo>
                <a:lnTo>
                  <a:pt x="113686" y="39512"/>
                </a:lnTo>
                <a:lnTo>
                  <a:pt x="113661" y="40085"/>
                </a:lnTo>
                <a:lnTo>
                  <a:pt x="113652" y="40668"/>
                </a:lnTo>
                <a:lnTo>
                  <a:pt x="113659" y="41229"/>
                </a:lnTo>
                <a:lnTo>
                  <a:pt x="113680" y="41777"/>
                </a:lnTo>
                <a:lnTo>
                  <a:pt x="113715" y="42314"/>
                </a:lnTo>
                <a:lnTo>
                  <a:pt x="113765" y="42839"/>
                </a:lnTo>
                <a:lnTo>
                  <a:pt x="113828" y="43352"/>
                </a:lnTo>
                <a:lnTo>
                  <a:pt x="113905" y="43853"/>
                </a:lnTo>
                <a:lnTo>
                  <a:pt x="113996" y="44342"/>
                </a:lnTo>
                <a:lnTo>
                  <a:pt x="114101" y="44820"/>
                </a:lnTo>
                <a:lnTo>
                  <a:pt x="114220" y="45286"/>
                </a:lnTo>
                <a:lnTo>
                  <a:pt x="114354" y="45740"/>
                </a:lnTo>
                <a:lnTo>
                  <a:pt x="114501" y="46182"/>
                </a:lnTo>
                <a:lnTo>
                  <a:pt x="114662" y="46613"/>
                </a:lnTo>
                <a:lnTo>
                  <a:pt x="114838" y="47032"/>
                </a:lnTo>
                <a:lnTo>
                  <a:pt x="115027" y="47439"/>
                </a:lnTo>
                <a:lnTo>
                  <a:pt x="115230" y="47834"/>
                </a:lnTo>
                <a:lnTo>
                  <a:pt x="115448" y="48217"/>
                </a:lnTo>
                <a:lnTo>
                  <a:pt x="115679" y="48589"/>
                </a:lnTo>
                <a:lnTo>
                  <a:pt x="115925" y="48948"/>
                </a:lnTo>
                <a:lnTo>
                  <a:pt x="116184" y="49296"/>
                </a:lnTo>
                <a:lnTo>
                  <a:pt x="116458" y="49633"/>
                </a:lnTo>
                <a:lnTo>
                  <a:pt x="116745" y="49957"/>
                </a:lnTo>
                <a:lnTo>
                  <a:pt x="117047" y="50269"/>
                </a:lnTo>
                <a:lnTo>
                  <a:pt x="117363" y="50570"/>
                </a:lnTo>
                <a:lnTo>
                  <a:pt x="117692" y="50859"/>
                </a:lnTo>
                <a:lnTo>
                  <a:pt x="118037" y="51138"/>
                </a:lnTo>
                <a:lnTo>
                  <a:pt x="118397" y="51410"/>
                </a:lnTo>
                <a:lnTo>
                  <a:pt x="118774" y="51674"/>
                </a:lnTo>
                <a:lnTo>
                  <a:pt x="119166" y="51930"/>
                </a:lnTo>
                <a:lnTo>
                  <a:pt x="119575" y="52179"/>
                </a:lnTo>
                <a:lnTo>
                  <a:pt x="119999" y="52420"/>
                </a:lnTo>
                <a:lnTo>
                  <a:pt x="120439" y="52653"/>
                </a:lnTo>
                <a:lnTo>
                  <a:pt x="120895" y="52879"/>
                </a:lnTo>
                <a:lnTo>
                  <a:pt x="121368" y="53097"/>
                </a:lnTo>
                <a:lnTo>
                  <a:pt x="121856" y="53307"/>
                </a:lnTo>
                <a:lnTo>
                  <a:pt x="122360" y="53510"/>
                </a:lnTo>
                <a:lnTo>
                  <a:pt x="122879" y="53705"/>
                </a:lnTo>
                <a:lnTo>
                  <a:pt x="123415" y="53893"/>
                </a:lnTo>
                <a:lnTo>
                  <a:pt x="123967" y="54073"/>
                </a:lnTo>
                <a:lnTo>
                  <a:pt x="124535" y="54245"/>
                </a:lnTo>
                <a:lnTo>
                  <a:pt x="125118" y="54409"/>
                </a:lnTo>
                <a:lnTo>
                  <a:pt x="125718" y="54566"/>
                </a:lnTo>
                <a:lnTo>
                  <a:pt x="126334" y="54715"/>
                </a:lnTo>
                <a:lnTo>
                  <a:pt x="126965" y="54857"/>
                </a:lnTo>
                <a:lnTo>
                  <a:pt x="127612" y="54991"/>
                </a:lnTo>
                <a:lnTo>
                  <a:pt x="128276" y="55117"/>
                </a:lnTo>
                <a:lnTo>
                  <a:pt x="128955" y="55235"/>
                </a:lnTo>
                <a:lnTo>
                  <a:pt x="129650" y="55346"/>
                </a:lnTo>
                <a:lnTo>
                  <a:pt x="130361" y="55450"/>
                </a:lnTo>
                <a:lnTo>
                  <a:pt x="136603" y="56367"/>
                </a:lnTo>
                <a:lnTo>
                  <a:pt x="136929" y="56407"/>
                </a:lnTo>
                <a:lnTo>
                  <a:pt x="137247" y="56451"/>
                </a:lnTo>
                <a:lnTo>
                  <a:pt x="137558" y="56499"/>
                </a:lnTo>
                <a:lnTo>
                  <a:pt x="137862" y="56550"/>
                </a:lnTo>
                <a:lnTo>
                  <a:pt x="138158" y="56604"/>
                </a:lnTo>
                <a:lnTo>
                  <a:pt x="138448" y="56663"/>
                </a:lnTo>
                <a:lnTo>
                  <a:pt x="138730" y="56725"/>
                </a:lnTo>
                <a:lnTo>
                  <a:pt x="139005" y="56791"/>
                </a:lnTo>
                <a:lnTo>
                  <a:pt x="139273" y="56860"/>
                </a:lnTo>
                <a:lnTo>
                  <a:pt x="139534" y="56933"/>
                </a:lnTo>
                <a:lnTo>
                  <a:pt x="139788" y="57010"/>
                </a:lnTo>
                <a:lnTo>
                  <a:pt x="140034" y="57090"/>
                </a:lnTo>
                <a:lnTo>
                  <a:pt x="140273" y="57174"/>
                </a:lnTo>
                <a:lnTo>
                  <a:pt x="140506" y="57262"/>
                </a:lnTo>
                <a:lnTo>
                  <a:pt x="140730" y="57354"/>
                </a:lnTo>
                <a:lnTo>
                  <a:pt x="140948" y="57449"/>
                </a:lnTo>
                <a:lnTo>
                  <a:pt x="141159" y="57547"/>
                </a:lnTo>
                <a:lnTo>
                  <a:pt x="141362" y="57650"/>
                </a:lnTo>
                <a:lnTo>
                  <a:pt x="141558" y="57756"/>
                </a:lnTo>
                <a:lnTo>
                  <a:pt x="141748" y="57865"/>
                </a:lnTo>
                <a:lnTo>
                  <a:pt x="141929" y="57979"/>
                </a:lnTo>
                <a:lnTo>
                  <a:pt x="142104" y="58096"/>
                </a:lnTo>
                <a:lnTo>
                  <a:pt x="142272" y="58217"/>
                </a:lnTo>
                <a:lnTo>
                  <a:pt x="142432" y="58341"/>
                </a:lnTo>
                <a:lnTo>
                  <a:pt x="142586" y="58469"/>
                </a:lnTo>
                <a:lnTo>
                  <a:pt x="142733" y="58601"/>
                </a:lnTo>
                <a:lnTo>
                  <a:pt x="142873" y="58737"/>
                </a:lnTo>
                <a:lnTo>
                  <a:pt x="143007" y="58878"/>
                </a:lnTo>
                <a:lnTo>
                  <a:pt x="143135" y="59022"/>
                </a:lnTo>
                <a:lnTo>
                  <a:pt x="143256" y="59170"/>
                </a:lnTo>
                <a:lnTo>
                  <a:pt x="143370" y="59322"/>
                </a:lnTo>
                <a:lnTo>
                  <a:pt x="143478" y="59478"/>
                </a:lnTo>
                <a:lnTo>
                  <a:pt x="143579" y="59638"/>
                </a:lnTo>
                <a:lnTo>
                  <a:pt x="143674" y="59802"/>
                </a:lnTo>
                <a:lnTo>
                  <a:pt x="143762" y="59970"/>
                </a:lnTo>
                <a:lnTo>
                  <a:pt x="143844" y="60142"/>
                </a:lnTo>
                <a:lnTo>
                  <a:pt x="143919" y="60318"/>
                </a:lnTo>
                <a:lnTo>
                  <a:pt x="143988" y="60498"/>
                </a:lnTo>
                <a:lnTo>
                  <a:pt x="144050" y="60682"/>
                </a:lnTo>
                <a:lnTo>
                  <a:pt x="144105" y="60870"/>
                </a:lnTo>
                <a:lnTo>
                  <a:pt x="144155" y="61062"/>
                </a:lnTo>
                <a:lnTo>
                  <a:pt x="144197" y="61258"/>
                </a:lnTo>
                <a:lnTo>
                  <a:pt x="144233" y="61458"/>
                </a:lnTo>
                <a:lnTo>
                  <a:pt x="144262" y="61662"/>
                </a:lnTo>
                <a:lnTo>
                  <a:pt x="144285" y="61870"/>
                </a:lnTo>
                <a:lnTo>
                  <a:pt x="144302" y="62082"/>
                </a:lnTo>
                <a:lnTo>
                  <a:pt x="144311" y="62298"/>
                </a:lnTo>
                <a:lnTo>
                  <a:pt x="144315" y="62518"/>
                </a:lnTo>
                <a:lnTo>
                  <a:pt x="144311" y="62753"/>
                </a:lnTo>
                <a:lnTo>
                  <a:pt x="144300" y="62984"/>
                </a:lnTo>
                <a:lnTo>
                  <a:pt x="144282" y="63211"/>
                </a:lnTo>
                <a:lnTo>
                  <a:pt x="144256" y="63433"/>
                </a:lnTo>
                <a:lnTo>
                  <a:pt x="144223" y="63652"/>
                </a:lnTo>
                <a:lnTo>
                  <a:pt x="144183" y="63866"/>
                </a:lnTo>
                <a:lnTo>
                  <a:pt x="144135" y="64076"/>
                </a:lnTo>
                <a:lnTo>
                  <a:pt x="144080" y="64282"/>
                </a:lnTo>
                <a:lnTo>
                  <a:pt x="144018" y="64484"/>
                </a:lnTo>
                <a:lnTo>
                  <a:pt x="143948" y="64682"/>
                </a:lnTo>
                <a:lnTo>
                  <a:pt x="143871" y="64876"/>
                </a:lnTo>
                <a:lnTo>
                  <a:pt x="143787" y="65065"/>
                </a:lnTo>
                <a:lnTo>
                  <a:pt x="143695" y="65251"/>
                </a:lnTo>
                <a:lnTo>
                  <a:pt x="143596" y="65432"/>
                </a:lnTo>
                <a:lnTo>
                  <a:pt x="143490" y="65609"/>
                </a:lnTo>
                <a:lnTo>
                  <a:pt x="143376" y="65782"/>
                </a:lnTo>
                <a:lnTo>
                  <a:pt x="143256" y="65951"/>
                </a:lnTo>
                <a:lnTo>
                  <a:pt x="143127" y="66115"/>
                </a:lnTo>
                <a:lnTo>
                  <a:pt x="142992" y="66276"/>
                </a:lnTo>
                <a:lnTo>
                  <a:pt x="142849" y="66432"/>
                </a:lnTo>
                <a:lnTo>
                  <a:pt x="142698" y="66584"/>
                </a:lnTo>
                <a:lnTo>
                  <a:pt x="142541" y="66732"/>
                </a:lnTo>
                <a:lnTo>
                  <a:pt x="142376" y="66876"/>
                </a:lnTo>
                <a:lnTo>
                  <a:pt x="142204" y="67016"/>
                </a:lnTo>
                <a:lnTo>
                  <a:pt x="142024" y="67151"/>
                </a:lnTo>
                <a:lnTo>
                  <a:pt x="141837" y="67280"/>
                </a:lnTo>
                <a:lnTo>
                  <a:pt x="141643" y="67404"/>
                </a:lnTo>
                <a:lnTo>
                  <a:pt x="141441" y="67521"/>
                </a:lnTo>
                <a:lnTo>
                  <a:pt x="141232" y="67633"/>
                </a:lnTo>
                <a:lnTo>
                  <a:pt x="141016" y="67739"/>
                </a:lnTo>
                <a:lnTo>
                  <a:pt x="140793" y="67840"/>
                </a:lnTo>
                <a:lnTo>
                  <a:pt x="140562" y="67934"/>
                </a:lnTo>
                <a:lnTo>
                  <a:pt x="140323" y="68023"/>
                </a:lnTo>
                <a:lnTo>
                  <a:pt x="140078" y="68107"/>
                </a:lnTo>
                <a:lnTo>
                  <a:pt x="139825" y="68184"/>
                </a:lnTo>
                <a:lnTo>
                  <a:pt x="139565" y="68256"/>
                </a:lnTo>
                <a:lnTo>
                  <a:pt x="139297" y="68322"/>
                </a:lnTo>
                <a:lnTo>
                  <a:pt x="139022" y="68382"/>
                </a:lnTo>
                <a:lnTo>
                  <a:pt x="138740" y="68437"/>
                </a:lnTo>
                <a:lnTo>
                  <a:pt x="138450" y="68485"/>
                </a:lnTo>
                <a:lnTo>
                  <a:pt x="138153" y="68528"/>
                </a:lnTo>
                <a:lnTo>
                  <a:pt x="137849" y="68566"/>
                </a:lnTo>
                <a:lnTo>
                  <a:pt x="137537" y="68597"/>
                </a:lnTo>
                <a:lnTo>
                  <a:pt x="137218" y="68623"/>
                </a:lnTo>
                <a:lnTo>
                  <a:pt x="136892" y="68643"/>
                </a:lnTo>
                <a:lnTo>
                  <a:pt x="136558" y="68658"/>
                </a:lnTo>
                <a:lnTo>
                  <a:pt x="136217" y="68666"/>
                </a:lnTo>
                <a:lnTo>
                  <a:pt x="135869" y="68669"/>
                </a:lnTo>
                <a:lnTo>
                  <a:pt x="131831" y="68669"/>
                </a:lnTo>
                <a:lnTo>
                  <a:pt x="131542" y="68667"/>
                </a:lnTo>
                <a:lnTo>
                  <a:pt x="131258" y="68659"/>
                </a:lnTo>
                <a:lnTo>
                  <a:pt x="130979" y="68646"/>
                </a:lnTo>
                <a:lnTo>
                  <a:pt x="130705" y="68628"/>
                </a:lnTo>
                <a:lnTo>
                  <a:pt x="130435" y="68605"/>
                </a:lnTo>
                <a:lnTo>
                  <a:pt x="130169" y="68577"/>
                </a:lnTo>
                <a:lnTo>
                  <a:pt x="129909" y="68544"/>
                </a:lnTo>
                <a:lnTo>
                  <a:pt x="129652" y="68506"/>
                </a:lnTo>
                <a:lnTo>
                  <a:pt x="129401" y="68463"/>
                </a:lnTo>
                <a:lnTo>
                  <a:pt x="129154" y="68414"/>
                </a:lnTo>
                <a:lnTo>
                  <a:pt x="128912" y="68361"/>
                </a:lnTo>
                <a:lnTo>
                  <a:pt x="128674" y="68302"/>
                </a:lnTo>
                <a:lnTo>
                  <a:pt x="128441" y="68238"/>
                </a:lnTo>
                <a:lnTo>
                  <a:pt x="128213" y="68170"/>
                </a:lnTo>
                <a:lnTo>
                  <a:pt x="127989" y="68096"/>
                </a:lnTo>
                <a:lnTo>
                  <a:pt x="127770" y="68017"/>
                </a:lnTo>
                <a:lnTo>
                  <a:pt x="127556" y="67933"/>
                </a:lnTo>
                <a:lnTo>
                  <a:pt x="127346" y="67843"/>
                </a:lnTo>
                <a:lnTo>
                  <a:pt x="127141" y="67749"/>
                </a:lnTo>
                <a:lnTo>
                  <a:pt x="126940" y="67650"/>
                </a:lnTo>
                <a:lnTo>
                  <a:pt x="126744" y="67545"/>
                </a:lnTo>
                <a:lnTo>
                  <a:pt x="126553" y="67436"/>
                </a:lnTo>
                <a:lnTo>
                  <a:pt x="126366" y="67321"/>
                </a:lnTo>
                <a:lnTo>
                  <a:pt x="126184" y="67201"/>
                </a:lnTo>
                <a:lnTo>
                  <a:pt x="126008" y="67077"/>
                </a:lnTo>
                <a:lnTo>
                  <a:pt x="125838" y="66950"/>
                </a:lnTo>
                <a:lnTo>
                  <a:pt x="125676" y="66819"/>
                </a:lnTo>
                <a:lnTo>
                  <a:pt x="125520" y="66686"/>
                </a:lnTo>
                <a:lnTo>
                  <a:pt x="125371" y="66549"/>
                </a:lnTo>
                <a:lnTo>
                  <a:pt x="125229" y="66409"/>
                </a:lnTo>
                <a:lnTo>
                  <a:pt x="125094" y="66266"/>
                </a:lnTo>
                <a:lnTo>
                  <a:pt x="124965" y="66119"/>
                </a:lnTo>
                <a:lnTo>
                  <a:pt x="124844" y="65970"/>
                </a:lnTo>
                <a:lnTo>
                  <a:pt x="124729" y="65817"/>
                </a:lnTo>
                <a:lnTo>
                  <a:pt x="124621" y="65661"/>
                </a:lnTo>
                <a:lnTo>
                  <a:pt x="124520" y="65502"/>
                </a:lnTo>
                <a:lnTo>
                  <a:pt x="124426" y="65340"/>
                </a:lnTo>
                <a:lnTo>
                  <a:pt x="124339" y="65174"/>
                </a:lnTo>
                <a:lnTo>
                  <a:pt x="124258" y="65006"/>
                </a:lnTo>
                <a:lnTo>
                  <a:pt x="124185" y="64834"/>
                </a:lnTo>
                <a:lnTo>
                  <a:pt x="124118" y="64659"/>
                </a:lnTo>
                <a:lnTo>
                  <a:pt x="124058" y="64481"/>
                </a:lnTo>
                <a:lnTo>
                  <a:pt x="124005" y="64299"/>
                </a:lnTo>
                <a:lnTo>
                  <a:pt x="123959" y="64115"/>
                </a:lnTo>
                <a:lnTo>
                  <a:pt x="123920" y="63927"/>
                </a:lnTo>
                <a:lnTo>
                  <a:pt x="123888" y="63736"/>
                </a:lnTo>
                <a:lnTo>
                  <a:pt x="123862" y="63542"/>
                </a:lnTo>
                <a:lnTo>
                  <a:pt x="123843" y="63345"/>
                </a:lnTo>
                <a:lnTo>
                  <a:pt x="112368" y="63345"/>
                </a:lnTo>
                <a:lnTo>
                  <a:pt x="112387" y="63710"/>
                </a:lnTo>
                <a:lnTo>
                  <a:pt x="112414" y="64071"/>
                </a:lnTo>
                <a:lnTo>
                  <a:pt x="112449" y="64428"/>
                </a:lnTo>
                <a:lnTo>
                  <a:pt x="112491" y="64781"/>
                </a:lnTo>
                <a:lnTo>
                  <a:pt x="112542" y="65131"/>
                </a:lnTo>
                <a:lnTo>
                  <a:pt x="112600" y="65476"/>
                </a:lnTo>
                <a:lnTo>
                  <a:pt x="112666" y="65817"/>
                </a:lnTo>
                <a:lnTo>
                  <a:pt x="112740" y="66154"/>
                </a:lnTo>
                <a:lnTo>
                  <a:pt x="112822" y="66488"/>
                </a:lnTo>
                <a:lnTo>
                  <a:pt x="112911" y="66817"/>
                </a:lnTo>
                <a:lnTo>
                  <a:pt x="113008" y="67142"/>
                </a:lnTo>
                <a:lnTo>
                  <a:pt x="113113" y="67464"/>
                </a:lnTo>
                <a:lnTo>
                  <a:pt x="113226" y="67781"/>
                </a:lnTo>
                <a:lnTo>
                  <a:pt x="113347" y="68095"/>
                </a:lnTo>
                <a:lnTo>
                  <a:pt x="113475" y="68404"/>
                </a:lnTo>
                <a:lnTo>
                  <a:pt x="113612" y="68709"/>
                </a:lnTo>
                <a:lnTo>
                  <a:pt x="113756" y="69011"/>
                </a:lnTo>
                <a:lnTo>
                  <a:pt x="113908" y="69308"/>
                </a:lnTo>
                <a:lnTo>
                  <a:pt x="114067" y="69602"/>
                </a:lnTo>
                <a:lnTo>
                  <a:pt x="114235" y="69891"/>
                </a:lnTo>
                <a:lnTo>
                  <a:pt x="114410" y="70177"/>
                </a:lnTo>
                <a:lnTo>
                  <a:pt x="114593" y="70459"/>
                </a:lnTo>
                <a:lnTo>
                  <a:pt x="114784" y="70736"/>
                </a:lnTo>
                <a:lnTo>
                  <a:pt x="114983" y="71010"/>
                </a:lnTo>
                <a:lnTo>
                  <a:pt x="115189" y="71279"/>
                </a:lnTo>
                <a:lnTo>
                  <a:pt x="115402" y="71543"/>
                </a:lnTo>
                <a:lnTo>
                  <a:pt x="115621" y="71802"/>
                </a:lnTo>
                <a:lnTo>
                  <a:pt x="115846" y="72056"/>
                </a:lnTo>
                <a:lnTo>
                  <a:pt x="116079" y="72306"/>
                </a:lnTo>
                <a:lnTo>
                  <a:pt x="116317" y="72550"/>
                </a:lnTo>
                <a:lnTo>
                  <a:pt x="116563" y="72790"/>
                </a:lnTo>
                <a:lnTo>
                  <a:pt x="116814" y="73024"/>
                </a:lnTo>
                <a:lnTo>
                  <a:pt x="117073" y="73254"/>
                </a:lnTo>
                <a:lnTo>
                  <a:pt x="117337" y="73478"/>
                </a:lnTo>
                <a:lnTo>
                  <a:pt x="117609" y="73698"/>
                </a:lnTo>
                <a:lnTo>
                  <a:pt x="117887" y="73913"/>
                </a:lnTo>
                <a:lnTo>
                  <a:pt x="118171" y="74122"/>
                </a:lnTo>
                <a:lnTo>
                  <a:pt x="118462" y="74327"/>
                </a:lnTo>
                <a:lnTo>
                  <a:pt x="118760" y="74527"/>
                </a:lnTo>
                <a:lnTo>
                  <a:pt x="119064" y="74722"/>
                </a:lnTo>
                <a:lnTo>
                  <a:pt x="119374" y="74912"/>
                </a:lnTo>
                <a:lnTo>
                  <a:pt x="119691" y="75098"/>
                </a:lnTo>
                <a:lnTo>
                  <a:pt x="120015" y="75278"/>
                </a:lnTo>
                <a:lnTo>
                  <a:pt x="120345" y="75453"/>
                </a:lnTo>
                <a:lnTo>
                  <a:pt x="120682" y="75623"/>
                </a:lnTo>
                <a:lnTo>
                  <a:pt x="121025" y="75789"/>
                </a:lnTo>
                <a:lnTo>
                  <a:pt x="121375" y="75949"/>
                </a:lnTo>
                <a:lnTo>
                  <a:pt x="121731" y="76105"/>
                </a:lnTo>
                <a:lnTo>
                  <a:pt x="122093" y="76254"/>
                </a:lnTo>
                <a:lnTo>
                  <a:pt x="122460" y="76398"/>
                </a:lnTo>
                <a:lnTo>
                  <a:pt x="122833" y="76535"/>
                </a:lnTo>
                <a:lnTo>
                  <a:pt x="123210" y="76666"/>
                </a:lnTo>
                <a:lnTo>
                  <a:pt x="123593" y="76790"/>
                </a:lnTo>
                <a:lnTo>
                  <a:pt x="123981" y="76908"/>
                </a:lnTo>
                <a:lnTo>
                  <a:pt x="124373" y="77020"/>
                </a:lnTo>
                <a:lnTo>
                  <a:pt x="124771" y="77125"/>
                </a:lnTo>
                <a:lnTo>
                  <a:pt x="125174" y="77224"/>
                </a:lnTo>
                <a:lnTo>
                  <a:pt x="125582" y="77316"/>
                </a:lnTo>
                <a:lnTo>
                  <a:pt x="125995" y="77402"/>
                </a:lnTo>
                <a:lnTo>
                  <a:pt x="126414" y="77482"/>
                </a:lnTo>
                <a:lnTo>
                  <a:pt x="126837" y="77555"/>
                </a:lnTo>
                <a:lnTo>
                  <a:pt x="127266" y="77622"/>
                </a:lnTo>
                <a:lnTo>
                  <a:pt x="127699" y="77683"/>
                </a:lnTo>
                <a:lnTo>
                  <a:pt x="128138" y="77737"/>
                </a:lnTo>
                <a:lnTo>
                  <a:pt x="128582" y="77785"/>
                </a:lnTo>
                <a:lnTo>
                  <a:pt x="129030" y="77826"/>
                </a:lnTo>
                <a:lnTo>
                  <a:pt x="129484" y="77861"/>
                </a:lnTo>
                <a:lnTo>
                  <a:pt x="129943" y="77890"/>
                </a:lnTo>
                <a:lnTo>
                  <a:pt x="130408" y="77912"/>
                </a:lnTo>
                <a:lnTo>
                  <a:pt x="130877" y="77928"/>
                </a:lnTo>
                <a:lnTo>
                  <a:pt x="131351" y="77938"/>
                </a:lnTo>
                <a:lnTo>
                  <a:pt x="131831" y="77941"/>
                </a:lnTo>
                <a:lnTo>
                  <a:pt x="135869" y="77941"/>
                </a:lnTo>
                <a:lnTo>
                  <a:pt x="136672" y="77934"/>
                </a:lnTo>
                <a:lnTo>
                  <a:pt x="137458" y="77913"/>
                </a:lnTo>
                <a:close/>
                <a:moveTo>
                  <a:pt x="81392" y="77924"/>
                </a:moveTo>
                <a:lnTo>
                  <a:pt x="82028" y="77863"/>
                </a:lnTo>
                <a:lnTo>
                  <a:pt x="82654" y="77788"/>
                </a:lnTo>
                <a:lnTo>
                  <a:pt x="83273" y="77700"/>
                </a:lnTo>
                <a:lnTo>
                  <a:pt x="83883" y="77599"/>
                </a:lnTo>
                <a:lnTo>
                  <a:pt x="84484" y="77484"/>
                </a:lnTo>
                <a:lnTo>
                  <a:pt x="85077" y="77355"/>
                </a:lnTo>
                <a:lnTo>
                  <a:pt x="85662" y="77213"/>
                </a:lnTo>
                <a:lnTo>
                  <a:pt x="86238" y="77057"/>
                </a:lnTo>
                <a:lnTo>
                  <a:pt x="86806" y="76887"/>
                </a:lnTo>
                <a:lnTo>
                  <a:pt x="87365" y="76705"/>
                </a:lnTo>
                <a:lnTo>
                  <a:pt x="87915" y="76508"/>
                </a:lnTo>
                <a:lnTo>
                  <a:pt x="88458" y="76298"/>
                </a:lnTo>
                <a:lnTo>
                  <a:pt x="88992" y="76075"/>
                </a:lnTo>
                <a:lnTo>
                  <a:pt x="89517" y="75838"/>
                </a:lnTo>
                <a:lnTo>
                  <a:pt x="90034" y="75587"/>
                </a:lnTo>
                <a:lnTo>
                  <a:pt x="90542" y="75323"/>
                </a:lnTo>
                <a:lnTo>
                  <a:pt x="91042" y="75045"/>
                </a:lnTo>
                <a:lnTo>
                  <a:pt x="91534" y="74754"/>
                </a:lnTo>
                <a:lnTo>
                  <a:pt x="92017" y="74449"/>
                </a:lnTo>
                <a:lnTo>
                  <a:pt x="92492" y="74131"/>
                </a:lnTo>
                <a:lnTo>
                  <a:pt x="92955" y="73801"/>
                </a:lnTo>
                <a:lnTo>
                  <a:pt x="93402" y="73462"/>
                </a:lnTo>
                <a:lnTo>
                  <a:pt x="93835" y="73115"/>
                </a:lnTo>
                <a:lnTo>
                  <a:pt x="94252" y="72758"/>
                </a:lnTo>
                <a:lnTo>
                  <a:pt x="94655" y="72392"/>
                </a:lnTo>
                <a:lnTo>
                  <a:pt x="95042" y="72017"/>
                </a:lnTo>
                <a:lnTo>
                  <a:pt x="95414" y="71633"/>
                </a:lnTo>
                <a:lnTo>
                  <a:pt x="95771" y="71239"/>
                </a:lnTo>
                <a:lnTo>
                  <a:pt x="96113" y="70837"/>
                </a:lnTo>
                <a:lnTo>
                  <a:pt x="96439" y="70426"/>
                </a:lnTo>
                <a:lnTo>
                  <a:pt x="96751" y="70005"/>
                </a:lnTo>
                <a:lnTo>
                  <a:pt x="97047" y="69575"/>
                </a:lnTo>
                <a:lnTo>
                  <a:pt x="97328" y="69137"/>
                </a:lnTo>
                <a:lnTo>
                  <a:pt x="97595" y="68689"/>
                </a:lnTo>
                <a:lnTo>
                  <a:pt x="97845" y="68232"/>
                </a:lnTo>
                <a:lnTo>
                  <a:pt x="98081" y="67766"/>
                </a:lnTo>
                <a:lnTo>
                  <a:pt x="98302" y="67291"/>
                </a:lnTo>
                <a:lnTo>
                  <a:pt x="98508" y="66807"/>
                </a:lnTo>
                <a:lnTo>
                  <a:pt x="98698" y="66314"/>
                </a:lnTo>
                <a:lnTo>
                  <a:pt x="98873" y="65812"/>
                </a:lnTo>
                <a:lnTo>
                  <a:pt x="99033" y="65300"/>
                </a:lnTo>
                <a:lnTo>
                  <a:pt x="99178" y="64780"/>
                </a:lnTo>
                <a:lnTo>
                  <a:pt x="99308" y="64250"/>
                </a:lnTo>
                <a:lnTo>
                  <a:pt x="99423" y="63712"/>
                </a:lnTo>
                <a:lnTo>
                  <a:pt x="88131" y="63712"/>
                </a:lnTo>
                <a:lnTo>
                  <a:pt x="88074" y="63924"/>
                </a:lnTo>
                <a:lnTo>
                  <a:pt x="88012" y="64131"/>
                </a:lnTo>
                <a:lnTo>
                  <a:pt x="87943" y="64335"/>
                </a:lnTo>
                <a:lnTo>
                  <a:pt x="87868" y="64534"/>
                </a:lnTo>
                <a:lnTo>
                  <a:pt x="87787" y="64729"/>
                </a:lnTo>
                <a:lnTo>
                  <a:pt x="87701" y="64919"/>
                </a:lnTo>
                <a:lnTo>
                  <a:pt x="87608" y="65106"/>
                </a:lnTo>
                <a:lnTo>
                  <a:pt x="87509" y="65288"/>
                </a:lnTo>
                <a:lnTo>
                  <a:pt x="87404" y="65465"/>
                </a:lnTo>
                <a:lnTo>
                  <a:pt x="87292" y="65638"/>
                </a:lnTo>
                <a:lnTo>
                  <a:pt x="87175" y="65807"/>
                </a:lnTo>
                <a:lnTo>
                  <a:pt x="87052" y="65972"/>
                </a:lnTo>
                <a:lnTo>
                  <a:pt x="86923" y="66133"/>
                </a:lnTo>
                <a:lnTo>
                  <a:pt x="86787" y="66289"/>
                </a:lnTo>
                <a:lnTo>
                  <a:pt x="86646" y="66440"/>
                </a:lnTo>
                <a:lnTo>
                  <a:pt x="86499" y="66588"/>
                </a:lnTo>
                <a:lnTo>
                  <a:pt x="86345" y="66731"/>
                </a:lnTo>
                <a:lnTo>
                  <a:pt x="86186" y="66870"/>
                </a:lnTo>
                <a:lnTo>
                  <a:pt x="86020" y="67005"/>
                </a:lnTo>
                <a:lnTo>
                  <a:pt x="85848" y="67135"/>
                </a:lnTo>
                <a:lnTo>
                  <a:pt x="85671" y="67261"/>
                </a:lnTo>
                <a:lnTo>
                  <a:pt x="85487" y="67382"/>
                </a:lnTo>
                <a:lnTo>
                  <a:pt x="85297" y="67500"/>
                </a:lnTo>
                <a:lnTo>
                  <a:pt x="85101" y="67613"/>
                </a:lnTo>
                <a:lnTo>
                  <a:pt x="84900" y="67721"/>
                </a:lnTo>
                <a:lnTo>
                  <a:pt x="84693" y="67825"/>
                </a:lnTo>
                <a:lnTo>
                  <a:pt x="84481" y="67925"/>
                </a:lnTo>
                <a:lnTo>
                  <a:pt x="84265" y="68020"/>
                </a:lnTo>
                <a:lnTo>
                  <a:pt x="84043" y="68110"/>
                </a:lnTo>
                <a:lnTo>
                  <a:pt x="83816" y="68195"/>
                </a:lnTo>
                <a:lnTo>
                  <a:pt x="83584" y="68276"/>
                </a:lnTo>
                <a:lnTo>
                  <a:pt x="83347" y="68352"/>
                </a:lnTo>
                <a:lnTo>
                  <a:pt x="83104" y="68424"/>
                </a:lnTo>
                <a:lnTo>
                  <a:pt x="82857" y="68491"/>
                </a:lnTo>
                <a:lnTo>
                  <a:pt x="82605" y="68553"/>
                </a:lnTo>
                <a:lnTo>
                  <a:pt x="82347" y="68611"/>
                </a:lnTo>
                <a:lnTo>
                  <a:pt x="82084" y="68664"/>
                </a:lnTo>
                <a:lnTo>
                  <a:pt x="81817" y="68713"/>
                </a:lnTo>
                <a:lnTo>
                  <a:pt x="81544" y="68757"/>
                </a:lnTo>
                <a:lnTo>
                  <a:pt x="81266" y="68796"/>
                </a:lnTo>
                <a:lnTo>
                  <a:pt x="80983" y="68830"/>
                </a:lnTo>
                <a:lnTo>
                  <a:pt x="80695" y="68860"/>
                </a:lnTo>
                <a:lnTo>
                  <a:pt x="80402" y="68886"/>
                </a:lnTo>
                <a:lnTo>
                  <a:pt x="80103" y="68907"/>
                </a:lnTo>
                <a:lnTo>
                  <a:pt x="79800" y="68923"/>
                </a:lnTo>
                <a:lnTo>
                  <a:pt x="79491" y="68934"/>
                </a:lnTo>
                <a:lnTo>
                  <a:pt x="79178" y="68941"/>
                </a:lnTo>
                <a:lnTo>
                  <a:pt x="78859" y="68944"/>
                </a:lnTo>
                <a:lnTo>
                  <a:pt x="78443" y="68939"/>
                </a:lnTo>
                <a:lnTo>
                  <a:pt x="78035" y="68925"/>
                </a:lnTo>
                <a:lnTo>
                  <a:pt x="77635" y="68901"/>
                </a:lnTo>
                <a:lnTo>
                  <a:pt x="77245" y="68868"/>
                </a:lnTo>
                <a:lnTo>
                  <a:pt x="76863" y="68826"/>
                </a:lnTo>
                <a:lnTo>
                  <a:pt x="76489" y="68774"/>
                </a:lnTo>
                <a:lnTo>
                  <a:pt x="76124" y="68713"/>
                </a:lnTo>
                <a:lnTo>
                  <a:pt x="75768" y="68643"/>
                </a:lnTo>
                <a:lnTo>
                  <a:pt x="75420" y="68563"/>
                </a:lnTo>
                <a:lnTo>
                  <a:pt x="75081" y="68474"/>
                </a:lnTo>
                <a:lnTo>
                  <a:pt x="74751" y="68375"/>
                </a:lnTo>
                <a:lnTo>
                  <a:pt x="74429" y="68267"/>
                </a:lnTo>
                <a:lnTo>
                  <a:pt x="74116" y="68149"/>
                </a:lnTo>
                <a:lnTo>
                  <a:pt x="73811" y="68022"/>
                </a:lnTo>
                <a:lnTo>
                  <a:pt x="73515" y="67886"/>
                </a:lnTo>
                <a:lnTo>
                  <a:pt x="73228" y="67740"/>
                </a:lnTo>
                <a:lnTo>
                  <a:pt x="72949" y="67585"/>
                </a:lnTo>
                <a:lnTo>
                  <a:pt x="72679" y="67421"/>
                </a:lnTo>
                <a:lnTo>
                  <a:pt x="72417" y="67247"/>
                </a:lnTo>
                <a:lnTo>
                  <a:pt x="72164" y="67063"/>
                </a:lnTo>
                <a:lnTo>
                  <a:pt x="71920" y="66871"/>
                </a:lnTo>
                <a:lnTo>
                  <a:pt x="71684" y="66668"/>
                </a:lnTo>
                <a:lnTo>
                  <a:pt x="71457" y="66457"/>
                </a:lnTo>
                <a:lnTo>
                  <a:pt x="71239" y="66236"/>
                </a:lnTo>
                <a:lnTo>
                  <a:pt x="71029" y="66006"/>
                </a:lnTo>
                <a:lnTo>
                  <a:pt x="70828" y="65766"/>
                </a:lnTo>
                <a:lnTo>
                  <a:pt x="70636" y="65518"/>
                </a:lnTo>
                <a:lnTo>
                  <a:pt x="70453" y="65261"/>
                </a:lnTo>
                <a:lnTo>
                  <a:pt x="70279" y="64994"/>
                </a:lnTo>
                <a:lnTo>
                  <a:pt x="70114" y="64718"/>
                </a:lnTo>
                <a:lnTo>
                  <a:pt x="69958" y="64434"/>
                </a:lnTo>
                <a:lnTo>
                  <a:pt x="69811" y="64140"/>
                </a:lnTo>
                <a:lnTo>
                  <a:pt x="69672" y="63837"/>
                </a:lnTo>
                <a:lnTo>
                  <a:pt x="69543" y="63525"/>
                </a:lnTo>
                <a:lnTo>
                  <a:pt x="69422" y="63204"/>
                </a:lnTo>
                <a:lnTo>
                  <a:pt x="69311" y="62874"/>
                </a:lnTo>
                <a:lnTo>
                  <a:pt x="69208" y="62535"/>
                </a:lnTo>
                <a:lnTo>
                  <a:pt x="69114" y="62186"/>
                </a:lnTo>
                <a:lnTo>
                  <a:pt x="69030" y="61829"/>
                </a:lnTo>
                <a:lnTo>
                  <a:pt x="68954" y="61463"/>
                </a:lnTo>
                <a:lnTo>
                  <a:pt x="68887" y="61087"/>
                </a:lnTo>
                <a:lnTo>
                  <a:pt x="68829" y="60702"/>
                </a:lnTo>
                <a:lnTo>
                  <a:pt x="68780" y="60309"/>
                </a:lnTo>
                <a:lnTo>
                  <a:pt x="68740" y="59906"/>
                </a:lnTo>
                <a:lnTo>
                  <a:pt x="68708" y="59494"/>
                </a:lnTo>
                <a:lnTo>
                  <a:pt x="68686" y="59073"/>
                </a:lnTo>
                <a:lnTo>
                  <a:pt x="68673" y="58643"/>
                </a:lnTo>
                <a:lnTo>
                  <a:pt x="68668" y="58204"/>
                </a:lnTo>
                <a:lnTo>
                  <a:pt x="68668" y="54623"/>
                </a:lnTo>
                <a:lnTo>
                  <a:pt x="99790" y="54623"/>
                </a:lnTo>
                <a:lnTo>
                  <a:pt x="99790" y="45535"/>
                </a:lnTo>
                <a:lnTo>
                  <a:pt x="99785" y="45040"/>
                </a:lnTo>
                <a:lnTo>
                  <a:pt x="99772" y="44551"/>
                </a:lnTo>
                <a:lnTo>
                  <a:pt x="99749" y="44067"/>
                </a:lnTo>
                <a:lnTo>
                  <a:pt x="99717" y="43588"/>
                </a:lnTo>
                <a:lnTo>
                  <a:pt x="99676" y="43114"/>
                </a:lnTo>
                <a:lnTo>
                  <a:pt x="99626" y="42646"/>
                </a:lnTo>
                <a:lnTo>
                  <a:pt x="99567" y="42183"/>
                </a:lnTo>
                <a:lnTo>
                  <a:pt x="99499" y="41725"/>
                </a:lnTo>
                <a:lnTo>
                  <a:pt x="99422" y="41272"/>
                </a:lnTo>
                <a:lnTo>
                  <a:pt x="99336" y="40825"/>
                </a:lnTo>
                <a:lnTo>
                  <a:pt x="99240" y="40383"/>
                </a:lnTo>
                <a:lnTo>
                  <a:pt x="99136" y="39946"/>
                </a:lnTo>
                <a:lnTo>
                  <a:pt x="99022" y="39515"/>
                </a:lnTo>
                <a:lnTo>
                  <a:pt x="98900" y="39088"/>
                </a:lnTo>
                <a:lnTo>
                  <a:pt x="98768" y="38667"/>
                </a:lnTo>
                <a:lnTo>
                  <a:pt x="98627" y="38252"/>
                </a:lnTo>
                <a:lnTo>
                  <a:pt x="98477" y="37841"/>
                </a:lnTo>
                <a:lnTo>
                  <a:pt x="98318" y="37436"/>
                </a:lnTo>
                <a:lnTo>
                  <a:pt x="98150" y="37036"/>
                </a:lnTo>
                <a:lnTo>
                  <a:pt x="97973" y="36642"/>
                </a:lnTo>
                <a:lnTo>
                  <a:pt x="97787" y="36252"/>
                </a:lnTo>
                <a:lnTo>
                  <a:pt x="97591" y="35868"/>
                </a:lnTo>
                <a:lnTo>
                  <a:pt x="97387" y="35489"/>
                </a:lnTo>
                <a:lnTo>
                  <a:pt x="97173" y="35116"/>
                </a:lnTo>
                <a:lnTo>
                  <a:pt x="96952" y="34748"/>
                </a:lnTo>
                <a:lnTo>
                  <a:pt x="96723" y="34387"/>
                </a:lnTo>
                <a:lnTo>
                  <a:pt x="96486" y="34033"/>
                </a:lnTo>
                <a:lnTo>
                  <a:pt x="96243" y="33686"/>
                </a:lnTo>
                <a:lnTo>
                  <a:pt x="95992" y="33346"/>
                </a:lnTo>
                <a:lnTo>
                  <a:pt x="95734" y="33012"/>
                </a:lnTo>
                <a:lnTo>
                  <a:pt x="95468" y="32686"/>
                </a:lnTo>
                <a:lnTo>
                  <a:pt x="95195" y="32366"/>
                </a:lnTo>
                <a:lnTo>
                  <a:pt x="94915" y="32053"/>
                </a:lnTo>
                <a:lnTo>
                  <a:pt x="94627" y="31747"/>
                </a:lnTo>
                <a:lnTo>
                  <a:pt x="94332" y="31448"/>
                </a:lnTo>
                <a:lnTo>
                  <a:pt x="94030" y="31156"/>
                </a:lnTo>
                <a:lnTo>
                  <a:pt x="93720" y="30871"/>
                </a:lnTo>
                <a:lnTo>
                  <a:pt x="93403" y="30592"/>
                </a:lnTo>
                <a:lnTo>
                  <a:pt x="93078" y="30321"/>
                </a:lnTo>
                <a:lnTo>
                  <a:pt x="92747" y="30056"/>
                </a:lnTo>
                <a:lnTo>
                  <a:pt x="92408" y="29798"/>
                </a:lnTo>
                <a:lnTo>
                  <a:pt x="92061" y="29547"/>
                </a:lnTo>
                <a:lnTo>
                  <a:pt x="91708" y="29303"/>
                </a:lnTo>
                <a:lnTo>
                  <a:pt x="91346" y="29065"/>
                </a:lnTo>
                <a:lnTo>
                  <a:pt x="90978" y="28835"/>
                </a:lnTo>
                <a:lnTo>
                  <a:pt x="90602" y="28611"/>
                </a:lnTo>
                <a:lnTo>
                  <a:pt x="90219" y="28394"/>
                </a:lnTo>
                <a:lnTo>
                  <a:pt x="89829" y="28184"/>
                </a:lnTo>
                <a:lnTo>
                  <a:pt x="89432" y="27982"/>
                </a:lnTo>
                <a:lnTo>
                  <a:pt x="89030" y="27788"/>
                </a:lnTo>
                <a:lnTo>
                  <a:pt x="88622" y="27603"/>
                </a:lnTo>
                <a:lnTo>
                  <a:pt x="88208" y="27427"/>
                </a:lnTo>
                <a:lnTo>
                  <a:pt x="87789" y="27259"/>
                </a:lnTo>
                <a:lnTo>
                  <a:pt x="87365" y="27100"/>
                </a:lnTo>
                <a:lnTo>
                  <a:pt x="86934" y="26949"/>
                </a:lnTo>
                <a:lnTo>
                  <a:pt x="86498" y="26807"/>
                </a:lnTo>
                <a:lnTo>
                  <a:pt x="86057" y="26673"/>
                </a:lnTo>
                <a:lnTo>
                  <a:pt x="85610" y="26549"/>
                </a:lnTo>
                <a:lnTo>
                  <a:pt x="85158" y="26432"/>
                </a:lnTo>
                <a:lnTo>
                  <a:pt x="84699" y="26325"/>
                </a:lnTo>
                <a:lnTo>
                  <a:pt x="84236" y="26226"/>
                </a:lnTo>
                <a:lnTo>
                  <a:pt x="83766" y="26135"/>
                </a:lnTo>
                <a:lnTo>
                  <a:pt x="83292" y="26054"/>
                </a:lnTo>
                <a:lnTo>
                  <a:pt x="82811" y="25980"/>
                </a:lnTo>
                <a:lnTo>
                  <a:pt x="82325" y="25916"/>
                </a:lnTo>
                <a:lnTo>
                  <a:pt x="81833" y="25860"/>
                </a:lnTo>
                <a:lnTo>
                  <a:pt x="81336" y="25812"/>
                </a:lnTo>
                <a:lnTo>
                  <a:pt x="80833" y="25774"/>
                </a:lnTo>
                <a:lnTo>
                  <a:pt x="80325" y="25744"/>
                </a:lnTo>
                <a:lnTo>
                  <a:pt x="79811" y="25722"/>
                </a:lnTo>
                <a:lnTo>
                  <a:pt x="79292" y="25709"/>
                </a:lnTo>
                <a:lnTo>
                  <a:pt x="78767" y="25705"/>
                </a:lnTo>
                <a:lnTo>
                  <a:pt x="78234" y="25709"/>
                </a:lnTo>
                <a:lnTo>
                  <a:pt x="77707" y="25722"/>
                </a:lnTo>
                <a:lnTo>
                  <a:pt x="77186" y="25744"/>
                </a:lnTo>
                <a:lnTo>
                  <a:pt x="76671" y="25774"/>
                </a:lnTo>
                <a:lnTo>
                  <a:pt x="76161" y="25812"/>
                </a:lnTo>
                <a:lnTo>
                  <a:pt x="75657" y="25860"/>
                </a:lnTo>
                <a:lnTo>
                  <a:pt x="75159" y="25916"/>
                </a:lnTo>
                <a:lnTo>
                  <a:pt x="74666" y="25980"/>
                </a:lnTo>
                <a:lnTo>
                  <a:pt x="74180" y="26054"/>
                </a:lnTo>
                <a:lnTo>
                  <a:pt x="73699" y="26135"/>
                </a:lnTo>
                <a:lnTo>
                  <a:pt x="73224" y="26226"/>
                </a:lnTo>
                <a:lnTo>
                  <a:pt x="72754" y="26325"/>
                </a:lnTo>
                <a:lnTo>
                  <a:pt x="72290" y="26432"/>
                </a:lnTo>
                <a:lnTo>
                  <a:pt x="71832" y="26549"/>
                </a:lnTo>
                <a:lnTo>
                  <a:pt x="71380" y="26673"/>
                </a:lnTo>
                <a:lnTo>
                  <a:pt x="70933" y="26807"/>
                </a:lnTo>
                <a:lnTo>
                  <a:pt x="70492" y="26949"/>
                </a:lnTo>
                <a:lnTo>
                  <a:pt x="70057" y="27100"/>
                </a:lnTo>
                <a:lnTo>
                  <a:pt x="69628" y="27259"/>
                </a:lnTo>
                <a:lnTo>
                  <a:pt x="69204" y="27427"/>
                </a:lnTo>
                <a:lnTo>
                  <a:pt x="68786" y="27603"/>
                </a:lnTo>
                <a:lnTo>
                  <a:pt x="68374" y="27788"/>
                </a:lnTo>
                <a:lnTo>
                  <a:pt x="67968" y="27982"/>
                </a:lnTo>
                <a:lnTo>
                  <a:pt x="67567" y="28184"/>
                </a:lnTo>
                <a:lnTo>
                  <a:pt x="67173" y="28394"/>
                </a:lnTo>
                <a:lnTo>
                  <a:pt x="66786" y="28611"/>
                </a:lnTo>
                <a:lnTo>
                  <a:pt x="66407" y="28835"/>
                </a:lnTo>
                <a:lnTo>
                  <a:pt x="66036" y="29065"/>
                </a:lnTo>
                <a:lnTo>
                  <a:pt x="65672" y="29303"/>
                </a:lnTo>
                <a:lnTo>
                  <a:pt x="65315" y="29547"/>
                </a:lnTo>
                <a:lnTo>
                  <a:pt x="64966" y="29798"/>
                </a:lnTo>
                <a:lnTo>
                  <a:pt x="64624" y="30056"/>
                </a:lnTo>
                <a:lnTo>
                  <a:pt x="64290" y="30321"/>
                </a:lnTo>
                <a:lnTo>
                  <a:pt x="63963" y="30592"/>
                </a:lnTo>
                <a:lnTo>
                  <a:pt x="63644" y="30871"/>
                </a:lnTo>
                <a:lnTo>
                  <a:pt x="63333" y="31156"/>
                </a:lnTo>
                <a:lnTo>
                  <a:pt x="63028" y="31448"/>
                </a:lnTo>
                <a:lnTo>
                  <a:pt x="62732" y="31747"/>
                </a:lnTo>
                <a:lnTo>
                  <a:pt x="62442" y="32053"/>
                </a:lnTo>
                <a:lnTo>
                  <a:pt x="62161" y="32366"/>
                </a:lnTo>
                <a:lnTo>
                  <a:pt x="61886" y="32686"/>
                </a:lnTo>
                <a:lnTo>
                  <a:pt x="61620" y="33012"/>
                </a:lnTo>
                <a:lnTo>
                  <a:pt x="61360" y="33346"/>
                </a:lnTo>
                <a:lnTo>
                  <a:pt x="61109" y="33686"/>
                </a:lnTo>
                <a:lnTo>
                  <a:pt x="60864" y="34033"/>
                </a:lnTo>
                <a:lnTo>
                  <a:pt x="60628" y="34387"/>
                </a:lnTo>
                <a:lnTo>
                  <a:pt x="60398" y="34748"/>
                </a:lnTo>
                <a:lnTo>
                  <a:pt x="60176" y="35116"/>
                </a:lnTo>
                <a:lnTo>
                  <a:pt x="59963" y="35489"/>
                </a:lnTo>
                <a:lnTo>
                  <a:pt x="59759" y="35868"/>
                </a:lnTo>
                <a:lnTo>
                  <a:pt x="59564" y="36252"/>
                </a:lnTo>
                <a:lnTo>
                  <a:pt x="59377" y="36642"/>
                </a:lnTo>
                <a:lnTo>
                  <a:pt x="59200" y="37036"/>
                </a:lnTo>
                <a:lnTo>
                  <a:pt x="59032" y="37436"/>
                </a:lnTo>
                <a:lnTo>
                  <a:pt x="58873" y="37841"/>
                </a:lnTo>
                <a:lnTo>
                  <a:pt x="58724" y="38252"/>
                </a:lnTo>
                <a:lnTo>
                  <a:pt x="58583" y="38667"/>
                </a:lnTo>
                <a:lnTo>
                  <a:pt x="58451" y="39088"/>
                </a:lnTo>
                <a:lnTo>
                  <a:pt x="58329" y="39515"/>
                </a:lnTo>
                <a:lnTo>
                  <a:pt x="58215" y="39946"/>
                </a:lnTo>
                <a:lnTo>
                  <a:pt x="58111" y="40383"/>
                </a:lnTo>
                <a:lnTo>
                  <a:pt x="58015" y="40825"/>
                </a:lnTo>
                <a:lnTo>
                  <a:pt x="57929" y="41272"/>
                </a:lnTo>
                <a:lnTo>
                  <a:pt x="57852" y="41725"/>
                </a:lnTo>
                <a:lnTo>
                  <a:pt x="57784" y="42183"/>
                </a:lnTo>
                <a:lnTo>
                  <a:pt x="57725" y="42646"/>
                </a:lnTo>
                <a:lnTo>
                  <a:pt x="57675" y="43114"/>
                </a:lnTo>
                <a:lnTo>
                  <a:pt x="57634" y="43588"/>
                </a:lnTo>
                <a:lnTo>
                  <a:pt x="57602" y="44067"/>
                </a:lnTo>
                <a:lnTo>
                  <a:pt x="57579" y="44551"/>
                </a:lnTo>
                <a:lnTo>
                  <a:pt x="57566" y="45040"/>
                </a:lnTo>
                <a:lnTo>
                  <a:pt x="57561" y="45535"/>
                </a:lnTo>
                <a:lnTo>
                  <a:pt x="57561" y="58204"/>
                </a:lnTo>
                <a:lnTo>
                  <a:pt x="57566" y="58698"/>
                </a:lnTo>
                <a:lnTo>
                  <a:pt x="57579" y="59187"/>
                </a:lnTo>
                <a:lnTo>
                  <a:pt x="57602" y="59672"/>
                </a:lnTo>
                <a:lnTo>
                  <a:pt x="57634" y="60150"/>
                </a:lnTo>
                <a:lnTo>
                  <a:pt x="57675" y="60624"/>
                </a:lnTo>
                <a:lnTo>
                  <a:pt x="57725" y="61092"/>
                </a:lnTo>
                <a:lnTo>
                  <a:pt x="57784" y="61555"/>
                </a:lnTo>
                <a:lnTo>
                  <a:pt x="57852" y="62013"/>
                </a:lnTo>
                <a:lnTo>
                  <a:pt x="57929" y="62465"/>
                </a:lnTo>
                <a:lnTo>
                  <a:pt x="58015" y="62913"/>
                </a:lnTo>
                <a:lnTo>
                  <a:pt x="58111" y="63355"/>
                </a:lnTo>
                <a:lnTo>
                  <a:pt x="58215" y="63791"/>
                </a:lnTo>
                <a:lnTo>
                  <a:pt x="58329" y="64223"/>
                </a:lnTo>
                <a:lnTo>
                  <a:pt x="58451" y="64649"/>
                </a:lnTo>
                <a:lnTo>
                  <a:pt x="58583" y="65070"/>
                </a:lnTo>
                <a:lnTo>
                  <a:pt x="58724" y="65486"/>
                </a:lnTo>
                <a:lnTo>
                  <a:pt x="58873" y="65896"/>
                </a:lnTo>
                <a:lnTo>
                  <a:pt x="59032" y="66302"/>
                </a:lnTo>
                <a:lnTo>
                  <a:pt x="59200" y="66702"/>
                </a:lnTo>
                <a:lnTo>
                  <a:pt x="59377" y="67096"/>
                </a:lnTo>
                <a:lnTo>
                  <a:pt x="59564" y="67486"/>
                </a:lnTo>
                <a:lnTo>
                  <a:pt x="59759" y="67870"/>
                </a:lnTo>
                <a:lnTo>
                  <a:pt x="59963" y="68249"/>
                </a:lnTo>
                <a:lnTo>
                  <a:pt x="60176" y="68623"/>
                </a:lnTo>
                <a:lnTo>
                  <a:pt x="60398" y="68990"/>
                </a:lnTo>
                <a:lnTo>
                  <a:pt x="60628" y="69351"/>
                </a:lnTo>
                <a:lnTo>
                  <a:pt x="60864" y="69705"/>
                </a:lnTo>
                <a:lnTo>
                  <a:pt x="61109" y="70052"/>
                </a:lnTo>
                <a:lnTo>
                  <a:pt x="61360" y="70392"/>
                </a:lnTo>
                <a:lnTo>
                  <a:pt x="61620" y="70725"/>
                </a:lnTo>
                <a:lnTo>
                  <a:pt x="61886" y="71052"/>
                </a:lnTo>
                <a:lnTo>
                  <a:pt x="62161" y="71372"/>
                </a:lnTo>
                <a:lnTo>
                  <a:pt x="62442" y="71684"/>
                </a:lnTo>
                <a:lnTo>
                  <a:pt x="62732" y="71990"/>
                </a:lnTo>
                <a:lnTo>
                  <a:pt x="63028" y="72289"/>
                </a:lnTo>
                <a:lnTo>
                  <a:pt x="63333" y="72582"/>
                </a:lnTo>
                <a:lnTo>
                  <a:pt x="63644" y="72867"/>
                </a:lnTo>
                <a:lnTo>
                  <a:pt x="63963" y="73145"/>
                </a:lnTo>
                <a:lnTo>
                  <a:pt x="64290" y="73417"/>
                </a:lnTo>
                <a:lnTo>
                  <a:pt x="64624" y="73682"/>
                </a:lnTo>
                <a:lnTo>
                  <a:pt x="64966" y="73940"/>
                </a:lnTo>
                <a:lnTo>
                  <a:pt x="65315" y="74191"/>
                </a:lnTo>
                <a:lnTo>
                  <a:pt x="65672" y="74435"/>
                </a:lnTo>
                <a:lnTo>
                  <a:pt x="66036" y="74673"/>
                </a:lnTo>
                <a:lnTo>
                  <a:pt x="66407" y="74903"/>
                </a:lnTo>
                <a:lnTo>
                  <a:pt x="66786" y="75127"/>
                </a:lnTo>
                <a:lnTo>
                  <a:pt x="67173" y="75344"/>
                </a:lnTo>
                <a:lnTo>
                  <a:pt x="67567" y="75554"/>
                </a:lnTo>
                <a:lnTo>
                  <a:pt x="67968" y="75756"/>
                </a:lnTo>
                <a:lnTo>
                  <a:pt x="68374" y="75950"/>
                </a:lnTo>
                <a:lnTo>
                  <a:pt x="68786" y="76135"/>
                </a:lnTo>
                <a:lnTo>
                  <a:pt x="69204" y="76311"/>
                </a:lnTo>
                <a:lnTo>
                  <a:pt x="69628" y="76479"/>
                </a:lnTo>
                <a:lnTo>
                  <a:pt x="70057" y="76638"/>
                </a:lnTo>
                <a:lnTo>
                  <a:pt x="70492" y="76789"/>
                </a:lnTo>
                <a:lnTo>
                  <a:pt x="70933" y="76931"/>
                </a:lnTo>
                <a:lnTo>
                  <a:pt x="71380" y="77064"/>
                </a:lnTo>
                <a:lnTo>
                  <a:pt x="71832" y="77189"/>
                </a:lnTo>
                <a:lnTo>
                  <a:pt x="72290" y="77305"/>
                </a:lnTo>
                <a:lnTo>
                  <a:pt x="72754" y="77413"/>
                </a:lnTo>
                <a:lnTo>
                  <a:pt x="73224" y="77512"/>
                </a:lnTo>
                <a:lnTo>
                  <a:pt x="73699" y="77602"/>
                </a:lnTo>
                <a:lnTo>
                  <a:pt x="74180" y="77684"/>
                </a:lnTo>
                <a:lnTo>
                  <a:pt x="74666" y="77757"/>
                </a:lnTo>
                <a:lnTo>
                  <a:pt x="75159" y="77821"/>
                </a:lnTo>
                <a:lnTo>
                  <a:pt x="75657" y="77877"/>
                </a:lnTo>
                <a:lnTo>
                  <a:pt x="76161" y="77925"/>
                </a:lnTo>
                <a:lnTo>
                  <a:pt x="76671" y="77963"/>
                </a:lnTo>
                <a:lnTo>
                  <a:pt x="77186" y="77993"/>
                </a:lnTo>
                <a:lnTo>
                  <a:pt x="77707" y="78015"/>
                </a:lnTo>
                <a:lnTo>
                  <a:pt x="78234" y="78028"/>
                </a:lnTo>
                <a:lnTo>
                  <a:pt x="78767" y="78032"/>
                </a:lnTo>
                <a:lnTo>
                  <a:pt x="79436" y="78025"/>
                </a:lnTo>
                <a:lnTo>
                  <a:pt x="80096" y="78005"/>
                </a:lnTo>
                <a:lnTo>
                  <a:pt x="80749" y="77971"/>
                </a:lnTo>
                <a:lnTo>
                  <a:pt x="81392" y="77924"/>
                </a:lnTo>
                <a:close/>
                <a:moveTo>
                  <a:pt x="68673" y="45103"/>
                </a:moveTo>
                <a:lnTo>
                  <a:pt x="68686" y="44679"/>
                </a:lnTo>
                <a:lnTo>
                  <a:pt x="68708" y="44264"/>
                </a:lnTo>
                <a:lnTo>
                  <a:pt x="68740" y="43857"/>
                </a:lnTo>
                <a:lnTo>
                  <a:pt x="68780" y="43458"/>
                </a:lnTo>
                <a:lnTo>
                  <a:pt x="68829" y="43067"/>
                </a:lnTo>
                <a:lnTo>
                  <a:pt x="68887" y="42685"/>
                </a:lnTo>
                <a:lnTo>
                  <a:pt x="68954" y="42311"/>
                </a:lnTo>
                <a:lnTo>
                  <a:pt x="69030" y="41946"/>
                </a:lnTo>
                <a:lnTo>
                  <a:pt x="69114" y="41588"/>
                </a:lnTo>
                <a:lnTo>
                  <a:pt x="69208" y="41239"/>
                </a:lnTo>
                <a:lnTo>
                  <a:pt x="69311" y="40898"/>
                </a:lnTo>
                <a:lnTo>
                  <a:pt x="69422" y="40566"/>
                </a:lnTo>
                <a:lnTo>
                  <a:pt x="69543" y="40242"/>
                </a:lnTo>
                <a:lnTo>
                  <a:pt x="69672" y="39926"/>
                </a:lnTo>
                <a:lnTo>
                  <a:pt x="69811" y="39618"/>
                </a:lnTo>
                <a:lnTo>
                  <a:pt x="69958" y="39319"/>
                </a:lnTo>
                <a:lnTo>
                  <a:pt x="70114" y="39028"/>
                </a:lnTo>
                <a:lnTo>
                  <a:pt x="70279" y="38745"/>
                </a:lnTo>
                <a:lnTo>
                  <a:pt x="70453" y="38471"/>
                </a:lnTo>
                <a:lnTo>
                  <a:pt x="70636" y="38205"/>
                </a:lnTo>
                <a:lnTo>
                  <a:pt x="70828" y="37947"/>
                </a:lnTo>
                <a:lnTo>
                  <a:pt x="71029" y="37697"/>
                </a:lnTo>
                <a:lnTo>
                  <a:pt x="71239" y="37456"/>
                </a:lnTo>
                <a:lnTo>
                  <a:pt x="71457" y="37224"/>
                </a:lnTo>
                <a:lnTo>
                  <a:pt x="71684" y="37002"/>
                </a:lnTo>
                <a:lnTo>
                  <a:pt x="71919" y="36789"/>
                </a:lnTo>
                <a:lnTo>
                  <a:pt x="72162" y="36587"/>
                </a:lnTo>
                <a:lnTo>
                  <a:pt x="72413" y="36394"/>
                </a:lnTo>
                <a:lnTo>
                  <a:pt x="72673" y="36211"/>
                </a:lnTo>
                <a:lnTo>
                  <a:pt x="72941" y="36038"/>
                </a:lnTo>
                <a:lnTo>
                  <a:pt x="73218" y="35875"/>
                </a:lnTo>
                <a:lnTo>
                  <a:pt x="73502" y="35722"/>
                </a:lnTo>
                <a:lnTo>
                  <a:pt x="73795" y="35578"/>
                </a:lnTo>
                <a:lnTo>
                  <a:pt x="74096" y="35445"/>
                </a:lnTo>
                <a:lnTo>
                  <a:pt x="74406" y="35321"/>
                </a:lnTo>
                <a:lnTo>
                  <a:pt x="74724" y="35208"/>
                </a:lnTo>
                <a:lnTo>
                  <a:pt x="75050" y="35104"/>
                </a:lnTo>
                <a:lnTo>
                  <a:pt x="75384" y="35010"/>
                </a:lnTo>
                <a:lnTo>
                  <a:pt x="75727" y="34926"/>
                </a:lnTo>
                <a:lnTo>
                  <a:pt x="76078" y="34852"/>
                </a:lnTo>
                <a:lnTo>
                  <a:pt x="76437" y="34788"/>
                </a:lnTo>
                <a:lnTo>
                  <a:pt x="76805" y="34733"/>
                </a:lnTo>
                <a:lnTo>
                  <a:pt x="77180" y="34689"/>
                </a:lnTo>
                <a:lnTo>
                  <a:pt x="77565" y="34654"/>
                </a:lnTo>
                <a:lnTo>
                  <a:pt x="77957" y="34630"/>
                </a:lnTo>
                <a:lnTo>
                  <a:pt x="78358" y="34615"/>
                </a:lnTo>
                <a:lnTo>
                  <a:pt x="78767" y="34610"/>
                </a:lnTo>
                <a:lnTo>
                  <a:pt x="79175" y="34615"/>
                </a:lnTo>
                <a:lnTo>
                  <a:pt x="79576" y="34629"/>
                </a:lnTo>
                <a:lnTo>
                  <a:pt x="79967" y="34654"/>
                </a:lnTo>
                <a:lnTo>
                  <a:pt x="80350" y="34688"/>
                </a:lnTo>
                <a:lnTo>
                  <a:pt x="80725" y="34731"/>
                </a:lnTo>
                <a:lnTo>
                  <a:pt x="81090" y="34785"/>
                </a:lnTo>
                <a:lnTo>
                  <a:pt x="81448" y="34848"/>
                </a:lnTo>
                <a:lnTo>
                  <a:pt x="81796" y="34921"/>
                </a:lnTo>
                <a:lnTo>
                  <a:pt x="82136" y="35004"/>
                </a:lnTo>
                <a:lnTo>
                  <a:pt x="82467" y="35096"/>
                </a:lnTo>
                <a:lnTo>
                  <a:pt x="82790" y="35198"/>
                </a:lnTo>
                <a:lnTo>
                  <a:pt x="83104" y="35310"/>
                </a:lnTo>
                <a:lnTo>
                  <a:pt x="83410" y="35431"/>
                </a:lnTo>
                <a:lnTo>
                  <a:pt x="83707" y="35563"/>
                </a:lnTo>
                <a:lnTo>
                  <a:pt x="83995" y="35704"/>
                </a:lnTo>
                <a:lnTo>
                  <a:pt x="84275" y="35854"/>
                </a:lnTo>
                <a:lnTo>
                  <a:pt x="84546" y="36015"/>
                </a:lnTo>
                <a:lnTo>
                  <a:pt x="84808" y="36185"/>
                </a:lnTo>
                <a:lnTo>
                  <a:pt x="85062" y="36365"/>
                </a:lnTo>
                <a:lnTo>
                  <a:pt x="85307" y="36554"/>
                </a:lnTo>
                <a:lnTo>
                  <a:pt x="85544" y="36754"/>
                </a:lnTo>
                <a:lnTo>
                  <a:pt x="85772" y="36963"/>
                </a:lnTo>
                <a:lnTo>
                  <a:pt x="85991" y="37182"/>
                </a:lnTo>
                <a:lnTo>
                  <a:pt x="86202" y="37410"/>
                </a:lnTo>
                <a:lnTo>
                  <a:pt x="86404" y="37648"/>
                </a:lnTo>
                <a:lnTo>
                  <a:pt x="86598" y="37894"/>
                </a:lnTo>
                <a:lnTo>
                  <a:pt x="86783" y="38148"/>
                </a:lnTo>
                <a:lnTo>
                  <a:pt x="86960" y="38411"/>
                </a:lnTo>
                <a:lnTo>
                  <a:pt x="87128" y="38682"/>
                </a:lnTo>
                <a:lnTo>
                  <a:pt x="87287" y="38962"/>
                </a:lnTo>
                <a:lnTo>
                  <a:pt x="87438" y="39250"/>
                </a:lnTo>
                <a:lnTo>
                  <a:pt x="87580" y="39547"/>
                </a:lnTo>
                <a:lnTo>
                  <a:pt x="87713" y="39852"/>
                </a:lnTo>
                <a:lnTo>
                  <a:pt x="87838" y="40166"/>
                </a:lnTo>
                <a:lnTo>
                  <a:pt x="87954" y="40488"/>
                </a:lnTo>
                <a:lnTo>
                  <a:pt x="88062" y="40818"/>
                </a:lnTo>
                <a:lnTo>
                  <a:pt x="88161" y="41157"/>
                </a:lnTo>
                <a:lnTo>
                  <a:pt x="88251" y="41504"/>
                </a:lnTo>
                <a:lnTo>
                  <a:pt x="88333" y="41860"/>
                </a:lnTo>
                <a:lnTo>
                  <a:pt x="88406" y="42224"/>
                </a:lnTo>
                <a:lnTo>
                  <a:pt x="88471" y="42597"/>
                </a:lnTo>
                <a:lnTo>
                  <a:pt x="88527" y="42978"/>
                </a:lnTo>
                <a:lnTo>
                  <a:pt x="88574" y="43368"/>
                </a:lnTo>
                <a:lnTo>
                  <a:pt x="88613" y="43766"/>
                </a:lnTo>
                <a:lnTo>
                  <a:pt x="88643" y="44172"/>
                </a:lnTo>
                <a:lnTo>
                  <a:pt x="88664" y="44587"/>
                </a:lnTo>
                <a:lnTo>
                  <a:pt x="88677" y="45010"/>
                </a:lnTo>
                <a:lnTo>
                  <a:pt x="88682" y="45442"/>
                </a:lnTo>
                <a:lnTo>
                  <a:pt x="88682" y="47286"/>
                </a:lnTo>
                <a:lnTo>
                  <a:pt x="68668" y="47462"/>
                </a:lnTo>
                <a:lnTo>
                  <a:pt x="68668" y="45535"/>
                </a:lnTo>
                <a:lnTo>
                  <a:pt x="68673" y="45103"/>
                </a:lnTo>
                <a:close/>
                <a:moveTo>
                  <a:pt x="355329" y="77973"/>
                </a:moveTo>
                <a:lnTo>
                  <a:pt x="355627" y="77940"/>
                </a:lnTo>
                <a:lnTo>
                  <a:pt x="355919" y="77900"/>
                </a:lnTo>
                <a:lnTo>
                  <a:pt x="356206" y="77853"/>
                </a:lnTo>
                <a:lnTo>
                  <a:pt x="356488" y="77798"/>
                </a:lnTo>
                <a:lnTo>
                  <a:pt x="356765" y="77735"/>
                </a:lnTo>
                <a:lnTo>
                  <a:pt x="357036" y="77666"/>
                </a:lnTo>
                <a:lnTo>
                  <a:pt x="357302" y="77589"/>
                </a:lnTo>
                <a:lnTo>
                  <a:pt x="357563" y="77504"/>
                </a:lnTo>
                <a:lnTo>
                  <a:pt x="357818" y="77413"/>
                </a:lnTo>
                <a:lnTo>
                  <a:pt x="358069" y="77314"/>
                </a:lnTo>
                <a:lnTo>
                  <a:pt x="358314" y="77207"/>
                </a:lnTo>
                <a:lnTo>
                  <a:pt x="358553" y="77094"/>
                </a:lnTo>
                <a:lnTo>
                  <a:pt x="358788" y="76973"/>
                </a:lnTo>
                <a:lnTo>
                  <a:pt x="359017" y="76845"/>
                </a:lnTo>
                <a:lnTo>
                  <a:pt x="359241" y="76709"/>
                </a:lnTo>
                <a:lnTo>
                  <a:pt x="359460" y="76566"/>
                </a:lnTo>
                <a:lnTo>
                  <a:pt x="359673" y="76416"/>
                </a:lnTo>
                <a:lnTo>
                  <a:pt x="359881" y="76258"/>
                </a:lnTo>
                <a:lnTo>
                  <a:pt x="360084" y="76093"/>
                </a:lnTo>
                <a:lnTo>
                  <a:pt x="360282" y="75921"/>
                </a:lnTo>
                <a:lnTo>
                  <a:pt x="360473" y="75743"/>
                </a:lnTo>
                <a:lnTo>
                  <a:pt x="360656" y="75560"/>
                </a:lnTo>
                <a:lnTo>
                  <a:pt x="360831" y="75372"/>
                </a:lnTo>
                <a:lnTo>
                  <a:pt x="360998" y="75179"/>
                </a:lnTo>
                <a:lnTo>
                  <a:pt x="361156" y="74982"/>
                </a:lnTo>
                <a:lnTo>
                  <a:pt x="361307" y="74779"/>
                </a:lnTo>
                <a:lnTo>
                  <a:pt x="361449" y="74572"/>
                </a:lnTo>
                <a:lnTo>
                  <a:pt x="361583" y="74361"/>
                </a:lnTo>
                <a:lnTo>
                  <a:pt x="361709" y="74144"/>
                </a:lnTo>
                <a:lnTo>
                  <a:pt x="361827" y="73923"/>
                </a:lnTo>
                <a:lnTo>
                  <a:pt x="361937" y="73696"/>
                </a:lnTo>
                <a:lnTo>
                  <a:pt x="362039" y="73465"/>
                </a:lnTo>
                <a:lnTo>
                  <a:pt x="362132" y="73230"/>
                </a:lnTo>
                <a:lnTo>
                  <a:pt x="362218" y="72989"/>
                </a:lnTo>
                <a:lnTo>
                  <a:pt x="362295" y="72744"/>
                </a:lnTo>
                <a:lnTo>
                  <a:pt x="362364" y="72494"/>
                </a:lnTo>
                <a:lnTo>
                  <a:pt x="362425" y="72239"/>
                </a:lnTo>
                <a:lnTo>
                  <a:pt x="362478" y="71979"/>
                </a:lnTo>
                <a:lnTo>
                  <a:pt x="362523" y="71715"/>
                </a:lnTo>
                <a:lnTo>
                  <a:pt x="362559" y="71446"/>
                </a:lnTo>
                <a:lnTo>
                  <a:pt x="362588" y="71171"/>
                </a:lnTo>
                <a:lnTo>
                  <a:pt x="362608" y="70893"/>
                </a:lnTo>
                <a:lnTo>
                  <a:pt x="362620" y="70609"/>
                </a:lnTo>
                <a:lnTo>
                  <a:pt x="362624" y="70321"/>
                </a:lnTo>
                <a:lnTo>
                  <a:pt x="362620" y="70032"/>
                </a:lnTo>
                <a:lnTo>
                  <a:pt x="362608" y="69749"/>
                </a:lnTo>
                <a:lnTo>
                  <a:pt x="362588" y="69470"/>
                </a:lnTo>
                <a:lnTo>
                  <a:pt x="362559" y="69196"/>
                </a:lnTo>
                <a:lnTo>
                  <a:pt x="362523" y="68927"/>
                </a:lnTo>
                <a:lnTo>
                  <a:pt x="362478" y="68663"/>
                </a:lnTo>
                <a:lnTo>
                  <a:pt x="362425" y="68403"/>
                </a:lnTo>
                <a:lnTo>
                  <a:pt x="362364" y="68148"/>
                </a:lnTo>
                <a:lnTo>
                  <a:pt x="362295" y="67898"/>
                </a:lnTo>
                <a:lnTo>
                  <a:pt x="362218" y="67653"/>
                </a:lnTo>
                <a:lnTo>
                  <a:pt x="362132" y="67413"/>
                </a:lnTo>
                <a:lnTo>
                  <a:pt x="362039" y="67177"/>
                </a:lnTo>
                <a:lnTo>
                  <a:pt x="361937" y="66946"/>
                </a:lnTo>
                <a:lnTo>
                  <a:pt x="361827" y="66720"/>
                </a:lnTo>
                <a:lnTo>
                  <a:pt x="361709" y="66499"/>
                </a:lnTo>
                <a:lnTo>
                  <a:pt x="361583" y="66282"/>
                </a:lnTo>
                <a:lnTo>
                  <a:pt x="361449" y="66070"/>
                </a:lnTo>
                <a:lnTo>
                  <a:pt x="361307" y="65863"/>
                </a:lnTo>
                <a:lnTo>
                  <a:pt x="361156" y="65661"/>
                </a:lnTo>
                <a:lnTo>
                  <a:pt x="360998" y="65464"/>
                </a:lnTo>
                <a:lnTo>
                  <a:pt x="360831" y="65271"/>
                </a:lnTo>
                <a:lnTo>
                  <a:pt x="360656" y="65083"/>
                </a:lnTo>
                <a:lnTo>
                  <a:pt x="360473" y="64900"/>
                </a:lnTo>
                <a:lnTo>
                  <a:pt x="360282" y="64722"/>
                </a:lnTo>
                <a:lnTo>
                  <a:pt x="360084" y="64549"/>
                </a:lnTo>
                <a:lnTo>
                  <a:pt x="359881" y="64384"/>
                </a:lnTo>
                <a:lnTo>
                  <a:pt x="359673" y="64227"/>
                </a:lnTo>
                <a:lnTo>
                  <a:pt x="359460" y="64076"/>
                </a:lnTo>
                <a:lnTo>
                  <a:pt x="359241" y="63933"/>
                </a:lnTo>
                <a:lnTo>
                  <a:pt x="359017" y="63797"/>
                </a:lnTo>
                <a:lnTo>
                  <a:pt x="358788" y="63669"/>
                </a:lnTo>
                <a:lnTo>
                  <a:pt x="358553" y="63548"/>
                </a:lnTo>
                <a:lnTo>
                  <a:pt x="358314" y="63434"/>
                </a:lnTo>
                <a:lnTo>
                  <a:pt x="358069" y="63328"/>
                </a:lnTo>
                <a:lnTo>
                  <a:pt x="357818" y="63229"/>
                </a:lnTo>
                <a:lnTo>
                  <a:pt x="357563" y="63137"/>
                </a:lnTo>
                <a:lnTo>
                  <a:pt x="357302" y="63053"/>
                </a:lnTo>
                <a:lnTo>
                  <a:pt x="357036" y="62976"/>
                </a:lnTo>
                <a:lnTo>
                  <a:pt x="356765" y="62906"/>
                </a:lnTo>
                <a:lnTo>
                  <a:pt x="356488" y="62844"/>
                </a:lnTo>
                <a:lnTo>
                  <a:pt x="356206" y="62789"/>
                </a:lnTo>
                <a:lnTo>
                  <a:pt x="355919" y="62741"/>
                </a:lnTo>
                <a:lnTo>
                  <a:pt x="355627" y="62701"/>
                </a:lnTo>
                <a:lnTo>
                  <a:pt x="355329" y="62668"/>
                </a:lnTo>
                <a:lnTo>
                  <a:pt x="355026" y="62642"/>
                </a:lnTo>
                <a:lnTo>
                  <a:pt x="354718" y="62624"/>
                </a:lnTo>
                <a:lnTo>
                  <a:pt x="354405" y="62613"/>
                </a:lnTo>
                <a:lnTo>
                  <a:pt x="354086" y="62609"/>
                </a:lnTo>
                <a:lnTo>
                  <a:pt x="353768" y="62613"/>
                </a:lnTo>
                <a:lnTo>
                  <a:pt x="353454" y="62624"/>
                </a:lnTo>
                <a:lnTo>
                  <a:pt x="353146" y="62642"/>
                </a:lnTo>
                <a:lnTo>
                  <a:pt x="352843" y="62668"/>
                </a:lnTo>
                <a:lnTo>
                  <a:pt x="352545" y="62701"/>
                </a:lnTo>
                <a:lnTo>
                  <a:pt x="352253" y="62741"/>
                </a:lnTo>
                <a:lnTo>
                  <a:pt x="351966" y="62789"/>
                </a:lnTo>
                <a:lnTo>
                  <a:pt x="351684" y="62844"/>
                </a:lnTo>
                <a:lnTo>
                  <a:pt x="351407" y="62906"/>
                </a:lnTo>
                <a:lnTo>
                  <a:pt x="351136" y="62976"/>
                </a:lnTo>
                <a:lnTo>
                  <a:pt x="350870" y="63053"/>
                </a:lnTo>
                <a:lnTo>
                  <a:pt x="350609" y="63137"/>
                </a:lnTo>
                <a:lnTo>
                  <a:pt x="350353" y="63229"/>
                </a:lnTo>
                <a:lnTo>
                  <a:pt x="350103" y="63328"/>
                </a:lnTo>
                <a:lnTo>
                  <a:pt x="349858" y="63434"/>
                </a:lnTo>
                <a:lnTo>
                  <a:pt x="349618" y="63548"/>
                </a:lnTo>
                <a:lnTo>
                  <a:pt x="349383" y="63669"/>
                </a:lnTo>
                <a:lnTo>
                  <a:pt x="349154" y="63797"/>
                </a:lnTo>
                <a:lnTo>
                  <a:pt x="348930" y="63933"/>
                </a:lnTo>
                <a:lnTo>
                  <a:pt x="348711" y="64076"/>
                </a:lnTo>
                <a:lnTo>
                  <a:pt x="348498" y="64227"/>
                </a:lnTo>
                <a:lnTo>
                  <a:pt x="348290" y="64384"/>
                </a:lnTo>
                <a:lnTo>
                  <a:pt x="348087" y="64549"/>
                </a:lnTo>
                <a:lnTo>
                  <a:pt x="347889" y="64722"/>
                </a:lnTo>
                <a:lnTo>
                  <a:pt x="347698" y="64900"/>
                </a:lnTo>
                <a:lnTo>
                  <a:pt x="347515" y="65083"/>
                </a:lnTo>
                <a:lnTo>
                  <a:pt x="347340" y="65271"/>
                </a:lnTo>
                <a:lnTo>
                  <a:pt x="347174" y="65464"/>
                </a:lnTo>
                <a:lnTo>
                  <a:pt x="347015" y="65661"/>
                </a:lnTo>
                <a:lnTo>
                  <a:pt x="346865" y="65863"/>
                </a:lnTo>
                <a:lnTo>
                  <a:pt x="346723" y="66070"/>
                </a:lnTo>
                <a:lnTo>
                  <a:pt x="346589" y="66282"/>
                </a:lnTo>
                <a:lnTo>
                  <a:pt x="346463" y="66499"/>
                </a:lnTo>
                <a:lnTo>
                  <a:pt x="346345" y="66720"/>
                </a:lnTo>
                <a:lnTo>
                  <a:pt x="346235" y="66946"/>
                </a:lnTo>
                <a:lnTo>
                  <a:pt x="346134" y="67177"/>
                </a:lnTo>
                <a:lnTo>
                  <a:pt x="346040" y="67413"/>
                </a:lnTo>
                <a:lnTo>
                  <a:pt x="345955" y="67653"/>
                </a:lnTo>
                <a:lnTo>
                  <a:pt x="345878" y="67898"/>
                </a:lnTo>
                <a:lnTo>
                  <a:pt x="345808" y="68148"/>
                </a:lnTo>
                <a:lnTo>
                  <a:pt x="345747" y="68403"/>
                </a:lnTo>
                <a:lnTo>
                  <a:pt x="345695" y="68663"/>
                </a:lnTo>
                <a:lnTo>
                  <a:pt x="345650" y="68927"/>
                </a:lnTo>
                <a:lnTo>
                  <a:pt x="345613" y="69196"/>
                </a:lnTo>
                <a:lnTo>
                  <a:pt x="345585" y="69470"/>
                </a:lnTo>
                <a:lnTo>
                  <a:pt x="345565" y="69749"/>
                </a:lnTo>
                <a:lnTo>
                  <a:pt x="345552" y="70032"/>
                </a:lnTo>
                <a:lnTo>
                  <a:pt x="345548" y="70321"/>
                </a:lnTo>
                <a:lnTo>
                  <a:pt x="345552" y="70609"/>
                </a:lnTo>
                <a:lnTo>
                  <a:pt x="345565" y="70893"/>
                </a:lnTo>
                <a:lnTo>
                  <a:pt x="345585" y="71171"/>
                </a:lnTo>
                <a:lnTo>
                  <a:pt x="345613" y="71446"/>
                </a:lnTo>
                <a:lnTo>
                  <a:pt x="345650" y="71715"/>
                </a:lnTo>
                <a:lnTo>
                  <a:pt x="345695" y="71979"/>
                </a:lnTo>
                <a:lnTo>
                  <a:pt x="345747" y="72239"/>
                </a:lnTo>
                <a:lnTo>
                  <a:pt x="345808" y="72494"/>
                </a:lnTo>
                <a:lnTo>
                  <a:pt x="345878" y="72744"/>
                </a:lnTo>
                <a:lnTo>
                  <a:pt x="345955" y="72989"/>
                </a:lnTo>
                <a:lnTo>
                  <a:pt x="346040" y="73230"/>
                </a:lnTo>
                <a:lnTo>
                  <a:pt x="346134" y="73465"/>
                </a:lnTo>
                <a:lnTo>
                  <a:pt x="346235" y="73696"/>
                </a:lnTo>
                <a:lnTo>
                  <a:pt x="346345" y="73923"/>
                </a:lnTo>
                <a:lnTo>
                  <a:pt x="346463" y="74144"/>
                </a:lnTo>
                <a:lnTo>
                  <a:pt x="346589" y="74361"/>
                </a:lnTo>
                <a:lnTo>
                  <a:pt x="346723" y="74572"/>
                </a:lnTo>
                <a:lnTo>
                  <a:pt x="346865" y="74779"/>
                </a:lnTo>
                <a:lnTo>
                  <a:pt x="347015" y="74982"/>
                </a:lnTo>
                <a:lnTo>
                  <a:pt x="347174" y="75179"/>
                </a:lnTo>
                <a:lnTo>
                  <a:pt x="347340" y="75372"/>
                </a:lnTo>
                <a:lnTo>
                  <a:pt x="347515" y="75560"/>
                </a:lnTo>
                <a:lnTo>
                  <a:pt x="347698" y="75743"/>
                </a:lnTo>
                <a:lnTo>
                  <a:pt x="347889" y="75921"/>
                </a:lnTo>
                <a:lnTo>
                  <a:pt x="348087" y="76093"/>
                </a:lnTo>
                <a:lnTo>
                  <a:pt x="348290" y="76258"/>
                </a:lnTo>
                <a:lnTo>
                  <a:pt x="348498" y="76416"/>
                </a:lnTo>
                <a:lnTo>
                  <a:pt x="348711" y="76566"/>
                </a:lnTo>
                <a:lnTo>
                  <a:pt x="348930" y="76709"/>
                </a:lnTo>
                <a:lnTo>
                  <a:pt x="349154" y="76845"/>
                </a:lnTo>
                <a:lnTo>
                  <a:pt x="349383" y="76973"/>
                </a:lnTo>
                <a:lnTo>
                  <a:pt x="349618" y="77094"/>
                </a:lnTo>
                <a:lnTo>
                  <a:pt x="349858" y="77207"/>
                </a:lnTo>
                <a:lnTo>
                  <a:pt x="350103" y="77314"/>
                </a:lnTo>
                <a:lnTo>
                  <a:pt x="350353" y="77413"/>
                </a:lnTo>
                <a:lnTo>
                  <a:pt x="350609" y="77504"/>
                </a:lnTo>
                <a:lnTo>
                  <a:pt x="350870" y="77589"/>
                </a:lnTo>
                <a:lnTo>
                  <a:pt x="351136" y="77666"/>
                </a:lnTo>
                <a:lnTo>
                  <a:pt x="351407" y="77735"/>
                </a:lnTo>
                <a:lnTo>
                  <a:pt x="351684" y="77798"/>
                </a:lnTo>
                <a:lnTo>
                  <a:pt x="351966" y="77853"/>
                </a:lnTo>
                <a:lnTo>
                  <a:pt x="352253" y="77900"/>
                </a:lnTo>
                <a:lnTo>
                  <a:pt x="352545" y="77940"/>
                </a:lnTo>
                <a:lnTo>
                  <a:pt x="352843" y="77973"/>
                </a:lnTo>
                <a:lnTo>
                  <a:pt x="353146" y="77999"/>
                </a:lnTo>
                <a:lnTo>
                  <a:pt x="353454" y="78017"/>
                </a:lnTo>
                <a:lnTo>
                  <a:pt x="353768" y="78028"/>
                </a:lnTo>
                <a:lnTo>
                  <a:pt x="354086" y="78032"/>
                </a:lnTo>
                <a:lnTo>
                  <a:pt x="354405" y="78028"/>
                </a:lnTo>
                <a:lnTo>
                  <a:pt x="354718" y="78017"/>
                </a:lnTo>
                <a:lnTo>
                  <a:pt x="355026" y="77999"/>
                </a:lnTo>
                <a:lnTo>
                  <a:pt x="355329" y="779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3" name="Text assert">
            <a:extLst xmlns:a="http://schemas.openxmlformats.org/drawingml/2006/main">
              <a:ext uri="{FF2B5EF4-FFF2-40B4-BE49-F238E27FC236}">
                <a16:creationId xmlns:a16="http://schemas.microsoft.com/office/drawing/2014/main" id="{B74F5C9A-66AF-408E-A4E2-02CEBF6B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385" y="4759558"/>
            <a:ext cx="318834" cy="65639"/>
          </a:xfrm>
          <a:custGeom xmlns:a="http://schemas.openxmlformats.org/drawingml/2006/main">
            <a:pathLst>
              <a:path w="318834" h="65639">
                <a:moveTo>
                  <a:pt x="304146" y="54347"/>
                </a:moveTo>
                <a:lnTo>
                  <a:pt x="303763" y="54339"/>
                </a:lnTo>
                <a:lnTo>
                  <a:pt x="303398" y="54314"/>
                </a:lnTo>
                <a:lnTo>
                  <a:pt x="303048" y="54273"/>
                </a:lnTo>
                <a:lnTo>
                  <a:pt x="302715" y="54215"/>
                </a:lnTo>
                <a:lnTo>
                  <a:pt x="302398" y="54140"/>
                </a:lnTo>
                <a:lnTo>
                  <a:pt x="302097" y="54049"/>
                </a:lnTo>
                <a:lnTo>
                  <a:pt x="301812" y="53941"/>
                </a:lnTo>
                <a:lnTo>
                  <a:pt x="301544" y="53817"/>
                </a:lnTo>
                <a:lnTo>
                  <a:pt x="301292" y="53676"/>
                </a:lnTo>
                <a:lnTo>
                  <a:pt x="301056" y="53519"/>
                </a:lnTo>
                <a:lnTo>
                  <a:pt x="300837" y="53345"/>
                </a:lnTo>
                <a:lnTo>
                  <a:pt x="300633" y="53154"/>
                </a:lnTo>
                <a:lnTo>
                  <a:pt x="300446" y="52947"/>
                </a:lnTo>
                <a:lnTo>
                  <a:pt x="300276" y="52723"/>
                </a:lnTo>
                <a:lnTo>
                  <a:pt x="300121" y="52483"/>
                </a:lnTo>
                <a:lnTo>
                  <a:pt x="299983" y="52226"/>
                </a:lnTo>
                <a:lnTo>
                  <a:pt x="299861" y="51953"/>
                </a:lnTo>
                <a:lnTo>
                  <a:pt x="299755" y="51663"/>
                </a:lnTo>
                <a:lnTo>
                  <a:pt x="299666" y="51356"/>
                </a:lnTo>
                <a:lnTo>
                  <a:pt x="299593" y="51033"/>
                </a:lnTo>
                <a:lnTo>
                  <a:pt x="299536" y="50693"/>
                </a:lnTo>
                <a:lnTo>
                  <a:pt x="299495" y="50337"/>
                </a:lnTo>
                <a:lnTo>
                  <a:pt x="299471" y="49964"/>
                </a:lnTo>
                <a:lnTo>
                  <a:pt x="299463" y="49575"/>
                </a:lnTo>
                <a:lnTo>
                  <a:pt x="299463" y="24604"/>
                </a:lnTo>
                <a:lnTo>
                  <a:pt x="318834" y="24604"/>
                </a:lnTo>
                <a:lnTo>
                  <a:pt x="318834" y="14229"/>
                </a:lnTo>
                <a:lnTo>
                  <a:pt x="299463" y="14229"/>
                </a:lnTo>
                <a:lnTo>
                  <a:pt x="299463" y="0"/>
                </a:lnTo>
                <a:lnTo>
                  <a:pt x="287896" y="0"/>
                </a:lnTo>
                <a:lnTo>
                  <a:pt x="287896" y="14229"/>
                </a:lnTo>
                <a:lnTo>
                  <a:pt x="274217" y="14229"/>
                </a:lnTo>
                <a:lnTo>
                  <a:pt x="274217" y="24604"/>
                </a:lnTo>
                <a:lnTo>
                  <a:pt x="287896" y="24604"/>
                </a:lnTo>
                <a:lnTo>
                  <a:pt x="287896" y="49575"/>
                </a:lnTo>
                <a:lnTo>
                  <a:pt x="287903" y="50158"/>
                </a:lnTo>
                <a:lnTo>
                  <a:pt x="287924" y="50732"/>
                </a:lnTo>
                <a:lnTo>
                  <a:pt x="287960" y="51294"/>
                </a:lnTo>
                <a:lnTo>
                  <a:pt x="288010" y="51847"/>
                </a:lnTo>
                <a:lnTo>
                  <a:pt x="288073" y="52388"/>
                </a:lnTo>
                <a:lnTo>
                  <a:pt x="288151" y="52920"/>
                </a:lnTo>
                <a:lnTo>
                  <a:pt x="288244" y="53440"/>
                </a:lnTo>
                <a:lnTo>
                  <a:pt x="288350" y="53950"/>
                </a:lnTo>
                <a:lnTo>
                  <a:pt x="288471" y="54450"/>
                </a:lnTo>
                <a:lnTo>
                  <a:pt x="288605" y="54939"/>
                </a:lnTo>
                <a:lnTo>
                  <a:pt x="288754" y="55418"/>
                </a:lnTo>
                <a:lnTo>
                  <a:pt x="288917" y="55886"/>
                </a:lnTo>
                <a:lnTo>
                  <a:pt x="289095" y="56344"/>
                </a:lnTo>
                <a:lnTo>
                  <a:pt x="289286" y="56791"/>
                </a:lnTo>
                <a:lnTo>
                  <a:pt x="289492" y="57227"/>
                </a:lnTo>
                <a:lnTo>
                  <a:pt x="289712" y="57653"/>
                </a:lnTo>
                <a:lnTo>
                  <a:pt x="289946" y="58069"/>
                </a:lnTo>
                <a:lnTo>
                  <a:pt x="290194" y="58474"/>
                </a:lnTo>
                <a:lnTo>
                  <a:pt x="290456" y="58868"/>
                </a:lnTo>
                <a:lnTo>
                  <a:pt x="290733" y="59252"/>
                </a:lnTo>
                <a:lnTo>
                  <a:pt x="291024" y="59626"/>
                </a:lnTo>
                <a:lnTo>
                  <a:pt x="291328" y="59989"/>
                </a:lnTo>
                <a:lnTo>
                  <a:pt x="291648" y="60341"/>
                </a:lnTo>
                <a:lnTo>
                  <a:pt x="291981" y="60683"/>
                </a:lnTo>
                <a:lnTo>
                  <a:pt x="292327" y="61013"/>
                </a:lnTo>
                <a:lnTo>
                  <a:pt x="292684" y="61328"/>
                </a:lnTo>
                <a:lnTo>
                  <a:pt x="293052" y="61630"/>
                </a:lnTo>
                <a:lnTo>
                  <a:pt x="293431" y="61917"/>
                </a:lnTo>
                <a:lnTo>
                  <a:pt x="293821" y="62191"/>
                </a:lnTo>
                <a:lnTo>
                  <a:pt x="294222" y="62450"/>
                </a:lnTo>
                <a:lnTo>
                  <a:pt x="294634" y="62695"/>
                </a:lnTo>
                <a:lnTo>
                  <a:pt x="295057" y="62927"/>
                </a:lnTo>
                <a:lnTo>
                  <a:pt x="295491" y="63144"/>
                </a:lnTo>
                <a:lnTo>
                  <a:pt x="295936" y="63347"/>
                </a:lnTo>
                <a:lnTo>
                  <a:pt x="296392" y="63537"/>
                </a:lnTo>
                <a:lnTo>
                  <a:pt x="296859" y="63712"/>
                </a:lnTo>
                <a:lnTo>
                  <a:pt x="297336" y="63873"/>
                </a:lnTo>
                <a:lnTo>
                  <a:pt x="297825" y="64020"/>
                </a:lnTo>
                <a:lnTo>
                  <a:pt x="298325" y="64154"/>
                </a:lnTo>
                <a:lnTo>
                  <a:pt x="298836" y="64273"/>
                </a:lnTo>
                <a:lnTo>
                  <a:pt x="299358" y="64378"/>
                </a:lnTo>
                <a:lnTo>
                  <a:pt x="299891" y="64469"/>
                </a:lnTo>
                <a:lnTo>
                  <a:pt x="300435" y="64546"/>
                </a:lnTo>
                <a:lnTo>
                  <a:pt x="300990" y="64609"/>
                </a:lnTo>
                <a:lnTo>
                  <a:pt x="301556" y="64659"/>
                </a:lnTo>
                <a:lnTo>
                  <a:pt x="302132" y="64694"/>
                </a:lnTo>
                <a:lnTo>
                  <a:pt x="302720" y="64715"/>
                </a:lnTo>
                <a:lnTo>
                  <a:pt x="303319" y="64722"/>
                </a:lnTo>
                <a:lnTo>
                  <a:pt x="317915" y="64722"/>
                </a:lnTo>
                <a:lnTo>
                  <a:pt x="317915" y="54347"/>
                </a:lnTo>
                <a:lnTo>
                  <a:pt x="304146" y="54347"/>
                </a:lnTo>
                <a:close/>
                <a:moveTo>
                  <a:pt x="223816" y="14229"/>
                </a:moveTo>
                <a:lnTo>
                  <a:pt x="223816" y="64722"/>
                </a:lnTo>
                <a:lnTo>
                  <a:pt x="235292" y="64722"/>
                </a:lnTo>
                <a:lnTo>
                  <a:pt x="235292" y="33142"/>
                </a:lnTo>
                <a:lnTo>
                  <a:pt x="235296" y="32740"/>
                </a:lnTo>
                <a:lnTo>
                  <a:pt x="235308" y="32346"/>
                </a:lnTo>
                <a:lnTo>
                  <a:pt x="235330" y="31960"/>
                </a:lnTo>
                <a:lnTo>
                  <a:pt x="235359" y="31581"/>
                </a:lnTo>
                <a:lnTo>
                  <a:pt x="235397" y="31210"/>
                </a:lnTo>
                <a:lnTo>
                  <a:pt x="235444" y="30846"/>
                </a:lnTo>
                <a:lnTo>
                  <a:pt x="235499" y="30491"/>
                </a:lnTo>
                <a:lnTo>
                  <a:pt x="235562" y="30142"/>
                </a:lnTo>
                <a:lnTo>
                  <a:pt x="235634" y="29802"/>
                </a:lnTo>
                <a:lnTo>
                  <a:pt x="235714" y="29469"/>
                </a:lnTo>
                <a:lnTo>
                  <a:pt x="235803" y="29144"/>
                </a:lnTo>
                <a:lnTo>
                  <a:pt x="235900" y="28827"/>
                </a:lnTo>
                <a:lnTo>
                  <a:pt x="236005" y="28517"/>
                </a:lnTo>
                <a:lnTo>
                  <a:pt x="236120" y="28215"/>
                </a:lnTo>
                <a:lnTo>
                  <a:pt x="236242" y="27920"/>
                </a:lnTo>
                <a:lnTo>
                  <a:pt x="236373" y="27633"/>
                </a:lnTo>
                <a:lnTo>
                  <a:pt x="236512" y="27354"/>
                </a:lnTo>
                <a:lnTo>
                  <a:pt x="236660" y="27082"/>
                </a:lnTo>
                <a:lnTo>
                  <a:pt x="236817" y="26818"/>
                </a:lnTo>
                <a:lnTo>
                  <a:pt x="236981" y="26562"/>
                </a:lnTo>
                <a:lnTo>
                  <a:pt x="237154" y="26314"/>
                </a:lnTo>
                <a:lnTo>
                  <a:pt x="237336" y="26073"/>
                </a:lnTo>
                <a:lnTo>
                  <a:pt x="237526" y="25839"/>
                </a:lnTo>
                <a:lnTo>
                  <a:pt x="237725" y="25614"/>
                </a:lnTo>
                <a:lnTo>
                  <a:pt x="237931" y="25397"/>
                </a:lnTo>
                <a:lnTo>
                  <a:pt x="238145" y="25188"/>
                </a:lnTo>
                <a:lnTo>
                  <a:pt x="238365" y="24990"/>
                </a:lnTo>
                <a:lnTo>
                  <a:pt x="238593" y="24800"/>
                </a:lnTo>
                <a:lnTo>
                  <a:pt x="238828" y="24620"/>
                </a:lnTo>
                <a:lnTo>
                  <a:pt x="239070" y="24449"/>
                </a:lnTo>
                <a:lnTo>
                  <a:pt x="239320" y="24287"/>
                </a:lnTo>
                <a:lnTo>
                  <a:pt x="239576" y="24134"/>
                </a:lnTo>
                <a:lnTo>
                  <a:pt x="239840" y="23991"/>
                </a:lnTo>
                <a:lnTo>
                  <a:pt x="240111" y="23857"/>
                </a:lnTo>
                <a:lnTo>
                  <a:pt x="240389" y="23732"/>
                </a:lnTo>
                <a:lnTo>
                  <a:pt x="240674" y="23617"/>
                </a:lnTo>
                <a:lnTo>
                  <a:pt x="240967" y="23510"/>
                </a:lnTo>
                <a:lnTo>
                  <a:pt x="241266" y="23413"/>
                </a:lnTo>
                <a:lnTo>
                  <a:pt x="241573" y="23325"/>
                </a:lnTo>
                <a:lnTo>
                  <a:pt x="241887" y="23247"/>
                </a:lnTo>
                <a:lnTo>
                  <a:pt x="242208" y="23177"/>
                </a:lnTo>
                <a:lnTo>
                  <a:pt x="242536" y="23117"/>
                </a:lnTo>
                <a:lnTo>
                  <a:pt x="242871" y="23066"/>
                </a:lnTo>
                <a:lnTo>
                  <a:pt x="243214" y="23025"/>
                </a:lnTo>
                <a:lnTo>
                  <a:pt x="243564" y="22992"/>
                </a:lnTo>
                <a:lnTo>
                  <a:pt x="243921" y="22969"/>
                </a:lnTo>
                <a:lnTo>
                  <a:pt x="244285" y="22955"/>
                </a:lnTo>
                <a:lnTo>
                  <a:pt x="244656" y="22951"/>
                </a:lnTo>
                <a:lnTo>
                  <a:pt x="245020" y="22955"/>
                </a:lnTo>
                <a:lnTo>
                  <a:pt x="245377" y="22969"/>
                </a:lnTo>
                <a:lnTo>
                  <a:pt x="245728" y="22992"/>
                </a:lnTo>
                <a:lnTo>
                  <a:pt x="246073" y="23025"/>
                </a:lnTo>
                <a:lnTo>
                  <a:pt x="246410" y="23066"/>
                </a:lnTo>
                <a:lnTo>
                  <a:pt x="246742" y="23117"/>
                </a:lnTo>
                <a:lnTo>
                  <a:pt x="247067" y="23177"/>
                </a:lnTo>
                <a:lnTo>
                  <a:pt x="247385" y="23247"/>
                </a:lnTo>
                <a:lnTo>
                  <a:pt x="247696" y="23325"/>
                </a:lnTo>
                <a:lnTo>
                  <a:pt x="248002" y="23413"/>
                </a:lnTo>
                <a:lnTo>
                  <a:pt x="248300" y="23510"/>
                </a:lnTo>
                <a:lnTo>
                  <a:pt x="248592" y="23617"/>
                </a:lnTo>
                <a:lnTo>
                  <a:pt x="248878" y="23732"/>
                </a:lnTo>
                <a:lnTo>
                  <a:pt x="249157" y="23857"/>
                </a:lnTo>
                <a:lnTo>
                  <a:pt x="249429" y="23991"/>
                </a:lnTo>
                <a:lnTo>
                  <a:pt x="249695" y="24134"/>
                </a:lnTo>
                <a:lnTo>
                  <a:pt x="249955" y="24287"/>
                </a:lnTo>
                <a:lnTo>
                  <a:pt x="250207" y="24449"/>
                </a:lnTo>
                <a:lnTo>
                  <a:pt x="250454" y="24620"/>
                </a:lnTo>
                <a:lnTo>
                  <a:pt x="250693" y="24800"/>
                </a:lnTo>
                <a:lnTo>
                  <a:pt x="250927" y="24990"/>
                </a:lnTo>
                <a:lnTo>
                  <a:pt x="251153" y="25188"/>
                </a:lnTo>
                <a:lnTo>
                  <a:pt x="251374" y="25397"/>
                </a:lnTo>
                <a:lnTo>
                  <a:pt x="251587" y="25614"/>
                </a:lnTo>
                <a:lnTo>
                  <a:pt x="251793" y="25839"/>
                </a:lnTo>
                <a:lnTo>
                  <a:pt x="251990" y="26073"/>
                </a:lnTo>
                <a:lnTo>
                  <a:pt x="252179" y="26314"/>
                </a:lnTo>
                <a:lnTo>
                  <a:pt x="252358" y="26562"/>
                </a:lnTo>
                <a:lnTo>
                  <a:pt x="252529" y="26818"/>
                </a:lnTo>
                <a:lnTo>
                  <a:pt x="252692" y="27082"/>
                </a:lnTo>
                <a:lnTo>
                  <a:pt x="252845" y="27354"/>
                </a:lnTo>
                <a:lnTo>
                  <a:pt x="252990" y="27633"/>
                </a:lnTo>
                <a:lnTo>
                  <a:pt x="253125" y="27920"/>
                </a:lnTo>
                <a:lnTo>
                  <a:pt x="253252" y="28215"/>
                </a:lnTo>
                <a:lnTo>
                  <a:pt x="253371" y="28517"/>
                </a:lnTo>
                <a:lnTo>
                  <a:pt x="253480" y="28827"/>
                </a:lnTo>
                <a:lnTo>
                  <a:pt x="253581" y="29144"/>
                </a:lnTo>
                <a:lnTo>
                  <a:pt x="253673" y="29469"/>
                </a:lnTo>
                <a:lnTo>
                  <a:pt x="253756" y="29802"/>
                </a:lnTo>
                <a:lnTo>
                  <a:pt x="253831" y="30142"/>
                </a:lnTo>
                <a:lnTo>
                  <a:pt x="253897" y="30491"/>
                </a:lnTo>
                <a:lnTo>
                  <a:pt x="253954" y="30846"/>
                </a:lnTo>
                <a:lnTo>
                  <a:pt x="254002" y="31210"/>
                </a:lnTo>
                <a:lnTo>
                  <a:pt x="254041" y="31581"/>
                </a:lnTo>
                <a:lnTo>
                  <a:pt x="254072" y="31960"/>
                </a:lnTo>
                <a:lnTo>
                  <a:pt x="254094" y="32346"/>
                </a:lnTo>
                <a:lnTo>
                  <a:pt x="254107" y="32740"/>
                </a:lnTo>
                <a:lnTo>
                  <a:pt x="254111" y="33142"/>
                </a:lnTo>
                <a:lnTo>
                  <a:pt x="254111" y="35987"/>
                </a:lnTo>
                <a:lnTo>
                  <a:pt x="266137" y="35987"/>
                </a:lnTo>
                <a:lnTo>
                  <a:pt x="266137" y="32315"/>
                </a:lnTo>
                <a:lnTo>
                  <a:pt x="266129" y="31580"/>
                </a:lnTo>
                <a:lnTo>
                  <a:pt x="266105" y="30858"/>
                </a:lnTo>
                <a:lnTo>
                  <a:pt x="266064" y="30149"/>
                </a:lnTo>
                <a:lnTo>
                  <a:pt x="266007" y="29454"/>
                </a:lnTo>
                <a:lnTo>
                  <a:pt x="265934" y="28772"/>
                </a:lnTo>
                <a:lnTo>
                  <a:pt x="265845" y="28104"/>
                </a:lnTo>
                <a:lnTo>
                  <a:pt x="265739" y="27449"/>
                </a:lnTo>
                <a:lnTo>
                  <a:pt x="265617" y="26807"/>
                </a:lnTo>
                <a:lnTo>
                  <a:pt x="265479" y="26179"/>
                </a:lnTo>
                <a:lnTo>
                  <a:pt x="265325" y="25564"/>
                </a:lnTo>
                <a:lnTo>
                  <a:pt x="265154" y="24963"/>
                </a:lnTo>
                <a:lnTo>
                  <a:pt x="264967" y="24374"/>
                </a:lnTo>
                <a:lnTo>
                  <a:pt x="264764" y="23800"/>
                </a:lnTo>
                <a:lnTo>
                  <a:pt x="264544" y="23238"/>
                </a:lnTo>
                <a:lnTo>
                  <a:pt x="264309" y="22691"/>
                </a:lnTo>
                <a:lnTo>
                  <a:pt x="264057" y="22156"/>
                </a:lnTo>
                <a:lnTo>
                  <a:pt x="263789" y="21635"/>
                </a:lnTo>
                <a:lnTo>
                  <a:pt x="263504" y="21127"/>
                </a:lnTo>
                <a:lnTo>
                  <a:pt x="263203" y="20633"/>
                </a:lnTo>
                <a:lnTo>
                  <a:pt x="262886" y="20152"/>
                </a:lnTo>
                <a:lnTo>
                  <a:pt x="262553" y="19684"/>
                </a:lnTo>
                <a:lnTo>
                  <a:pt x="262204" y="19230"/>
                </a:lnTo>
                <a:lnTo>
                  <a:pt x="261838" y="18789"/>
                </a:lnTo>
                <a:lnTo>
                  <a:pt x="261456" y="18362"/>
                </a:lnTo>
                <a:lnTo>
                  <a:pt x="261060" y="17950"/>
                </a:lnTo>
                <a:lnTo>
                  <a:pt x="260651" y="17555"/>
                </a:lnTo>
                <a:lnTo>
                  <a:pt x="260231" y="17178"/>
                </a:lnTo>
                <a:lnTo>
                  <a:pt x="259798" y="16819"/>
                </a:lnTo>
                <a:lnTo>
                  <a:pt x="259354" y="16477"/>
                </a:lnTo>
                <a:lnTo>
                  <a:pt x="258897" y="16152"/>
                </a:lnTo>
                <a:lnTo>
                  <a:pt x="258428" y="15846"/>
                </a:lnTo>
                <a:lnTo>
                  <a:pt x="257947" y="15556"/>
                </a:lnTo>
                <a:lnTo>
                  <a:pt x="257454" y="15285"/>
                </a:lnTo>
                <a:lnTo>
                  <a:pt x="256949" y="15030"/>
                </a:lnTo>
                <a:lnTo>
                  <a:pt x="256431" y="14794"/>
                </a:lnTo>
                <a:lnTo>
                  <a:pt x="255902" y="14574"/>
                </a:lnTo>
                <a:lnTo>
                  <a:pt x="255360" y="14373"/>
                </a:lnTo>
                <a:lnTo>
                  <a:pt x="254807" y="14189"/>
                </a:lnTo>
                <a:lnTo>
                  <a:pt x="254241" y="14022"/>
                </a:lnTo>
                <a:lnTo>
                  <a:pt x="253663" y="13873"/>
                </a:lnTo>
                <a:lnTo>
                  <a:pt x="253073" y="13741"/>
                </a:lnTo>
                <a:lnTo>
                  <a:pt x="252471" y="13628"/>
                </a:lnTo>
                <a:lnTo>
                  <a:pt x="251857" y="13531"/>
                </a:lnTo>
                <a:lnTo>
                  <a:pt x="251230" y="13452"/>
                </a:lnTo>
                <a:lnTo>
                  <a:pt x="250592" y="13391"/>
                </a:lnTo>
                <a:lnTo>
                  <a:pt x="249941" y="13347"/>
                </a:lnTo>
                <a:lnTo>
                  <a:pt x="249278" y="13321"/>
                </a:lnTo>
                <a:lnTo>
                  <a:pt x="248603" y="13312"/>
                </a:lnTo>
                <a:lnTo>
                  <a:pt x="248013" y="13319"/>
                </a:lnTo>
                <a:lnTo>
                  <a:pt x="247434" y="13341"/>
                </a:lnTo>
                <a:lnTo>
                  <a:pt x="246868" y="13376"/>
                </a:lnTo>
                <a:lnTo>
                  <a:pt x="246313" y="13427"/>
                </a:lnTo>
                <a:lnTo>
                  <a:pt x="245771" y="13491"/>
                </a:lnTo>
                <a:lnTo>
                  <a:pt x="245241" y="13570"/>
                </a:lnTo>
                <a:lnTo>
                  <a:pt x="244723" y="13663"/>
                </a:lnTo>
                <a:lnTo>
                  <a:pt x="244217" y="13771"/>
                </a:lnTo>
                <a:lnTo>
                  <a:pt x="243723" y="13893"/>
                </a:lnTo>
                <a:lnTo>
                  <a:pt x="243242" y="14029"/>
                </a:lnTo>
                <a:lnTo>
                  <a:pt x="242772" y="14180"/>
                </a:lnTo>
                <a:lnTo>
                  <a:pt x="242315" y="14345"/>
                </a:lnTo>
                <a:lnTo>
                  <a:pt x="241869" y="14524"/>
                </a:lnTo>
                <a:lnTo>
                  <a:pt x="241436" y="14718"/>
                </a:lnTo>
                <a:lnTo>
                  <a:pt x="241015" y="14926"/>
                </a:lnTo>
                <a:lnTo>
                  <a:pt x="240606" y="15148"/>
                </a:lnTo>
                <a:lnTo>
                  <a:pt x="240209" y="15385"/>
                </a:lnTo>
                <a:lnTo>
                  <a:pt x="239824" y="15636"/>
                </a:lnTo>
                <a:lnTo>
                  <a:pt x="239451" y="15901"/>
                </a:lnTo>
                <a:lnTo>
                  <a:pt x="239091" y="16181"/>
                </a:lnTo>
                <a:lnTo>
                  <a:pt x="238742" y="16475"/>
                </a:lnTo>
                <a:lnTo>
                  <a:pt x="238406" y="16783"/>
                </a:lnTo>
                <a:lnTo>
                  <a:pt x="238082" y="17106"/>
                </a:lnTo>
                <a:lnTo>
                  <a:pt x="237770" y="17443"/>
                </a:lnTo>
                <a:lnTo>
                  <a:pt x="237470" y="17794"/>
                </a:lnTo>
                <a:lnTo>
                  <a:pt x="237183" y="18159"/>
                </a:lnTo>
                <a:lnTo>
                  <a:pt x="236909" y="18539"/>
                </a:lnTo>
                <a:lnTo>
                  <a:pt x="236648" y="18932"/>
                </a:lnTo>
                <a:lnTo>
                  <a:pt x="236399" y="19339"/>
                </a:lnTo>
                <a:lnTo>
                  <a:pt x="236163" y="19761"/>
                </a:lnTo>
                <a:lnTo>
                  <a:pt x="235940" y="20196"/>
                </a:lnTo>
                <a:lnTo>
                  <a:pt x="235730" y="20646"/>
                </a:lnTo>
                <a:lnTo>
                  <a:pt x="235532" y="21109"/>
                </a:lnTo>
                <a:lnTo>
                  <a:pt x="235347" y="21587"/>
                </a:lnTo>
                <a:lnTo>
                  <a:pt x="235175" y="22078"/>
                </a:lnTo>
                <a:lnTo>
                  <a:pt x="235016" y="22584"/>
                </a:lnTo>
                <a:lnTo>
                  <a:pt x="234869" y="23103"/>
                </a:lnTo>
                <a:lnTo>
                  <a:pt x="234735" y="23637"/>
                </a:lnTo>
                <a:lnTo>
                  <a:pt x="234684" y="23868"/>
                </a:lnTo>
                <a:lnTo>
                  <a:pt x="234650" y="23868"/>
                </a:lnTo>
                <a:lnTo>
                  <a:pt x="234650" y="14229"/>
                </a:lnTo>
                <a:lnTo>
                  <a:pt x="223816" y="14229"/>
                </a:lnTo>
                <a:close/>
                <a:moveTo>
                  <a:pt x="81182" y="65520"/>
                </a:moveTo>
                <a:lnTo>
                  <a:pt x="81952" y="65484"/>
                </a:lnTo>
                <a:lnTo>
                  <a:pt x="82706" y="65435"/>
                </a:lnTo>
                <a:lnTo>
                  <a:pt x="83443" y="65371"/>
                </a:lnTo>
                <a:lnTo>
                  <a:pt x="84164" y="65293"/>
                </a:lnTo>
                <a:lnTo>
                  <a:pt x="84868" y="65201"/>
                </a:lnTo>
                <a:lnTo>
                  <a:pt x="85556" y="65094"/>
                </a:lnTo>
                <a:lnTo>
                  <a:pt x="86227" y="64974"/>
                </a:lnTo>
                <a:lnTo>
                  <a:pt x="86882" y="64839"/>
                </a:lnTo>
                <a:lnTo>
                  <a:pt x="87520" y="64690"/>
                </a:lnTo>
                <a:lnTo>
                  <a:pt x="88143" y="64527"/>
                </a:lnTo>
                <a:lnTo>
                  <a:pt x="88748" y="64350"/>
                </a:lnTo>
                <a:lnTo>
                  <a:pt x="89338" y="64158"/>
                </a:lnTo>
                <a:lnTo>
                  <a:pt x="89910" y="63952"/>
                </a:lnTo>
                <a:lnTo>
                  <a:pt x="90467" y="63733"/>
                </a:lnTo>
                <a:lnTo>
                  <a:pt x="91007" y="63499"/>
                </a:lnTo>
                <a:lnTo>
                  <a:pt x="91530" y="63250"/>
                </a:lnTo>
                <a:lnTo>
                  <a:pt x="92038" y="62988"/>
                </a:lnTo>
                <a:lnTo>
                  <a:pt x="92528" y="62711"/>
                </a:lnTo>
                <a:lnTo>
                  <a:pt x="93003" y="62421"/>
                </a:lnTo>
                <a:lnTo>
                  <a:pt x="93461" y="62116"/>
                </a:lnTo>
                <a:lnTo>
                  <a:pt x="93902" y="61797"/>
                </a:lnTo>
                <a:lnTo>
                  <a:pt x="94327" y="61463"/>
                </a:lnTo>
                <a:lnTo>
                  <a:pt x="94735" y="61117"/>
                </a:lnTo>
                <a:lnTo>
                  <a:pt x="95126" y="60760"/>
                </a:lnTo>
                <a:lnTo>
                  <a:pt x="95500" y="60391"/>
                </a:lnTo>
                <a:lnTo>
                  <a:pt x="95856" y="60011"/>
                </a:lnTo>
                <a:lnTo>
                  <a:pt x="96195" y="59619"/>
                </a:lnTo>
                <a:lnTo>
                  <a:pt x="96516" y="59217"/>
                </a:lnTo>
                <a:lnTo>
                  <a:pt x="96820" y="58803"/>
                </a:lnTo>
                <a:lnTo>
                  <a:pt x="97107" y="58377"/>
                </a:lnTo>
                <a:lnTo>
                  <a:pt x="97376" y="57941"/>
                </a:lnTo>
                <a:lnTo>
                  <a:pt x="97628" y="57493"/>
                </a:lnTo>
                <a:lnTo>
                  <a:pt x="97863" y="57033"/>
                </a:lnTo>
                <a:lnTo>
                  <a:pt x="98080" y="56563"/>
                </a:lnTo>
                <a:lnTo>
                  <a:pt x="98280" y="56081"/>
                </a:lnTo>
                <a:lnTo>
                  <a:pt x="98462" y="55587"/>
                </a:lnTo>
                <a:lnTo>
                  <a:pt x="98627" y="55083"/>
                </a:lnTo>
                <a:lnTo>
                  <a:pt x="98775" y="54567"/>
                </a:lnTo>
                <a:lnTo>
                  <a:pt x="98905" y="54040"/>
                </a:lnTo>
                <a:lnTo>
                  <a:pt x="99018" y="53501"/>
                </a:lnTo>
                <a:lnTo>
                  <a:pt x="99114" y="52951"/>
                </a:lnTo>
                <a:lnTo>
                  <a:pt x="99192" y="52390"/>
                </a:lnTo>
                <a:lnTo>
                  <a:pt x="99253" y="51818"/>
                </a:lnTo>
                <a:lnTo>
                  <a:pt x="99296" y="51234"/>
                </a:lnTo>
                <a:lnTo>
                  <a:pt x="99322" y="50639"/>
                </a:lnTo>
                <a:lnTo>
                  <a:pt x="99331" y="50033"/>
                </a:lnTo>
                <a:lnTo>
                  <a:pt x="99323" y="49465"/>
                </a:lnTo>
                <a:lnTo>
                  <a:pt x="99301" y="48909"/>
                </a:lnTo>
                <a:lnTo>
                  <a:pt x="99264" y="48364"/>
                </a:lnTo>
                <a:lnTo>
                  <a:pt x="99212" y="47831"/>
                </a:lnTo>
                <a:lnTo>
                  <a:pt x="99146" y="47309"/>
                </a:lnTo>
                <a:lnTo>
                  <a:pt x="99064" y="46800"/>
                </a:lnTo>
                <a:lnTo>
                  <a:pt x="98968" y="46302"/>
                </a:lnTo>
                <a:lnTo>
                  <a:pt x="98857" y="45815"/>
                </a:lnTo>
                <a:lnTo>
                  <a:pt x="98731" y="45340"/>
                </a:lnTo>
                <a:lnTo>
                  <a:pt x="98590" y="44877"/>
                </a:lnTo>
                <a:lnTo>
                  <a:pt x="98434" y="44425"/>
                </a:lnTo>
                <a:lnTo>
                  <a:pt x="98264" y="43985"/>
                </a:lnTo>
                <a:lnTo>
                  <a:pt x="98078" y="43557"/>
                </a:lnTo>
                <a:lnTo>
                  <a:pt x="97878" y="43140"/>
                </a:lnTo>
                <a:lnTo>
                  <a:pt x="97664" y="42735"/>
                </a:lnTo>
                <a:lnTo>
                  <a:pt x="97434" y="42342"/>
                </a:lnTo>
                <a:lnTo>
                  <a:pt x="97189" y="41960"/>
                </a:lnTo>
                <a:lnTo>
                  <a:pt x="96930" y="41590"/>
                </a:lnTo>
                <a:lnTo>
                  <a:pt x="96656" y="41232"/>
                </a:lnTo>
                <a:lnTo>
                  <a:pt x="96367" y="40885"/>
                </a:lnTo>
                <a:lnTo>
                  <a:pt x="96063" y="40549"/>
                </a:lnTo>
                <a:lnTo>
                  <a:pt x="95744" y="40226"/>
                </a:lnTo>
                <a:lnTo>
                  <a:pt x="95411" y="39914"/>
                </a:lnTo>
                <a:lnTo>
                  <a:pt x="95063" y="39614"/>
                </a:lnTo>
                <a:lnTo>
                  <a:pt x="94699" y="39323"/>
                </a:lnTo>
                <a:lnTo>
                  <a:pt x="94318" y="39040"/>
                </a:lnTo>
                <a:lnTo>
                  <a:pt x="93922" y="38765"/>
                </a:lnTo>
                <a:lnTo>
                  <a:pt x="93508" y="38498"/>
                </a:lnTo>
                <a:lnTo>
                  <a:pt x="93079" y="38238"/>
                </a:lnTo>
                <a:lnTo>
                  <a:pt x="92633" y="37987"/>
                </a:lnTo>
                <a:lnTo>
                  <a:pt x="92170" y="37743"/>
                </a:lnTo>
                <a:lnTo>
                  <a:pt x="91692" y="37507"/>
                </a:lnTo>
                <a:lnTo>
                  <a:pt x="91196" y="37279"/>
                </a:lnTo>
                <a:lnTo>
                  <a:pt x="90685" y="37059"/>
                </a:lnTo>
                <a:lnTo>
                  <a:pt x="90157" y="36846"/>
                </a:lnTo>
                <a:lnTo>
                  <a:pt x="89612" y="36641"/>
                </a:lnTo>
                <a:lnTo>
                  <a:pt x="89051" y="36444"/>
                </a:lnTo>
                <a:lnTo>
                  <a:pt x="88474" y="36255"/>
                </a:lnTo>
                <a:lnTo>
                  <a:pt x="87880" y="36074"/>
                </a:lnTo>
                <a:lnTo>
                  <a:pt x="87270" y="35900"/>
                </a:lnTo>
                <a:lnTo>
                  <a:pt x="86643" y="35735"/>
                </a:lnTo>
                <a:lnTo>
                  <a:pt x="86000" y="35577"/>
                </a:lnTo>
                <a:lnTo>
                  <a:pt x="85341" y="35427"/>
                </a:lnTo>
                <a:lnTo>
                  <a:pt x="84665" y="35284"/>
                </a:lnTo>
                <a:lnTo>
                  <a:pt x="83972" y="35150"/>
                </a:lnTo>
                <a:lnTo>
                  <a:pt x="83264" y="35023"/>
                </a:lnTo>
                <a:lnTo>
                  <a:pt x="82538" y="34904"/>
                </a:lnTo>
                <a:lnTo>
                  <a:pt x="81797" y="34793"/>
                </a:lnTo>
                <a:lnTo>
                  <a:pt x="75279" y="33876"/>
                </a:lnTo>
                <a:lnTo>
                  <a:pt x="74992" y="33829"/>
                </a:lnTo>
                <a:lnTo>
                  <a:pt x="74711" y="33779"/>
                </a:lnTo>
                <a:lnTo>
                  <a:pt x="74437" y="33727"/>
                </a:lnTo>
                <a:lnTo>
                  <a:pt x="74170" y="33673"/>
                </a:lnTo>
                <a:lnTo>
                  <a:pt x="73909" y="33616"/>
                </a:lnTo>
                <a:lnTo>
                  <a:pt x="73655" y="33557"/>
                </a:lnTo>
                <a:lnTo>
                  <a:pt x="73408" y="33496"/>
                </a:lnTo>
                <a:lnTo>
                  <a:pt x="73168" y="33432"/>
                </a:lnTo>
                <a:lnTo>
                  <a:pt x="72934" y="33366"/>
                </a:lnTo>
                <a:lnTo>
                  <a:pt x="72707" y="33297"/>
                </a:lnTo>
                <a:lnTo>
                  <a:pt x="72486" y="33226"/>
                </a:lnTo>
                <a:lnTo>
                  <a:pt x="72272" y="33153"/>
                </a:lnTo>
                <a:lnTo>
                  <a:pt x="72065" y="33077"/>
                </a:lnTo>
                <a:lnTo>
                  <a:pt x="71865" y="32999"/>
                </a:lnTo>
                <a:lnTo>
                  <a:pt x="71671" y="32918"/>
                </a:lnTo>
                <a:lnTo>
                  <a:pt x="71484" y="32835"/>
                </a:lnTo>
                <a:lnTo>
                  <a:pt x="71304" y="32750"/>
                </a:lnTo>
                <a:lnTo>
                  <a:pt x="71130" y="32662"/>
                </a:lnTo>
                <a:lnTo>
                  <a:pt x="70963" y="32572"/>
                </a:lnTo>
                <a:lnTo>
                  <a:pt x="70803" y="32480"/>
                </a:lnTo>
                <a:lnTo>
                  <a:pt x="70650" y="32385"/>
                </a:lnTo>
                <a:lnTo>
                  <a:pt x="70503" y="32287"/>
                </a:lnTo>
                <a:lnTo>
                  <a:pt x="70362" y="32188"/>
                </a:lnTo>
                <a:lnTo>
                  <a:pt x="70229" y="32086"/>
                </a:lnTo>
                <a:lnTo>
                  <a:pt x="70102" y="31980"/>
                </a:lnTo>
                <a:lnTo>
                  <a:pt x="69980" y="31870"/>
                </a:lnTo>
                <a:lnTo>
                  <a:pt x="69863" y="31755"/>
                </a:lnTo>
                <a:lnTo>
                  <a:pt x="69752" y="31635"/>
                </a:lnTo>
                <a:lnTo>
                  <a:pt x="69647" y="31511"/>
                </a:lnTo>
                <a:lnTo>
                  <a:pt x="69546" y="31383"/>
                </a:lnTo>
                <a:lnTo>
                  <a:pt x="69451" y="31249"/>
                </a:lnTo>
                <a:lnTo>
                  <a:pt x="69362" y="31111"/>
                </a:lnTo>
                <a:lnTo>
                  <a:pt x="69278" y="30969"/>
                </a:lnTo>
                <a:lnTo>
                  <a:pt x="69199" y="30821"/>
                </a:lnTo>
                <a:lnTo>
                  <a:pt x="69126" y="30670"/>
                </a:lnTo>
                <a:lnTo>
                  <a:pt x="69059" y="30513"/>
                </a:lnTo>
                <a:lnTo>
                  <a:pt x="68996" y="30352"/>
                </a:lnTo>
                <a:lnTo>
                  <a:pt x="68939" y="30186"/>
                </a:lnTo>
                <a:lnTo>
                  <a:pt x="68888" y="30016"/>
                </a:lnTo>
                <a:lnTo>
                  <a:pt x="68842" y="29841"/>
                </a:lnTo>
                <a:lnTo>
                  <a:pt x="68801" y="29662"/>
                </a:lnTo>
                <a:lnTo>
                  <a:pt x="68766" y="29477"/>
                </a:lnTo>
                <a:lnTo>
                  <a:pt x="68736" y="29289"/>
                </a:lnTo>
                <a:lnTo>
                  <a:pt x="68712" y="29095"/>
                </a:lnTo>
                <a:lnTo>
                  <a:pt x="68693" y="28897"/>
                </a:lnTo>
                <a:lnTo>
                  <a:pt x="68679" y="28695"/>
                </a:lnTo>
                <a:lnTo>
                  <a:pt x="68671" y="28487"/>
                </a:lnTo>
                <a:lnTo>
                  <a:pt x="68668" y="28275"/>
                </a:lnTo>
                <a:lnTo>
                  <a:pt x="68672" y="28048"/>
                </a:lnTo>
                <a:lnTo>
                  <a:pt x="68681" y="27826"/>
                </a:lnTo>
                <a:lnTo>
                  <a:pt x="68696" y="27608"/>
                </a:lnTo>
                <a:lnTo>
                  <a:pt x="68718" y="27394"/>
                </a:lnTo>
                <a:lnTo>
                  <a:pt x="68746" y="27186"/>
                </a:lnTo>
                <a:lnTo>
                  <a:pt x="68780" y="26982"/>
                </a:lnTo>
                <a:lnTo>
                  <a:pt x="68821" y="26782"/>
                </a:lnTo>
                <a:lnTo>
                  <a:pt x="68867" y="26587"/>
                </a:lnTo>
                <a:lnTo>
                  <a:pt x="68920" y="26397"/>
                </a:lnTo>
                <a:lnTo>
                  <a:pt x="68979" y="26212"/>
                </a:lnTo>
                <a:lnTo>
                  <a:pt x="69045" y="26031"/>
                </a:lnTo>
                <a:lnTo>
                  <a:pt x="69116" y="25854"/>
                </a:lnTo>
                <a:lnTo>
                  <a:pt x="69194" y="25683"/>
                </a:lnTo>
                <a:lnTo>
                  <a:pt x="69278" y="25516"/>
                </a:lnTo>
                <a:lnTo>
                  <a:pt x="69368" y="25353"/>
                </a:lnTo>
                <a:lnTo>
                  <a:pt x="69464" y="25195"/>
                </a:lnTo>
                <a:lnTo>
                  <a:pt x="69567" y="25042"/>
                </a:lnTo>
                <a:lnTo>
                  <a:pt x="69675" y="24894"/>
                </a:lnTo>
                <a:lnTo>
                  <a:pt x="69790" y="24750"/>
                </a:lnTo>
                <a:lnTo>
                  <a:pt x="69912" y="24610"/>
                </a:lnTo>
                <a:lnTo>
                  <a:pt x="70039" y="24476"/>
                </a:lnTo>
                <a:lnTo>
                  <a:pt x="70173" y="24346"/>
                </a:lnTo>
                <a:lnTo>
                  <a:pt x="70313" y="24220"/>
                </a:lnTo>
                <a:lnTo>
                  <a:pt x="70459" y="24100"/>
                </a:lnTo>
                <a:lnTo>
                  <a:pt x="70612" y="23983"/>
                </a:lnTo>
                <a:lnTo>
                  <a:pt x="70772" y="23872"/>
                </a:lnTo>
                <a:lnTo>
                  <a:pt x="70940" y="23766"/>
                </a:lnTo>
                <a:lnTo>
                  <a:pt x="71115" y="23665"/>
                </a:lnTo>
                <a:lnTo>
                  <a:pt x="71298" y="23568"/>
                </a:lnTo>
                <a:lnTo>
                  <a:pt x="71489" y="23477"/>
                </a:lnTo>
                <a:lnTo>
                  <a:pt x="71687" y="23390"/>
                </a:lnTo>
                <a:lnTo>
                  <a:pt x="71892" y="23309"/>
                </a:lnTo>
                <a:lnTo>
                  <a:pt x="72105" y="23232"/>
                </a:lnTo>
                <a:lnTo>
                  <a:pt x="72325" y="23161"/>
                </a:lnTo>
                <a:lnTo>
                  <a:pt x="72553" y="23094"/>
                </a:lnTo>
                <a:lnTo>
                  <a:pt x="72788" y="23032"/>
                </a:lnTo>
                <a:lnTo>
                  <a:pt x="73031" y="22975"/>
                </a:lnTo>
                <a:lnTo>
                  <a:pt x="73281" y="22923"/>
                </a:lnTo>
                <a:lnTo>
                  <a:pt x="73539" y="22876"/>
                </a:lnTo>
                <a:lnTo>
                  <a:pt x="73804" y="22834"/>
                </a:lnTo>
                <a:lnTo>
                  <a:pt x="74077" y="22797"/>
                </a:lnTo>
                <a:lnTo>
                  <a:pt x="74358" y="22765"/>
                </a:lnTo>
                <a:lnTo>
                  <a:pt x="74645" y="22738"/>
                </a:lnTo>
                <a:lnTo>
                  <a:pt x="74941" y="22716"/>
                </a:lnTo>
                <a:lnTo>
                  <a:pt x="75243" y="22699"/>
                </a:lnTo>
                <a:lnTo>
                  <a:pt x="75554" y="22686"/>
                </a:lnTo>
                <a:lnTo>
                  <a:pt x="75871" y="22679"/>
                </a:lnTo>
                <a:lnTo>
                  <a:pt x="76196" y="22676"/>
                </a:lnTo>
                <a:lnTo>
                  <a:pt x="79686" y="22676"/>
                </a:lnTo>
                <a:lnTo>
                  <a:pt x="79951" y="22679"/>
                </a:lnTo>
                <a:lnTo>
                  <a:pt x="80213" y="22685"/>
                </a:lnTo>
                <a:lnTo>
                  <a:pt x="80470" y="22696"/>
                </a:lnTo>
                <a:lnTo>
                  <a:pt x="80722" y="22712"/>
                </a:lnTo>
                <a:lnTo>
                  <a:pt x="80970" y="22732"/>
                </a:lnTo>
                <a:lnTo>
                  <a:pt x="81214" y="22757"/>
                </a:lnTo>
                <a:lnTo>
                  <a:pt x="81454" y="22786"/>
                </a:lnTo>
                <a:lnTo>
                  <a:pt x="81690" y="22819"/>
                </a:lnTo>
                <a:lnTo>
                  <a:pt x="81921" y="22857"/>
                </a:lnTo>
                <a:lnTo>
                  <a:pt x="82148" y="22900"/>
                </a:lnTo>
                <a:lnTo>
                  <a:pt x="82370" y="22946"/>
                </a:lnTo>
                <a:lnTo>
                  <a:pt x="82588" y="22998"/>
                </a:lnTo>
                <a:lnTo>
                  <a:pt x="82802" y="23054"/>
                </a:lnTo>
                <a:lnTo>
                  <a:pt x="83012" y="23114"/>
                </a:lnTo>
                <a:lnTo>
                  <a:pt x="83217" y="23179"/>
                </a:lnTo>
                <a:lnTo>
                  <a:pt x="83418" y="23248"/>
                </a:lnTo>
                <a:lnTo>
                  <a:pt x="83615" y="23322"/>
                </a:lnTo>
                <a:lnTo>
                  <a:pt x="83807" y="23400"/>
                </a:lnTo>
                <a:lnTo>
                  <a:pt x="83996" y="23482"/>
                </a:lnTo>
                <a:lnTo>
                  <a:pt x="84179" y="23569"/>
                </a:lnTo>
                <a:lnTo>
                  <a:pt x="84359" y="23661"/>
                </a:lnTo>
                <a:lnTo>
                  <a:pt x="84534" y="23757"/>
                </a:lnTo>
                <a:lnTo>
                  <a:pt x="84705" y="23857"/>
                </a:lnTo>
                <a:lnTo>
                  <a:pt x="84872" y="23962"/>
                </a:lnTo>
                <a:lnTo>
                  <a:pt x="85033" y="24071"/>
                </a:lnTo>
                <a:lnTo>
                  <a:pt x="85189" y="24181"/>
                </a:lnTo>
                <a:lnTo>
                  <a:pt x="85339" y="24295"/>
                </a:lnTo>
                <a:lnTo>
                  <a:pt x="85482" y="24411"/>
                </a:lnTo>
                <a:lnTo>
                  <a:pt x="85620" y="24529"/>
                </a:lnTo>
                <a:lnTo>
                  <a:pt x="85752" y="24650"/>
                </a:lnTo>
                <a:lnTo>
                  <a:pt x="85879" y="24774"/>
                </a:lnTo>
                <a:lnTo>
                  <a:pt x="85999" y="24900"/>
                </a:lnTo>
                <a:lnTo>
                  <a:pt x="86113" y="25029"/>
                </a:lnTo>
                <a:lnTo>
                  <a:pt x="86222" y="25160"/>
                </a:lnTo>
                <a:lnTo>
                  <a:pt x="86324" y="25294"/>
                </a:lnTo>
                <a:lnTo>
                  <a:pt x="86421" y="25430"/>
                </a:lnTo>
                <a:lnTo>
                  <a:pt x="86512" y="25569"/>
                </a:lnTo>
                <a:lnTo>
                  <a:pt x="86597" y="25711"/>
                </a:lnTo>
                <a:lnTo>
                  <a:pt x="86676" y="25855"/>
                </a:lnTo>
                <a:lnTo>
                  <a:pt x="86749" y="26001"/>
                </a:lnTo>
                <a:lnTo>
                  <a:pt x="86816" y="26150"/>
                </a:lnTo>
                <a:lnTo>
                  <a:pt x="86877" y="26302"/>
                </a:lnTo>
                <a:lnTo>
                  <a:pt x="86933" y="26456"/>
                </a:lnTo>
                <a:lnTo>
                  <a:pt x="86982" y="26613"/>
                </a:lnTo>
                <a:lnTo>
                  <a:pt x="87026" y="26772"/>
                </a:lnTo>
                <a:lnTo>
                  <a:pt x="87064" y="26934"/>
                </a:lnTo>
                <a:lnTo>
                  <a:pt x="87095" y="27098"/>
                </a:lnTo>
                <a:lnTo>
                  <a:pt x="87121" y="27265"/>
                </a:lnTo>
                <a:lnTo>
                  <a:pt x="98597" y="27265"/>
                </a:lnTo>
                <a:lnTo>
                  <a:pt x="98558" y="26742"/>
                </a:lnTo>
                <a:lnTo>
                  <a:pt x="98503" y="26227"/>
                </a:lnTo>
                <a:lnTo>
                  <a:pt x="98432" y="25722"/>
                </a:lnTo>
                <a:lnTo>
                  <a:pt x="98344" y="25225"/>
                </a:lnTo>
                <a:lnTo>
                  <a:pt x="98241" y="24738"/>
                </a:lnTo>
                <a:lnTo>
                  <a:pt x="98121" y="24259"/>
                </a:lnTo>
                <a:lnTo>
                  <a:pt x="97984" y="23789"/>
                </a:lnTo>
                <a:lnTo>
                  <a:pt x="97832" y="23328"/>
                </a:lnTo>
                <a:lnTo>
                  <a:pt x="97663" y="22876"/>
                </a:lnTo>
                <a:lnTo>
                  <a:pt x="97478" y="22433"/>
                </a:lnTo>
                <a:lnTo>
                  <a:pt x="97277" y="21999"/>
                </a:lnTo>
                <a:lnTo>
                  <a:pt x="97059" y="21574"/>
                </a:lnTo>
                <a:lnTo>
                  <a:pt x="96825" y="21157"/>
                </a:lnTo>
                <a:lnTo>
                  <a:pt x="96575" y="20750"/>
                </a:lnTo>
                <a:lnTo>
                  <a:pt x="96309" y="20351"/>
                </a:lnTo>
                <a:lnTo>
                  <a:pt x="96026" y="19962"/>
                </a:lnTo>
                <a:lnTo>
                  <a:pt x="95727" y="19581"/>
                </a:lnTo>
                <a:lnTo>
                  <a:pt x="95412" y="19210"/>
                </a:lnTo>
                <a:lnTo>
                  <a:pt x="95081" y="18847"/>
                </a:lnTo>
                <a:lnTo>
                  <a:pt x="94733" y="18493"/>
                </a:lnTo>
                <a:lnTo>
                  <a:pt x="94369" y="18148"/>
                </a:lnTo>
                <a:lnTo>
                  <a:pt x="93989" y="17812"/>
                </a:lnTo>
                <a:lnTo>
                  <a:pt x="93593" y="17485"/>
                </a:lnTo>
                <a:lnTo>
                  <a:pt x="93180" y="17167"/>
                </a:lnTo>
                <a:lnTo>
                  <a:pt x="92753" y="16860"/>
                </a:lnTo>
                <a:lnTo>
                  <a:pt x="92315" y="16566"/>
                </a:lnTo>
                <a:lnTo>
                  <a:pt x="91865" y="16285"/>
                </a:lnTo>
                <a:lnTo>
                  <a:pt x="91403" y="16017"/>
                </a:lnTo>
                <a:lnTo>
                  <a:pt x="90929" y="15762"/>
                </a:lnTo>
                <a:lnTo>
                  <a:pt x="90443" y="15520"/>
                </a:lnTo>
                <a:lnTo>
                  <a:pt x="89946" y="15291"/>
                </a:lnTo>
                <a:lnTo>
                  <a:pt x="89437" y="15076"/>
                </a:lnTo>
                <a:lnTo>
                  <a:pt x="88916" y="14873"/>
                </a:lnTo>
                <a:lnTo>
                  <a:pt x="88383" y="14684"/>
                </a:lnTo>
                <a:lnTo>
                  <a:pt x="87838" y="14507"/>
                </a:lnTo>
                <a:lnTo>
                  <a:pt x="87282" y="14344"/>
                </a:lnTo>
                <a:lnTo>
                  <a:pt x="86714" y="14194"/>
                </a:lnTo>
                <a:lnTo>
                  <a:pt x="86134" y="14056"/>
                </a:lnTo>
                <a:lnTo>
                  <a:pt x="85542" y="13932"/>
                </a:lnTo>
                <a:lnTo>
                  <a:pt x="84939" y="13821"/>
                </a:lnTo>
                <a:lnTo>
                  <a:pt x="84323" y="13723"/>
                </a:lnTo>
                <a:lnTo>
                  <a:pt x="83696" y="13638"/>
                </a:lnTo>
                <a:lnTo>
                  <a:pt x="83057" y="13566"/>
                </a:lnTo>
                <a:lnTo>
                  <a:pt x="82407" y="13508"/>
                </a:lnTo>
                <a:lnTo>
                  <a:pt x="81744" y="13462"/>
                </a:lnTo>
                <a:lnTo>
                  <a:pt x="81070" y="13429"/>
                </a:lnTo>
                <a:lnTo>
                  <a:pt x="80384" y="13409"/>
                </a:lnTo>
                <a:lnTo>
                  <a:pt x="79686" y="13403"/>
                </a:lnTo>
                <a:lnTo>
                  <a:pt x="76196" y="13403"/>
                </a:lnTo>
                <a:lnTo>
                  <a:pt x="75432" y="13410"/>
                </a:lnTo>
                <a:lnTo>
                  <a:pt x="74682" y="13430"/>
                </a:lnTo>
                <a:lnTo>
                  <a:pt x="73949" y="13464"/>
                </a:lnTo>
                <a:lnTo>
                  <a:pt x="73231" y="13511"/>
                </a:lnTo>
                <a:lnTo>
                  <a:pt x="72528" y="13572"/>
                </a:lnTo>
                <a:lnTo>
                  <a:pt x="71842" y="13647"/>
                </a:lnTo>
                <a:lnTo>
                  <a:pt x="71170" y="13735"/>
                </a:lnTo>
                <a:lnTo>
                  <a:pt x="70515" y="13837"/>
                </a:lnTo>
                <a:lnTo>
                  <a:pt x="69875" y="13952"/>
                </a:lnTo>
                <a:lnTo>
                  <a:pt x="69251" y="14080"/>
                </a:lnTo>
                <a:lnTo>
                  <a:pt x="68642" y="14223"/>
                </a:lnTo>
                <a:lnTo>
                  <a:pt x="68049" y="14379"/>
                </a:lnTo>
                <a:lnTo>
                  <a:pt x="67472" y="14548"/>
                </a:lnTo>
                <a:lnTo>
                  <a:pt x="66910" y="14731"/>
                </a:lnTo>
                <a:lnTo>
                  <a:pt x="66364" y="14927"/>
                </a:lnTo>
                <a:lnTo>
                  <a:pt x="65833" y="15137"/>
                </a:lnTo>
                <a:lnTo>
                  <a:pt x="65318" y="15361"/>
                </a:lnTo>
                <a:lnTo>
                  <a:pt x="64819" y="15598"/>
                </a:lnTo>
                <a:lnTo>
                  <a:pt x="64335" y="15849"/>
                </a:lnTo>
                <a:lnTo>
                  <a:pt x="63867" y="16113"/>
                </a:lnTo>
                <a:lnTo>
                  <a:pt x="63414" y="16391"/>
                </a:lnTo>
                <a:lnTo>
                  <a:pt x="62977" y="16682"/>
                </a:lnTo>
                <a:lnTo>
                  <a:pt x="62556" y="16987"/>
                </a:lnTo>
                <a:lnTo>
                  <a:pt x="62151" y="17306"/>
                </a:lnTo>
                <a:lnTo>
                  <a:pt x="61761" y="17636"/>
                </a:lnTo>
                <a:lnTo>
                  <a:pt x="61388" y="17978"/>
                </a:lnTo>
                <a:lnTo>
                  <a:pt x="61032" y="18330"/>
                </a:lnTo>
                <a:lnTo>
                  <a:pt x="60692" y="18694"/>
                </a:lnTo>
                <a:lnTo>
                  <a:pt x="60369" y="19069"/>
                </a:lnTo>
                <a:lnTo>
                  <a:pt x="60062" y="19454"/>
                </a:lnTo>
                <a:lnTo>
                  <a:pt x="59772" y="19851"/>
                </a:lnTo>
                <a:lnTo>
                  <a:pt x="59498" y="20258"/>
                </a:lnTo>
                <a:lnTo>
                  <a:pt x="59241" y="20677"/>
                </a:lnTo>
                <a:lnTo>
                  <a:pt x="59001" y="21107"/>
                </a:lnTo>
                <a:lnTo>
                  <a:pt x="58777" y="21547"/>
                </a:lnTo>
                <a:lnTo>
                  <a:pt x="58570" y="21999"/>
                </a:lnTo>
                <a:lnTo>
                  <a:pt x="58379" y="22461"/>
                </a:lnTo>
                <a:lnTo>
                  <a:pt x="58205" y="22935"/>
                </a:lnTo>
                <a:lnTo>
                  <a:pt x="58048" y="23419"/>
                </a:lnTo>
                <a:lnTo>
                  <a:pt x="57907" y="23915"/>
                </a:lnTo>
                <a:lnTo>
                  <a:pt x="57783" y="24421"/>
                </a:lnTo>
                <a:lnTo>
                  <a:pt x="57675" y="24939"/>
                </a:lnTo>
                <a:lnTo>
                  <a:pt x="57584" y="25468"/>
                </a:lnTo>
                <a:lnTo>
                  <a:pt x="57509" y="26007"/>
                </a:lnTo>
                <a:lnTo>
                  <a:pt x="57451" y="26558"/>
                </a:lnTo>
                <a:lnTo>
                  <a:pt x="57410" y="27119"/>
                </a:lnTo>
                <a:lnTo>
                  <a:pt x="57385" y="27692"/>
                </a:lnTo>
                <a:lnTo>
                  <a:pt x="57377" y="28275"/>
                </a:lnTo>
                <a:lnTo>
                  <a:pt x="57384" y="28836"/>
                </a:lnTo>
                <a:lnTo>
                  <a:pt x="57405" y="29384"/>
                </a:lnTo>
                <a:lnTo>
                  <a:pt x="57440" y="29921"/>
                </a:lnTo>
                <a:lnTo>
                  <a:pt x="57489" y="30446"/>
                </a:lnTo>
                <a:lnTo>
                  <a:pt x="57552" y="30959"/>
                </a:lnTo>
                <a:lnTo>
                  <a:pt x="57629" y="31460"/>
                </a:lnTo>
                <a:lnTo>
                  <a:pt x="57720" y="31949"/>
                </a:lnTo>
                <a:lnTo>
                  <a:pt x="57825" y="32427"/>
                </a:lnTo>
                <a:lnTo>
                  <a:pt x="57945" y="32893"/>
                </a:lnTo>
                <a:lnTo>
                  <a:pt x="58078" y="33347"/>
                </a:lnTo>
                <a:lnTo>
                  <a:pt x="58225" y="33790"/>
                </a:lnTo>
                <a:lnTo>
                  <a:pt x="58387" y="34220"/>
                </a:lnTo>
                <a:lnTo>
                  <a:pt x="58562" y="34639"/>
                </a:lnTo>
                <a:lnTo>
                  <a:pt x="58751" y="35046"/>
                </a:lnTo>
                <a:lnTo>
                  <a:pt x="58955" y="35441"/>
                </a:lnTo>
                <a:lnTo>
                  <a:pt x="59172" y="35824"/>
                </a:lnTo>
                <a:lnTo>
                  <a:pt x="59404" y="36196"/>
                </a:lnTo>
                <a:lnTo>
                  <a:pt x="59649" y="36555"/>
                </a:lnTo>
                <a:lnTo>
                  <a:pt x="59909" y="36903"/>
                </a:lnTo>
                <a:lnTo>
                  <a:pt x="60182" y="37240"/>
                </a:lnTo>
                <a:lnTo>
                  <a:pt x="60470" y="37564"/>
                </a:lnTo>
                <a:lnTo>
                  <a:pt x="60771" y="37876"/>
                </a:lnTo>
                <a:lnTo>
                  <a:pt x="61087" y="38177"/>
                </a:lnTo>
                <a:lnTo>
                  <a:pt x="61416" y="38466"/>
                </a:lnTo>
                <a:lnTo>
                  <a:pt x="61761" y="38745"/>
                </a:lnTo>
                <a:lnTo>
                  <a:pt x="62122" y="39017"/>
                </a:lnTo>
                <a:lnTo>
                  <a:pt x="62498" y="39281"/>
                </a:lnTo>
                <a:lnTo>
                  <a:pt x="62891" y="39537"/>
                </a:lnTo>
                <a:lnTo>
                  <a:pt x="63299" y="39786"/>
                </a:lnTo>
                <a:lnTo>
                  <a:pt x="63723" y="40027"/>
                </a:lnTo>
                <a:lnTo>
                  <a:pt x="64164" y="40260"/>
                </a:lnTo>
                <a:lnTo>
                  <a:pt x="64620" y="40486"/>
                </a:lnTo>
                <a:lnTo>
                  <a:pt x="65092" y="40704"/>
                </a:lnTo>
                <a:lnTo>
                  <a:pt x="65580" y="40914"/>
                </a:lnTo>
                <a:lnTo>
                  <a:pt x="66084" y="41117"/>
                </a:lnTo>
                <a:lnTo>
                  <a:pt x="66604" y="41312"/>
                </a:lnTo>
                <a:lnTo>
                  <a:pt x="67140" y="41500"/>
                </a:lnTo>
                <a:lnTo>
                  <a:pt x="67691" y="41680"/>
                </a:lnTo>
                <a:lnTo>
                  <a:pt x="68259" y="41852"/>
                </a:lnTo>
                <a:lnTo>
                  <a:pt x="68843" y="42016"/>
                </a:lnTo>
                <a:lnTo>
                  <a:pt x="69442" y="42173"/>
                </a:lnTo>
                <a:lnTo>
                  <a:pt x="70058" y="42322"/>
                </a:lnTo>
                <a:lnTo>
                  <a:pt x="70689" y="42464"/>
                </a:lnTo>
                <a:lnTo>
                  <a:pt x="71337" y="42598"/>
                </a:lnTo>
                <a:lnTo>
                  <a:pt x="72000" y="42724"/>
                </a:lnTo>
                <a:lnTo>
                  <a:pt x="72679" y="42842"/>
                </a:lnTo>
                <a:lnTo>
                  <a:pt x="73374" y="42953"/>
                </a:lnTo>
                <a:lnTo>
                  <a:pt x="74085" y="43057"/>
                </a:lnTo>
                <a:lnTo>
                  <a:pt x="80327" y="43974"/>
                </a:lnTo>
                <a:lnTo>
                  <a:pt x="80653" y="44014"/>
                </a:lnTo>
                <a:lnTo>
                  <a:pt x="80971" y="44058"/>
                </a:lnTo>
                <a:lnTo>
                  <a:pt x="81282" y="44106"/>
                </a:lnTo>
                <a:lnTo>
                  <a:pt x="81586" y="44157"/>
                </a:lnTo>
                <a:lnTo>
                  <a:pt x="81883" y="44211"/>
                </a:lnTo>
                <a:lnTo>
                  <a:pt x="82172" y="44270"/>
                </a:lnTo>
                <a:lnTo>
                  <a:pt x="82454" y="44332"/>
                </a:lnTo>
                <a:lnTo>
                  <a:pt x="82729" y="44398"/>
                </a:lnTo>
                <a:lnTo>
                  <a:pt x="82997" y="44467"/>
                </a:lnTo>
                <a:lnTo>
                  <a:pt x="83258" y="44540"/>
                </a:lnTo>
                <a:lnTo>
                  <a:pt x="83512" y="44617"/>
                </a:lnTo>
                <a:lnTo>
                  <a:pt x="83758" y="44697"/>
                </a:lnTo>
                <a:lnTo>
                  <a:pt x="83998" y="44781"/>
                </a:lnTo>
                <a:lnTo>
                  <a:pt x="84230" y="44869"/>
                </a:lnTo>
                <a:lnTo>
                  <a:pt x="84455" y="44961"/>
                </a:lnTo>
                <a:lnTo>
                  <a:pt x="84672" y="45056"/>
                </a:lnTo>
                <a:lnTo>
                  <a:pt x="84883" y="45154"/>
                </a:lnTo>
                <a:lnTo>
                  <a:pt x="85086" y="45257"/>
                </a:lnTo>
                <a:lnTo>
                  <a:pt x="85283" y="45363"/>
                </a:lnTo>
                <a:lnTo>
                  <a:pt x="85472" y="45473"/>
                </a:lnTo>
                <a:lnTo>
                  <a:pt x="85654" y="45586"/>
                </a:lnTo>
                <a:lnTo>
                  <a:pt x="85828" y="45703"/>
                </a:lnTo>
                <a:lnTo>
                  <a:pt x="85996" y="45824"/>
                </a:lnTo>
                <a:lnTo>
                  <a:pt x="86156" y="45948"/>
                </a:lnTo>
                <a:lnTo>
                  <a:pt x="86310" y="46076"/>
                </a:lnTo>
                <a:lnTo>
                  <a:pt x="86457" y="46208"/>
                </a:lnTo>
                <a:lnTo>
                  <a:pt x="86597" y="46344"/>
                </a:lnTo>
                <a:lnTo>
                  <a:pt x="86731" y="46485"/>
                </a:lnTo>
                <a:lnTo>
                  <a:pt x="86859" y="46629"/>
                </a:lnTo>
                <a:lnTo>
                  <a:pt x="86980" y="46777"/>
                </a:lnTo>
                <a:lnTo>
                  <a:pt x="87094" y="46929"/>
                </a:lnTo>
                <a:lnTo>
                  <a:pt x="87202" y="47085"/>
                </a:lnTo>
                <a:lnTo>
                  <a:pt x="87303" y="47245"/>
                </a:lnTo>
                <a:lnTo>
                  <a:pt x="87398" y="47409"/>
                </a:lnTo>
                <a:lnTo>
                  <a:pt x="87486" y="47577"/>
                </a:lnTo>
                <a:lnTo>
                  <a:pt x="87568" y="47749"/>
                </a:lnTo>
                <a:lnTo>
                  <a:pt x="87643" y="47925"/>
                </a:lnTo>
                <a:lnTo>
                  <a:pt x="87712" y="48105"/>
                </a:lnTo>
                <a:lnTo>
                  <a:pt x="87774" y="48290"/>
                </a:lnTo>
                <a:lnTo>
                  <a:pt x="87830" y="48478"/>
                </a:lnTo>
                <a:lnTo>
                  <a:pt x="87879" y="48670"/>
                </a:lnTo>
                <a:lnTo>
                  <a:pt x="87921" y="48866"/>
                </a:lnTo>
                <a:lnTo>
                  <a:pt x="87957" y="49065"/>
                </a:lnTo>
                <a:lnTo>
                  <a:pt x="87987" y="49269"/>
                </a:lnTo>
                <a:lnTo>
                  <a:pt x="88009" y="49477"/>
                </a:lnTo>
                <a:lnTo>
                  <a:pt x="88026" y="49689"/>
                </a:lnTo>
                <a:lnTo>
                  <a:pt x="88036" y="49905"/>
                </a:lnTo>
                <a:lnTo>
                  <a:pt x="88039" y="50125"/>
                </a:lnTo>
                <a:lnTo>
                  <a:pt x="88035" y="50360"/>
                </a:lnTo>
                <a:lnTo>
                  <a:pt x="88024" y="50591"/>
                </a:lnTo>
                <a:lnTo>
                  <a:pt x="88006" y="50818"/>
                </a:lnTo>
                <a:lnTo>
                  <a:pt x="87980" y="51040"/>
                </a:lnTo>
                <a:lnTo>
                  <a:pt x="87947" y="51259"/>
                </a:lnTo>
                <a:lnTo>
                  <a:pt x="87907" y="51473"/>
                </a:lnTo>
                <a:lnTo>
                  <a:pt x="87859" y="51683"/>
                </a:lnTo>
                <a:lnTo>
                  <a:pt x="87804" y="51889"/>
                </a:lnTo>
                <a:lnTo>
                  <a:pt x="87742" y="52091"/>
                </a:lnTo>
                <a:lnTo>
                  <a:pt x="87672" y="52289"/>
                </a:lnTo>
                <a:lnTo>
                  <a:pt x="87595" y="52483"/>
                </a:lnTo>
                <a:lnTo>
                  <a:pt x="87511" y="52672"/>
                </a:lnTo>
                <a:lnTo>
                  <a:pt x="87420" y="52858"/>
                </a:lnTo>
                <a:lnTo>
                  <a:pt x="87321" y="53039"/>
                </a:lnTo>
                <a:lnTo>
                  <a:pt x="87214" y="53216"/>
                </a:lnTo>
                <a:lnTo>
                  <a:pt x="87101" y="53389"/>
                </a:lnTo>
                <a:lnTo>
                  <a:pt x="86980" y="53558"/>
                </a:lnTo>
                <a:lnTo>
                  <a:pt x="86851" y="53722"/>
                </a:lnTo>
                <a:lnTo>
                  <a:pt x="86716" y="53883"/>
                </a:lnTo>
                <a:lnTo>
                  <a:pt x="86573" y="54039"/>
                </a:lnTo>
                <a:lnTo>
                  <a:pt x="86423" y="54191"/>
                </a:lnTo>
                <a:lnTo>
                  <a:pt x="86265" y="54339"/>
                </a:lnTo>
                <a:lnTo>
                  <a:pt x="86100" y="54483"/>
                </a:lnTo>
                <a:lnTo>
                  <a:pt x="85928" y="54623"/>
                </a:lnTo>
                <a:lnTo>
                  <a:pt x="85748" y="54758"/>
                </a:lnTo>
                <a:lnTo>
                  <a:pt x="85561" y="54887"/>
                </a:lnTo>
                <a:lnTo>
                  <a:pt x="85367" y="55011"/>
                </a:lnTo>
                <a:lnTo>
                  <a:pt x="85166" y="55128"/>
                </a:lnTo>
                <a:lnTo>
                  <a:pt x="84957" y="55240"/>
                </a:lnTo>
                <a:lnTo>
                  <a:pt x="84740" y="55346"/>
                </a:lnTo>
                <a:lnTo>
                  <a:pt x="84517" y="55447"/>
                </a:lnTo>
                <a:lnTo>
                  <a:pt x="84286" y="55541"/>
                </a:lnTo>
                <a:lnTo>
                  <a:pt x="84048" y="55630"/>
                </a:lnTo>
                <a:lnTo>
                  <a:pt x="83802" y="55714"/>
                </a:lnTo>
                <a:lnTo>
                  <a:pt x="83549" y="55791"/>
                </a:lnTo>
                <a:lnTo>
                  <a:pt x="83289" y="55863"/>
                </a:lnTo>
                <a:lnTo>
                  <a:pt x="83021" y="55929"/>
                </a:lnTo>
                <a:lnTo>
                  <a:pt x="82746" y="55989"/>
                </a:lnTo>
                <a:lnTo>
                  <a:pt x="82464" y="56044"/>
                </a:lnTo>
                <a:lnTo>
                  <a:pt x="82174" y="56092"/>
                </a:lnTo>
                <a:lnTo>
                  <a:pt x="81877" y="56136"/>
                </a:lnTo>
                <a:lnTo>
                  <a:pt x="81573" y="56173"/>
                </a:lnTo>
                <a:lnTo>
                  <a:pt x="81261" y="56204"/>
                </a:lnTo>
                <a:lnTo>
                  <a:pt x="80943" y="56230"/>
                </a:lnTo>
                <a:lnTo>
                  <a:pt x="80616" y="56250"/>
                </a:lnTo>
                <a:lnTo>
                  <a:pt x="80283" y="56265"/>
                </a:lnTo>
                <a:lnTo>
                  <a:pt x="79942" y="56273"/>
                </a:lnTo>
                <a:lnTo>
                  <a:pt x="79593" y="56276"/>
                </a:lnTo>
                <a:lnTo>
                  <a:pt x="75555" y="56276"/>
                </a:lnTo>
                <a:lnTo>
                  <a:pt x="75266" y="56274"/>
                </a:lnTo>
                <a:lnTo>
                  <a:pt x="74983" y="56266"/>
                </a:lnTo>
                <a:lnTo>
                  <a:pt x="74703" y="56253"/>
                </a:lnTo>
                <a:lnTo>
                  <a:pt x="74429" y="56235"/>
                </a:lnTo>
                <a:lnTo>
                  <a:pt x="74159" y="56212"/>
                </a:lnTo>
                <a:lnTo>
                  <a:pt x="73893" y="56184"/>
                </a:lnTo>
                <a:lnTo>
                  <a:pt x="73633" y="56151"/>
                </a:lnTo>
                <a:lnTo>
                  <a:pt x="73377" y="56113"/>
                </a:lnTo>
                <a:lnTo>
                  <a:pt x="73125" y="56070"/>
                </a:lnTo>
                <a:lnTo>
                  <a:pt x="72878" y="56021"/>
                </a:lnTo>
                <a:lnTo>
                  <a:pt x="72636" y="55968"/>
                </a:lnTo>
                <a:lnTo>
                  <a:pt x="72398" y="55909"/>
                </a:lnTo>
                <a:lnTo>
                  <a:pt x="72166" y="55845"/>
                </a:lnTo>
                <a:lnTo>
                  <a:pt x="71937" y="55777"/>
                </a:lnTo>
                <a:lnTo>
                  <a:pt x="71713" y="55703"/>
                </a:lnTo>
                <a:lnTo>
                  <a:pt x="71494" y="55624"/>
                </a:lnTo>
                <a:lnTo>
                  <a:pt x="71280" y="55540"/>
                </a:lnTo>
                <a:lnTo>
                  <a:pt x="71070" y="55450"/>
                </a:lnTo>
                <a:lnTo>
                  <a:pt x="70865" y="55356"/>
                </a:lnTo>
                <a:lnTo>
                  <a:pt x="70664" y="55257"/>
                </a:lnTo>
                <a:lnTo>
                  <a:pt x="70468" y="55152"/>
                </a:lnTo>
                <a:lnTo>
                  <a:pt x="70277" y="55043"/>
                </a:lnTo>
                <a:lnTo>
                  <a:pt x="70090" y="54928"/>
                </a:lnTo>
                <a:lnTo>
                  <a:pt x="69908" y="54808"/>
                </a:lnTo>
                <a:lnTo>
                  <a:pt x="69732" y="54684"/>
                </a:lnTo>
                <a:lnTo>
                  <a:pt x="69562" y="54557"/>
                </a:lnTo>
                <a:lnTo>
                  <a:pt x="69400" y="54426"/>
                </a:lnTo>
                <a:lnTo>
                  <a:pt x="69244" y="54293"/>
                </a:lnTo>
                <a:lnTo>
                  <a:pt x="69095" y="54156"/>
                </a:lnTo>
                <a:lnTo>
                  <a:pt x="68953" y="54016"/>
                </a:lnTo>
                <a:lnTo>
                  <a:pt x="68818" y="53873"/>
                </a:lnTo>
                <a:lnTo>
                  <a:pt x="68689" y="53727"/>
                </a:lnTo>
                <a:lnTo>
                  <a:pt x="68568" y="53577"/>
                </a:lnTo>
                <a:lnTo>
                  <a:pt x="68453" y="53424"/>
                </a:lnTo>
                <a:lnTo>
                  <a:pt x="68345" y="53268"/>
                </a:lnTo>
                <a:lnTo>
                  <a:pt x="68244" y="53109"/>
                </a:lnTo>
                <a:lnTo>
                  <a:pt x="68150" y="52947"/>
                </a:lnTo>
                <a:lnTo>
                  <a:pt x="68063" y="52782"/>
                </a:lnTo>
                <a:lnTo>
                  <a:pt x="67983" y="52613"/>
                </a:lnTo>
                <a:lnTo>
                  <a:pt x="67909" y="52441"/>
                </a:lnTo>
                <a:lnTo>
                  <a:pt x="67842" y="52266"/>
                </a:lnTo>
                <a:lnTo>
                  <a:pt x="67783" y="52088"/>
                </a:lnTo>
                <a:lnTo>
                  <a:pt x="67730" y="51906"/>
                </a:lnTo>
                <a:lnTo>
                  <a:pt x="67683" y="51722"/>
                </a:lnTo>
                <a:lnTo>
                  <a:pt x="67644" y="51534"/>
                </a:lnTo>
                <a:lnTo>
                  <a:pt x="67612" y="51343"/>
                </a:lnTo>
                <a:lnTo>
                  <a:pt x="67586" y="51149"/>
                </a:lnTo>
                <a:lnTo>
                  <a:pt x="67567" y="50952"/>
                </a:lnTo>
                <a:lnTo>
                  <a:pt x="56092" y="50952"/>
                </a:lnTo>
                <a:lnTo>
                  <a:pt x="56111" y="51317"/>
                </a:lnTo>
                <a:lnTo>
                  <a:pt x="56138" y="51678"/>
                </a:lnTo>
                <a:lnTo>
                  <a:pt x="56173" y="52035"/>
                </a:lnTo>
                <a:lnTo>
                  <a:pt x="56216" y="52388"/>
                </a:lnTo>
                <a:lnTo>
                  <a:pt x="56266" y="52738"/>
                </a:lnTo>
                <a:lnTo>
                  <a:pt x="56324" y="53083"/>
                </a:lnTo>
                <a:lnTo>
                  <a:pt x="56390" y="53424"/>
                </a:lnTo>
                <a:lnTo>
                  <a:pt x="56464" y="53761"/>
                </a:lnTo>
                <a:lnTo>
                  <a:pt x="56546" y="54095"/>
                </a:lnTo>
                <a:lnTo>
                  <a:pt x="56635" y="54424"/>
                </a:lnTo>
                <a:lnTo>
                  <a:pt x="56733" y="54749"/>
                </a:lnTo>
                <a:lnTo>
                  <a:pt x="56838" y="55071"/>
                </a:lnTo>
                <a:lnTo>
                  <a:pt x="56950" y="55388"/>
                </a:lnTo>
                <a:lnTo>
                  <a:pt x="57071" y="55702"/>
                </a:lnTo>
                <a:lnTo>
                  <a:pt x="57200" y="56011"/>
                </a:lnTo>
                <a:lnTo>
                  <a:pt x="57336" y="56316"/>
                </a:lnTo>
                <a:lnTo>
                  <a:pt x="57480" y="56618"/>
                </a:lnTo>
                <a:lnTo>
                  <a:pt x="57632" y="56915"/>
                </a:lnTo>
                <a:lnTo>
                  <a:pt x="57792" y="57209"/>
                </a:lnTo>
                <a:lnTo>
                  <a:pt x="57959" y="57498"/>
                </a:lnTo>
                <a:lnTo>
                  <a:pt x="58135" y="57784"/>
                </a:lnTo>
                <a:lnTo>
                  <a:pt x="58318" y="58066"/>
                </a:lnTo>
                <a:lnTo>
                  <a:pt x="58509" y="58343"/>
                </a:lnTo>
                <a:lnTo>
                  <a:pt x="58707" y="58617"/>
                </a:lnTo>
                <a:lnTo>
                  <a:pt x="58913" y="58886"/>
                </a:lnTo>
                <a:lnTo>
                  <a:pt x="59126" y="59150"/>
                </a:lnTo>
                <a:lnTo>
                  <a:pt x="59345" y="59409"/>
                </a:lnTo>
                <a:lnTo>
                  <a:pt x="59571" y="59663"/>
                </a:lnTo>
                <a:lnTo>
                  <a:pt x="59803" y="59913"/>
                </a:lnTo>
                <a:lnTo>
                  <a:pt x="60042" y="60157"/>
                </a:lnTo>
                <a:lnTo>
                  <a:pt x="60287" y="60397"/>
                </a:lnTo>
                <a:lnTo>
                  <a:pt x="60538" y="60631"/>
                </a:lnTo>
                <a:lnTo>
                  <a:pt x="60797" y="60861"/>
                </a:lnTo>
                <a:lnTo>
                  <a:pt x="61062" y="61085"/>
                </a:lnTo>
                <a:lnTo>
                  <a:pt x="61333" y="61305"/>
                </a:lnTo>
                <a:lnTo>
                  <a:pt x="61611" y="61520"/>
                </a:lnTo>
                <a:lnTo>
                  <a:pt x="61895" y="61730"/>
                </a:lnTo>
                <a:lnTo>
                  <a:pt x="62186" y="61934"/>
                </a:lnTo>
                <a:lnTo>
                  <a:pt x="62484" y="62134"/>
                </a:lnTo>
                <a:lnTo>
                  <a:pt x="62788" y="62329"/>
                </a:lnTo>
                <a:lnTo>
                  <a:pt x="63098" y="62519"/>
                </a:lnTo>
                <a:lnTo>
                  <a:pt x="63415" y="62705"/>
                </a:lnTo>
                <a:lnTo>
                  <a:pt x="63739" y="62885"/>
                </a:lnTo>
                <a:lnTo>
                  <a:pt x="64069" y="63060"/>
                </a:lnTo>
                <a:lnTo>
                  <a:pt x="64406" y="63230"/>
                </a:lnTo>
                <a:lnTo>
                  <a:pt x="64749" y="63396"/>
                </a:lnTo>
                <a:lnTo>
                  <a:pt x="65099" y="63556"/>
                </a:lnTo>
                <a:lnTo>
                  <a:pt x="65455" y="63712"/>
                </a:lnTo>
                <a:lnTo>
                  <a:pt x="65817" y="63861"/>
                </a:lnTo>
                <a:lnTo>
                  <a:pt x="66185" y="64005"/>
                </a:lnTo>
                <a:lnTo>
                  <a:pt x="66557" y="64142"/>
                </a:lnTo>
                <a:lnTo>
                  <a:pt x="66934" y="64273"/>
                </a:lnTo>
                <a:lnTo>
                  <a:pt x="67317" y="64397"/>
                </a:lnTo>
                <a:lnTo>
                  <a:pt x="67705" y="64515"/>
                </a:lnTo>
                <a:lnTo>
                  <a:pt x="68098" y="64627"/>
                </a:lnTo>
                <a:lnTo>
                  <a:pt x="68495" y="64732"/>
                </a:lnTo>
                <a:lnTo>
                  <a:pt x="68898" y="64831"/>
                </a:lnTo>
                <a:lnTo>
                  <a:pt x="69306" y="64923"/>
                </a:lnTo>
                <a:lnTo>
                  <a:pt x="69720" y="65009"/>
                </a:lnTo>
                <a:lnTo>
                  <a:pt x="70138" y="65089"/>
                </a:lnTo>
                <a:lnTo>
                  <a:pt x="70561" y="65162"/>
                </a:lnTo>
                <a:lnTo>
                  <a:pt x="70990" y="65229"/>
                </a:lnTo>
                <a:lnTo>
                  <a:pt x="71423" y="65290"/>
                </a:lnTo>
                <a:lnTo>
                  <a:pt x="71862" y="65344"/>
                </a:lnTo>
                <a:lnTo>
                  <a:pt x="72306" y="65392"/>
                </a:lnTo>
                <a:lnTo>
                  <a:pt x="72755" y="65433"/>
                </a:lnTo>
                <a:lnTo>
                  <a:pt x="73209" y="65468"/>
                </a:lnTo>
                <a:lnTo>
                  <a:pt x="73668" y="65497"/>
                </a:lnTo>
                <a:lnTo>
                  <a:pt x="74132" y="65519"/>
                </a:lnTo>
                <a:lnTo>
                  <a:pt x="74601" y="65535"/>
                </a:lnTo>
                <a:lnTo>
                  <a:pt x="75075" y="65545"/>
                </a:lnTo>
                <a:lnTo>
                  <a:pt x="75555" y="65548"/>
                </a:lnTo>
                <a:lnTo>
                  <a:pt x="79593" y="65548"/>
                </a:lnTo>
                <a:lnTo>
                  <a:pt x="80396" y="65541"/>
                </a:lnTo>
                <a:lnTo>
                  <a:pt x="81182" y="65520"/>
                </a:lnTo>
                <a:close/>
                <a:moveTo>
                  <a:pt x="136265" y="65520"/>
                </a:moveTo>
                <a:lnTo>
                  <a:pt x="137035" y="65484"/>
                </a:lnTo>
                <a:lnTo>
                  <a:pt x="137788" y="65435"/>
                </a:lnTo>
                <a:lnTo>
                  <a:pt x="138525" y="65371"/>
                </a:lnTo>
                <a:lnTo>
                  <a:pt x="139246" y="65293"/>
                </a:lnTo>
                <a:lnTo>
                  <a:pt x="139950" y="65201"/>
                </a:lnTo>
                <a:lnTo>
                  <a:pt x="140638" y="65094"/>
                </a:lnTo>
                <a:lnTo>
                  <a:pt x="141309" y="64974"/>
                </a:lnTo>
                <a:lnTo>
                  <a:pt x="141964" y="64839"/>
                </a:lnTo>
                <a:lnTo>
                  <a:pt x="142603" y="64690"/>
                </a:lnTo>
                <a:lnTo>
                  <a:pt x="143225" y="64527"/>
                </a:lnTo>
                <a:lnTo>
                  <a:pt x="143831" y="64350"/>
                </a:lnTo>
                <a:lnTo>
                  <a:pt x="144420" y="64158"/>
                </a:lnTo>
                <a:lnTo>
                  <a:pt x="144993" y="63952"/>
                </a:lnTo>
                <a:lnTo>
                  <a:pt x="145549" y="63733"/>
                </a:lnTo>
                <a:lnTo>
                  <a:pt x="146089" y="63499"/>
                </a:lnTo>
                <a:lnTo>
                  <a:pt x="146613" y="63250"/>
                </a:lnTo>
                <a:lnTo>
                  <a:pt x="147120" y="62988"/>
                </a:lnTo>
                <a:lnTo>
                  <a:pt x="147611" y="62711"/>
                </a:lnTo>
                <a:lnTo>
                  <a:pt x="148085" y="62421"/>
                </a:lnTo>
                <a:lnTo>
                  <a:pt x="148543" y="62116"/>
                </a:lnTo>
                <a:lnTo>
                  <a:pt x="148984" y="61797"/>
                </a:lnTo>
                <a:lnTo>
                  <a:pt x="149409" y="61463"/>
                </a:lnTo>
                <a:lnTo>
                  <a:pt x="149818" y="61117"/>
                </a:lnTo>
                <a:lnTo>
                  <a:pt x="150209" y="60760"/>
                </a:lnTo>
                <a:lnTo>
                  <a:pt x="150582" y="60391"/>
                </a:lnTo>
                <a:lnTo>
                  <a:pt x="150938" y="60011"/>
                </a:lnTo>
                <a:lnTo>
                  <a:pt x="151277" y="59619"/>
                </a:lnTo>
                <a:lnTo>
                  <a:pt x="151599" y="59217"/>
                </a:lnTo>
                <a:lnTo>
                  <a:pt x="151903" y="58803"/>
                </a:lnTo>
                <a:lnTo>
                  <a:pt x="152189" y="58377"/>
                </a:lnTo>
                <a:lnTo>
                  <a:pt x="152459" y="57941"/>
                </a:lnTo>
                <a:lnTo>
                  <a:pt x="152710" y="57493"/>
                </a:lnTo>
                <a:lnTo>
                  <a:pt x="152945" y="57033"/>
                </a:lnTo>
                <a:lnTo>
                  <a:pt x="153162" y="56563"/>
                </a:lnTo>
                <a:lnTo>
                  <a:pt x="153362" y="56081"/>
                </a:lnTo>
                <a:lnTo>
                  <a:pt x="153544" y="55587"/>
                </a:lnTo>
                <a:lnTo>
                  <a:pt x="153709" y="55083"/>
                </a:lnTo>
                <a:lnTo>
                  <a:pt x="153857" y="54567"/>
                </a:lnTo>
                <a:lnTo>
                  <a:pt x="153987" y="54040"/>
                </a:lnTo>
                <a:lnTo>
                  <a:pt x="154100" y="53501"/>
                </a:lnTo>
                <a:lnTo>
                  <a:pt x="154196" y="52951"/>
                </a:lnTo>
                <a:lnTo>
                  <a:pt x="154274" y="52390"/>
                </a:lnTo>
                <a:lnTo>
                  <a:pt x="154335" y="51818"/>
                </a:lnTo>
                <a:lnTo>
                  <a:pt x="154378" y="51234"/>
                </a:lnTo>
                <a:lnTo>
                  <a:pt x="154404" y="50639"/>
                </a:lnTo>
                <a:lnTo>
                  <a:pt x="154413" y="50033"/>
                </a:lnTo>
                <a:lnTo>
                  <a:pt x="154406" y="49465"/>
                </a:lnTo>
                <a:lnTo>
                  <a:pt x="154383" y="48909"/>
                </a:lnTo>
                <a:lnTo>
                  <a:pt x="154346" y="48364"/>
                </a:lnTo>
                <a:lnTo>
                  <a:pt x="154295" y="47831"/>
                </a:lnTo>
                <a:lnTo>
                  <a:pt x="154228" y="47309"/>
                </a:lnTo>
                <a:lnTo>
                  <a:pt x="154146" y="46800"/>
                </a:lnTo>
                <a:lnTo>
                  <a:pt x="154050" y="46302"/>
                </a:lnTo>
                <a:lnTo>
                  <a:pt x="153939" y="45815"/>
                </a:lnTo>
                <a:lnTo>
                  <a:pt x="153813" y="45340"/>
                </a:lnTo>
                <a:lnTo>
                  <a:pt x="153672" y="44877"/>
                </a:lnTo>
                <a:lnTo>
                  <a:pt x="153516" y="44425"/>
                </a:lnTo>
                <a:lnTo>
                  <a:pt x="153346" y="43985"/>
                </a:lnTo>
                <a:lnTo>
                  <a:pt x="153161" y="43557"/>
                </a:lnTo>
                <a:lnTo>
                  <a:pt x="152961" y="43140"/>
                </a:lnTo>
                <a:lnTo>
                  <a:pt x="152746" y="42735"/>
                </a:lnTo>
                <a:lnTo>
                  <a:pt x="152516" y="42342"/>
                </a:lnTo>
                <a:lnTo>
                  <a:pt x="152272" y="41960"/>
                </a:lnTo>
                <a:lnTo>
                  <a:pt x="152012" y="41590"/>
                </a:lnTo>
                <a:lnTo>
                  <a:pt x="151738" y="41232"/>
                </a:lnTo>
                <a:lnTo>
                  <a:pt x="151449" y="40885"/>
                </a:lnTo>
                <a:lnTo>
                  <a:pt x="151145" y="40549"/>
                </a:lnTo>
                <a:lnTo>
                  <a:pt x="150827" y="40226"/>
                </a:lnTo>
                <a:lnTo>
                  <a:pt x="150493" y="39914"/>
                </a:lnTo>
                <a:lnTo>
                  <a:pt x="150145" y="39614"/>
                </a:lnTo>
                <a:lnTo>
                  <a:pt x="149781" y="39323"/>
                </a:lnTo>
                <a:lnTo>
                  <a:pt x="149401" y="39040"/>
                </a:lnTo>
                <a:lnTo>
                  <a:pt x="149004" y="38765"/>
                </a:lnTo>
                <a:lnTo>
                  <a:pt x="148591" y="38498"/>
                </a:lnTo>
                <a:lnTo>
                  <a:pt x="148161" y="38238"/>
                </a:lnTo>
                <a:lnTo>
                  <a:pt x="147715" y="37987"/>
                </a:lnTo>
                <a:lnTo>
                  <a:pt x="147253" y="37743"/>
                </a:lnTo>
                <a:lnTo>
                  <a:pt x="146774" y="37507"/>
                </a:lnTo>
                <a:lnTo>
                  <a:pt x="146279" y="37279"/>
                </a:lnTo>
                <a:lnTo>
                  <a:pt x="145767" y="37059"/>
                </a:lnTo>
                <a:lnTo>
                  <a:pt x="145239" y="36846"/>
                </a:lnTo>
                <a:lnTo>
                  <a:pt x="144694" y="36641"/>
                </a:lnTo>
                <a:lnTo>
                  <a:pt x="144133" y="36444"/>
                </a:lnTo>
                <a:lnTo>
                  <a:pt x="143556" y="36255"/>
                </a:lnTo>
                <a:lnTo>
                  <a:pt x="142962" y="36074"/>
                </a:lnTo>
                <a:lnTo>
                  <a:pt x="142352" y="35900"/>
                </a:lnTo>
                <a:lnTo>
                  <a:pt x="141725" y="35735"/>
                </a:lnTo>
                <a:lnTo>
                  <a:pt x="141082" y="35577"/>
                </a:lnTo>
                <a:lnTo>
                  <a:pt x="140423" y="35427"/>
                </a:lnTo>
                <a:lnTo>
                  <a:pt x="139747" y="35284"/>
                </a:lnTo>
                <a:lnTo>
                  <a:pt x="139055" y="35150"/>
                </a:lnTo>
                <a:lnTo>
                  <a:pt x="138346" y="35023"/>
                </a:lnTo>
                <a:lnTo>
                  <a:pt x="137621" y="34904"/>
                </a:lnTo>
                <a:lnTo>
                  <a:pt x="136879" y="34793"/>
                </a:lnTo>
                <a:lnTo>
                  <a:pt x="130361" y="33876"/>
                </a:lnTo>
                <a:lnTo>
                  <a:pt x="130074" y="33829"/>
                </a:lnTo>
                <a:lnTo>
                  <a:pt x="129793" y="33779"/>
                </a:lnTo>
                <a:lnTo>
                  <a:pt x="129519" y="33727"/>
                </a:lnTo>
                <a:lnTo>
                  <a:pt x="129252" y="33673"/>
                </a:lnTo>
                <a:lnTo>
                  <a:pt x="128991" y="33616"/>
                </a:lnTo>
                <a:lnTo>
                  <a:pt x="128738" y="33557"/>
                </a:lnTo>
                <a:lnTo>
                  <a:pt x="128490" y="33496"/>
                </a:lnTo>
                <a:lnTo>
                  <a:pt x="128250" y="33432"/>
                </a:lnTo>
                <a:lnTo>
                  <a:pt x="128016" y="33366"/>
                </a:lnTo>
                <a:lnTo>
                  <a:pt x="127789" y="33297"/>
                </a:lnTo>
                <a:lnTo>
                  <a:pt x="127568" y="33226"/>
                </a:lnTo>
                <a:lnTo>
                  <a:pt x="127355" y="33153"/>
                </a:lnTo>
                <a:lnTo>
                  <a:pt x="127148" y="33077"/>
                </a:lnTo>
                <a:lnTo>
                  <a:pt x="126947" y="32999"/>
                </a:lnTo>
                <a:lnTo>
                  <a:pt x="126754" y="32918"/>
                </a:lnTo>
                <a:lnTo>
                  <a:pt x="126567" y="32835"/>
                </a:lnTo>
                <a:lnTo>
                  <a:pt x="126386" y="32750"/>
                </a:lnTo>
                <a:lnTo>
                  <a:pt x="126213" y="32662"/>
                </a:lnTo>
                <a:lnTo>
                  <a:pt x="126046" y="32572"/>
                </a:lnTo>
                <a:lnTo>
                  <a:pt x="125885" y="32480"/>
                </a:lnTo>
                <a:lnTo>
                  <a:pt x="125732" y="32385"/>
                </a:lnTo>
                <a:lnTo>
                  <a:pt x="125585" y="32287"/>
                </a:lnTo>
                <a:lnTo>
                  <a:pt x="125445" y="32188"/>
                </a:lnTo>
                <a:lnTo>
                  <a:pt x="125311" y="32086"/>
                </a:lnTo>
                <a:lnTo>
                  <a:pt x="125184" y="31980"/>
                </a:lnTo>
                <a:lnTo>
                  <a:pt x="125062" y="31870"/>
                </a:lnTo>
                <a:lnTo>
                  <a:pt x="124946" y="31755"/>
                </a:lnTo>
                <a:lnTo>
                  <a:pt x="124834" y="31635"/>
                </a:lnTo>
                <a:lnTo>
                  <a:pt x="124729" y="31511"/>
                </a:lnTo>
                <a:lnTo>
                  <a:pt x="124629" y="31383"/>
                </a:lnTo>
                <a:lnTo>
                  <a:pt x="124534" y="31249"/>
                </a:lnTo>
                <a:lnTo>
                  <a:pt x="124444" y="31111"/>
                </a:lnTo>
                <a:lnTo>
                  <a:pt x="124360" y="30969"/>
                </a:lnTo>
                <a:lnTo>
                  <a:pt x="124282" y="30821"/>
                </a:lnTo>
                <a:lnTo>
                  <a:pt x="124209" y="30670"/>
                </a:lnTo>
                <a:lnTo>
                  <a:pt x="124141" y="30513"/>
                </a:lnTo>
                <a:lnTo>
                  <a:pt x="124079" y="30352"/>
                </a:lnTo>
                <a:lnTo>
                  <a:pt x="124022" y="30186"/>
                </a:lnTo>
                <a:lnTo>
                  <a:pt x="123970" y="30016"/>
                </a:lnTo>
                <a:lnTo>
                  <a:pt x="123924" y="29841"/>
                </a:lnTo>
                <a:lnTo>
                  <a:pt x="123884" y="29662"/>
                </a:lnTo>
                <a:lnTo>
                  <a:pt x="123848" y="29477"/>
                </a:lnTo>
                <a:lnTo>
                  <a:pt x="123819" y="29289"/>
                </a:lnTo>
                <a:lnTo>
                  <a:pt x="123794" y="29095"/>
                </a:lnTo>
                <a:lnTo>
                  <a:pt x="123775" y="28897"/>
                </a:lnTo>
                <a:lnTo>
                  <a:pt x="123762" y="28695"/>
                </a:lnTo>
                <a:lnTo>
                  <a:pt x="123754" y="28487"/>
                </a:lnTo>
                <a:lnTo>
                  <a:pt x="123751" y="28275"/>
                </a:lnTo>
                <a:lnTo>
                  <a:pt x="123754" y="28048"/>
                </a:lnTo>
                <a:lnTo>
                  <a:pt x="123763" y="27826"/>
                </a:lnTo>
                <a:lnTo>
                  <a:pt x="123779" y="27608"/>
                </a:lnTo>
                <a:lnTo>
                  <a:pt x="123801" y="27394"/>
                </a:lnTo>
                <a:lnTo>
                  <a:pt x="123828" y="27186"/>
                </a:lnTo>
                <a:lnTo>
                  <a:pt x="123863" y="26982"/>
                </a:lnTo>
                <a:lnTo>
                  <a:pt x="123903" y="26782"/>
                </a:lnTo>
                <a:lnTo>
                  <a:pt x="123950" y="26587"/>
                </a:lnTo>
                <a:lnTo>
                  <a:pt x="124003" y="26397"/>
                </a:lnTo>
                <a:lnTo>
                  <a:pt x="124062" y="26212"/>
                </a:lnTo>
                <a:lnTo>
                  <a:pt x="124127" y="26031"/>
                </a:lnTo>
                <a:lnTo>
                  <a:pt x="124198" y="25854"/>
                </a:lnTo>
                <a:lnTo>
                  <a:pt x="124276" y="25683"/>
                </a:lnTo>
                <a:lnTo>
                  <a:pt x="124360" y="25516"/>
                </a:lnTo>
                <a:lnTo>
                  <a:pt x="124450" y="25353"/>
                </a:lnTo>
                <a:lnTo>
                  <a:pt x="124546" y="25195"/>
                </a:lnTo>
                <a:lnTo>
                  <a:pt x="124649" y="25042"/>
                </a:lnTo>
                <a:lnTo>
                  <a:pt x="124758" y="24894"/>
                </a:lnTo>
                <a:lnTo>
                  <a:pt x="124873" y="24750"/>
                </a:lnTo>
                <a:lnTo>
                  <a:pt x="124994" y="24610"/>
                </a:lnTo>
                <a:lnTo>
                  <a:pt x="125121" y="24476"/>
                </a:lnTo>
                <a:lnTo>
                  <a:pt x="125255" y="24346"/>
                </a:lnTo>
                <a:lnTo>
                  <a:pt x="125395" y="24220"/>
                </a:lnTo>
                <a:lnTo>
                  <a:pt x="125541" y="24100"/>
                </a:lnTo>
                <a:lnTo>
                  <a:pt x="125694" y="23983"/>
                </a:lnTo>
                <a:lnTo>
                  <a:pt x="125854" y="23872"/>
                </a:lnTo>
                <a:lnTo>
                  <a:pt x="126022" y="23766"/>
                </a:lnTo>
                <a:lnTo>
                  <a:pt x="126198" y="23665"/>
                </a:lnTo>
                <a:lnTo>
                  <a:pt x="126381" y="23568"/>
                </a:lnTo>
                <a:lnTo>
                  <a:pt x="126571" y="23477"/>
                </a:lnTo>
                <a:lnTo>
                  <a:pt x="126769" y="23390"/>
                </a:lnTo>
                <a:lnTo>
                  <a:pt x="126974" y="23309"/>
                </a:lnTo>
                <a:lnTo>
                  <a:pt x="127187" y="23232"/>
                </a:lnTo>
                <a:lnTo>
                  <a:pt x="127407" y="23161"/>
                </a:lnTo>
                <a:lnTo>
                  <a:pt x="127635" y="23094"/>
                </a:lnTo>
                <a:lnTo>
                  <a:pt x="127871" y="23032"/>
                </a:lnTo>
                <a:lnTo>
                  <a:pt x="128113" y="22975"/>
                </a:lnTo>
                <a:lnTo>
                  <a:pt x="128364" y="22923"/>
                </a:lnTo>
                <a:lnTo>
                  <a:pt x="128621" y="22876"/>
                </a:lnTo>
                <a:lnTo>
                  <a:pt x="128887" y="22834"/>
                </a:lnTo>
                <a:lnTo>
                  <a:pt x="129160" y="22797"/>
                </a:lnTo>
                <a:lnTo>
                  <a:pt x="129440" y="22765"/>
                </a:lnTo>
                <a:lnTo>
                  <a:pt x="129728" y="22738"/>
                </a:lnTo>
                <a:lnTo>
                  <a:pt x="130023" y="22716"/>
                </a:lnTo>
                <a:lnTo>
                  <a:pt x="130326" y="22699"/>
                </a:lnTo>
                <a:lnTo>
                  <a:pt x="130636" y="22686"/>
                </a:lnTo>
                <a:lnTo>
                  <a:pt x="130954" y="22679"/>
                </a:lnTo>
                <a:lnTo>
                  <a:pt x="131279" y="22676"/>
                </a:lnTo>
                <a:lnTo>
                  <a:pt x="134768" y="22676"/>
                </a:lnTo>
                <a:lnTo>
                  <a:pt x="135034" y="22679"/>
                </a:lnTo>
                <a:lnTo>
                  <a:pt x="135295" y="22685"/>
                </a:lnTo>
                <a:lnTo>
                  <a:pt x="135552" y="22696"/>
                </a:lnTo>
                <a:lnTo>
                  <a:pt x="135804" y="22712"/>
                </a:lnTo>
                <a:lnTo>
                  <a:pt x="136053" y="22732"/>
                </a:lnTo>
                <a:lnTo>
                  <a:pt x="136297" y="22757"/>
                </a:lnTo>
                <a:lnTo>
                  <a:pt x="136537" y="22786"/>
                </a:lnTo>
                <a:lnTo>
                  <a:pt x="136772" y="22819"/>
                </a:lnTo>
                <a:lnTo>
                  <a:pt x="137003" y="22857"/>
                </a:lnTo>
                <a:lnTo>
                  <a:pt x="137230" y="22900"/>
                </a:lnTo>
                <a:lnTo>
                  <a:pt x="137452" y="22946"/>
                </a:lnTo>
                <a:lnTo>
                  <a:pt x="137671" y="22998"/>
                </a:lnTo>
                <a:lnTo>
                  <a:pt x="137885" y="23054"/>
                </a:lnTo>
                <a:lnTo>
                  <a:pt x="138094" y="23114"/>
                </a:lnTo>
                <a:lnTo>
                  <a:pt x="138300" y="23179"/>
                </a:lnTo>
                <a:lnTo>
                  <a:pt x="138501" y="23248"/>
                </a:lnTo>
                <a:lnTo>
                  <a:pt x="138697" y="23322"/>
                </a:lnTo>
                <a:lnTo>
                  <a:pt x="138890" y="23400"/>
                </a:lnTo>
                <a:lnTo>
                  <a:pt x="139078" y="23482"/>
                </a:lnTo>
                <a:lnTo>
                  <a:pt x="139262" y="23569"/>
                </a:lnTo>
                <a:lnTo>
                  <a:pt x="139441" y="23661"/>
                </a:lnTo>
                <a:lnTo>
                  <a:pt x="139616" y="23757"/>
                </a:lnTo>
                <a:lnTo>
                  <a:pt x="139787" y="23857"/>
                </a:lnTo>
                <a:lnTo>
                  <a:pt x="139954" y="23962"/>
                </a:lnTo>
                <a:lnTo>
                  <a:pt x="140115" y="24071"/>
                </a:lnTo>
                <a:lnTo>
                  <a:pt x="140271" y="24181"/>
                </a:lnTo>
                <a:lnTo>
                  <a:pt x="140421" y="24295"/>
                </a:lnTo>
                <a:lnTo>
                  <a:pt x="140565" y="24411"/>
                </a:lnTo>
                <a:lnTo>
                  <a:pt x="140703" y="24529"/>
                </a:lnTo>
                <a:lnTo>
                  <a:pt x="140835" y="24650"/>
                </a:lnTo>
                <a:lnTo>
                  <a:pt x="140961" y="24774"/>
                </a:lnTo>
                <a:lnTo>
                  <a:pt x="141081" y="24900"/>
                </a:lnTo>
                <a:lnTo>
                  <a:pt x="141196" y="25029"/>
                </a:lnTo>
                <a:lnTo>
                  <a:pt x="141304" y="25160"/>
                </a:lnTo>
                <a:lnTo>
                  <a:pt x="141407" y="25294"/>
                </a:lnTo>
                <a:lnTo>
                  <a:pt x="141503" y="25430"/>
                </a:lnTo>
                <a:lnTo>
                  <a:pt x="141594" y="25569"/>
                </a:lnTo>
                <a:lnTo>
                  <a:pt x="141679" y="25711"/>
                </a:lnTo>
                <a:lnTo>
                  <a:pt x="141758" y="25855"/>
                </a:lnTo>
                <a:lnTo>
                  <a:pt x="141831" y="26001"/>
                </a:lnTo>
                <a:lnTo>
                  <a:pt x="141898" y="26150"/>
                </a:lnTo>
                <a:lnTo>
                  <a:pt x="141960" y="26302"/>
                </a:lnTo>
                <a:lnTo>
                  <a:pt x="142015" y="26456"/>
                </a:lnTo>
                <a:lnTo>
                  <a:pt x="142065" y="26613"/>
                </a:lnTo>
                <a:lnTo>
                  <a:pt x="142108" y="26772"/>
                </a:lnTo>
                <a:lnTo>
                  <a:pt x="142146" y="26934"/>
                </a:lnTo>
                <a:lnTo>
                  <a:pt x="142178" y="27098"/>
                </a:lnTo>
                <a:lnTo>
                  <a:pt x="142204" y="27265"/>
                </a:lnTo>
                <a:lnTo>
                  <a:pt x="153679" y="27265"/>
                </a:lnTo>
                <a:lnTo>
                  <a:pt x="153640" y="26742"/>
                </a:lnTo>
                <a:lnTo>
                  <a:pt x="153585" y="26227"/>
                </a:lnTo>
                <a:lnTo>
                  <a:pt x="153514" y="25722"/>
                </a:lnTo>
                <a:lnTo>
                  <a:pt x="153427" y="25225"/>
                </a:lnTo>
                <a:lnTo>
                  <a:pt x="153323" y="24738"/>
                </a:lnTo>
                <a:lnTo>
                  <a:pt x="153203" y="24259"/>
                </a:lnTo>
                <a:lnTo>
                  <a:pt x="153067" y="23789"/>
                </a:lnTo>
                <a:lnTo>
                  <a:pt x="152914" y="23328"/>
                </a:lnTo>
                <a:lnTo>
                  <a:pt x="152745" y="22876"/>
                </a:lnTo>
                <a:lnTo>
                  <a:pt x="152560" y="22433"/>
                </a:lnTo>
                <a:lnTo>
                  <a:pt x="152359" y="21999"/>
                </a:lnTo>
                <a:lnTo>
                  <a:pt x="152141" y="21574"/>
                </a:lnTo>
                <a:lnTo>
                  <a:pt x="151908" y="21157"/>
                </a:lnTo>
                <a:lnTo>
                  <a:pt x="151657" y="20750"/>
                </a:lnTo>
                <a:lnTo>
                  <a:pt x="151391" y="20351"/>
                </a:lnTo>
                <a:lnTo>
                  <a:pt x="151108" y="19962"/>
                </a:lnTo>
                <a:lnTo>
                  <a:pt x="150810" y="19581"/>
                </a:lnTo>
                <a:lnTo>
                  <a:pt x="150494" y="19210"/>
                </a:lnTo>
                <a:lnTo>
                  <a:pt x="150163" y="18847"/>
                </a:lnTo>
                <a:lnTo>
                  <a:pt x="149815" y="18493"/>
                </a:lnTo>
                <a:lnTo>
                  <a:pt x="149451" y="18148"/>
                </a:lnTo>
                <a:lnTo>
                  <a:pt x="149071" y="17812"/>
                </a:lnTo>
                <a:lnTo>
                  <a:pt x="148675" y="17485"/>
                </a:lnTo>
                <a:lnTo>
                  <a:pt x="148262" y="17167"/>
                </a:lnTo>
                <a:lnTo>
                  <a:pt x="147836" y="16860"/>
                </a:lnTo>
                <a:lnTo>
                  <a:pt x="147397" y="16566"/>
                </a:lnTo>
                <a:lnTo>
                  <a:pt x="146947" y="16285"/>
                </a:lnTo>
                <a:lnTo>
                  <a:pt x="146485" y="16017"/>
                </a:lnTo>
                <a:lnTo>
                  <a:pt x="146011" y="15762"/>
                </a:lnTo>
                <a:lnTo>
                  <a:pt x="145526" y="15520"/>
                </a:lnTo>
                <a:lnTo>
                  <a:pt x="145028" y="15291"/>
                </a:lnTo>
                <a:lnTo>
                  <a:pt x="144519" y="15076"/>
                </a:lnTo>
                <a:lnTo>
                  <a:pt x="143998" y="14873"/>
                </a:lnTo>
                <a:lnTo>
                  <a:pt x="143465" y="14684"/>
                </a:lnTo>
                <a:lnTo>
                  <a:pt x="142921" y="14507"/>
                </a:lnTo>
                <a:lnTo>
                  <a:pt x="142364" y="14344"/>
                </a:lnTo>
                <a:lnTo>
                  <a:pt x="141796" y="14194"/>
                </a:lnTo>
                <a:lnTo>
                  <a:pt x="141216" y="14056"/>
                </a:lnTo>
                <a:lnTo>
                  <a:pt x="140625" y="13932"/>
                </a:lnTo>
                <a:lnTo>
                  <a:pt x="140021" y="13821"/>
                </a:lnTo>
                <a:lnTo>
                  <a:pt x="139406" y="13723"/>
                </a:lnTo>
                <a:lnTo>
                  <a:pt x="138779" y="13638"/>
                </a:lnTo>
                <a:lnTo>
                  <a:pt x="138140" y="13566"/>
                </a:lnTo>
                <a:lnTo>
                  <a:pt x="137489" y="13508"/>
                </a:lnTo>
                <a:lnTo>
                  <a:pt x="136826" y="13462"/>
                </a:lnTo>
                <a:lnTo>
                  <a:pt x="136152" y="13429"/>
                </a:lnTo>
                <a:lnTo>
                  <a:pt x="135466" y="13409"/>
                </a:lnTo>
                <a:lnTo>
                  <a:pt x="134768" y="13403"/>
                </a:lnTo>
                <a:lnTo>
                  <a:pt x="131279" y="13403"/>
                </a:lnTo>
                <a:lnTo>
                  <a:pt x="130514" y="13410"/>
                </a:lnTo>
                <a:lnTo>
                  <a:pt x="129765" y="13430"/>
                </a:lnTo>
                <a:lnTo>
                  <a:pt x="129031" y="13464"/>
                </a:lnTo>
                <a:lnTo>
                  <a:pt x="128313" y="13511"/>
                </a:lnTo>
                <a:lnTo>
                  <a:pt x="127611" y="13572"/>
                </a:lnTo>
                <a:lnTo>
                  <a:pt x="126924" y="13647"/>
                </a:lnTo>
                <a:lnTo>
                  <a:pt x="126253" y="13735"/>
                </a:lnTo>
                <a:lnTo>
                  <a:pt x="125597" y="13837"/>
                </a:lnTo>
                <a:lnTo>
                  <a:pt x="124957" y="13952"/>
                </a:lnTo>
                <a:lnTo>
                  <a:pt x="124333" y="14080"/>
                </a:lnTo>
                <a:lnTo>
                  <a:pt x="123724" y="14223"/>
                </a:lnTo>
                <a:lnTo>
                  <a:pt x="123131" y="14379"/>
                </a:lnTo>
                <a:lnTo>
                  <a:pt x="122554" y="14548"/>
                </a:lnTo>
                <a:lnTo>
                  <a:pt x="121992" y="14731"/>
                </a:lnTo>
                <a:lnTo>
                  <a:pt x="121446" y="14927"/>
                </a:lnTo>
                <a:lnTo>
                  <a:pt x="120915" y="15137"/>
                </a:lnTo>
                <a:lnTo>
                  <a:pt x="120400" y="15361"/>
                </a:lnTo>
                <a:lnTo>
                  <a:pt x="119901" y="15598"/>
                </a:lnTo>
                <a:lnTo>
                  <a:pt x="119417" y="15849"/>
                </a:lnTo>
                <a:lnTo>
                  <a:pt x="118949" y="16113"/>
                </a:lnTo>
                <a:lnTo>
                  <a:pt x="118497" y="16391"/>
                </a:lnTo>
                <a:lnTo>
                  <a:pt x="118060" y="16682"/>
                </a:lnTo>
                <a:lnTo>
                  <a:pt x="117638" y="16987"/>
                </a:lnTo>
                <a:lnTo>
                  <a:pt x="117233" y="17306"/>
                </a:lnTo>
                <a:lnTo>
                  <a:pt x="116843" y="17636"/>
                </a:lnTo>
                <a:lnTo>
                  <a:pt x="116470" y="17978"/>
                </a:lnTo>
                <a:lnTo>
                  <a:pt x="116114" y="18330"/>
                </a:lnTo>
                <a:lnTo>
                  <a:pt x="115774" y="18694"/>
                </a:lnTo>
                <a:lnTo>
                  <a:pt x="115451" y="19069"/>
                </a:lnTo>
                <a:lnTo>
                  <a:pt x="115144" y="19454"/>
                </a:lnTo>
                <a:lnTo>
                  <a:pt x="114854" y="19851"/>
                </a:lnTo>
                <a:lnTo>
                  <a:pt x="114581" y="20258"/>
                </a:lnTo>
                <a:lnTo>
                  <a:pt x="114324" y="20677"/>
                </a:lnTo>
                <a:lnTo>
                  <a:pt x="114083" y="21107"/>
                </a:lnTo>
                <a:lnTo>
                  <a:pt x="113860" y="21547"/>
                </a:lnTo>
                <a:lnTo>
                  <a:pt x="113652" y="21999"/>
                </a:lnTo>
                <a:lnTo>
                  <a:pt x="113462" y="22461"/>
                </a:lnTo>
                <a:lnTo>
                  <a:pt x="113288" y="22935"/>
                </a:lnTo>
                <a:lnTo>
                  <a:pt x="113130" y="23419"/>
                </a:lnTo>
                <a:lnTo>
                  <a:pt x="112989" y="23915"/>
                </a:lnTo>
                <a:lnTo>
                  <a:pt x="112865" y="24421"/>
                </a:lnTo>
                <a:lnTo>
                  <a:pt x="112757" y="24939"/>
                </a:lnTo>
                <a:lnTo>
                  <a:pt x="112666" y="25468"/>
                </a:lnTo>
                <a:lnTo>
                  <a:pt x="112591" y="26007"/>
                </a:lnTo>
                <a:lnTo>
                  <a:pt x="112533" y="26558"/>
                </a:lnTo>
                <a:lnTo>
                  <a:pt x="112492" y="27119"/>
                </a:lnTo>
                <a:lnTo>
                  <a:pt x="112467" y="27692"/>
                </a:lnTo>
                <a:lnTo>
                  <a:pt x="112459" y="28275"/>
                </a:lnTo>
                <a:lnTo>
                  <a:pt x="112466" y="28836"/>
                </a:lnTo>
                <a:lnTo>
                  <a:pt x="112487" y="29384"/>
                </a:lnTo>
                <a:lnTo>
                  <a:pt x="112522" y="29921"/>
                </a:lnTo>
                <a:lnTo>
                  <a:pt x="112571" y="30446"/>
                </a:lnTo>
                <a:lnTo>
                  <a:pt x="112634" y="30959"/>
                </a:lnTo>
                <a:lnTo>
                  <a:pt x="112711" y="31460"/>
                </a:lnTo>
                <a:lnTo>
                  <a:pt x="112803" y="31949"/>
                </a:lnTo>
                <a:lnTo>
                  <a:pt x="112908" y="32427"/>
                </a:lnTo>
                <a:lnTo>
                  <a:pt x="113027" y="32893"/>
                </a:lnTo>
                <a:lnTo>
                  <a:pt x="113160" y="33347"/>
                </a:lnTo>
                <a:lnTo>
                  <a:pt x="113308" y="33790"/>
                </a:lnTo>
                <a:lnTo>
                  <a:pt x="113469" y="34220"/>
                </a:lnTo>
                <a:lnTo>
                  <a:pt x="113644" y="34639"/>
                </a:lnTo>
                <a:lnTo>
                  <a:pt x="113834" y="35046"/>
                </a:lnTo>
                <a:lnTo>
                  <a:pt x="114037" y="35441"/>
                </a:lnTo>
                <a:lnTo>
                  <a:pt x="114254" y="35824"/>
                </a:lnTo>
                <a:lnTo>
                  <a:pt x="114486" y="36196"/>
                </a:lnTo>
                <a:lnTo>
                  <a:pt x="114731" y="36555"/>
                </a:lnTo>
                <a:lnTo>
                  <a:pt x="114991" y="36903"/>
                </a:lnTo>
                <a:lnTo>
                  <a:pt x="115264" y="37240"/>
                </a:lnTo>
                <a:lnTo>
                  <a:pt x="115552" y="37564"/>
                </a:lnTo>
                <a:lnTo>
                  <a:pt x="115854" y="37876"/>
                </a:lnTo>
                <a:lnTo>
                  <a:pt x="116169" y="38177"/>
                </a:lnTo>
                <a:lnTo>
                  <a:pt x="116499" y="38466"/>
                </a:lnTo>
                <a:lnTo>
                  <a:pt x="116843" y="38745"/>
                </a:lnTo>
                <a:lnTo>
                  <a:pt x="117204" y="39017"/>
                </a:lnTo>
                <a:lnTo>
                  <a:pt x="117580" y="39281"/>
                </a:lnTo>
                <a:lnTo>
                  <a:pt x="117973" y="39537"/>
                </a:lnTo>
                <a:lnTo>
                  <a:pt x="118381" y="39786"/>
                </a:lnTo>
                <a:lnTo>
                  <a:pt x="118806" y="40027"/>
                </a:lnTo>
                <a:lnTo>
                  <a:pt x="119246" y="40260"/>
                </a:lnTo>
                <a:lnTo>
                  <a:pt x="119702" y="40486"/>
                </a:lnTo>
                <a:lnTo>
                  <a:pt x="120174" y="40704"/>
                </a:lnTo>
                <a:lnTo>
                  <a:pt x="120662" y="40914"/>
                </a:lnTo>
                <a:lnTo>
                  <a:pt x="121166" y="41117"/>
                </a:lnTo>
                <a:lnTo>
                  <a:pt x="121686" y="41312"/>
                </a:lnTo>
                <a:lnTo>
                  <a:pt x="122222" y="41500"/>
                </a:lnTo>
                <a:lnTo>
                  <a:pt x="122774" y="41680"/>
                </a:lnTo>
                <a:lnTo>
                  <a:pt x="123341" y="41852"/>
                </a:lnTo>
                <a:lnTo>
                  <a:pt x="123925" y="42016"/>
                </a:lnTo>
                <a:lnTo>
                  <a:pt x="124525" y="42173"/>
                </a:lnTo>
                <a:lnTo>
                  <a:pt x="125140" y="42322"/>
                </a:lnTo>
                <a:lnTo>
                  <a:pt x="125771" y="42464"/>
                </a:lnTo>
                <a:lnTo>
                  <a:pt x="126419" y="42598"/>
                </a:lnTo>
                <a:lnTo>
                  <a:pt x="127082" y="42724"/>
                </a:lnTo>
                <a:lnTo>
                  <a:pt x="127761" y="42842"/>
                </a:lnTo>
                <a:lnTo>
                  <a:pt x="128457" y="42953"/>
                </a:lnTo>
                <a:lnTo>
                  <a:pt x="129168" y="43057"/>
                </a:lnTo>
                <a:lnTo>
                  <a:pt x="135410" y="43974"/>
                </a:lnTo>
                <a:lnTo>
                  <a:pt x="135735" y="44014"/>
                </a:lnTo>
                <a:lnTo>
                  <a:pt x="136053" y="44058"/>
                </a:lnTo>
                <a:lnTo>
                  <a:pt x="136364" y="44106"/>
                </a:lnTo>
                <a:lnTo>
                  <a:pt x="136668" y="44157"/>
                </a:lnTo>
                <a:lnTo>
                  <a:pt x="136965" y="44211"/>
                </a:lnTo>
                <a:lnTo>
                  <a:pt x="137254" y="44270"/>
                </a:lnTo>
                <a:lnTo>
                  <a:pt x="137537" y="44332"/>
                </a:lnTo>
                <a:lnTo>
                  <a:pt x="137812" y="44398"/>
                </a:lnTo>
                <a:lnTo>
                  <a:pt x="138080" y="44467"/>
                </a:lnTo>
                <a:lnTo>
                  <a:pt x="138341" y="44540"/>
                </a:lnTo>
                <a:lnTo>
                  <a:pt x="138594" y="44617"/>
                </a:lnTo>
                <a:lnTo>
                  <a:pt x="138841" y="44697"/>
                </a:lnTo>
                <a:lnTo>
                  <a:pt x="139080" y="44781"/>
                </a:lnTo>
                <a:lnTo>
                  <a:pt x="139312" y="44869"/>
                </a:lnTo>
                <a:lnTo>
                  <a:pt x="139537" y="44961"/>
                </a:lnTo>
                <a:lnTo>
                  <a:pt x="139755" y="45056"/>
                </a:lnTo>
                <a:lnTo>
                  <a:pt x="139965" y="45154"/>
                </a:lnTo>
                <a:lnTo>
                  <a:pt x="140169" y="45257"/>
                </a:lnTo>
                <a:lnTo>
                  <a:pt x="140365" y="45363"/>
                </a:lnTo>
                <a:lnTo>
                  <a:pt x="140554" y="45473"/>
                </a:lnTo>
                <a:lnTo>
                  <a:pt x="140736" y="45586"/>
                </a:lnTo>
                <a:lnTo>
                  <a:pt x="140911" y="45703"/>
                </a:lnTo>
                <a:lnTo>
                  <a:pt x="141078" y="45824"/>
                </a:lnTo>
                <a:lnTo>
                  <a:pt x="141239" y="45948"/>
                </a:lnTo>
                <a:lnTo>
                  <a:pt x="141392" y="46076"/>
                </a:lnTo>
                <a:lnTo>
                  <a:pt x="141539" y="46208"/>
                </a:lnTo>
                <a:lnTo>
                  <a:pt x="141680" y="46344"/>
                </a:lnTo>
                <a:lnTo>
                  <a:pt x="141814" y="46485"/>
                </a:lnTo>
                <a:lnTo>
                  <a:pt x="141941" y="46629"/>
                </a:lnTo>
                <a:lnTo>
                  <a:pt x="142062" y="46777"/>
                </a:lnTo>
                <a:lnTo>
                  <a:pt x="142177" y="46929"/>
                </a:lnTo>
                <a:lnTo>
                  <a:pt x="142284" y="47085"/>
                </a:lnTo>
                <a:lnTo>
                  <a:pt x="142386" y="47245"/>
                </a:lnTo>
                <a:lnTo>
                  <a:pt x="142481" y="47409"/>
                </a:lnTo>
                <a:lnTo>
                  <a:pt x="142569" y="47577"/>
                </a:lnTo>
                <a:lnTo>
                  <a:pt x="142651" y="47749"/>
                </a:lnTo>
                <a:lnTo>
                  <a:pt x="142726" y="47925"/>
                </a:lnTo>
                <a:lnTo>
                  <a:pt x="142794" y="48105"/>
                </a:lnTo>
                <a:lnTo>
                  <a:pt x="142856" y="48290"/>
                </a:lnTo>
                <a:lnTo>
                  <a:pt x="142912" y="48478"/>
                </a:lnTo>
                <a:lnTo>
                  <a:pt x="142961" y="48670"/>
                </a:lnTo>
                <a:lnTo>
                  <a:pt x="143004" y="48866"/>
                </a:lnTo>
                <a:lnTo>
                  <a:pt x="143039" y="49065"/>
                </a:lnTo>
                <a:lnTo>
                  <a:pt x="143069" y="49269"/>
                </a:lnTo>
                <a:lnTo>
                  <a:pt x="143092" y="49477"/>
                </a:lnTo>
                <a:lnTo>
                  <a:pt x="143108" y="49689"/>
                </a:lnTo>
                <a:lnTo>
                  <a:pt x="143118" y="49905"/>
                </a:lnTo>
                <a:lnTo>
                  <a:pt x="143121" y="50125"/>
                </a:lnTo>
                <a:lnTo>
                  <a:pt x="143118" y="50360"/>
                </a:lnTo>
                <a:lnTo>
                  <a:pt x="143107" y="50591"/>
                </a:lnTo>
                <a:lnTo>
                  <a:pt x="143088" y="50818"/>
                </a:lnTo>
                <a:lnTo>
                  <a:pt x="143063" y="51040"/>
                </a:lnTo>
                <a:lnTo>
                  <a:pt x="143030" y="51259"/>
                </a:lnTo>
                <a:lnTo>
                  <a:pt x="142989" y="51473"/>
                </a:lnTo>
                <a:lnTo>
                  <a:pt x="142942" y="51683"/>
                </a:lnTo>
                <a:lnTo>
                  <a:pt x="142887" y="51889"/>
                </a:lnTo>
                <a:lnTo>
                  <a:pt x="142824" y="52091"/>
                </a:lnTo>
                <a:lnTo>
                  <a:pt x="142755" y="52289"/>
                </a:lnTo>
                <a:lnTo>
                  <a:pt x="142678" y="52483"/>
                </a:lnTo>
                <a:lnTo>
                  <a:pt x="142593" y="52672"/>
                </a:lnTo>
                <a:lnTo>
                  <a:pt x="142502" y="52858"/>
                </a:lnTo>
                <a:lnTo>
                  <a:pt x="142403" y="53039"/>
                </a:lnTo>
                <a:lnTo>
                  <a:pt x="142297" y="53216"/>
                </a:lnTo>
                <a:lnTo>
                  <a:pt x="142183" y="53389"/>
                </a:lnTo>
                <a:lnTo>
                  <a:pt x="142062" y="53558"/>
                </a:lnTo>
                <a:lnTo>
                  <a:pt x="141934" y="53722"/>
                </a:lnTo>
                <a:lnTo>
                  <a:pt x="141798" y="53883"/>
                </a:lnTo>
                <a:lnTo>
                  <a:pt x="141655" y="54039"/>
                </a:lnTo>
                <a:lnTo>
                  <a:pt x="141505" y="54191"/>
                </a:lnTo>
                <a:lnTo>
                  <a:pt x="141347" y="54339"/>
                </a:lnTo>
                <a:lnTo>
                  <a:pt x="141182" y="54483"/>
                </a:lnTo>
                <a:lnTo>
                  <a:pt x="141010" y="54623"/>
                </a:lnTo>
                <a:lnTo>
                  <a:pt x="140831" y="54758"/>
                </a:lnTo>
                <a:lnTo>
                  <a:pt x="140644" y="54887"/>
                </a:lnTo>
                <a:lnTo>
                  <a:pt x="140449" y="55011"/>
                </a:lnTo>
                <a:lnTo>
                  <a:pt x="140248" y="55128"/>
                </a:lnTo>
                <a:lnTo>
                  <a:pt x="140039" y="55240"/>
                </a:lnTo>
                <a:lnTo>
                  <a:pt x="139823" y="55346"/>
                </a:lnTo>
                <a:lnTo>
                  <a:pt x="139599" y="55447"/>
                </a:lnTo>
                <a:lnTo>
                  <a:pt x="139368" y="55541"/>
                </a:lnTo>
                <a:lnTo>
                  <a:pt x="139130" y="55630"/>
                </a:lnTo>
                <a:lnTo>
                  <a:pt x="138884" y="55714"/>
                </a:lnTo>
                <a:lnTo>
                  <a:pt x="138631" y="55791"/>
                </a:lnTo>
                <a:lnTo>
                  <a:pt x="138371" y="55863"/>
                </a:lnTo>
                <a:lnTo>
                  <a:pt x="138103" y="55929"/>
                </a:lnTo>
                <a:lnTo>
                  <a:pt x="137829" y="55989"/>
                </a:lnTo>
                <a:lnTo>
                  <a:pt x="137546" y="56044"/>
                </a:lnTo>
                <a:lnTo>
                  <a:pt x="137257" y="56092"/>
                </a:lnTo>
                <a:lnTo>
                  <a:pt x="136960" y="56136"/>
                </a:lnTo>
                <a:lnTo>
                  <a:pt x="136655" y="56173"/>
                </a:lnTo>
                <a:lnTo>
                  <a:pt x="136344" y="56204"/>
                </a:lnTo>
                <a:lnTo>
                  <a:pt x="136025" y="56230"/>
                </a:lnTo>
                <a:lnTo>
                  <a:pt x="135699" y="56250"/>
                </a:lnTo>
                <a:lnTo>
                  <a:pt x="135365" y="56265"/>
                </a:lnTo>
                <a:lnTo>
                  <a:pt x="135024" y="56273"/>
                </a:lnTo>
                <a:lnTo>
                  <a:pt x="134676" y="56276"/>
                </a:lnTo>
                <a:lnTo>
                  <a:pt x="130637" y="56276"/>
                </a:lnTo>
                <a:lnTo>
                  <a:pt x="130349" y="56274"/>
                </a:lnTo>
                <a:lnTo>
                  <a:pt x="130065" y="56266"/>
                </a:lnTo>
                <a:lnTo>
                  <a:pt x="129786" y="56253"/>
                </a:lnTo>
                <a:lnTo>
                  <a:pt x="129511" y="56235"/>
                </a:lnTo>
                <a:lnTo>
                  <a:pt x="129241" y="56212"/>
                </a:lnTo>
                <a:lnTo>
                  <a:pt x="128976" y="56184"/>
                </a:lnTo>
                <a:lnTo>
                  <a:pt x="128715" y="56151"/>
                </a:lnTo>
                <a:lnTo>
                  <a:pt x="128459" y="56113"/>
                </a:lnTo>
                <a:lnTo>
                  <a:pt x="128207" y="56070"/>
                </a:lnTo>
                <a:lnTo>
                  <a:pt x="127961" y="56021"/>
                </a:lnTo>
                <a:lnTo>
                  <a:pt x="127718" y="55968"/>
                </a:lnTo>
                <a:lnTo>
                  <a:pt x="127481" y="55909"/>
                </a:lnTo>
                <a:lnTo>
                  <a:pt x="127248" y="55845"/>
                </a:lnTo>
                <a:lnTo>
                  <a:pt x="127019" y="55777"/>
                </a:lnTo>
                <a:lnTo>
                  <a:pt x="126796" y="55703"/>
                </a:lnTo>
                <a:lnTo>
                  <a:pt x="126577" y="55624"/>
                </a:lnTo>
                <a:lnTo>
                  <a:pt x="126362" y="55540"/>
                </a:lnTo>
                <a:lnTo>
                  <a:pt x="126152" y="55450"/>
                </a:lnTo>
                <a:lnTo>
                  <a:pt x="125947" y="55356"/>
                </a:lnTo>
                <a:lnTo>
                  <a:pt x="125747" y="55257"/>
                </a:lnTo>
                <a:lnTo>
                  <a:pt x="125551" y="55152"/>
                </a:lnTo>
                <a:lnTo>
                  <a:pt x="125359" y="55043"/>
                </a:lnTo>
                <a:lnTo>
                  <a:pt x="125173" y="54928"/>
                </a:lnTo>
                <a:lnTo>
                  <a:pt x="124991" y="54808"/>
                </a:lnTo>
                <a:lnTo>
                  <a:pt x="124814" y="54684"/>
                </a:lnTo>
                <a:lnTo>
                  <a:pt x="124645" y="54557"/>
                </a:lnTo>
                <a:lnTo>
                  <a:pt x="124482" y="54426"/>
                </a:lnTo>
                <a:lnTo>
                  <a:pt x="124326" y="54293"/>
                </a:lnTo>
                <a:lnTo>
                  <a:pt x="124177" y="54156"/>
                </a:lnTo>
                <a:lnTo>
                  <a:pt x="124035" y="54016"/>
                </a:lnTo>
                <a:lnTo>
                  <a:pt x="123900" y="53873"/>
                </a:lnTo>
                <a:lnTo>
                  <a:pt x="123772" y="53727"/>
                </a:lnTo>
                <a:lnTo>
                  <a:pt x="123650" y="53577"/>
                </a:lnTo>
                <a:lnTo>
                  <a:pt x="123535" y="53424"/>
                </a:lnTo>
                <a:lnTo>
                  <a:pt x="123428" y="53268"/>
                </a:lnTo>
                <a:lnTo>
                  <a:pt x="123327" y="53109"/>
                </a:lnTo>
                <a:lnTo>
                  <a:pt x="123233" y="52947"/>
                </a:lnTo>
                <a:lnTo>
                  <a:pt x="123145" y="52782"/>
                </a:lnTo>
                <a:lnTo>
                  <a:pt x="123065" y="52613"/>
                </a:lnTo>
                <a:lnTo>
                  <a:pt x="122991" y="52441"/>
                </a:lnTo>
                <a:lnTo>
                  <a:pt x="122925" y="52266"/>
                </a:lnTo>
                <a:lnTo>
                  <a:pt x="122865" y="52088"/>
                </a:lnTo>
                <a:lnTo>
                  <a:pt x="122812" y="51906"/>
                </a:lnTo>
                <a:lnTo>
                  <a:pt x="122766" y="51722"/>
                </a:lnTo>
                <a:lnTo>
                  <a:pt x="122726" y="51534"/>
                </a:lnTo>
                <a:lnTo>
                  <a:pt x="122694" y="51343"/>
                </a:lnTo>
                <a:lnTo>
                  <a:pt x="122668" y="51149"/>
                </a:lnTo>
                <a:lnTo>
                  <a:pt x="122650" y="50952"/>
                </a:lnTo>
                <a:lnTo>
                  <a:pt x="111174" y="50952"/>
                </a:lnTo>
                <a:lnTo>
                  <a:pt x="111194" y="51317"/>
                </a:lnTo>
                <a:lnTo>
                  <a:pt x="111221" y="51678"/>
                </a:lnTo>
                <a:lnTo>
                  <a:pt x="111255" y="52035"/>
                </a:lnTo>
                <a:lnTo>
                  <a:pt x="111298" y="52388"/>
                </a:lnTo>
                <a:lnTo>
                  <a:pt x="111348" y="52738"/>
                </a:lnTo>
                <a:lnTo>
                  <a:pt x="111407" y="53083"/>
                </a:lnTo>
                <a:lnTo>
                  <a:pt x="111473" y="53424"/>
                </a:lnTo>
                <a:lnTo>
                  <a:pt x="111546" y="53761"/>
                </a:lnTo>
                <a:lnTo>
                  <a:pt x="111628" y="54095"/>
                </a:lnTo>
                <a:lnTo>
                  <a:pt x="111718" y="54424"/>
                </a:lnTo>
                <a:lnTo>
                  <a:pt x="111815" y="54749"/>
                </a:lnTo>
                <a:lnTo>
                  <a:pt x="111920" y="55071"/>
                </a:lnTo>
                <a:lnTo>
                  <a:pt x="112033" y="55388"/>
                </a:lnTo>
                <a:lnTo>
                  <a:pt x="112153" y="55702"/>
                </a:lnTo>
                <a:lnTo>
                  <a:pt x="112282" y="56011"/>
                </a:lnTo>
                <a:lnTo>
                  <a:pt x="112418" y="56316"/>
                </a:lnTo>
                <a:lnTo>
                  <a:pt x="112562" y="56618"/>
                </a:lnTo>
                <a:lnTo>
                  <a:pt x="112714" y="56915"/>
                </a:lnTo>
                <a:lnTo>
                  <a:pt x="112874" y="57209"/>
                </a:lnTo>
                <a:lnTo>
                  <a:pt x="113041" y="57498"/>
                </a:lnTo>
                <a:lnTo>
                  <a:pt x="113217" y="57784"/>
                </a:lnTo>
                <a:lnTo>
                  <a:pt x="113400" y="58066"/>
                </a:lnTo>
                <a:lnTo>
                  <a:pt x="113591" y="58343"/>
                </a:lnTo>
                <a:lnTo>
                  <a:pt x="113790" y="58617"/>
                </a:lnTo>
                <a:lnTo>
                  <a:pt x="113996" y="58886"/>
                </a:lnTo>
                <a:lnTo>
                  <a:pt x="114208" y="59150"/>
                </a:lnTo>
                <a:lnTo>
                  <a:pt x="114427" y="59409"/>
                </a:lnTo>
                <a:lnTo>
                  <a:pt x="114653" y="59663"/>
                </a:lnTo>
                <a:lnTo>
                  <a:pt x="114885" y="59913"/>
                </a:lnTo>
                <a:lnTo>
                  <a:pt x="115124" y="60157"/>
                </a:lnTo>
                <a:lnTo>
                  <a:pt x="115369" y="60397"/>
                </a:lnTo>
                <a:lnTo>
                  <a:pt x="115621" y="60631"/>
                </a:lnTo>
                <a:lnTo>
                  <a:pt x="115879" y="60861"/>
                </a:lnTo>
                <a:lnTo>
                  <a:pt x="116144" y="61085"/>
                </a:lnTo>
                <a:lnTo>
                  <a:pt x="116415" y="61305"/>
                </a:lnTo>
                <a:lnTo>
                  <a:pt x="116693" y="61520"/>
                </a:lnTo>
                <a:lnTo>
                  <a:pt x="116978" y="61730"/>
                </a:lnTo>
                <a:lnTo>
                  <a:pt x="117269" y="61934"/>
                </a:lnTo>
                <a:lnTo>
                  <a:pt x="117566" y="62134"/>
                </a:lnTo>
                <a:lnTo>
                  <a:pt x="117870" y="62329"/>
                </a:lnTo>
                <a:lnTo>
                  <a:pt x="118181" y="62519"/>
                </a:lnTo>
                <a:lnTo>
                  <a:pt x="118498" y="62705"/>
                </a:lnTo>
                <a:lnTo>
                  <a:pt x="118821" y="62885"/>
                </a:lnTo>
                <a:lnTo>
                  <a:pt x="119151" y="63060"/>
                </a:lnTo>
                <a:lnTo>
                  <a:pt x="119488" y="63230"/>
                </a:lnTo>
                <a:lnTo>
                  <a:pt x="119831" y="63396"/>
                </a:lnTo>
                <a:lnTo>
                  <a:pt x="120181" y="63556"/>
                </a:lnTo>
                <a:lnTo>
                  <a:pt x="120537" y="63712"/>
                </a:lnTo>
                <a:lnTo>
                  <a:pt x="120900" y="63861"/>
                </a:lnTo>
                <a:lnTo>
                  <a:pt x="121267" y="64005"/>
                </a:lnTo>
                <a:lnTo>
                  <a:pt x="121639" y="64142"/>
                </a:lnTo>
                <a:lnTo>
                  <a:pt x="122017" y="64273"/>
                </a:lnTo>
                <a:lnTo>
                  <a:pt x="122399" y="64397"/>
                </a:lnTo>
                <a:lnTo>
                  <a:pt x="122787" y="64515"/>
                </a:lnTo>
                <a:lnTo>
                  <a:pt x="123180" y="64627"/>
                </a:lnTo>
                <a:lnTo>
                  <a:pt x="123578" y="64732"/>
                </a:lnTo>
                <a:lnTo>
                  <a:pt x="123981" y="64831"/>
                </a:lnTo>
                <a:lnTo>
                  <a:pt x="124389" y="64923"/>
                </a:lnTo>
                <a:lnTo>
                  <a:pt x="124802" y="65009"/>
                </a:lnTo>
                <a:lnTo>
                  <a:pt x="125220" y="65089"/>
                </a:lnTo>
                <a:lnTo>
                  <a:pt x="125644" y="65162"/>
                </a:lnTo>
                <a:lnTo>
                  <a:pt x="126072" y="65229"/>
                </a:lnTo>
                <a:lnTo>
                  <a:pt x="126506" y="65290"/>
                </a:lnTo>
                <a:lnTo>
                  <a:pt x="126944" y="65344"/>
                </a:lnTo>
                <a:lnTo>
                  <a:pt x="127388" y="65392"/>
                </a:lnTo>
                <a:lnTo>
                  <a:pt x="127837" y="65433"/>
                </a:lnTo>
                <a:lnTo>
                  <a:pt x="128291" y="65468"/>
                </a:lnTo>
                <a:lnTo>
                  <a:pt x="128750" y="65497"/>
                </a:lnTo>
                <a:lnTo>
                  <a:pt x="129214" y="65519"/>
                </a:lnTo>
                <a:lnTo>
                  <a:pt x="129683" y="65535"/>
                </a:lnTo>
                <a:lnTo>
                  <a:pt x="130158" y="65545"/>
                </a:lnTo>
                <a:lnTo>
                  <a:pt x="130637" y="65548"/>
                </a:lnTo>
                <a:lnTo>
                  <a:pt x="134676" y="65548"/>
                </a:lnTo>
                <a:lnTo>
                  <a:pt x="135478" y="65541"/>
                </a:lnTo>
                <a:lnTo>
                  <a:pt x="136265" y="65520"/>
                </a:lnTo>
                <a:close/>
                <a:moveTo>
                  <a:pt x="43055" y="64722"/>
                </a:moveTo>
                <a:lnTo>
                  <a:pt x="43055" y="30479"/>
                </a:lnTo>
                <a:lnTo>
                  <a:pt x="43046" y="29827"/>
                </a:lnTo>
                <a:lnTo>
                  <a:pt x="43018" y="29186"/>
                </a:lnTo>
                <a:lnTo>
                  <a:pt x="42971" y="28556"/>
                </a:lnTo>
                <a:lnTo>
                  <a:pt x="42906" y="27938"/>
                </a:lnTo>
                <a:lnTo>
                  <a:pt x="42822" y="27331"/>
                </a:lnTo>
                <a:lnTo>
                  <a:pt x="42720" y="26735"/>
                </a:lnTo>
                <a:lnTo>
                  <a:pt x="42598" y="26151"/>
                </a:lnTo>
                <a:lnTo>
                  <a:pt x="42459" y="25578"/>
                </a:lnTo>
                <a:lnTo>
                  <a:pt x="42300" y="25016"/>
                </a:lnTo>
                <a:lnTo>
                  <a:pt x="42123" y="24466"/>
                </a:lnTo>
                <a:lnTo>
                  <a:pt x="41927" y="23927"/>
                </a:lnTo>
                <a:lnTo>
                  <a:pt x="41713" y="23399"/>
                </a:lnTo>
                <a:lnTo>
                  <a:pt x="41480" y="22882"/>
                </a:lnTo>
                <a:lnTo>
                  <a:pt x="41228" y="22377"/>
                </a:lnTo>
                <a:lnTo>
                  <a:pt x="40957" y="21883"/>
                </a:lnTo>
                <a:lnTo>
                  <a:pt x="40668" y="21401"/>
                </a:lnTo>
                <a:lnTo>
                  <a:pt x="40361" y="20930"/>
                </a:lnTo>
                <a:lnTo>
                  <a:pt x="40034" y="20470"/>
                </a:lnTo>
                <a:lnTo>
                  <a:pt x="39689" y="20021"/>
                </a:lnTo>
                <a:lnTo>
                  <a:pt x="39326" y="19584"/>
                </a:lnTo>
                <a:lnTo>
                  <a:pt x="38943" y="19158"/>
                </a:lnTo>
                <a:lnTo>
                  <a:pt x="38542" y="18744"/>
                </a:lnTo>
                <a:lnTo>
                  <a:pt x="38123" y="18341"/>
                </a:lnTo>
                <a:lnTo>
                  <a:pt x="37685" y="17949"/>
                </a:lnTo>
                <a:lnTo>
                  <a:pt x="37230" y="17570"/>
                </a:lnTo>
                <a:lnTo>
                  <a:pt x="36763" y="17208"/>
                </a:lnTo>
                <a:lnTo>
                  <a:pt x="36281" y="16862"/>
                </a:lnTo>
                <a:lnTo>
                  <a:pt x="35786" y="16532"/>
                </a:lnTo>
                <a:lnTo>
                  <a:pt x="35278" y="16218"/>
                </a:lnTo>
                <a:lnTo>
                  <a:pt x="34756" y="15920"/>
                </a:lnTo>
                <a:lnTo>
                  <a:pt x="34220" y="15638"/>
                </a:lnTo>
                <a:lnTo>
                  <a:pt x="33671" y="15373"/>
                </a:lnTo>
                <a:lnTo>
                  <a:pt x="33109" y="15123"/>
                </a:lnTo>
                <a:lnTo>
                  <a:pt x="32533" y="14890"/>
                </a:lnTo>
                <a:lnTo>
                  <a:pt x="31943" y="14672"/>
                </a:lnTo>
                <a:lnTo>
                  <a:pt x="31340" y="14471"/>
                </a:lnTo>
                <a:lnTo>
                  <a:pt x="30723" y="14286"/>
                </a:lnTo>
                <a:lnTo>
                  <a:pt x="30092" y="14117"/>
                </a:lnTo>
                <a:lnTo>
                  <a:pt x="29448" y="13964"/>
                </a:lnTo>
                <a:lnTo>
                  <a:pt x="28791" y="13827"/>
                </a:lnTo>
                <a:lnTo>
                  <a:pt x="28120" y="13706"/>
                </a:lnTo>
                <a:lnTo>
                  <a:pt x="27435" y="13602"/>
                </a:lnTo>
                <a:lnTo>
                  <a:pt x="26737" y="13513"/>
                </a:lnTo>
                <a:lnTo>
                  <a:pt x="26026" y="13441"/>
                </a:lnTo>
                <a:lnTo>
                  <a:pt x="25300" y="13384"/>
                </a:lnTo>
                <a:lnTo>
                  <a:pt x="24562" y="13344"/>
                </a:lnTo>
                <a:lnTo>
                  <a:pt x="23809" y="13320"/>
                </a:lnTo>
                <a:lnTo>
                  <a:pt x="23043" y="13312"/>
                </a:lnTo>
                <a:lnTo>
                  <a:pt x="22322" y="13319"/>
                </a:lnTo>
                <a:lnTo>
                  <a:pt x="21611" y="13341"/>
                </a:lnTo>
                <a:lnTo>
                  <a:pt x="20912" y="13378"/>
                </a:lnTo>
                <a:lnTo>
                  <a:pt x="20223" y="13429"/>
                </a:lnTo>
                <a:lnTo>
                  <a:pt x="19545" y="13495"/>
                </a:lnTo>
                <a:lnTo>
                  <a:pt x="18878" y="13576"/>
                </a:lnTo>
                <a:lnTo>
                  <a:pt x="18221" y="13671"/>
                </a:lnTo>
                <a:lnTo>
                  <a:pt x="17576" y="13781"/>
                </a:lnTo>
                <a:lnTo>
                  <a:pt x="16941" y="13906"/>
                </a:lnTo>
                <a:lnTo>
                  <a:pt x="16317" y="14045"/>
                </a:lnTo>
                <a:lnTo>
                  <a:pt x="15704" y="14199"/>
                </a:lnTo>
                <a:lnTo>
                  <a:pt x="15102" y="14368"/>
                </a:lnTo>
                <a:lnTo>
                  <a:pt x="14511" y="14551"/>
                </a:lnTo>
                <a:lnTo>
                  <a:pt x="13930" y="14749"/>
                </a:lnTo>
                <a:lnTo>
                  <a:pt x="13361" y="14962"/>
                </a:lnTo>
                <a:lnTo>
                  <a:pt x="12802" y="15189"/>
                </a:lnTo>
                <a:lnTo>
                  <a:pt x="12254" y="15431"/>
                </a:lnTo>
                <a:lnTo>
                  <a:pt x="11717" y="15688"/>
                </a:lnTo>
                <a:lnTo>
                  <a:pt x="11190" y="15959"/>
                </a:lnTo>
                <a:lnTo>
                  <a:pt x="10675" y="16245"/>
                </a:lnTo>
                <a:lnTo>
                  <a:pt x="10170" y="16545"/>
                </a:lnTo>
                <a:lnTo>
                  <a:pt x="9677" y="16861"/>
                </a:lnTo>
                <a:lnTo>
                  <a:pt x="9194" y="17191"/>
                </a:lnTo>
                <a:lnTo>
                  <a:pt x="8721" y="17535"/>
                </a:lnTo>
                <a:lnTo>
                  <a:pt x="8263" y="17892"/>
                </a:lnTo>
                <a:lnTo>
                  <a:pt x="7821" y="18259"/>
                </a:lnTo>
                <a:lnTo>
                  <a:pt x="7396" y="18637"/>
                </a:lnTo>
                <a:lnTo>
                  <a:pt x="6987" y="19024"/>
                </a:lnTo>
                <a:lnTo>
                  <a:pt x="6595" y="19422"/>
                </a:lnTo>
                <a:lnTo>
                  <a:pt x="6220" y="19830"/>
                </a:lnTo>
                <a:lnTo>
                  <a:pt x="5861" y="20248"/>
                </a:lnTo>
                <a:lnTo>
                  <a:pt x="5518" y="20677"/>
                </a:lnTo>
                <a:lnTo>
                  <a:pt x="5192" y="21115"/>
                </a:lnTo>
                <a:lnTo>
                  <a:pt x="4883" y="21564"/>
                </a:lnTo>
                <a:lnTo>
                  <a:pt x="4591" y="22023"/>
                </a:lnTo>
                <a:lnTo>
                  <a:pt x="4314" y="22492"/>
                </a:lnTo>
                <a:lnTo>
                  <a:pt x="4055" y="22971"/>
                </a:lnTo>
                <a:lnTo>
                  <a:pt x="3812" y="23461"/>
                </a:lnTo>
                <a:lnTo>
                  <a:pt x="3586" y="23961"/>
                </a:lnTo>
                <a:lnTo>
                  <a:pt x="3376" y="24471"/>
                </a:lnTo>
                <a:lnTo>
                  <a:pt x="3183" y="24991"/>
                </a:lnTo>
                <a:lnTo>
                  <a:pt x="3006" y="25522"/>
                </a:lnTo>
                <a:lnTo>
                  <a:pt x="2846" y="26062"/>
                </a:lnTo>
                <a:lnTo>
                  <a:pt x="2703" y="26613"/>
                </a:lnTo>
                <a:lnTo>
                  <a:pt x="2576" y="27174"/>
                </a:lnTo>
                <a:lnTo>
                  <a:pt x="2465" y="27745"/>
                </a:lnTo>
                <a:lnTo>
                  <a:pt x="2372" y="28327"/>
                </a:lnTo>
                <a:lnTo>
                  <a:pt x="2295" y="28918"/>
                </a:lnTo>
                <a:lnTo>
                  <a:pt x="13495" y="28918"/>
                </a:lnTo>
                <a:lnTo>
                  <a:pt x="13537" y="28683"/>
                </a:lnTo>
                <a:lnTo>
                  <a:pt x="13586" y="28452"/>
                </a:lnTo>
                <a:lnTo>
                  <a:pt x="13641" y="28225"/>
                </a:lnTo>
                <a:lnTo>
                  <a:pt x="13704" y="28003"/>
                </a:lnTo>
                <a:lnTo>
                  <a:pt x="13774" y="27784"/>
                </a:lnTo>
                <a:lnTo>
                  <a:pt x="13851" y="27570"/>
                </a:lnTo>
                <a:lnTo>
                  <a:pt x="13934" y="27360"/>
                </a:lnTo>
                <a:lnTo>
                  <a:pt x="14025" y="27153"/>
                </a:lnTo>
                <a:lnTo>
                  <a:pt x="14123" y="26952"/>
                </a:lnTo>
                <a:lnTo>
                  <a:pt x="14228" y="26754"/>
                </a:lnTo>
                <a:lnTo>
                  <a:pt x="14340" y="26560"/>
                </a:lnTo>
                <a:lnTo>
                  <a:pt x="14458" y="26371"/>
                </a:lnTo>
                <a:lnTo>
                  <a:pt x="14584" y="26185"/>
                </a:lnTo>
                <a:lnTo>
                  <a:pt x="14717" y="26004"/>
                </a:lnTo>
                <a:lnTo>
                  <a:pt x="14857" y="25827"/>
                </a:lnTo>
                <a:lnTo>
                  <a:pt x="15004" y="25654"/>
                </a:lnTo>
                <a:lnTo>
                  <a:pt x="15158" y="25485"/>
                </a:lnTo>
                <a:lnTo>
                  <a:pt x="15319" y="25321"/>
                </a:lnTo>
                <a:lnTo>
                  <a:pt x="15487" y="25160"/>
                </a:lnTo>
                <a:lnTo>
                  <a:pt x="15662" y="25004"/>
                </a:lnTo>
                <a:lnTo>
                  <a:pt x="15844" y="24852"/>
                </a:lnTo>
                <a:lnTo>
                  <a:pt x="16033" y="24704"/>
                </a:lnTo>
                <a:lnTo>
                  <a:pt x="16229" y="24560"/>
                </a:lnTo>
                <a:lnTo>
                  <a:pt x="16431" y="24420"/>
                </a:lnTo>
                <a:lnTo>
                  <a:pt x="16640" y="24285"/>
                </a:lnTo>
                <a:lnTo>
                  <a:pt x="16854" y="24156"/>
                </a:lnTo>
                <a:lnTo>
                  <a:pt x="17071" y="24033"/>
                </a:lnTo>
                <a:lnTo>
                  <a:pt x="17294" y="23915"/>
                </a:lnTo>
                <a:lnTo>
                  <a:pt x="17520" y="23803"/>
                </a:lnTo>
                <a:lnTo>
                  <a:pt x="17752" y="23697"/>
                </a:lnTo>
                <a:lnTo>
                  <a:pt x="17987" y="23597"/>
                </a:lnTo>
                <a:lnTo>
                  <a:pt x="18227" y="23502"/>
                </a:lnTo>
                <a:lnTo>
                  <a:pt x="18472" y="23413"/>
                </a:lnTo>
                <a:lnTo>
                  <a:pt x="18721" y="23330"/>
                </a:lnTo>
                <a:lnTo>
                  <a:pt x="18974" y="23252"/>
                </a:lnTo>
                <a:lnTo>
                  <a:pt x="19232" y="23181"/>
                </a:lnTo>
                <a:lnTo>
                  <a:pt x="19494" y="23115"/>
                </a:lnTo>
                <a:lnTo>
                  <a:pt x="19761" y="23054"/>
                </a:lnTo>
                <a:lnTo>
                  <a:pt x="20033" y="23000"/>
                </a:lnTo>
                <a:lnTo>
                  <a:pt x="20308" y="22951"/>
                </a:lnTo>
                <a:lnTo>
                  <a:pt x="20589" y="22908"/>
                </a:lnTo>
                <a:lnTo>
                  <a:pt x="20873" y="22871"/>
                </a:lnTo>
                <a:lnTo>
                  <a:pt x="21162" y="22839"/>
                </a:lnTo>
                <a:lnTo>
                  <a:pt x="21456" y="22813"/>
                </a:lnTo>
                <a:lnTo>
                  <a:pt x="21754" y="22793"/>
                </a:lnTo>
                <a:lnTo>
                  <a:pt x="22057" y="22779"/>
                </a:lnTo>
                <a:lnTo>
                  <a:pt x="22363" y="22770"/>
                </a:lnTo>
                <a:lnTo>
                  <a:pt x="22675" y="22767"/>
                </a:lnTo>
                <a:lnTo>
                  <a:pt x="23016" y="22771"/>
                </a:lnTo>
                <a:lnTo>
                  <a:pt x="23352" y="22782"/>
                </a:lnTo>
                <a:lnTo>
                  <a:pt x="23681" y="22800"/>
                </a:lnTo>
                <a:lnTo>
                  <a:pt x="24004" y="22825"/>
                </a:lnTo>
                <a:lnTo>
                  <a:pt x="24321" y="22857"/>
                </a:lnTo>
                <a:lnTo>
                  <a:pt x="24632" y="22897"/>
                </a:lnTo>
                <a:lnTo>
                  <a:pt x="24937" y="22943"/>
                </a:lnTo>
                <a:lnTo>
                  <a:pt x="25236" y="22997"/>
                </a:lnTo>
                <a:lnTo>
                  <a:pt x="25529" y="23058"/>
                </a:lnTo>
                <a:lnTo>
                  <a:pt x="25815" y="23126"/>
                </a:lnTo>
                <a:lnTo>
                  <a:pt x="26096" y="23201"/>
                </a:lnTo>
                <a:lnTo>
                  <a:pt x="26371" y="23284"/>
                </a:lnTo>
                <a:lnTo>
                  <a:pt x="26639" y="23374"/>
                </a:lnTo>
                <a:lnTo>
                  <a:pt x="26902" y="23470"/>
                </a:lnTo>
                <a:lnTo>
                  <a:pt x="27158" y="23574"/>
                </a:lnTo>
                <a:lnTo>
                  <a:pt x="27408" y="23686"/>
                </a:lnTo>
                <a:lnTo>
                  <a:pt x="27653" y="23804"/>
                </a:lnTo>
                <a:lnTo>
                  <a:pt x="27891" y="23930"/>
                </a:lnTo>
                <a:lnTo>
                  <a:pt x="28123" y="24062"/>
                </a:lnTo>
                <a:lnTo>
                  <a:pt x="28349" y="24202"/>
                </a:lnTo>
                <a:lnTo>
                  <a:pt x="28569" y="24349"/>
                </a:lnTo>
                <a:lnTo>
                  <a:pt x="28783" y="24504"/>
                </a:lnTo>
                <a:lnTo>
                  <a:pt x="28991" y="24665"/>
                </a:lnTo>
                <a:lnTo>
                  <a:pt x="29193" y="24834"/>
                </a:lnTo>
                <a:lnTo>
                  <a:pt x="29388" y="25008"/>
                </a:lnTo>
                <a:lnTo>
                  <a:pt x="29574" y="25189"/>
                </a:lnTo>
                <a:lnTo>
                  <a:pt x="29752" y="25375"/>
                </a:lnTo>
                <a:lnTo>
                  <a:pt x="29922" y="25566"/>
                </a:lnTo>
                <a:lnTo>
                  <a:pt x="30084" y="25764"/>
                </a:lnTo>
                <a:lnTo>
                  <a:pt x="30237" y="25966"/>
                </a:lnTo>
                <a:lnTo>
                  <a:pt x="30382" y="26175"/>
                </a:lnTo>
                <a:lnTo>
                  <a:pt x="30519" y="26389"/>
                </a:lnTo>
                <a:lnTo>
                  <a:pt x="30647" y="26608"/>
                </a:lnTo>
                <a:lnTo>
                  <a:pt x="30768" y="26833"/>
                </a:lnTo>
                <a:lnTo>
                  <a:pt x="30880" y="27064"/>
                </a:lnTo>
                <a:lnTo>
                  <a:pt x="30983" y="27300"/>
                </a:lnTo>
                <a:lnTo>
                  <a:pt x="31078" y="27542"/>
                </a:lnTo>
                <a:lnTo>
                  <a:pt x="31165" y="27790"/>
                </a:lnTo>
                <a:lnTo>
                  <a:pt x="31244" y="28043"/>
                </a:lnTo>
                <a:lnTo>
                  <a:pt x="31315" y="28301"/>
                </a:lnTo>
                <a:lnTo>
                  <a:pt x="31377" y="28566"/>
                </a:lnTo>
                <a:lnTo>
                  <a:pt x="31431" y="28835"/>
                </a:lnTo>
                <a:lnTo>
                  <a:pt x="31476" y="29111"/>
                </a:lnTo>
                <a:lnTo>
                  <a:pt x="31514" y="29392"/>
                </a:lnTo>
                <a:lnTo>
                  <a:pt x="31543" y="29678"/>
                </a:lnTo>
                <a:lnTo>
                  <a:pt x="31563" y="29970"/>
                </a:lnTo>
                <a:lnTo>
                  <a:pt x="31576" y="30268"/>
                </a:lnTo>
                <a:lnTo>
                  <a:pt x="31580" y="30571"/>
                </a:lnTo>
                <a:lnTo>
                  <a:pt x="31580" y="34886"/>
                </a:lnTo>
                <a:lnTo>
                  <a:pt x="19003" y="34886"/>
                </a:lnTo>
                <a:lnTo>
                  <a:pt x="18253" y="34893"/>
                </a:lnTo>
                <a:lnTo>
                  <a:pt x="17517" y="34914"/>
                </a:lnTo>
                <a:lnTo>
                  <a:pt x="16796" y="34949"/>
                </a:lnTo>
                <a:lnTo>
                  <a:pt x="16089" y="34998"/>
                </a:lnTo>
                <a:lnTo>
                  <a:pt x="15396" y="35061"/>
                </a:lnTo>
                <a:lnTo>
                  <a:pt x="14717" y="35138"/>
                </a:lnTo>
                <a:lnTo>
                  <a:pt x="14053" y="35229"/>
                </a:lnTo>
                <a:lnTo>
                  <a:pt x="13403" y="35335"/>
                </a:lnTo>
                <a:lnTo>
                  <a:pt x="12768" y="35454"/>
                </a:lnTo>
                <a:lnTo>
                  <a:pt x="12147" y="35587"/>
                </a:lnTo>
                <a:lnTo>
                  <a:pt x="11540" y="35734"/>
                </a:lnTo>
                <a:lnTo>
                  <a:pt x="10948" y="35896"/>
                </a:lnTo>
                <a:lnTo>
                  <a:pt x="10370" y="36071"/>
                </a:lnTo>
                <a:lnTo>
                  <a:pt x="9806" y="36260"/>
                </a:lnTo>
                <a:lnTo>
                  <a:pt x="9256" y="36464"/>
                </a:lnTo>
                <a:lnTo>
                  <a:pt x="8721" y="36681"/>
                </a:lnTo>
                <a:lnTo>
                  <a:pt x="8201" y="36913"/>
                </a:lnTo>
                <a:lnTo>
                  <a:pt x="7694" y="37158"/>
                </a:lnTo>
                <a:lnTo>
                  <a:pt x="7202" y="37418"/>
                </a:lnTo>
                <a:lnTo>
                  <a:pt x="6725" y="37691"/>
                </a:lnTo>
                <a:lnTo>
                  <a:pt x="6261" y="37979"/>
                </a:lnTo>
                <a:lnTo>
                  <a:pt x="5812" y="38280"/>
                </a:lnTo>
                <a:lnTo>
                  <a:pt x="5378" y="38596"/>
                </a:lnTo>
                <a:lnTo>
                  <a:pt x="4957" y="38926"/>
                </a:lnTo>
                <a:lnTo>
                  <a:pt x="4553" y="39268"/>
                </a:lnTo>
                <a:lnTo>
                  <a:pt x="4166" y="39622"/>
                </a:lnTo>
                <a:lnTo>
                  <a:pt x="3796" y="39988"/>
                </a:lnTo>
                <a:lnTo>
                  <a:pt x="3443" y="40366"/>
                </a:lnTo>
                <a:lnTo>
                  <a:pt x="3107" y="40756"/>
                </a:lnTo>
                <a:lnTo>
                  <a:pt x="2789" y="41157"/>
                </a:lnTo>
                <a:lnTo>
                  <a:pt x="2487" y="41570"/>
                </a:lnTo>
                <a:lnTo>
                  <a:pt x="2203" y="41996"/>
                </a:lnTo>
                <a:lnTo>
                  <a:pt x="1937" y="42432"/>
                </a:lnTo>
                <a:lnTo>
                  <a:pt x="1687" y="42881"/>
                </a:lnTo>
                <a:lnTo>
                  <a:pt x="1455" y="43341"/>
                </a:lnTo>
                <a:lnTo>
                  <a:pt x="1239" y="43813"/>
                </a:lnTo>
                <a:lnTo>
                  <a:pt x="1041" y="44297"/>
                </a:lnTo>
                <a:lnTo>
                  <a:pt x="861" y="44793"/>
                </a:lnTo>
                <a:lnTo>
                  <a:pt x="697" y="45301"/>
                </a:lnTo>
                <a:lnTo>
                  <a:pt x="551" y="45820"/>
                </a:lnTo>
                <a:lnTo>
                  <a:pt x="422" y="46351"/>
                </a:lnTo>
                <a:lnTo>
                  <a:pt x="310" y="46894"/>
                </a:lnTo>
                <a:lnTo>
                  <a:pt x="215" y="47449"/>
                </a:lnTo>
                <a:lnTo>
                  <a:pt x="138" y="48016"/>
                </a:lnTo>
                <a:lnTo>
                  <a:pt x="77" y="48594"/>
                </a:lnTo>
                <a:lnTo>
                  <a:pt x="34" y="49184"/>
                </a:lnTo>
                <a:lnTo>
                  <a:pt x="9" y="49786"/>
                </a:lnTo>
                <a:lnTo>
                  <a:pt x="0" y="50400"/>
                </a:lnTo>
                <a:lnTo>
                  <a:pt x="8" y="50976"/>
                </a:lnTo>
                <a:lnTo>
                  <a:pt x="31" y="51543"/>
                </a:lnTo>
                <a:lnTo>
                  <a:pt x="70" y="52100"/>
                </a:lnTo>
                <a:lnTo>
                  <a:pt x="125" y="52646"/>
                </a:lnTo>
                <a:lnTo>
                  <a:pt x="195" y="53183"/>
                </a:lnTo>
                <a:lnTo>
                  <a:pt x="281" y="53711"/>
                </a:lnTo>
                <a:lnTo>
                  <a:pt x="383" y="54228"/>
                </a:lnTo>
                <a:lnTo>
                  <a:pt x="500" y="54735"/>
                </a:lnTo>
                <a:lnTo>
                  <a:pt x="633" y="55233"/>
                </a:lnTo>
                <a:lnTo>
                  <a:pt x="781" y="55720"/>
                </a:lnTo>
                <a:lnTo>
                  <a:pt x="945" y="56198"/>
                </a:lnTo>
                <a:lnTo>
                  <a:pt x="1125" y="56666"/>
                </a:lnTo>
                <a:lnTo>
                  <a:pt x="1320" y="57123"/>
                </a:lnTo>
                <a:lnTo>
                  <a:pt x="1531" y="57571"/>
                </a:lnTo>
                <a:lnTo>
                  <a:pt x="1757" y="58010"/>
                </a:lnTo>
                <a:lnTo>
                  <a:pt x="1999" y="58438"/>
                </a:lnTo>
                <a:lnTo>
                  <a:pt x="2257" y="58856"/>
                </a:lnTo>
                <a:lnTo>
                  <a:pt x="2530" y="59265"/>
                </a:lnTo>
                <a:lnTo>
                  <a:pt x="2819" y="59663"/>
                </a:lnTo>
                <a:lnTo>
                  <a:pt x="3124" y="60052"/>
                </a:lnTo>
                <a:lnTo>
                  <a:pt x="3444" y="60431"/>
                </a:lnTo>
                <a:lnTo>
                  <a:pt x="3780" y="60800"/>
                </a:lnTo>
                <a:lnTo>
                  <a:pt x="4131" y="61159"/>
                </a:lnTo>
                <a:lnTo>
                  <a:pt x="4498" y="61508"/>
                </a:lnTo>
                <a:lnTo>
                  <a:pt x="4879" y="61845"/>
                </a:lnTo>
                <a:lnTo>
                  <a:pt x="5271" y="62168"/>
                </a:lnTo>
                <a:lnTo>
                  <a:pt x="5674" y="62476"/>
                </a:lnTo>
                <a:lnTo>
                  <a:pt x="6090" y="62770"/>
                </a:lnTo>
                <a:lnTo>
                  <a:pt x="6516" y="63050"/>
                </a:lnTo>
                <a:lnTo>
                  <a:pt x="6954" y="63315"/>
                </a:lnTo>
                <a:lnTo>
                  <a:pt x="7404" y="63566"/>
                </a:lnTo>
                <a:lnTo>
                  <a:pt x="7865" y="63803"/>
                </a:lnTo>
                <a:lnTo>
                  <a:pt x="8337" y="64025"/>
                </a:lnTo>
                <a:lnTo>
                  <a:pt x="8821" y="64233"/>
                </a:lnTo>
                <a:lnTo>
                  <a:pt x="9316" y="64427"/>
                </a:lnTo>
                <a:lnTo>
                  <a:pt x="9823" y="64606"/>
                </a:lnTo>
                <a:lnTo>
                  <a:pt x="10341" y="64771"/>
                </a:lnTo>
                <a:lnTo>
                  <a:pt x="10871" y="64922"/>
                </a:lnTo>
                <a:lnTo>
                  <a:pt x="11413" y="65058"/>
                </a:lnTo>
                <a:lnTo>
                  <a:pt x="11965" y="65180"/>
                </a:lnTo>
                <a:lnTo>
                  <a:pt x="12529" y="65288"/>
                </a:lnTo>
                <a:lnTo>
                  <a:pt x="13105" y="65381"/>
                </a:lnTo>
                <a:lnTo>
                  <a:pt x="13692" y="65460"/>
                </a:lnTo>
                <a:lnTo>
                  <a:pt x="14291" y="65524"/>
                </a:lnTo>
                <a:lnTo>
                  <a:pt x="14901" y="65575"/>
                </a:lnTo>
                <a:lnTo>
                  <a:pt x="15522" y="65610"/>
                </a:lnTo>
                <a:lnTo>
                  <a:pt x="16155" y="65632"/>
                </a:lnTo>
                <a:lnTo>
                  <a:pt x="16800" y="65639"/>
                </a:lnTo>
                <a:lnTo>
                  <a:pt x="17369" y="65633"/>
                </a:lnTo>
                <a:lnTo>
                  <a:pt x="17928" y="65616"/>
                </a:lnTo>
                <a:lnTo>
                  <a:pt x="18478" y="65588"/>
                </a:lnTo>
                <a:lnTo>
                  <a:pt x="19018" y="65547"/>
                </a:lnTo>
                <a:lnTo>
                  <a:pt x="19549" y="65496"/>
                </a:lnTo>
                <a:lnTo>
                  <a:pt x="20070" y="65433"/>
                </a:lnTo>
                <a:lnTo>
                  <a:pt x="20582" y="65358"/>
                </a:lnTo>
                <a:lnTo>
                  <a:pt x="21084" y="65272"/>
                </a:lnTo>
                <a:lnTo>
                  <a:pt x="21576" y="65174"/>
                </a:lnTo>
                <a:lnTo>
                  <a:pt x="22059" y="65065"/>
                </a:lnTo>
                <a:lnTo>
                  <a:pt x="22533" y="64945"/>
                </a:lnTo>
                <a:lnTo>
                  <a:pt x="22996" y="64813"/>
                </a:lnTo>
                <a:lnTo>
                  <a:pt x="23451" y="64670"/>
                </a:lnTo>
                <a:lnTo>
                  <a:pt x="23895" y="64515"/>
                </a:lnTo>
                <a:lnTo>
                  <a:pt x="24330" y="64348"/>
                </a:lnTo>
                <a:lnTo>
                  <a:pt x="24756" y="64170"/>
                </a:lnTo>
                <a:lnTo>
                  <a:pt x="25172" y="63981"/>
                </a:lnTo>
                <a:lnTo>
                  <a:pt x="25578" y="63780"/>
                </a:lnTo>
                <a:lnTo>
                  <a:pt x="25975" y="63568"/>
                </a:lnTo>
                <a:lnTo>
                  <a:pt x="26362" y="63344"/>
                </a:lnTo>
                <a:lnTo>
                  <a:pt x="26740" y="63109"/>
                </a:lnTo>
                <a:lnTo>
                  <a:pt x="27108" y="62862"/>
                </a:lnTo>
                <a:lnTo>
                  <a:pt x="27467" y="62604"/>
                </a:lnTo>
                <a:lnTo>
                  <a:pt x="27816" y="62335"/>
                </a:lnTo>
                <a:lnTo>
                  <a:pt x="28153" y="62055"/>
                </a:lnTo>
                <a:lnTo>
                  <a:pt x="28476" y="61768"/>
                </a:lnTo>
                <a:lnTo>
                  <a:pt x="28784" y="61473"/>
                </a:lnTo>
                <a:lnTo>
                  <a:pt x="29079" y="61169"/>
                </a:lnTo>
                <a:lnTo>
                  <a:pt x="29358" y="60858"/>
                </a:lnTo>
                <a:lnTo>
                  <a:pt x="29624" y="60539"/>
                </a:lnTo>
                <a:lnTo>
                  <a:pt x="29875" y="60212"/>
                </a:lnTo>
                <a:lnTo>
                  <a:pt x="30112" y="59877"/>
                </a:lnTo>
                <a:lnTo>
                  <a:pt x="30334" y="59533"/>
                </a:lnTo>
                <a:lnTo>
                  <a:pt x="30542" y="59182"/>
                </a:lnTo>
                <a:lnTo>
                  <a:pt x="30736" y="58823"/>
                </a:lnTo>
                <a:lnTo>
                  <a:pt x="30915" y="58456"/>
                </a:lnTo>
                <a:lnTo>
                  <a:pt x="31080" y="58081"/>
                </a:lnTo>
                <a:lnTo>
                  <a:pt x="31231" y="57698"/>
                </a:lnTo>
                <a:lnTo>
                  <a:pt x="31367" y="57307"/>
                </a:lnTo>
                <a:lnTo>
                  <a:pt x="31489" y="56908"/>
                </a:lnTo>
                <a:lnTo>
                  <a:pt x="31597" y="56501"/>
                </a:lnTo>
                <a:lnTo>
                  <a:pt x="31690" y="56086"/>
                </a:lnTo>
                <a:lnTo>
                  <a:pt x="31723" y="55909"/>
                </a:lnTo>
                <a:lnTo>
                  <a:pt x="31948" y="55909"/>
                </a:lnTo>
                <a:lnTo>
                  <a:pt x="31948" y="64722"/>
                </a:lnTo>
                <a:lnTo>
                  <a:pt x="43055" y="64722"/>
                </a:lnTo>
                <a:close/>
                <a:moveTo>
                  <a:pt x="19536" y="56978"/>
                </a:moveTo>
                <a:lnTo>
                  <a:pt x="19206" y="56953"/>
                </a:lnTo>
                <a:lnTo>
                  <a:pt x="18882" y="56921"/>
                </a:lnTo>
                <a:lnTo>
                  <a:pt x="18564" y="56881"/>
                </a:lnTo>
                <a:lnTo>
                  <a:pt x="18253" y="56835"/>
                </a:lnTo>
                <a:lnTo>
                  <a:pt x="17947" y="56781"/>
                </a:lnTo>
                <a:lnTo>
                  <a:pt x="17648" y="56720"/>
                </a:lnTo>
                <a:lnTo>
                  <a:pt x="17355" y="56652"/>
                </a:lnTo>
                <a:lnTo>
                  <a:pt x="17068" y="56576"/>
                </a:lnTo>
                <a:lnTo>
                  <a:pt x="16788" y="56494"/>
                </a:lnTo>
                <a:lnTo>
                  <a:pt x="16514" y="56404"/>
                </a:lnTo>
                <a:lnTo>
                  <a:pt x="16246" y="56308"/>
                </a:lnTo>
                <a:lnTo>
                  <a:pt x="15984" y="56204"/>
                </a:lnTo>
                <a:lnTo>
                  <a:pt x="15728" y="56092"/>
                </a:lnTo>
                <a:lnTo>
                  <a:pt x="15479" y="55974"/>
                </a:lnTo>
                <a:lnTo>
                  <a:pt x="15236" y="55849"/>
                </a:lnTo>
                <a:lnTo>
                  <a:pt x="14999" y="55716"/>
                </a:lnTo>
                <a:lnTo>
                  <a:pt x="14768" y="55576"/>
                </a:lnTo>
                <a:lnTo>
                  <a:pt x="14544" y="55429"/>
                </a:lnTo>
                <a:lnTo>
                  <a:pt x="14325" y="55275"/>
                </a:lnTo>
                <a:lnTo>
                  <a:pt x="14113" y="55114"/>
                </a:lnTo>
                <a:lnTo>
                  <a:pt x="13907" y="54945"/>
                </a:lnTo>
                <a:lnTo>
                  <a:pt x="13709" y="54771"/>
                </a:lnTo>
                <a:lnTo>
                  <a:pt x="13519" y="54590"/>
                </a:lnTo>
                <a:lnTo>
                  <a:pt x="13337" y="54405"/>
                </a:lnTo>
                <a:lnTo>
                  <a:pt x="13164" y="54215"/>
                </a:lnTo>
                <a:lnTo>
                  <a:pt x="13000" y="54019"/>
                </a:lnTo>
                <a:lnTo>
                  <a:pt x="12843" y="53818"/>
                </a:lnTo>
                <a:lnTo>
                  <a:pt x="12696" y="53611"/>
                </a:lnTo>
                <a:lnTo>
                  <a:pt x="12556" y="53400"/>
                </a:lnTo>
                <a:lnTo>
                  <a:pt x="12425" y="53183"/>
                </a:lnTo>
                <a:lnTo>
                  <a:pt x="12303" y="52961"/>
                </a:lnTo>
                <a:lnTo>
                  <a:pt x="12189" y="52733"/>
                </a:lnTo>
                <a:lnTo>
                  <a:pt x="12083" y="52501"/>
                </a:lnTo>
                <a:lnTo>
                  <a:pt x="11986" y="52263"/>
                </a:lnTo>
                <a:lnTo>
                  <a:pt x="11898" y="52020"/>
                </a:lnTo>
                <a:lnTo>
                  <a:pt x="11817" y="51771"/>
                </a:lnTo>
                <a:lnTo>
                  <a:pt x="11746" y="51517"/>
                </a:lnTo>
                <a:lnTo>
                  <a:pt x="11682" y="51258"/>
                </a:lnTo>
                <a:lnTo>
                  <a:pt x="11627" y="50994"/>
                </a:lnTo>
                <a:lnTo>
                  <a:pt x="11581" y="50725"/>
                </a:lnTo>
                <a:lnTo>
                  <a:pt x="11543" y="50450"/>
                </a:lnTo>
                <a:lnTo>
                  <a:pt x="11513" y="50170"/>
                </a:lnTo>
                <a:lnTo>
                  <a:pt x="11492" y="49885"/>
                </a:lnTo>
                <a:lnTo>
                  <a:pt x="11480" y="49594"/>
                </a:lnTo>
                <a:lnTo>
                  <a:pt x="11475" y="49299"/>
                </a:lnTo>
                <a:lnTo>
                  <a:pt x="11479" y="49026"/>
                </a:lnTo>
                <a:lnTo>
                  <a:pt x="11490" y="48757"/>
                </a:lnTo>
                <a:lnTo>
                  <a:pt x="11508" y="48493"/>
                </a:lnTo>
                <a:lnTo>
                  <a:pt x="11534" y="48233"/>
                </a:lnTo>
                <a:lnTo>
                  <a:pt x="11567" y="47978"/>
                </a:lnTo>
                <a:lnTo>
                  <a:pt x="11607" y="47727"/>
                </a:lnTo>
                <a:lnTo>
                  <a:pt x="11655" y="47480"/>
                </a:lnTo>
                <a:lnTo>
                  <a:pt x="11710" y="47238"/>
                </a:lnTo>
                <a:lnTo>
                  <a:pt x="11772" y="47001"/>
                </a:lnTo>
                <a:lnTo>
                  <a:pt x="11842" y="46768"/>
                </a:lnTo>
                <a:lnTo>
                  <a:pt x="11919" y="46539"/>
                </a:lnTo>
                <a:lnTo>
                  <a:pt x="12003" y="46315"/>
                </a:lnTo>
                <a:lnTo>
                  <a:pt x="12095" y="46096"/>
                </a:lnTo>
                <a:lnTo>
                  <a:pt x="12194" y="45881"/>
                </a:lnTo>
                <a:lnTo>
                  <a:pt x="12300" y="45670"/>
                </a:lnTo>
                <a:lnTo>
                  <a:pt x="12414" y="45464"/>
                </a:lnTo>
                <a:lnTo>
                  <a:pt x="12535" y="45262"/>
                </a:lnTo>
                <a:lnTo>
                  <a:pt x="12663" y="45064"/>
                </a:lnTo>
                <a:lnTo>
                  <a:pt x="12798" y="44872"/>
                </a:lnTo>
                <a:lnTo>
                  <a:pt x="12941" y="44683"/>
                </a:lnTo>
                <a:lnTo>
                  <a:pt x="13092" y="44499"/>
                </a:lnTo>
                <a:lnTo>
                  <a:pt x="13249" y="44320"/>
                </a:lnTo>
                <a:lnTo>
                  <a:pt x="13414" y="44145"/>
                </a:lnTo>
                <a:lnTo>
                  <a:pt x="13586" y="43974"/>
                </a:lnTo>
                <a:lnTo>
                  <a:pt x="13765" y="43809"/>
                </a:lnTo>
                <a:lnTo>
                  <a:pt x="13948" y="43652"/>
                </a:lnTo>
                <a:lnTo>
                  <a:pt x="14136" y="43501"/>
                </a:lnTo>
                <a:lnTo>
                  <a:pt x="14329" y="43357"/>
                </a:lnTo>
                <a:lnTo>
                  <a:pt x="14526" y="43220"/>
                </a:lnTo>
                <a:lnTo>
                  <a:pt x="14729" y="43090"/>
                </a:lnTo>
                <a:lnTo>
                  <a:pt x="14936" y="42968"/>
                </a:lnTo>
                <a:lnTo>
                  <a:pt x="15148" y="42852"/>
                </a:lnTo>
                <a:lnTo>
                  <a:pt x="15364" y="42743"/>
                </a:lnTo>
                <a:lnTo>
                  <a:pt x="15586" y="42642"/>
                </a:lnTo>
                <a:lnTo>
                  <a:pt x="15812" y="42547"/>
                </a:lnTo>
                <a:lnTo>
                  <a:pt x="16043" y="42459"/>
                </a:lnTo>
                <a:lnTo>
                  <a:pt x="16279" y="42379"/>
                </a:lnTo>
                <a:lnTo>
                  <a:pt x="16519" y="42305"/>
                </a:lnTo>
                <a:lnTo>
                  <a:pt x="16764" y="42238"/>
                </a:lnTo>
                <a:lnTo>
                  <a:pt x="17014" y="42179"/>
                </a:lnTo>
                <a:lnTo>
                  <a:pt x="17269" y="42126"/>
                </a:lnTo>
                <a:lnTo>
                  <a:pt x="17529" y="42081"/>
                </a:lnTo>
                <a:lnTo>
                  <a:pt x="17793" y="42042"/>
                </a:lnTo>
                <a:lnTo>
                  <a:pt x="18062" y="42010"/>
                </a:lnTo>
                <a:lnTo>
                  <a:pt x="18336" y="41986"/>
                </a:lnTo>
                <a:lnTo>
                  <a:pt x="18615" y="41968"/>
                </a:lnTo>
                <a:lnTo>
                  <a:pt x="18899" y="41958"/>
                </a:lnTo>
                <a:lnTo>
                  <a:pt x="19187" y="41954"/>
                </a:lnTo>
                <a:lnTo>
                  <a:pt x="31580" y="41954"/>
                </a:lnTo>
                <a:lnTo>
                  <a:pt x="31580" y="48105"/>
                </a:lnTo>
                <a:lnTo>
                  <a:pt x="31575" y="48432"/>
                </a:lnTo>
                <a:lnTo>
                  <a:pt x="31558" y="48753"/>
                </a:lnTo>
                <a:lnTo>
                  <a:pt x="31532" y="49069"/>
                </a:lnTo>
                <a:lnTo>
                  <a:pt x="31494" y="49380"/>
                </a:lnTo>
                <a:lnTo>
                  <a:pt x="31446" y="49686"/>
                </a:lnTo>
                <a:lnTo>
                  <a:pt x="31388" y="49987"/>
                </a:lnTo>
                <a:lnTo>
                  <a:pt x="31318" y="50283"/>
                </a:lnTo>
                <a:lnTo>
                  <a:pt x="31238" y="50574"/>
                </a:lnTo>
                <a:lnTo>
                  <a:pt x="31147" y="50859"/>
                </a:lnTo>
                <a:lnTo>
                  <a:pt x="31046" y="51140"/>
                </a:lnTo>
                <a:lnTo>
                  <a:pt x="30934" y="51415"/>
                </a:lnTo>
                <a:lnTo>
                  <a:pt x="30811" y="51686"/>
                </a:lnTo>
                <a:lnTo>
                  <a:pt x="30677" y="51951"/>
                </a:lnTo>
                <a:lnTo>
                  <a:pt x="30533" y="52211"/>
                </a:lnTo>
                <a:lnTo>
                  <a:pt x="30378" y="52466"/>
                </a:lnTo>
                <a:lnTo>
                  <a:pt x="30213" y="52716"/>
                </a:lnTo>
                <a:lnTo>
                  <a:pt x="30036" y="52961"/>
                </a:lnTo>
                <a:lnTo>
                  <a:pt x="29850" y="53201"/>
                </a:lnTo>
                <a:lnTo>
                  <a:pt x="29652" y="53435"/>
                </a:lnTo>
                <a:lnTo>
                  <a:pt x="29444" y="53665"/>
                </a:lnTo>
                <a:lnTo>
                  <a:pt x="29225" y="53889"/>
                </a:lnTo>
                <a:lnTo>
                  <a:pt x="28995" y="54109"/>
                </a:lnTo>
                <a:lnTo>
                  <a:pt x="28755" y="54323"/>
                </a:lnTo>
                <a:lnTo>
                  <a:pt x="28504" y="54532"/>
                </a:lnTo>
                <a:lnTo>
                  <a:pt x="28244" y="54734"/>
                </a:lnTo>
                <a:lnTo>
                  <a:pt x="27979" y="54928"/>
                </a:lnTo>
                <a:lnTo>
                  <a:pt x="27707" y="55113"/>
                </a:lnTo>
                <a:lnTo>
                  <a:pt x="27429" y="55289"/>
                </a:lnTo>
                <a:lnTo>
                  <a:pt x="27145" y="55457"/>
                </a:lnTo>
                <a:lnTo>
                  <a:pt x="26854" y="55616"/>
                </a:lnTo>
                <a:lnTo>
                  <a:pt x="26558" y="55767"/>
                </a:lnTo>
                <a:lnTo>
                  <a:pt x="26255" y="55909"/>
                </a:lnTo>
                <a:lnTo>
                  <a:pt x="25946" y="56042"/>
                </a:lnTo>
                <a:lnTo>
                  <a:pt x="25631" y="56167"/>
                </a:lnTo>
                <a:lnTo>
                  <a:pt x="25309" y="56283"/>
                </a:lnTo>
                <a:lnTo>
                  <a:pt x="24981" y="56391"/>
                </a:lnTo>
                <a:lnTo>
                  <a:pt x="24647" y="56490"/>
                </a:lnTo>
                <a:lnTo>
                  <a:pt x="24307" y="56580"/>
                </a:lnTo>
                <a:lnTo>
                  <a:pt x="23961" y="56662"/>
                </a:lnTo>
                <a:lnTo>
                  <a:pt x="23608" y="56735"/>
                </a:lnTo>
                <a:lnTo>
                  <a:pt x="23250" y="56799"/>
                </a:lnTo>
                <a:lnTo>
                  <a:pt x="22885" y="56855"/>
                </a:lnTo>
                <a:lnTo>
                  <a:pt x="22513" y="56903"/>
                </a:lnTo>
                <a:lnTo>
                  <a:pt x="22136" y="56941"/>
                </a:lnTo>
                <a:lnTo>
                  <a:pt x="21752" y="56971"/>
                </a:lnTo>
                <a:lnTo>
                  <a:pt x="21362" y="56993"/>
                </a:lnTo>
                <a:lnTo>
                  <a:pt x="20966" y="57006"/>
                </a:lnTo>
                <a:lnTo>
                  <a:pt x="20564" y="57010"/>
                </a:lnTo>
                <a:lnTo>
                  <a:pt x="20215" y="57007"/>
                </a:lnTo>
                <a:lnTo>
                  <a:pt x="19872" y="56996"/>
                </a:lnTo>
                <a:lnTo>
                  <a:pt x="19536" y="56978"/>
                </a:lnTo>
                <a:close/>
                <a:moveTo>
                  <a:pt x="190363" y="65531"/>
                </a:moveTo>
                <a:lnTo>
                  <a:pt x="190999" y="65470"/>
                </a:lnTo>
                <a:lnTo>
                  <a:pt x="191626" y="65395"/>
                </a:lnTo>
                <a:lnTo>
                  <a:pt x="192244" y="65307"/>
                </a:lnTo>
                <a:lnTo>
                  <a:pt x="192854" y="65206"/>
                </a:lnTo>
                <a:lnTo>
                  <a:pt x="193455" y="65091"/>
                </a:lnTo>
                <a:lnTo>
                  <a:pt x="194048" y="64962"/>
                </a:lnTo>
                <a:lnTo>
                  <a:pt x="194633" y="64820"/>
                </a:lnTo>
                <a:lnTo>
                  <a:pt x="195209" y="64664"/>
                </a:lnTo>
                <a:lnTo>
                  <a:pt x="195777" y="64495"/>
                </a:lnTo>
                <a:lnTo>
                  <a:pt x="196336" y="64312"/>
                </a:lnTo>
                <a:lnTo>
                  <a:pt x="196887" y="64115"/>
                </a:lnTo>
                <a:lnTo>
                  <a:pt x="197429" y="63905"/>
                </a:lnTo>
                <a:lnTo>
                  <a:pt x="197963" y="63682"/>
                </a:lnTo>
                <a:lnTo>
                  <a:pt x="198488" y="63445"/>
                </a:lnTo>
                <a:lnTo>
                  <a:pt x="199005" y="63194"/>
                </a:lnTo>
                <a:lnTo>
                  <a:pt x="199514" y="62930"/>
                </a:lnTo>
                <a:lnTo>
                  <a:pt x="200014" y="62652"/>
                </a:lnTo>
                <a:lnTo>
                  <a:pt x="200505" y="62361"/>
                </a:lnTo>
                <a:lnTo>
                  <a:pt x="200988" y="62056"/>
                </a:lnTo>
                <a:lnTo>
                  <a:pt x="201463" y="61738"/>
                </a:lnTo>
                <a:lnTo>
                  <a:pt x="201926" y="61408"/>
                </a:lnTo>
                <a:lnTo>
                  <a:pt x="202374" y="61070"/>
                </a:lnTo>
                <a:lnTo>
                  <a:pt x="202806" y="60722"/>
                </a:lnTo>
                <a:lnTo>
                  <a:pt x="203224" y="60365"/>
                </a:lnTo>
                <a:lnTo>
                  <a:pt x="203626" y="59999"/>
                </a:lnTo>
                <a:lnTo>
                  <a:pt x="204013" y="59624"/>
                </a:lnTo>
                <a:lnTo>
                  <a:pt x="204385" y="59240"/>
                </a:lnTo>
                <a:lnTo>
                  <a:pt x="204742" y="58846"/>
                </a:lnTo>
                <a:lnTo>
                  <a:pt x="205084" y="58444"/>
                </a:lnTo>
                <a:lnTo>
                  <a:pt x="205410" y="58033"/>
                </a:lnTo>
                <a:lnTo>
                  <a:pt x="205722" y="57612"/>
                </a:lnTo>
                <a:lnTo>
                  <a:pt x="206018" y="57182"/>
                </a:lnTo>
                <a:lnTo>
                  <a:pt x="206300" y="56744"/>
                </a:lnTo>
                <a:lnTo>
                  <a:pt x="206566" y="56296"/>
                </a:lnTo>
                <a:lnTo>
                  <a:pt x="206817" y="55839"/>
                </a:lnTo>
                <a:lnTo>
                  <a:pt x="207052" y="55373"/>
                </a:lnTo>
                <a:lnTo>
                  <a:pt x="207273" y="54898"/>
                </a:lnTo>
                <a:lnTo>
                  <a:pt x="207479" y="54414"/>
                </a:lnTo>
                <a:lnTo>
                  <a:pt x="207669" y="53921"/>
                </a:lnTo>
                <a:lnTo>
                  <a:pt x="207844" y="53419"/>
                </a:lnTo>
                <a:lnTo>
                  <a:pt x="208005" y="52907"/>
                </a:lnTo>
                <a:lnTo>
                  <a:pt x="208150" y="52387"/>
                </a:lnTo>
                <a:lnTo>
                  <a:pt x="208279" y="51857"/>
                </a:lnTo>
                <a:lnTo>
                  <a:pt x="208394" y="51319"/>
                </a:lnTo>
                <a:lnTo>
                  <a:pt x="197102" y="51319"/>
                </a:lnTo>
                <a:lnTo>
                  <a:pt x="197046" y="51531"/>
                </a:lnTo>
                <a:lnTo>
                  <a:pt x="196983" y="51738"/>
                </a:lnTo>
                <a:lnTo>
                  <a:pt x="196914" y="51942"/>
                </a:lnTo>
                <a:lnTo>
                  <a:pt x="196839" y="52141"/>
                </a:lnTo>
                <a:lnTo>
                  <a:pt x="196759" y="52336"/>
                </a:lnTo>
                <a:lnTo>
                  <a:pt x="196672" y="52526"/>
                </a:lnTo>
                <a:lnTo>
                  <a:pt x="196579" y="52713"/>
                </a:lnTo>
                <a:lnTo>
                  <a:pt x="196480" y="52895"/>
                </a:lnTo>
                <a:lnTo>
                  <a:pt x="196375" y="53072"/>
                </a:lnTo>
                <a:lnTo>
                  <a:pt x="196264" y="53246"/>
                </a:lnTo>
                <a:lnTo>
                  <a:pt x="196146" y="53415"/>
                </a:lnTo>
                <a:lnTo>
                  <a:pt x="196023" y="53579"/>
                </a:lnTo>
                <a:lnTo>
                  <a:pt x="195894" y="53740"/>
                </a:lnTo>
                <a:lnTo>
                  <a:pt x="195759" y="53896"/>
                </a:lnTo>
                <a:lnTo>
                  <a:pt x="195617" y="54048"/>
                </a:lnTo>
                <a:lnTo>
                  <a:pt x="195470" y="54195"/>
                </a:lnTo>
                <a:lnTo>
                  <a:pt x="195316" y="54338"/>
                </a:lnTo>
                <a:lnTo>
                  <a:pt x="195157" y="54477"/>
                </a:lnTo>
                <a:lnTo>
                  <a:pt x="194991" y="54612"/>
                </a:lnTo>
                <a:lnTo>
                  <a:pt x="194819" y="54742"/>
                </a:lnTo>
                <a:lnTo>
                  <a:pt x="194642" y="54868"/>
                </a:lnTo>
                <a:lnTo>
                  <a:pt x="194458" y="54990"/>
                </a:lnTo>
                <a:lnTo>
                  <a:pt x="194268" y="55107"/>
                </a:lnTo>
                <a:lnTo>
                  <a:pt x="194072" y="55220"/>
                </a:lnTo>
                <a:lnTo>
                  <a:pt x="193871" y="55329"/>
                </a:lnTo>
                <a:lnTo>
                  <a:pt x="193664" y="55432"/>
                </a:lnTo>
                <a:lnTo>
                  <a:pt x="193453" y="55532"/>
                </a:lnTo>
                <a:lnTo>
                  <a:pt x="193236" y="55627"/>
                </a:lnTo>
                <a:lnTo>
                  <a:pt x="193014" y="55717"/>
                </a:lnTo>
                <a:lnTo>
                  <a:pt x="192787" y="55802"/>
                </a:lnTo>
                <a:lnTo>
                  <a:pt x="192555" y="55883"/>
                </a:lnTo>
                <a:lnTo>
                  <a:pt x="192318" y="55959"/>
                </a:lnTo>
                <a:lnTo>
                  <a:pt x="192076" y="56031"/>
                </a:lnTo>
                <a:lnTo>
                  <a:pt x="191828" y="56098"/>
                </a:lnTo>
                <a:lnTo>
                  <a:pt x="191576" y="56160"/>
                </a:lnTo>
                <a:lnTo>
                  <a:pt x="191318" y="56218"/>
                </a:lnTo>
                <a:lnTo>
                  <a:pt x="191056" y="56271"/>
                </a:lnTo>
                <a:lnTo>
                  <a:pt x="190788" y="56320"/>
                </a:lnTo>
                <a:lnTo>
                  <a:pt x="190515" y="56364"/>
                </a:lnTo>
                <a:lnTo>
                  <a:pt x="190237" y="56403"/>
                </a:lnTo>
                <a:lnTo>
                  <a:pt x="189954" y="56437"/>
                </a:lnTo>
                <a:lnTo>
                  <a:pt x="189666" y="56468"/>
                </a:lnTo>
                <a:lnTo>
                  <a:pt x="189373" y="56493"/>
                </a:lnTo>
                <a:lnTo>
                  <a:pt x="189074" y="56514"/>
                </a:lnTo>
                <a:lnTo>
                  <a:pt x="188771" y="56530"/>
                </a:lnTo>
                <a:lnTo>
                  <a:pt x="188463" y="56541"/>
                </a:lnTo>
                <a:lnTo>
                  <a:pt x="188149" y="56548"/>
                </a:lnTo>
                <a:lnTo>
                  <a:pt x="187830" y="56551"/>
                </a:lnTo>
                <a:lnTo>
                  <a:pt x="187414" y="56546"/>
                </a:lnTo>
                <a:lnTo>
                  <a:pt x="187006" y="56532"/>
                </a:lnTo>
                <a:lnTo>
                  <a:pt x="186606" y="56508"/>
                </a:lnTo>
                <a:lnTo>
                  <a:pt x="186216" y="56475"/>
                </a:lnTo>
                <a:lnTo>
                  <a:pt x="185834" y="56433"/>
                </a:lnTo>
                <a:lnTo>
                  <a:pt x="185460" y="56381"/>
                </a:lnTo>
                <a:lnTo>
                  <a:pt x="185095" y="56320"/>
                </a:lnTo>
                <a:lnTo>
                  <a:pt x="184739" y="56250"/>
                </a:lnTo>
                <a:lnTo>
                  <a:pt x="184391" y="56170"/>
                </a:lnTo>
                <a:lnTo>
                  <a:pt x="184052" y="56081"/>
                </a:lnTo>
                <a:lnTo>
                  <a:pt x="183722" y="55982"/>
                </a:lnTo>
                <a:lnTo>
                  <a:pt x="183400" y="55874"/>
                </a:lnTo>
                <a:lnTo>
                  <a:pt x="183087" y="55756"/>
                </a:lnTo>
                <a:lnTo>
                  <a:pt x="182782" y="55629"/>
                </a:lnTo>
                <a:lnTo>
                  <a:pt x="182486" y="55493"/>
                </a:lnTo>
                <a:lnTo>
                  <a:pt x="182199" y="55347"/>
                </a:lnTo>
                <a:lnTo>
                  <a:pt x="181920" y="55192"/>
                </a:lnTo>
                <a:lnTo>
                  <a:pt x="181650" y="55028"/>
                </a:lnTo>
                <a:lnTo>
                  <a:pt x="181388" y="54854"/>
                </a:lnTo>
                <a:lnTo>
                  <a:pt x="181136" y="54670"/>
                </a:lnTo>
                <a:lnTo>
                  <a:pt x="180891" y="54478"/>
                </a:lnTo>
                <a:lnTo>
                  <a:pt x="180655" y="54275"/>
                </a:lnTo>
                <a:lnTo>
                  <a:pt x="180428" y="54064"/>
                </a:lnTo>
                <a:lnTo>
                  <a:pt x="180210" y="53843"/>
                </a:lnTo>
                <a:lnTo>
                  <a:pt x="180000" y="53613"/>
                </a:lnTo>
                <a:lnTo>
                  <a:pt x="179799" y="53373"/>
                </a:lnTo>
                <a:lnTo>
                  <a:pt x="179607" y="53125"/>
                </a:lnTo>
                <a:lnTo>
                  <a:pt x="179424" y="52868"/>
                </a:lnTo>
                <a:lnTo>
                  <a:pt x="179250" y="52601"/>
                </a:lnTo>
                <a:lnTo>
                  <a:pt x="179085" y="52326"/>
                </a:lnTo>
                <a:lnTo>
                  <a:pt x="178929" y="52041"/>
                </a:lnTo>
                <a:lnTo>
                  <a:pt x="178782" y="51747"/>
                </a:lnTo>
                <a:lnTo>
                  <a:pt x="178643" y="51444"/>
                </a:lnTo>
                <a:lnTo>
                  <a:pt x="178514" y="51132"/>
                </a:lnTo>
                <a:lnTo>
                  <a:pt x="178394" y="50811"/>
                </a:lnTo>
                <a:lnTo>
                  <a:pt x="178282" y="50481"/>
                </a:lnTo>
                <a:lnTo>
                  <a:pt x="178179" y="50142"/>
                </a:lnTo>
                <a:lnTo>
                  <a:pt x="178086" y="49793"/>
                </a:lnTo>
                <a:lnTo>
                  <a:pt x="178001" y="49436"/>
                </a:lnTo>
                <a:lnTo>
                  <a:pt x="177925" y="49070"/>
                </a:lnTo>
                <a:lnTo>
                  <a:pt x="177858" y="48694"/>
                </a:lnTo>
                <a:lnTo>
                  <a:pt x="177800" y="48309"/>
                </a:lnTo>
                <a:lnTo>
                  <a:pt x="177751" y="47916"/>
                </a:lnTo>
                <a:lnTo>
                  <a:pt x="177711" y="47513"/>
                </a:lnTo>
                <a:lnTo>
                  <a:pt x="177679" y="47101"/>
                </a:lnTo>
                <a:lnTo>
                  <a:pt x="177657" y="46680"/>
                </a:lnTo>
                <a:lnTo>
                  <a:pt x="177644" y="46250"/>
                </a:lnTo>
                <a:lnTo>
                  <a:pt x="177639" y="45811"/>
                </a:lnTo>
                <a:lnTo>
                  <a:pt x="177639" y="42230"/>
                </a:lnTo>
                <a:lnTo>
                  <a:pt x="208761" y="42230"/>
                </a:lnTo>
                <a:lnTo>
                  <a:pt x="208761" y="33142"/>
                </a:lnTo>
                <a:lnTo>
                  <a:pt x="208757" y="32647"/>
                </a:lnTo>
                <a:lnTo>
                  <a:pt x="208743" y="32158"/>
                </a:lnTo>
                <a:lnTo>
                  <a:pt x="208720" y="31674"/>
                </a:lnTo>
                <a:lnTo>
                  <a:pt x="208688" y="31195"/>
                </a:lnTo>
                <a:lnTo>
                  <a:pt x="208648" y="30721"/>
                </a:lnTo>
                <a:lnTo>
                  <a:pt x="208598" y="30253"/>
                </a:lnTo>
                <a:lnTo>
                  <a:pt x="208539" y="29790"/>
                </a:lnTo>
                <a:lnTo>
                  <a:pt x="208470" y="29332"/>
                </a:lnTo>
                <a:lnTo>
                  <a:pt x="208393" y="28879"/>
                </a:lnTo>
                <a:lnTo>
                  <a:pt x="208307" y="28432"/>
                </a:lnTo>
                <a:lnTo>
                  <a:pt x="208211" y="27990"/>
                </a:lnTo>
                <a:lnTo>
                  <a:pt x="208107" y="27553"/>
                </a:lnTo>
                <a:lnTo>
                  <a:pt x="207993" y="27122"/>
                </a:lnTo>
                <a:lnTo>
                  <a:pt x="207871" y="26695"/>
                </a:lnTo>
                <a:lnTo>
                  <a:pt x="207739" y="26275"/>
                </a:lnTo>
                <a:lnTo>
                  <a:pt x="207598" y="25859"/>
                </a:lnTo>
                <a:lnTo>
                  <a:pt x="207448" y="25448"/>
                </a:lnTo>
                <a:lnTo>
                  <a:pt x="207289" y="25043"/>
                </a:lnTo>
                <a:lnTo>
                  <a:pt x="207121" y="24643"/>
                </a:lnTo>
                <a:lnTo>
                  <a:pt x="206944" y="24249"/>
                </a:lnTo>
                <a:lnTo>
                  <a:pt x="206758" y="23859"/>
                </a:lnTo>
                <a:lnTo>
                  <a:pt x="206562" y="23475"/>
                </a:lnTo>
                <a:lnTo>
                  <a:pt x="206358" y="23096"/>
                </a:lnTo>
                <a:lnTo>
                  <a:pt x="206144" y="22723"/>
                </a:lnTo>
                <a:lnTo>
                  <a:pt x="205923" y="22355"/>
                </a:lnTo>
                <a:lnTo>
                  <a:pt x="205694" y="21994"/>
                </a:lnTo>
                <a:lnTo>
                  <a:pt x="205458" y="21640"/>
                </a:lnTo>
                <a:lnTo>
                  <a:pt x="205214" y="21293"/>
                </a:lnTo>
                <a:lnTo>
                  <a:pt x="204963" y="20953"/>
                </a:lnTo>
                <a:lnTo>
                  <a:pt x="204705" y="20619"/>
                </a:lnTo>
                <a:lnTo>
                  <a:pt x="204439" y="20293"/>
                </a:lnTo>
                <a:lnTo>
                  <a:pt x="204166" y="19973"/>
                </a:lnTo>
                <a:lnTo>
                  <a:pt x="203886" y="19660"/>
                </a:lnTo>
                <a:lnTo>
                  <a:pt x="203598" y="19354"/>
                </a:lnTo>
                <a:lnTo>
                  <a:pt x="203303" y="19055"/>
                </a:lnTo>
                <a:lnTo>
                  <a:pt x="203001" y="18763"/>
                </a:lnTo>
                <a:lnTo>
                  <a:pt x="202691" y="18478"/>
                </a:lnTo>
                <a:lnTo>
                  <a:pt x="202374" y="18199"/>
                </a:lnTo>
                <a:lnTo>
                  <a:pt x="202050" y="17928"/>
                </a:lnTo>
                <a:lnTo>
                  <a:pt x="201718" y="17663"/>
                </a:lnTo>
                <a:lnTo>
                  <a:pt x="201379" y="17405"/>
                </a:lnTo>
                <a:lnTo>
                  <a:pt x="201032" y="17154"/>
                </a:lnTo>
                <a:lnTo>
                  <a:pt x="200679" y="16910"/>
                </a:lnTo>
                <a:lnTo>
                  <a:pt x="200318" y="16672"/>
                </a:lnTo>
                <a:lnTo>
                  <a:pt x="199949" y="16442"/>
                </a:lnTo>
                <a:lnTo>
                  <a:pt x="199573" y="16218"/>
                </a:lnTo>
                <a:lnTo>
                  <a:pt x="199190" y="16001"/>
                </a:lnTo>
                <a:lnTo>
                  <a:pt x="198800" y="15791"/>
                </a:lnTo>
                <a:lnTo>
                  <a:pt x="198403" y="15589"/>
                </a:lnTo>
                <a:lnTo>
                  <a:pt x="198001" y="15395"/>
                </a:lnTo>
                <a:lnTo>
                  <a:pt x="197593" y="15210"/>
                </a:lnTo>
                <a:lnTo>
                  <a:pt x="197179" y="15034"/>
                </a:lnTo>
                <a:lnTo>
                  <a:pt x="196760" y="14866"/>
                </a:lnTo>
                <a:lnTo>
                  <a:pt x="196336" y="14707"/>
                </a:lnTo>
                <a:lnTo>
                  <a:pt x="195905" y="14556"/>
                </a:lnTo>
                <a:lnTo>
                  <a:pt x="195470" y="14414"/>
                </a:lnTo>
                <a:lnTo>
                  <a:pt x="195028" y="14280"/>
                </a:lnTo>
                <a:lnTo>
                  <a:pt x="194581" y="14156"/>
                </a:lnTo>
                <a:lnTo>
                  <a:pt x="194129" y="14039"/>
                </a:lnTo>
                <a:lnTo>
                  <a:pt x="193671" y="13932"/>
                </a:lnTo>
                <a:lnTo>
                  <a:pt x="193207" y="13833"/>
                </a:lnTo>
                <a:lnTo>
                  <a:pt x="192738" y="13742"/>
                </a:lnTo>
                <a:lnTo>
                  <a:pt x="192263" y="13661"/>
                </a:lnTo>
                <a:lnTo>
                  <a:pt x="191782" y="13587"/>
                </a:lnTo>
                <a:lnTo>
                  <a:pt x="191296" y="13523"/>
                </a:lnTo>
                <a:lnTo>
                  <a:pt x="190805" y="13467"/>
                </a:lnTo>
                <a:lnTo>
                  <a:pt x="190307" y="13420"/>
                </a:lnTo>
                <a:lnTo>
                  <a:pt x="189805" y="13381"/>
                </a:lnTo>
                <a:lnTo>
                  <a:pt x="189296" y="13351"/>
                </a:lnTo>
                <a:lnTo>
                  <a:pt x="188782" y="13329"/>
                </a:lnTo>
                <a:lnTo>
                  <a:pt x="188263" y="13316"/>
                </a:lnTo>
                <a:lnTo>
                  <a:pt x="187738" y="13312"/>
                </a:lnTo>
                <a:lnTo>
                  <a:pt x="187205" y="13316"/>
                </a:lnTo>
                <a:lnTo>
                  <a:pt x="186678" y="13329"/>
                </a:lnTo>
                <a:lnTo>
                  <a:pt x="186157" y="13351"/>
                </a:lnTo>
                <a:lnTo>
                  <a:pt x="185642" y="13381"/>
                </a:lnTo>
                <a:lnTo>
                  <a:pt x="185132" y="13420"/>
                </a:lnTo>
                <a:lnTo>
                  <a:pt x="184628" y="13467"/>
                </a:lnTo>
                <a:lnTo>
                  <a:pt x="184130" y="13523"/>
                </a:lnTo>
                <a:lnTo>
                  <a:pt x="183638" y="13587"/>
                </a:lnTo>
                <a:lnTo>
                  <a:pt x="183151" y="13661"/>
                </a:lnTo>
                <a:lnTo>
                  <a:pt x="182670" y="13742"/>
                </a:lnTo>
                <a:lnTo>
                  <a:pt x="182195" y="13833"/>
                </a:lnTo>
                <a:lnTo>
                  <a:pt x="181725" y="13932"/>
                </a:lnTo>
                <a:lnTo>
                  <a:pt x="181261" y="14039"/>
                </a:lnTo>
                <a:lnTo>
                  <a:pt x="180803" y="14156"/>
                </a:lnTo>
                <a:lnTo>
                  <a:pt x="180351" y="14280"/>
                </a:lnTo>
                <a:lnTo>
                  <a:pt x="179904" y="14414"/>
                </a:lnTo>
                <a:lnTo>
                  <a:pt x="179464" y="14556"/>
                </a:lnTo>
                <a:lnTo>
                  <a:pt x="179028" y="14707"/>
                </a:lnTo>
                <a:lnTo>
                  <a:pt x="178599" y="14866"/>
                </a:lnTo>
                <a:lnTo>
                  <a:pt x="178175" y="15034"/>
                </a:lnTo>
                <a:lnTo>
                  <a:pt x="177758" y="15210"/>
                </a:lnTo>
                <a:lnTo>
                  <a:pt x="177345" y="15395"/>
                </a:lnTo>
                <a:lnTo>
                  <a:pt x="176939" y="15589"/>
                </a:lnTo>
                <a:lnTo>
                  <a:pt x="176538" y="15791"/>
                </a:lnTo>
                <a:lnTo>
                  <a:pt x="176144" y="16001"/>
                </a:lnTo>
                <a:lnTo>
                  <a:pt x="175758" y="16218"/>
                </a:lnTo>
                <a:lnTo>
                  <a:pt x="175379" y="16442"/>
                </a:lnTo>
                <a:lnTo>
                  <a:pt x="175007" y="16672"/>
                </a:lnTo>
                <a:lnTo>
                  <a:pt x="174643" y="16910"/>
                </a:lnTo>
                <a:lnTo>
                  <a:pt x="174286" y="17154"/>
                </a:lnTo>
                <a:lnTo>
                  <a:pt x="173937" y="17405"/>
                </a:lnTo>
                <a:lnTo>
                  <a:pt x="173595" y="17663"/>
                </a:lnTo>
                <a:lnTo>
                  <a:pt x="173261" y="17928"/>
                </a:lnTo>
                <a:lnTo>
                  <a:pt x="172935" y="18199"/>
                </a:lnTo>
                <a:lnTo>
                  <a:pt x="172615" y="18478"/>
                </a:lnTo>
                <a:lnTo>
                  <a:pt x="172304" y="18763"/>
                </a:lnTo>
                <a:lnTo>
                  <a:pt x="171999" y="19055"/>
                </a:lnTo>
                <a:lnTo>
                  <a:pt x="171703" y="19354"/>
                </a:lnTo>
                <a:lnTo>
                  <a:pt x="171414" y="19660"/>
                </a:lnTo>
                <a:lnTo>
                  <a:pt x="171132" y="19973"/>
                </a:lnTo>
                <a:lnTo>
                  <a:pt x="170858" y="20293"/>
                </a:lnTo>
                <a:lnTo>
                  <a:pt x="170591" y="20619"/>
                </a:lnTo>
                <a:lnTo>
                  <a:pt x="170332" y="20953"/>
                </a:lnTo>
                <a:lnTo>
                  <a:pt x="170080" y="21293"/>
                </a:lnTo>
                <a:lnTo>
                  <a:pt x="169836" y="21640"/>
                </a:lnTo>
                <a:lnTo>
                  <a:pt x="169599" y="21994"/>
                </a:lnTo>
                <a:lnTo>
                  <a:pt x="169369" y="22355"/>
                </a:lnTo>
                <a:lnTo>
                  <a:pt x="169148" y="22723"/>
                </a:lnTo>
                <a:lnTo>
                  <a:pt x="168934" y="23096"/>
                </a:lnTo>
                <a:lnTo>
                  <a:pt x="168730" y="23475"/>
                </a:lnTo>
                <a:lnTo>
                  <a:pt x="168535" y="23859"/>
                </a:lnTo>
                <a:lnTo>
                  <a:pt x="168348" y="24249"/>
                </a:lnTo>
                <a:lnTo>
                  <a:pt x="168171" y="24643"/>
                </a:lnTo>
                <a:lnTo>
                  <a:pt x="168003" y="25043"/>
                </a:lnTo>
                <a:lnTo>
                  <a:pt x="167845" y="25448"/>
                </a:lnTo>
                <a:lnTo>
                  <a:pt x="167695" y="25859"/>
                </a:lnTo>
                <a:lnTo>
                  <a:pt x="167554" y="26275"/>
                </a:lnTo>
                <a:lnTo>
                  <a:pt x="167422" y="26695"/>
                </a:lnTo>
                <a:lnTo>
                  <a:pt x="167300" y="27122"/>
                </a:lnTo>
                <a:lnTo>
                  <a:pt x="167186" y="27553"/>
                </a:lnTo>
                <a:lnTo>
                  <a:pt x="167082" y="27990"/>
                </a:lnTo>
                <a:lnTo>
                  <a:pt x="166986" y="28432"/>
                </a:lnTo>
                <a:lnTo>
                  <a:pt x="166900" y="28879"/>
                </a:lnTo>
                <a:lnTo>
                  <a:pt x="166823" y="29332"/>
                </a:lnTo>
                <a:lnTo>
                  <a:pt x="166755" y="29790"/>
                </a:lnTo>
                <a:lnTo>
                  <a:pt x="166696" y="30253"/>
                </a:lnTo>
                <a:lnTo>
                  <a:pt x="166646" y="30721"/>
                </a:lnTo>
                <a:lnTo>
                  <a:pt x="166605" y="31195"/>
                </a:lnTo>
                <a:lnTo>
                  <a:pt x="166573" y="31674"/>
                </a:lnTo>
                <a:lnTo>
                  <a:pt x="166550" y="32158"/>
                </a:lnTo>
                <a:lnTo>
                  <a:pt x="166537" y="32647"/>
                </a:lnTo>
                <a:lnTo>
                  <a:pt x="166532" y="33142"/>
                </a:lnTo>
                <a:lnTo>
                  <a:pt x="166532" y="45811"/>
                </a:lnTo>
                <a:lnTo>
                  <a:pt x="166537" y="46305"/>
                </a:lnTo>
                <a:lnTo>
                  <a:pt x="166550" y="46795"/>
                </a:lnTo>
                <a:lnTo>
                  <a:pt x="166573" y="47279"/>
                </a:lnTo>
                <a:lnTo>
                  <a:pt x="166605" y="47757"/>
                </a:lnTo>
                <a:lnTo>
                  <a:pt x="166646" y="48231"/>
                </a:lnTo>
                <a:lnTo>
                  <a:pt x="166696" y="48699"/>
                </a:lnTo>
                <a:lnTo>
                  <a:pt x="166755" y="49162"/>
                </a:lnTo>
                <a:lnTo>
                  <a:pt x="166823" y="49620"/>
                </a:lnTo>
                <a:lnTo>
                  <a:pt x="166900" y="50072"/>
                </a:lnTo>
                <a:lnTo>
                  <a:pt x="166986" y="50520"/>
                </a:lnTo>
                <a:lnTo>
                  <a:pt x="167082" y="50962"/>
                </a:lnTo>
                <a:lnTo>
                  <a:pt x="167186" y="51399"/>
                </a:lnTo>
                <a:lnTo>
                  <a:pt x="167300" y="51830"/>
                </a:lnTo>
                <a:lnTo>
                  <a:pt x="167422" y="52256"/>
                </a:lnTo>
                <a:lnTo>
                  <a:pt x="167554" y="52677"/>
                </a:lnTo>
                <a:lnTo>
                  <a:pt x="167695" y="53093"/>
                </a:lnTo>
                <a:lnTo>
                  <a:pt x="167845" y="53504"/>
                </a:lnTo>
                <a:lnTo>
                  <a:pt x="168003" y="53909"/>
                </a:lnTo>
                <a:lnTo>
                  <a:pt x="168171" y="54309"/>
                </a:lnTo>
                <a:lnTo>
                  <a:pt x="168348" y="54703"/>
                </a:lnTo>
                <a:lnTo>
                  <a:pt x="168535" y="55093"/>
                </a:lnTo>
                <a:lnTo>
                  <a:pt x="168730" y="55477"/>
                </a:lnTo>
                <a:lnTo>
                  <a:pt x="168934" y="55856"/>
                </a:lnTo>
                <a:lnTo>
                  <a:pt x="169148" y="56230"/>
                </a:lnTo>
                <a:lnTo>
                  <a:pt x="169369" y="56597"/>
                </a:lnTo>
                <a:lnTo>
                  <a:pt x="169599" y="56958"/>
                </a:lnTo>
                <a:lnTo>
                  <a:pt x="169836" y="57312"/>
                </a:lnTo>
                <a:lnTo>
                  <a:pt x="170080" y="57659"/>
                </a:lnTo>
                <a:lnTo>
                  <a:pt x="170332" y="57999"/>
                </a:lnTo>
                <a:lnTo>
                  <a:pt x="170591" y="58333"/>
                </a:lnTo>
                <a:lnTo>
                  <a:pt x="170858" y="58659"/>
                </a:lnTo>
                <a:lnTo>
                  <a:pt x="171132" y="58979"/>
                </a:lnTo>
                <a:lnTo>
                  <a:pt x="171414" y="59291"/>
                </a:lnTo>
                <a:lnTo>
                  <a:pt x="171703" y="59597"/>
                </a:lnTo>
                <a:lnTo>
                  <a:pt x="171999" y="59896"/>
                </a:lnTo>
                <a:lnTo>
                  <a:pt x="172304" y="60189"/>
                </a:lnTo>
                <a:lnTo>
                  <a:pt x="172615" y="60474"/>
                </a:lnTo>
                <a:lnTo>
                  <a:pt x="172935" y="60753"/>
                </a:lnTo>
                <a:lnTo>
                  <a:pt x="173261" y="61024"/>
                </a:lnTo>
                <a:lnTo>
                  <a:pt x="173595" y="61289"/>
                </a:lnTo>
                <a:lnTo>
                  <a:pt x="173937" y="61547"/>
                </a:lnTo>
                <a:lnTo>
                  <a:pt x="174286" y="61798"/>
                </a:lnTo>
                <a:lnTo>
                  <a:pt x="174643" y="62042"/>
                </a:lnTo>
                <a:lnTo>
                  <a:pt x="175007" y="62280"/>
                </a:lnTo>
                <a:lnTo>
                  <a:pt x="175379" y="62510"/>
                </a:lnTo>
                <a:lnTo>
                  <a:pt x="175758" y="62734"/>
                </a:lnTo>
                <a:lnTo>
                  <a:pt x="176144" y="62951"/>
                </a:lnTo>
                <a:lnTo>
                  <a:pt x="176538" y="63161"/>
                </a:lnTo>
                <a:lnTo>
                  <a:pt x="176939" y="63363"/>
                </a:lnTo>
                <a:lnTo>
                  <a:pt x="177345" y="63557"/>
                </a:lnTo>
                <a:lnTo>
                  <a:pt x="177758" y="63742"/>
                </a:lnTo>
                <a:lnTo>
                  <a:pt x="178175" y="63918"/>
                </a:lnTo>
                <a:lnTo>
                  <a:pt x="178599" y="64086"/>
                </a:lnTo>
                <a:lnTo>
                  <a:pt x="179028" y="64245"/>
                </a:lnTo>
                <a:lnTo>
                  <a:pt x="179464" y="64396"/>
                </a:lnTo>
                <a:lnTo>
                  <a:pt x="179904" y="64538"/>
                </a:lnTo>
                <a:lnTo>
                  <a:pt x="180351" y="64671"/>
                </a:lnTo>
                <a:lnTo>
                  <a:pt x="180803" y="64796"/>
                </a:lnTo>
                <a:lnTo>
                  <a:pt x="181261" y="64912"/>
                </a:lnTo>
                <a:lnTo>
                  <a:pt x="181725" y="65020"/>
                </a:lnTo>
                <a:lnTo>
                  <a:pt x="182195" y="65119"/>
                </a:lnTo>
                <a:lnTo>
                  <a:pt x="182670" y="65209"/>
                </a:lnTo>
                <a:lnTo>
                  <a:pt x="183151" y="65291"/>
                </a:lnTo>
                <a:lnTo>
                  <a:pt x="183638" y="65364"/>
                </a:lnTo>
                <a:lnTo>
                  <a:pt x="184130" y="65428"/>
                </a:lnTo>
                <a:lnTo>
                  <a:pt x="184628" y="65484"/>
                </a:lnTo>
                <a:lnTo>
                  <a:pt x="185132" y="65532"/>
                </a:lnTo>
                <a:lnTo>
                  <a:pt x="185642" y="65570"/>
                </a:lnTo>
                <a:lnTo>
                  <a:pt x="186157" y="65600"/>
                </a:lnTo>
                <a:lnTo>
                  <a:pt x="186678" y="65622"/>
                </a:lnTo>
                <a:lnTo>
                  <a:pt x="187205" y="65635"/>
                </a:lnTo>
                <a:lnTo>
                  <a:pt x="187738" y="65639"/>
                </a:lnTo>
                <a:lnTo>
                  <a:pt x="188407" y="65632"/>
                </a:lnTo>
                <a:lnTo>
                  <a:pt x="189068" y="65612"/>
                </a:lnTo>
                <a:lnTo>
                  <a:pt x="189720" y="65578"/>
                </a:lnTo>
                <a:lnTo>
                  <a:pt x="190363" y="65531"/>
                </a:lnTo>
                <a:close/>
                <a:moveTo>
                  <a:pt x="177639" y="33142"/>
                </a:moveTo>
                <a:lnTo>
                  <a:pt x="177644" y="32710"/>
                </a:lnTo>
                <a:lnTo>
                  <a:pt x="177657" y="32286"/>
                </a:lnTo>
                <a:lnTo>
                  <a:pt x="177679" y="31871"/>
                </a:lnTo>
                <a:lnTo>
                  <a:pt x="177711" y="31464"/>
                </a:lnTo>
                <a:lnTo>
                  <a:pt x="177751" y="31065"/>
                </a:lnTo>
                <a:lnTo>
                  <a:pt x="177800" y="30674"/>
                </a:lnTo>
                <a:lnTo>
                  <a:pt x="177858" y="30292"/>
                </a:lnTo>
                <a:lnTo>
                  <a:pt x="177925" y="29918"/>
                </a:lnTo>
                <a:lnTo>
                  <a:pt x="178001" y="29553"/>
                </a:lnTo>
                <a:lnTo>
                  <a:pt x="178086" y="29195"/>
                </a:lnTo>
                <a:lnTo>
                  <a:pt x="178179" y="28846"/>
                </a:lnTo>
                <a:lnTo>
                  <a:pt x="178282" y="28505"/>
                </a:lnTo>
                <a:lnTo>
                  <a:pt x="178394" y="28173"/>
                </a:lnTo>
                <a:lnTo>
                  <a:pt x="178514" y="27849"/>
                </a:lnTo>
                <a:lnTo>
                  <a:pt x="178643" y="27533"/>
                </a:lnTo>
                <a:lnTo>
                  <a:pt x="178782" y="27225"/>
                </a:lnTo>
                <a:lnTo>
                  <a:pt x="178929" y="26926"/>
                </a:lnTo>
                <a:lnTo>
                  <a:pt x="179085" y="26635"/>
                </a:lnTo>
                <a:lnTo>
                  <a:pt x="179250" y="26352"/>
                </a:lnTo>
                <a:lnTo>
                  <a:pt x="179424" y="26078"/>
                </a:lnTo>
                <a:lnTo>
                  <a:pt x="179607" y="25812"/>
                </a:lnTo>
                <a:lnTo>
                  <a:pt x="179799" y="25554"/>
                </a:lnTo>
                <a:lnTo>
                  <a:pt x="180000" y="25305"/>
                </a:lnTo>
                <a:lnTo>
                  <a:pt x="180210" y="25063"/>
                </a:lnTo>
                <a:lnTo>
                  <a:pt x="180428" y="24831"/>
                </a:lnTo>
                <a:lnTo>
                  <a:pt x="180655" y="24609"/>
                </a:lnTo>
                <a:lnTo>
                  <a:pt x="180890" y="24396"/>
                </a:lnTo>
                <a:lnTo>
                  <a:pt x="181133" y="24194"/>
                </a:lnTo>
                <a:lnTo>
                  <a:pt x="181384" y="24001"/>
                </a:lnTo>
                <a:lnTo>
                  <a:pt x="181644" y="23818"/>
                </a:lnTo>
                <a:lnTo>
                  <a:pt x="181912" y="23645"/>
                </a:lnTo>
                <a:lnTo>
                  <a:pt x="182189" y="23482"/>
                </a:lnTo>
                <a:lnTo>
                  <a:pt x="182473" y="23329"/>
                </a:lnTo>
                <a:lnTo>
                  <a:pt x="182766" y="23185"/>
                </a:lnTo>
                <a:lnTo>
                  <a:pt x="183068" y="23052"/>
                </a:lnTo>
                <a:lnTo>
                  <a:pt x="183377" y="22928"/>
                </a:lnTo>
                <a:lnTo>
                  <a:pt x="183695" y="22815"/>
                </a:lnTo>
                <a:lnTo>
                  <a:pt x="184021" y="22711"/>
                </a:lnTo>
                <a:lnTo>
                  <a:pt x="184355" y="22617"/>
                </a:lnTo>
                <a:lnTo>
                  <a:pt x="184698" y="22533"/>
                </a:lnTo>
                <a:lnTo>
                  <a:pt x="185049" y="22459"/>
                </a:lnTo>
                <a:lnTo>
                  <a:pt x="185408" y="22395"/>
                </a:lnTo>
                <a:lnTo>
                  <a:pt x="185776" y="22340"/>
                </a:lnTo>
                <a:lnTo>
                  <a:pt x="186152" y="22296"/>
                </a:lnTo>
                <a:lnTo>
                  <a:pt x="186536" y="22261"/>
                </a:lnTo>
                <a:lnTo>
                  <a:pt x="186928" y="22237"/>
                </a:lnTo>
                <a:lnTo>
                  <a:pt x="187329" y="22222"/>
                </a:lnTo>
                <a:lnTo>
                  <a:pt x="187738" y="22217"/>
                </a:lnTo>
                <a:lnTo>
                  <a:pt x="188147" y="22222"/>
                </a:lnTo>
                <a:lnTo>
                  <a:pt x="188547" y="22236"/>
                </a:lnTo>
                <a:lnTo>
                  <a:pt x="188938" y="22261"/>
                </a:lnTo>
                <a:lnTo>
                  <a:pt x="189321" y="22295"/>
                </a:lnTo>
                <a:lnTo>
                  <a:pt x="189696" y="22338"/>
                </a:lnTo>
                <a:lnTo>
                  <a:pt x="190062" y="22392"/>
                </a:lnTo>
                <a:lnTo>
                  <a:pt x="190419" y="22455"/>
                </a:lnTo>
                <a:lnTo>
                  <a:pt x="190767" y="22528"/>
                </a:lnTo>
                <a:lnTo>
                  <a:pt x="191107" y="22611"/>
                </a:lnTo>
                <a:lnTo>
                  <a:pt x="191439" y="22703"/>
                </a:lnTo>
                <a:lnTo>
                  <a:pt x="191761" y="22805"/>
                </a:lnTo>
                <a:lnTo>
                  <a:pt x="192075" y="22917"/>
                </a:lnTo>
                <a:lnTo>
                  <a:pt x="192381" y="23038"/>
                </a:lnTo>
                <a:lnTo>
                  <a:pt x="192678" y="23170"/>
                </a:lnTo>
                <a:lnTo>
                  <a:pt x="192966" y="23311"/>
                </a:lnTo>
                <a:lnTo>
                  <a:pt x="193246" y="23461"/>
                </a:lnTo>
                <a:lnTo>
                  <a:pt x="193517" y="23622"/>
                </a:lnTo>
                <a:lnTo>
                  <a:pt x="193779" y="23792"/>
                </a:lnTo>
                <a:lnTo>
                  <a:pt x="194033" y="23972"/>
                </a:lnTo>
                <a:lnTo>
                  <a:pt x="194278" y="24161"/>
                </a:lnTo>
                <a:lnTo>
                  <a:pt x="194515" y="24361"/>
                </a:lnTo>
                <a:lnTo>
                  <a:pt x="194743" y="24570"/>
                </a:lnTo>
                <a:lnTo>
                  <a:pt x="194962" y="24789"/>
                </a:lnTo>
                <a:lnTo>
                  <a:pt x="195173" y="25017"/>
                </a:lnTo>
                <a:lnTo>
                  <a:pt x="195376" y="25255"/>
                </a:lnTo>
                <a:lnTo>
                  <a:pt x="195569" y="25501"/>
                </a:lnTo>
                <a:lnTo>
                  <a:pt x="195754" y="25755"/>
                </a:lnTo>
                <a:lnTo>
                  <a:pt x="195931" y="26018"/>
                </a:lnTo>
                <a:lnTo>
                  <a:pt x="196099" y="26289"/>
                </a:lnTo>
                <a:lnTo>
                  <a:pt x="196258" y="26569"/>
                </a:lnTo>
                <a:lnTo>
                  <a:pt x="196409" y="26857"/>
                </a:lnTo>
                <a:lnTo>
                  <a:pt x="196551" y="27154"/>
                </a:lnTo>
                <a:lnTo>
                  <a:pt x="196684" y="27459"/>
                </a:lnTo>
                <a:lnTo>
                  <a:pt x="196809" y="27773"/>
                </a:lnTo>
                <a:lnTo>
                  <a:pt x="196925" y="28095"/>
                </a:lnTo>
                <a:lnTo>
                  <a:pt x="197033" y="28425"/>
                </a:lnTo>
                <a:lnTo>
                  <a:pt x="197132" y="28764"/>
                </a:lnTo>
                <a:lnTo>
                  <a:pt x="197222" y="29111"/>
                </a:lnTo>
                <a:lnTo>
                  <a:pt x="197304" y="29467"/>
                </a:lnTo>
                <a:lnTo>
                  <a:pt x="197377" y="29831"/>
                </a:lnTo>
                <a:lnTo>
                  <a:pt x="197442" y="30204"/>
                </a:lnTo>
                <a:lnTo>
                  <a:pt x="197498" y="30585"/>
                </a:lnTo>
                <a:lnTo>
                  <a:pt x="197545" y="30975"/>
                </a:lnTo>
                <a:lnTo>
                  <a:pt x="197584" y="31373"/>
                </a:lnTo>
                <a:lnTo>
                  <a:pt x="197614" y="31779"/>
                </a:lnTo>
                <a:lnTo>
                  <a:pt x="197635" y="32194"/>
                </a:lnTo>
                <a:lnTo>
                  <a:pt x="197648" y="32618"/>
                </a:lnTo>
                <a:lnTo>
                  <a:pt x="197653" y="33049"/>
                </a:lnTo>
                <a:lnTo>
                  <a:pt x="197653" y="34893"/>
                </a:lnTo>
                <a:lnTo>
                  <a:pt x="177639" y="35069"/>
                </a:lnTo>
                <a:lnTo>
                  <a:pt x="177639" y="33142"/>
                </a:lnTo>
                <a:close/>
              </a:path>
            </a:pathLst>
          </a:custGeom>
          <a:solidFill xmlns:a="http://schemas.openxmlformats.org/drawingml/2006/main">
            <a:srgbClr val="D222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4" name="Text .">
            <a:extLst xmlns:a="http://schemas.openxmlformats.org/drawingml/2006/main">
              <a:ext uri="{FF2B5EF4-FFF2-40B4-BE49-F238E27FC236}">
                <a16:creationId xmlns:a16="http://schemas.microsoft.com/office/drawing/2014/main" id="{C36B3E30-9C89-4FB9-BA6E-D9ECCD5D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7529" y="4808030"/>
            <a:ext cx="111174" cy="17167"/>
          </a:xfrm>
          <a:custGeom xmlns:a="http://schemas.openxmlformats.org/drawingml/2006/main">
            <a:pathLst>
              <a:path w="111174" h="17167">
                <a:moveTo>
                  <a:pt x="8630" y="17167"/>
                </a:moveTo>
                <a:cubicBezTo>
                  <a:pt x="5999" y="17167"/>
                  <a:pt x="3903" y="16402"/>
                  <a:pt x="2342" y="14872"/>
                </a:cubicBezTo>
                <a:cubicBezTo>
                  <a:pt x="781" y="13343"/>
                  <a:pt x="0" y="11262"/>
                  <a:pt x="0" y="8630"/>
                </a:cubicBezTo>
                <a:cubicBezTo>
                  <a:pt x="0" y="5998"/>
                  <a:pt x="781" y="3901"/>
                  <a:pt x="2342" y="2341"/>
                </a:cubicBezTo>
                <a:cubicBezTo>
                  <a:pt x="3903" y="780"/>
                  <a:pt x="5999" y="0"/>
                  <a:pt x="8630" y="0"/>
                </a:cubicBezTo>
                <a:cubicBezTo>
                  <a:pt x="11262" y="0"/>
                  <a:pt x="13358" y="780"/>
                  <a:pt x="14919" y="2341"/>
                </a:cubicBezTo>
                <a:cubicBezTo>
                  <a:pt x="16479" y="3901"/>
                  <a:pt x="17259" y="5998"/>
                  <a:pt x="17259" y="8630"/>
                </a:cubicBezTo>
                <a:cubicBezTo>
                  <a:pt x="17259" y="11262"/>
                  <a:pt x="16479" y="13343"/>
                  <a:pt x="14919" y="14872"/>
                </a:cubicBezTo>
                <a:cubicBezTo>
                  <a:pt x="13358" y="16402"/>
                  <a:pt x="11262" y="17167"/>
                  <a:pt x="8630" y="17167"/>
                </a:cubicBezTo>
                <a:moveTo>
                  <a:pt x="55541" y="17167"/>
                </a:moveTo>
                <a:cubicBezTo>
                  <a:pt x="52909" y="17167"/>
                  <a:pt x="50813" y="16402"/>
                  <a:pt x="49252" y="14872"/>
                </a:cubicBezTo>
                <a:cubicBezTo>
                  <a:pt x="47691" y="13343"/>
                  <a:pt x="46910" y="11262"/>
                  <a:pt x="46910" y="8630"/>
                </a:cubicBezTo>
                <a:cubicBezTo>
                  <a:pt x="46910" y="5998"/>
                  <a:pt x="47691" y="3901"/>
                  <a:pt x="49252" y="2341"/>
                </a:cubicBezTo>
                <a:cubicBezTo>
                  <a:pt x="50813" y="780"/>
                  <a:pt x="52909" y="0"/>
                  <a:pt x="55541" y="0"/>
                </a:cubicBezTo>
                <a:cubicBezTo>
                  <a:pt x="58172" y="0"/>
                  <a:pt x="60268" y="780"/>
                  <a:pt x="61829" y="2341"/>
                </a:cubicBezTo>
                <a:cubicBezTo>
                  <a:pt x="63389" y="3901"/>
                  <a:pt x="64170" y="5998"/>
                  <a:pt x="64170" y="8630"/>
                </a:cubicBezTo>
                <a:cubicBezTo>
                  <a:pt x="64170" y="11262"/>
                  <a:pt x="63389" y="13343"/>
                  <a:pt x="61829" y="14872"/>
                </a:cubicBezTo>
                <a:cubicBezTo>
                  <a:pt x="60268" y="16402"/>
                  <a:pt x="58172" y="17167"/>
                  <a:pt x="55541" y="17167"/>
                </a:cubicBezTo>
                <a:moveTo>
                  <a:pt x="102545" y="17167"/>
                </a:moveTo>
                <a:cubicBezTo>
                  <a:pt x="99913" y="17167"/>
                  <a:pt x="97817" y="16402"/>
                  <a:pt x="96255" y="14872"/>
                </a:cubicBezTo>
                <a:cubicBezTo>
                  <a:pt x="94695" y="13343"/>
                  <a:pt x="93914" y="11262"/>
                  <a:pt x="93914" y="8630"/>
                </a:cubicBezTo>
                <a:cubicBezTo>
                  <a:pt x="93914" y="5998"/>
                  <a:pt x="94695" y="3901"/>
                  <a:pt x="96255" y="2341"/>
                </a:cubicBezTo>
                <a:cubicBezTo>
                  <a:pt x="97817" y="780"/>
                  <a:pt x="99913" y="0"/>
                  <a:pt x="102545" y="0"/>
                </a:cubicBezTo>
                <a:cubicBezTo>
                  <a:pt x="105177" y="0"/>
                  <a:pt x="107273" y="780"/>
                  <a:pt x="108833" y="2341"/>
                </a:cubicBezTo>
                <a:cubicBezTo>
                  <a:pt x="110394" y="3901"/>
                  <a:pt x="111174" y="5998"/>
                  <a:pt x="111174" y="8630"/>
                </a:cubicBezTo>
                <a:cubicBezTo>
                  <a:pt x="111174" y="11262"/>
                  <a:pt x="110394" y="13343"/>
                  <a:pt x="108833" y="14872"/>
                </a:cubicBezTo>
                <a:cubicBezTo>
                  <a:pt x="107273" y="16402"/>
                  <a:pt x="105177" y="17167"/>
                  <a:pt x="102545" y="171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0C1F23-6CF2-4CE4-8CBC-8CF661B8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322" y="4280069"/>
            <a:ext cx="236376" cy="191920"/>
          </a:xfrm>
          <a:custGeom xmlns:a="http://schemas.openxmlformats.org/drawingml/2006/main">
            <a:pathLst>
              <a:path w="236376" h="191920">
                <a:moveTo>
                  <a:pt x="0" y="0"/>
                </a:moveTo>
                <a:lnTo>
                  <a:pt x="236376" y="0"/>
                </a:lnTo>
                <a:lnTo>
                  <a:pt x="236376" y="191920"/>
                </a:lnTo>
                <a:lnTo>
                  <a:pt x="0" y="1919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63C581-11D5-42B7-BF38-68E3078A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704" y="3063605"/>
            <a:ext cx="4456829" cy="1312537"/>
          </a:xfrm>
          <a:custGeom xmlns:a="http://schemas.openxmlformats.org/drawingml/2006/main">
            <a:pathLst>
              <a:path w="4456829" h="1312537">
                <a:moveTo>
                  <a:pt x="0" y="0"/>
                </a:moveTo>
                <a:lnTo>
                  <a:pt x="0" y="118050"/>
                </a:lnTo>
                <a:lnTo>
                  <a:pt x="4456829" y="118050"/>
                </a:lnTo>
                <a:lnTo>
                  <a:pt x="4456829" y="1312537"/>
                </a:lnTo>
                <a:lnTo>
                  <a:pt x="3870926" y="1312537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4320FF-A9C3-4CC0-8122-2DC30ABC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704" y="3063605"/>
            <a:ext cx="4456829" cy="1312537"/>
          </a:xfrm>
          <a:custGeom xmlns:a="http://schemas.openxmlformats.org/drawingml/2006/main">
            <a:pathLst>
              <a:path w="4456829" h="1312537" fill="none">
                <a:moveTo>
                  <a:pt x="0" y="0"/>
                </a:moveTo>
                <a:lnTo>
                  <a:pt x="0" y="118050"/>
                </a:lnTo>
                <a:lnTo>
                  <a:pt x="4456829" y="118050"/>
                </a:lnTo>
                <a:lnTo>
                  <a:pt x="4456829" y="1312537"/>
                </a:lnTo>
                <a:lnTo>
                  <a:pt x="4077484" y="1312537"/>
                </a:lnTo>
              </a:path>
            </a:pathLst>
          </a:custGeom>
          <a:noFill xmlns:a="http://schemas.openxmlformats.org/drawingml/2006/main"/>
          <a:ln xmlns:a="http://schemas.openxmlformats.org/drawingml/2006/main" w="34426" cap="flat">
            <a:solidFill>
              <a:srgbClr val="D2222E"/>
            </a:solidFill>
            <a:round/>
          </a:ln>
        </p:spPr>
      </p:sp>
      <p:sp>
        <p:nvSpPr>
          <p:cNvPr id="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C5C327-4D3D-4506-AECC-AB808B92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958" y="4319279"/>
            <a:ext cx="156230" cy="113726"/>
          </a:xfrm>
          <a:custGeom xmlns:a="http://schemas.openxmlformats.org/drawingml/2006/main">
            <a:pathLst>
              <a:path w="156230" h="113726">
                <a:moveTo>
                  <a:pt x="156230" y="0"/>
                </a:moveTo>
                <a:lnTo>
                  <a:pt x="156230" y="113726"/>
                </a:lnTo>
                <a:lnTo>
                  <a:pt x="0" y="56863"/>
                </a:lnTo>
                <a:lnTo>
                  <a:pt x="156230" y="0"/>
                </a:lnTo>
                <a:close/>
              </a:path>
            </a:pathLst>
          </a:custGeom>
          <a:solidFill xmlns:a="http://schemas.openxmlformats.org/drawingml/2006/main">
            <a:srgbClr val="D222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46E5C0-A425-47F9-A125-90C68A90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958" y="4319279"/>
            <a:ext cx="156230" cy="113726"/>
          </a:xfrm>
          <a:custGeom xmlns:a="http://schemas.openxmlformats.org/drawingml/2006/main">
            <a:pathLst>
              <a:path w="156230" h="113726" fill="none">
                <a:moveTo>
                  <a:pt x="156230" y="0"/>
                </a:moveTo>
                <a:lnTo>
                  <a:pt x="0" y="56863"/>
                </a:lnTo>
                <a:lnTo>
                  <a:pt x="156230" y="113726"/>
                </a:lnTo>
                <a:lnTo>
                  <a:pt x="15623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426" cap="flat">
            <a:solidFill>
              <a:srgbClr val="D2222E"/>
            </a:solidFill>
            <a:miter/>
          </a:ln>
        </p:spPr>
      </p:sp>
      <p:sp>
        <p:nvSpPr>
          <p:cNvPr id="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58FDBD-2A25-4122-9EDC-EEDD1844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7320" y="4187069"/>
            <a:ext cx="10" cy="377876"/>
          </a:xfrm>
          <a:custGeom xmlns:a="http://schemas.openxmlformats.org/drawingml/2006/main">
            <a:pathLst>
              <a:path w="1" h="377876">
                <a:moveTo>
                  <a:pt x="0" y="0"/>
                </a:moveTo>
                <a:lnTo>
                  <a:pt x="0" y="377876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DE3120-4263-4B04-B0C6-ABA7B4C2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7320" y="4187069"/>
            <a:ext cx="10" cy="171318"/>
          </a:xfrm>
          <a:custGeom xmlns:a="http://schemas.openxmlformats.org/drawingml/2006/main">
            <a:pathLst>
              <a:path w="1" h="171318" fill="none">
                <a:moveTo>
                  <a:pt x="0" y="0"/>
                </a:moveTo>
                <a:lnTo>
                  <a:pt x="0" y="171318"/>
                </a:lnTo>
              </a:path>
            </a:pathLst>
          </a:custGeom>
          <a:noFill xmlns:a="http://schemas.openxmlformats.org/drawingml/2006/main"/>
          <a:ln xmlns:a="http://schemas.openxmlformats.org/drawingml/2006/main" w="34426" cap="flat">
            <a:solidFill>
              <a:srgbClr val="000000"/>
            </a:solidFill>
            <a:round/>
          </a:ln>
        </p:spPr>
      </p:sp>
      <p:sp>
        <p:nvSpPr>
          <p:cNvPr id="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1137FF-9FF7-4FB3-B188-BFD31F95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0457" y="4358387"/>
            <a:ext cx="113726" cy="156230"/>
          </a:xfrm>
          <a:custGeom xmlns:a="http://schemas.openxmlformats.org/drawingml/2006/main">
            <a:pathLst>
              <a:path w="113726" h="156230">
                <a:moveTo>
                  <a:pt x="0" y="0"/>
                </a:moveTo>
                <a:lnTo>
                  <a:pt x="113726" y="0"/>
                </a:lnTo>
                <a:lnTo>
                  <a:pt x="56863" y="1562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26909D-2A5E-4483-9139-3234C3A3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0457" y="4358387"/>
            <a:ext cx="113726" cy="156230"/>
          </a:xfrm>
          <a:custGeom xmlns:a="http://schemas.openxmlformats.org/drawingml/2006/main">
            <a:pathLst>
              <a:path w="113726" h="156230" fill="none">
                <a:moveTo>
                  <a:pt x="0" y="0"/>
                </a:moveTo>
                <a:lnTo>
                  <a:pt x="56863" y="156230"/>
                </a:lnTo>
                <a:lnTo>
                  <a:pt x="11372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426" cap="flat">
            <a:solidFill>
              <a:srgbClr val="000000"/>
            </a:solidFill>
            <a:miter/>
          </a:ln>
        </p:spPr>
      </p:sp>
      <p:pic>
        <p:nvPicPr>
          <p:cNvPr id="11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e99e1f4dc4464"/>
          <a:stretch xmlns:a="http://schemas.openxmlformats.org/drawingml/2006/main"/>
        </p:blipFill>
        <p:spPr>
          <a:xfrm xmlns:a="http://schemas.openxmlformats.org/drawingml/2006/main">
            <a:off x="3656202" y="3953742"/>
            <a:ext cx="639937" cy="639937"/>
          </a:xfrm>
          <a:prstGeom xmlns:a="http://schemas.openxmlformats.org/drawingml/2006/main" prst="rect">
            <a:avLst/>
          </a:prstGeom>
        </p:spPr>
      </p:pic>
      <p:sp>
        <p:nvSpPr>
          <p:cNvPr id="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266983-CF5F-4F6C-9483-313091CA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9480" y="4022595"/>
            <a:ext cx="433379" cy="433379"/>
          </a:xfrm>
          <a:custGeom xmlns:a="http://schemas.openxmlformats.org/drawingml/2006/main">
            <a:pathLst>
              <a:path w="433379" h="433379">
                <a:moveTo>
                  <a:pt x="0" y="0"/>
                </a:moveTo>
                <a:lnTo>
                  <a:pt x="433379" y="0"/>
                </a:lnTo>
                <a:lnTo>
                  <a:pt x="433379" y="433379"/>
                </a:lnTo>
                <a:lnTo>
                  <a:pt x="0" y="43337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1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d4668e49e45b7"/>
          <a:stretch xmlns:a="http://schemas.openxmlformats.org/drawingml/2006/main"/>
        </p:blipFill>
        <p:spPr>
          <a:xfrm xmlns:a="http://schemas.openxmlformats.org/drawingml/2006/main">
            <a:off x="3759481" y="4022595"/>
            <a:ext cx="433379" cy="433379"/>
          </a:xfrm>
          <a:prstGeom xmlns:a="http://schemas.openxmlformats.org/drawingml/2006/main" prst="rect">
            <a:avLst/>
          </a:prstGeom>
        </p:spPr>
      </p:pic>
      <p:sp>
        <p:nvSpPr>
          <p:cNvPr id="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027E4E-E76A-4F3B-9824-63CF0889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6335" y="4901482"/>
            <a:ext cx="822978" cy="10"/>
          </a:xfrm>
          <a:custGeom xmlns:a="http://schemas.openxmlformats.org/drawingml/2006/main">
            <a:pathLst>
              <a:path w="822978" h="1">
                <a:moveTo>
                  <a:pt x="0" y="0"/>
                </a:moveTo>
                <a:lnTo>
                  <a:pt x="822978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070E5F-2BBF-46F2-AA95-20A4B539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2893" y="4901482"/>
            <a:ext cx="616421" cy="10"/>
          </a:xfrm>
          <a:custGeom xmlns:a="http://schemas.openxmlformats.org/drawingml/2006/main">
            <a:pathLst>
              <a:path w="616421" h="1" fill="none">
                <a:moveTo>
                  <a:pt x="0" y="0"/>
                </a:moveTo>
                <a:lnTo>
                  <a:pt x="6164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426" cap="flat">
            <a:solidFill>
              <a:srgbClr val="000000"/>
            </a:solidFill>
            <a:round/>
          </a:ln>
        </p:spPr>
      </p:sp>
      <p:sp>
        <p:nvSpPr>
          <p:cNvPr id="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742A46-AD1E-4089-96DF-37AF6003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63" y="4844619"/>
            <a:ext cx="156230" cy="113726"/>
          </a:xfrm>
          <a:custGeom xmlns:a="http://schemas.openxmlformats.org/drawingml/2006/main">
            <a:pathLst>
              <a:path w="156230" h="113726">
                <a:moveTo>
                  <a:pt x="156230" y="0"/>
                </a:moveTo>
                <a:lnTo>
                  <a:pt x="156230" y="113726"/>
                </a:lnTo>
                <a:lnTo>
                  <a:pt x="0" y="56863"/>
                </a:lnTo>
                <a:lnTo>
                  <a:pt x="15623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097E90-FD28-4EF1-9CC3-FD58A841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63" y="4844619"/>
            <a:ext cx="156230" cy="113726"/>
          </a:xfrm>
          <a:custGeom xmlns:a="http://schemas.openxmlformats.org/drawingml/2006/main">
            <a:pathLst>
              <a:path w="156230" h="113726" fill="none">
                <a:moveTo>
                  <a:pt x="156230" y="0"/>
                </a:moveTo>
                <a:lnTo>
                  <a:pt x="0" y="56863"/>
                </a:lnTo>
                <a:lnTo>
                  <a:pt x="156230" y="113726"/>
                </a:lnTo>
                <a:lnTo>
                  <a:pt x="15623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426" cap="flat">
            <a:solidFill>
              <a:srgbClr val="000000"/>
            </a:solidFill>
            <a:miter/>
          </a:ln>
        </p:spPr>
      </p:sp>
      <p:sp>
        <p:nvSpPr>
          <p:cNvPr id="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A8D9B3-CB6C-4E55-88D2-D1FBAED1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0703" y="4830867"/>
            <a:ext cx="1594995" cy="527509"/>
          </a:xfrm>
          <a:custGeom xmlns:a="http://schemas.openxmlformats.org/drawingml/2006/main">
            <a:pathLst>
              <a:path w="1594995" h="527509">
                <a:moveTo>
                  <a:pt x="0" y="0"/>
                </a:moveTo>
                <a:lnTo>
                  <a:pt x="1594995" y="0"/>
                </a:lnTo>
                <a:lnTo>
                  <a:pt x="1594995" y="527509"/>
                </a:lnTo>
                <a:lnTo>
                  <a:pt x="0" y="52750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2" name="Text Filter&amp;Rank">
            <a:extLst xmlns:a="http://schemas.openxmlformats.org/drawingml/2006/main">
              <a:ext uri="{FF2B5EF4-FFF2-40B4-BE49-F238E27FC236}">
                <a16:creationId xmlns:a16="http://schemas.microsoft.com/office/drawing/2014/main" id="{D845BD9D-DF2E-4D5E-B1B1-4B91086C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7991" y="5017756"/>
            <a:ext cx="874934" cy="124186"/>
          </a:xfrm>
          <a:custGeom xmlns:a="http://schemas.openxmlformats.org/drawingml/2006/main">
            <a:pathLst>
              <a:path w="874934" h="124186">
                <a:moveTo>
                  <a:pt x="63298" y="10281"/>
                </a:moveTo>
                <a:lnTo>
                  <a:pt x="63298" y="22171"/>
                </a:lnTo>
                <a:lnTo>
                  <a:pt x="14620" y="22171"/>
                </a:lnTo>
                <a:lnTo>
                  <a:pt x="14620" y="59925"/>
                </a:lnTo>
                <a:lnTo>
                  <a:pt x="54142" y="59925"/>
                </a:lnTo>
                <a:lnTo>
                  <a:pt x="54142" y="71814"/>
                </a:lnTo>
                <a:lnTo>
                  <a:pt x="14620" y="71814"/>
                </a:lnTo>
                <a:lnTo>
                  <a:pt x="14620" y="122260"/>
                </a:lnTo>
                <a:lnTo>
                  <a:pt x="0" y="122260"/>
                </a:lnTo>
                <a:lnTo>
                  <a:pt x="0" y="10281"/>
                </a:lnTo>
                <a:lnTo>
                  <a:pt x="63298" y="10281"/>
                </a:lnTo>
                <a:close/>
                <a:moveTo>
                  <a:pt x="88521" y="19923"/>
                </a:moveTo>
                <a:cubicBezTo>
                  <a:pt x="85738" y="19923"/>
                  <a:pt x="83382" y="18958"/>
                  <a:pt x="81454" y="17030"/>
                </a:cubicBezTo>
                <a:cubicBezTo>
                  <a:pt x="79525" y="15102"/>
                  <a:pt x="78561" y="12745"/>
                  <a:pt x="78561" y="9960"/>
                </a:cubicBezTo>
                <a:cubicBezTo>
                  <a:pt x="78561" y="7175"/>
                  <a:pt x="79525" y="4819"/>
                  <a:pt x="81454" y="2893"/>
                </a:cubicBezTo>
                <a:cubicBezTo>
                  <a:pt x="83382" y="964"/>
                  <a:pt x="85738" y="0"/>
                  <a:pt x="88521" y="0"/>
                </a:cubicBezTo>
                <a:cubicBezTo>
                  <a:pt x="91200" y="0"/>
                  <a:pt x="93476" y="964"/>
                  <a:pt x="95351" y="2893"/>
                </a:cubicBezTo>
                <a:cubicBezTo>
                  <a:pt x="97225" y="4819"/>
                  <a:pt x="98162" y="7175"/>
                  <a:pt x="98162" y="9960"/>
                </a:cubicBezTo>
                <a:cubicBezTo>
                  <a:pt x="98162" y="12745"/>
                  <a:pt x="97225" y="15102"/>
                  <a:pt x="95351" y="17030"/>
                </a:cubicBezTo>
                <a:cubicBezTo>
                  <a:pt x="93476" y="18958"/>
                  <a:pt x="91200" y="19923"/>
                  <a:pt x="88521" y="19923"/>
                </a:cubicBezTo>
                <a:moveTo>
                  <a:pt x="95591" y="34219"/>
                </a:moveTo>
                <a:lnTo>
                  <a:pt x="95591" y="122260"/>
                </a:lnTo>
                <a:lnTo>
                  <a:pt x="80971" y="122260"/>
                </a:lnTo>
                <a:lnTo>
                  <a:pt x="80971" y="34219"/>
                </a:lnTo>
                <a:lnTo>
                  <a:pt x="95591" y="34219"/>
                </a:lnTo>
                <a:close/>
                <a:moveTo>
                  <a:pt x="135112" y="3373"/>
                </a:moveTo>
                <a:lnTo>
                  <a:pt x="135112" y="122260"/>
                </a:lnTo>
                <a:lnTo>
                  <a:pt x="120492" y="122260"/>
                </a:lnTo>
                <a:lnTo>
                  <a:pt x="120492" y="3373"/>
                </a:lnTo>
                <a:lnTo>
                  <a:pt x="135112" y="3373"/>
                </a:lnTo>
                <a:close/>
                <a:moveTo>
                  <a:pt x="177847" y="46268"/>
                </a:moveTo>
                <a:lnTo>
                  <a:pt x="177847" y="98162"/>
                </a:lnTo>
                <a:cubicBezTo>
                  <a:pt x="177847" y="102446"/>
                  <a:pt x="178758" y="105471"/>
                  <a:pt x="180578" y="107240"/>
                </a:cubicBezTo>
                <a:cubicBezTo>
                  <a:pt x="182399" y="109006"/>
                  <a:pt x="185559" y="109890"/>
                  <a:pt x="190058" y="109890"/>
                </a:cubicBezTo>
                <a:lnTo>
                  <a:pt x="200820" y="109890"/>
                </a:lnTo>
                <a:lnTo>
                  <a:pt x="200820" y="122260"/>
                </a:lnTo>
                <a:lnTo>
                  <a:pt x="187646" y="122260"/>
                </a:lnTo>
                <a:cubicBezTo>
                  <a:pt x="179507" y="122260"/>
                  <a:pt x="173402" y="120385"/>
                  <a:pt x="169331" y="116636"/>
                </a:cubicBezTo>
                <a:cubicBezTo>
                  <a:pt x="165262" y="112887"/>
                  <a:pt x="163227" y="106729"/>
                  <a:pt x="163227" y="98162"/>
                </a:cubicBezTo>
                <a:lnTo>
                  <a:pt x="163227" y="46268"/>
                </a:lnTo>
                <a:lnTo>
                  <a:pt x="151821" y="46268"/>
                </a:lnTo>
                <a:lnTo>
                  <a:pt x="151821" y="34219"/>
                </a:lnTo>
                <a:lnTo>
                  <a:pt x="163227" y="34219"/>
                </a:lnTo>
                <a:lnTo>
                  <a:pt x="163227" y="12049"/>
                </a:lnTo>
                <a:lnTo>
                  <a:pt x="177847" y="12049"/>
                </a:lnTo>
                <a:lnTo>
                  <a:pt x="177847" y="34219"/>
                </a:lnTo>
                <a:lnTo>
                  <a:pt x="200820" y="34219"/>
                </a:lnTo>
                <a:lnTo>
                  <a:pt x="200820" y="46268"/>
                </a:lnTo>
                <a:lnTo>
                  <a:pt x="177847" y="46268"/>
                </a:lnTo>
                <a:close/>
                <a:moveTo>
                  <a:pt x="298820" y="74866"/>
                </a:moveTo>
                <a:cubicBezTo>
                  <a:pt x="298820" y="77651"/>
                  <a:pt x="298660" y="80596"/>
                  <a:pt x="298340" y="83701"/>
                </a:cubicBezTo>
                <a:lnTo>
                  <a:pt x="227972" y="83701"/>
                </a:lnTo>
                <a:cubicBezTo>
                  <a:pt x="228508" y="92378"/>
                  <a:pt x="231480" y="99152"/>
                  <a:pt x="236888" y="104026"/>
                </a:cubicBezTo>
                <a:cubicBezTo>
                  <a:pt x="242297" y="108899"/>
                  <a:pt x="248857" y="111336"/>
                  <a:pt x="256568" y="111336"/>
                </a:cubicBezTo>
                <a:cubicBezTo>
                  <a:pt x="262887" y="111336"/>
                  <a:pt x="268162" y="109864"/>
                  <a:pt x="272392" y="106919"/>
                </a:cubicBezTo>
                <a:cubicBezTo>
                  <a:pt x="276623" y="103972"/>
                  <a:pt x="279595" y="100035"/>
                  <a:pt x="281310" y="95108"/>
                </a:cubicBezTo>
                <a:lnTo>
                  <a:pt x="297053" y="95108"/>
                </a:lnTo>
                <a:cubicBezTo>
                  <a:pt x="294698" y="103570"/>
                  <a:pt x="289985" y="110452"/>
                  <a:pt x="282915" y="115753"/>
                </a:cubicBezTo>
                <a:cubicBezTo>
                  <a:pt x="275847" y="121055"/>
                  <a:pt x="267065" y="123706"/>
                  <a:pt x="256568" y="123706"/>
                </a:cubicBezTo>
                <a:cubicBezTo>
                  <a:pt x="248213" y="123706"/>
                  <a:pt x="240743" y="121831"/>
                  <a:pt x="234157" y="118082"/>
                </a:cubicBezTo>
                <a:cubicBezTo>
                  <a:pt x="227571" y="114333"/>
                  <a:pt x="222403" y="109005"/>
                  <a:pt x="218654" y="102097"/>
                </a:cubicBezTo>
                <a:cubicBezTo>
                  <a:pt x="214905" y="95189"/>
                  <a:pt x="213030" y="87183"/>
                  <a:pt x="213030" y="78080"/>
                </a:cubicBezTo>
                <a:cubicBezTo>
                  <a:pt x="213030" y="68976"/>
                  <a:pt x="214851" y="60996"/>
                  <a:pt x="218492" y="54142"/>
                </a:cubicBezTo>
                <a:cubicBezTo>
                  <a:pt x="222133" y="47286"/>
                  <a:pt x="227247" y="42011"/>
                  <a:pt x="233833" y="38316"/>
                </a:cubicBezTo>
                <a:cubicBezTo>
                  <a:pt x="240421" y="34621"/>
                  <a:pt x="247999" y="32773"/>
                  <a:pt x="256568" y="32773"/>
                </a:cubicBezTo>
                <a:cubicBezTo>
                  <a:pt x="264922" y="32773"/>
                  <a:pt x="272312" y="34594"/>
                  <a:pt x="278738" y="38237"/>
                </a:cubicBezTo>
                <a:cubicBezTo>
                  <a:pt x="285164" y="41878"/>
                  <a:pt x="290118" y="46886"/>
                  <a:pt x="293599" y="53259"/>
                </a:cubicBezTo>
                <a:cubicBezTo>
                  <a:pt x="297080" y="59632"/>
                  <a:pt x="298820" y="66834"/>
                  <a:pt x="298820" y="74866"/>
                </a:cubicBezTo>
                <a:moveTo>
                  <a:pt x="283719" y="71814"/>
                </a:moveTo>
                <a:cubicBezTo>
                  <a:pt x="283719" y="66245"/>
                  <a:pt x="282487" y="61452"/>
                  <a:pt x="280023" y="57437"/>
                </a:cubicBezTo>
                <a:cubicBezTo>
                  <a:pt x="277560" y="53420"/>
                  <a:pt x="274213" y="50367"/>
                  <a:pt x="269982" y="48278"/>
                </a:cubicBezTo>
                <a:cubicBezTo>
                  <a:pt x="265752" y="46190"/>
                  <a:pt x="261067" y="45145"/>
                  <a:pt x="255925" y="45145"/>
                </a:cubicBezTo>
                <a:cubicBezTo>
                  <a:pt x="248535" y="45145"/>
                  <a:pt x="242242" y="47502"/>
                  <a:pt x="237047" y="52215"/>
                </a:cubicBezTo>
                <a:cubicBezTo>
                  <a:pt x="231853" y="56927"/>
                  <a:pt x="228881" y="63460"/>
                  <a:pt x="228131" y="71814"/>
                </a:cubicBezTo>
                <a:lnTo>
                  <a:pt x="283719" y="71814"/>
                </a:lnTo>
                <a:close/>
                <a:moveTo>
                  <a:pt x="332719" y="48518"/>
                </a:moveTo>
                <a:cubicBezTo>
                  <a:pt x="335290" y="43485"/>
                  <a:pt x="338958" y="39576"/>
                  <a:pt x="343724" y="36791"/>
                </a:cubicBezTo>
                <a:cubicBezTo>
                  <a:pt x="348491" y="34006"/>
                  <a:pt x="354302" y="32614"/>
                  <a:pt x="361156" y="32614"/>
                </a:cubicBezTo>
                <a:lnTo>
                  <a:pt x="361156" y="47714"/>
                </a:lnTo>
                <a:lnTo>
                  <a:pt x="357300" y="47714"/>
                </a:lnTo>
                <a:cubicBezTo>
                  <a:pt x="340913" y="47714"/>
                  <a:pt x="332719" y="56604"/>
                  <a:pt x="332719" y="74383"/>
                </a:cubicBezTo>
                <a:lnTo>
                  <a:pt x="332719" y="122260"/>
                </a:lnTo>
                <a:lnTo>
                  <a:pt x="318099" y="122260"/>
                </a:lnTo>
                <a:lnTo>
                  <a:pt x="318099" y="34219"/>
                </a:lnTo>
                <a:lnTo>
                  <a:pt x="332719" y="34219"/>
                </a:lnTo>
                <a:lnTo>
                  <a:pt x="332719" y="48518"/>
                </a:lnTo>
                <a:close/>
                <a:moveTo>
                  <a:pt x="463975" y="122260"/>
                </a:moveTo>
                <a:lnTo>
                  <a:pt x="449355" y="107480"/>
                </a:lnTo>
                <a:cubicBezTo>
                  <a:pt x="443893" y="113156"/>
                  <a:pt x="438056" y="117359"/>
                  <a:pt x="431844" y="120090"/>
                </a:cubicBezTo>
                <a:cubicBezTo>
                  <a:pt x="425633" y="122821"/>
                  <a:pt x="418617" y="124186"/>
                  <a:pt x="410799" y="124186"/>
                </a:cubicBezTo>
                <a:cubicBezTo>
                  <a:pt x="403087" y="124186"/>
                  <a:pt x="396259" y="122795"/>
                  <a:pt x="390315" y="120012"/>
                </a:cubicBezTo>
                <a:cubicBezTo>
                  <a:pt x="384371" y="117227"/>
                  <a:pt x="379766" y="113264"/>
                  <a:pt x="376499" y="108122"/>
                </a:cubicBezTo>
                <a:cubicBezTo>
                  <a:pt x="373232" y="102981"/>
                  <a:pt x="371598" y="96983"/>
                  <a:pt x="371598" y="90129"/>
                </a:cubicBezTo>
                <a:cubicBezTo>
                  <a:pt x="371598" y="82310"/>
                  <a:pt x="373820" y="75429"/>
                  <a:pt x="378264" y="69485"/>
                </a:cubicBezTo>
                <a:cubicBezTo>
                  <a:pt x="382709" y="63540"/>
                  <a:pt x="389270" y="58854"/>
                  <a:pt x="397946" y="55427"/>
                </a:cubicBezTo>
                <a:cubicBezTo>
                  <a:pt x="394519" y="51357"/>
                  <a:pt x="392055" y="47609"/>
                  <a:pt x="390555" y="44182"/>
                </a:cubicBezTo>
                <a:cubicBezTo>
                  <a:pt x="389057" y="40753"/>
                  <a:pt x="388307" y="37004"/>
                  <a:pt x="388307" y="32935"/>
                </a:cubicBezTo>
                <a:cubicBezTo>
                  <a:pt x="388307" y="28222"/>
                  <a:pt x="389512" y="23964"/>
                  <a:pt x="391921" y="20163"/>
                </a:cubicBezTo>
                <a:cubicBezTo>
                  <a:pt x="394331" y="16360"/>
                  <a:pt x="397785" y="13388"/>
                  <a:pt x="402283" y="11247"/>
                </a:cubicBezTo>
                <a:cubicBezTo>
                  <a:pt x="406782" y="9105"/>
                  <a:pt x="411977" y="8033"/>
                  <a:pt x="417866" y="8033"/>
                </a:cubicBezTo>
                <a:cubicBezTo>
                  <a:pt x="423650" y="8033"/>
                  <a:pt x="428684" y="9158"/>
                  <a:pt x="432967" y="11406"/>
                </a:cubicBezTo>
                <a:cubicBezTo>
                  <a:pt x="437252" y="13655"/>
                  <a:pt x="440465" y="16788"/>
                  <a:pt x="442606" y="20805"/>
                </a:cubicBezTo>
                <a:cubicBezTo>
                  <a:pt x="444749" y="24822"/>
                  <a:pt x="445713" y="29294"/>
                  <a:pt x="445499" y="34219"/>
                </a:cubicBezTo>
                <a:lnTo>
                  <a:pt x="430881" y="34219"/>
                </a:lnTo>
                <a:cubicBezTo>
                  <a:pt x="430987" y="29828"/>
                  <a:pt x="429755" y="26374"/>
                  <a:pt x="427184" y="23857"/>
                </a:cubicBezTo>
                <a:cubicBezTo>
                  <a:pt x="424614" y="21340"/>
                  <a:pt x="421294" y="20082"/>
                  <a:pt x="417224" y="20082"/>
                </a:cubicBezTo>
                <a:cubicBezTo>
                  <a:pt x="412941" y="20082"/>
                  <a:pt x="409487" y="21287"/>
                  <a:pt x="406862" y="23698"/>
                </a:cubicBezTo>
                <a:cubicBezTo>
                  <a:pt x="404237" y="26107"/>
                  <a:pt x="402925" y="29186"/>
                  <a:pt x="402925" y="32935"/>
                </a:cubicBezTo>
                <a:cubicBezTo>
                  <a:pt x="402925" y="36148"/>
                  <a:pt x="403808" y="39254"/>
                  <a:pt x="405575" y="42253"/>
                </a:cubicBezTo>
                <a:cubicBezTo>
                  <a:pt x="407343" y="45252"/>
                  <a:pt x="410316" y="48947"/>
                  <a:pt x="414493" y="53338"/>
                </a:cubicBezTo>
                <a:lnTo>
                  <a:pt x="447909" y="86915"/>
                </a:lnTo>
                <a:lnTo>
                  <a:pt x="450801" y="82417"/>
                </a:lnTo>
                <a:lnTo>
                  <a:pt x="461727" y="64102"/>
                </a:lnTo>
                <a:lnTo>
                  <a:pt x="477470" y="64102"/>
                </a:lnTo>
                <a:lnTo>
                  <a:pt x="464296" y="86915"/>
                </a:lnTo>
                <a:cubicBezTo>
                  <a:pt x="462476" y="90128"/>
                  <a:pt x="460334" y="93502"/>
                  <a:pt x="457871" y="97037"/>
                </a:cubicBezTo>
                <a:lnTo>
                  <a:pt x="483094" y="122260"/>
                </a:lnTo>
                <a:lnTo>
                  <a:pt x="463975" y="122260"/>
                </a:lnTo>
                <a:moveTo>
                  <a:pt x="410799" y="111657"/>
                </a:moveTo>
                <a:cubicBezTo>
                  <a:pt x="416583" y="111657"/>
                  <a:pt x="421803" y="110533"/>
                  <a:pt x="426461" y="108284"/>
                </a:cubicBezTo>
                <a:cubicBezTo>
                  <a:pt x="431120" y="106034"/>
                  <a:pt x="435539" y="102553"/>
                  <a:pt x="439716" y="97841"/>
                </a:cubicBezTo>
                <a:lnTo>
                  <a:pt x="406781" y="64744"/>
                </a:lnTo>
                <a:cubicBezTo>
                  <a:pt x="393073" y="69992"/>
                  <a:pt x="386219" y="78293"/>
                  <a:pt x="386219" y="89646"/>
                </a:cubicBezTo>
                <a:cubicBezTo>
                  <a:pt x="386219" y="95966"/>
                  <a:pt x="388494" y="101214"/>
                  <a:pt x="393046" y="105391"/>
                </a:cubicBezTo>
                <a:cubicBezTo>
                  <a:pt x="397597" y="109569"/>
                  <a:pt x="403515" y="111657"/>
                  <a:pt x="410799" y="111657"/>
                </a:cubicBezTo>
                <a:close/>
                <a:moveTo>
                  <a:pt x="555710" y="122260"/>
                </a:moveTo>
                <a:lnTo>
                  <a:pt x="529041" y="76472"/>
                </a:lnTo>
                <a:lnTo>
                  <a:pt x="511369" y="76472"/>
                </a:lnTo>
                <a:lnTo>
                  <a:pt x="511369" y="122260"/>
                </a:lnTo>
                <a:lnTo>
                  <a:pt x="496749" y="122260"/>
                </a:lnTo>
                <a:lnTo>
                  <a:pt x="496749" y="10281"/>
                </a:lnTo>
                <a:lnTo>
                  <a:pt x="532897" y="10281"/>
                </a:lnTo>
                <a:cubicBezTo>
                  <a:pt x="541358" y="10281"/>
                  <a:pt x="548507" y="11728"/>
                  <a:pt x="554345" y="14620"/>
                </a:cubicBezTo>
                <a:cubicBezTo>
                  <a:pt x="560182" y="17511"/>
                  <a:pt x="564547" y="21420"/>
                  <a:pt x="567438" y="26348"/>
                </a:cubicBezTo>
                <a:cubicBezTo>
                  <a:pt x="570330" y="31275"/>
                  <a:pt x="571777" y="36898"/>
                  <a:pt x="571777" y="43216"/>
                </a:cubicBezTo>
                <a:cubicBezTo>
                  <a:pt x="571777" y="50928"/>
                  <a:pt x="569554" y="57730"/>
                  <a:pt x="565109" y="63622"/>
                </a:cubicBezTo>
                <a:cubicBezTo>
                  <a:pt x="560664" y="69512"/>
                  <a:pt x="553997" y="73420"/>
                  <a:pt x="545108" y="75347"/>
                </a:cubicBezTo>
                <a:lnTo>
                  <a:pt x="573221" y="122260"/>
                </a:lnTo>
                <a:lnTo>
                  <a:pt x="555710" y="122260"/>
                </a:lnTo>
                <a:moveTo>
                  <a:pt x="511369" y="64744"/>
                </a:moveTo>
                <a:lnTo>
                  <a:pt x="532897" y="64744"/>
                </a:lnTo>
                <a:cubicBezTo>
                  <a:pt x="540824" y="64744"/>
                  <a:pt x="546767" y="62790"/>
                  <a:pt x="550729" y="58881"/>
                </a:cubicBezTo>
                <a:cubicBezTo>
                  <a:pt x="554692" y="54971"/>
                  <a:pt x="556674" y="49750"/>
                  <a:pt x="556674" y="43216"/>
                </a:cubicBezTo>
                <a:cubicBezTo>
                  <a:pt x="556674" y="36576"/>
                  <a:pt x="554719" y="31435"/>
                  <a:pt x="550810" y="27794"/>
                </a:cubicBezTo>
                <a:cubicBezTo>
                  <a:pt x="546901" y="24153"/>
                  <a:pt x="540930" y="22332"/>
                  <a:pt x="532897" y="22332"/>
                </a:cubicBezTo>
                <a:lnTo>
                  <a:pt x="511369" y="22332"/>
                </a:lnTo>
                <a:lnTo>
                  <a:pt x="511369" y="64744"/>
                </a:lnTo>
                <a:close/>
                <a:moveTo>
                  <a:pt x="588966" y="77918"/>
                </a:moveTo>
                <a:cubicBezTo>
                  <a:pt x="588966" y="68922"/>
                  <a:pt x="590787" y="61023"/>
                  <a:pt x="594428" y="54223"/>
                </a:cubicBezTo>
                <a:cubicBezTo>
                  <a:pt x="598069" y="47421"/>
                  <a:pt x="603076" y="42146"/>
                  <a:pt x="609448" y="38397"/>
                </a:cubicBezTo>
                <a:cubicBezTo>
                  <a:pt x="615821" y="34648"/>
                  <a:pt x="622917" y="32773"/>
                  <a:pt x="630736" y="32773"/>
                </a:cubicBezTo>
                <a:cubicBezTo>
                  <a:pt x="638448" y="32773"/>
                  <a:pt x="645142" y="34433"/>
                  <a:pt x="650818" y="37754"/>
                </a:cubicBezTo>
                <a:cubicBezTo>
                  <a:pt x="656495" y="41075"/>
                  <a:pt x="660726" y="45252"/>
                  <a:pt x="663511" y="50286"/>
                </a:cubicBezTo>
                <a:lnTo>
                  <a:pt x="663511" y="34219"/>
                </a:lnTo>
                <a:lnTo>
                  <a:pt x="678291" y="34219"/>
                </a:lnTo>
                <a:lnTo>
                  <a:pt x="678291" y="122260"/>
                </a:lnTo>
                <a:lnTo>
                  <a:pt x="663511" y="122260"/>
                </a:lnTo>
                <a:lnTo>
                  <a:pt x="663511" y="105872"/>
                </a:lnTo>
                <a:cubicBezTo>
                  <a:pt x="660618" y="111013"/>
                  <a:pt x="656307" y="115271"/>
                  <a:pt x="650577" y="118646"/>
                </a:cubicBezTo>
                <a:cubicBezTo>
                  <a:pt x="644848" y="122019"/>
                  <a:pt x="638181" y="123706"/>
                  <a:pt x="630576" y="123706"/>
                </a:cubicBezTo>
                <a:cubicBezTo>
                  <a:pt x="622758" y="123706"/>
                  <a:pt x="615689" y="121778"/>
                  <a:pt x="609369" y="117923"/>
                </a:cubicBezTo>
                <a:cubicBezTo>
                  <a:pt x="603049" y="114066"/>
                  <a:pt x="598069" y="108657"/>
                  <a:pt x="594428" y="101697"/>
                </a:cubicBezTo>
                <a:cubicBezTo>
                  <a:pt x="590787" y="94735"/>
                  <a:pt x="588966" y="86809"/>
                  <a:pt x="588966" y="77918"/>
                </a:cubicBezTo>
                <a:moveTo>
                  <a:pt x="663511" y="78080"/>
                </a:moveTo>
                <a:cubicBezTo>
                  <a:pt x="663511" y="71438"/>
                  <a:pt x="662172" y="65655"/>
                  <a:pt x="659493" y="60729"/>
                </a:cubicBezTo>
                <a:cubicBezTo>
                  <a:pt x="656816" y="55802"/>
                  <a:pt x="653201" y="52026"/>
                  <a:pt x="648648" y="49403"/>
                </a:cubicBezTo>
                <a:cubicBezTo>
                  <a:pt x="644097" y="46779"/>
                  <a:pt x="639090" y="45466"/>
                  <a:pt x="633628" y="45466"/>
                </a:cubicBezTo>
                <a:cubicBezTo>
                  <a:pt x="628167" y="45466"/>
                  <a:pt x="623186" y="46752"/>
                  <a:pt x="618687" y="49323"/>
                </a:cubicBezTo>
                <a:cubicBezTo>
                  <a:pt x="614189" y="51893"/>
                  <a:pt x="610601" y="55642"/>
                  <a:pt x="607923" y="60570"/>
                </a:cubicBezTo>
                <a:cubicBezTo>
                  <a:pt x="605246" y="65495"/>
                  <a:pt x="603907" y="71278"/>
                  <a:pt x="603907" y="77918"/>
                </a:cubicBezTo>
                <a:cubicBezTo>
                  <a:pt x="603907" y="84666"/>
                  <a:pt x="605246" y="90531"/>
                  <a:pt x="607923" y="95512"/>
                </a:cubicBezTo>
                <a:cubicBezTo>
                  <a:pt x="610601" y="100492"/>
                  <a:pt x="614189" y="104294"/>
                  <a:pt x="618687" y="106919"/>
                </a:cubicBezTo>
                <a:cubicBezTo>
                  <a:pt x="623186" y="109542"/>
                  <a:pt x="628167" y="110853"/>
                  <a:pt x="633628" y="110853"/>
                </a:cubicBezTo>
                <a:cubicBezTo>
                  <a:pt x="639090" y="110853"/>
                  <a:pt x="644097" y="109542"/>
                  <a:pt x="648648" y="106919"/>
                </a:cubicBezTo>
                <a:cubicBezTo>
                  <a:pt x="653201" y="104294"/>
                  <a:pt x="656816" y="100492"/>
                  <a:pt x="659493" y="95512"/>
                </a:cubicBezTo>
                <a:cubicBezTo>
                  <a:pt x="662172" y="90531"/>
                  <a:pt x="663511" y="84720"/>
                  <a:pt x="663511" y="78080"/>
                </a:cubicBezTo>
                <a:close/>
                <a:moveTo>
                  <a:pt x="745926" y="32614"/>
                </a:moveTo>
                <a:cubicBezTo>
                  <a:pt x="756637" y="32614"/>
                  <a:pt x="765313" y="35854"/>
                  <a:pt x="771953" y="42334"/>
                </a:cubicBezTo>
                <a:cubicBezTo>
                  <a:pt x="778593" y="48813"/>
                  <a:pt x="781913" y="58158"/>
                  <a:pt x="781913" y="70368"/>
                </a:cubicBezTo>
                <a:lnTo>
                  <a:pt x="781913" y="122260"/>
                </a:lnTo>
                <a:lnTo>
                  <a:pt x="767454" y="122260"/>
                </a:lnTo>
                <a:lnTo>
                  <a:pt x="767454" y="72457"/>
                </a:lnTo>
                <a:cubicBezTo>
                  <a:pt x="767454" y="63674"/>
                  <a:pt x="765259" y="56953"/>
                  <a:pt x="760867" y="52294"/>
                </a:cubicBezTo>
                <a:cubicBezTo>
                  <a:pt x="756476" y="47634"/>
                  <a:pt x="750478" y="45305"/>
                  <a:pt x="742874" y="45305"/>
                </a:cubicBezTo>
                <a:cubicBezTo>
                  <a:pt x="735163" y="45305"/>
                  <a:pt x="729032" y="47714"/>
                  <a:pt x="724478" y="52534"/>
                </a:cubicBezTo>
                <a:cubicBezTo>
                  <a:pt x="719927" y="57353"/>
                  <a:pt x="717651" y="64369"/>
                  <a:pt x="717651" y="73582"/>
                </a:cubicBezTo>
                <a:lnTo>
                  <a:pt x="717651" y="122260"/>
                </a:lnTo>
                <a:lnTo>
                  <a:pt x="703031" y="122260"/>
                </a:lnTo>
                <a:lnTo>
                  <a:pt x="703031" y="34219"/>
                </a:lnTo>
                <a:lnTo>
                  <a:pt x="717651" y="34219"/>
                </a:lnTo>
                <a:lnTo>
                  <a:pt x="717651" y="46751"/>
                </a:lnTo>
                <a:cubicBezTo>
                  <a:pt x="720544" y="42253"/>
                  <a:pt x="724480" y="38773"/>
                  <a:pt x="729460" y="36310"/>
                </a:cubicBezTo>
                <a:cubicBezTo>
                  <a:pt x="734439" y="33846"/>
                  <a:pt x="739928" y="32614"/>
                  <a:pt x="745926" y="32614"/>
                </a:cubicBezTo>
                <a:close/>
                <a:moveTo>
                  <a:pt x="855012" y="122260"/>
                </a:moveTo>
                <a:lnTo>
                  <a:pt x="820471" y="83380"/>
                </a:lnTo>
                <a:lnTo>
                  <a:pt x="820471" y="122260"/>
                </a:lnTo>
                <a:lnTo>
                  <a:pt x="805851" y="122260"/>
                </a:lnTo>
                <a:lnTo>
                  <a:pt x="805851" y="3373"/>
                </a:lnTo>
                <a:lnTo>
                  <a:pt x="820471" y="3373"/>
                </a:lnTo>
                <a:lnTo>
                  <a:pt x="820471" y="73261"/>
                </a:lnTo>
                <a:lnTo>
                  <a:pt x="854369" y="34219"/>
                </a:lnTo>
                <a:lnTo>
                  <a:pt x="874773" y="34219"/>
                </a:lnTo>
                <a:lnTo>
                  <a:pt x="833324" y="78080"/>
                </a:lnTo>
                <a:lnTo>
                  <a:pt x="874934" y="122260"/>
                </a:lnTo>
                <a:lnTo>
                  <a:pt x="855012" y="1222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3" name="Text Patches">
            <a:extLst xmlns:a="http://schemas.openxmlformats.org/drawingml/2006/main">
              <a:ext uri="{FF2B5EF4-FFF2-40B4-BE49-F238E27FC236}">
                <a16:creationId xmlns:a16="http://schemas.microsoft.com/office/drawing/2014/main" id="{621E9F34-FDEF-46E4-A95A-F5B181F6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7991" y="5213916"/>
            <a:ext cx="623345" cy="120333"/>
          </a:xfrm>
          <a:custGeom xmlns:a="http://schemas.openxmlformats.org/drawingml/2006/main">
            <a:pathLst>
              <a:path w="623345" h="120333">
                <a:moveTo>
                  <a:pt x="74866" y="39684"/>
                </a:moveTo>
                <a:cubicBezTo>
                  <a:pt x="74866" y="49001"/>
                  <a:pt x="71679" y="56739"/>
                  <a:pt x="65306" y="62898"/>
                </a:cubicBezTo>
                <a:cubicBezTo>
                  <a:pt x="58934" y="69056"/>
                  <a:pt x="49215" y="72135"/>
                  <a:pt x="36149" y="72135"/>
                </a:cubicBezTo>
                <a:lnTo>
                  <a:pt x="14620" y="72135"/>
                </a:lnTo>
                <a:lnTo>
                  <a:pt x="14620" y="118886"/>
                </a:lnTo>
                <a:lnTo>
                  <a:pt x="0" y="118886"/>
                </a:lnTo>
                <a:lnTo>
                  <a:pt x="0" y="6908"/>
                </a:lnTo>
                <a:lnTo>
                  <a:pt x="36149" y="6908"/>
                </a:lnTo>
                <a:cubicBezTo>
                  <a:pt x="48786" y="6908"/>
                  <a:pt x="58398" y="9961"/>
                  <a:pt x="64985" y="16067"/>
                </a:cubicBezTo>
                <a:cubicBezTo>
                  <a:pt x="71572" y="22172"/>
                  <a:pt x="74866" y="30045"/>
                  <a:pt x="74866" y="39684"/>
                </a:cubicBezTo>
                <a:moveTo>
                  <a:pt x="36149" y="60087"/>
                </a:moveTo>
                <a:cubicBezTo>
                  <a:pt x="44289" y="60087"/>
                  <a:pt x="50287" y="58319"/>
                  <a:pt x="54142" y="54784"/>
                </a:cubicBezTo>
                <a:cubicBezTo>
                  <a:pt x="57997" y="51249"/>
                  <a:pt x="59925" y="46216"/>
                  <a:pt x="59925" y="39684"/>
                </a:cubicBezTo>
                <a:cubicBezTo>
                  <a:pt x="59925" y="25867"/>
                  <a:pt x="51999" y="18959"/>
                  <a:pt x="36149" y="18959"/>
                </a:cubicBezTo>
                <a:lnTo>
                  <a:pt x="14620" y="18959"/>
                </a:lnTo>
                <a:lnTo>
                  <a:pt x="14620" y="60087"/>
                </a:lnTo>
                <a:lnTo>
                  <a:pt x="36149" y="60087"/>
                </a:lnTo>
                <a:close/>
                <a:moveTo>
                  <a:pt x="87558" y="74545"/>
                </a:moveTo>
                <a:cubicBezTo>
                  <a:pt x="87558" y="65548"/>
                  <a:pt x="89378" y="57650"/>
                  <a:pt x="93020" y="50850"/>
                </a:cubicBezTo>
                <a:cubicBezTo>
                  <a:pt x="96661" y="44048"/>
                  <a:pt x="101667" y="38772"/>
                  <a:pt x="108039" y="35023"/>
                </a:cubicBezTo>
                <a:cubicBezTo>
                  <a:pt x="114413" y="31274"/>
                  <a:pt x="121509" y="29400"/>
                  <a:pt x="129328" y="29400"/>
                </a:cubicBezTo>
                <a:cubicBezTo>
                  <a:pt x="137040" y="29400"/>
                  <a:pt x="143734" y="31060"/>
                  <a:pt x="149410" y="34381"/>
                </a:cubicBezTo>
                <a:cubicBezTo>
                  <a:pt x="155087" y="37702"/>
                  <a:pt x="159318" y="41879"/>
                  <a:pt x="162103" y="46913"/>
                </a:cubicBezTo>
                <a:lnTo>
                  <a:pt x="162103" y="30846"/>
                </a:lnTo>
                <a:lnTo>
                  <a:pt x="176883" y="30846"/>
                </a:lnTo>
                <a:lnTo>
                  <a:pt x="176883" y="118886"/>
                </a:lnTo>
                <a:lnTo>
                  <a:pt x="162103" y="118886"/>
                </a:lnTo>
                <a:lnTo>
                  <a:pt x="162103" y="102499"/>
                </a:lnTo>
                <a:cubicBezTo>
                  <a:pt x="159210" y="107640"/>
                  <a:pt x="154899" y="111898"/>
                  <a:pt x="149169" y="115273"/>
                </a:cubicBezTo>
                <a:cubicBezTo>
                  <a:pt x="143440" y="118646"/>
                  <a:pt x="136773" y="120333"/>
                  <a:pt x="129168" y="120333"/>
                </a:cubicBezTo>
                <a:cubicBezTo>
                  <a:pt x="121350" y="120333"/>
                  <a:pt x="114281" y="118405"/>
                  <a:pt x="107961" y="114550"/>
                </a:cubicBezTo>
                <a:cubicBezTo>
                  <a:pt x="101641" y="110693"/>
                  <a:pt x="96661" y="105284"/>
                  <a:pt x="93020" y="98324"/>
                </a:cubicBezTo>
                <a:cubicBezTo>
                  <a:pt x="89378" y="91362"/>
                  <a:pt x="87558" y="83436"/>
                  <a:pt x="87558" y="74545"/>
                </a:cubicBezTo>
                <a:moveTo>
                  <a:pt x="162103" y="74707"/>
                </a:moveTo>
                <a:cubicBezTo>
                  <a:pt x="162103" y="68065"/>
                  <a:pt x="160764" y="62282"/>
                  <a:pt x="158085" y="57356"/>
                </a:cubicBezTo>
                <a:cubicBezTo>
                  <a:pt x="155408" y="52428"/>
                  <a:pt x="151793" y="48653"/>
                  <a:pt x="147240" y="46030"/>
                </a:cubicBezTo>
                <a:cubicBezTo>
                  <a:pt x="142689" y="43406"/>
                  <a:pt x="137682" y="42093"/>
                  <a:pt x="132220" y="42093"/>
                </a:cubicBezTo>
                <a:cubicBezTo>
                  <a:pt x="126759" y="42093"/>
                  <a:pt x="121778" y="43379"/>
                  <a:pt x="117279" y="45949"/>
                </a:cubicBezTo>
                <a:cubicBezTo>
                  <a:pt x="112781" y="48520"/>
                  <a:pt x="109193" y="52269"/>
                  <a:pt x="106515" y="57196"/>
                </a:cubicBezTo>
                <a:cubicBezTo>
                  <a:pt x="103838" y="62122"/>
                  <a:pt x="102499" y="67905"/>
                  <a:pt x="102499" y="74545"/>
                </a:cubicBezTo>
                <a:cubicBezTo>
                  <a:pt x="102499" y="81293"/>
                  <a:pt x="103838" y="87158"/>
                  <a:pt x="106515" y="92139"/>
                </a:cubicBezTo>
                <a:cubicBezTo>
                  <a:pt x="109193" y="97119"/>
                  <a:pt x="112781" y="100921"/>
                  <a:pt x="117279" y="103545"/>
                </a:cubicBezTo>
                <a:cubicBezTo>
                  <a:pt x="121778" y="106168"/>
                  <a:pt x="126759" y="107480"/>
                  <a:pt x="132220" y="107480"/>
                </a:cubicBezTo>
                <a:cubicBezTo>
                  <a:pt x="137682" y="107480"/>
                  <a:pt x="142689" y="106168"/>
                  <a:pt x="147240" y="103545"/>
                </a:cubicBezTo>
                <a:cubicBezTo>
                  <a:pt x="151793" y="100921"/>
                  <a:pt x="155408" y="97119"/>
                  <a:pt x="158085" y="92139"/>
                </a:cubicBezTo>
                <a:cubicBezTo>
                  <a:pt x="160764" y="87158"/>
                  <a:pt x="162103" y="81347"/>
                  <a:pt x="162103" y="74707"/>
                </a:cubicBezTo>
                <a:close/>
                <a:moveTo>
                  <a:pt x="219458" y="42895"/>
                </a:moveTo>
                <a:lnTo>
                  <a:pt x="219458" y="94789"/>
                </a:lnTo>
                <a:cubicBezTo>
                  <a:pt x="219458" y="99072"/>
                  <a:pt x="220368" y="102098"/>
                  <a:pt x="222188" y="103867"/>
                </a:cubicBezTo>
                <a:cubicBezTo>
                  <a:pt x="224009" y="105633"/>
                  <a:pt x="227169" y="106517"/>
                  <a:pt x="231668" y="106517"/>
                </a:cubicBezTo>
                <a:lnTo>
                  <a:pt x="242430" y="106517"/>
                </a:lnTo>
                <a:lnTo>
                  <a:pt x="242430" y="118886"/>
                </a:lnTo>
                <a:lnTo>
                  <a:pt x="229256" y="118886"/>
                </a:lnTo>
                <a:cubicBezTo>
                  <a:pt x="221117" y="118886"/>
                  <a:pt x="215012" y="117012"/>
                  <a:pt x="210941" y="113263"/>
                </a:cubicBezTo>
                <a:cubicBezTo>
                  <a:pt x="206872" y="109514"/>
                  <a:pt x="204837" y="103356"/>
                  <a:pt x="204837" y="94789"/>
                </a:cubicBezTo>
                <a:lnTo>
                  <a:pt x="204837" y="42895"/>
                </a:lnTo>
                <a:lnTo>
                  <a:pt x="193431" y="42895"/>
                </a:lnTo>
                <a:lnTo>
                  <a:pt x="193431" y="30846"/>
                </a:lnTo>
                <a:lnTo>
                  <a:pt x="204837" y="30846"/>
                </a:lnTo>
                <a:lnTo>
                  <a:pt x="204837" y="8676"/>
                </a:lnTo>
                <a:lnTo>
                  <a:pt x="219458" y="8676"/>
                </a:lnTo>
                <a:lnTo>
                  <a:pt x="219458" y="30846"/>
                </a:lnTo>
                <a:lnTo>
                  <a:pt x="242430" y="30846"/>
                </a:lnTo>
                <a:lnTo>
                  <a:pt x="242430" y="42895"/>
                </a:lnTo>
                <a:lnTo>
                  <a:pt x="219458" y="42895"/>
                </a:lnTo>
                <a:close/>
                <a:moveTo>
                  <a:pt x="254640" y="74707"/>
                </a:moveTo>
                <a:cubicBezTo>
                  <a:pt x="254640" y="65602"/>
                  <a:pt x="256461" y="57650"/>
                  <a:pt x="260102" y="50850"/>
                </a:cubicBezTo>
                <a:cubicBezTo>
                  <a:pt x="263743" y="44048"/>
                  <a:pt x="268804" y="38772"/>
                  <a:pt x="275284" y="35023"/>
                </a:cubicBezTo>
                <a:cubicBezTo>
                  <a:pt x="281764" y="31274"/>
                  <a:pt x="289181" y="29400"/>
                  <a:pt x="297535" y="29400"/>
                </a:cubicBezTo>
                <a:cubicBezTo>
                  <a:pt x="308352" y="29400"/>
                  <a:pt x="317269" y="32024"/>
                  <a:pt x="324285" y="37274"/>
                </a:cubicBezTo>
                <a:cubicBezTo>
                  <a:pt x="331301" y="42521"/>
                  <a:pt x="335933" y="49805"/>
                  <a:pt x="338182" y="59123"/>
                </a:cubicBezTo>
                <a:lnTo>
                  <a:pt x="322437" y="59123"/>
                </a:lnTo>
                <a:cubicBezTo>
                  <a:pt x="320938" y="53768"/>
                  <a:pt x="318019" y="49537"/>
                  <a:pt x="313680" y="46432"/>
                </a:cubicBezTo>
                <a:cubicBezTo>
                  <a:pt x="309343" y="43326"/>
                  <a:pt x="303961" y="41772"/>
                  <a:pt x="297535" y="41772"/>
                </a:cubicBezTo>
                <a:cubicBezTo>
                  <a:pt x="289181" y="41772"/>
                  <a:pt x="282433" y="44637"/>
                  <a:pt x="277291" y="50367"/>
                </a:cubicBezTo>
                <a:cubicBezTo>
                  <a:pt x="272151" y="56097"/>
                  <a:pt x="269582" y="64210"/>
                  <a:pt x="269582" y="74707"/>
                </a:cubicBezTo>
                <a:cubicBezTo>
                  <a:pt x="269582" y="85310"/>
                  <a:pt x="272151" y="93504"/>
                  <a:pt x="277291" y="99287"/>
                </a:cubicBezTo>
                <a:cubicBezTo>
                  <a:pt x="282433" y="105071"/>
                  <a:pt x="289181" y="107963"/>
                  <a:pt x="297535" y="107963"/>
                </a:cubicBezTo>
                <a:cubicBezTo>
                  <a:pt x="303961" y="107963"/>
                  <a:pt x="309316" y="106463"/>
                  <a:pt x="313599" y="103465"/>
                </a:cubicBezTo>
                <a:cubicBezTo>
                  <a:pt x="317884" y="100466"/>
                  <a:pt x="320830" y="96181"/>
                  <a:pt x="322437" y="90612"/>
                </a:cubicBezTo>
                <a:lnTo>
                  <a:pt x="338182" y="90612"/>
                </a:lnTo>
                <a:cubicBezTo>
                  <a:pt x="335825" y="99608"/>
                  <a:pt x="331112" y="106812"/>
                  <a:pt x="324042" y="112221"/>
                </a:cubicBezTo>
                <a:cubicBezTo>
                  <a:pt x="316974" y="117629"/>
                  <a:pt x="308138" y="120333"/>
                  <a:pt x="297535" y="120333"/>
                </a:cubicBezTo>
                <a:cubicBezTo>
                  <a:pt x="289181" y="120333"/>
                  <a:pt x="281764" y="118458"/>
                  <a:pt x="275284" y="114709"/>
                </a:cubicBezTo>
                <a:cubicBezTo>
                  <a:pt x="268804" y="110960"/>
                  <a:pt x="263743" y="105659"/>
                  <a:pt x="260102" y="98804"/>
                </a:cubicBezTo>
                <a:cubicBezTo>
                  <a:pt x="256461" y="91950"/>
                  <a:pt x="254640" y="83918"/>
                  <a:pt x="254640" y="74707"/>
                </a:cubicBezTo>
                <a:close/>
                <a:moveTo>
                  <a:pt x="401319" y="29241"/>
                </a:moveTo>
                <a:cubicBezTo>
                  <a:pt x="407959" y="29241"/>
                  <a:pt x="413957" y="30660"/>
                  <a:pt x="419313" y="33499"/>
                </a:cubicBezTo>
                <a:cubicBezTo>
                  <a:pt x="424668" y="36336"/>
                  <a:pt x="428872" y="40593"/>
                  <a:pt x="431923" y="46270"/>
                </a:cubicBezTo>
                <a:cubicBezTo>
                  <a:pt x="434976" y="51946"/>
                  <a:pt x="436502" y="58854"/>
                  <a:pt x="436502" y="66995"/>
                </a:cubicBezTo>
                <a:lnTo>
                  <a:pt x="436502" y="118886"/>
                </a:lnTo>
                <a:lnTo>
                  <a:pt x="422044" y="118886"/>
                </a:lnTo>
                <a:lnTo>
                  <a:pt x="422044" y="69083"/>
                </a:lnTo>
                <a:cubicBezTo>
                  <a:pt x="422044" y="60301"/>
                  <a:pt x="419848" y="53580"/>
                  <a:pt x="415457" y="48920"/>
                </a:cubicBezTo>
                <a:cubicBezTo>
                  <a:pt x="411065" y="44261"/>
                  <a:pt x="405068" y="41931"/>
                  <a:pt x="397463" y="41931"/>
                </a:cubicBezTo>
                <a:cubicBezTo>
                  <a:pt x="389753" y="41931"/>
                  <a:pt x="383621" y="44341"/>
                  <a:pt x="379068" y="49161"/>
                </a:cubicBezTo>
                <a:cubicBezTo>
                  <a:pt x="374516" y="53980"/>
                  <a:pt x="372241" y="60996"/>
                  <a:pt x="372241" y="70209"/>
                </a:cubicBezTo>
                <a:lnTo>
                  <a:pt x="372241" y="118886"/>
                </a:lnTo>
                <a:lnTo>
                  <a:pt x="357620" y="118886"/>
                </a:lnTo>
                <a:lnTo>
                  <a:pt x="357620" y="0"/>
                </a:lnTo>
                <a:lnTo>
                  <a:pt x="372241" y="0"/>
                </a:lnTo>
                <a:lnTo>
                  <a:pt x="372241" y="43378"/>
                </a:lnTo>
                <a:cubicBezTo>
                  <a:pt x="375133" y="38880"/>
                  <a:pt x="379123" y="35400"/>
                  <a:pt x="384209" y="32937"/>
                </a:cubicBezTo>
                <a:cubicBezTo>
                  <a:pt x="389296" y="30473"/>
                  <a:pt x="395000" y="29241"/>
                  <a:pt x="401319" y="29241"/>
                </a:cubicBezTo>
                <a:close/>
                <a:moveTo>
                  <a:pt x="540768" y="71493"/>
                </a:moveTo>
                <a:cubicBezTo>
                  <a:pt x="540768" y="74278"/>
                  <a:pt x="540608" y="77223"/>
                  <a:pt x="540288" y="80328"/>
                </a:cubicBezTo>
                <a:lnTo>
                  <a:pt x="469920" y="80328"/>
                </a:lnTo>
                <a:cubicBezTo>
                  <a:pt x="470456" y="89004"/>
                  <a:pt x="473428" y="95779"/>
                  <a:pt x="478836" y="100653"/>
                </a:cubicBezTo>
                <a:cubicBezTo>
                  <a:pt x="484245" y="105526"/>
                  <a:pt x="490805" y="107963"/>
                  <a:pt x="498516" y="107963"/>
                </a:cubicBezTo>
                <a:cubicBezTo>
                  <a:pt x="504836" y="107963"/>
                  <a:pt x="510110" y="106490"/>
                  <a:pt x="514340" y="103545"/>
                </a:cubicBezTo>
                <a:cubicBezTo>
                  <a:pt x="518571" y="100599"/>
                  <a:pt x="521544" y="96662"/>
                  <a:pt x="523258" y="91734"/>
                </a:cubicBezTo>
                <a:lnTo>
                  <a:pt x="539001" y="91734"/>
                </a:lnTo>
                <a:cubicBezTo>
                  <a:pt x="536646" y="100197"/>
                  <a:pt x="531934" y="107079"/>
                  <a:pt x="524864" y="112380"/>
                </a:cubicBezTo>
                <a:cubicBezTo>
                  <a:pt x="517795" y="117682"/>
                  <a:pt x="509013" y="120333"/>
                  <a:pt x="498516" y="120333"/>
                </a:cubicBezTo>
                <a:cubicBezTo>
                  <a:pt x="490161" y="120333"/>
                  <a:pt x="482691" y="118458"/>
                  <a:pt x="476105" y="114709"/>
                </a:cubicBezTo>
                <a:cubicBezTo>
                  <a:pt x="469519" y="110960"/>
                  <a:pt x="464351" y="105632"/>
                  <a:pt x="460602" y="98723"/>
                </a:cubicBezTo>
                <a:cubicBezTo>
                  <a:pt x="456853" y="91815"/>
                  <a:pt x="454979" y="83810"/>
                  <a:pt x="454979" y="74707"/>
                </a:cubicBezTo>
                <a:cubicBezTo>
                  <a:pt x="454979" y="65602"/>
                  <a:pt x="456799" y="57623"/>
                  <a:pt x="460440" y="50769"/>
                </a:cubicBezTo>
                <a:cubicBezTo>
                  <a:pt x="464082" y="43913"/>
                  <a:pt x="469195" y="38638"/>
                  <a:pt x="475781" y="34943"/>
                </a:cubicBezTo>
                <a:cubicBezTo>
                  <a:pt x="482369" y="31247"/>
                  <a:pt x="489947" y="29400"/>
                  <a:pt x="498516" y="29400"/>
                </a:cubicBezTo>
                <a:cubicBezTo>
                  <a:pt x="506870" y="29400"/>
                  <a:pt x="514260" y="31221"/>
                  <a:pt x="520686" y="34864"/>
                </a:cubicBezTo>
                <a:cubicBezTo>
                  <a:pt x="527112" y="38505"/>
                  <a:pt x="532066" y="43513"/>
                  <a:pt x="535547" y="49886"/>
                </a:cubicBezTo>
                <a:cubicBezTo>
                  <a:pt x="539028" y="56258"/>
                  <a:pt x="540768" y="63461"/>
                  <a:pt x="540768" y="71493"/>
                </a:cubicBezTo>
                <a:moveTo>
                  <a:pt x="525668" y="68441"/>
                </a:moveTo>
                <a:cubicBezTo>
                  <a:pt x="525668" y="62871"/>
                  <a:pt x="524435" y="58079"/>
                  <a:pt x="521971" y="54064"/>
                </a:cubicBezTo>
                <a:cubicBezTo>
                  <a:pt x="519508" y="50046"/>
                  <a:pt x="516161" y="46994"/>
                  <a:pt x="511930" y="44905"/>
                </a:cubicBezTo>
                <a:cubicBezTo>
                  <a:pt x="507700" y="42816"/>
                  <a:pt x="503015" y="41772"/>
                  <a:pt x="497874" y="41772"/>
                </a:cubicBezTo>
                <a:cubicBezTo>
                  <a:pt x="490483" y="41772"/>
                  <a:pt x="484191" y="44129"/>
                  <a:pt x="478995" y="48842"/>
                </a:cubicBezTo>
                <a:cubicBezTo>
                  <a:pt x="473801" y="53554"/>
                  <a:pt x="470830" y="60087"/>
                  <a:pt x="470079" y="68441"/>
                </a:cubicBezTo>
                <a:lnTo>
                  <a:pt x="525668" y="68441"/>
                </a:lnTo>
                <a:close/>
                <a:moveTo>
                  <a:pt x="591214" y="120333"/>
                </a:moveTo>
                <a:cubicBezTo>
                  <a:pt x="584467" y="120333"/>
                  <a:pt x="578415" y="119181"/>
                  <a:pt x="573059" y="116879"/>
                </a:cubicBezTo>
                <a:cubicBezTo>
                  <a:pt x="567705" y="114576"/>
                  <a:pt x="563475" y="111363"/>
                  <a:pt x="560368" y="107240"/>
                </a:cubicBezTo>
                <a:cubicBezTo>
                  <a:pt x="557263" y="103116"/>
                  <a:pt x="555550" y="98377"/>
                  <a:pt x="555228" y="93021"/>
                </a:cubicBezTo>
                <a:lnTo>
                  <a:pt x="570331" y="93021"/>
                </a:lnTo>
                <a:cubicBezTo>
                  <a:pt x="570759" y="97413"/>
                  <a:pt x="572821" y="101001"/>
                  <a:pt x="576516" y="103786"/>
                </a:cubicBezTo>
                <a:cubicBezTo>
                  <a:pt x="580211" y="106570"/>
                  <a:pt x="585057" y="107963"/>
                  <a:pt x="591055" y="107963"/>
                </a:cubicBezTo>
                <a:cubicBezTo>
                  <a:pt x="596625" y="107963"/>
                  <a:pt x="601016" y="106731"/>
                  <a:pt x="604229" y="104269"/>
                </a:cubicBezTo>
                <a:cubicBezTo>
                  <a:pt x="607442" y="101804"/>
                  <a:pt x="609049" y="98697"/>
                  <a:pt x="609049" y="94948"/>
                </a:cubicBezTo>
                <a:cubicBezTo>
                  <a:pt x="609049" y="91093"/>
                  <a:pt x="607334" y="88228"/>
                  <a:pt x="603905" y="86354"/>
                </a:cubicBezTo>
                <a:cubicBezTo>
                  <a:pt x="600478" y="84479"/>
                  <a:pt x="595178" y="82632"/>
                  <a:pt x="588003" y="80811"/>
                </a:cubicBezTo>
                <a:cubicBezTo>
                  <a:pt x="581469" y="79097"/>
                  <a:pt x="576141" y="77356"/>
                  <a:pt x="572017" y="75589"/>
                </a:cubicBezTo>
                <a:cubicBezTo>
                  <a:pt x="567894" y="73823"/>
                  <a:pt x="564359" y="71199"/>
                  <a:pt x="561413" y="67718"/>
                </a:cubicBezTo>
                <a:cubicBezTo>
                  <a:pt x="558468" y="64237"/>
                  <a:pt x="556995" y="59658"/>
                  <a:pt x="556995" y="53980"/>
                </a:cubicBezTo>
                <a:cubicBezTo>
                  <a:pt x="556995" y="49483"/>
                  <a:pt x="558334" y="45359"/>
                  <a:pt x="561011" y="41610"/>
                </a:cubicBezTo>
                <a:cubicBezTo>
                  <a:pt x="563689" y="37861"/>
                  <a:pt x="567491" y="34889"/>
                  <a:pt x="572417" y="32695"/>
                </a:cubicBezTo>
                <a:cubicBezTo>
                  <a:pt x="577344" y="30498"/>
                  <a:pt x="582968" y="29400"/>
                  <a:pt x="589288" y="29400"/>
                </a:cubicBezTo>
                <a:cubicBezTo>
                  <a:pt x="599035" y="29400"/>
                  <a:pt x="606907" y="31864"/>
                  <a:pt x="612905" y="36791"/>
                </a:cubicBezTo>
                <a:cubicBezTo>
                  <a:pt x="618902" y="41718"/>
                  <a:pt x="622115" y="48466"/>
                  <a:pt x="622544" y="57035"/>
                </a:cubicBezTo>
                <a:lnTo>
                  <a:pt x="607923" y="57035"/>
                </a:lnTo>
                <a:cubicBezTo>
                  <a:pt x="607601" y="52429"/>
                  <a:pt x="605754" y="48734"/>
                  <a:pt x="602381" y="45949"/>
                </a:cubicBezTo>
                <a:cubicBezTo>
                  <a:pt x="599008" y="43165"/>
                  <a:pt x="594482" y="41772"/>
                  <a:pt x="588805" y="41772"/>
                </a:cubicBezTo>
                <a:cubicBezTo>
                  <a:pt x="583557" y="41772"/>
                  <a:pt x="579380" y="42897"/>
                  <a:pt x="576273" y="45145"/>
                </a:cubicBezTo>
                <a:cubicBezTo>
                  <a:pt x="573168" y="47394"/>
                  <a:pt x="571615" y="50339"/>
                  <a:pt x="571615" y="53980"/>
                </a:cubicBezTo>
                <a:cubicBezTo>
                  <a:pt x="571615" y="56873"/>
                  <a:pt x="572553" y="59256"/>
                  <a:pt x="574427" y="61131"/>
                </a:cubicBezTo>
                <a:cubicBezTo>
                  <a:pt x="576302" y="63006"/>
                  <a:pt x="578658" y="64505"/>
                  <a:pt x="581495" y="65629"/>
                </a:cubicBezTo>
                <a:cubicBezTo>
                  <a:pt x="584333" y="66754"/>
                  <a:pt x="588270" y="68012"/>
                  <a:pt x="593303" y="69405"/>
                </a:cubicBezTo>
                <a:cubicBezTo>
                  <a:pt x="599623" y="71117"/>
                  <a:pt x="604764" y="72804"/>
                  <a:pt x="608727" y="74464"/>
                </a:cubicBezTo>
                <a:cubicBezTo>
                  <a:pt x="612691" y="76125"/>
                  <a:pt x="616091" y="78615"/>
                  <a:pt x="618928" y="81936"/>
                </a:cubicBezTo>
                <a:cubicBezTo>
                  <a:pt x="621766" y="85255"/>
                  <a:pt x="623239" y="89593"/>
                  <a:pt x="623345" y="94948"/>
                </a:cubicBezTo>
                <a:cubicBezTo>
                  <a:pt x="623345" y="99768"/>
                  <a:pt x="622007" y="104106"/>
                  <a:pt x="619330" y="107963"/>
                </a:cubicBezTo>
                <a:cubicBezTo>
                  <a:pt x="616653" y="111818"/>
                  <a:pt x="612878" y="114844"/>
                  <a:pt x="608004" y="117040"/>
                </a:cubicBezTo>
                <a:cubicBezTo>
                  <a:pt x="603131" y="119235"/>
                  <a:pt x="597534" y="120333"/>
                  <a:pt x="591214" y="1203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1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73fb9cc2b4a0f"/>
          <a:stretch xmlns:a="http://schemas.openxmlformats.org/drawingml/2006/main"/>
        </p:blipFill>
        <p:spPr>
          <a:xfrm xmlns:a="http://schemas.openxmlformats.org/drawingml/2006/main">
            <a:off x="3386935" y="4478359"/>
            <a:ext cx="442934" cy="442934"/>
          </a:xfrm>
          <a:prstGeom xmlns:a="http://schemas.openxmlformats.org/drawingml/2006/main" prst="rect">
            <a:avLst/>
          </a:prstGeom>
        </p:spPr>
      </p:pic>
      <p:sp>
        <p:nvSpPr>
          <p:cNvPr id="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D0B838-F277-49DC-B240-7ED678A2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214" y="4547212"/>
            <a:ext cx="236376" cy="236376"/>
          </a:xfrm>
          <a:custGeom xmlns:a="http://schemas.openxmlformats.org/drawingml/2006/main">
            <a:pathLst>
              <a:path w="236376" h="236376">
                <a:moveTo>
                  <a:pt x="0" y="118188"/>
                </a:moveTo>
                <a:lnTo>
                  <a:pt x="0" y="118188"/>
                </a:lnTo>
                <a:cubicBezTo>
                  <a:pt x="0" y="52914"/>
                  <a:pt x="52915" y="0"/>
                  <a:pt x="118188" y="0"/>
                </a:cubicBezTo>
                <a:cubicBezTo>
                  <a:pt x="149533" y="0"/>
                  <a:pt x="179595" y="12452"/>
                  <a:pt x="201759" y="34616"/>
                </a:cubicBezTo>
                <a:cubicBezTo>
                  <a:pt x="223924" y="56781"/>
                  <a:pt x="236376" y="86842"/>
                  <a:pt x="236376" y="118188"/>
                </a:cubicBezTo>
                <a:cubicBezTo>
                  <a:pt x="236376" y="183461"/>
                  <a:pt x="183461" y="236376"/>
                  <a:pt x="118188" y="236376"/>
                </a:cubicBezTo>
                <a:cubicBezTo>
                  <a:pt x="52915" y="236376"/>
                  <a:pt x="0" y="183461"/>
                  <a:pt x="0" y="118188"/>
                </a:cubicBezTo>
                <a:close/>
              </a:path>
            </a:pathLst>
          </a:custGeom>
          <a:solidFill xmlns:a="http://schemas.openxmlformats.org/drawingml/2006/main">
            <a:srgbClr val="A64D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6" name="Text 9">
            <a:extLst xmlns:a="http://schemas.openxmlformats.org/drawingml/2006/main">
              <a:ext uri="{FF2B5EF4-FFF2-40B4-BE49-F238E27FC236}">
                <a16:creationId xmlns:a16="http://schemas.microsoft.com/office/drawing/2014/main" id="{14B16F12-1785-4AB7-A765-38C6EE74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382" y="4616049"/>
            <a:ext cx="83059" cy="120492"/>
          </a:xfrm>
          <a:custGeom xmlns:a="http://schemas.openxmlformats.org/drawingml/2006/main">
            <a:pathLst>
              <a:path w="83059" h="120492">
                <a:moveTo>
                  <a:pt x="28436" y="85628"/>
                </a:moveTo>
                <a:cubicBezTo>
                  <a:pt x="30043" y="94090"/>
                  <a:pt x="34969" y="98321"/>
                  <a:pt x="43216" y="98321"/>
                </a:cubicBezTo>
                <a:cubicBezTo>
                  <a:pt x="48892" y="98321"/>
                  <a:pt x="52908" y="95805"/>
                  <a:pt x="55265" y="90771"/>
                </a:cubicBezTo>
                <a:cubicBezTo>
                  <a:pt x="57621" y="85736"/>
                  <a:pt x="58800" y="77542"/>
                  <a:pt x="58800" y="66188"/>
                </a:cubicBezTo>
                <a:cubicBezTo>
                  <a:pt x="56443" y="69509"/>
                  <a:pt x="53230" y="72080"/>
                  <a:pt x="49161" y="73900"/>
                </a:cubicBezTo>
                <a:cubicBezTo>
                  <a:pt x="45091" y="75721"/>
                  <a:pt x="40539" y="76631"/>
                  <a:pt x="35504" y="76631"/>
                </a:cubicBezTo>
                <a:cubicBezTo>
                  <a:pt x="28650" y="76631"/>
                  <a:pt x="22545" y="75213"/>
                  <a:pt x="17189" y="72376"/>
                </a:cubicBezTo>
                <a:cubicBezTo>
                  <a:pt x="11834" y="69537"/>
                  <a:pt x="7630" y="65307"/>
                  <a:pt x="4577" y="59685"/>
                </a:cubicBezTo>
                <a:cubicBezTo>
                  <a:pt x="1526" y="54061"/>
                  <a:pt x="0" y="47232"/>
                  <a:pt x="0" y="39198"/>
                </a:cubicBezTo>
                <a:cubicBezTo>
                  <a:pt x="0" y="31274"/>
                  <a:pt x="1633" y="24366"/>
                  <a:pt x="4900" y="18476"/>
                </a:cubicBezTo>
                <a:cubicBezTo>
                  <a:pt x="8167" y="12585"/>
                  <a:pt x="12826" y="8032"/>
                  <a:pt x="18876" y="4819"/>
                </a:cubicBezTo>
                <a:cubicBezTo>
                  <a:pt x="24928" y="1606"/>
                  <a:pt x="32077" y="0"/>
                  <a:pt x="40323" y="0"/>
                </a:cubicBezTo>
                <a:cubicBezTo>
                  <a:pt x="56176" y="0"/>
                  <a:pt x="67261" y="4927"/>
                  <a:pt x="73579" y="14780"/>
                </a:cubicBezTo>
                <a:cubicBezTo>
                  <a:pt x="79899" y="24633"/>
                  <a:pt x="83059" y="39145"/>
                  <a:pt x="83059" y="58317"/>
                </a:cubicBezTo>
                <a:cubicBezTo>
                  <a:pt x="83059" y="72241"/>
                  <a:pt x="81801" y="83728"/>
                  <a:pt x="79284" y="92779"/>
                </a:cubicBezTo>
                <a:cubicBezTo>
                  <a:pt x="76767" y="101828"/>
                  <a:pt x="72536" y="108709"/>
                  <a:pt x="66590" y="113422"/>
                </a:cubicBezTo>
                <a:cubicBezTo>
                  <a:pt x="60646" y="118135"/>
                  <a:pt x="52534" y="120492"/>
                  <a:pt x="42253" y="120492"/>
                </a:cubicBezTo>
                <a:cubicBezTo>
                  <a:pt x="34112" y="120492"/>
                  <a:pt x="27177" y="118886"/>
                  <a:pt x="21447" y="115673"/>
                </a:cubicBezTo>
                <a:cubicBezTo>
                  <a:pt x="15718" y="112458"/>
                  <a:pt x="11326" y="108227"/>
                  <a:pt x="8274" y="102979"/>
                </a:cubicBezTo>
                <a:cubicBezTo>
                  <a:pt x="5221" y="97731"/>
                  <a:pt x="3480" y="91948"/>
                  <a:pt x="3052" y="85628"/>
                </a:cubicBezTo>
                <a:lnTo>
                  <a:pt x="28436" y="85628"/>
                </a:lnTo>
                <a:moveTo>
                  <a:pt x="41770" y="54944"/>
                </a:moveTo>
                <a:cubicBezTo>
                  <a:pt x="46269" y="54944"/>
                  <a:pt x="49857" y="53578"/>
                  <a:pt x="52534" y="50847"/>
                </a:cubicBezTo>
                <a:cubicBezTo>
                  <a:pt x="55212" y="48116"/>
                  <a:pt x="56552" y="44394"/>
                  <a:pt x="56552" y="39681"/>
                </a:cubicBezTo>
                <a:cubicBezTo>
                  <a:pt x="56552" y="34540"/>
                  <a:pt x="55159" y="30577"/>
                  <a:pt x="52375" y="27792"/>
                </a:cubicBezTo>
                <a:cubicBezTo>
                  <a:pt x="49590" y="25007"/>
                  <a:pt x="45841" y="23614"/>
                  <a:pt x="41127" y="23614"/>
                </a:cubicBezTo>
                <a:cubicBezTo>
                  <a:pt x="36416" y="23614"/>
                  <a:pt x="32694" y="25034"/>
                  <a:pt x="29961" y="27873"/>
                </a:cubicBezTo>
                <a:cubicBezTo>
                  <a:pt x="27230" y="30711"/>
                  <a:pt x="25865" y="34594"/>
                  <a:pt x="25865" y="39519"/>
                </a:cubicBezTo>
                <a:cubicBezTo>
                  <a:pt x="25865" y="44126"/>
                  <a:pt x="27230" y="47849"/>
                  <a:pt x="29961" y="50688"/>
                </a:cubicBezTo>
                <a:cubicBezTo>
                  <a:pt x="32694" y="53525"/>
                  <a:pt x="36630" y="54944"/>
                  <a:pt x="41770" y="5494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1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9238389d6c4a06"/>
          <a:stretch xmlns:a="http://schemas.openxmlformats.org/drawingml/2006/main"/>
        </p:blipFill>
        <p:spPr>
          <a:xfrm xmlns:a="http://schemas.openxmlformats.org/drawingml/2006/main">
            <a:off x="1940669" y="4546527"/>
            <a:ext cx="1627388" cy="750661"/>
          </a:xfrm>
          <a:prstGeom xmlns:a="http://schemas.openxmlformats.org/drawingml/2006/main" prst="rect">
            <a:avLst/>
          </a:prstGeom>
        </p:spPr>
      </p:pic>
      <p:sp>
        <p:nvSpPr>
          <p:cNvPr id="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0EED39-533C-4336-9CEF-9FD2FE90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555" y="4623677"/>
            <a:ext cx="1403617" cy="527509"/>
          </a:xfrm>
          <a:custGeom xmlns:a="http://schemas.openxmlformats.org/drawingml/2006/main">
            <a:pathLst>
              <a:path w="1403617" h="527509">
                <a:moveTo>
                  <a:pt x="0" y="22335"/>
                </a:moveTo>
                <a:lnTo>
                  <a:pt x="0" y="22335"/>
                </a:lnTo>
                <a:cubicBezTo>
                  <a:pt x="0" y="10000"/>
                  <a:pt x="10000" y="0"/>
                  <a:pt x="22335" y="0"/>
                </a:cubicBezTo>
                <a:lnTo>
                  <a:pt x="1381283" y="0"/>
                </a:lnTo>
                <a:cubicBezTo>
                  <a:pt x="1387206" y="0"/>
                  <a:pt x="1392887" y="2353"/>
                  <a:pt x="1397075" y="6542"/>
                </a:cubicBezTo>
                <a:cubicBezTo>
                  <a:pt x="1401264" y="10730"/>
                  <a:pt x="1403617" y="16411"/>
                  <a:pt x="1403617" y="22335"/>
                </a:cubicBezTo>
                <a:lnTo>
                  <a:pt x="1403617" y="505174"/>
                </a:lnTo>
                <a:cubicBezTo>
                  <a:pt x="1403617" y="517509"/>
                  <a:pt x="1393618" y="527509"/>
                  <a:pt x="1381283" y="527509"/>
                </a:cubicBezTo>
                <a:lnTo>
                  <a:pt x="22335" y="527509"/>
                </a:lnTo>
                <a:cubicBezTo>
                  <a:pt x="10000" y="527509"/>
                  <a:pt x="0" y="517509"/>
                  <a:pt x="0" y="505174"/>
                </a:cubicBezTo>
                <a:lnTo>
                  <a:pt x="0" y="22335"/>
                </a:lnTo>
                <a:close/>
              </a:path>
            </a:pathLst>
          </a:custGeom>
          <a:solidFill xmlns:a="http://schemas.openxmlformats.org/drawingml/2006/main">
            <a:srgbClr val="F3F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78E9D0-01A7-4D06-A066-1596F965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555" y="4623677"/>
            <a:ext cx="1403617" cy="527509"/>
          </a:xfrm>
          <a:custGeom xmlns:a="http://schemas.openxmlformats.org/drawingml/2006/main">
            <a:pathLst>
              <a:path w="1403617" h="527509" fill="none">
                <a:moveTo>
                  <a:pt x="0" y="22335"/>
                </a:moveTo>
                <a:lnTo>
                  <a:pt x="0" y="22335"/>
                </a:lnTo>
                <a:cubicBezTo>
                  <a:pt x="0" y="10000"/>
                  <a:pt x="10000" y="0"/>
                  <a:pt x="22335" y="0"/>
                </a:cubicBezTo>
                <a:lnTo>
                  <a:pt x="1381283" y="0"/>
                </a:lnTo>
                <a:cubicBezTo>
                  <a:pt x="1387206" y="0"/>
                  <a:pt x="1392887" y="2353"/>
                  <a:pt x="1397075" y="6542"/>
                </a:cubicBezTo>
                <a:cubicBezTo>
                  <a:pt x="1401264" y="10730"/>
                  <a:pt x="1403617" y="16411"/>
                  <a:pt x="1403617" y="22335"/>
                </a:cubicBezTo>
                <a:lnTo>
                  <a:pt x="1403617" y="505174"/>
                </a:lnTo>
                <a:cubicBezTo>
                  <a:pt x="1403617" y="517509"/>
                  <a:pt x="1393618" y="527509"/>
                  <a:pt x="1381283" y="527509"/>
                </a:cubicBezTo>
                <a:lnTo>
                  <a:pt x="22335" y="527509"/>
                </a:lnTo>
                <a:cubicBezTo>
                  <a:pt x="10000" y="527509"/>
                  <a:pt x="0" y="517509"/>
                  <a:pt x="0" y="505174"/>
                </a:cubicBezTo>
                <a:lnTo>
                  <a:pt x="0" y="2233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213" cap="flat">
            <a:solidFill>
              <a:srgbClr val="666666"/>
            </a:solidFill>
            <a:round/>
          </a:ln>
        </p:spPr>
      </p:sp>
      <p:sp>
        <p:nvSpPr>
          <p:cNvPr id="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A2875E-BB56-4799-9E95-31FDDDF9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7" y="4642924"/>
            <a:ext cx="103145" cy="137526"/>
          </a:xfrm>
          <a:custGeom xmlns:a="http://schemas.openxmlformats.org/drawingml/2006/main">
            <a:pathLst>
              <a:path w="103145" h="137526">
                <a:moveTo>
                  <a:pt x="0" y="0"/>
                </a:moveTo>
                <a:lnTo>
                  <a:pt x="103145" y="0"/>
                </a:lnTo>
                <a:lnTo>
                  <a:pt x="103145" y="137526"/>
                </a:lnTo>
                <a:lnTo>
                  <a:pt x="0" y="1375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1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36a264c26c4e21"/>
          <a:stretch xmlns:a="http://schemas.openxmlformats.org/drawingml/2006/main"/>
        </p:blipFill>
        <p:spPr>
          <a:xfrm xmlns:a="http://schemas.openxmlformats.org/drawingml/2006/main">
            <a:off x="2076457" y="4643221"/>
            <a:ext cx="103145" cy="136934"/>
          </a:xfrm>
          <a:prstGeom xmlns:a="http://schemas.openxmlformats.org/drawingml/2006/main" prst="rect">
            <a:avLst/>
          </a:prstGeom>
        </p:spPr>
      </p:pic>
      <p:sp>
        <p:nvSpPr>
          <p:cNvPr id="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8C92EB-4959-48B3-8B56-0E267AFF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234" y="4461462"/>
            <a:ext cx="1049596" cy="500401"/>
          </a:xfrm>
          <a:custGeom xmlns:a="http://schemas.openxmlformats.org/drawingml/2006/main">
            <a:pathLst>
              <a:path w="1049596" h="500401">
                <a:moveTo>
                  <a:pt x="0" y="0"/>
                </a:moveTo>
                <a:lnTo>
                  <a:pt x="1049596" y="0"/>
                </a:lnTo>
                <a:lnTo>
                  <a:pt x="1049596" y="500401"/>
                </a:lnTo>
                <a:lnTo>
                  <a:pt x="0" y="5004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3" name="Text Patch">
            <a:extLst xmlns:a="http://schemas.openxmlformats.org/drawingml/2006/main">
              <a:ext uri="{FF2B5EF4-FFF2-40B4-BE49-F238E27FC236}">
                <a16:creationId xmlns:a16="http://schemas.microsoft.com/office/drawing/2014/main" id="{E535D3F2-8126-4D67-A6F6-0EF7C70D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0755" y="4648054"/>
            <a:ext cx="392184" cy="101901"/>
          </a:xfrm>
          <a:custGeom xmlns:a="http://schemas.openxmlformats.org/drawingml/2006/main">
            <a:pathLst>
              <a:path w="392184" h="101901">
                <a:moveTo>
                  <a:pt x="33464" y="61967"/>
                </a:moveTo>
                <a:lnTo>
                  <a:pt x="34297" y="61960"/>
                </a:lnTo>
                <a:lnTo>
                  <a:pt x="35121" y="61940"/>
                </a:lnTo>
                <a:lnTo>
                  <a:pt x="35936" y="61907"/>
                </a:lnTo>
                <a:lnTo>
                  <a:pt x="36742" y="61860"/>
                </a:lnTo>
                <a:lnTo>
                  <a:pt x="37539" y="61800"/>
                </a:lnTo>
                <a:lnTo>
                  <a:pt x="38327" y="61726"/>
                </a:lnTo>
                <a:lnTo>
                  <a:pt x="39105" y="61639"/>
                </a:lnTo>
                <a:lnTo>
                  <a:pt x="39875" y="61539"/>
                </a:lnTo>
                <a:lnTo>
                  <a:pt x="40635" y="61425"/>
                </a:lnTo>
                <a:lnTo>
                  <a:pt x="41387" y="61298"/>
                </a:lnTo>
                <a:lnTo>
                  <a:pt x="42129" y="61157"/>
                </a:lnTo>
                <a:lnTo>
                  <a:pt x="42862" y="61003"/>
                </a:lnTo>
                <a:lnTo>
                  <a:pt x="43586" y="60836"/>
                </a:lnTo>
                <a:lnTo>
                  <a:pt x="44301" y="60655"/>
                </a:lnTo>
                <a:lnTo>
                  <a:pt x="45007" y="60461"/>
                </a:lnTo>
                <a:lnTo>
                  <a:pt x="45704" y="60253"/>
                </a:lnTo>
                <a:lnTo>
                  <a:pt x="46392" y="60032"/>
                </a:lnTo>
                <a:lnTo>
                  <a:pt x="47071" y="59798"/>
                </a:lnTo>
                <a:lnTo>
                  <a:pt x="47740" y="59550"/>
                </a:lnTo>
                <a:lnTo>
                  <a:pt x="48401" y="59289"/>
                </a:lnTo>
                <a:lnTo>
                  <a:pt x="49052" y="59015"/>
                </a:lnTo>
                <a:lnTo>
                  <a:pt x="49695" y="58727"/>
                </a:lnTo>
                <a:lnTo>
                  <a:pt x="50328" y="58426"/>
                </a:lnTo>
                <a:lnTo>
                  <a:pt x="50952" y="58111"/>
                </a:lnTo>
                <a:lnTo>
                  <a:pt x="51566" y="57784"/>
                </a:lnTo>
                <a:lnTo>
                  <a:pt x="52169" y="57447"/>
                </a:lnTo>
                <a:lnTo>
                  <a:pt x="52761" y="57098"/>
                </a:lnTo>
                <a:lnTo>
                  <a:pt x="53341" y="56738"/>
                </a:lnTo>
                <a:lnTo>
                  <a:pt x="53910" y="56367"/>
                </a:lnTo>
                <a:lnTo>
                  <a:pt x="54468" y="55985"/>
                </a:lnTo>
                <a:lnTo>
                  <a:pt x="55015" y="55593"/>
                </a:lnTo>
                <a:lnTo>
                  <a:pt x="55550" y="55189"/>
                </a:lnTo>
                <a:lnTo>
                  <a:pt x="56074" y="54774"/>
                </a:lnTo>
                <a:lnTo>
                  <a:pt x="56587" y="54348"/>
                </a:lnTo>
                <a:lnTo>
                  <a:pt x="57089" y="53912"/>
                </a:lnTo>
                <a:lnTo>
                  <a:pt x="57579" y="53464"/>
                </a:lnTo>
                <a:lnTo>
                  <a:pt x="58058" y="53005"/>
                </a:lnTo>
                <a:lnTo>
                  <a:pt x="58526" y="52535"/>
                </a:lnTo>
                <a:lnTo>
                  <a:pt x="58983" y="52055"/>
                </a:lnTo>
                <a:lnTo>
                  <a:pt x="59428" y="51563"/>
                </a:lnTo>
                <a:lnTo>
                  <a:pt x="59862" y="51060"/>
                </a:lnTo>
                <a:lnTo>
                  <a:pt x="60285" y="50546"/>
                </a:lnTo>
                <a:lnTo>
                  <a:pt x="60697" y="50022"/>
                </a:lnTo>
                <a:lnTo>
                  <a:pt x="61097" y="49486"/>
                </a:lnTo>
                <a:lnTo>
                  <a:pt x="61487" y="48939"/>
                </a:lnTo>
                <a:lnTo>
                  <a:pt x="61865" y="48382"/>
                </a:lnTo>
                <a:lnTo>
                  <a:pt x="62231" y="47813"/>
                </a:lnTo>
                <a:lnTo>
                  <a:pt x="62587" y="47233"/>
                </a:lnTo>
                <a:lnTo>
                  <a:pt x="62930" y="46644"/>
                </a:lnTo>
                <a:lnTo>
                  <a:pt x="63258" y="46047"/>
                </a:lnTo>
                <a:lnTo>
                  <a:pt x="63571" y="45443"/>
                </a:lnTo>
                <a:lnTo>
                  <a:pt x="63870" y="44831"/>
                </a:lnTo>
                <a:lnTo>
                  <a:pt x="64155" y="44211"/>
                </a:lnTo>
                <a:lnTo>
                  <a:pt x="64424" y="43583"/>
                </a:lnTo>
                <a:lnTo>
                  <a:pt x="64680" y="42948"/>
                </a:lnTo>
                <a:lnTo>
                  <a:pt x="64920" y="42306"/>
                </a:lnTo>
                <a:lnTo>
                  <a:pt x="65146" y="41655"/>
                </a:lnTo>
                <a:lnTo>
                  <a:pt x="65358" y="40997"/>
                </a:lnTo>
                <a:lnTo>
                  <a:pt x="65555" y="40332"/>
                </a:lnTo>
                <a:lnTo>
                  <a:pt x="65737" y="39658"/>
                </a:lnTo>
                <a:lnTo>
                  <a:pt x="65905" y="38977"/>
                </a:lnTo>
                <a:lnTo>
                  <a:pt x="66058" y="38289"/>
                </a:lnTo>
                <a:lnTo>
                  <a:pt x="66196" y="37593"/>
                </a:lnTo>
                <a:lnTo>
                  <a:pt x="66320" y="36889"/>
                </a:lnTo>
                <a:lnTo>
                  <a:pt x="66430" y="36177"/>
                </a:lnTo>
                <a:lnTo>
                  <a:pt x="66525" y="35458"/>
                </a:lnTo>
                <a:lnTo>
                  <a:pt x="66605" y="34731"/>
                </a:lnTo>
                <a:lnTo>
                  <a:pt x="66670" y="33997"/>
                </a:lnTo>
                <a:lnTo>
                  <a:pt x="66721" y="33255"/>
                </a:lnTo>
                <a:lnTo>
                  <a:pt x="66758" y="32505"/>
                </a:lnTo>
                <a:lnTo>
                  <a:pt x="66780" y="31747"/>
                </a:lnTo>
                <a:lnTo>
                  <a:pt x="66787" y="30982"/>
                </a:lnTo>
                <a:lnTo>
                  <a:pt x="66780" y="30206"/>
                </a:lnTo>
                <a:lnTo>
                  <a:pt x="66758" y="29439"/>
                </a:lnTo>
                <a:lnTo>
                  <a:pt x="66723" y="28679"/>
                </a:lnTo>
                <a:lnTo>
                  <a:pt x="66672" y="27928"/>
                </a:lnTo>
                <a:lnTo>
                  <a:pt x="66608" y="27186"/>
                </a:lnTo>
                <a:lnTo>
                  <a:pt x="66529" y="26452"/>
                </a:lnTo>
                <a:lnTo>
                  <a:pt x="66436" y="25726"/>
                </a:lnTo>
                <a:lnTo>
                  <a:pt x="66328" y="25008"/>
                </a:lnTo>
                <a:lnTo>
                  <a:pt x="66206" y="24299"/>
                </a:lnTo>
                <a:lnTo>
                  <a:pt x="66070" y="23598"/>
                </a:lnTo>
                <a:lnTo>
                  <a:pt x="65919" y="22906"/>
                </a:lnTo>
                <a:lnTo>
                  <a:pt x="65754" y="22222"/>
                </a:lnTo>
                <a:lnTo>
                  <a:pt x="65575" y="21546"/>
                </a:lnTo>
                <a:lnTo>
                  <a:pt x="65381" y="20879"/>
                </a:lnTo>
                <a:lnTo>
                  <a:pt x="65173" y="20220"/>
                </a:lnTo>
                <a:lnTo>
                  <a:pt x="64951" y="19570"/>
                </a:lnTo>
                <a:lnTo>
                  <a:pt x="64714" y="18927"/>
                </a:lnTo>
                <a:lnTo>
                  <a:pt x="64463" y="18294"/>
                </a:lnTo>
                <a:lnTo>
                  <a:pt x="64198" y="17668"/>
                </a:lnTo>
                <a:lnTo>
                  <a:pt x="63918" y="17051"/>
                </a:lnTo>
                <a:lnTo>
                  <a:pt x="63624" y="16442"/>
                </a:lnTo>
                <a:lnTo>
                  <a:pt x="63316" y="15842"/>
                </a:lnTo>
                <a:lnTo>
                  <a:pt x="62993" y="15250"/>
                </a:lnTo>
                <a:lnTo>
                  <a:pt x="62656" y="14666"/>
                </a:lnTo>
                <a:lnTo>
                  <a:pt x="62306" y="14092"/>
                </a:lnTo>
                <a:lnTo>
                  <a:pt x="61944" y="13529"/>
                </a:lnTo>
                <a:lnTo>
                  <a:pt x="61571" y="12976"/>
                </a:lnTo>
                <a:lnTo>
                  <a:pt x="61185" y="12434"/>
                </a:lnTo>
                <a:lnTo>
                  <a:pt x="60788" y="11903"/>
                </a:lnTo>
                <a:lnTo>
                  <a:pt x="60380" y="11383"/>
                </a:lnTo>
                <a:lnTo>
                  <a:pt x="59959" y="10873"/>
                </a:lnTo>
                <a:lnTo>
                  <a:pt x="59527" y="10374"/>
                </a:lnTo>
                <a:lnTo>
                  <a:pt x="59083" y="9886"/>
                </a:lnTo>
                <a:lnTo>
                  <a:pt x="58628" y="9409"/>
                </a:lnTo>
                <a:lnTo>
                  <a:pt x="58160" y="8942"/>
                </a:lnTo>
                <a:lnTo>
                  <a:pt x="57681" y="8486"/>
                </a:lnTo>
                <a:lnTo>
                  <a:pt x="57191" y="8041"/>
                </a:lnTo>
                <a:lnTo>
                  <a:pt x="56688" y="7607"/>
                </a:lnTo>
                <a:lnTo>
                  <a:pt x="56174" y="7183"/>
                </a:lnTo>
                <a:lnTo>
                  <a:pt x="55648" y="6771"/>
                </a:lnTo>
                <a:lnTo>
                  <a:pt x="55111" y="6369"/>
                </a:lnTo>
                <a:lnTo>
                  <a:pt x="54561" y="5977"/>
                </a:lnTo>
                <a:lnTo>
                  <a:pt x="54000" y="5597"/>
                </a:lnTo>
                <a:lnTo>
                  <a:pt x="53428" y="5227"/>
                </a:lnTo>
                <a:lnTo>
                  <a:pt x="52843" y="4868"/>
                </a:lnTo>
                <a:lnTo>
                  <a:pt x="52247" y="4520"/>
                </a:lnTo>
                <a:lnTo>
                  <a:pt x="51639" y="4182"/>
                </a:lnTo>
                <a:lnTo>
                  <a:pt x="51020" y="3856"/>
                </a:lnTo>
                <a:lnTo>
                  <a:pt x="50390" y="3541"/>
                </a:lnTo>
                <a:lnTo>
                  <a:pt x="49751" y="3240"/>
                </a:lnTo>
                <a:lnTo>
                  <a:pt x="49104" y="2952"/>
                </a:lnTo>
                <a:lnTo>
                  <a:pt x="48448" y="2678"/>
                </a:lnTo>
                <a:lnTo>
                  <a:pt x="47783" y="2417"/>
                </a:lnTo>
                <a:lnTo>
                  <a:pt x="47109" y="2169"/>
                </a:lnTo>
                <a:lnTo>
                  <a:pt x="46426" y="1935"/>
                </a:lnTo>
                <a:lnTo>
                  <a:pt x="45734" y="1714"/>
                </a:lnTo>
                <a:lnTo>
                  <a:pt x="45034" y="1506"/>
                </a:lnTo>
                <a:lnTo>
                  <a:pt x="44324" y="1312"/>
                </a:lnTo>
                <a:lnTo>
                  <a:pt x="43606" y="1131"/>
                </a:lnTo>
                <a:lnTo>
                  <a:pt x="42879" y="964"/>
                </a:lnTo>
                <a:lnTo>
                  <a:pt x="42143" y="810"/>
                </a:lnTo>
                <a:lnTo>
                  <a:pt x="41398" y="669"/>
                </a:lnTo>
                <a:lnTo>
                  <a:pt x="40645" y="542"/>
                </a:lnTo>
                <a:lnTo>
                  <a:pt x="39882" y="428"/>
                </a:lnTo>
                <a:lnTo>
                  <a:pt x="39111" y="328"/>
                </a:lnTo>
                <a:lnTo>
                  <a:pt x="38331" y="241"/>
                </a:lnTo>
                <a:lnTo>
                  <a:pt x="37542" y="167"/>
                </a:lnTo>
                <a:lnTo>
                  <a:pt x="36744" y="107"/>
                </a:lnTo>
                <a:lnTo>
                  <a:pt x="35937" y="60"/>
                </a:lnTo>
                <a:lnTo>
                  <a:pt x="35122" y="27"/>
                </a:lnTo>
                <a:lnTo>
                  <a:pt x="34297" y="7"/>
                </a:lnTo>
                <a:lnTo>
                  <a:pt x="33464" y="0"/>
                </a:lnTo>
                <a:lnTo>
                  <a:pt x="0" y="0"/>
                </a:lnTo>
                <a:lnTo>
                  <a:pt x="0" y="100524"/>
                </a:lnTo>
                <a:lnTo>
                  <a:pt x="17213" y="100524"/>
                </a:lnTo>
                <a:lnTo>
                  <a:pt x="17213" y="61967"/>
                </a:lnTo>
                <a:lnTo>
                  <a:pt x="33464" y="61967"/>
                </a:lnTo>
                <a:close/>
                <a:moveTo>
                  <a:pt x="34056" y="15567"/>
                </a:moveTo>
                <a:lnTo>
                  <a:pt x="34637" y="15588"/>
                </a:lnTo>
                <a:lnTo>
                  <a:pt x="35210" y="15624"/>
                </a:lnTo>
                <a:lnTo>
                  <a:pt x="35772" y="15674"/>
                </a:lnTo>
                <a:lnTo>
                  <a:pt x="36324" y="15739"/>
                </a:lnTo>
                <a:lnTo>
                  <a:pt x="36867" y="15818"/>
                </a:lnTo>
                <a:lnTo>
                  <a:pt x="37400" y="15911"/>
                </a:lnTo>
                <a:lnTo>
                  <a:pt x="37923" y="16018"/>
                </a:lnTo>
                <a:lnTo>
                  <a:pt x="38436" y="16140"/>
                </a:lnTo>
                <a:lnTo>
                  <a:pt x="38940" y="16277"/>
                </a:lnTo>
                <a:lnTo>
                  <a:pt x="39433" y="16427"/>
                </a:lnTo>
                <a:lnTo>
                  <a:pt x="39917" y="16592"/>
                </a:lnTo>
                <a:lnTo>
                  <a:pt x="40391" y="16772"/>
                </a:lnTo>
                <a:lnTo>
                  <a:pt x="40856" y="16965"/>
                </a:lnTo>
                <a:lnTo>
                  <a:pt x="41310" y="17173"/>
                </a:lnTo>
                <a:lnTo>
                  <a:pt x="41755" y="17395"/>
                </a:lnTo>
                <a:lnTo>
                  <a:pt x="42190" y="17632"/>
                </a:lnTo>
                <a:lnTo>
                  <a:pt x="42615" y="17883"/>
                </a:lnTo>
                <a:lnTo>
                  <a:pt x="43030" y="18149"/>
                </a:lnTo>
                <a:lnTo>
                  <a:pt x="43436" y="18428"/>
                </a:lnTo>
                <a:lnTo>
                  <a:pt x="43831" y="18722"/>
                </a:lnTo>
                <a:lnTo>
                  <a:pt x="44217" y="19031"/>
                </a:lnTo>
                <a:lnTo>
                  <a:pt x="44593" y="19353"/>
                </a:lnTo>
                <a:lnTo>
                  <a:pt x="44960" y="19690"/>
                </a:lnTo>
                <a:lnTo>
                  <a:pt x="45314" y="20040"/>
                </a:lnTo>
                <a:lnTo>
                  <a:pt x="45653" y="20400"/>
                </a:lnTo>
                <a:lnTo>
                  <a:pt x="45977" y="20771"/>
                </a:lnTo>
                <a:lnTo>
                  <a:pt x="46286" y="21152"/>
                </a:lnTo>
                <a:lnTo>
                  <a:pt x="46579" y="21543"/>
                </a:lnTo>
                <a:lnTo>
                  <a:pt x="46858" y="21945"/>
                </a:lnTo>
                <a:lnTo>
                  <a:pt x="47122" y="22358"/>
                </a:lnTo>
                <a:lnTo>
                  <a:pt x="47370" y="22781"/>
                </a:lnTo>
                <a:lnTo>
                  <a:pt x="47604" y="23215"/>
                </a:lnTo>
                <a:lnTo>
                  <a:pt x="47822" y="23659"/>
                </a:lnTo>
                <a:lnTo>
                  <a:pt x="48026" y="24114"/>
                </a:lnTo>
                <a:lnTo>
                  <a:pt x="48214" y="24579"/>
                </a:lnTo>
                <a:lnTo>
                  <a:pt x="48387" y="25055"/>
                </a:lnTo>
                <a:lnTo>
                  <a:pt x="48545" y="25541"/>
                </a:lnTo>
                <a:lnTo>
                  <a:pt x="48689" y="26038"/>
                </a:lnTo>
                <a:lnTo>
                  <a:pt x="48817" y="26545"/>
                </a:lnTo>
                <a:lnTo>
                  <a:pt x="48930" y="27063"/>
                </a:lnTo>
                <a:lnTo>
                  <a:pt x="49028" y="27591"/>
                </a:lnTo>
                <a:lnTo>
                  <a:pt x="49110" y="28130"/>
                </a:lnTo>
                <a:lnTo>
                  <a:pt x="49178" y="28680"/>
                </a:lnTo>
                <a:lnTo>
                  <a:pt x="49231" y="29240"/>
                </a:lnTo>
                <a:lnTo>
                  <a:pt x="49269" y="29810"/>
                </a:lnTo>
                <a:lnTo>
                  <a:pt x="49291" y="30391"/>
                </a:lnTo>
                <a:lnTo>
                  <a:pt x="49299" y="30982"/>
                </a:lnTo>
                <a:lnTo>
                  <a:pt x="49291" y="31563"/>
                </a:lnTo>
                <a:lnTo>
                  <a:pt x="49269" y="32134"/>
                </a:lnTo>
                <a:lnTo>
                  <a:pt x="49231" y="32694"/>
                </a:lnTo>
                <a:lnTo>
                  <a:pt x="49178" y="33245"/>
                </a:lnTo>
                <a:lnTo>
                  <a:pt x="49110" y="33787"/>
                </a:lnTo>
                <a:lnTo>
                  <a:pt x="49028" y="34318"/>
                </a:lnTo>
                <a:lnTo>
                  <a:pt x="48930" y="34840"/>
                </a:lnTo>
                <a:lnTo>
                  <a:pt x="48817" y="35352"/>
                </a:lnTo>
                <a:lnTo>
                  <a:pt x="48689" y="35854"/>
                </a:lnTo>
                <a:lnTo>
                  <a:pt x="48545" y="36346"/>
                </a:lnTo>
                <a:lnTo>
                  <a:pt x="48387" y="36828"/>
                </a:lnTo>
                <a:lnTo>
                  <a:pt x="48214" y="37301"/>
                </a:lnTo>
                <a:lnTo>
                  <a:pt x="48026" y="37764"/>
                </a:lnTo>
                <a:lnTo>
                  <a:pt x="47822" y="38217"/>
                </a:lnTo>
                <a:lnTo>
                  <a:pt x="47604" y="38660"/>
                </a:lnTo>
                <a:lnTo>
                  <a:pt x="47370" y="39093"/>
                </a:lnTo>
                <a:lnTo>
                  <a:pt x="47122" y="39517"/>
                </a:lnTo>
                <a:lnTo>
                  <a:pt x="46858" y="39930"/>
                </a:lnTo>
                <a:lnTo>
                  <a:pt x="46579" y="40334"/>
                </a:lnTo>
                <a:lnTo>
                  <a:pt x="46286" y="40729"/>
                </a:lnTo>
                <a:lnTo>
                  <a:pt x="45977" y="41113"/>
                </a:lnTo>
                <a:lnTo>
                  <a:pt x="45653" y="41487"/>
                </a:lnTo>
                <a:lnTo>
                  <a:pt x="45314" y="41852"/>
                </a:lnTo>
                <a:lnTo>
                  <a:pt x="44960" y="42207"/>
                </a:lnTo>
                <a:lnTo>
                  <a:pt x="44593" y="42550"/>
                </a:lnTo>
                <a:lnTo>
                  <a:pt x="44217" y="42878"/>
                </a:lnTo>
                <a:lnTo>
                  <a:pt x="43831" y="43191"/>
                </a:lnTo>
                <a:lnTo>
                  <a:pt x="43436" y="43490"/>
                </a:lnTo>
                <a:lnTo>
                  <a:pt x="43030" y="43774"/>
                </a:lnTo>
                <a:lnTo>
                  <a:pt x="42615" y="44044"/>
                </a:lnTo>
                <a:lnTo>
                  <a:pt x="42190" y="44299"/>
                </a:lnTo>
                <a:lnTo>
                  <a:pt x="41755" y="44539"/>
                </a:lnTo>
                <a:lnTo>
                  <a:pt x="41310" y="44765"/>
                </a:lnTo>
                <a:lnTo>
                  <a:pt x="40856" y="44977"/>
                </a:lnTo>
                <a:lnTo>
                  <a:pt x="40391" y="45174"/>
                </a:lnTo>
                <a:lnTo>
                  <a:pt x="39917" y="45356"/>
                </a:lnTo>
                <a:lnTo>
                  <a:pt x="39433" y="45523"/>
                </a:lnTo>
                <a:lnTo>
                  <a:pt x="38940" y="45676"/>
                </a:lnTo>
                <a:lnTo>
                  <a:pt x="38436" y="45815"/>
                </a:lnTo>
                <a:lnTo>
                  <a:pt x="37923" y="45939"/>
                </a:lnTo>
                <a:lnTo>
                  <a:pt x="37400" y="46048"/>
                </a:lnTo>
                <a:lnTo>
                  <a:pt x="36867" y="46143"/>
                </a:lnTo>
                <a:lnTo>
                  <a:pt x="36324" y="46223"/>
                </a:lnTo>
                <a:lnTo>
                  <a:pt x="35772" y="46289"/>
                </a:lnTo>
                <a:lnTo>
                  <a:pt x="35210" y="46340"/>
                </a:lnTo>
                <a:lnTo>
                  <a:pt x="34637" y="46376"/>
                </a:lnTo>
                <a:lnTo>
                  <a:pt x="34056" y="46398"/>
                </a:lnTo>
                <a:lnTo>
                  <a:pt x="33464" y="46405"/>
                </a:lnTo>
                <a:lnTo>
                  <a:pt x="17213" y="46405"/>
                </a:lnTo>
                <a:lnTo>
                  <a:pt x="17213" y="15559"/>
                </a:lnTo>
                <a:lnTo>
                  <a:pt x="33464" y="15559"/>
                </a:lnTo>
                <a:lnTo>
                  <a:pt x="34056" y="15567"/>
                </a:lnTo>
                <a:close/>
                <a:moveTo>
                  <a:pt x="347706" y="0"/>
                </a:moveTo>
                <a:lnTo>
                  <a:pt x="330492" y="0"/>
                </a:lnTo>
                <a:lnTo>
                  <a:pt x="330492" y="100524"/>
                </a:lnTo>
                <a:lnTo>
                  <a:pt x="347706" y="100524"/>
                </a:lnTo>
                <a:lnTo>
                  <a:pt x="347706" y="53154"/>
                </a:lnTo>
                <a:lnTo>
                  <a:pt x="347712" y="52563"/>
                </a:lnTo>
                <a:lnTo>
                  <a:pt x="347731" y="51984"/>
                </a:lnTo>
                <a:lnTo>
                  <a:pt x="347763" y="51416"/>
                </a:lnTo>
                <a:lnTo>
                  <a:pt x="347807" y="50859"/>
                </a:lnTo>
                <a:lnTo>
                  <a:pt x="347864" y="50314"/>
                </a:lnTo>
                <a:lnTo>
                  <a:pt x="347934" y="49781"/>
                </a:lnTo>
                <a:lnTo>
                  <a:pt x="348016" y="49258"/>
                </a:lnTo>
                <a:lnTo>
                  <a:pt x="348111" y="48748"/>
                </a:lnTo>
                <a:lnTo>
                  <a:pt x="348219" y="48249"/>
                </a:lnTo>
                <a:lnTo>
                  <a:pt x="348339" y="47761"/>
                </a:lnTo>
                <a:lnTo>
                  <a:pt x="348472" y="47285"/>
                </a:lnTo>
                <a:lnTo>
                  <a:pt x="348618" y="46820"/>
                </a:lnTo>
                <a:lnTo>
                  <a:pt x="348776" y="46366"/>
                </a:lnTo>
                <a:lnTo>
                  <a:pt x="348948" y="45925"/>
                </a:lnTo>
                <a:lnTo>
                  <a:pt x="349131" y="45494"/>
                </a:lnTo>
                <a:lnTo>
                  <a:pt x="349328" y="45075"/>
                </a:lnTo>
                <a:lnTo>
                  <a:pt x="349537" y="44668"/>
                </a:lnTo>
                <a:lnTo>
                  <a:pt x="349759" y="44272"/>
                </a:lnTo>
                <a:lnTo>
                  <a:pt x="349993" y="43888"/>
                </a:lnTo>
                <a:lnTo>
                  <a:pt x="350240" y="43515"/>
                </a:lnTo>
                <a:lnTo>
                  <a:pt x="350500" y="43153"/>
                </a:lnTo>
                <a:lnTo>
                  <a:pt x="350772" y="42803"/>
                </a:lnTo>
                <a:lnTo>
                  <a:pt x="351058" y="42465"/>
                </a:lnTo>
                <a:lnTo>
                  <a:pt x="351355" y="42138"/>
                </a:lnTo>
                <a:lnTo>
                  <a:pt x="351664" y="41823"/>
                </a:lnTo>
                <a:lnTo>
                  <a:pt x="351982" y="41522"/>
                </a:lnTo>
                <a:lnTo>
                  <a:pt x="352310" y="41234"/>
                </a:lnTo>
                <a:lnTo>
                  <a:pt x="352647" y="40960"/>
                </a:lnTo>
                <a:lnTo>
                  <a:pt x="352993" y="40699"/>
                </a:lnTo>
                <a:lnTo>
                  <a:pt x="353348" y="40451"/>
                </a:lnTo>
                <a:lnTo>
                  <a:pt x="353713" y="40217"/>
                </a:lnTo>
                <a:lnTo>
                  <a:pt x="354087" y="39996"/>
                </a:lnTo>
                <a:lnTo>
                  <a:pt x="354470" y="39788"/>
                </a:lnTo>
                <a:lnTo>
                  <a:pt x="354863" y="39594"/>
                </a:lnTo>
                <a:lnTo>
                  <a:pt x="355265" y="39413"/>
                </a:lnTo>
                <a:lnTo>
                  <a:pt x="355676" y="39246"/>
                </a:lnTo>
                <a:lnTo>
                  <a:pt x="356097" y="39092"/>
                </a:lnTo>
                <a:lnTo>
                  <a:pt x="356527" y="38951"/>
                </a:lnTo>
                <a:lnTo>
                  <a:pt x="356966" y="38824"/>
                </a:lnTo>
                <a:lnTo>
                  <a:pt x="357414" y="38710"/>
                </a:lnTo>
                <a:lnTo>
                  <a:pt x="357872" y="38610"/>
                </a:lnTo>
                <a:lnTo>
                  <a:pt x="358339" y="38523"/>
                </a:lnTo>
                <a:lnTo>
                  <a:pt x="358816" y="38449"/>
                </a:lnTo>
                <a:lnTo>
                  <a:pt x="359302" y="38389"/>
                </a:lnTo>
                <a:lnTo>
                  <a:pt x="359797" y="38342"/>
                </a:lnTo>
                <a:lnTo>
                  <a:pt x="360301" y="38309"/>
                </a:lnTo>
                <a:lnTo>
                  <a:pt x="360815" y="38289"/>
                </a:lnTo>
                <a:lnTo>
                  <a:pt x="361338" y="38282"/>
                </a:lnTo>
                <a:lnTo>
                  <a:pt x="361873" y="38288"/>
                </a:lnTo>
                <a:lnTo>
                  <a:pt x="362397" y="38308"/>
                </a:lnTo>
                <a:lnTo>
                  <a:pt x="362912" y="38340"/>
                </a:lnTo>
                <a:lnTo>
                  <a:pt x="363416" y="38385"/>
                </a:lnTo>
                <a:lnTo>
                  <a:pt x="363910" y="38443"/>
                </a:lnTo>
                <a:lnTo>
                  <a:pt x="364394" y="38514"/>
                </a:lnTo>
                <a:lnTo>
                  <a:pt x="364868" y="38598"/>
                </a:lnTo>
                <a:lnTo>
                  <a:pt x="365332" y="38695"/>
                </a:lnTo>
                <a:lnTo>
                  <a:pt x="365786" y="38805"/>
                </a:lnTo>
                <a:lnTo>
                  <a:pt x="366230" y="38928"/>
                </a:lnTo>
                <a:lnTo>
                  <a:pt x="366664" y="39063"/>
                </a:lnTo>
                <a:lnTo>
                  <a:pt x="367088" y="39212"/>
                </a:lnTo>
                <a:lnTo>
                  <a:pt x="367502" y="39373"/>
                </a:lnTo>
                <a:lnTo>
                  <a:pt x="367906" y="39548"/>
                </a:lnTo>
                <a:lnTo>
                  <a:pt x="368300" y="39735"/>
                </a:lnTo>
                <a:lnTo>
                  <a:pt x="368683" y="39935"/>
                </a:lnTo>
                <a:lnTo>
                  <a:pt x="369057" y="40148"/>
                </a:lnTo>
                <a:lnTo>
                  <a:pt x="369420" y="40374"/>
                </a:lnTo>
                <a:lnTo>
                  <a:pt x="369774" y="40613"/>
                </a:lnTo>
                <a:lnTo>
                  <a:pt x="370117" y="40865"/>
                </a:lnTo>
                <a:lnTo>
                  <a:pt x="370451" y="41130"/>
                </a:lnTo>
                <a:lnTo>
                  <a:pt x="370774" y="41407"/>
                </a:lnTo>
                <a:lnTo>
                  <a:pt x="371087" y="41698"/>
                </a:lnTo>
                <a:lnTo>
                  <a:pt x="371390" y="42001"/>
                </a:lnTo>
                <a:lnTo>
                  <a:pt x="371683" y="42316"/>
                </a:lnTo>
                <a:lnTo>
                  <a:pt x="371962" y="42643"/>
                </a:lnTo>
                <a:lnTo>
                  <a:pt x="372230" y="42980"/>
                </a:lnTo>
                <a:lnTo>
                  <a:pt x="372485" y="43328"/>
                </a:lnTo>
                <a:lnTo>
                  <a:pt x="372727" y="43687"/>
                </a:lnTo>
                <a:lnTo>
                  <a:pt x="372957" y="44058"/>
                </a:lnTo>
                <a:lnTo>
                  <a:pt x="373175" y="44439"/>
                </a:lnTo>
                <a:lnTo>
                  <a:pt x="373380" y="44831"/>
                </a:lnTo>
                <a:lnTo>
                  <a:pt x="373572" y="45234"/>
                </a:lnTo>
                <a:lnTo>
                  <a:pt x="373753" y="45648"/>
                </a:lnTo>
                <a:lnTo>
                  <a:pt x="373920" y="46074"/>
                </a:lnTo>
                <a:lnTo>
                  <a:pt x="374076" y="46510"/>
                </a:lnTo>
                <a:lnTo>
                  <a:pt x="374219" y="46957"/>
                </a:lnTo>
                <a:lnTo>
                  <a:pt x="374349" y="47415"/>
                </a:lnTo>
                <a:lnTo>
                  <a:pt x="374467" y="47884"/>
                </a:lnTo>
                <a:lnTo>
                  <a:pt x="374573" y="48365"/>
                </a:lnTo>
                <a:lnTo>
                  <a:pt x="374666" y="48856"/>
                </a:lnTo>
                <a:lnTo>
                  <a:pt x="374747" y="49358"/>
                </a:lnTo>
                <a:lnTo>
                  <a:pt x="374816" y="49871"/>
                </a:lnTo>
                <a:lnTo>
                  <a:pt x="374872" y="50395"/>
                </a:lnTo>
                <a:lnTo>
                  <a:pt x="374915" y="50930"/>
                </a:lnTo>
                <a:lnTo>
                  <a:pt x="374946" y="51477"/>
                </a:lnTo>
                <a:lnTo>
                  <a:pt x="374965" y="52034"/>
                </a:lnTo>
                <a:lnTo>
                  <a:pt x="374971" y="52602"/>
                </a:lnTo>
                <a:lnTo>
                  <a:pt x="374971" y="100524"/>
                </a:lnTo>
                <a:lnTo>
                  <a:pt x="392184" y="100524"/>
                </a:lnTo>
                <a:lnTo>
                  <a:pt x="392184" y="50814"/>
                </a:lnTo>
                <a:lnTo>
                  <a:pt x="392173" y="49778"/>
                </a:lnTo>
                <a:lnTo>
                  <a:pt x="392138" y="48760"/>
                </a:lnTo>
                <a:lnTo>
                  <a:pt x="392080" y="47760"/>
                </a:lnTo>
                <a:lnTo>
                  <a:pt x="391999" y="46778"/>
                </a:lnTo>
                <a:lnTo>
                  <a:pt x="391894" y="45813"/>
                </a:lnTo>
                <a:lnTo>
                  <a:pt x="391767" y="44866"/>
                </a:lnTo>
                <a:lnTo>
                  <a:pt x="391616" y="43937"/>
                </a:lnTo>
                <a:lnTo>
                  <a:pt x="391442" y="43025"/>
                </a:lnTo>
                <a:lnTo>
                  <a:pt x="391245" y="42131"/>
                </a:lnTo>
                <a:lnTo>
                  <a:pt x="391024" y="41255"/>
                </a:lnTo>
                <a:lnTo>
                  <a:pt x="390781" y="40397"/>
                </a:lnTo>
                <a:lnTo>
                  <a:pt x="390514" y="39556"/>
                </a:lnTo>
                <a:lnTo>
                  <a:pt x="390224" y="38733"/>
                </a:lnTo>
                <a:lnTo>
                  <a:pt x="389911" y="37927"/>
                </a:lnTo>
                <a:lnTo>
                  <a:pt x="389575" y="37140"/>
                </a:lnTo>
                <a:lnTo>
                  <a:pt x="389215" y="36369"/>
                </a:lnTo>
                <a:lnTo>
                  <a:pt x="388833" y="35617"/>
                </a:lnTo>
                <a:lnTo>
                  <a:pt x="388427" y="34882"/>
                </a:lnTo>
                <a:lnTo>
                  <a:pt x="387998" y="34165"/>
                </a:lnTo>
                <a:lnTo>
                  <a:pt x="387545" y="33466"/>
                </a:lnTo>
                <a:lnTo>
                  <a:pt x="387070" y="32784"/>
                </a:lnTo>
                <a:lnTo>
                  <a:pt x="386571" y="32121"/>
                </a:lnTo>
                <a:lnTo>
                  <a:pt x="386049" y="31474"/>
                </a:lnTo>
                <a:lnTo>
                  <a:pt x="385504" y="30846"/>
                </a:lnTo>
                <a:lnTo>
                  <a:pt x="384940" y="30239"/>
                </a:lnTo>
                <a:lnTo>
                  <a:pt x="384360" y="29658"/>
                </a:lnTo>
                <a:lnTo>
                  <a:pt x="383765" y="29103"/>
                </a:lnTo>
                <a:lnTo>
                  <a:pt x="383154" y="28574"/>
                </a:lnTo>
                <a:lnTo>
                  <a:pt x="382528" y="28070"/>
                </a:lnTo>
                <a:lnTo>
                  <a:pt x="381886" y="27592"/>
                </a:lnTo>
                <a:lnTo>
                  <a:pt x="381228" y="27141"/>
                </a:lnTo>
                <a:lnTo>
                  <a:pt x="380555" y="26715"/>
                </a:lnTo>
                <a:lnTo>
                  <a:pt x="379867" y="26314"/>
                </a:lnTo>
                <a:lnTo>
                  <a:pt x="379163" y="25940"/>
                </a:lnTo>
                <a:lnTo>
                  <a:pt x="378443" y="25591"/>
                </a:lnTo>
                <a:lnTo>
                  <a:pt x="377708" y="25269"/>
                </a:lnTo>
                <a:lnTo>
                  <a:pt x="376957" y="24972"/>
                </a:lnTo>
                <a:lnTo>
                  <a:pt x="376191" y="24701"/>
                </a:lnTo>
                <a:lnTo>
                  <a:pt x="375409" y="24455"/>
                </a:lnTo>
                <a:lnTo>
                  <a:pt x="374612" y="24236"/>
                </a:lnTo>
                <a:lnTo>
                  <a:pt x="373799" y="24042"/>
                </a:lnTo>
                <a:lnTo>
                  <a:pt x="372970" y="23874"/>
                </a:lnTo>
                <a:lnTo>
                  <a:pt x="372126" y="23732"/>
                </a:lnTo>
                <a:lnTo>
                  <a:pt x="371267" y="23616"/>
                </a:lnTo>
                <a:lnTo>
                  <a:pt x="370392" y="23526"/>
                </a:lnTo>
                <a:lnTo>
                  <a:pt x="369501" y="23461"/>
                </a:lnTo>
                <a:lnTo>
                  <a:pt x="368595" y="23423"/>
                </a:lnTo>
                <a:lnTo>
                  <a:pt x="367673" y="23410"/>
                </a:lnTo>
                <a:lnTo>
                  <a:pt x="366889" y="23419"/>
                </a:lnTo>
                <a:lnTo>
                  <a:pt x="366118" y="23446"/>
                </a:lnTo>
                <a:lnTo>
                  <a:pt x="365361" y="23491"/>
                </a:lnTo>
                <a:lnTo>
                  <a:pt x="364619" y="23555"/>
                </a:lnTo>
                <a:lnTo>
                  <a:pt x="363891" y="23637"/>
                </a:lnTo>
                <a:lnTo>
                  <a:pt x="363176" y="23737"/>
                </a:lnTo>
                <a:lnTo>
                  <a:pt x="362476" y="23855"/>
                </a:lnTo>
                <a:lnTo>
                  <a:pt x="361790" y="23991"/>
                </a:lnTo>
                <a:lnTo>
                  <a:pt x="361118" y="24146"/>
                </a:lnTo>
                <a:lnTo>
                  <a:pt x="360461" y="24318"/>
                </a:lnTo>
                <a:lnTo>
                  <a:pt x="359817" y="24509"/>
                </a:lnTo>
                <a:lnTo>
                  <a:pt x="359187" y="24718"/>
                </a:lnTo>
                <a:lnTo>
                  <a:pt x="358572" y="24945"/>
                </a:lnTo>
                <a:lnTo>
                  <a:pt x="357970" y="25191"/>
                </a:lnTo>
                <a:lnTo>
                  <a:pt x="357383" y="25454"/>
                </a:lnTo>
                <a:lnTo>
                  <a:pt x="356810" y="25736"/>
                </a:lnTo>
                <a:lnTo>
                  <a:pt x="356251" y="26036"/>
                </a:lnTo>
                <a:lnTo>
                  <a:pt x="355706" y="26354"/>
                </a:lnTo>
                <a:lnTo>
                  <a:pt x="355175" y="26690"/>
                </a:lnTo>
                <a:lnTo>
                  <a:pt x="354658" y="27044"/>
                </a:lnTo>
                <a:lnTo>
                  <a:pt x="354155" y="27417"/>
                </a:lnTo>
                <a:lnTo>
                  <a:pt x="353667" y="27808"/>
                </a:lnTo>
                <a:lnTo>
                  <a:pt x="353192" y="28217"/>
                </a:lnTo>
                <a:lnTo>
                  <a:pt x="352732" y="28644"/>
                </a:lnTo>
                <a:lnTo>
                  <a:pt x="352288" y="29087"/>
                </a:lnTo>
                <a:lnTo>
                  <a:pt x="351863" y="29544"/>
                </a:lnTo>
                <a:lnTo>
                  <a:pt x="351457" y="30016"/>
                </a:lnTo>
                <a:lnTo>
                  <a:pt x="351070" y="30503"/>
                </a:lnTo>
                <a:lnTo>
                  <a:pt x="350702" y="31003"/>
                </a:lnTo>
                <a:lnTo>
                  <a:pt x="350353" y="31518"/>
                </a:lnTo>
                <a:lnTo>
                  <a:pt x="350022" y="32047"/>
                </a:lnTo>
                <a:lnTo>
                  <a:pt x="349711" y="32591"/>
                </a:lnTo>
                <a:lnTo>
                  <a:pt x="349418" y="33149"/>
                </a:lnTo>
                <a:lnTo>
                  <a:pt x="349144" y="33721"/>
                </a:lnTo>
                <a:lnTo>
                  <a:pt x="348889" y="34308"/>
                </a:lnTo>
                <a:lnTo>
                  <a:pt x="348653" y="34909"/>
                </a:lnTo>
                <a:lnTo>
                  <a:pt x="348436" y="35524"/>
                </a:lnTo>
                <a:lnTo>
                  <a:pt x="348238" y="36153"/>
                </a:lnTo>
                <a:lnTo>
                  <a:pt x="348058" y="36797"/>
                </a:lnTo>
                <a:lnTo>
                  <a:pt x="347898" y="37456"/>
                </a:lnTo>
                <a:lnTo>
                  <a:pt x="347756" y="38128"/>
                </a:lnTo>
                <a:lnTo>
                  <a:pt x="347634" y="38815"/>
                </a:lnTo>
                <a:lnTo>
                  <a:pt x="347570" y="39244"/>
                </a:lnTo>
                <a:lnTo>
                  <a:pt x="347294" y="39244"/>
                </a:lnTo>
                <a:lnTo>
                  <a:pt x="347706" y="24786"/>
                </a:lnTo>
                <a:lnTo>
                  <a:pt x="347706" y="0"/>
                </a:lnTo>
                <a:close/>
                <a:moveTo>
                  <a:pt x="205457" y="84963"/>
                </a:moveTo>
                <a:lnTo>
                  <a:pt x="204884" y="84950"/>
                </a:lnTo>
                <a:lnTo>
                  <a:pt x="204335" y="84913"/>
                </a:lnTo>
                <a:lnTo>
                  <a:pt x="203811" y="84851"/>
                </a:lnTo>
                <a:lnTo>
                  <a:pt x="203311" y="84764"/>
                </a:lnTo>
                <a:lnTo>
                  <a:pt x="202835" y="84652"/>
                </a:lnTo>
                <a:lnTo>
                  <a:pt x="202384" y="84515"/>
                </a:lnTo>
                <a:lnTo>
                  <a:pt x="201957" y="84354"/>
                </a:lnTo>
                <a:lnTo>
                  <a:pt x="201555" y="84167"/>
                </a:lnTo>
                <a:lnTo>
                  <a:pt x="201177" y="83956"/>
                </a:lnTo>
                <a:lnTo>
                  <a:pt x="200823" y="83720"/>
                </a:lnTo>
                <a:lnTo>
                  <a:pt x="200494" y="83459"/>
                </a:lnTo>
                <a:lnTo>
                  <a:pt x="200189" y="83173"/>
                </a:lnTo>
                <a:lnTo>
                  <a:pt x="199909" y="82862"/>
                </a:lnTo>
                <a:lnTo>
                  <a:pt x="199652" y="82527"/>
                </a:lnTo>
                <a:lnTo>
                  <a:pt x="199421" y="82166"/>
                </a:lnTo>
                <a:lnTo>
                  <a:pt x="199213" y="81781"/>
                </a:lnTo>
                <a:lnTo>
                  <a:pt x="199030" y="81371"/>
                </a:lnTo>
                <a:lnTo>
                  <a:pt x="198872" y="80936"/>
                </a:lnTo>
                <a:lnTo>
                  <a:pt x="198738" y="80476"/>
                </a:lnTo>
                <a:lnTo>
                  <a:pt x="198628" y="79991"/>
                </a:lnTo>
                <a:lnTo>
                  <a:pt x="198543" y="79482"/>
                </a:lnTo>
                <a:lnTo>
                  <a:pt x="198482" y="78947"/>
                </a:lnTo>
                <a:lnTo>
                  <a:pt x="198445" y="78388"/>
                </a:lnTo>
                <a:lnTo>
                  <a:pt x="198433" y="77804"/>
                </a:lnTo>
                <a:lnTo>
                  <a:pt x="198433" y="40348"/>
                </a:lnTo>
                <a:lnTo>
                  <a:pt x="227491" y="40348"/>
                </a:lnTo>
                <a:lnTo>
                  <a:pt x="227491" y="24786"/>
                </a:lnTo>
                <a:lnTo>
                  <a:pt x="198433" y="24786"/>
                </a:lnTo>
                <a:lnTo>
                  <a:pt x="198433" y="3442"/>
                </a:lnTo>
                <a:lnTo>
                  <a:pt x="181083" y="3442"/>
                </a:lnTo>
                <a:lnTo>
                  <a:pt x="181083" y="24786"/>
                </a:lnTo>
                <a:lnTo>
                  <a:pt x="160565" y="24786"/>
                </a:lnTo>
                <a:lnTo>
                  <a:pt x="160565" y="40348"/>
                </a:lnTo>
                <a:lnTo>
                  <a:pt x="181083" y="40348"/>
                </a:lnTo>
                <a:lnTo>
                  <a:pt x="181083" y="77804"/>
                </a:lnTo>
                <a:lnTo>
                  <a:pt x="181094" y="78679"/>
                </a:lnTo>
                <a:lnTo>
                  <a:pt x="181126" y="79539"/>
                </a:lnTo>
                <a:lnTo>
                  <a:pt x="181179" y="80383"/>
                </a:lnTo>
                <a:lnTo>
                  <a:pt x="181253" y="81212"/>
                </a:lnTo>
                <a:lnTo>
                  <a:pt x="181349" y="82024"/>
                </a:lnTo>
                <a:lnTo>
                  <a:pt x="181466" y="82821"/>
                </a:lnTo>
                <a:lnTo>
                  <a:pt x="181604" y="83602"/>
                </a:lnTo>
                <a:lnTo>
                  <a:pt x="181764" y="84368"/>
                </a:lnTo>
                <a:lnTo>
                  <a:pt x="181945" y="85117"/>
                </a:lnTo>
                <a:lnTo>
                  <a:pt x="182147" y="85851"/>
                </a:lnTo>
                <a:lnTo>
                  <a:pt x="182370" y="86569"/>
                </a:lnTo>
                <a:lnTo>
                  <a:pt x="182615" y="87271"/>
                </a:lnTo>
                <a:lnTo>
                  <a:pt x="182881" y="87957"/>
                </a:lnTo>
                <a:lnTo>
                  <a:pt x="183168" y="88628"/>
                </a:lnTo>
                <a:lnTo>
                  <a:pt x="183477" y="89283"/>
                </a:lnTo>
                <a:lnTo>
                  <a:pt x="183806" y="89922"/>
                </a:lnTo>
                <a:lnTo>
                  <a:pt x="184157" y="90545"/>
                </a:lnTo>
                <a:lnTo>
                  <a:pt x="184530" y="91153"/>
                </a:lnTo>
                <a:lnTo>
                  <a:pt x="184923" y="91744"/>
                </a:lnTo>
                <a:lnTo>
                  <a:pt x="185338" y="92320"/>
                </a:lnTo>
                <a:lnTo>
                  <a:pt x="185774" y="92880"/>
                </a:lnTo>
                <a:lnTo>
                  <a:pt x="186232" y="93425"/>
                </a:lnTo>
                <a:lnTo>
                  <a:pt x="186710" y="93954"/>
                </a:lnTo>
                <a:lnTo>
                  <a:pt x="187210" y="94466"/>
                </a:lnTo>
                <a:lnTo>
                  <a:pt x="187729" y="94961"/>
                </a:lnTo>
                <a:lnTo>
                  <a:pt x="188265" y="95434"/>
                </a:lnTo>
                <a:lnTo>
                  <a:pt x="188817" y="95886"/>
                </a:lnTo>
                <a:lnTo>
                  <a:pt x="189385" y="96317"/>
                </a:lnTo>
                <a:lnTo>
                  <a:pt x="189970" y="96728"/>
                </a:lnTo>
                <a:lnTo>
                  <a:pt x="190572" y="97117"/>
                </a:lnTo>
                <a:lnTo>
                  <a:pt x="191190" y="97485"/>
                </a:lnTo>
                <a:lnTo>
                  <a:pt x="191824" y="97832"/>
                </a:lnTo>
                <a:lnTo>
                  <a:pt x="192475" y="98158"/>
                </a:lnTo>
                <a:lnTo>
                  <a:pt x="193142" y="98463"/>
                </a:lnTo>
                <a:lnTo>
                  <a:pt x="193826" y="98747"/>
                </a:lnTo>
                <a:lnTo>
                  <a:pt x="194527" y="99010"/>
                </a:lnTo>
                <a:lnTo>
                  <a:pt x="195244" y="99252"/>
                </a:lnTo>
                <a:lnTo>
                  <a:pt x="195977" y="99473"/>
                </a:lnTo>
                <a:lnTo>
                  <a:pt x="196727" y="99672"/>
                </a:lnTo>
                <a:lnTo>
                  <a:pt x="197493" y="99851"/>
                </a:lnTo>
                <a:lnTo>
                  <a:pt x="198276" y="100009"/>
                </a:lnTo>
                <a:lnTo>
                  <a:pt x="199075" y="100146"/>
                </a:lnTo>
                <a:lnTo>
                  <a:pt x="199891" y="100261"/>
                </a:lnTo>
                <a:lnTo>
                  <a:pt x="200723" y="100356"/>
                </a:lnTo>
                <a:lnTo>
                  <a:pt x="201572" y="100430"/>
                </a:lnTo>
                <a:lnTo>
                  <a:pt x="202438" y="100482"/>
                </a:lnTo>
                <a:lnTo>
                  <a:pt x="203319" y="100514"/>
                </a:lnTo>
                <a:lnTo>
                  <a:pt x="204218" y="100524"/>
                </a:lnTo>
                <a:lnTo>
                  <a:pt x="226112" y="100524"/>
                </a:lnTo>
                <a:lnTo>
                  <a:pt x="226112" y="84963"/>
                </a:lnTo>
                <a:lnTo>
                  <a:pt x="205457" y="84963"/>
                </a:lnTo>
                <a:close/>
                <a:moveTo>
                  <a:pt x="144315" y="100524"/>
                </a:moveTo>
                <a:lnTo>
                  <a:pt x="144315" y="49160"/>
                </a:lnTo>
                <a:lnTo>
                  <a:pt x="144301" y="48182"/>
                </a:lnTo>
                <a:lnTo>
                  <a:pt x="144259" y="47220"/>
                </a:lnTo>
                <a:lnTo>
                  <a:pt x="144189" y="46276"/>
                </a:lnTo>
                <a:lnTo>
                  <a:pt x="144091" y="45348"/>
                </a:lnTo>
                <a:lnTo>
                  <a:pt x="143965" y="44438"/>
                </a:lnTo>
                <a:lnTo>
                  <a:pt x="143811" y="43544"/>
                </a:lnTo>
                <a:lnTo>
                  <a:pt x="143630" y="42668"/>
                </a:lnTo>
                <a:lnTo>
                  <a:pt x="143420" y="41808"/>
                </a:lnTo>
                <a:lnTo>
                  <a:pt x="143182" y="40966"/>
                </a:lnTo>
                <a:lnTo>
                  <a:pt x="142916" y="40140"/>
                </a:lnTo>
                <a:lnTo>
                  <a:pt x="142623" y="39332"/>
                </a:lnTo>
                <a:lnTo>
                  <a:pt x="142301" y="38540"/>
                </a:lnTo>
                <a:lnTo>
                  <a:pt x="141951" y="37765"/>
                </a:lnTo>
                <a:lnTo>
                  <a:pt x="141574" y="37008"/>
                </a:lnTo>
                <a:lnTo>
                  <a:pt x="141168" y="36267"/>
                </a:lnTo>
                <a:lnTo>
                  <a:pt x="140734" y="35543"/>
                </a:lnTo>
                <a:lnTo>
                  <a:pt x="140273" y="34836"/>
                </a:lnTo>
                <a:lnTo>
                  <a:pt x="139783" y="34147"/>
                </a:lnTo>
                <a:lnTo>
                  <a:pt x="139266" y="33474"/>
                </a:lnTo>
                <a:lnTo>
                  <a:pt x="138720" y="32818"/>
                </a:lnTo>
                <a:lnTo>
                  <a:pt x="138147" y="32179"/>
                </a:lnTo>
                <a:lnTo>
                  <a:pt x="137546" y="31557"/>
                </a:lnTo>
                <a:lnTo>
                  <a:pt x="136916" y="30953"/>
                </a:lnTo>
                <a:lnTo>
                  <a:pt x="136259" y="30365"/>
                </a:lnTo>
                <a:lnTo>
                  <a:pt x="135577" y="29797"/>
                </a:lnTo>
                <a:lnTo>
                  <a:pt x="134876" y="29254"/>
                </a:lnTo>
                <a:lnTo>
                  <a:pt x="134154" y="28735"/>
                </a:lnTo>
                <a:lnTo>
                  <a:pt x="133412" y="28240"/>
                </a:lnTo>
                <a:lnTo>
                  <a:pt x="132649" y="27769"/>
                </a:lnTo>
                <a:lnTo>
                  <a:pt x="131866" y="27322"/>
                </a:lnTo>
                <a:lnTo>
                  <a:pt x="131063" y="26899"/>
                </a:lnTo>
                <a:lnTo>
                  <a:pt x="130239" y="26501"/>
                </a:lnTo>
                <a:lnTo>
                  <a:pt x="129395" y="26126"/>
                </a:lnTo>
                <a:lnTo>
                  <a:pt x="128531" y="25776"/>
                </a:lnTo>
                <a:lnTo>
                  <a:pt x="127646" y="25450"/>
                </a:lnTo>
                <a:lnTo>
                  <a:pt x="126741" y="25148"/>
                </a:lnTo>
                <a:lnTo>
                  <a:pt x="125816" y="24871"/>
                </a:lnTo>
                <a:lnTo>
                  <a:pt x="124871" y="24617"/>
                </a:lnTo>
                <a:lnTo>
                  <a:pt x="123905" y="24388"/>
                </a:lnTo>
                <a:lnTo>
                  <a:pt x="122918" y="24182"/>
                </a:lnTo>
                <a:lnTo>
                  <a:pt x="121912" y="24001"/>
                </a:lnTo>
                <a:lnTo>
                  <a:pt x="120885" y="23844"/>
                </a:lnTo>
                <a:lnTo>
                  <a:pt x="119838" y="23711"/>
                </a:lnTo>
                <a:lnTo>
                  <a:pt x="118770" y="23603"/>
                </a:lnTo>
                <a:lnTo>
                  <a:pt x="117682" y="23518"/>
                </a:lnTo>
                <a:lnTo>
                  <a:pt x="116574" y="23458"/>
                </a:lnTo>
                <a:lnTo>
                  <a:pt x="115446" y="23422"/>
                </a:lnTo>
                <a:lnTo>
                  <a:pt x="114297" y="23410"/>
                </a:lnTo>
                <a:lnTo>
                  <a:pt x="113215" y="23421"/>
                </a:lnTo>
                <a:lnTo>
                  <a:pt x="112149" y="23454"/>
                </a:lnTo>
                <a:lnTo>
                  <a:pt x="111100" y="23509"/>
                </a:lnTo>
                <a:lnTo>
                  <a:pt x="110066" y="23586"/>
                </a:lnTo>
                <a:lnTo>
                  <a:pt x="109049" y="23685"/>
                </a:lnTo>
                <a:lnTo>
                  <a:pt x="108048" y="23806"/>
                </a:lnTo>
                <a:lnTo>
                  <a:pt x="107064" y="23949"/>
                </a:lnTo>
                <a:lnTo>
                  <a:pt x="106096" y="24114"/>
                </a:lnTo>
                <a:lnTo>
                  <a:pt x="105144" y="24301"/>
                </a:lnTo>
                <a:lnTo>
                  <a:pt x="104208" y="24509"/>
                </a:lnTo>
                <a:lnTo>
                  <a:pt x="103288" y="24740"/>
                </a:lnTo>
                <a:lnTo>
                  <a:pt x="102385" y="24993"/>
                </a:lnTo>
                <a:lnTo>
                  <a:pt x="101498" y="25268"/>
                </a:lnTo>
                <a:lnTo>
                  <a:pt x="100627" y="25565"/>
                </a:lnTo>
                <a:lnTo>
                  <a:pt x="99773" y="25884"/>
                </a:lnTo>
                <a:lnTo>
                  <a:pt x="98935" y="26225"/>
                </a:lnTo>
                <a:lnTo>
                  <a:pt x="98113" y="26588"/>
                </a:lnTo>
                <a:lnTo>
                  <a:pt x="97307" y="26973"/>
                </a:lnTo>
                <a:lnTo>
                  <a:pt x="96518" y="27380"/>
                </a:lnTo>
                <a:lnTo>
                  <a:pt x="95744" y="27809"/>
                </a:lnTo>
                <a:lnTo>
                  <a:pt x="94987" y="28260"/>
                </a:lnTo>
                <a:lnTo>
                  <a:pt x="94247" y="28733"/>
                </a:lnTo>
                <a:lnTo>
                  <a:pt x="93522" y="29228"/>
                </a:lnTo>
                <a:lnTo>
                  <a:pt x="92814" y="29745"/>
                </a:lnTo>
                <a:lnTo>
                  <a:pt x="92126" y="30280"/>
                </a:lnTo>
                <a:lnTo>
                  <a:pt x="91464" y="30831"/>
                </a:lnTo>
                <a:lnTo>
                  <a:pt x="90826" y="31397"/>
                </a:lnTo>
                <a:lnTo>
                  <a:pt x="90213" y="31978"/>
                </a:lnTo>
                <a:lnTo>
                  <a:pt x="89625" y="32575"/>
                </a:lnTo>
                <a:lnTo>
                  <a:pt x="89061" y="33187"/>
                </a:lnTo>
                <a:lnTo>
                  <a:pt x="88523" y="33814"/>
                </a:lnTo>
                <a:lnTo>
                  <a:pt x="88009" y="34457"/>
                </a:lnTo>
                <a:lnTo>
                  <a:pt x="87521" y="35115"/>
                </a:lnTo>
                <a:lnTo>
                  <a:pt x="87057" y="35788"/>
                </a:lnTo>
                <a:lnTo>
                  <a:pt x="86618" y="36476"/>
                </a:lnTo>
                <a:lnTo>
                  <a:pt x="86204" y="37180"/>
                </a:lnTo>
                <a:lnTo>
                  <a:pt x="85814" y="37899"/>
                </a:lnTo>
                <a:lnTo>
                  <a:pt x="85450" y="38633"/>
                </a:lnTo>
                <a:lnTo>
                  <a:pt x="85110" y="39383"/>
                </a:lnTo>
                <a:lnTo>
                  <a:pt x="84796" y="40148"/>
                </a:lnTo>
                <a:lnTo>
                  <a:pt x="84506" y="40928"/>
                </a:lnTo>
                <a:lnTo>
                  <a:pt x="84241" y="41724"/>
                </a:lnTo>
                <a:lnTo>
                  <a:pt x="84001" y="42535"/>
                </a:lnTo>
                <a:lnTo>
                  <a:pt x="83786" y="43361"/>
                </a:lnTo>
                <a:lnTo>
                  <a:pt x="83596" y="44203"/>
                </a:lnTo>
                <a:lnTo>
                  <a:pt x="83430" y="45060"/>
                </a:lnTo>
                <a:lnTo>
                  <a:pt x="83289" y="45932"/>
                </a:lnTo>
                <a:lnTo>
                  <a:pt x="83174" y="46819"/>
                </a:lnTo>
                <a:lnTo>
                  <a:pt x="99975" y="46819"/>
                </a:lnTo>
                <a:lnTo>
                  <a:pt x="100038" y="46467"/>
                </a:lnTo>
                <a:lnTo>
                  <a:pt x="100111" y="46120"/>
                </a:lnTo>
                <a:lnTo>
                  <a:pt x="100194" y="45780"/>
                </a:lnTo>
                <a:lnTo>
                  <a:pt x="100288" y="45446"/>
                </a:lnTo>
                <a:lnTo>
                  <a:pt x="100393" y="45118"/>
                </a:lnTo>
                <a:lnTo>
                  <a:pt x="100508" y="44796"/>
                </a:lnTo>
                <a:lnTo>
                  <a:pt x="100634" y="44481"/>
                </a:lnTo>
                <a:lnTo>
                  <a:pt x="100770" y="44172"/>
                </a:lnTo>
                <a:lnTo>
                  <a:pt x="100916" y="43869"/>
                </a:lnTo>
                <a:lnTo>
                  <a:pt x="101074" y="43572"/>
                </a:lnTo>
                <a:lnTo>
                  <a:pt x="101241" y="43282"/>
                </a:lnTo>
                <a:lnTo>
                  <a:pt x="101420" y="42998"/>
                </a:lnTo>
                <a:lnTo>
                  <a:pt x="101608" y="42720"/>
                </a:lnTo>
                <a:lnTo>
                  <a:pt x="101808" y="42448"/>
                </a:lnTo>
                <a:lnTo>
                  <a:pt x="102017" y="42182"/>
                </a:lnTo>
                <a:lnTo>
                  <a:pt x="102238" y="41923"/>
                </a:lnTo>
                <a:lnTo>
                  <a:pt x="102469" y="41670"/>
                </a:lnTo>
                <a:lnTo>
                  <a:pt x="102710" y="41423"/>
                </a:lnTo>
                <a:lnTo>
                  <a:pt x="102962" y="41182"/>
                </a:lnTo>
                <a:lnTo>
                  <a:pt x="103224" y="40948"/>
                </a:lnTo>
                <a:lnTo>
                  <a:pt x="103497" y="40720"/>
                </a:lnTo>
                <a:lnTo>
                  <a:pt x="103781" y="40498"/>
                </a:lnTo>
                <a:lnTo>
                  <a:pt x="104075" y="40282"/>
                </a:lnTo>
                <a:lnTo>
                  <a:pt x="104379" y="40072"/>
                </a:lnTo>
                <a:lnTo>
                  <a:pt x="104692" y="39870"/>
                </a:lnTo>
                <a:lnTo>
                  <a:pt x="105012" y="39676"/>
                </a:lnTo>
                <a:lnTo>
                  <a:pt x="105339" y="39491"/>
                </a:lnTo>
                <a:lnTo>
                  <a:pt x="105672" y="39315"/>
                </a:lnTo>
                <a:lnTo>
                  <a:pt x="106012" y="39147"/>
                </a:lnTo>
                <a:lnTo>
                  <a:pt x="106359" y="38988"/>
                </a:lnTo>
                <a:lnTo>
                  <a:pt x="106713" y="38837"/>
                </a:lnTo>
                <a:lnTo>
                  <a:pt x="107073" y="38695"/>
                </a:lnTo>
                <a:lnTo>
                  <a:pt x="107439" y="38561"/>
                </a:lnTo>
                <a:lnTo>
                  <a:pt x="107813" y="38437"/>
                </a:lnTo>
                <a:lnTo>
                  <a:pt x="108193" y="38320"/>
                </a:lnTo>
                <a:lnTo>
                  <a:pt x="108580" y="38213"/>
                </a:lnTo>
                <a:lnTo>
                  <a:pt x="108974" y="38114"/>
                </a:lnTo>
                <a:lnTo>
                  <a:pt x="109374" y="38023"/>
                </a:lnTo>
                <a:lnTo>
                  <a:pt x="109781" y="37941"/>
                </a:lnTo>
                <a:lnTo>
                  <a:pt x="110194" y="37868"/>
                </a:lnTo>
                <a:lnTo>
                  <a:pt x="110615" y="37804"/>
                </a:lnTo>
                <a:lnTo>
                  <a:pt x="111042" y="37748"/>
                </a:lnTo>
                <a:lnTo>
                  <a:pt x="111475" y="37700"/>
                </a:lnTo>
                <a:lnTo>
                  <a:pt x="111916" y="37662"/>
                </a:lnTo>
                <a:lnTo>
                  <a:pt x="112363" y="37632"/>
                </a:lnTo>
                <a:lnTo>
                  <a:pt x="112817" y="37610"/>
                </a:lnTo>
                <a:lnTo>
                  <a:pt x="113277" y="37597"/>
                </a:lnTo>
                <a:lnTo>
                  <a:pt x="113744" y="37593"/>
                </a:lnTo>
                <a:lnTo>
                  <a:pt x="114256" y="37598"/>
                </a:lnTo>
                <a:lnTo>
                  <a:pt x="114759" y="37614"/>
                </a:lnTo>
                <a:lnTo>
                  <a:pt x="115253" y="37641"/>
                </a:lnTo>
                <a:lnTo>
                  <a:pt x="115738" y="37679"/>
                </a:lnTo>
                <a:lnTo>
                  <a:pt x="116213" y="37727"/>
                </a:lnTo>
                <a:lnTo>
                  <a:pt x="116680" y="37787"/>
                </a:lnTo>
                <a:lnTo>
                  <a:pt x="117137" y="37856"/>
                </a:lnTo>
                <a:lnTo>
                  <a:pt x="117586" y="37937"/>
                </a:lnTo>
                <a:lnTo>
                  <a:pt x="118025" y="38029"/>
                </a:lnTo>
                <a:lnTo>
                  <a:pt x="118455" y="38131"/>
                </a:lnTo>
                <a:lnTo>
                  <a:pt x="118876" y="38244"/>
                </a:lnTo>
                <a:lnTo>
                  <a:pt x="119288" y="38368"/>
                </a:lnTo>
                <a:lnTo>
                  <a:pt x="119691" y="38502"/>
                </a:lnTo>
                <a:lnTo>
                  <a:pt x="120084" y="38647"/>
                </a:lnTo>
                <a:lnTo>
                  <a:pt x="120469" y="38803"/>
                </a:lnTo>
                <a:lnTo>
                  <a:pt x="120845" y="38970"/>
                </a:lnTo>
                <a:lnTo>
                  <a:pt x="121211" y="39148"/>
                </a:lnTo>
                <a:lnTo>
                  <a:pt x="121568" y="39336"/>
                </a:lnTo>
                <a:lnTo>
                  <a:pt x="121917" y="39535"/>
                </a:lnTo>
                <a:lnTo>
                  <a:pt x="122256" y="39745"/>
                </a:lnTo>
                <a:lnTo>
                  <a:pt x="122586" y="39966"/>
                </a:lnTo>
                <a:lnTo>
                  <a:pt x="122907" y="40197"/>
                </a:lnTo>
                <a:lnTo>
                  <a:pt x="123218" y="40439"/>
                </a:lnTo>
                <a:lnTo>
                  <a:pt x="123521" y="40692"/>
                </a:lnTo>
                <a:lnTo>
                  <a:pt x="123813" y="40954"/>
                </a:lnTo>
                <a:lnTo>
                  <a:pt x="124093" y="41225"/>
                </a:lnTo>
                <a:lnTo>
                  <a:pt x="124360" y="41504"/>
                </a:lnTo>
                <a:lnTo>
                  <a:pt x="124615" y="41792"/>
                </a:lnTo>
                <a:lnTo>
                  <a:pt x="124858" y="42087"/>
                </a:lnTo>
                <a:lnTo>
                  <a:pt x="125088" y="42391"/>
                </a:lnTo>
                <a:lnTo>
                  <a:pt x="125305" y="42704"/>
                </a:lnTo>
                <a:lnTo>
                  <a:pt x="125510" y="43025"/>
                </a:lnTo>
                <a:lnTo>
                  <a:pt x="125703" y="43354"/>
                </a:lnTo>
                <a:lnTo>
                  <a:pt x="125883" y="43692"/>
                </a:lnTo>
                <a:lnTo>
                  <a:pt x="126051" y="44038"/>
                </a:lnTo>
                <a:lnTo>
                  <a:pt x="126207" y="44392"/>
                </a:lnTo>
                <a:lnTo>
                  <a:pt x="126350" y="44755"/>
                </a:lnTo>
                <a:lnTo>
                  <a:pt x="126480" y="45126"/>
                </a:lnTo>
                <a:lnTo>
                  <a:pt x="126598" y="45506"/>
                </a:lnTo>
                <a:lnTo>
                  <a:pt x="126704" y="45894"/>
                </a:lnTo>
                <a:lnTo>
                  <a:pt x="126797" y="46290"/>
                </a:lnTo>
                <a:lnTo>
                  <a:pt x="126878" y="46695"/>
                </a:lnTo>
                <a:lnTo>
                  <a:pt x="126946" y="47108"/>
                </a:lnTo>
                <a:lnTo>
                  <a:pt x="127002" y="47529"/>
                </a:lnTo>
                <a:lnTo>
                  <a:pt x="127046" y="47959"/>
                </a:lnTo>
                <a:lnTo>
                  <a:pt x="127077" y="48397"/>
                </a:lnTo>
                <a:lnTo>
                  <a:pt x="127095" y="48844"/>
                </a:lnTo>
                <a:lnTo>
                  <a:pt x="127102" y="49299"/>
                </a:lnTo>
                <a:lnTo>
                  <a:pt x="127102" y="55770"/>
                </a:lnTo>
                <a:lnTo>
                  <a:pt x="108237" y="55770"/>
                </a:lnTo>
                <a:lnTo>
                  <a:pt x="107112" y="55781"/>
                </a:lnTo>
                <a:lnTo>
                  <a:pt x="106008" y="55813"/>
                </a:lnTo>
                <a:lnTo>
                  <a:pt x="104926" y="55865"/>
                </a:lnTo>
                <a:lnTo>
                  <a:pt x="103865" y="55939"/>
                </a:lnTo>
                <a:lnTo>
                  <a:pt x="102826" y="56033"/>
                </a:lnTo>
                <a:lnTo>
                  <a:pt x="101808" y="56149"/>
                </a:lnTo>
                <a:lnTo>
                  <a:pt x="100812" y="56286"/>
                </a:lnTo>
                <a:lnTo>
                  <a:pt x="99837" y="56444"/>
                </a:lnTo>
                <a:lnTo>
                  <a:pt x="98884" y="56623"/>
                </a:lnTo>
                <a:lnTo>
                  <a:pt x="97952" y="56823"/>
                </a:lnTo>
                <a:lnTo>
                  <a:pt x="97042" y="57043"/>
                </a:lnTo>
                <a:lnTo>
                  <a:pt x="96153" y="57285"/>
                </a:lnTo>
                <a:lnTo>
                  <a:pt x="95286" y="57548"/>
                </a:lnTo>
                <a:lnTo>
                  <a:pt x="94441" y="57832"/>
                </a:lnTo>
                <a:lnTo>
                  <a:pt x="93617" y="58138"/>
                </a:lnTo>
                <a:lnTo>
                  <a:pt x="92814" y="58464"/>
                </a:lnTo>
                <a:lnTo>
                  <a:pt x="92033" y="58811"/>
                </a:lnTo>
                <a:lnTo>
                  <a:pt x="91273" y="59179"/>
                </a:lnTo>
                <a:lnTo>
                  <a:pt x="90535" y="59568"/>
                </a:lnTo>
                <a:lnTo>
                  <a:pt x="89819" y="59979"/>
                </a:lnTo>
                <a:lnTo>
                  <a:pt x="89124" y="60410"/>
                </a:lnTo>
                <a:lnTo>
                  <a:pt x="88451" y="60862"/>
                </a:lnTo>
                <a:lnTo>
                  <a:pt x="87799" y="61336"/>
                </a:lnTo>
                <a:lnTo>
                  <a:pt x="87168" y="61830"/>
                </a:lnTo>
                <a:lnTo>
                  <a:pt x="86561" y="62344"/>
                </a:lnTo>
                <a:lnTo>
                  <a:pt x="85980" y="62875"/>
                </a:lnTo>
                <a:lnTo>
                  <a:pt x="85425" y="63424"/>
                </a:lnTo>
                <a:lnTo>
                  <a:pt x="84896" y="63991"/>
                </a:lnTo>
                <a:lnTo>
                  <a:pt x="84392" y="64576"/>
                </a:lnTo>
                <a:lnTo>
                  <a:pt x="83915" y="65178"/>
                </a:lnTo>
                <a:lnTo>
                  <a:pt x="83463" y="65798"/>
                </a:lnTo>
                <a:lnTo>
                  <a:pt x="83037" y="66435"/>
                </a:lnTo>
                <a:lnTo>
                  <a:pt x="82637" y="67090"/>
                </a:lnTo>
                <a:lnTo>
                  <a:pt x="82262" y="67763"/>
                </a:lnTo>
                <a:lnTo>
                  <a:pt x="81914" y="68454"/>
                </a:lnTo>
                <a:lnTo>
                  <a:pt x="81591" y="69162"/>
                </a:lnTo>
                <a:lnTo>
                  <a:pt x="81294" y="69888"/>
                </a:lnTo>
                <a:lnTo>
                  <a:pt x="81023" y="70632"/>
                </a:lnTo>
                <a:lnTo>
                  <a:pt x="80778" y="71393"/>
                </a:lnTo>
                <a:lnTo>
                  <a:pt x="80558" y="72172"/>
                </a:lnTo>
                <a:lnTo>
                  <a:pt x="80365" y="72969"/>
                </a:lnTo>
                <a:lnTo>
                  <a:pt x="80197" y="73783"/>
                </a:lnTo>
                <a:lnTo>
                  <a:pt x="80055" y="74615"/>
                </a:lnTo>
                <a:lnTo>
                  <a:pt x="79938" y="75465"/>
                </a:lnTo>
                <a:lnTo>
                  <a:pt x="79848" y="76333"/>
                </a:lnTo>
                <a:lnTo>
                  <a:pt x="79784" y="77218"/>
                </a:lnTo>
                <a:lnTo>
                  <a:pt x="79745" y="78121"/>
                </a:lnTo>
                <a:lnTo>
                  <a:pt x="79732" y="79041"/>
                </a:lnTo>
                <a:lnTo>
                  <a:pt x="79744" y="79906"/>
                </a:lnTo>
                <a:lnTo>
                  <a:pt x="79779" y="80756"/>
                </a:lnTo>
                <a:lnTo>
                  <a:pt x="79837" y="81591"/>
                </a:lnTo>
                <a:lnTo>
                  <a:pt x="79919" y="82412"/>
                </a:lnTo>
                <a:lnTo>
                  <a:pt x="80025" y="83217"/>
                </a:lnTo>
                <a:lnTo>
                  <a:pt x="80154" y="84008"/>
                </a:lnTo>
                <a:lnTo>
                  <a:pt x="80306" y="84783"/>
                </a:lnTo>
                <a:lnTo>
                  <a:pt x="80482" y="85544"/>
                </a:lnTo>
                <a:lnTo>
                  <a:pt x="80681" y="86291"/>
                </a:lnTo>
                <a:lnTo>
                  <a:pt x="80903" y="87022"/>
                </a:lnTo>
                <a:lnTo>
                  <a:pt x="81149" y="87738"/>
                </a:lnTo>
                <a:lnTo>
                  <a:pt x="81419" y="88440"/>
                </a:lnTo>
                <a:lnTo>
                  <a:pt x="81712" y="89127"/>
                </a:lnTo>
                <a:lnTo>
                  <a:pt x="82028" y="89799"/>
                </a:lnTo>
                <a:lnTo>
                  <a:pt x="82367" y="90456"/>
                </a:lnTo>
                <a:lnTo>
                  <a:pt x="82731" y="91099"/>
                </a:lnTo>
                <a:lnTo>
                  <a:pt x="83117" y="91726"/>
                </a:lnTo>
                <a:lnTo>
                  <a:pt x="83527" y="92339"/>
                </a:lnTo>
                <a:lnTo>
                  <a:pt x="83961" y="92937"/>
                </a:lnTo>
                <a:lnTo>
                  <a:pt x="84417" y="93520"/>
                </a:lnTo>
                <a:lnTo>
                  <a:pt x="84898" y="94088"/>
                </a:lnTo>
                <a:lnTo>
                  <a:pt x="85401" y="94642"/>
                </a:lnTo>
                <a:lnTo>
                  <a:pt x="85928" y="95180"/>
                </a:lnTo>
                <a:lnTo>
                  <a:pt x="86479" y="95704"/>
                </a:lnTo>
                <a:lnTo>
                  <a:pt x="87050" y="96210"/>
                </a:lnTo>
                <a:lnTo>
                  <a:pt x="87638" y="96694"/>
                </a:lnTo>
                <a:lnTo>
                  <a:pt x="88244" y="97156"/>
                </a:lnTo>
                <a:lnTo>
                  <a:pt x="88866" y="97597"/>
                </a:lnTo>
                <a:lnTo>
                  <a:pt x="89506" y="98017"/>
                </a:lnTo>
                <a:lnTo>
                  <a:pt x="90163" y="98415"/>
                </a:lnTo>
                <a:lnTo>
                  <a:pt x="90837" y="98792"/>
                </a:lnTo>
                <a:lnTo>
                  <a:pt x="91529" y="99147"/>
                </a:lnTo>
                <a:lnTo>
                  <a:pt x="92237" y="99480"/>
                </a:lnTo>
                <a:lnTo>
                  <a:pt x="92963" y="99792"/>
                </a:lnTo>
                <a:lnTo>
                  <a:pt x="93706" y="100082"/>
                </a:lnTo>
                <a:lnTo>
                  <a:pt x="94467" y="100351"/>
                </a:lnTo>
                <a:lnTo>
                  <a:pt x="95244" y="100599"/>
                </a:lnTo>
                <a:lnTo>
                  <a:pt x="96039" y="100825"/>
                </a:lnTo>
                <a:lnTo>
                  <a:pt x="96851" y="101029"/>
                </a:lnTo>
                <a:lnTo>
                  <a:pt x="97680" y="101212"/>
                </a:lnTo>
                <a:lnTo>
                  <a:pt x="98526" y="101373"/>
                </a:lnTo>
                <a:lnTo>
                  <a:pt x="99390" y="101513"/>
                </a:lnTo>
                <a:lnTo>
                  <a:pt x="100270" y="101632"/>
                </a:lnTo>
                <a:lnTo>
                  <a:pt x="101168" y="101728"/>
                </a:lnTo>
                <a:lnTo>
                  <a:pt x="102083" y="101804"/>
                </a:lnTo>
                <a:lnTo>
                  <a:pt x="103016" y="101857"/>
                </a:lnTo>
                <a:lnTo>
                  <a:pt x="103965" y="101890"/>
                </a:lnTo>
                <a:lnTo>
                  <a:pt x="104932" y="101901"/>
                </a:lnTo>
                <a:lnTo>
                  <a:pt x="105785" y="101892"/>
                </a:lnTo>
                <a:lnTo>
                  <a:pt x="106624" y="101866"/>
                </a:lnTo>
                <a:lnTo>
                  <a:pt x="107449" y="101823"/>
                </a:lnTo>
                <a:lnTo>
                  <a:pt x="108260" y="101763"/>
                </a:lnTo>
                <a:lnTo>
                  <a:pt x="109056" y="101685"/>
                </a:lnTo>
                <a:lnTo>
                  <a:pt x="109837" y="101591"/>
                </a:lnTo>
                <a:lnTo>
                  <a:pt x="110605" y="101479"/>
                </a:lnTo>
                <a:lnTo>
                  <a:pt x="111358" y="101350"/>
                </a:lnTo>
                <a:lnTo>
                  <a:pt x="112096" y="101203"/>
                </a:lnTo>
                <a:lnTo>
                  <a:pt x="112821" y="101040"/>
                </a:lnTo>
                <a:lnTo>
                  <a:pt x="113531" y="100859"/>
                </a:lnTo>
                <a:lnTo>
                  <a:pt x="114227" y="100661"/>
                </a:lnTo>
                <a:lnTo>
                  <a:pt x="114908" y="100446"/>
                </a:lnTo>
                <a:lnTo>
                  <a:pt x="115575" y="100214"/>
                </a:lnTo>
                <a:lnTo>
                  <a:pt x="116227" y="99964"/>
                </a:lnTo>
                <a:lnTo>
                  <a:pt x="116866" y="99698"/>
                </a:lnTo>
                <a:lnTo>
                  <a:pt x="117490" y="99414"/>
                </a:lnTo>
                <a:lnTo>
                  <a:pt x="118099" y="99112"/>
                </a:lnTo>
                <a:lnTo>
                  <a:pt x="118695" y="98794"/>
                </a:lnTo>
                <a:lnTo>
                  <a:pt x="119275" y="98458"/>
                </a:lnTo>
                <a:lnTo>
                  <a:pt x="119842" y="98105"/>
                </a:lnTo>
                <a:lnTo>
                  <a:pt x="120394" y="97735"/>
                </a:lnTo>
                <a:lnTo>
                  <a:pt x="120932" y="97348"/>
                </a:lnTo>
                <a:lnTo>
                  <a:pt x="121456" y="96944"/>
                </a:lnTo>
                <a:lnTo>
                  <a:pt x="121962" y="96525"/>
                </a:lnTo>
                <a:lnTo>
                  <a:pt x="122446" y="96094"/>
                </a:lnTo>
                <a:lnTo>
                  <a:pt x="122909" y="95651"/>
                </a:lnTo>
                <a:lnTo>
                  <a:pt x="123350" y="95196"/>
                </a:lnTo>
                <a:lnTo>
                  <a:pt x="123769" y="94729"/>
                </a:lnTo>
                <a:lnTo>
                  <a:pt x="124168" y="94250"/>
                </a:lnTo>
                <a:lnTo>
                  <a:pt x="124544" y="93759"/>
                </a:lnTo>
                <a:lnTo>
                  <a:pt x="124899" y="93257"/>
                </a:lnTo>
                <a:lnTo>
                  <a:pt x="125233" y="92742"/>
                </a:lnTo>
                <a:lnTo>
                  <a:pt x="125545" y="92215"/>
                </a:lnTo>
                <a:lnTo>
                  <a:pt x="125836" y="91677"/>
                </a:lnTo>
                <a:lnTo>
                  <a:pt x="126105" y="91126"/>
                </a:lnTo>
                <a:lnTo>
                  <a:pt x="126352" y="90563"/>
                </a:lnTo>
                <a:lnTo>
                  <a:pt x="126578" y="89989"/>
                </a:lnTo>
                <a:lnTo>
                  <a:pt x="126783" y="89403"/>
                </a:lnTo>
                <a:lnTo>
                  <a:pt x="126966" y="88804"/>
                </a:lnTo>
                <a:lnTo>
                  <a:pt x="127127" y="88194"/>
                </a:lnTo>
                <a:lnTo>
                  <a:pt x="127267" y="87571"/>
                </a:lnTo>
                <a:lnTo>
                  <a:pt x="127317" y="87305"/>
                </a:lnTo>
                <a:lnTo>
                  <a:pt x="127654" y="87305"/>
                </a:lnTo>
                <a:lnTo>
                  <a:pt x="127654" y="100524"/>
                </a:lnTo>
                <a:lnTo>
                  <a:pt x="144315" y="100524"/>
                </a:lnTo>
                <a:close/>
                <a:moveTo>
                  <a:pt x="109036" y="88909"/>
                </a:moveTo>
                <a:lnTo>
                  <a:pt x="108541" y="88871"/>
                </a:lnTo>
                <a:lnTo>
                  <a:pt x="108055" y="88823"/>
                </a:lnTo>
                <a:lnTo>
                  <a:pt x="107578" y="88763"/>
                </a:lnTo>
                <a:lnTo>
                  <a:pt x="107111" y="88694"/>
                </a:lnTo>
                <a:lnTo>
                  <a:pt x="106653" y="88613"/>
                </a:lnTo>
                <a:lnTo>
                  <a:pt x="106204" y="88521"/>
                </a:lnTo>
                <a:lnTo>
                  <a:pt x="105765" y="88419"/>
                </a:lnTo>
                <a:lnTo>
                  <a:pt x="105335" y="88306"/>
                </a:lnTo>
                <a:lnTo>
                  <a:pt x="104914" y="88183"/>
                </a:lnTo>
                <a:lnTo>
                  <a:pt x="104503" y="88048"/>
                </a:lnTo>
                <a:lnTo>
                  <a:pt x="104100" y="87903"/>
                </a:lnTo>
                <a:lnTo>
                  <a:pt x="103708" y="87747"/>
                </a:lnTo>
                <a:lnTo>
                  <a:pt x="103324" y="87580"/>
                </a:lnTo>
                <a:lnTo>
                  <a:pt x="102950" y="87403"/>
                </a:lnTo>
                <a:lnTo>
                  <a:pt x="102586" y="87215"/>
                </a:lnTo>
                <a:lnTo>
                  <a:pt x="102230" y="87016"/>
                </a:lnTo>
                <a:lnTo>
                  <a:pt x="101884" y="86806"/>
                </a:lnTo>
                <a:lnTo>
                  <a:pt x="101547" y="86586"/>
                </a:lnTo>
                <a:lnTo>
                  <a:pt x="101220" y="86355"/>
                </a:lnTo>
                <a:lnTo>
                  <a:pt x="100902" y="86113"/>
                </a:lnTo>
                <a:lnTo>
                  <a:pt x="100593" y="85860"/>
                </a:lnTo>
                <a:lnTo>
                  <a:pt x="100295" y="85598"/>
                </a:lnTo>
                <a:lnTo>
                  <a:pt x="100010" y="85328"/>
                </a:lnTo>
                <a:lnTo>
                  <a:pt x="99738" y="85050"/>
                </a:lnTo>
                <a:lnTo>
                  <a:pt x="99478" y="84764"/>
                </a:lnTo>
                <a:lnTo>
                  <a:pt x="99231" y="84470"/>
                </a:lnTo>
                <a:lnTo>
                  <a:pt x="98997" y="84168"/>
                </a:lnTo>
                <a:lnTo>
                  <a:pt x="98775" y="83859"/>
                </a:lnTo>
                <a:lnTo>
                  <a:pt x="98566" y="83541"/>
                </a:lnTo>
                <a:lnTo>
                  <a:pt x="98370" y="83216"/>
                </a:lnTo>
                <a:lnTo>
                  <a:pt x="98186" y="82883"/>
                </a:lnTo>
                <a:lnTo>
                  <a:pt x="98015" y="82542"/>
                </a:lnTo>
                <a:lnTo>
                  <a:pt x="97857" y="82193"/>
                </a:lnTo>
                <a:lnTo>
                  <a:pt x="97711" y="81836"/>
                </a:lnTo>
                <a:lnTo>
                  <a:pt x="97578" y="81471"/>
                </a:lnTo>
                <a:lnTo>
                  <a:pt x="97458" y="81098"/>
                </a:lnTo>
                <a:lnTo>
                  <a:pt x="97350" y="80718"/>
                </a:lnTo>
                <a:lnTo>
                  <a:pt x="97255" y="80330"/>
                </a:lnTo>
                <a:lnTo>
                  <a:pt x="97173" y="79933"/>
                </a:lnTo>
                <a:lnTo>
                  <a:pt x="97103" y="79529"/>
                </a:lnTo>
                <a:lnTo>
                  <a:pt x="97046" y="79117"/>
                </a:lnTo>
                <a:lnTo>
                  <a:pt x="97002" y="78697"/>
                </a:lnTo>
                <a:lnTo>
                  <a:pt x="96970" y="78269"/>
                </a:lnTo>
                <a:lnTo>
                  <a:pt x="96951" y="77833"/>
                </a:lnTo>
                <a:lnTo>
                  <a:pt x="96945" y="77390"/>
                </a:lnTo>
                <a:lnTo>
                  <a:pt x="96951" y="76980"/>
                </a:lnTo>
                <a:lnTo>
                  <a:pt x="96967" y="76577"/>
                </a:lnTo>
                <a:lnTo>
                  <a:pt x="96995" y="76181"/>
                </a:lnTo>
                <a:lnTo>
                  <a:pt x="97033" y="75791"/>
                </a:lnTo>
                <a:lnTo>
                  <a:pt x="97083" y="75408"/>
                </a:lnTo>
                <a:lnTo>
                  <a:pt x="97143" y="75032"/>
                </a:lnTo>
                <a:lnTo>
                  <a:pt x="97214" y="74662"/>
                </a:lnTo>
                <a:lnTo>
                  <a:pt x="97297" y="74299"/>
                </a:lnTo>
                <a:lnTo>
                  <a:pt x="97390" y="73943"/>
                </a:lnTo>
                <a:lnTo>
                  <a:pt x="97495" y="73594"/>
                </a:lnTo>
                <a:lnTo>
                  <a:pt x="97610" y="73251"/>
                </a:lnTo>
                <a:lnTo>
                  <a:pt x="97737" y="72915"/>
                </a:lnTo>
                <a:lnTo>
                  <a:pt x="97874" y="72585"/>
                </a:lnTo>
                <a:lnTo>
                  <a:pt x="98023" y="72263"/>
                </a:lnTo>
                <a:lnTo>
                  <a:pt x="98182" y="71947"/>
                </a:lnTo>
                <a:lnTo>
                  <a:pt x="98352" y="71637"/>
                </a:lnTo>
                <a:lnTo>
                  <a:pt x="98534" y="71335"/>
                </a:lnTo>
                <a:lnTo>
                  <a:pt x="98726" y="71039"/>
                </a:lnTo>
                <a:lnTo>
                  <a:pt x="98930" y="70749"/>
                </a:lnTo>
                <a:lnTo>
                  <a:pt x="99144" y="70467"/>
                </a:lnTo>
                <a:lnTo>
                  <a:pt x="99369" y="70191"/>
                </a:lnTo>
                <a:lnTo>
                  <a:pt x="99606" y="69921"/>
                </a:lnTo>
                <a:lnTo>
                  <a:pt x="99853" y="69659"/>
                </a:lnTo>
                <a:lnTo>
                  <a:pt x="100112" y="69403"/>
                </a:lnTo>
                <a:lnTo>
                  <a:pt x="100379" y="69156"/>
                </a:lnTo>
                <a:lnTo>
                  <a:pt x="100654" y="68919"/>
                </a:lnTo>
                <a:lnTo>
                  <a:pt x="100936" y="68693"/>
                </a:lnTo>
                <a:lnTo>
                  <a:pt x="101225" y="68477"/>
                </a:lnTo>
                <a:lnTo>
                  <a:pt x="101521" y="68272"/>
                </a:lnTo>
                <a:lnTo>
                  <a:pt x="101825" y="68078"/>
                </a:lnTo>
                <a:lnTo>
                  <a:pt x="102135" y="67893"/>
                </a:lnTo>
                <a:lnTo>
                  <a:pt x="102453" y="67720"/>
                </a:lnTo>
                <a:lnTo>
                  <a:pt x="102778" y="67557"/>
                </a:lnTo>
                <a:lnTo>
                  <a:pt x="103110" y="67404"/>
                </a:lnTo>
                <a:lnTo>
                  <a:pt x="103450" y="67262"/>
                </a:lnTo>
                <a:lnTo>
                  <a:pt x="103796" y="67131"/>
                </a:lnTo>
                <a:lnTo>
                  <a:pt x="104150" y="67010"/>
                </a:lnTo>
                <a:lnTo>
                  <a:pt x="104510" y="66899"/>
                </a:lnTo>
                <a:lnTo>
                  <a:pt x="104878" y="66799"/>
                </a:lnTo>
                <a:lnTo>
                  <a:pt x="105254" y="66710"/>
                </a:lnTo>
                <a:lnTo>
                  <a:pt x="105636" y="66631"/>
                </a:lnTo>
                <a:lnTo>
                  <a:pt x="106025" y="66563"/>
                </a:lnTo>
                <a:lnTo>
                  <a:pt x="106422" y="66505"/>
                </a:lnTo>
                <a:lnTo>
                  <a:pt x="106826" y="66457"/>
                </a:lnTo>
                <a:lnTo>
                  <a:pt x="107236" y="66421"/>
                </a:lnTo>
                <a:lnTo>
                  <a:pt x="107655" y="66394"/>
                </a:lnTo>
                <a:lnTo>
                  <a:pt x="108080" y="66378"/>
                </a:lnTo>
                <a:lnTo>
                  <a:pt x="108512" y="66373"/>
                </a:lnTo>
                <a:lnTo>
                  <a:pt x="127102" y="66373"/>
                </a:lnTo>
                <a:lnTo>
                  <a:pt x="127102" y="75600"/>
                </a:lnTo>
                <a:lnTo>
                  <a:pt x="127094" y="76089"/>
                </a:lnTo>
                <a:lnTo>
                  <a:pt x="127070" y="76571"/>
                </a:lnTo>
                <a:lnTo>
                  <a:pt x="127030" y="77046"/>
                </a:lnTo>
                <a:lnTo>
                  <a:pt x="126974" y="77512"/>
                </a:lnTo>
                <a:lnTo>
                  <a:pt x="126901" y="77971"/>
                </a:lnTo>
                <a:lnTo>
                  <a:pt x="126813" y="78423"/>
                </a:lnTo>
                <a:lnTo>
                  <a:pt x="126709" y="78866"/>
                </a:lnTo>
                <a:lnTo>
                  <a:pt x="126589" y="79302"/>
                </a:lnTo>
                <a:lnTo>
                  <a:pt x="126453" y="79731"/>
                </a:lnTo>
                <a:lnTo>
                  <a:pt x="126301" y="80152"/>
                </a:lnTo>
                <a:lnTo>
                  <a:pt x="126132" y="80565"/>
                </a:lnTo>
                <a:lnTo>
                  <a:pt x="125948" y="80970"/>
                </a:lnTo>
                <a:lnTo>
                  <a:pt x="125748" y="81368"/>
                </a:lnTo>
                <a:lnTo>
                  <a:pt x="125532" y="81758"/>
                </a:lnTo>
                <a:lnTo>
                  <a:pt x="125299" y="82141"/>
                </a:lnTo>
                <a:lnTo>
                  <a:pt x="125051" y="82516"/>
                </a:lnTo>
                <a:lnTo>
                  <a:pt x="124787" y="82883"/>
                </a:lnTo>
                <a:lnTo>
                  <a:pt x="124506" y="83243"/>
                </a:lnTo>
                <a:lnTo>
                  <a:pt x="124210" y="83595"/>
                </a:lnTo>
                <a:lnTo>
                  <a:pt x="123897" y="83939"/>
                </a:lnTo>
                <a:lnTo>
                  <a:pt x="123569" y="84276"/>
                </a:lnTo>
                <a:lnTo>
                  <a:pt x="123224" y="84605"/>
                </a:lnTo>
                <a:lnTo>
                  <a:pt x="122864" y="84926"/>
                </a:lnTo>
                <a:lnTo>
                  <a:pt x="122487" y="85240"/>
                </a:lnTo>
                <a:lnTo>
                  <a:pt x="122098" y="85543"/>
                </a:lnTo>
                <a:lnTo>
                  <a:pt x="121700" y="85834"/>
                </a:lnTo>
                <a:lnTo>
                  <a:pt x="121292" y="86111"/>
                </a:lnTo>
                <a:lnTo>
                  <a:pt x="120875" y="86376"/>
                </a:lnTo>
                <a:lnTo>
                  <a:pt x="120449" y="86627"/>
                </a:lnTo>
                <a:lnTo>
                  <a:pt x="120014" y="86866"/>
                </a:lnTo>
                <a:lnTo>
                  <a:pt x="119569" y="87092"/>
                </a:lnTo>
                <a:lnTo>
                  <a:pt x="119114" y="87305"/>
                </a:lnTo>
                <a:lnTo>
                  <a:pt x="118651" y="87505"/>
                </a:lnTo>
                <a:lnTo>
                  <a:pt x="118178" y="87692"/>
                </a:lnTo>
                <a:lnTo>
                  <a:pt x="117696" y="87866"/>
                </a:lnTo>
                <a:lnTo>
                  <a:pt x="117204" y="88028"/>
                </a:lnTo>
                <a:lnTo>
                  <a:pt x="116703" y="88176"/>
                </a:lnTo>
                <a:lnTo>
                  <a:pt x="116193" y="88312"/>
                </a:lnTo>
                <a:lnTo>
                  <a:pt x="115673" y="88434"/>
                </a:lnTo>
                <a:lnTo>
                  <a:pt x="115144" y="88544"/>
                </a:lnTo>
                <a:lnTo>
                  <a:pt x="114606" y="88641"/>
                </a:lnTo>
                <a:lnTo>
                  <a:pt x="114059" y="88725"/>
                </a:lnTo>
                <a:lnTo>
                  <a:pt x="113502" y="88796"/>
                </a:lnTo>
                <a:lnTo>
                  <a:pt x="112936" y="88854"/>
                </a:lnTo>
                <a:lnTo>
                  <a:pt x="112360" y="88899"/>
                </a:lnTo>
                <a:lnTo>
                  <a:pt x="111775" y="88931"/>
                </a:lnTo>
                <a:lnTo>
                  <a:pt x="111181" y="88951"/>
                </a:lnTo>
                <a:lnTo>
                  <a:pt x="110578" y="88957"/>
                </a:lnTo>
                <a:lnTo>
                  <a:pt x="110054" y="88952"/>
                </a:lnTo>
                <a:lnTo>
                  <a:pt x="109541" y="88936"/>
                </a:lnTo>
                <a:lnTo>
                  <a:pt x="109036" y="88909"/>
                </a:lnTo>
                <a:close/>
                <a:moveTo>
                  <a:pt x="282481" y="101785"/>
                </a:moveTo>
                <a:lnTo>
                  <a:pt x="283604" y="101696"/>
                </a:lnTo>
                <a:lnTo>
                  <a:pt x="284707" y="101581"/>
                </a:lnTo>
                <a:lnTo>
                  <a:pt x="285790" y="101440"/>
                </a:lnTo>
                <a:lnTo>
                  <a:pt x="286853" y="101274"/>
                </a:lnTo>
                <a:lnTo>
                  <a:pt x="287896" y="101082"/>
                </a:lnTo>
                <a:lnTo>
                  <a:pt x="288919" y="100865"/>
                </a:lnTo>
                <a:lnTo>
                  <a:pt x="289921" y="100622"/>
                </a:lnTo>
                <a:lnTo>
                  <a:pt x="290904" y="100353"/>
                </a:lnTo>
                <a:lnTo>
                  <a:pt x="291866" y="100059"/>
                </a:lnTo>
                <a:lnTo>
                  <a:pt x="292809" y="99739"/>
                </a:lnTo>
                <a:lnTo>
                  <a:pt x="293731" y="99394"/>
                </a:lnTo>
                <a:lnTo>
                  <a:pt x="294633" y="99023"/>
                </a:lnTo>
                <a:lnTo>
                  <a:pt x="295515" y="98626"/>
                </a:lnTo>
                <a:lnTo>
                  <a:pt x="296378" y="98204"/>
                </a:lnTo>
                <a:lnTo>
                  <a:pt x="297220" y="97757"/>
                </a:lnTo>
                <a:lnTo>
                  <a:pt x="298041" y="97283"/>
                </a:lnTo>
                <a:lnTo>
                  <a:pt x="298843" y="96785"/>
                </a:lnTo>
                <a:lnTo>
                  <a:pt x="299625" y="96260"/>
                </a:lnTo>
                <a:lnTo>
                  <a:pt x="300387" y="95710"/>
                </a:lnTo>
                <a:lnTo>
                  <a:pt x="301128" y="95135"/>
                </a:lnTo>
                <a:lnTo>
                  <a:pt x="301850" y="94534"/>
                </a:lnTo>
                <a:lnTo>
                  <a:pt x="302547" y="93911"/>
                </a:lnTo>
                <a:lnTo>
                  <a:pt x="303216" y="93269"/>
                </a:lnTo>
                <a:lnTo>
                  <a:pt x="303858" y="92609"/>
                </a:lnTo>
                <a:lnTo>
                  <a:pt x="304470" y="91931"/>
                </a:lnTo>
                <a:lnTo>
                  <a:pt x="305055" y="91234"/>
                </a:lnTo>
                <a:lnTo>
                  <a:pt x="305611" y="90519"/>
                </a:lnTo>
                <a:lnTo>
                  <a:pt x="306140" y="89785"/>
                </a:lnTo>
                <a:lnTo>
                  <a:pt x="306640" y="89033"/>
                </a:lnTo>
                <a:lnTo>
                  <a:pt x="307111" y="88263"/>
                </a:lnTo>
                <a:lnTo>
                  <a:pt x="307555" y="87474"/>
                </a:lnTo>
                <a:lnTo>
                  <a:pt x="307970" y="86667"/>
                </a:lnTo>
                <a:lnTo>
                  <a:pt x="308357" y="85841"/>
                </a:lnTo>
                <a:lnTo>
                  <a:pt x="308716" y="84997"/>
                </a:lnTo>
                <a:lnTo>
                  <a:pt x="309047" y="84135"/>
                </a:lnTo>
                <a:lnTo>
                  <a:pt x="309349" y="83254"/>
                </a:lnTo>
                <a:lnTo>
                  <a:pt x="309623" y="82355"/>
                </a:lnTo>
                <a:lnTo>
                  <a:pt x="309869" y="81437"/>
                </a:lnTo>
                <a:lnTo>
                  <a:pt x="310087" y="80501"/>
                </a:lnTo>
                <a:lnTo>
                  <a:pt x="310277" y="79547"/>
                </a:lnTo>
                <a:lnTo>
                  <a:pt x="310438" y="78574"/>
                </a:lnTo>
                <a:lnTo>
                  <a:pt x="310571" y="77583"/>
                </a:lnTo>
                <a:lnTo>
                  <a:pt x="310676" y="76573"/>
                </a:lnTo>
                <a:lnTo>
                  <a:pt x="310752" y="75545"/>
                </a:lnTo>
                <a:lnTo>
                  <a:pt x="310801" y="74499"/>
                </a:lnTo>
                <a:lnTo>
                  <a:pt x="293588" y="74499"/>
                </a:lnTo>
                <a:lnTo>
                  <a:pt x="293548" y="74987"/>
                </a:lnTo>
                <a:lnTo>
                  <a:pt x="293496" y="75467"/>
                </a:lnTo>
                <a:lnTo>
                  <a:pt x="293432" y="75937"/>
                </a:lnTo>
                <a:lnTo>
                  <a:pt x="293357" y="76398"/>
                </a:lnTo>
                <a:lnTo>
                  <a:pt x="293270" y="76849"/>
                </a:lnTo>
                <a:lnTo>
                  <a:pt x="293171" y="77291"/>
                </a:lnTo>
                <a:lnTo>
                  <a:pt x="293060" y="77724"/>
                </a:lnTo>
                <a:lnTo>
                  <a:pt x="292938" y="78148"/>
                </a:lnTo>
                <a:lnTo>
                  <a:pt x="292804" y="78562"/>
                </a:lnTo>
                <a:lnTo>
                  <a:pt x="292658" y="78967"/>
                </a:lnTo>
                <a:lnTo>
                  <a:pt x="292501" y="79362"/>
                </a:lnTo>
                <a:lnTo>
                  <a:pt x="292332" y="79748"/>
                </a:lnTo>
                <a:lnTo>
                  <a:pt x="292151" y="80125"/>
                </a:lnTo>
                <a:lnTo>
                  <a:pt x="291958" y="80493"/>
                </a:lnTo>
                <a:lnTo>
                  <a:pt x="291754" y="80851"/>
                </a:lnTo>
                <a:lnTo>
                  <a:pt x="291538" y="81200"/>
                </a:lnTo>
                <a:lnTo>
                  <a:pt x="291310" y="81540"/>
                </a:lnTo>
                <a:lnTo>
                  <a:pt x="291071" y="81870"/>
                </a:lnTo>
                <a:lnTo>
                  <a:pt x="290819" y="82191"/>
                </a:lnTo>
                <a:lnTo>
                  <a:pt x="290556" y="82502"/>
                </a:lnTo>
                <a:lnTo>
                  <a:pt x="290282" y="82805"/>
                </a:lnTo>
                <a:lnTo>
                  <a:pt x="289995" y="83098"/>
                </a:lnTo>
                <a:lnTo>
                  <a:pt x="289697" y="83381"/>
                </a:lnTo>
                <a:lnTo>
                  <a:pt x="289387" y="83656"/>
                </a:lnTo>
                <a:lnTo>
                  <a:pt x="289067" y="83920"/>
                </a:lnTo>
                <a:lnTo>
                  <a:pt x="288737" y="84173"/>
                </a:lnTo>
                <a:lnTo>
                  <a:pt x="288397" y="84414"/>
                </a:lnTo>
                <a:lnTo>
                  <a:pt x="288047" y="84644"/>
                </a:lnTo>
                <a:lnTo>
                  <a:pt x="287687" y="84863"/>
                </a:lnTo>
                <a:lnTo>
                  <a:pt x="287318" y="85071"/>
                </a:lnTo>
                <a:lnTo>
                  <a:pt x="286938" y="85268"/>
                </a:lnTo>
                <a:lnTo>
                  <a:pt x="286549" y="85453"/>
                </a:lnTo>
                <a:lnTo>
                  <a:pt x="286150" y="85628"/>
                </a:lnTo>
                <a:lnTo>
                  <a:pt x="285742" y="85790"/>
                </a:lnTo>
                <a:lnTo>
                  <a:pt x="285323" y="85942"/>
                </a:lnTo>
                <a:lnTo>
                  <a:pt x="284895" y="86083"/>
                </a:lnTo>
                <a:lnTo>
                  <a:pt x="284457" y="86212"/>
                </a:lnTo>
                <a:lnTo>
                  <a:pt x="284009" y="86330"/>
                </a:lnTo>
                <a:lnTo>
                  <a:pt x="283551" y="86436"/>
                </a:lnTo>
                <a:lnTo>
                  <a:pt x="283084" y="86532"/>
                </a:lnTo>
                <a:lnTo>
                  <a:pt x="282606" y="86616"/>
                </a:lnTo>
                <a:lnTo>
                  <a:pt x="282119" y="86689"/>
                </a:lnTo>
                <a:lnTo>
                  <a:pt x="281622" y="86751"/>
                </a:lnTo>
                <a:lnTo>
                  <a:pt x="281116" y="86802"/>
                </a:lnTo>
                <a:lnTo>
                  <a:pt x="280599" y="86841"/>
                </a:lnTo>
                <a:lnTo>
                  <a:pt x="280073" y="86869"/>
                </a:lnTo>
                <a:lnTo>
                  <a:pt x="279537" y="86886"/>
                </a:lnTo>
                <a:lnTo>
                  <a:pt x="278991" y="86892"/>
                </a:lnTo>
                <a:lnTo>
                  <a:pt x="278422" y="86885"/>
                </a:lnTo>
                <a:lnTo>
                  <a:pt x="277863" y="86865"/>
                </a:lnTo>
                <a:lnTo>
                  <a:pt x="277315" y="86831"/>
                </a:lnTo>
                <a:lnTo>
                  <a:pt x="276776" y="86784"/>
                </a:lnTo>
                <a:lnTo>
                  <a:pt x="276248" y="86724"/>
                </a:lnTo>
                <a:lnTo>
                  <a:pt x="275729" y="86651"/>
                </a:lnTo>
                <a:lnTo>
                  <a:pt x="275221" y="86564"/>
                </a:lnTo>
                <a:lnTo>
                  <a:pt x="274723" y="86463"/>
                </a:lnTo>
                <a:lnTo>
                  <a:pt x="274234" y="86349"/>
                </a:lnTo>
                <a:lnTo>
                  <a:pt x="273756" y="86222"/>
                </a:lnTo>
                <a:lnTo>
                  <a:pt x="273288" y="86082"/>
                </a:lnTo>
                <a:lnTo>
                  <a:pt x="272829" y="85928"/>
                </a:lnTo>
                <a:lnTo>
                  <a:pt x="272381" y="85760"/>
                </a:lnTo>
                <a:lnTo>
                  <a:pt x="271943" y="85580"/>
                </a:lnTo>
                <a:lnTo>
                  <a:pt x="271515" y="85385"/>
                </a:lnTo>
                <a:lnTo>
                  <a:pt x="271097" y="85178"/>
                </a:lnTo>
                <a:lnTo>
                  <a:pt x="270688" y="84957"/>
                </a:lnTo>
                <a:lnTo>
                  <a:pt x="270290" y="84723"/>
                </a:lnTo>
                <a:lnTo>
                  <a:pt x="269902" y="84475"/>
                </a:lnTo>
                <a:lnTo>
                  <a:pt x="269524" y="84214"/>
                </a:lnTo>
                <a:lnTo>
                  <a:pt x="269156" y="83939"/>
                </a:lnTo>
                <a:lnTo>
                  <a:pt x="268798" y="83652"/>
                </a:lnTo>
                <a:lnTo>
                  <a:pt x="268450" y="83350"/>
                </a:lnTo>
                <a:lnTo>
                  <a:pt x="268113" y="83036"/>
                </a:lnTo>
                <a:lnTo>
                  <a:pt x="267787" y="82709"/>
                </a:lnTo>
                <a:lnTo>
                  <a:pt x="267475" y="82371"/>
                </a:lnTo>
                <a:lnTo>
                  <a:pt x="267177" y="82022"/>
                </a:lnTo>
                <a:lnTo>
                  <a:pt x="266893" y="81663"/>
                </a:lnTo>
                <a:lnTo>
                  <a:pt x="266622" y="81292"/>
                </a:lnTo>
                <a:lnTo>
                  <a:pt x="266366" y="80910"/>
                </a:lnTo>
                <a:lnTo>
                  <a:pt x="266123" y="80517"/>
                </a:lnTo>
                <a:lnTo>
                  <a:pt x="265895" y="80113"/>
                </a:lnTo>
                <a:lnTo>
                  <a:pt x="265680" y="79699"/>
                </a:lnTo>
                <a:lnTo>
                  <a:pt x="265479" y="79273"/>
                </a:lnTo>
                <a:lnTo>
                  <a:pt x="265292" y="78836"/>
                </a:lnTo>
                <a:lnTo>
                  <a:pt x="265118" y="78388"/>
                </a:lnTo>
                <a:lnTo>
                  <a:pt x="264959" y="77930"/>
                </a:lnTo>
                <a:lnTo>
                  <a:pt x="264813" y="77460"/>
                </a:lnTo>
                <a:lnTo>
                  <a:pt x="264682" y="76979"/>
                </a:lnTo>
                <a:lnTo>
                  <a:pt x="264564" y="76487"/>
                </a:lnTo>
                <a:lnTo>
                  <a:pt x="264460" y="75985"/>
                </a:lnTo>
                <a:lnTo>
                  <a:pt x="264370" y="75471"/>
                </a:lnTo>
                <a:lnTo>
                  <a:pt x="264294" y="74946"/>
                </a:lnTo>
                <a:lnTo>
                  <a:pt x="264231" y="74411"/>
                </a:lnTo>
                <a:lnTo>
                  <a:pt x="264183" y="73864"/>
                </a:lnTo>
                <a:lnTo>
                  <a:pt x="264148" y="73306"/>
                </a:lnTo>
                <a:lnTo>
                  <a:pt x="264127" y="72738"/>
                </a:lnTo>
                <a:lnTo>
                  <a:pt x="264120" y="72158"/>
                </a:lnTo>
                <a:lnTo>
                  <a:pt x="264120" y="53016"/>
                </a:lnTo>
                <a:lnTo>
                  <a:pt x="264127" y="52436"/>
                </a:lnTo>
                <a:lnTo>
                  <a:pt x="264148" y="51868"/>
                </a:lnTo>
                <a:lnTo>
                  <a:pt x="264183" y="51311"/>
                </a:lnTo>
                <a:lnTo>
                  <a:pt x="264231" y="50765"/>
                </a:lnTo>
                <a:lnTo>
                  <a:pt x="264294" y="50230"/>
                </a:lnTo>
                <a:lnTo>
                  <a:pt x="264370" y="49707"/>
                </a:lnTo>
                <a:lnTo>
                  <a:pt x="264460" y="49195"/>
                </a:lnTo>
                <a:lnTo>
                  <a:pt x="264564" y="48694"/>
                </a:lnTo>
                <a:lnTo>
                  <a:pt x="264682" y="48204"/>
                </a:lnTo>
                <a:lnTo>
                  <a:pt x="264813" y="47726"/>
                </a:lnTo>
                <a:lnTo>
                  <a:pt x="264959" y="47258"/>
                </a:lnTo>
                <a:lnTo>
                  <a:pt x="265118" y="46802"/>
                </a:lnTo>
                <a:lnTo>
                  <a:pt x="265292" y="46358"/>
                </a:lnTo>
                <a:lnTo>
                  <a:pt x="265479" y="45924"/>
                </a:lnTo>
                <a:lnTo>
                  <a:pt x="265680" y="45502"/>
                </a:lnTo>
                <a:lnTo>
                  <a:pt x="265895" y="45091"/>
                </a:lnTo>
                <a:lnTo>
                  <a:pt x="266123" y="44691"/>
                </a:lnTo>
                <a:lnTo>
                  <a:pt x="266366" y="44303"/>
                </a:lnTo>
                <a:lnTo>
                  <a:pt x="266622" y="43925"/>
                </a:lnTo>
                <a:lnTo>
                  <a:pt x="266893" y="43559"/>
                </a:lnTo>
                <a:lnTo>
                  <a:pt x="267177" y="43204"/>
                </a:lnTo>
                <a:lnTo>
                  <a:pt x="267475" y="42861"/>
                </a:lnTo>
                <a:lnTo>
                  <a:pt x="267787" y="42528"/>
                </a:lnTo>
                <a:lnTo>
                  <a:pt x="268113" y="42207"/>
                </a:lnTo>
                <a:lnTo>
                  <a:pt x="268450" y="41898"/>
                </a:lnTo>
                <a:lnTo>
                  <a:pt x="268798" y="41602"/>
                </a:lnTo>
                <a:lnTo>
                  <a:pt x="269156" y="41319"/>
                </a:lnTo>
                <a:lnTo>
                  <a:pt x="269524" y="41050"/>
                </a:lnTo>
                <a:lnTo>
                  <a:pt x="269902" y="40793"/>
                </a:lnTo>
                <a:lnTo>
                  <a:pt x="270290" y="40550"/>
                </a:lnTo>
                <a:lnTo>
                  <a:pt x="270688" y="40319"/>
                </a:lnTo>
                <a:lnTo>
                  <a:pt x="271097" y="40102"/>
                </a:lnTo>
                <a:lnTo>
                  <a:pt x="271515" y="39898"/>
                </a:lnTo>
                <a:lnTo>
                  <a:pt x="271943" y="39708"/>
                </a:lnTo>
                <a:lnTo>
                  <a:pt x="272381" y="39530"/>
                </a:lnTo>
                <a:lnTo>
                  <a:pt x="272829" y="39366"/>
                </a:lnTo>
                <a:lnTo>
                  <a:pt x="273288" y="39214"/>
                </a:lnTo>
                <a:lnTo>
                  <a:pt x="273756" y="39076"/>
                </a:lnTo>
                <a:lnTo>
                  <a:pt x="274234" y="38951"/>
                </a:lnTo>
                <a:lnTo>
                  <a:pt x="274723" y="38840"/>
                </a:lnTo>
                <a:lnTo>
                  <a:pt x="275221" y="38741"/>
                </a:lnTo>
                <a:lnTo>
                  <a:pt x="275729" y="38655"/>
                </a:lnTo>
                <a:lnTo>
                  <a:pt x="276248" y="38583"/>
                </a:lnTo>
                <a:lnTo>
                  <a:pt x="276776" y="38524"/>
                </a:lnTo>
                <a:lnTo>
                  <a:pt x="277315" y="38478"/>
                </a:lnTo>
                <a:lnTo>
                  <a:pt x="277863" y="38445"/>
                </a:lnTo>
                <a:lnTo>
                  <a:pt x="278422" y="38425"/>
                </a:lnTo>
                <a:lnTo>
                  <a:pt x="278991" y="38419"/>
                </a:lnTo>
                <a:lnTo>
                  <a:pt x="279537" y="38424"/>
                </a:lnTo>
                <a:lnTo>
                  <a:pt x="280073" y="38441"/>
                </a:lnTo>
                <a:lnTo>
                  <a:pt x="280599" y="38469"/>
                </a:lnTo>
                <a:lnTo>
                  <a:pt x="281116" y="38508"/>
                </a:lnTo>
                <a:lnTo>
                  <a:pt x="281622" y="38559"/>
                </a:lnTo>
                <a:lnTo>
                  <a:pt x="282119" y="38621"/>
                </a:lnTo>
                <a:lnTo>
                  <a:pt x="282606" y="38694"/>
                </a:lnTo>
                <a:lnTo>
                  <a:pt x="283084" y="38778"/>
                </a:lnTo>
                <a:lnTo>
                  <a:pt x="283551" y="38874"/>
                </a:lnTo>
                <a:lnTo>
                  <a:pt x="284009" y="38980"/>
                </a:lnTo>
                <a:lnTo>
                  <a:pt x="284457" y="39098"/>
                </a:lnTo>
                <a:lnTo>
                  <a:pt x="284895" y="39228"/>
                </a:lnTo>
                <a:lnTo>
                  <a:pt x="285323" y="39368"/>
                </a:lnTo>
                <a:lnTo>
                  <a:pt x="285742" y="39520"/>
                </a:lnTo>
                <a:lnTo>
                  <a:pt x="286150" y="39683"/>
                </a:lnTo>
                <a:lnTo>
                  <a:pt x="286549" y="39857"/>
                </a:lnTo>
                <a:lnTo>
                  <a:pt x="286938" y="40042"/>
                </a:lnTo>
                <a:lnTo>
                  <a:pt x="287318" y="40239"/>
                </a:lnTo>
                <a:lnTo>
                  <a:pt x="287687" y="40447"/>
                </a:lnTo>
                <a:lnTo>
                  <a:pt x="288047" y="40666"/>
                </a:lnTo>
                <a:lnTo>
                  <a:pt x="288397" y="40896"/>
                </a:lnTo>
                <a:lnTo>
                  <a:pt x="288737" y="41138"/>
                </a:lnTo>
                <a:lnTo>
                  <a:pt x="289067" y="41390"/>
                </a:lnTo>
                <a:lnTo>
                  <a:pt x="289387" y="41654"/>
                </a:lnTo>
                <a:lnTo>
                  <a:pt x="289697" y="41929"/>
                </a:lnTo>
                <a:lnTo>
                  <a:pt x="289995" y="42212"/>
                </a:lnTo>
                <a:lnTo>
                  <a:pt x="290282" y="42505"/>
                </a:lnTo>
                <a:lnTo>
                  <a:pt x="290556" y="42808"/>
                </a:lnTo>
                <a:lnTo>
                  <a:pt x="290819" y="43119"/>
                </a:lnTo>
                <a:lnTo>
                  <a:pt x="291071" y="43440"/>
                </a:lnTo>
                <a:lnTo>
                  <a:pt x="291310" y="43771"/>
                </a:lnTo>
                <a:lnTo>
                  <a:pt x="291538" y="44110"/>
                </a:lnTo>
                <a:lnTo>
                  <a:pt x="291754" y="44459"/>
                </a:lnTo>
                <a:lnTo>
                  <a:pt x="291958" y="44818"/>
                </a:lnTo>
                <a:lnTo>
                  <a:pt x="292151" y="45185"/>
                </a:lnTo>
                <a:lnTo>
                  <a:pt x="292332" y="45562"/>
                </a:lnTo>
                <a:lnTo>
                  <a:pt x="292501" y="45949"/>
                </a:lnTo>
                <a:lnTo>
                  <a:pt x="292658" y="46344"/>
                </a:lnTo>
                <a:lnTo>
                  <a:pt x="292804" y="46749"/>
                </a:lnTo>
                <a:lnTo>
                  <a:pt x="292938" y="47163"/>
                </a:lnTo>
                <a:lnTo>
                  <a:pt x="293060" y="47587"/>
                </a:lnTo>
                <a:lnTo>
                  <a:pt x="293171" y="48020"/>
                </a:lnTo>
                <a:lnTo>
                  <a:pt x="293270" y="48462"/>
                </a:lnTo>
                <a:lnTo>
                  <a:pt x="293357" y="48914"/>
                </a:lnTo>
                <a:lnTo>
                  <a:pt x="293432" y="49375"/>
                </a:lnTo>
                <a:lnTo>
                  <a:pt x="293496" y="49845"/>
                </a:lnTo>
                <a:lnTo>
                  <a:pt x="293548" y="50325"/>
                </a:lnTo>
                <a:lnTo>
                  <a:pt x="293588" y="50814"/>
                </a:lnTo>
                <a:lnTo>
                  <a:pt x="310801" y="50814"/>
                </a:lnTo>
                <a:lnTo>
                  <a:pt x="310752" y="49767"/>
                </a:lnTo>
                <a:lnTo>
                  <a:pt x="310676" y="48739"/>
                </a:lnTo>
                <a:lnTo>
                  <a:pt x="310571" y="47729"/>
                </a:lnTo>
                <a:lnTo>
                  <a:pt x="310438" y="46738"/>
                </a:lnTo>
                <a:lnTo>
                  <a:pt x="310277" y="45765"/>
                </a:lnTo>
                <a:lnTo>
                  <a:pt x="310087" y="44810"/>
                </a:lnTo>
                <a:lnTo>
                  <a:pt x="309869" y="43874"/>
                </a:lnTo>
                <a:lnTo>
                  <a:pt x="309623" y="42956"/>
                </a:lnTo>
                <a:lnTo>
                  <a:pt x="309349" y="42057"/>
                </a:lnTo>
                <a:lnTo>
                  <a:pt x="309047" y="41176"/>
                </a:lnTo>
                <a:lnTo>
                  <a:pt x="308716" y="40313"/>
                </a:lnTo>
                <a:lnTo>
                  <a:pt x="308357" y="39469"/>
                </a:lnTo>
                <a:lnTo>
                  <a:pt x="307970" y="38644"/>
                </a:lnTo>
                <a:lnTo>
                  <a:pt x="307555" y="37836"/>
                </a:lnTo>
                <a:lnTo>
                  <a:pt x="307111" y="37047"/>
                </a:lnTo>
                <a:lnTo>
                  <a:pt x="306640" y="36277"/>
                </a:lnTo>
                <a:lnTo>
                  <a:pt x="306140" y="35525"/>
                </a:lnTo>
                <a:lnTo>
                  <a:pt x="305611" y="34791"/>
                </a:lnTo>
                <a:lnTo>
                  <a:pt x="305055" y="34076"/>
                </a:lnTo>
                <a:lnTo>
                  <a:pt x="304470" y="33379"/>
                </a:lnTo>
                <a:lnTo>
                  <a:pt x="303858" y="32701"/>
                </a:lnTo>
                <a:lnTo>
                  <a:pt x="303216" y="32041"/>
                </a:lnTo>
                <a:lnTo>
                  <a:pt x="302547" y="31400"/>
                </a:lnTo>
                <a:lnTo>
                  <a:pt x="301850" y="30776"/>
                </a:lnTo>
                <a:lnTo>
                  <a:pt x="301128" y="30175"/>
                </a:lnTo>
                <a:lnTo>
                  <a:pt x="300387" y="29600"/>
                </a:lnTo>
                <a:lnTo>
                  <a:pt x="299625" y="29050"/>
                </a:lnTo>
                <a:lnTo>
                  <a:pt x="298843" y="28526"/>
                </a:lnTo>
                <a:lnTo>
                  <a:pt x="298041" y="28027"/>
                </a:lnTo>
                <a:lnTo>
                  <a:pt x="297220" y="27553"/>
                </a:lnTo>
                <a:lnTo>
                  <a:pt x="296378" y="27106"/>
                </a:lnTo>
                <a:lnTo>
                  <a:pt x="295515" y="26684"/>
                </a:lnTo>
                <a:lnTo>
                  <a:pt x="294633" y="26287"/>
                </a:lnTo>
                <a:lnTo>
                  <a:pt x="293731" y="25916"/>
                </a:lnTo>
                <a:lnTo>
                  <a:pt x="292809" y="25571"/>
                </a:lnTo>
                <a:lnTo>
                  <a:pt x="291866" y="25251"/>
                </a:lnTo>
                <a:lnTo>
                  <a:pt x="290904" y="24957"/>
                </a:lnTo>
                <a:lnTo>
                  <a:pt x="289921" y="24689"/>
                </a:lnTo>
                <a:lnTo>
                  <a:pt x="288919" y="24446"/>
                </a:lnTo>
                <a:lnTo>
                  <a:pt x="287896" y="24228"/>
                </a:lnTo>
                <a:lnTo>
                  <a:pt x="286853" y="24036"/>
                </a:lnTo>
                <a:lnTo>
                  <a:pt x="285790" y="23870"/>
                </a:lnTo>
                <a:lnTo>
                  <a:pt x="284707" y="23729"/>
                </a:lnTo>
                <a:lnTo>
                  <a:pt x="283604" y="23614"/>
                </a:lnTo>
                <a:lnTo>
                  <a:pt x="282481" y="23525"/>
                </a:lnTo>
                <a:lnTo>
                  <a:pt x="281337" y="23461"/>
                </a:lnTo>
                <a:lnTo>
                  <a:pt x="280174" y="23422"/>
                </a:lnTo>
                <a:lnTo>
                  <a:pt x="278991" y="23410"/>
                </a:lnTo>
                <a:lnTo>
                  <a:pt x="278192" y="23416"/>
                </a:lnTo>
                <a:lnTo>
                  <a:pt x="277401" y="23435"/>
                </a:lnTo>
                <a:lnTo>
                  <a:pt x="276619" y="23467"/>
                </a:lnTo>
                <a:lnTo>
                  <a:pt x="275845" y="23511"/>
                </a:lnTo>
                <a:lnTo>
                  <a:pt x="275079" y="23568"/>
                </a:lnTo>
                <a:lnTo>
                  <a:pt x="274322" y="23638"/>
                </a:lnTo>
                <a:lnTo>
                  <a:pt x="273573" y="23720"/>
                </a:lnTo>
                <a:lnTo>
                  <a:pt x="272833" y="23815"/>
                </a:lnTo>
                <a:lnTo>
                  <a:pt x="272101" y="23923"/>
                </a:lnTo>
                <a:lnTo>
                  <a:pt x="271377" y="24043"/>
                </a:lnTo>
                <a:lnTo>
                  <a:pt x="270661" y="24176"/>
                </a:lnTo>
                <a:lnTo>
                  <a:pt x="269954" y="24322"/>
                </a:lnTo>
                <a:lnTo>
                  <a:pt x="269256" y="24480"/>
                </a:lnTo>
                <a:lnTo>
                  <a:pt x="268565" y="24652"/>
                </a:lnTo>
                <a:lnTo>
                  <a:pt x="267883" y="24835"/>
                </a:lnTo>
                <a:lnTo>
                  <a:pt x="267210" y="25032"/>
                </a:lnTo>
                <a:lnTo>
                  <a:pt x="266545" y="25241"/>
                </a:lnTo>
                <a:lnTo>
                  <a:pt x="265888" y="25463"/>
                </a:lnTo>
                <a:lnTo>
                  <a:pt x="265239" y="25697"/>
                </a:lnTo>
                <a:lnTo>
                  <a:pt x="264599" y="25944"/>
                </a:lnTo>
                <a:lnTo>
                  <a:pt x="263967" y="26204"/>
                </a:lnTo>
                <a:lnTo>
                  <a:pt x="263344" y="26476"/>
                </a:lnTo>
                <a:lnTo>
                  <a:pt x="262729" y="26762"/>
                </a:lnTo>
                <a:lnTo>
                  <a:pt x="262122" y="27059"/>
                </a:lnTo>
                <a:lnTo>
                  <a:pt x="261525" y="27369"/>
                </a:lnTo>
                <a:lnTo>
                  <a:pt x="260940" y="27688"/>
                </a:lnTo>
                <a:lnTo>
                  <a:pt x="260366" y="28018"/>
                </a:lnTo>
                <a:lnTo>
                  <a:pt x="259802" y="28358"/>
                </a:lnTo>
                <a:lnTo>
                  <a:pt x="259251" y="28708"/>
                </a:lnTo>
                <a:lnTo>
                  <a:pt x="258710" y="29068"/>
                </a:lnTo>
                <a:lnTo>
                  <a:pt x="258181" y="29439"/>
                </a:lnTo>
                <a:lnTo>
                  <a:pt x="257663" y="29820"/>
                </a:lnTo>
                <a:lnTo>
                  <a:pt x="257156" y="30212"/>
                </a:lnTo>
                <a:lnTo>
                  <a:pt x="256660" y="30614"/>
                </a:lnTo>
                <a:lnTo>
                  <a:pt x="256176" y="31026"/>
                </a:lnTo>
                <a:lnTo>
                  <a:pt x="255702" y="31448"/>
                </a:lnTo>
                <a:lnTo>
                  <a:pt x="255240" y="31880"/>
                </a:lnTo>
                <a:lnTo>
                  <a:pt x="254790" y="32323"/>
                </a:lnTo>
                <a:lnTo>
                  <a:pt x="254350" y="32776"/>
                </a:lnTo>
                <a:lnTo>
                  <a:pt x="253922" y="33240"/>
                </a:lnTo>
                <a:lnTo>
                  <a:pt x="253505" y="33714"/>
                </a:lnTo>
                <a:lnTo>
                  <a:pt x="253099" y="34198"/>
                </a:lnTo>
                <a:lnTo>
                  <a:pt x="252704" y="34692"/>
                </a:lnTo>
                <a:lnTo>
                  <a:pt x="252321" y="35196"/>
                </a:lnTo>
                <a:lnTo>
                  <a:pt x="251949" y="35711"/>
                </a:lnTo>
                <a:lnTo>
                  <a:pt x="251588" y="36236"/>
                </a:lnTo>
                <a:lnTo>
                  <a:pt x="251238" y="36772"/>
                </a:lnTo>
                <a:lnTo>
                  <a:pt x="250899" y="37318"/>
                </a:lnTo>
                <a:lnTo>
                  <a:pt x="250574" y="37873"/>
                </a:lnTo>
                <a:lnTo>
                  <a:pt x="250262" y="38437"/>
                </a:lnTo>
                <a:lnTo>
                  <a:pt x="249964" y="39011"/>
                </a:lnTo>
                <a:lnTo>
                  <a:pt x="249680" y="39594"/>
                </a:lnTo>
                <a:lnTo>
                  <a:pt x="249409" y="40185"/>
                </a:lnTo>
                <a:lnTo>
                  <a:pt x="249153" y="40786"/>
                </a:lnTo>
                <a:lnTo>
                  <a:pt x="248910" y="41396"/>
                </a:lnTo>
                <a:lnTo>
                  <a:pt x="248681" y="42015"/>
                </a:lnTo>
                <a:lnTo>
                  <a:pt x="248467" y="42643"/>
                </a:lnTo>
                <a:lnTo>
                  <a:pt x="248266" y="43280"/>
                </a:lnTo>
                <a:lnTo>
                  <a:pt x="248078" y="43927"/>
                </a:lnTo>
                <a:lnTo>
                  <a:pt x="247905" y="44582"/>
                </a:lnTo>
                <a:lnTo>
                  <a:pt x="247746" y="45246"/>
                </a:lnTo>
                <a:lnTo>
                  <a:pt x="247600" y="45920"/>
                </a:lnTo>
                <a:lnTo>
                  <a:pt x="247469" y="46602"/>
                </a:lnTo>
                <a:lnTo>
                  <a:pt x="247351" y="47294"/>
                </a:lnTo>
                <a:lnTo>
                  <a:pt x="247247" y="47995"/>
                </a:lnTo>
                <a:lnTo>
                  <a:pt x="247157" y="48705"/>
                </a:lnTo>
                <a:lnTo>
                  <a:pt x="247080" y="49424"/>
                </a:lnTo>
                <a:lnTo>
                  <a:pt x="247018" y="50152"/>
                </a:lnTo>
                <a:lnTo>
                  <a:pt x="246970" y="50889"/>
                </a:lnTo>
                <a:lnTo>
                  <a:pt x="246935" y="51635"/>
                </a:lnTo>
                <a:lnTo>
                  <a:pt x="246914" y="52390"/>
                </a:lnTo>
                <a:lnTo>
                  <a:pt x="246907" y="53154"/>
                </a:lnTo>
                <a:lnTo>
                  <a:pt x="246907" y="72158"/>
                </a:lnTo>
                <a:lnTo>
                  <a:pt x="246914" y="72911"/>
                </a:lnTo>
                <a:lnTo>
                  <a:pt x="246935" y="73656"/>
                </a:lnTo>
                <a:lnTo>
                  <a:pt x="246970" y="74392"/>
                </a:lnTo>
                <a:lnTo>
                  <a:pt x="247018" y="75120"/>
                </a:lnTo>
                <a:lnTo>
                  <a:pt x="247080" y="75840"/>
                </a:lnTo>
                <a:lnTo>
                  <a:pt x="247157" y="76551"/>
                </a:lnTo>
                <a:lnTo>
                  <a:pt x="247247" y="77254"/>
                </a:lnTo>
                <a:lnTo>
                  <a:pt x="247351" y="77949"/>
                </a:lnTo>
                <a:lnTo>
                  <a:pt x="247469" y="78635"/>
                </a:lnTo>
                <a:lnTo>
                  <a:pt x="247600" y="79313"/>
                </a:lnTo>
                <a:lnTo>
                  <a:pt x="247746" y="79982"/>
                </a:lnTo>
                <a:lnTo>
                  <a:pt x="247905" y="80644"/>
                </a:lnTo>
                <a:lnTo>
                  <a:pt x="248078" y="81296"/>
                </a:lnTo>
                <a:lnTo>
                  <a:pt x="248266" y="81941"/>
                </a:lnTo>
                <a:lnTo>
                  <a:pt x="248467" y="82577"/>
                </a:lnTo>
                <a:lnTo>
                  <a:pt x="248681" y="83205"/>
                </a:lnTo>
                <a:lnTo>
                  <a:pt x="248910" y="83824"/>
                </a:lnTo>
                <a:lnTo>
                  <a:pt x="249153" y="84435"/>
                </a:lnTo>
                <a:lnTo>
                  <a:pt x="249409" y="85038"/>
                </a:lnTo>
                <a:lnTo>
                  <a:pt x="249680" y="85632"/>
                </a:lnTo>
                <a:lnTo>
                  <a:pt x="249964" y="86218"/>
                </a:lnTo>
                <a:lnTo>
                  <a:pt x="250262" y="86795"/>
                </a:lnTo>
                <a:lnTo>
                  <a:pt x="250574" y="87365"/>
                </a:lnTo>
                <a:lnTo>
                  <a:pt x="250899" y="87925"/>
                </a:lnTo>
                <a:lnTo>
                  <a:pt x="251238" y="88477"/>
                </a:lnTo>
                <a:lnTo>
                  <a:pt x="251588" y="89017"/>
                </a:lnTo>
                <a:lnTo>
                  <a:pt x="251949" y="89547"/>
                </a:lnTo>
                <a:lnTo>
                  <a:pt x="252321" y="90067"/>
                </a:lnTo>
                <a:lnTo>
                  <a:pt x="252704" y="90576"/>
                </a:lnTo>
                <a:lnTo>
                  <a:pt x="253099" y="91075"/>
                </a:lnTo>
                <a:lnTo>
                  <a:pt x="253505" y="91563"/>
                </a:lnTo>
                <a:lnTo>
                  <a:pt x="253922" y="92041"/>
                </a:lnTo>
                <a:lnTo>
                  <a:pt x="254350" y="92508"/>
                </a:lnTo>
                <a:lnTo>
                  <a:pt x="254790" y="92964"/>
                </a:lnTo>
                <a:lnTo>
                  <a:pt x="255240" y="93410"/>
                </a:lnTo>
                <a:lnTo>
                  <a:pt x="255702" y="93846"/>
                </a:lnTo>
                <a:lnTo>
                  <a:pt x="256176" y="94271"/>
                </a:lnTo>
                <a:lnTo>
                  <a:pt x="256660" y="94686"/>
                </a:lnTo>
                <a:lnTo>
                  <a:pt x="257156" y="95090"/>
                </a:lnTo>
                <a:lnTo>
                  <a:pt x="257663" y="95483"/>
                </a:lnTo>
                <a:lnTo>
                  <a:pt x="258181" y="95866"/>
                </a:lnTo>
                <a:lnTo>
                  <a:pt x="258710" y="96239"/>
                </a:lnTo>
                <a:lnTo>
                  <a:pt x="259251" y="96601"/>
                </a:lnTo>
                <a:lnTo>
                  <a:pt x="259802" y="96952"/>
                </a:lnTo>
                <a:lnTo>
                  <a:pt x="260366" y="97293"/>
                </a:lnTo>
                <a:lnTo>
                  <a:pt x="260940" y="97623"/>
                </a:lnTo>
                <a:lnTo>
                  <a:pt x="261525" y="97943"/>
                </a:lnTo>
                <a:lnTo>
                  <a:pt x="262122" y="98253"/>
                </a:lnTo>
                <a:lnTo>
                  <a:pt x="262729" y="98550"/>
                </a:lnTo>
                <a:lnTo>
                  <a:pt x="263344" y="98835"/>
                </a:lnTo>
                <a:lnTo>
                  <a:pt x="263967" y="99108"/>
                </a:lnTo>
                <a:lnTo>
                  <a:pt x="264599" y="99367"/>
                </a:lnTo>
                <a:lnTo>
                  <a:pt x="265239" y="99614"/>
                </a:lnTo>
                <a:lnTo>
                  <a:pt x="265888" y="99849"/>
                </a:lnTo>
                <a:lnTo>
                  <a:pt x="266545" y="100070"/>
                </a:lnTo>
                <a:lnTo>
                  <a:pt x="267210" y="100279"/>
                </a:lnTo>
                <a:lnTo>
                  <a:pt x="267883" y="100476"/>
                </a:lnTo>
                <a:lnTo>
                  <a:pt x="268565" y="100659"/>
                </a:lnTo>
                <a:lnTo>
                  <a:pt x="269256" y="100830"/>
                </a:lnTo>
                <a:lnTo>
                  <a:pt x="269954" y="100989"/>
                </a:lnTo>
                <a:lnTo>
                  <a:pt x="270661" y="101134"/>
                </a:lnTo>
                <a:lnTo>
                  <a:pt x="271377" y="101267"/>
                </a:lnTo>
                <a:lnTo>
                  <a:pt x="272101" y="101388"/>
                </a:lnTo>
                <a:lnTo>
                  <a:pt x="272833" y="101495"/>
                </a:lnTo>
                <a:lnTo>
                  <a:pt x="273573" y="101590"/>
                </a:lnTo>
                <a:lnTo>
                  <a:pt x="274322" y="101673"/>
                </a:lnTo>
                <a:lnTo>
                  <a:pt x="275079" y="101742"/>
                </a:lnTo>
                <a:lnTo>
                  <a:pt x="275845" y="101799"/>
                </a:lnTo>
                <a:lnTo>
                  <a:pt x="276619" y="101844"/>
                </a:lnTo>
                <a:lnTo>
                  <a:pt x="277401" y="101875"/>
                </a:lnTo>
                <a:lnTo>
                  <a:pt x="278192" y="101894"/>
                </a:lnTo>
                <a:lnTo>
                  <a:pt x="278991" y="101901"/>
                </a:lnTo>
                <a:lnTo>
                  <a:pt x="280174" y="101888"/>
                </a:lnTo>
                <a:lnTo>
                  <a:pt x="281337" y="101849"/>
                </a:lnTo>
                <a:lnTo>
                  <a:pt x="282481" y="1017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9037B6-EEF4-4832-8EC3-2AE860CC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3532" y="4797661"/>
            <a:ext cx="1320669" cy="317698"/>
          </a:xfrm>
          <a:custGeom xmlns:a="http://schemas.openxmlformats.org/drawingml/2006/main">
            <a:pathLst>
              <a:path w="1320669" h="317698">
                <a:moveTo>
                  <a:pt x="0" y="13451"/>
                </a:moveTo>
                <a:lnTo>
                  <a:pt x="0" y="13451"/>
                </a:lnTo>
                <a:cubicBezTo>
                  <a:pt x="0" y="6022"/>
                  <a:pt x="6022" y="0"/>
                  <a:pt x="13451" y="0"/>
                </a:cubicBezTo>
                <a:lnTo>
                  <a:pt x="1307218" y="0"/>
                </a:lnTo>
                <a:cubicBezTo>
                  <a:pt x="1310785" y="0"/>
                  <a:pt x="1314206" y="1417"/>
                  <a:pt x="1316729" y="3940"/>
                </a:cubicBezTo>
                <a:cubicBezTo>
                  <a:pt x="1319252" y="6462"/>
                  <a:pt x="1320669" y="9884"/>
                  <a:pt x="1320669" y="13451"/>
                </a:cubicBezTo>
                <a:lnTo>
                  <a:pt x="1320669" y="304247"/>
                </a:lnTo>
                <a:cubicBezTo>
                  <a:pt x="1320669" y="311675"/>
                  <a:pt x="1314646" y="317698"/>
                  <a:pt x="1307218" y="317698"/>
                </a:cubicBezTo>
                <a:lnTo>
                  <a:pt x="13451" y="317698"/>
                </a:lnTo>
                <a:cubicBezTo>
                  <a:pt x="6022" y="317698"/>
                  <a:pt x="0" y="311675"/>
                  <a:pt x="0" y="304247"/>
                </a:cubicBezTo>
                <a:lnTo>
                  <a:pt x="0" y="1345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367734-3ADF-4666-9E1B-51E44563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0195" y="4721896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BAE4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E4BDD8-05A4-4A24-9010-CF90B82E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914" y="4721896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BAE4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3A8B8E-46C9-4590-886D-E89AB369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1634" y="4721896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514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AEDAC0-F319-4F02-A334-3D21806F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7354" y="4721896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514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813E0E-998A-4387-80E2-681F3B98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074" y="4721896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EF0816-000E-42E9-BDF5-63AA6C3D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1022" y="4523177"/>
            <a:ext cx="1049596" cy="445102"/>
          </a:xfrm>
          <a:custGeom xmlns:a="http://schemas.openxmlformats.org/drawingml/2006/main">
            <a:pathLst>
              <a:path w="1049596" h="445102">
                <a:moveTo>
                  <a:pt x="0" y="0"/>
                </a:moveTo>
                <a:lnTo>
                  <a:pt x="1049596" y="0"/>
                </a:lnTo>
                <a:lnTo>
                  <a:pt x="1049596" y="445102"/>
                </a:lnTo>
                <a:lnTo>
                  <a:pt x="0" y="44510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1" name="Text +12">
            <a:extLst xmlns:a="http://schemas.openxmlformats.org/drawingml/2006/main">
              <a:ext uri="{FF2B5EF4-FFF2-40B4-BE49-F238E27FC236}">
                <a16:creationId xmlns:a16="http://schemas.microsoft.com/office/drawing/2014/main" id="{6A808FAC-00B6-48E1-B596-5C6C3D3F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357" y="4698292"/>
            <a:ext cx="153863" cy="67935"/>
          </a:xfrm>
          <a:custGeom xmlns:a="http://schemas.openxmlformats.org/drawingml/2006/main">
            <a:pathLst>
              <a:path w="153863" h="67935">
                <a:moveTo>
                  <a:pt x="16433" y="59490"/>
                </a:moveTo>
                <a:lnTo>
                  <a:pt x="16433" y="42964"/>
                </a:lnTo>
                <a:lnTo>
                  <a:pt x="0" y="42964"/>
                </a:lnTo>
                <a:lnTo>
                  <a:pt x="0" y="32315"/>
                </a:lnTo>
                <a:lnTo>
                  <a:pt x="16433" y="32315"/>
                </a:lnTo>
                <a:lnTo>
                  <a:pt x="16433" y="15791"/>
                </a:lnTo>
                <a:lnTo>
                  <a:pt x="27816" y="15791"/>
                </a:lnTo>
                <a:lnTo>
                  <a:pt x="27816" y="32315"/>
                </a:lnTo>
                <a:lnTo>
                  <a:pt x="44249" y="32315"/>
                </a:lnTo>
                <a:lnTo>
                  <a:pt x="44249" y="42964"/>
                </a:lnTo>
                <a:lnTo>
                  <a:pt x="27816" y="42964"/>
                </a:lnTo>
                <a:lnTo>
                  <a:pt x="27816" y="59490"/>
                </a:lnTo>
                <a:lnTo>
                  <a:pt x="16433" y="59490"/>
                </a:lnTo>
                <a:close/>
                <a:moveTo>
                  <a:pt x="57377" y="67935"/>
                </a:moveTo>
                <a:lnTo>
                  <a:pt x="57377" y="57837"/>
                </a:lnTo>
                <a:lnTo>
                  <a:pt x="74820" y="57837"/>
                </a:lnTo>
                <a:lnTo>
                  <a:pt x="74820" y="11108"/>
                </a:lnTo>
                <a:lnTo>
                  <a:pt x="57284" y="24144"/>
                </a:lnTo>
                <a:lnTo>
                  <a:pt x="57284" y="12027"/>
                </a:lnTo>
                <a:lnTo>
                  <a:pt x="72709" y="919"/>
                </a:lnTo>
                <a:lnTo>
                  <a:pt x="86295" y="919"/>
                </a:lnTo>
                <a:lnTo>
                  <a:pt x="86295" y="57837"/>
                </a:lnTo>
                <a:lnTo>
                  <a:pt x="100341" y="57837"/>
                </a:lnTo>
                <a:lnTo>
                  <a:pt x="100341" y="67935"/>
                </a:lnTo>
                <a:lnTo>
                  <a:pt x="57377" y="67935"/>
                </a:lnTo>
                <a:close/>
                <a:moveTo>
                  <a:pt x="112000" y="67935"/>
                </a:moveTo>
                <a:lnTo>
                  <a:pt x="112000" y="56827"/>
                </a:lnTo>
                <a:lnTo>
                  <a:pt x="132932" y="35803"/>
                </a:lnTo>
                <a:cubicBezTo>
                  <a:pt x="135869" y="32805"/>
                  <a:pt x="138041" y="30097"/>
                  <a:pt x="139448" y="27680"/>
                </a:cubicBezTo>
                <a:cubicBezTo>
                  <a:pt x="140857" y="25262"/>
                  <a:pt x="141561" y="22768"/>
                  <a:pt x="141561" y="20197"/>
                </a:cubicBezTo>
                <a:cubicBezTo>
                  <a:pt x="141561" y="17076"/>
                  <a:pt x="140704" y="14643"/>
                  <a:pt x="138990" y="12899"/>
                </a:cubicBezTo>
                <a:cubicBezTo>
                  <a:pt x="137277" y="11154"/>
                  <a:pt x="134951" y="10282"/>
                  <a:pt x="132013" y="10282"/>
                </a:cubicBezTo>
                <a:cubicBezTo>
                  <a:pt x="128770" y="10282"/>
                  <a:pt x="126230" y="11215"/>
                  <a:pt x="124394" y="13082"/>
                </a:cubicBezTo>
                <a:cubicBezTo>
                  <a:pt x="122558" y="14949"/>
                  <a:pt x="121640" y="17535"/>
                  <a:pt x="121640" y="20840"/>
                </a:cubicBezTo>
                <a:lnTo>
                  <a:pt x="110165" y="20840"/>
                </a:lnTo>
                <a:cubicBezTo>
                  <a:pt x="110225" y="16556"/>
                  <a:pt x="111158" y="12869"/>
                  <a:pt x="112963" y="9778"/>
                </a:cubicBezTo>
                <a:cubicBezTo>
                  <a:pt x="114769" y="6687"/>
                  <a:pt x="117325" y="4284"/>
                  <a:pt x="120630" y="2570"/>
                </a:cubicBezTo>
                <a:cubicBezTo>
                  <a:pt x="123935" y="857"/>
                  <a:pt x="127790" y="0"/>
                  <a:pt x="132196" y="0"/>
                </a:cubicBezTo>
                <a:cubicBezTo>
                  <a:pt x="136419" y="0"/>
                  <a:pt x="140091" y="796"/>
                  <a:pt x="143212" y="2387"/>
                </a:cubicBezTo>
                <a:cubicBezTo>
                  <a:pt x="146334" y="3978"/>
                  <a:pt x="148752" y="6213"/>
                  <a:pt x="150466" y="9090"/>
                </a:cubicBezTo>
                <a:cubicBezTo>
                  <a:pt x="152179" y="11966"/>
                  <a:pt x="153036" y="15393"/>
                  <a:pt x="153036" y="19370"/>
                </a:cubicBezTo>
                <a:cubicBezTo>
                  <a:pt x="153036" y="23471"/>
                  <a:pt x="151981" y="27465"/>
                  <a:pt x="149869" y="31352"/>
                </a:cubicBezTo>
                <a:cubicBezTo>
                  <a:pt x="147758" y="35237"/>
                  <a:pt x="144376" y="39415"/>
                  <a:pt x="139724" y="43883"/>
                </a:cubicBezTo>
                <a:lnTo>
                  <a:pt x="125771" y="57561"/>
                </a:lnTo>
                <a:lnTo>
                  <a:pt x="153863" y="57561"/>
                </a:lnTo>
                <a:lnTo>
                  <a:pt x="153863" y="67935"/>
                </a:lnTo>
                <a:lnTo>
                  <a:pt x="112000" y="67935"/>
                </a:lnTo>
                <a:close/>
              </a:path>
            </a:pathLst>
          </a:custGeom>
          <a:solidFill xmlns:a="http://schemas.openxmlformats.org/drawingml/2006/main">
            <a:srgbClr val="3BAE4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2" name="Text -20">
            <a:extLst xmlns:a="http://schemas.openxmlformats.org/drawingml/2006/main">
              <a:ext uri="{FF2B5EF4-FFF2-40B4-BE49-F238E27FC236}">
                <a16:creationId xmlns:a16="http://schemas.microsoft.com/office/drawing/2014/main" id="{C79AB9AE-AFE3-4FD0-BE34-75162F8B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8909" y="4698292"/>
            <a:ext cx="146151" cy="68853"/>
          </a:xfrm>
          <a:custGeom xmlns:a="http://schemas.openxmlformats.org/drawingml/2006/main">
            <a:pathLst>
              <a:path w="146151" h="68853">
                <a:moveTo>
                  <a:pt x="0" y="42964"/>
                </a:moveTo>
                <a:lnTo>
                  <a:pt x="0" y="32315"/>
                </a:lnTo>
                <a:lnTo>
                  <a:pt x="29378" y="32315"/>
                </a:lnTo>
                <a:lnTo>
                  <a:pt x="29378" y="42964"/>
                </a:lnTo>
                <a:lnTo>
                  <a:pt x="0" y="42964"/>
                </a:lnTo>
                <a:close/>
                <a:moveTo>
                  <a:pt x="49482" y="67935"/>
                </a:moveTo>
                <a:lnTo>
                  <a:pt x="49482" y="56827"/>
                </a:lnTo>
                <a:lnTo>
                  <a:pt x="70414" y="35803"/>
                </a:lnTo>
                <a:cubicBezTo>
                  <a:pt x="73351" y="32805"/>
                  <a:pt x="75523" y="30097"/>
                  <a:pt x="76930" y="27680"/>
                </a:cubicBezTo>
                <a:cubicBezTo>
                  <a:pt x="78339" y="25262"/>
                  <a:pt x="79043" y="22768"/>
                  <a:pt x="79043" y="20197"/>
                </a:cubicBezTo>
                <a:cubicBezTo>
                  <a:pt x="79043" y="17076"/>
                  <a:pt x="78186" y="14643"/>
                  <a:pt x="76472" y="12899"/>
                </a:cubicBezTo>
                <a:cubicBezTo>
                  <a:pt x="74759" y="11154"/>
                  <a:pt x="72433" y="10282"/>
                  <a:pt x="69495" y="10282"/>
                </a:cubicBezTo>
                <a:cubicBezTo>
                  <a:pt x="66252" y="10282"/>
                  <a:pt x="63712" y="11215"/>
                  <a:pt x="61876" y="13082"/>
                </a:cubicBezTo>
                <a:cubicBezTo>
                  <a:pt x="60040" y="14949"/>
                  <a:pt x="59122" y="17535"/>
                  <a:pt x="59122" y="20840"/>
                </a:cubicBezTo>
                <a:lnTo>
                  <a:pt x="47647" y="20840"/>
                </a:lnTo>
                <a:cubicBezTo>
                  <a:pt x="47707" y="16556"/>
                  <a:pt x="48640" y="12869"/>
                  <a:pt x="50445" y="9778"/>
                </a:cubicBezTo>
                <a:cubicBezTo>
                  <a:pt x="52251" y="6687"/>
                  <a:pt x="54807" y="4284"/>
                  <a:pt x="58112" y="2570"/>
                </a:cubicBezTo>
                <a:cubicBezTo>
                  <a:pt x="61417" y="857"/>
                  <a:pt x="65272" y="0"/>
                  <a:pt x="69678" y="0"/>
                </a:cubicBezTo>
                <a:cubicBezTo>
                  <a:pt x="73901" y="0"/>
                  <a:pt x="77573" y="796"/>
                  <a:pt x="80694" y="2387"/>
                </a:cubicBezTo>
                <a:cubicBezTo>
                  <a:pt x="83816" y="3978"/>
                  <a:pt x="86234" y="6213"/>
                  <a:pt x="87948" y="9090"/>
                </a:cubicBezTo>
                <a:cubicBezTo>
                  <a:pt x="89661" y="11966"/>
                  <a:pt x="90518" y="15393"/>
                  <a:pt x="90518" y="19370"/>
                </a:cubicBezTo>
                <a:cubicBezTo>
                  <a:pt x="90518" y="23471"/>
                  <a:pt x="89463" y="27465"/>
                  <a:pt x="87351" y="31352"/>
                </a:cubicBezTo>
                <a:cubicBezTo>
                  <a:pt x="85240" y="35237"/>
                  <a:pt x="81858" y="39415"/>
                  <a:pt x="77206" y="43883"/>
                </a:cubicBezTo>
                <a:lnTo>
                  <a:pt x="63253" y="57561"/>
                </a:lnTo>
                <a:lnTo>
                  <a:pt x="91345" y="57561"/>
                </a:lnTo>
                <a:lnTo>
                  <a:pt x="91345" y="67935"/>
                </a:lnTo>
                <a:lnTo>
                  <a:pt x="49482" y="67935"/>
                </a:lnTo>
                <a:close/>
                <a:moveTo>
                  <a:pt x="124853" y="68853"/>
                </a:moveTo>
                <a:cubicBezTo>
                  <a:pt x="120508" y="68853"/>
                  <a:pt x="116744" y="68027"/>
                  <a:pt x="113561" y="66375"/>
                </a:cubicBezTo>
                <a:cubicBezTo>
                  <a:pt x="110379" y="64722"/>
                  <a:pt x="107915" y="62396"/>
                  <a:pt x="106171" y="59397"/>
                </a:cubicBezTo>
                <a:cubicBezTo>
                  <a:pt x="104426" y="56398"/>
                  <a:pt x="103554" y="52880"/>
                  <a:pt x="103554" y="48841"/>
                </a:cubicBezTo>
                <a:lnTo>
                  <a:pt x="103554" y="20013"/>
                </a:lnTo>
                <a:cubicBezTo>
                  <a:pt x="103554" y="15974"/>
                  <a:pt x="104426" y="12456"/>
                  <a:pt x="106171" y="9457"/>
                </a:cubicBezTo>
                <a:cubicBezTo>
                  <a:pt x="107915" y="6457"/>
                  <a:pt x="110379" y="4131"/>
                  <a:pt x="113561" y="2479"/>
                </a:cubicBezTo>
                <a:cubicBezTo>
                  <a:pt x="116744" y="826"/>
                  <a:pt x="120508" y="0"/>
                  <a:pt x="124853" y="0"/>
                </a:cubicBezTo>
                <a:cubicBezTo>
                  <a:pt x="129259" y="0"/>
                  <a:pt x="133038" y="826"/>
                  <a:pt x="136190" y="2479"/>
                </a:cubicBezTo>
                <a:cubicBezTo>
                  <a:pt x="139343" y="4131"/>
                  <a:pt x="141791" y="6457"/>
                  <a:pt x="143534" y="9457"/>
                </a:cubicBezTo>
                <a:cubicBezTo>
                  <a:pt x="145279" y="12456"/>
                  <a:pt x="146151" y="15974"/>
                  <a:pt x="146151" y="20013"/>
                </a:cubicBezTo>
                <a:lnTo>
                  <a:pt x="146151" y="48841"/>
                </a:lnTo>
                <a:cubicBezTo>
                  <a:pt x="146151" y="52880"/>
                  <a:pt x="145279" y="56398"/>
                  <a:pt x="143534" y="59397"/>
                </a:cubicBezTo>
                <a:cubicBezTo>
                  <a:pt x="141791" y="62396"/>
                  <a:pt x="139328" y="64722"/>
                  <a:pt x="136145" y="66375"/>
                </a:cubicBezTo>
                <a:cubicBezTo>
                  <a:pt x="132963" y="68027"/>
                  <a:pt x="129199" y="68853"/>
                  <a:pt x="124853" y="68853"/>
                </a:cubicBezTo>
                <a:moveTo>
                  <a:pt x="124853" y="58938"/>
                </a:moveTo>
                <a:cubicBezTo>
                  <a:pt x="128036" y="58938"/>
                  <a:pt x="130576" y="58020"/>
                  <a:pt x="132472" y="56184"/>
                </a:cubicBezTo>
                <a:cubicBezTo>
                  <a:pt x="134370" y="54348"/>
                  <a:pt x="135319" y="51900"/>
                  <a:pt x="135319" y="48841"/>
                </a:cubicBezTo>
                <a:lnTo>
                  <a:pt x="135319" y="20013"/>
                </a:lnTo>
                <a:cubicBezTo>
                  <a:pt x="135319" y="16953"/>
                  <a:pt x="134370" y="14505"/>
                  <a:pt x="132472" y="12669"/>
                </a:cubicBezTo>
                <a:cubicBezTo>
                  <a:pt x="130576" y="10833"/>
                  <a:pt x="128036" y="9915"/>
                  <a:pt x="124853" y="9915"/>
                </a:cubicBezTo>
                <a:cubicBezTo>
                  <a:pt x="121671" y="9915"/>
                  <a:pt x="119130" y="10833"/>
                  <a:pt x="117233" y="12669"/>
                </a:cubicBezTo>
                <a:cubicBezTo>
                  <a:pt x="115336" y="14505"/>
                  <a:pt x="114388" y="16953"/>
                  <a:pt x="114388" y="20013"/>
                </a:cubicBezTo>
                <a:lnTo>
                  <a:pt x="114388" y="48841"/>
                </a:lnTo>
                <a:cubicBezTo>
                  <a:pt x="114388" y="51900"/>
                  <a:pt x="115336" y="54348"/>
                  <a:pt x="117233" y="56184"/>
                </a:cubicBezTo>
                <a:cubicBezTo>
                  <a:pt x="119130" y="58020"/>
                  <a:pt x="121671" y="58938"/>
                  <a:pt x="124853" y="58938"/>
                </a:cubicBezTo>
                <a:moveTo>
                  <a:pt x="124853" y="40394"/>
                </a:moveTo>
                <a:cubicBezTo>
                  <a:pt x="123078" y="40394"/>
                  <a:pt x="121624" y="39812"/>
                  <a:pt x="120491" y="38650"/>
                </a:cubicBezTo>
                <a:cubicBezTo>
                  <a:pt x="119359" y="37487"/>
                  <a:pt x="118793" y="35988"/>
                  <a:pt x="118793" y="34152"/>
                </a:cubicBezTo>
                <a:cubicBezTo>
                  <a:pt x="118793" y="32316"/>
                  <a:pt x="119344" y="30847"/>
                  <a:pt x="120446" y="29745"/>
                </a:cubicBezTo>
                <a:cubicBezTo>
                  <a:pt x="121548" y="28643"/>
                  <a:pt x="123017" y="28092"/>
                  <a:pt x="124853" y="28092"/>
                </a:cubicBezTo>
                <a:cubicBezTo>
                  <a:pt x="126689" y="28092"/>
                  <a:pt x="128158" y="28643"/>
                  <a:pt x="129259" y="29745"/>
                </a:cubicBezTo>
                <a:cubicBezTo>
                  <a:pt x="130361" y="30847"/>
                  <a:pt x="130912" y="32316"/>
                  <a:pt x="130912" y="34152"/>
                </a:cubicBezTo>
                <a:cubicBezTo>
                  <a:pt x="130912" y="35988"/>
                  <a:pt x="130361" y="37487"/>
                  <a:pt x="129259" y="38650"/>
                </a:cubicBezTo>
                <a:cubicBezTo>
                  <a:pt x="128158" y="39812"/>
                  <a:pt x="126689" y="40394"/>
                  <a:pt x="124853" y="40394"/>
                </a:cubicBezTo>
                <a:close/>
              </a:path>
            </a:pathLst>
          </a:custGeom>
          <a:solidFill xmlns:a="http://schemas.openxmlformats.org/drawingml/2006/main">
            <a:srgbClr val="F8514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D78E0D-97FF-418B-9E77-54426AEC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158" y="4880835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BAE4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671141-AA74-47D0-9BC6-DB8D2525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158" y="4939387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514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F5C3B2-E10D-4C0C-9AD7-33C2B74B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158" y="4992698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514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1547BB-51B2-4063-B0A3-5AF90139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3020" y="4880835"/>
            <a:ext cx="1218745" cy="58552"/>
          </a:xfrm>
          <a:custGeom xmlns:a="http://schemas.openxmlformats.org/drawingml/2006/main">
            <a:pathLst>
              <a:path w="1218745" h="58552">
                <a:moveTo>
                  <a:pt x="0" y="0"/>
                </a:moveTo>
                <a:lnTo>
                  <a:pt x="1218745" y="0"/>
                </a:lnTo>
                <a:lnTo>
                  <a:pt x="1218745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8CC87B-42BE-4CD7-93EC-3A60E661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3021" y="4939387"/>
            <a:ext cx="1218745" cy="58552"/>
          </a:xfrm>
          <a:custGeom xmlns:a="http://schemas.openxmlformats.org/drawingml/2006/main">
            <a:pathLst>
              <a:path w="1218745" h="58552">
                <a:moveTo>
                  <a:pt x="0" y="0"/>
                </a:moveTo>
                <a:lnTo>
                  <a:pt x="1218745" y="0"/>
                </a:lnTo>
                <a:lnTo>
                  <a:pt x="1218745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513BD3-6586-445A-85CA-17651904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2570" y="4992698"/>
            <a:ext cx="1218745" cy="58552"/>
          </a:xfrm>
          <a:custGeom xmlns:a="http://schemas.openxmlformats.org/drawingml/2006/main">
            <a:pathLst>
              <a:path w="1218745" h="58552">
                <a:moveTo>
                  <a:pt x="0" y="0"/>
                </a:moveTo>
                <a:lnTo>
                  <a:pt x="1218745" y="0"/>
                </a:lnTo>
                <a:lnTo>
                  <a:pt x="1218745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14FB0D-EA3B-41E8-9641-0A6A3974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6076" y="4813474"/>
            <a:ext cx="236376" cy="191920"/>
          </a:xfrm>
          <a:custGeom xmlns:a="http://schemas.openxmlformats.org/drawingml/2006/main">
            <a:pathLst>
              <a:path w="236376" h="191920">
                <a:moveTo>
                  <a:pt x="0" y="0"/>
                </a:moveTo>
                <a:lnTo>
                  <a:pt x="236376" y="0"/>
                </a:lnTo>
                <a:lnTo>
                  <a:pt x="236376" y="191920"/>
                </a:lnTo>
                <a:lnTo>
                  <a:pt x="0" y="1919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F6514E-298F-4AD9-957F-4A3D5635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6" y="3063583"/>
            <a:ext cx="3332574" cy="1767397"/>
          </a:xfrm>
          <a:custGeom xmlns:a="http://schemas.openxmlformats.org/drawingml/2006/main">
            <a:pathLst>
              <a:path w="3332574" h="1767397">
                <a:moveTo>
                  <a:pt x="3332574" y="1767397"/>
                </a:moveTo>
                <a:lnTo>
                  <a:pt x="3332574" y="1429294"/>
                </a:lnTo>
                <a:lnTo>
                  <a:pt x="0" y="14292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8629CA-ABDE-4B8B-81B8-3CE6C4BD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6" y="3063583"/>
            <a:ext cx="3332574" cy="1560840"/>
          </a:xfrm>
          <a:custGeom xmlns:a="http://schemas.openxmlformats.org/drawingml/2006/main">
            <a:pathLst>
              <a:path w="3332574" h="1560840" fill="none">
                <a:moveTo>
                  <a:pt x="0" y="0"/>
                </a:moveTo>
                <a:lnTo>
                  <a:pt x="0" y="1429294"/>
                </a:lnTo>
                <a:lnTo>
                  <a:pt x="3332574" y="1429294"/>
                </a:lnTo>
                <a:lnTo>
                  <a:pt x="3332574" y="1560840"/>
                </a:lnTo>
              </a:path>
            </a:pathLst>
          </a:custGeom>
          <a:noFill xmlns:a="http://schemas.openxmlformats.org/drawingml/2006/main"/>
          <a:ln xmlns:a="http://schemas.openxmlformats.org/drawingml/2006/main" w="34426" cap="flat">
            <a:solidFill>
              <a:srgbClr val="D2222E"/>
            </a:solidFill>
            <a:round/>
          </a:ln>
        </p:spPr>
      </p:sp>
      <p:sp>
        <p:nvSpPr>
          <p:cNvPr id="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5B40CE-9B25-411F-B830-0EB24747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458" y="4624423"/>
            <a:ext cx="113726" cy="156230"/>
          </a:xfrm>
          <a:custGeom xmlns:a="http://schemas.openxmlformats.org/drawingml/2006/main">
            <a:pathLst>
              <a:path w="113726" h="156230">
                <a:moveTo>
                  <a:pt x="0" y="0"/>
                </a:moveTo>
                <a:lnTo>
                  <a:pt x="113726" y="0"/>
                </a:lnTo>
                <a:lnTo>
                  <a:pt x="56863" y="1562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222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C378D6-24A4-46A0-A6A3-5F097505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458" y="4624423"/>
            <a:ext cx="113726" cy="156230"/>
          </a:xfrm>
          <a:custGeom xmlns:a="http://schemas.openxmlformats.org/drawingml/2006/main">
            <a:pathLst>
              <a:path w="113726" h="156230" fill="none">
                <a:moveTo>
                  <a:pt x="0" y="0"/>
                </a:moveTo>
                <a:lnTo>
                  <a:pt x="56863" y="156230"/>
                </a:lnTo>
                <a:lnTo>
                  <a:pt x="11372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426" cap="flat">
            <a:solidFill>
              <a:srgbClr val="D2222E"/>
            </a:solidFill>
            <a:miter/>
          </a:ln>
        </p:spPr>
      </p:sp>
      <p:sp>
        <p:nvSpPr>
          <p:cNvPr id="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0AC2CB-9A7C-43DC-B5B1-FEB28574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201" y="4830890"/>
            <a:ext cx="236376" cy="191920"/>
          </a:xfrm>
          <a:custGeom xmlns:a="http://schemas.openxmlformats.org/drawingml/2006/main">
            <a:pathLst>
              <a:path w="236376" h="191920">
                <a:moveTo>
                  <a:pt x="0" y="0"/>
                </a:moveTo>
                <a:lnTo>
                  <a:pt x="236376" y="0"/>
                </a:lnTo>
                <a:lnTo>
                  <a:pt x="236376" y="191920"/>
                </a:lnTo>
                <a:lnTo>
                  <a:pt x="0" y="1919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1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fe1971f0e44f50"/>
          <a:stretch xmlns:a="http://schemas.openxmlformats.org/drawingml/2006/main"/>
        </p:blipFill>
        <p:spPr>
          <a:xfrm xmlns:a="http://schemas.openxmlformats.org/drawingml/2006/main">
            <a:off x="61048" y="4546527"/>
            <a:ext cx="1627388" cy="750661"/>
          </a:xfrm>
          <a:prstGeom xmlns:a="http://schemas.openxmlformats.org/drawingml/2006/main" prst="rect">
            <a:avLst/>
          </a:prstGeom>
        </p:spPr>
      </p:pic>
      <p:sp>
        <p:nvSpPr>
          <p:cNvPr id="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4638AE-1430-4C2B-BD76-8A6F2BEC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33" y="4623677"/>
            <a:ext cx="1403617" cy="527509"/>
          </a:xfrm>
          <a:custGeom xmlns:a="http://schemas.openxmlformats.org/drawingml/2006/main">
            <a:pathLst>
              <a:path w="1403617" h="527509">
                <a:moveTo>
                  <a:pt x="0" y="22335"/>
                </a:moveTo>
                <a:lnTo>
                  <a:pt x="0" y="22335"/>
                </a:lnTo>
                <a:cubicBezTo>
                  <a:pt x="0" y="10000"/>
                  <a:pt x="10000" y="0"/>
                  <a:pt x="22335" y="0"/>
                </a:cubicBezTo>
                <a:lnTo>
                  <a:pt x="1381282" y="0"/>
                </a:lnTo>
                <a:cubicBezTo>
                  <a:pt x="1387206" y="0"/>
                  <a:pt x="1392887" y="2353"/>
                  <a:pt x="1397076" y="6542"/>
                </a:cubicBezTo>
                <a:cubicBezTo>
                  <a:pt x="1401264" y="10730"/>
                  <a:pt x="1403617" y="16411"/>
                  <a:pt x="1403617" y="22335"/>
                </a:cubicBezTo>
                <a:lnTo>
                  <a:pt x="1403617" y="505174"/>
                </a:lnTo>
                <a:cubicBezTo>
                  <a:pt x="1403617" y="517509"/>
                  <a:pt x="1393618" y="527509"/>
                  <a:pt x="1381282" y="527509"/>
                </a:cubicBezTo>
                <a:lnTo>
                  <a:pt x="22335" y="527509"/>
                </a:lnTo>
                <a:cubicBezTo>
                  <a:pt x="10000" y="527509"/>
                  <a:pt x="0" y="517509"/>
                  <a:pt x="0" y="505174"/>
                </a:cubicBezTo>
                <a:lnTo>
                  <a:pt x="0" y="22335"/>
                </a:lnTo>
                <a:close/>
              </a:path>
            </a:pathLst>
          </a:custGeom>
          <a:solidFill xmlns:a="http://schemas.openxmlformats.org/drawingml/2006/main">
            <a:srgbClr val="F3F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467FDF-291D-4B5C-BDD5-BB5DFE5F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33" y="4623677"/>
            <a:ext cx="1403617" cy="527509"/>
          </a:xfrm>
          <a:custGeom xmlns:a="http://schemas.openxmlformats.org/drawingml/2006/main">
            <a:pathLst>
              <a:path w="1403617" h="527509" fill="none">
                <a:moveTo>
                  <a:pt x="0" y="22335"/>
                </a:moveTo>
                <a:lnTo>
                  <a:pt x="0" y="22335"/>
                </a:lnTo>
                <a:cubicBezTo>
                  <a:pt x="0" y="10000"/>
                  <a:pt x="10000" y="0"/>
                  <a:pt x="22335" y="0"/>
                </a:cubicBezTo>
                <a:lnTo>
                  <a:pt x="1381282" y="0"/>
                </a:lnTo>
                <a:cubicBezTo>
                  <a:pt x="1387206" y="0"/>
                  <a:pt x="1392887" y="2353"/>
                  <a:pt x="1397076" y="6542"/>
                </a:cubicBezTo>
                <a:cubicBezTo>
                  <a:pt x="1401264" y="10730"/>
                  <a:pt x="1403617" y="16411"/>
                  <a:pt x="1403617" y="22335"/>
                </a:cubicBezTo>
                <a:lnTo>
                  <a:pt x="1403617" y="505174"/>
                </a:lnTo>
                <a:cubicBezTo>
                  <a:pt x="1403617" y="517509"/>
                  <a:pt x="1393618" y="527509"/>
                  <a:pt x="1381282" y="527509"/>
                </a:cubicBezTo>
                <a:lnTo>
                  <a:pt x="22335" y="527509"/>
                </a:lnTo>
                <a:cubicBezTo>
                  <a:pt x="10000" y="527509"/>
                  <a:pt x="0" y="517509"/>
                  <a:pt x="0" y="505174"/>
                </a:cubicBezTo>
                <a:lnTo>
                  <a:pt x="0" y="2233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213" cap="flat">
            <a:solidFill>
              <a:srgbClr val="666666"/>
            </a:solidFill>
            <a:round/>
          </a:ln>
        </p:spPr>
      </p:sp>
      <p:sp>
        <p:nvSpPr>
          <p:cNvPr id="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3CFEA7-351E-48FE-B57A-B697A0DE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35" y="4642924"/>
            <a:ext cx="103145" cy="137526"/>
          </a:xfrm>
          <a:custGeom xmlns:a="http://schemas.openxmlformats.org/drawingml/2006/main">
            <a:pathLst>
              <a:path w="103145" h="137526">
                <a:moveTo>
                  <a:pt x="0" y="0"/>
                </a:moveTo>
                <a:lnTo>
                  <a:pt x="103145" y="0"/>
                </a:lnTo>
                <a:lnTo>
                  <a:pt x="103145" y="137526"/>
                </a:lnTo>
                <a:lnTo>
                  <a:pt x="0" y="1375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1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8a7d361c72460c"/>
          <a:stretch xmlns:a="http://schemas.openxmlformats.org/drawingml/2006/main"/>
        </p:blipFill>
        <p:spPr>
          <a:xfrm xmlns:a="http://schemas.openxmlformats.org/drawingml/2006/main">
            <a:off x="196835" y="4643221"/>
            <a:ext cx="103145" cy="136934"/>
          </a:xfrm>
          <a:prstGeom xmlns:a="http://schemas.openxmlformats.org/drawingml/2006/main" prst="rect">
            <a:avLst/>
          </a:prstGeom>
        </p:spPr>
      </p:pic>
      <p:sp>
        <p:nvSpPr>
          <p:cNvPr id="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41BF7D-7D4E-4059-AD50-1E5AEA2A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612" y="4461462"/>
            <a:ext cx="1049596" cy="500401"/>
          </a:xfrm>
          <a:custGeom xmlns:a="http://schemas.openxmlformats.org/drawingml/2006/main">
            <a:pathLst>
              <a:path w="1049596" h="500401">
                <a:moveTo>
                  <a:pt x="0" y="0"/>
                </a:moveTo>
                <a:lnTo>
                  <a:pt x="1049596" y="0"/>
                </a:lnTo>
                <a:lnTo>
                  <a:pt x="1049596" y="500401"/>
                </a:lnTo>
                <a:lnTo>
                  <a:pt x="0" y="5004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71" name="Text Patch">
            <a:extLst xmlns:a="http://schemas.openxmlformats.org/drawingml/2006/main">
              <a:ext uri="{FF2B5EF4-FFF2-40B4-BE49-F238E27FC236}">
                <a16:creationId xmlns:a16="http://schemas.microsoft.com/office/drawing/2014/main" id="{CC25E19B-6CB2-4148-946F-02F2E1C5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133" y="4648054"/>
            <a:ext cx="392184" cy="101901"/>
          </a:xfrm>
          <a:custGeom xmlns:a="http://schemas.openxmlformats.org/drawingml/2006/main">
            <a:pathLst>
              <a:path w="392184" h="101901">
                <a:moveTo>
                  <a:pt x="33464" y="61967"/>
                </a:moveTo>
                <a:lnTo>
                  <a:pt x="34297" y="61960"/>
                </a:lnTo>
                <a:lnTo>
                  <a:pt x="35121" y="61940"/>
                </a:lnTo>
                <a:lnTo>
                  <a:pt x="35936" y="61907"/>
                </a:lnTo>
                <a:lnTo>
                  <a:pt x="36742" y="61860"/>
                </a:lnTo>
                <a:lnTo>
                  <a:pt x="37539" y="61800"/>
                </a:lnTo>
                <a:lnTo>
                  <a:pt x="38327" y="61726"/>
                </a:lnTo>
                <a:lnTo>
                  <a:pt x="39105" y="61639"/>
                </a:lnTo>
                <a:lnTo>
                  <a:pt x="39875" y="61539"/>
                </a:lnTo>
                <a:lnTo>
                  <a:pt x="40635" y="61425"/>
                </a:lnTo>
                <a:lnTo>
                  <a:pt x="41387" y="61298"/>
                </a:lnTo>
                <a:lnTo>
                  <a:pt x="42129" y="61157"/>
                </a:lnTo>
                <a:lnTo>
                  <a:pt x="42862" y="61003"/>
                </a:lnTo>
                <a:lnTo>
                  <a:pt x="43586" y="60836"/>
                </a:lnTo>
                <a:lnTo>
                  <a:pt x="44301" y="60655"/>
                </a:lnTo>
                <a:lnTo>
                  <a:pt x="45007" y="60461"/>
                </a:lnTo>
                <a:lnTo>
                  <a:pt x="45704" y="60253"/>
                </a:lnTo>
                <a:lnTo>
                  <a:pt x="46392" y="60032"/>
                </a:lnTo>
                <a:lnTo>
                  <a:pt x="47071" y="59798"/>
                </a:lnTo>
                <a:lnTo>
                  <a:pt x="47740" y="59550"/>
                </a:lnTo>
                <a:lnTo>
                  <a:pt x="48401" y="59289"/>
                </a:lnTo>
                <a:lnTo>
                  <a:pt x="49052" y="59015"/>
                </a:lnTo>
                <a:lnTo>
                  <a:pt x="49695" y="58727"/>
                </a:lnTo>
                <a:lnTo>
                  <a:pt x="50328" y="58426"/>
                </a:lnTo>
                <a:lnTo>
                  <a:pt x="50952" y="58111"/>
                </a:lnTo>
                <a:lnTo>
                  <a:pt x="51566" y="57784"/>
                </a:lnTo>
                <a:lnTo>
                  <a:pt x="52169" y="57447"/>
                </a:lnTo>
                <a:lnTo>
                  <a:pt x="52761" y="57098"/>
                </a:lnTo>
                <a:lnTo>
                  <a:pt x="53341" y="56738"/>
                </a:lnTo>
                <a:lnTo>
                  <a:pt x="53910" y="56367"/>
                </a:lnTo>
                <a:lnTo>
                  <a:pt x="54468" y="55985"/>
                </a:lnTo>
                <a:lnTo>
                  <a:pt x="55015" y="55593"/>
                </a:lnTo>
                <a:lnTo>
                  <a:pt x="55550" y="55189"/>
                </a:lnTo>
                <a:lnTo>
                  <a:pt x="56074" y="54774"/>
                </a:lnTo>
                <a:lnTo>
                  <a:pt x="56587" y="54348"/>
                </a:lnTo>
                <a:lnTo>
                  <a:pt x="57089" y="53912"/>
                </a:lnTo>
                <a:lnTo>
                  <a:pt x="57579" y="53464"/>
                </a:lnTo>
                <a:lnTo>
                  <a:pt x="58058" y="53005"/>
                </a:lnTo>
                <a:lnTo>
                  <a:pt x="58526" y="52535"/>
                </a:lnTo>
                <a:lnTo>
                  <a:pt x="58983" y="52055"/>
                </a:lnTo>
                <a:lnTo>
                  <a:pt x="59428" y="51563"/>
                </a:lnTo>
                <a:lnTo>
                  <a:pt x="59862" y="51060"/>
                </a:lnTo>
                <a:lnTo>
                  <a:pt x="60285" y="50546"/>
                </a:lnTo>
                <a:lnTo>
                  <a:pt x="60697" y="50022"/>
                </a:lnTo>
                <a:lnTo>
                  <a:pt x="61097" y="49486"/>
                </a:lnTo>
                <a:lnTo>
                  <a:pt x="61487" y="48939"/>
                </a:lnTo>
                <a:lnTo>
                  <a:pt x="61865" y="48382"/>
                </a:lnTo>
                <a:lnTo>
                  <a:pt x="62231" y="47813"/>
                </a:lnTo>
                <a:lnTo>
                  <a:pt x="62587" y="47233"/>
                </a:lnTo>
                <a:lnTo>
                  <a:pt x="62930" y="46644"/>
                </a:lnTo>
                <a:lnTo>
                  <a:pt x="63258" y="46047"/>
                </a:lnTo>
                <a:lnTo>
                  <a:pt x="63571" y="45443"/>
                </a:lnTo>
                <a:lnTo>
                  <a:pt x="63870" y="44831"/>
                </a:lnTo>
                <a:lnTo>
                  <a:pt x="64155" y="44211"/>
                </a:lnTo>
                <a:lnTo>
                  <a:pt x="64424" y="43583"/>
                </a:lnTo>
                <a:lnTo>
                  <a:pt x="64680" y="42948"/>
                </a:lnTo>
                <a:lnTo>
                  <a:pt x="64920" y="42306"/>
                </a:lnTo>
                <a:lnTo>
                  <a:pt x="65146" y="41655"/>
                </a:lnTo>
                <a:lnTo>
                  <a:pt x="65358" y="40997"/>
                </a:lnTo>
                <a:lnTo>
                  <a:pt x="65555" y="40332"/>
                </a:lnTo>
                <a:lnTo>
                  <a:pt x="65737" y="39658"/>
                </a:lnTo>
                <a:lnTo>
                  <a:pt x="65905" y="38977"/>
                </a:lnTo>
                <a:lnTo>
                  <a:pt x="66058" y="38289"/>
                </a:lnTo>
                <a:lnTo>
                  <a:pt x="66196" y="37593"/>
                </a:lnTo>
                <a:lnTo>
                  <a:pt x="66320" y="36889"/>
                </a:lnTo>
                <a:lnTo>
                  <a:pt x="66430" y="36177"/>
                </a:lnTo>
                <a:lnTo>
                  <a:pt x="66525" y="35458"/>
                </a:lnTo>
                <a:lnTo>
                  <a:pt x="66605" y="34731"/>
                </a:lnTo>
                <a:lnTo>
                  <a:pt x="66670" y="33997"/>
                </a:lnTo>
                <a:lnTo>
                  <a:pt x="66721" y="33255"/>
                </a:lnTo>
                <a:lnTo>
                  <a:pt x="66758" y="32505"/>
                </a:lnTo>
                <a:lnTo>
                  <a:pt x="66780" y="31747"/>
                </a:lnTo>
                <a:lnTo>
                  <a:pt x="66787" y="30982"/>
                </a:lnTo>
                <a:lnTo>
                  <a:pt x="66780" y="30206"/>
                </a:lnTo>
                <a:lnTo>
                  <a:pt x="66758" y="29439"/>
                </a:lnTo>
                <a:lnTo>
                  <a:pt x="66723" y="28679"/>
                </a:lnTo>
                <a:lnTo>
                  <a:pt x="66672" y="27928"/>
                </a:lnTo>
                <a:lnTo>
                  <a:pt x="66608" y="27186"/>
                </a:lnTo>
                <a:lnTo>
                  <a:pt x="66529" y="26452"/>
                </a:lnTo>
                <a:lnTo>
                  <a:pt x="66436" y="25726"/>
                </a:lnTo>
                <a:lnTo>
                  <a:pt x="66328" y="25008"/>
                </a:lnTo>
                <a:lnTo>
                  <a:pt x="66206" y="24299"/>
                </a:lnTo>
                <a:lnTo>
                  <a:pt x="66070" y="23598"/>
                </a:lnTo>
                <a:lnTo>
                  <a:pt x="65919" y="22906"/>
                </a:lnTo>
                <a:lnTo>
                  <a:pt x="65754" y="22222"/>
                </a:lnTo>
                <a:lnTo>
                  <a:pt x="65575" y="21546"/>
                </a:lnTo>
                <a:lnTo>
                  <a:pt x="65381" y="20879"/>
                </a:lnTo>
                <a:lnTo>
                  <a:pt x="65173" y="20220"/>
                </a:lnTo>
                <a:lnTo>
                  <a:pt x="64951" y="19570"/>
                </a:lnTo>
                <a:lnTo>
                  <a:pt x="64714" y="18927"/>
                </a:lnTo>
                <a:lnTo>
                  <a:pt x="64463" y="18294"/>
                </a:lnTo>
                <a:lnTo>
                  <a:pt x="64198" y="17668"/>
                </a:lnTo>
                <a:lnTo>
                  <a:pt x="63918" y="17051"/>
                </a:lnTo>
                <a:lnTo>
                  <a:pt x="63624" y="16442"/>
                </a:lnTo>
                <a:lnTo>
                  <a:pt x="63316" y="15842"/>
                </a:lnTo>
                <a:lnTo>
                  <a:pt x="62993" y="15250"/>
                </a:lnTo>
                <a:lnTo>
                  <a:pt x="62656" y="14666"/>
                </a:lnTo>
                <a:lnTo>
                  <a:pt x="62306" y="14092"/>
                </a:lnTo>
                <a:lnTo>
                  <a:pt x="61944" y="13529"/>
                </a:lnTo>
                <a:lnTo>
                  <a:pt x="61571" y="12976"/>
                </a:lnTo>
                <a:lnTo>
                  <a:pt x="61185" y="12434"/>
                </a:lnTo>
                <a:lnTo>
                  <a:pt x="60788" y="11903"/>
                </a:lnTo>
                <a:lnTo>
                  <a:pt x="60380" y="11383"/>
                </a:lnTo>
                <a:lnTo>
                  <a:pt x="59959" y="10873"/>
                </a:lnTo>
                <a:lnTo>
                  <a:pt x="59527" y="10374"/>
                </a:lnTo>
                <a:lnTo>
                  <a:pt x="59083" y="9886"/>
                </a:lnTo>
                <a:lnTo>
                  <a:pt x="58628" y="9409"/>
                </a:lnTo>
                <a:lnTo>
                  <a:pt x="58160" y="8942"/>
                </a:lnTo>
                <a:lnTo>
                  <a:pt x="57681" y="8486"/>
                </a:lnTo>
                <a:lnTo>
                  <a:pt x="57191" y="8041"/>
                </a:lnTo>
                <a:lnTo>
                  <a:pt x="56688" y="7607"/>
                </a:lnTo>
                <a:lnTo>
                  <a:pt x="56174" y="7183"/>
                </a:lnTo>
                <a:lnTo>
                  <a:pt x="55648" y="6771"/>
                </a:lnTo>
                <a:lnTo>
                  <a:pt x="55111" y="6369"/>
                </a:lnTo>
                <a:lnTo>
                  <a:pt x="54561" y="5977"/>
                </a:lnTo>
                <a:lnTo>
                  <a:pt x="54000" y="5597"/>
                </a:lnTo>
                <a:lnTo>
                  <a:pt x="53428" y="5227"/>
                </a:lnTo>
                <a:lnTo>
                  <a:pt x="52843" y="4868"/>
                </a:lnTo>
                <a:lnTo>
                  <a:pt x="52247" y="4520"/>
                </a:lnTo>
                <a:lnTo>
                  <a:pt x="51639" y="4182"/>
                </a:lnTo>
                <a:lnTo>
                  <a:pt x="51020" y="3856"/>
                </a:lnTo>
                <a:lnTo>
                  <a:pt x="50390" y="3541"/>
                </a:lnTo>
                <a:lnTo>
                  <a:pt x="49751" y="3240"/>
                </a:lnTo>
                <a:lnTo>
                  <a:pt x="49104" y="2952"/>
                </a:lnTo>
                <a:lnTo>
                  <a:pt x="48448" y="2678"/>
                </a:lnTo>
                <a:lnTo>
                  <a:pt x="47783" y="2417"/>
                </a:lnTo>
                <a:lnTo>
                  <a:pt x="47109" y="2169"/>
                </a:lnTo>
                <a:lnTo>
                  <a:pt x="46426" y="1935"/>
                </a:lnTo>
                <a:lnTo>
                  <a:pt x="45734" y="1714"/>
                </a:lnTo>
                <a:lnTo>
                  <a:pt x="45034" y="1506"/>
                </a:lnTo>
                <a:lnTo>
                  <a:pt x="44324" y="1312"/>
                </a:lnTo>
                <a:lnTo>
                  <a:pt x="43606" y="1131"/>
                </a:lnTo>
                <a:lnTo>
                  <a:pt x="42879" y="964"/>
                </a:lnTo>
                <a:lnTo>
                  <a:pt x="42143" y="810"/>
                </a:lnTo>
                <a:lnTo>
                  <a:pt x="41398" y="669"/>
                </a:lnTo>
                <a:lnTo>
                  <a:pt x="40645" y="542"/>
                </a:lnTo>
                <a:lnTo>
                  <a:pt x="39882" y="428"/>
                </a:lnTo>
                <a:lnTo>
                  <a:pt x="39111" y="328"/>
                </a:lnTo>
                <a:lnTo>
                  <a:pt x="38331" y="241"/>
                </a:lnTo>
                <a:lnTo>
                  <a:pt x="37542" y="167"/>
                </a:lnTo>
                <a:lnTo>
                  <a:pt x="36744" y="107"/>
                </a:lnTo>
                <a:lnTo>
                  <a:pt x="35937" y="60"/>
                </a:lnTo>
                <a:lnTo>
                  <a:pt x="35122" y="27"/>
                </a:lnTo>
                <a:lnTo>
                  <a:pt x="34297" y="7"/>
                </a:lnTo>
                <a:lnTo>
                  <a:pt x="33464" y="0"/>
                </a:lnTo>
                <a:lnTo>
                  <a:pt x="0" y="0"/>
                </a:lnTo>
                <a:lnTo>
                  <a:pt x="0" y="100524"/>
                </a:lnTo>
                <a:lnTo>
                  <a:pt x="17213" y="100524"/>
                </a:lnTo>
                <a:lnTo>
                  <a:pt x="17213" y="61967"/>
                </a:lnTo>
                <a:lnTo>
                  <a:pt x="33464" y="61967"/>
                </a:lnTo>
                <a:close/>
                <a:moveTo>
                  <a:pt x="34056" y="15567"/>
                </a:moveTo>
                <a:lnTo>
                  <a:pt x="34637" y="15588"/>
                </a:lnTo>
                <a:lnTo>
                  <a:pt x="35210" y="15624"/>
                </a:lnTo>
                <a:lnTo>
                  <a:pt x="35772" y="15674"/>
                </a:lnTo>
                <a:lnTo>
                  <a:pt x="36324" y="15739"/>
                </a:lnTo>
                <a:lnTo>
                  <a:pt x="36867" y="15818"/>
                </a:lnTo>
                <a:lnTo>
                  <a:pt x="37400" y="15911"/>
                </a:lnTo>
                <a:lnTo>
                  <a:pt x="37923" y="16018"/>
                </a:lnTo>
                <a:lnTo>
                  <a:pt x="38436" y="16140"/>
                </a:lnTo>
                <a:lnTo>
                  <a:pt x="38940" y="16277"/>
                </a:lnTo>
                <a:lnTo>
                  <a:pt x="39433" y="16427"/>
                </a:lnTo>
                <a:lnTo>
                  <a:pt x="39917" y="16592"/>
                </a:lnTo>
                <a:lnTo>
                  <a:pt x="40391" y="16772"/>
                </a:lnTo>
                <a:lnTo>
                  <a:pt x="40856" y="16965"/>
                </a:lnTo>
                <a:lnTo>
                  <a:pt x="41310" y="17173"/>
                </a:lnTo>
                <a:lnTo>
                  <a:pt x="41755" y="17395"/>
                </a:lnTo>
                <a:lnTo>
                  <a:pt x="42190" y="17632"/>
                </a:lnTo>
                <a:lnTo>
                  <a:pt x="42615" y="17883"/>
                </a:lnTo>
                <a:lnTo>
                  <a:pt x="43030" y="18149"/>
                </a:lnTo>
                <a:lnTo>
                  <a:pt x="43436" y="18428"/>
                </a:lnTo>
                <a:lnTo>
                  <a:pt x="43831" y="18722"/>
                </a:lnTo>
                <a:lnTo>
                  <a:pt x="44217" y="19031"/>
                </a:lnTo>
                <a:lnTo>
                  <a:pt x="44593" y="19353"/>
                </a:lnTo>
                <a:lnTo>
                  <a:pt x="44960" y="19690"/>
                </a:lnTo>
                <a:lnTo>
                  <a:pt x="45314" y="20040"/>
                </a:lnTo>
                <a:lnTo>
                  <a:pt x="45653" y="20400"/>
                </a:lnTo>
                <a:lnTo>
                  <a:pt x="45977" y="20771"/>
                </a:lnTo>
                <a:lnTo>
                  <a:pt x="46286" y="21152"/>
                </a:lnTo>
                <a:lnTo>
                  <a:pt x="46579" y="21543"/>
                </a:lnTo>
                <a:lnTo>
                  <a:pt x="46858" y="21945"/>
                </a:lnTo>
                <a:lnTo>
                  <a:pt x="47122" y="22358"/>
                </a:lnTo>
                <a:lnTo>
                  <a:pt x="47370" y="22781"/>
                </a:lnTo>
                <a:lnTo>
                  <a:pt x="47604" y="23215"/>
                </a:lnTo>
                <a:lnTo>
                  <a:pt x="47822" y="23659"/>
                </a:lnTo>
                <a:lnTo>
                  <a:pt x="48026" y="24114"/>
                </a:lnTo>
                <a:lnTo>
                  <a:pt x="48214" y="24579"/>
                </a:lnTo>
                <a:lnTo>
                  <a:pt x="48387" y="25055"/>
                </a:lnTo>
                <a:lnTo>
                  <a:pt x="48545" y="25541"/>
                </a:lnTo>
                <a:lnTo>
                  <a:pt x="48689" y="26038"/>
                </a:lnTo>
                <a:lnTo>
                  <a:pt x="48817" y="26545"/>
                </a:lnTo>
                <a:lnTo>
                  <a:pt x="48930" y="27063"/>
                </a:lnTo>
                <a:lnTo>
                  <a:pt x="49028" y="27591"/>
                </a:lnTo>
                <a:lnTo>
                  <a:pt x="49110" y="28130"/>
                </a:lnTo>
                <a:lnTo>
                  <a:pt x="49178" y="28680"/>
                </a:lnTo>
                <a:lnTo>
                  <a:pt x="49231" y="29240"/>
                </a:lnTo>
                <a:lnTo>
                  <a:pt x="49269" y="29810"/>
                </a:lnTo>
                <a:lnTo>
                  <a:pt x="49291" y="30391"/>
                </a:lnTo>
                <a:lnTo>
                  <a:pt x="49299" y="30982"/>
                </a:lnTo>
                <a:lnTo>
                  <a:pt x="49291" y="31563"/>
                </a:lnTo>
                <a:lnTo>
                  <a:pt x="49269" y="32134"/>
                </a:lnTo>
                <a:lnTo>
                  <a:pt x="49231" y="32694"/>
                </a:lnTo>
                <a:lnTo>
                  <a:pt x="49178" y="33245"/>
                </a:lnTo>
                <a:lnTo>
                  <a:pt x="49110" y="33787"/>
                </a:lnTo>
                <a:lnTo>
                  <a:pt x="49028" y="34318"/>
                </a:lnTo>
                <a:lnTo>
                  <a:pt x="48930" y="34840"/>
                </a:lnTo>
                <a:lnTo>
                  <a:pt x="48817" y="35352"/>
                </a:lnTo>
                <a:lnTo>
                  <a:pt x="48689" y="35854"/>
                </a:lnTo>
                <a:lnTo>
                  <a:pt x="48545" y="36346"/>
                </a:lnTo>
                <a:lnTo>
                  <a:pt x="48387" y="36828"/>
                </a:lnTo>
                <a:lnTo>
                  <a:pt x="48214" y="37301"/>
                </a:lnTo>
                <a:lnTo>
                  <a:pt x="48026" y="37764"/>
                </a:lnTo>
                <a:lnTo>
                  <a:pt x="47822" y="38217"/>
                </a:lnTo>
                <a:lnTo>
                  <a:pt x="47604" y="38660"/>
                </a:lnTo>
                <a:lnTo>
                  <a:pt x="47370" y="39093"/>
                </a:lnTo>
                <a:lnTo>
                  <a:pt x="47122" y="39517"/>
                </a:lnTo>
                <a:lnTo>
                  <a:pt x="46858" y="39930"/>
                </a:lnTo>
                <a:lnTo>
                  <a:pt x="46579" y="40334"/>
                </a:lnTo>
                <a:lnTo>
                  <a:pt x="46286" y="40729"/>
                </a:lnTo>
                <a:lnTo>
                  <a:pt x="45977" y="41113"/>
                </a:lnTo>
                <a:lnTo>
                  <a:pt x="45653" y="41487"/>
                </a:lnTo>
                <a:lnTo>
                  <a:pt x="45314" y="41852"/>
                </a:lnTo>
                <a:lnTo>
                  <a:pt x="44960" y="42207"/>
                </a:lnTo>
                <a:lnTo>
                  <a:pt x="44593" y="42550"/>
                </a:lnTo>
                <a:lnTo>
                  <a:pt x="44217" y="42878"/>
                </a:lnTo>
                <a:lnTo>
                  <a:pt x="43831" y="43191"/>
                </a:lnTo>
                <a:lnTo>
                  <a:pt x="43436" y="43490"/>
                </a:lnTo>
                <a:lnTo>
                  <a:pt x="43030" y="43774"/>
                </a:lnTo>
                <a:lnTo>
                  <a:pt x="42615" y="44044"/>
                </a:lnTo>
                <a:lnTo>
                  <a:pt x="42190" y="44299"/>
                </a:lnTo>
                <a:lnTo>
                  <a:pt x="41755" y="44539"/>
                </a:lnTo>
                <a:lnTo>
                  <a:pt x="41310" y="44765"/>
                </a:lnTo>
                <a:lnTo>
                  <a:pt x="40856" y="44977"/>
                </a:lnTo>
                <a:lnTo>
                  <a:pt x="40391" y="45174"/>
                </a:lnTo>
                <a:lnTo>
                  <a:pt x="39917" y="45356"/>
                </a:lnTo>
                <a:lnTo>
                  <a:pt x="39433" y="45523"/>
                </a:lnTo>
                <a:lnTo>
                  <a:pt x="38940" y="45676"/>
                </a:lnTo>
                <a:lnTo>
                  <a:pt x="38436" y="45815"/>
                </a:lnTo>
                <a:lnTo>
                  <a:pt x="37923" y="45939"/>
                </a:lnTo>
                <a:lnTo>
                  <a:pt x="37400" y="46048"/>
                </a:lnTo>
                <a:lnTo>
                  <a:pt x="36867" y="46143"/>
                </a:lnTo>
                <a:lnTo>
                  <a:pt x="36324" y="46223"/>
                </a:lnTo>
                <a:lnTo>
                  <a:pt x="35772" y="46289"/>
                </a:lnTo>
                <a:lnTo>
                  <a:pt x="35210" y="46340"/>
                </a:lnTo>
                <a:lnTo>
                  <a:pt x="34637" y="46376"/>
                </a:lnTo>
                <a:lnTo>
                  <a:pt x="34056" y="46398"/>
                </a:lnTo>
                <a:lnTo>
                  <a:pt x="33464" y="46405"/>
                </a:lnTo>
                <a:lnTo>
                  <a:pt x="17213" y="46405"/>
                </a:lnTo>
                <a:lnTo>
                  <a:pt x="17213" y="15559"/>
                </a:lnTo>
                <a:lnTo>
                  <a:pt x="33464" y="15559"/>
                </a:lnTo>
                <a:lnTo>
                  <a:pt x="34056" y="15567"/>
                </a:lnTo>
                <a:close/>
                <a:moveTo>
                  <a:pt x="347706" y="0"/>
                </a:moveTo>
                <a:lnTo>
                  <a:pt x="330492" y="0"/>
                </a:lnTo>
                <a:lnTo>
                  <a:pt x="330492" y="100524"/>
                </a:lnTo>
                <a:lnTo>
                  <a:pt x="347706" y="100524"/>
                </a:lnTo>
                <a:lnTo>
                  <a:pt x="347706" y="53154"/>
                </a:lnTo>
                <a:lnTo>
                  <a:pt x="347712" y="52563"/>
                </a:lnTo>
                <a:lnTo>
                  <a:pt x="347731" y="51984"/>
                </a:lnTo>
                <a:lnTo>
                  <a:pt x="347763" y="51416"/>
                </a:lnTo>
                <a:lnTo>
                  <a:pt x="347807" y="50859"/>
                </a:lnTo>
                <a:lnTo>
                  <a:pt x="347864" y="50314"/>
                </a:lnTo>
                <a:lnTo>
                  <a:pt x="347934" y="49781"/>
                </a:lnTo>
                <a:lnTo>
                  <a:pt x="348016" y="49258"/>
                </a:lnTo>
                <a:lnTo>
                  <a:pt x="348111" y="48748"/>
                </a:lnTo>
                <a:lnTo>
                  <a:pt x="348219" y="48249"/>
                </a:lnTo>
                <a:lnTo>
                  <a:pt x="348339" y="47761"/>
                </a:lnTo>
                <a:lnTo>
                  <a:pt x="348472" y="47285"/>
                </a:lnTo>
                <a:lnTo>
                  <a:pt x="348618" y="46820"/>
                </a:lnTo>
                <a:lnTo>
                  <a:pt x="348776" y="46366"/>
                </a:lnTo>
                <a:lnTo>
                  <a:pt x="348948" y="45925"/>
                </a:lnTo>
                <a:lnTo>
                  <a:pt x="349131" y="45494"/>
                </a:lnTo>
                <a:lnTo>
                  <a:pt x="349328" y="45075"/>
                </a:lnTo>
                <a:lnTo>
                  <a:pt x="349537" y="44668"/>
                </a:lnTo>
                <a:lnTo>
                  <a:pt x="349759" y="44272"/>
                </a:lnTo>
                <a:lnTo>
                  <a:pt x="349993" y="43888"/>
                </a:lnTo>
                <a:lnTo>
                  <a:pt x="350240" y="43515"/>
                </a:lnTo>
                <a:lnTo>
                  <a:pt x="350500" y="43153"/>
                </a:lnTo>
                <a:lnTo>
                  <a:pt x="350772" y="42803"/>
                </a:lnTo>
                <a:lnTo>
                  <a:pt x="351058" y="42465"/>
                </a:lnTo>
                <a:lnTo>
                  <a:pt x="351355" y="42138"/>
                </a:lnTo>
                <a:lnTo>
                  <a:pt x="351664" y="41823"/>
                </a:lnTo>
                <a:lnTo>
                  <a:pt x="351982" y="41522"/>
                </a:lnTo>
                <a:lnTo>
                  <a:pt x="352310" y="41234"/>
                </a:lnTo>
                <a:lnTo>
                  <a:pt x="352647" y="40960"/>
                </a:lnTo>
                <a:lnTo>
                  <a:pt x="352993" y="40699"/>
                </a:lnTo>
                <a:lnTo>
                  <a:pt x="353348" y="40451"/>
                </a:lnTo>
                <a:lnTo>
                  <a:pt x="353713" y="40217"/>
                </a:lnTo>
                <a:lnTo>
                  <a:pt x="354087" y="39996"/>
                </a:lnTo>
                <a:lnTo>
                  <a:pt x="354470" y="39788"/>
                </a:lnTo>
                <a:lnTo>
                  <a:pt x="354863" y="39594"/>
                </a:lnTo>
                <a:lnTo>
                  <a:pt x="355265" y="39413"/>
                </a:lnTo>
                <a:lnTo>
                  <a:pt x="355676" y="39246"/>
                </a:lnTo>
                <a:lnTo>
                  <a:pt x="356097" y="39092"/>
                </a:lnTo>
                <a:lnTo>
                  <a:pt x="356527" y="38951"/>
                </a:lnTo>
                <a:lnTo>
                  <a:pt x="356966" y="38824"/>
                </a:lnTo>
                <a:lnTo>
                  <a:pt x="357414" y="38710"/>
                </a:lnTo>
                <a:lnTo>
                  <a:pt x="357872" y="38610"/>
                </a:lnTo>
                <a:lnTo>
                  <a:pt x="358339" y="38523"/>
                </a:lnTo>
                <a:lnTo>
                  <a:pt x="358816" y="38449"/>
                </a:lnTo>
                <a:lnTo>
                  <a:pt x="359302" y="38389"/>
                </a:lnTo>
                <a:lnTo>
                  <a:pt x="359797" y="38342"/>
                </a:lnTo>
                <a:lnTo>
                  <a:pt x="360301" y="38309"/>
                </a:lnTo>
                <a:lnTo>
                  <a:pt x="360815" y="38289"/>
                </a:lnTo>
                <a:lnTo>
                  <a:pt x="361338" y="38282"/>
                </a:lnTo>
                <a:lnTo>
                  <a:pt x="361873" y="38288"/>
                </a:lnTo>
                <a:lnTo>
                  <a:pt x="362397" y="38308"/>
                </a:lnTo>
                <a:lnTo>
                  <a:pt x="362912" y="38340"/>
                </a:lnTo>
                <a:lnTo>
                  <a:pt x="363416" y="38385"/>
                </a:lnTo>
                <a:lnTo>
                  <a:pt x="363910" y="38443"/>
                </a:lnTo>
                <a:lnTo>
                  <a:pt x="364394" y="38514"/>
                </a:lnTo>
                <a:lnTo>
                  <a:pt x="364868" y="38598"/>
                </a:lnTo>
                <a:lnTo>
                  <a:pt x="365332" y="38695"/>
                </a:lnTo>
                <a:lnTo>
                  <a:pt x="365787" y="38805"/>
                </a:lnTo>
                <a:lnTo>
                  <a:pt x="366230" y="38928"/>
                </a:lnTo>
                <a:lnTo>
                  <a:pt x="366664" y="39063"/>
                </a:lnTo>
                <a:lnTo>
                  <a:pt x="367088" y="39212"/>
                </a:lnTo>
                <a:lnTo>
                  <a:pt x="367502" y="39373"/>
                </a:lnTo>
                <a:lnTo>
                  <a:pt x="367906" y="39548"/>
                </a:lnTo>
                <a:lnTo>
                  <a:pt x="368300" y="39735"/>
                </a:lnTo>
                <a:lnTo>
                  <a:pt x="368683" y="39935"/>
                </a:lnTo>
                <a:lnTo>
                  <a:pt x="369057" y="40148"/>
                </a:lnTo>
                <a:lnTo>
                  <a:pt x="369420" y="40374"/>
                </a:lnTo>
                <a:lnTo>
                  <a:pt x="369774" y="40613"/>
                </a:lnTo>
                <a:lnTo>
                  <a:pt x="370117" y="40865"/>
                </a:lnTo>
                <a:lnTo>
                  <a:pt x="370451" y="41130"/>
                </a:lnTo>
                <a:lnTo>
                  <a:pt x="370774" y="41407"/>
                </a:lnTo>
                <a:lnTo>
                  <a:pt x="371087" y="41698"/>
                </a:lnTo>
                <a:lnTo>
                  <a:pt x="371391" y="42001"/>
                </a:lnTo>
                <a:lnTo>
                  <a:pt x="371683" y="42316"/>
                </a:lnTo>
                <a:lnTo>
                  <a:pt x="371962" y="42643"/>
                </a:lnTo>
                <a:lnTo>
                  <a:pt x="372230" y="42980"/>
                </a:lnTo>
                <a:lnTo>
                  <a:pt x="372485" y="43328"/>
                </a:lnTo>
                <a:lnTo>
                  <a:pt x="372727" y="43687"/>
                </a:lnTo>
                <a:lnTo>
                  <a:pt x="372957" y="44058"/>
                </a:lnTo>
                <a:lnTo>
                  <a:pt x="373175" y="44439"/>
                </a:lnTo>
                <a:lnTo>
                  <a:pt x="373380" y="44831"/>
                </a:lnTo>
                <a:lnTo>
                  <a:pt x="373572" y="45234"/>
                </a:lnTo>
                <a:lnTo>
                  <a:pt x="373753" y="45648"/>
                </a:lnTo>
                <a:lnTo>
                  <a:pt x="373920" y="46074"/>
                </a:lnTo>
                <a:lnTo>
                  <a:pt x="374076" y="46510"/>
                </a:lnTo>
                <a:lnTo>
                  <a:pt x="374219" y="46957"/>
                </a:lnTo>
                <a:lnTo>
                  <a:pt x="374349" y="47415"/>
                </a:lnTo>
                <a:lnTo>
                  <a:pt x="374467" y="47884"/>
                </a:lnTo>
                <a:lnTo>
                  <a:pt x="374573" y="48365"/>
                </a:lnTo>
                <a:lnTo>
                  <a:pt x="374666" y="48856"/>
                </a:lnTo>
                <a:lnTo>
                  <a:pt x="374747" y="49358"/>
                </a:lnTo>
                <a:lnTo>
                  <a:pt x="374816" y="49871"/>
                </a:lnTo>
                <a:lnTo>
                  <a:pt x="374872" y="50395"/>
                </a:lnTo>
                <a:lnTo>
                  <a:pt x="374915" y="50930"/>
                </a:lnTo>
                <a:lnTo>
                  <a:pt x="374946" y="51477"/>
                </a:lnTo>
                <a:lnTo>
                  <a:pt x="374965" y="52034"/>
                </a:lnTo>
                <a:lnTo>
                  <a:pt x="374971" y="52602"/>
                </a:lnTo>
                <a:lnTo>
                  <a:pt x="374971" y="100524"/>
                </a:lnTo>
                <a:lnTo>
                  <a:pt x="392184" y="100524"/>
                </a:lnTo>
                <a:lnTo>
                  <a:pt x="392184" y="50814"/>
                </a:lnTo>
                <a:lnTo>
                  <a:pt x="392173" y="49778"/>
                </a:lnTo>
                <a:lnTo>
                  <a:pt x="392138" y="48760"/>
                </a:lnTo>
                <a:lnTo>
                  <a:pt x="392080" y="47760"/>
                </a:lnTo>
                <a:lnTo>
                  <a:pt x="391999" y="46778"/>
                </a:lnTo>
                <a:lnTo>
                  <a:pt x="391894" y="45813"/>
                </a:lnTo>
                <a:lnTo>
                  <a:pt x="391767" y="44866"/>
                </a:lnTo>
                <a:lnTo>
                  <a:pt x="391616" y="43937"/>
                </a:lnTo>
                <a:lnTo>
                  <a:pt x="391442" y="43025"/>
                </a:lnTo>
                <a:lnTo>
                  <a:pt x="391245" y="42131"/>
                </a:lnTo>
                <a:lnTo>
                  <a:pt x="391024" y="41255"/>
                </a:lnTo>
                <a:lnTo>
                  <a:pt x="390781" y="40397"/>
                </a:lnTo>
                <a:lnTo>
                  <a:pt x="390514" y="39556"/>
                </a:lnTo>
                <a:lnTo>
                  <a:pt x="390224" y="38733"/>
                </a:lnTo>
                <a:lnTo>
                  <a:pt x="389911" y="37927"/>
                </a:lnTo>
                <a:lnTo>
                  <a:pt x="389575" y="37140"/>
                </a:lnTo>
                <a:lnTo>
                  <a:pt x="389215" y="36369"/>
                </a:lnTo>
                <a:lnTo>
                  <a:pt x="388833" y="35617"/>
                </a:lnTo>
                <a:lnTo>
                  <a:pt x="388427" y="34882"/>
                </a:lnTo>
                <a:lnTo>
                  <a:pt x="387998" y="34165"/>
                </a:lnTo>
                <a:lnTo>
                  <a:pt x="387545" y="33466"/>
                </a:lnTo>
                <a:lnTo>
                  <a:pt x="387070" y="32784"/>
                </a:lnTo>
                <a:lnTo>
                  <a:pt x="386571" y="32121"/>
                </a:lnTo>
                <a:lnTo>
                  <a:pt x="386049" y="31474"/>
                </a:lnTo>
                <a:lnTo>
                  <a:pt x="385504" y="30846"/>
                </a:lnTo>
                <a:lnTo>
                  <a:pt x="384940" y="30239"/>
                </a:lnTo>
                <a:lnTo>
                  <a:pt x="384360" y="29658"/>
                </a:lnTo>
                <a:lnTo>
                  <a:pt x="383765" y="29103"/>
                </a:lnTo>
                <a:lnTo>
                  <a:pt x="383154" y="28574"/>
                </a:lnTo>
                <a:lnTo>
                  <a:pt x="382528" y="28070"/>
                </a:lnTo>
                <a:lnTo>
                  <a:pt x="381886" y="27592"/>
                </a:lnTo>
                <a:lnTo>
                  <a:pt x="381228" y="27141"/>
                </a:lnTo>
                <a:lnTo>
                  <a:pt x="380555" y="26715"/>
                </a:lnTo>
                <a:lnTo>
                  <a:pt x="379867" y="26314"/>
                </a:lnTo>
                <a:lnTo>
                  <a:pt x="379163" y="25940"/>
                </a:lnTo>
                <a:lnTo>
                  <a:pt x="378443" y="25591"/>
                </a:lnTo>
                <a:lnTo>
                  <a:pt x="377708" y="25269"/>
                </a:lnTo>
                <a:lnTo>
                  <a:pt x="376957" y="24972"/>
                </a:lnTo>
                <a:lnTo>
                  <a:pt x="376191" y="24701"/>
                </a:lnTo>
                <a:lnTo>
                  <a:pt x="375409" y="24455"/>
                </a:lnTo>
                <a:lnTo>
                  <a:pt x="374612" y="24236"/>
                </a:lnTo>
                <a:lnTo>
                  <a:pt x="373799" y="24042"/>
                </a:lnTo>
                <a:lnTo>
                  <a:pt x="372970" y="23874"/>
                </a:lnTo>
                <a:lnTo>
                  <a:pt x="372126" y="23732"/>
                </a:lnTo>
                <a:lnTo>
                  <a:pt x="371267" y="23616"/>
                </a:lnTo>
                <a:lnTo>
                  <a:pt x="370392" y="23526"/>
                </a:lnTo>
                <a:lnTo>
                  <a:pt x="369501" y="23461"/>
                </a:lnTo>
                <a:lnTo>
                  <a:pt x="368595" y="23423"/>
                </a:lnTo>
                <a:lnTo>
                  <a:pt x="367673" y="23410"/>
                </a:lnTo>
                <a:lnTo>
                  <a:pt x="366889" y="23419"/>
                </a:lnTo>
                <a:lnTo>
                  <a:pt x="366118" y="23446"/>
                </a:lnTo>
                <a:lnTo>
                  <a:pt x="365362" y="23491"/>
                </a:lnTo>
                <a:lnTo>
                  <a:pt x="364619" y="23555"/>
                </a:lnTo>
                <a:lnTo>
                  <a:pt x="363891" y="23637"/>
                </a:lnTo>
                <a:lnTo>
                  <a:pt x="363176" y="23737"/>
                </a:lnTo>
                <a:lnTo>
                  <a:pt x="362476" y="23855"/>
                </a:lnTo>
                <a:lnTo>
                  <a:pt x="361790" y="23991"/>
                </a:lnTo>
                <a:lnTo>
                  <a:pt x="361118" y="24146"/>
                </a:lnTo>
                <a:lnTo>
                  <a:pt x="360461" y="24318"/>
                </a:lnTo>
                <a:lnTo>
                  <a:pt x="359817" y="24509"/>
                </a:lnTo>
                <a:lnTo>
                  <a:pt x="359187" y="24718"/>
                </a:lnTo>
                <a:lnTo>
                  <a:pt x="358572" y="24945"/>
                </a:lnTo>
                <a:lnTo>
                  <a:pt x="357970" y="25191"/>
                </a:lnTo>
                <a:lnTo>
                  <a:pt x="357383" y="25454"/>
                </a:lnTo>
                <a:lnTo>
                  <a:pt x="356810" y="25736"/>
                </a:lnTo>
                <a:lnTo>
                  <a:pt x="356251" y="26036"/>
                </a:lnTo>
                <a:lnTo>
                  <a:pt x="355706" y="26354"/>
                </a:lnTo>
                <a:lnTo>
                  <a:pt x="355175" y="26690"/>
                </a:lnTo>
                <a:lnTo>
                  <a:pt x="354658" y="27044"/>
                </a:lnTo>
                <a:lnTo>
                  <a:pt x="354155" y="27417"/>
                </a:lnTo>
                <a:lnTo>
                  <a:pt x="353667" y="27808"/>
                </a:lnTo>
                <a:lnTo>
                  <a:pt x="353192" y="28217"/>
                </a:lnTo>
                <a:lnTo>
                  <a:pt x="352732" y="28644"/>
                </a:lnTo>
                <a:lnTo>
                  <a:pt x="352288" y="29087"/>
                </a:lnTo>
                <a:lnTo>
                  <a:pt x="351863" y="29544"/>
                </a:lnTo>
                <a:lnTo>
                  <a:pt x="351457" y="30016"/>
                </a:lnTo>
                <a:lnTo>
                  <a:pt x="351070" y="30503"/>
                </a:lnTo>
                <a:lnTo>
                  <a:pt x="350702" y="31003"/>
                </a:lnTo>
                <a:lnTo>
                  <a:pt x="350353" y="31518"/>
                </a:lnTo>
                <a:lnTo>
                  <a:pt x="350022" y="32047"/>
                </a:lnTo>
                <a:lnTo>
                  <a:pt x="349711" y="32591"/>
                </a:lnTo>
                <a:lnTo>
                  <a:pt x="349418" y="33149"/>
                </a:lnTo>
                <a:lnTo>
                  <a:pt x="349144" y="33721"/>
                </a:lnTo>
                <a:lnTo>
                  <a:pt x="348889" y="34308"/>
                </a:lnTo>
                <a:lnTo>
                  <a:pt x="348653" y="34909"/>
                </a:lnTo>
                <a:lnTo>
                  <a:pt x="348436" y="35524"/>
                </a:lnTo>
                <a:lnTo>
                  <a:pt x="348238" y="36153"/>
                </a:lnTo>
                <a:lnTo>
                  <a:pt x="348059" y="36797"/>
                </a:lnTo>
                <a:lnTo>
                  <a:pt x="347898" y="37456"/>
                </a:lnTo>
                <a:lnTo>
                  <a:pt x="347756" y="38128"/>
                </a:lnTo>
                <a:lnTo>
                  <a:pt x="347634" y="38815"/>
                </a:lnTo>
                <a:lnTo>
                  <a:pt x="347570" y="39244"/>
                </a:lnTo>
                <a:lnTo>
                  <a:pt x="347294" y="39244"/>
                </a:lnTo>
                <a:lnTo>
                  <a:pt x="347706" y="24786"/>
                </a:lnTo>
                <a:lnTo>
                  <a:pt x="347706" y="0"/>
                </a:lnTo>
                <a:close/>
                <a:moveTo>
                  <a:pt x="205457" y="84963"/>
                </a:moveTo>
                <a:lnTo>
                  <a:pt x="204884" y="84950"/>
                </a:lnTo>
                <a:lnTo>
                  <a:pt x="204335" y="84913"/>
                </a:lnTo>
                <a:lnTo>
                  <a:pt x="203811" y="84851"/>
                </a:lnTo>
                <a:lnTo>
                  <a:pt x="203311" y="84764"/>
                </a:lnTo>
                <a:lnTo>
                  <a:pt x="202835" y="84652"/>
                </a:lnTo>
                <a:lnTo>
                  <a:pt x="202384" y="84515"/>
                </a:lnTo>
                <a:lnTo>
                  <a:pt x="201957" y="84354"/>
                </a:lnTo>
                <a:lnTo>
                  <a:pt x="201555" y="84167"/>
                </a:lnTo>
                <a:lnTo>
                  <a:pt x="201177" y="83956"/>
                </a:lnTo>
                <a:lnTo>
                  <a:pt x="200823" y="83720"/>
                </a:lnTo>
                <a:lnTo>
                  <a:pt x="200494" y="83459"/>
                </a:lnTo>
                <a:lnTo>
                  <a:pt x="200189" y="83173"/>
                </a:lnTo>
                <a:lnTo>
                  <a:pt x="199908" y="82862"/>
                </a:lnTo>
                <a:lnTo>
                  <a:pt x="199652" y="82527"/>
                </a:lnTo>
                <a:lnTo>
                  <a:pt x="199421" y="82166"/>
                </a:lnTo>
                <a:lnTo>
                  <a:pt x="199213" y="81781"/>
                </a:lnTo>
                <a:lnTo>
                  <a:pt x="199030" y="81371"/>
                </a:lnTo>
                <a:lnTo>
                  <a:pt x="198872" y="80936"/>
                </a:lnTo>
                <a:lnTo>
                  <a:pt x="198738" y="80476"/>
                </a:lnTo>
                <a:lnTo>
                  <a:pt x="198628" y="79991"/>
                </a:lnTo>
                <a:lnTo>
                  <a:pt x="198543" y="79482"/>
                </a:lnTo>
                <a:lnTo>
                  <a:pt x="198482" y="78947"/>
                </a:lnTo>
                <a:lnTo>
                  <a:pt x="198445" y="78388"/>
                </a:lnTo>
                <a:lnTo>
                  <a:pt x="198433" y="77804"/>
                </a:lnTo>
                <a:lnTo>
                  <a:pt x="198433" y="40348"/>
                </a:lnTo>
                <a:lnTo>
                  <a:pt x="227491" y="40348"/>
                </a:lnTo>
                <a:lnTo>
                  <a:pt x="227491" y="24786"/>
                </a:lnTo>
                <a:lnTo>
                  <a:pt x="198433" y="24786"/>
                </a:lnTo>
                <a:lnTo>
                  <a:pt x="198433" y="3442"/>
                </a:lnTo>
                <a:lnTo>
                  <a:pt x="181083" y="3442"/>
                </a:lnTo>
                <a:lnTo>
                  <a:pt x="181083" y="24786"/>
                </a:lnTo>
                <a:lnTo>
                  <a:pt x="160565" y="24786"/>
                </a:lnTo>
                <a:lnTo>
                  <a:pt x="160565" y="40348"/>
                </a:lnTo>
                <a:lnTo>
                  <a:pt x="181083" y="40348"/>
                </a:lnTo>
                <a:lnTo>
                  <a:pt x="181083" y="77804"/>
                </a:lnTo>
                <a:lnTo>
                  <a:pt x="181094" y="78679"/>
                </a:lnTo>
                <a:lnTo>
                  <a:pt x="181126" y="79539"/>
                </a:lnTo>
                <a:lnTo>
                  <a:pt x="181179" y="80383"/>
                </a:lnTo>
                <a:lnTo>
                  <a:pt x="181253" y="81212"/>
                </a:lnTo>
                <a:lnTo>
                  <a:pt x="181349" y="82024"/>
                </a:lnTo>
                <a:lnTo>
                  <a:pt x="181466" y="82821"/>
                </a:lnTo>
                <a:lnTo>
                  <a:pt x="181604" y="83602"/>
                </a:lnTo>
                <a:lnTo>
                  <a:pt x="181764" y="84368"/>
                </a:lnTo>
                <a:lnTo>
                  <a:pt x="181945" y="85117"/>
                </a:lnTo>
                <a:lnTo>
                  <a:pt x="182147" y="85851"/>
                </a:lnTo>
                <a:lnTo>
                  <a:pt x="182370" y="86569"/>
                </a:lnTo>
                <a:lnTo>
                  <a:pt x="182615" y="87271"/>
                </a:lnTo>
                <a:lnTo>
                  <a:pt x="182881" y="87957"/>
                </a:lnTo>
                <a:lnTo>
                  <a:pt x="183168" y="88628"/>
                </a:lnTo>
                <a:lnTo>
                  <a:pt x="183477" y="89283"/>
                </a:lnTo>
                <a:lnTo>
                  <a:pt x="183806" y="89922"/>
                </a:lnTo>
                <a:lnTo>
                  <a:pt x="184157" y="90545"/>
                </a:lnTo>
                <a:lnTo>
                  <a:pt x="184530" y="91153"/>
                </a:lnTo>
                <a:lnTo>
                  <a:pt x="184923" y="91744"/>
                </a:lnTo>
                <a:lnTo>
                  <a:pt x="185338" y="92320"/>
                </a:lnTo>
                <a:lnTo>
                  <a:pt x="185774" y="92880"/>
                </a:lnTo>
                <a:lnTo>
                  <a:pt x="186232" y="93425"/>
                </a:lnTo>
                <a:lnTo>
                  <a:pt x="186710" y="93954"/>
                </a:lnTo>
                <a:lnTo>
                  <a:pt x="187210" y="94466"/>
                </a:lnTo>
                <a:lnTo>
                  <a:pt x="187729" y="94961"/>
                </a:lnTo>
                <a:lnTo>
                  <a:pt x="188265" y="95434"/>
                </a:lnTo>
                <a:lnTo>
                  <a:pt x="188817" y="95886"/>
                </a:lnTo>
                <a:lnTo>
                  <a:pt x="189385" y="96317"/>
                </a:lnTo>
                <a:lnTo>
                  <a:pt x="189970" y="96728"/>
                </a:lnTo>
                <a:lnTo>
                  <a:pt x="190572" y="97117"/>
                </a:lnTo>
                <a:lnTo>
                  <a:pt x="191190" y="97485"/>
                </a:lnTo>
                <a:lnTo>
                  <a:pt x="191824" y="97832"/>
                </a:lnTo>
                <a:lnTo>
                  <a:pt x="192475" y="98158"/>
                </a:lnTo>
                <a:lnTo>
                  <a:pt x="193142" y="98463"/>
                </a:lnTo>
                <a:lnTo>
                  <a:pt x="193826" y="98747"/>
                </a:lnTo>
                <a:lnTo>
                  <a:pt x="194527" y="99010"/>
                </a:lnTo>
                <a:lnTo>
                  <a:pt x="195244" y="99252"/>
                </a:lnTo>
                <a:lnTo>
                  <a:pt x="195977" y="99473"/>
                </a:lnTo>
                <a:lnTo>
                  <a:pt x="196727" y="99672"/>
                </a:lnTo>
                <a:lnTo>
                  <a:pt x="197493" y="99851"/>
                </a:lnTo>
                <a:lnTo>
                  <a:pt x="198276" y="100009"/>
                </a:lnTo>
                <a:lnTo>
                  <a:pt x="199075" y="100146"/>
                </a:lnTo>
                <a:lnTo>
                  <a:pt x="199891" y="100261"/>
                </a:lnTo>
                <a:lnTo>
                  <a:pt x="200723" y="100356"/>
                </a:lnTo>
                <a:lnTo>
                  <a:pt x="201572" y="100430"/>
                </a:lnTo>
                <a:lnTo>
                  <a:pt x="202437" y="100482"/>
                </a:lnTo>
                <a:lnTo>
                  <a:pt x="203319" y="100514"/>
                </a:lnTo>
                <a:lnTo>
                  <a:pt x="204218" y="100524"/>
                </a:lnTo>
                <a:lnTo>
                  <a:pt x="226112" y="100524"/>
                </a:lnTo>
                <a:lnTo>
                  <a:pt x="226112" y="84963"/>
                </a:lnTo>
                <a:lnTo>
                  <a:pt x="205457" y="84963"/>
                </a:lnTo>
                <a:close/>
                <a:moveTo>
                  <a:pt x="144315" y="100524"/>
                </a:moveTo>
                <a:lnTo>
                  <a:pt x="144315" y="49160"/>
                </a:lnTo>
                <a:lnTo>
                  <a:pt x="144301" y="48182"/>
                </a:lnTo>
                <a:lnTo>
                  <a:pt x="144259" y="47220"/>
                </a:lnTo>
                <a:lnTo>
                  <a:pt x="144189" y="46276"/>
                </a:lnTo>
                <a:lnTo>
                  <a:pt x="144091" y="45348"/>
                </a:lnTo>
                <a:lnTo>
                  <a:pt x="143965" y="44438"/>
                </a:lnTo>
                <a:lnTo>
                  <a:pt x="143811" y="43544"/>
                </a:lnTo>
                <a:lnTo>
                  <a:pt x="143629" y="42668"/>
                </a:lnTo>
                <a:lnTo>
                  <a:pt x="143420" y="41808"/>
                </a:lnTo>
                <a:lnTo>
                  <a:pt x="143182" y="40966"/>
                </a:lnTo>
                <a:lnTo>
                  <a:pt x="142916" y="40140"/>
                </a:lnTo>
                <a:lnTo>
                  <a:pt x="142622" y="39332"/>
                </a:lnTo>
                <a:lnTo>
                  <a:pt x="142301" y="38540"/>
                </a:lnTo>
                <a:lnTo>
                  <a:pt x="141951" y="37765"/>
                </a:lnTo>
                <a:lnTo>
                  <a:pt x="141573" y="37008"/>
                </a:lnTo>
                <a:lnTo>
                  <a:pt x="141168" y="36267"/>
                </a:lnTo>
                <a:lnTo>
                  <a:pt x="140734" y="35543"/>
                </a:lnTo>
                <a:lnTo>
                  <a:pt x="140273" y="34836"/>
                </a:lnTo>
                <a:lnTo>
                  <a:pt x="139783" y="34147"/>
                </a:lnTo>
                <a:lnTo>
                  <a:pt x="139266" y="33474"/>
                </a:lnTo>
                <a:lnTo>
                  <a:pt x="138720" y="32818"/>
                </a:lnTo>
                <a:lnTo>
                  <a:pt x="138147" y="32179"/>
                </a:lnTo>
                <a:lnTo>
                  <a:pt x="137545" y="31557"/>
                </a:lnTo>
                <a:lnTo>
                  <a:pt x="136916" y="30953"/>
                </a:lnTo>
                <a:lnTo>
                  <a:pt x="136259" y="30365"/>
                </a:lnTo>
                <a:lnTo>
                  <a:pt x="135577" y="29797"/>
                </a:lnTo>
                <a:lnTo>
                  <a:pt x="134876" y="29254"/>
                </a:lnTo>
                <a:lnTo>
                  <a:pt x="134154" y="28735"/>
                </a:lnTo>
                <a:lnTo>
                  <a:pt x="133411" y="28240"/>
                </a:lnTo>
                <a:lnTo>
                  <a:pt x="132649" y="27769"/>
                </a:lnTo>
                <a:lnTo>
                  <a:pt x="131866" y="27322"/>
                </a:lnTo>
                <a:lnTo>
                  <a:pt x="131063" y="26899"/>
                </a:lnTo>
                <a:lnTo>
                  <a:pt x="130239" y="26501"/>
                </a:lnTo>
                <a:lnTo>
                  <a:pt x="129395" y="26126"/>
                </a:lnTo>
                <a:lnTo>
                  <a:pt x="128531" y="25776"/>
                </a:lnTo>
                <a:lnTo>
                  <a:pt x="127646" y="25450"/>
                </a:lnTo>
                <a:lnTo>
                  <a:pt x="126741" y="25148"/>
                </a:lnTo>
                <a:lnTo>
                  <a:pt x="125816" y="24871"/>
                </a:lnTo>
                <a:lnTo>
                  <a:pt x="124870" y="24617"/>
                </a:lnTo>
                <a:lnTo>
                  <a:pt x="123905" y="24388"/>
                </a:lnTo>
                <a:lnTo>
                  <a:pt x="122918" y="24182"/>
                </a:lnTo>
                <a:lnTo>
                  <a:pt x="121912" y="24001"/>
                </a:lnTo>
                <a:lnTo>
                  <a:pt x="120885" y="23844"/>
                </a:lnTo>
                <a:lnTo>
                  <a:pt x="119838" y="23711"/>
                </a:lnTo>
                <a:lnTo>
                  <a:pt x="118770" y="23603"/>
                </a:lnTo>
                <a:lnTo>
                  <a:pt x="117682" y="23518"/>
                </a:lnTo>
                <a:lnTo>
                  <a:pt x="116574" y="23458"/>
                </a:lnTo>
                <a:lnTo>
                  <a:pt x="115446" y="23422"/>
                </a:lnTo>
                <a:lnTo>
                  <a:pt x="114297" y="23410"/>
                </a:lnTo>
                <a:lnTo>
                  <a:pt x="113215" y="23421"/>
                </a:lnTo>
                <a:lnTo>
                  <a:pt x="112149" y="23454"/>
                </a:lnTo>
                <a:lnTo>
                  <a:pt x="111099" y="23509"/>
                </a:lnTo>
                <a:lnTo>
                  <a:pt x="110066" y="23586"/>
                </a:lnTo>
                <a:lnTo>
                  <a:pt x="109049" y="23685"/>
                </a:lnTo>
                <a:lnTo>
                  <a:pt x="108048" y="23806"/>
                </a:lnTo>
                <a:lnTo>
                  <a:pt x="107064" y="23949"/>
                </a:lnTo>
                <a:lnTo>
                  <a:pt x="106096" y="24114"/>
                </a:lnTo>
                <a:lnTo>
                  <a:pt x="105144" y="24301"/>
                </a:lnTo>
                <a:lnTo>
                  <a:pt x="104208" y="24509"/>
                </a:lnTo>
                <a:lnTo>
                  <a:pt x="103288" y="24740"/>
                </a:lnTo>
                <a:lnTo>
                  <a:pt x="102385" y="24993"/>
                </a:lnTo>
                <a:lnTo>
                  <a:pt x="101498" y="25268"/>
                </a:lnTo>
                <a:lnTo>
                  <a:pt x="100627" y="25565"/>
                </a:lnTo>
                <a:lnTo>
                  <a:pt x="99773" y="25884"/>
                </a:lnTo>
                <a:lnTo>
                  <a:pt x="98935" y="26225"/>
                </a:lnTo>
                <a:lnTo>
                  <a:pt x="98113" y="26588"/>
                </a:lnTo>
                <a:lnTo>
                  <a:pt x="97307" y="26973"/>
                </a:lnTo>
                <a:lnTo>
                  <a:pt x="96517" y="27380"/>
                </a:lnTo>
                <a:lnTo>
                  <a:pt x="95744" y="27809"/>
                </a:lnTo>
                <a:lnTo>
                  <a:pt x="94987" y="28260"/>
                </a:lnTo>
                <a:lnTo>
                  <a:pt x="94247" y="28733"/>
                </a:lnTo>
                <a:lnTo>
                  <a:pt x="93522" y="29228"/>
                </a:lnTo>
                <a:lnTo>
                  <a:pt x="92814" y="29745"/>
                </a:lnTo>
                <a:lnTo>
                  <a:pt x="92126" y="30280"/>
                </a:lnTo>
                <a:lnTo>
                  <a:pt x="91464" y="30831"/>
                </a:lnTo>
                <a:lnTo>
                  <a:pt x="90826" y="31397"/>
                </a:lnTo>
                <a:lnTo>
                  <a:pt x="90213" y="31978"/>
                </a:lnTo>
                <a:lnTo>
                  <a:pt x="89625" y="32575"/>
                </a:lnTo>
                <a:lnTo>
                  <a:pt x="89061" y="33187"/>
                </a:lnTo>
                <a:lnTo>
                  <a:pt x="88523" y="33814"/>
                </a:lnTo>
                <a:lnTo>
                  <a:pt x="88009" y="34457"/>
                </a:lnTo>
                <a:lnTo>
                  <a:pt x="87521" y="35115"/>
                </a:lnTo>
                <a:lnTo>
                  <a:pt x="87057" y="35788"/>
                </a:lnTo>
                <a:lnTo>
                  <a:pt x="86618" y="36476"/>
                </a:lnTo>
                <a:lnTo>
                  <a:pt x="86204" y="37180"/>
                </a:lnTo>
                <a:lnTo>
                  <a:pt x="85814" y="37899"/>
                </a:lnTo>
                <a:lnTo>
                  <a:pt x="85450" y="38633"/>
                </a:lnTo>
                <a:lnTo>
                  <a:pt x="85110" y="39383"/>
                </a:lnTo>
                <a:lnTo>
                  <a:pt x="84796" y="40148"/>
                </a:lnTo>
                <a:lnTo>
                  <a:pt x="84506" y="40928"/>
                </a:lnTo>
                <a:lnTo>
                  <a:pt x="84241" y="41724"/>
                </a:lnTo>
                <a:lnTo>
                  <a:pt x="84001" y="42535"/>
                </a:lnTo>
                <a:lnTo>
                  <a:pt x="83786" y="43361"/>
                </a:lnTo>
                <a:lnTo>
                  <a:pt x="83595" y="44203"/>
                </a:lnTo>
                <a:lnTo>
                  <a:pt x="83430" y="45060"/>
                </a:lnTo>
                <a:lnTo>
                  <a:pt x="83289" y="45932"/>
                </a:lnTo>
                <a:lnTo>
                  <a:pt x="83174" y="46819"/>
                </a:lnTo>
                <a:lnTo>
                  <a:pt x="99975" y="46819"/>
                </a:lnTo>
                <a:lnTo>
                  <a:pt x="100037" y="46467"/>
                </a:lnTo>
                <a:lnTo>
                  <a:pt x="100111" y="46120"/>
                </a:lnTo>
                <a:lnTo>
                  <a:pt x="100194" y="45780"/>
                </a:lnTo>
                <a:lnTo>
                  <a:pt x="100288" y="45446"/>
                </a:lnTo>
                <a:lnTo>
                  <a:pt x="100393" y="45118"/>
                </a:lnTo>
                <a:lnTo>
                  <a:pt x="100508" y="44796"/>
                </a:lnTo>
                <a:lnTo>
                  <a:pt x="100634" y="44481"/>
                </a:lnTo>
                <a:lnTo>
                  <a:pt x="100770" y="44172"/>
                </a:lnTo>
                <a:lnTo>
                  <a:pt x="100916" y="43869"/>
                </a:lnTo>
                <a:lnTo>
                  <a:pt x="101074" y="43572"/>
                </a:lnTo>
                <a:lnTo>
                  <a:pt x="101241" y="43282"/>
                </a:lnTo>
                <a:lnTo>
                  <a:pt x="101420" y="42998"/>
                </a:lnTo>
                <a:lnTo>
                  <a:pt x="101608" y="42720"/>
                </a:lnTo>
                <a:lnTo>
                  <a:pt x="101808" y="42448"/>
                </a:lnTo>
                <a:lnTo>
                  <a:pt x="102017" y="42182"/>
                </a:lnTo>
                <a:lnTo>
                  <a:pt x="102238" y="41923"/>
                </a:lnTo>
                <a:lnTo>
                  <a:pt x="102469" y="41670"/>
                </a:lnTo>
                <a:lnTo>
                  <a:pt x="102710" y="41423"/>
                </a:lnTo>
                <a:lnTo>
                  <a:pt x="102962" y="41182"/>
                </a:lnTo>
                <a:lnTo>
                  <a:pt x="103224" y="40948"/>
                </a:lnTo>
                <a:lnTo>
                  <a:pt x="103497" y="40720"/>
                </a:lnTo>
                <a:lnTo>
                  <a:pt x="103781" y="40498"/>
                </a:lnTo>
                <a:lnTo>
                  <a:pt x="104075" y="40282"/>
                </a:lnTo>
                <a:lnTo>
                  <a:pt x="104379" y="40072"/>
                </a:lnTo>
                <a:lnTo>
                  <a:pt x="104692" y="39870"/>
                </a:lnTo>
                <a:lnTo>
                  <a:pt x="105012" y="39676"/>
                </a:lnTo>
                <a:lnTo>
                  <a:pt x="105339" y="39491"/>
                </a:lnTo>
                <a:lnTo>
                  <a:pt x="105672" y="39315"/>
                </a:lnTo>
                <a:lnTo>
                  <a:pt x="106012" y="39147"/>
                </a:lnTo>
                <a:lnTo>
                  <a:pt x="106359" y="38988"/>
                </a:lnTo>
                <a:lnTo>
                  <a:pt x="106713" y="38837"/>
                </a:lnTo>
                <a:lnTo>
                  <a:pt x="107073" y="38695"/>
                </a:lnTo>
                <a:lnTo>
                  <a:pt x="107439" y="38561"/>
                </a:lnTo>
                <a:lnTo>
                  <a:pt x="107813" y="38437"/>
                </a:lnTo>
                <a:lnTo>
                  <a:pt x="108193" y="38320"/>
                </a:lnTo>
                <a:lnTo>
                  <a:pt x="108580" y="38213"/>
                </a:lnTo>
                <a:lnTo>
                  <a:pt x="108974" y="38114"/>
                </a:lnTo>
                <a:lnTo>
                  <a:pt x="109374" y="38023"/>
                </a:lnTo>
                <a:lnTo>
                  <a:pt x="109781" y="37941"/>
                </a:lnTo>
                <a:lnTo>
                  <a:pt x="110194" y="37868"/>
                </a:lnTo>
                <a:lnTo>
                  <a:pt x="110615" y="37804"/>
                </a:lnTo>
                <a:lnTo>
                  <a:pt x="111042" y="37748"/>
                </a:lnTo>
                <a:lnTo>
                  <a:pt x="111475" y="37700"/>
                </a:lnTo>
                <a:lnTo>
                  <a:pt x="111916" y="37662"/>
                </a:lnTo>
                <a:lnTo>
                  <a:pt x="112363" y="37632"/>
                </a:lnTo>
                <a:lnTo>
                  <a:pt x="112817" y="37610"/>
                </a:lnTo>
                <a:lnTo>
                  <a:pt x="113277" y="37597"/>
                </a:lnTo>
                <a:lnTo>
                  <a:pt x="113744" y="37593"/>
                </a:lnTo>
                <a:lnTo>
                  <a:pt x="114256" y="37598"/>
                </a:lnTo>
                <a:lnTo>
                  <a:pt x="114759" y="37614"/>
                </a:lnTo>
                <a:lnTo>
                  <a:pt x="115253" y="37641"/>
                </a:lnTo>
                <a:lnTo>
                  <a:pt x="115738" y="37679"/>
                </a:lnTo>
                <a:lnTo>
                  <a:pt x="116213" y="37727"/>
                </a:lnTo>
                <a:lnTo>
                  <a:pt x="116680" y="37787"/>
                </a:lnTo>
                <a:lnTo>
                  <a:pt x="117137" y="37856"/>
                </a:lnTo>
                <a:lnTo>
                  <a:pt x="117585" y="37937"/>
                </a:lnTo>
                <a:lnTo>
                  <a:pt x="118025" y="38029"/>
                </a:lnTo>
                <a:lnTo>
                  <a:pt x="118455" y="38131"/>
                </a:lnTo>
                <a:lnTo>
                  <a:pt x="118876" y="38244"/>
                </a:lnTo>
                <a:lnTo>
                  <a:pt x="119288" y="38368"/>
                </a:lnTo>
                <a:lnTo>
                  <a:pt x="119691" y="38502"/>
                </a:lnTo>
                <a:lnTo>
                  <a:pt x="120084" y="38647"/>
                </a:lnTo>
                <a:lnTo>
                  <a:pt x="120469" y="38803"/>
                </a:lnTo>
                <a:lnTo>
                  <a:pt x="120844" y="38970"/>
                </a:lnTo>
                <a:lnTo>
                  <a:pt x="121211" y="39148"/>
                </a:lnTo>
                <a:lnTo>
                  <a:pt x="121568" y="39336"/>
                </a:lnTo>
                <a:lnTo>
                  <a:pt x="121916" y="39535"/>
                </a:lnTo>
                <a:lnTo>
                  <a:pt x="122256" y="39745"/>
                </a:lnTo>
                <a:lnTo>
                  <a:pt x="122586" y="39966"/>
                </a:lnTo>
                <a:lnTo>
                  <a:pt x="122907" y="40197"/>
                </a:lnTo>
                <a:lnTo>
                  <a:pt x="123218" y="40439"/>
                </a:lnTo>
                <a:lnTo>
                  <a:pt x="123521" y="40692"/>
                </a:lnTo>
                <a:lnTo>
                  <a:pt x="123813" y="40954"/>
                </a:lnTo>
                <a:lnTo>
                  <a:pt x="124093" y="41225"/>
                </a:lnTo>
                <a:lnTo>
                  <a:pt x="124360" y="41504"/>
                </a:lnTo>
                <a:lnTo>
                  <a:pt x="124615" y="41792"/>
                </a:lnTo>
                <a:lnTo>
                  <a:pt x="124858" y="42087"/>
                </a:lnTo>
                <a:lnTo>
                  <a:pt x="125088" y="42391"/>
                </a:lnTo>
                <a:lnTo>
                  <a:pt x="125305" y="42704"/>
                </a:lnTo>
                <a:lnTo>
                  <a:pt x="125510" y="43025"/>
                </a:lnTo>
                <a:lnTo>
                  <a:pt x="125703" y="43354"/>
                </a:lnTo>
                <a:lnTo>
                  <a:pt x="125883" y="43692"/>
                </a:lnTo>
                <a:lnTo>
                  <a:pt x="126051" y="44038"/>
                </a:lnTo>
                <a:lnTo>
                  <a:pt x="126207" y="44392"/>
                </a:lnTo>
                <a:lnTo>
                  <a:pt x="126349" y="44755"/>
                </a:lnTo>
                <a:lnTo>
                  <a:pt x="126480" y="45126"/>
                </a:lnTo>
                <a:lnTo>
                  <a:pt x="126598" y="45506"/>
                </a:lnTo>
                <a:lnTo>
                  <a:pt x="126704" y="45894"/>
                </a:lnTo>
                <a:lnTo>
                  <a:pt x="126797" y="46290"/>
                </a:lnTo>
                <a:lnTo>
                  <a:pt x="126878" y="46695"/>
                </a:lnTo>
                <a:lnTo>
                  <a:pt x="126946" y="47108"/>
                </a:lnTo>
                <a:lnTo>
                  <a:pt x="127002" y="47529"/>
                </a:lnTo>
                <a:lnTo>
                  <a:pt x="127046" y="47959"/>
                </a:lnTo>
                <a:lnTo>
                  <a:pt x="127077" y="48397"/>
                </a:lnTo>
                <a:lnTo>
                  <a:pt x="127095" y="48844"/>
                </a:lnTo>
                <a:lnTo>
                  <a:pt x="127102" y="49299"/>
                </a:lnTo>
                <a:lnTo>
                  <a:pt x="127102" y="55770"/>
                </a:lnTo>
                <a:lnTo>
                  <a:pt x="108237" y="55770"/>
                </a:lnTo>
                <a:lnTo>
                  <a:pt x="107112" y="55781"/>
                </a:lnTo>
                <a:lnTo>
                  <a:pt x="106008" y="55813"/>
                </a:lnTo>
                <a:lnTo>
                  <a:pt x="104926" y="55865"/>
                </a:lnTo>
                <a:lnTo>
                  <a:pt x="103865" y="55939"/>
                </a:lnTo>
                <a:lnTo>
                  <a:pt x="102826" y="56033"/>
                </a:lnTo>
                <a:lnTo>
                  <a:pt x="101808" y="56149"/>
                </a:lnTo>
                <a:lnTo>
                  <a:pt x="100812" y="56286"/>
                </a:lnTo>
                <a:lnTo>
                  <a:pt x="99837" y="56444"/>
                </a:lnTo>
                <a:lnTo>
                  <a:pt x="98884" y="56623"/>
                </a:lnTo>
                <a:lnTo>
                  <a:pt x="97952" y="56823"/>
                </a:lnTo>
                <a:lnTo>
                  <a:pt x="97042" y="57043"/>
                </a:lnTo>
                <a:lnTo>
                  <a:pt x="96153" y="57285"/>
                </a:lnTo>
                <a:lnTo>
                  <a:pt x="95286" y="57548"/>
                </a:lnTo>
                <a:lnTo>
                  <a:pt x="94441" y="57832"/>
                </a:lnTo>
                <a:lnTo>
                  <a:pt x="93617" y="58138"/>
                </a:lnTo>
                <a:lnTo>
                  <a:pt x="92814" y="58464"/>
                </a:lnTo>
                <a:lnTo>
                  <a:pt x="92033" y="58811"/>
                </a:lnTo>
                <a:lnTo>
                  <a:pt x="91273" y="59179"/>
                </a:lnTo>
                <a:lnTo>
                  <a:pt x="90535" y="59568"/>
                </a:lnTo>
                <a:lnTo>
                  <a:pt x="89819" y="59979"/>
                </a:lnTo>
                <a:lnTo>
                  <a:pt x="89124" y="60410"/>
                </a:lnTo>
                <a:lnTo>
                  <a:pt x="88450" y="60862"/>
                </a:lnTo>
                <a:lnTo>
                  <a:pt x="87798" y="61336"/>
                </a:lnTo>
                <a:lnTo>
                  <a:pt x="87168" y="61830"/>
                </a:lnTo>
                <a:lnTo>
                  <a:pt x="86561" y="62344"/>
                </a:lnTo>
                <a:lnTo>
                  <a:pt x="85980" y="62875"/>
                </a:lnTo>
                <a:lnTo>
                  <a:pt x="85425" y="63424"/>
                </a:lnTo>
                <a:lnTo>
                  <a:pt x="84896" y="63991"/>
                </a:lnTo>
                <a:lnTo>
                  <a:pt x="84392" y="64576"/>
                </a:lnTo>
                <a:lnTo>
                  <a:pt x="83915" y="65178"/>
                </a:lnTo>
                <a:lnTo>
                  <a:pt x="83463" y="65798"/>
                </a:lnTo>
                <a:lnTo>
                  <a:pt x="83037" y="66435"/>
                </a:lnTo>
                <a:lnTo>
                  <a:pt x="82637" y="67090"/>
                </a:lnTo>
                <a:lnTo>
                  <a:pt x="82262" y="67763"/>
                </a:lnTo>
                <a:lnTo>
                  <a:pt x="81914" y="68454"/>
                </a:lnTo>
                <a:lnTo>
                  <a:pt x="81591" y="69162"/>
                </a:lnTo>
                <a:lnTo>
                  <a:pt x="81294" y="69888"/>
                </a:lnTo>
                <a:lnTo>
                  <a:pt x="81023" y="70632"/>
                </a:lnTo>
                <a:lnTo>
                  <a:pt x="80778" y="71393"/>
                </a:lnTo>
                <a:lnTo>
                  <a:pt x="80558" y="72172"/>
                </a:lnTo>
                <a:lnTo>
                  <a:pt x="80364" y="72969"/>
                </a:lnTo>
                <a:lnTo>
                  <a:pt x="80197" y="73783"/>
                </a:lnTo>
                <a:lnTo>
                  <a:pt x="80055" y="74615"/>
                </a:lnTo>
                <a:lnTo>
                  <a:pt x="79938" y="75465"/>
                </a:lnTo>
                <a:lnTo>
                  <a:pt x="79848" y="76333"/>
                </a:lnTo>
                <a:lnTo>
                  <a:pt x="79783" y="77218"/>
                </a:lnTo>
                <a:lnTo>
                  <a:pt x="79745" y="78121"/>
                </a:lnTo>
                <a:lnTo>
                  <a:pt x="79732" y="79041"/>
                </a:lnTo>
                <a:lnTo>
                  <a:pt x="79744" y="79906"/>
                </a:lnTo>
                <a:lnTo>
                  <a:pt x="79779" y="80756"/>
                </a:lnTo>
                <a:lnTo>
                  <a:pt x="79837" y="81591"/>
                </a:lnTo>
                <a:lnTo>
                  <a:pt x="79919" y="82412"/>
                </a:lnTo>
                <a:lnTo>
                  <a:pt x="80025" y="83217"/>
                </a:lnTo>
                <a:lnTo>
                  <a:pt x="80154" y="84008"/>
                </a:lnTo>
                <a:lnTo>
                  <a:pt x="80306" y="84783"/>
                </a:lnTo>
                <a:lnTo>
                  <a:pt x="80482" y="85544"/>
                </a:lnTo>
                <a:lnTo>
                  <a:pt x="80681" y="86291"/>
                </a:lnTo>
                <a:lnTo>
                  <a:pt x="80903" y="87022"/>
                </a:lnTo>
                <a:lnTo>
                  <a:pt x="81149" y="87738"/>
                </a:lnTo>
                <a:lnTo>
                  <a:pt x="81419" y="88440"/>
                </a:lnTo>
                <a:lnTo>
                  <a:pt x="81711" y="89127"/>
                </a:lnTo>
                <a:lnTo>
                  <a:pt x="82028" y="89799"/>
                </a:lnTo>
                <a:lnTo>
                  <a:pt x="82367" y="90456"/>
                </a:lnTo>
                <a:lnTo>
                  <a:pt x="82731" y="91099"/>
                </a:lnTo>
                <a:lnTo>
                  <a:pt x="83117" y="91726"/>
                </a:lnTo>
                <a:lnTo>
                  <a:pt x="83527" y="92339"/>
                </a:lnTo>
                <a:lnTo>
                  <a:pt x="83960" y="92937"/>
                </a:lnTo>
                <a:lnTo>
                  <a:pt x="84417" y="93520"/>
                </a:lnTo>
                <a:lnTo>
                  <a:pt x="84898" y="94088"/>
                </a:lnTo>
                <a:lnTo>
                  <a:pt x="85401" y="94642"/>
                </a:lnTo>
                <a:lnTo>
                  <a:pt x="85928" y="95180"/>
                </a:lnTo>
                <a:lnTo>
                  <a:pt x="86479" y="95704"/>
                </a:lnTo>
                <a:lnTo>
                  <a:pt x="87050" y="96210"/>
                </a:lnTo>
                <a:lnTo>
                  <a:pt x="87638" y="96694"/>
                </a:lnTo>
                <a:lnTo>
                  <a:pt x="88244" y="97156"/>
                </a:lnTo>
                <a:lnTo>
                  <a:pt x="88866" y="97597"/>
                </a:lnTo>
                <a:lnTo>
                  <a:pt x="89506" y="98017"/>
                </a:lnTo>
                <a:lnTo>
                  <a:pt x="90163" y="98415"/>
                </a:lnTo>
                <a:lnTo>
                  <a:pt x="90837" y="98792"/>
                </a:lnTo>
                <a:lnTo>
                  <a:pt x="91529" y="99147"/>
                </a:lnTo>
                <a:lnTo>
                  <a:pt x="92237" y="99480"/>
                </a:lnTo>
                <a:lnTo>
                  <a:pt x="92963" y="99792"/>
                </a:lnTo>
                <a:lnTo>
                  <a:pt x="93706" y="100082"/>
                </a:lnTo>
                <a:lnTo>
                  <a:pt x="94467" y="100351"/>
                </a:lnTo>
                <a:lnTo>
                  <a:pt x="95244" y="100599"/>
                </a:lnTo>
                <a:lnTo>
                  <a:pt x="96039" y="100825"/>
                </a:lnTo>
                <a:lnTo>
                  <a:pt x="96851" y="101029"/>
                </a:lnTo>
                <a:lnTo>
                  <a:pt x="97680" y="101212"/>
                </a:lnTo>
                <a:lnTo>
                  <a:pt x="98526" y="101373"/>
                </a:lnTo>
                <a:lnTo>
                  <a:pt x="99390" y="101513"/>
                </a:lnTo>
                <a:lnTo>
                  <a:pt x="100270" y="101632"/>
                </a:lnTo>
                <a:lnTo>
                  <a:pt x="101168" y="101728"/>
                </a:lnTo>
                <a:lnTo>
                  <a:pt x="102083" y="101804"/>
                </a:lnTo>
                <a:lnTo>
                  <a:pt x="103016" y="101857"/>
                </a:lnTo>
                <a:lnTo>
                  <a:pt x="103965" y="101890"/>
                </a:lnTo>
                <a:lnTo>
                  <a:pt x="104932" y="101901"/>
                </a:lnTo>
                <a:lnTo>
                  <a:pt x="105785" y="101892"/>
                </a:lnTo>
                <a:lnTo>
                  <a:pt x="106624" y="101866"/>
                </a:lnTo>
                <a:lnTo>
                  <a:pt x="107449" y="101823"/>
                </a:lnTo>
                <a:lnTo>
                  <a:pt x="108259" y="101763"/>
                </a:lnTo>
                <a:lnTo>
                  <a:pt x="109056" y="101685"/>
                </a:lnTo>
                <a:lnTo>
                  <a:pt x="109837" y="101591"/>
                </a:lnTo>
                <a:lnTo>
                  <a:pt x="110605" y="101479"/>
                </a:lnTo>
                <a:lnTo>
                  <a:pt x="111358" y="101350"/>
                </a:lnTo>
                <a:lnTo>
                  <a:pt x="112096" y="101203"/>
                </a:lnTo>
                <a:lnTo>
                  <a:pt x="112821" y="101040"/>
                </a:lnTo>
                <a:lnTo>
                  <a:pt x="113531" y="100859"/>
                </a:lnTo>
                <a:lnTo>
                  <a:pt x="114226" y="100661"/>
                </a:lnTo>
                <a:lnTo>
                  <a:pt x="114908" y="100446"/>
                </a:lnTo>
                <a:lnTo>
                  <a:pt x="115575" y="100214"/>
                </a:lnTo>
                <a:lnTo>
                  <a:pt x="116227" y="99964"/>
                </a:lnTo>
                <a:lnTo>
                  <a:pt x="116866" y="99698"/>
                </a:lnTo>
                <a:lnTo>
                  <a:pt x="117490" y="99414"/>
                </a:lnTo>
                <a:lnTo>
                  <a:pt x="118099" y="99112"/>
                </a:lnTo>
                <a:lnTo>
                  <a:pt x="118695" y="98794"/>
                </a:lnTo>
                <a:lnTo>
                  <a:pt x="119275" y="98458"/>
                </a:lnTo>
                <a:lnTo>
                  <a:pt x="119842" y="98105"/>
                </a:lnTo>
                <a:lnTo>
                  <a:pt x="120394" y="97735"/>
                </a:lnTo>
                <a:lnTo>
                  <a:pt x="120932" y="97348"/>
                </a:lnTo>
                <a:lnTo>
                  <a:pt x="121456" y="96944"/>
                </a:lnTo>
                <a:lnTo>
                  <a:pt x="121961" y="96525"/>
                </a:lnTo>
                <a:lnTo>
                  <a:pt x="122446" y="96094"/>
                </a:lnTo>
                <a:lnTo>
                  <a:pt x="122908" y="95651"/>
                </a:lnTo>
                <a:lnTo>
                  <a:pt x="123350" y="95196"/>
                </a:lnTo>
                <a:lnTo>
                  <a:pt x="123769" y="94729"/>
                </a:lnTo>
                <a:lnTo>
                  <a:pt x="124168" y="94250"/>
                </a:lnTo>
                <a:lnTo>
                  <a:pt x="124544" y="93759"/>
                </a:lnTo>
                <a:lnTo>
                  <a:pt x="124899" y="93257"/>
                </a:lnTo>
                <a:lnTo>
                  <a:pt x="125233" y="92742"/>
                </a:lnTo>
                <a:lnTo>
                  <a:pt x="125545" y="92215"/>
                </a:lnTo>
                <a:lnTo>
                  <a:pt x="125836" y="91677"/>
                </a:lnTo>
                <a:lnTo>
                  <a:pt x="126105" y="91126"/>
                </a:lnTo>
                <a:lnTo>
                  <a:pt x="126352" y="90563"/>
                </a:lnTo>
                <a:lnTo>
                  <a:pt x="126578" y="89989"/>
                </a:lnTo>
                <a:lnTo>
                  <a:pt x="126783" y="89403"/>
                </a:lnTo>
                <a:lnTo>
                  <a:pt x="126966" y="88804"/>
                </a:lnTo>
                <a:lnTo>
                  <a:pt x="127127" y="88194"/>
                </a:lnTo>
                <a:lnTo>
                  <a:pt x="127267" y="87571"/>
                </a:lnTo>
                <a:lnTo>
                  <a:pt x="127316" y="87305"/>
                </a:lnTo>
                <a:lnTo>
                  <a:pt x="127654" y="87305"/>
                </a:lnTo>
                <a:lnTo>
                  <a:pt x="127654" y="100524"/>
                </a:lnTo>
                <a:lnTo>
                  <a:pt x="144315" y="100524"/>
                </a:lnTo>
                <a:close/>
                <a:moveTo>
                  <a:pt x="109036" y="88909"/>
                </a:moveTo>
                <a:lnTo>
                  <a:pt x="108541" y="88871"/>
                </a:lnTo>
                <a:lnTo>
                  <a:pt x="108055" y="88823"/>
                </a:lnTo>
                <a:lnTo>
                  <a:pt x="107578" y="88763"/>
                </a:lnTo>
                <a:lnTo>
                  <a:pt x="107111" y="88694"/>
                </a:lnTo>
                <a:lnTo>
                  <a:pt x="106653" y="88613"/>
                </a:lnTo>
                <a:lnTo>
                  <a:pt x="106204" y="88521"/>
                </a:lnTo>
                <a:lnTo>
                  <a:pt x="105765" y="88419"/>
                </a:lnTo>
                <a:lnTo>
                  <a:pt x="105335" y="88306"/>
                </a:lnTo>
                <a:lnTo>
                  <a:pt x="104914" y="88183"/>
                </a:lnTo>
                <a:lnTo>
                  <a:pt x="104502" y="88048"/>
                </a:lnTo>
                <a:lnTo>
                  <a:pt x="104100" y="87903"/>
                </a:lnTo>
                <a:lnTo>
                  <a:pt x="103708" y="87747"/>
                </a:lnTo>
                <a:lnTo>
                  <a:pt x="103324" y="87580"/>
                </a:lnTo>
                <a:lnTo>
                  <a:pt x="102950" y="87403"/>
                </a:lnTo>
                <a:lnTo>
                  <a:pt x="102585" y="87215"/>
                </a:lnTo>
                <a:lnTo>
                  <a:pt x="102230" y="87016"/>
                </a:lnTo>
                <a:lnTo>
                  <a:pt x="101884" y="86806"/>
                </a:lnTo>
                <a:lnTo>
                  <a:pt x="101547" y="86586"/>
                </a:lnTo>
                <a:lnTo>
                  <a:pt x="101220" y="86355"/>
                </a:lnTo>
                <a:lnTo>
                  <a:pt x="100902" y="86113"/>
                </a:lnTo>
                <a:lnTo>
                  <a:pt x="100593" y="85860"/>
                </a:lnTo>
                <a:lnTo>
                  <a:pt x="100295" y="85598"/>
                </a:lnTo>
                <a:lnTo>
                  <a:pt x="100010" y="85328"/>
                </a:lnTo>
                <a:lnTo>
                  <a:pt x="99738" y="85050"/>
                </a:lnTo>
                <a:lnTo>
                  <a:pt x="99478" y="84764"/>
                </a:lnTo>
                <a:lnTo>
                  <a:pt x="99231" y="84470"/>
                </a:lnTo>
                <a:lnTo>
                  <a:pt x="98997" y="84168"/>
                </a:lnTo>
                <a:lnTo>
                  <a:pt x="98775" y="83859"/>
                </a:lnTo>
                <a:lnTo>
                  <a:pt x="98566" y="83541"/>
                </a:lnTo>
                <a:lnTo>
                  <a:pt x="98370" y="83216"/>
                </a:lnTo>
                <a:lnTo>
                  <a:pt x="98186" y="82883"/>
                </a:lnTo>
                <a:lnTo>
                  <a:pt x="98015" y="82542"/>
                </a:lnTo>
                <a:lnTo>
                  <a:pt x="97857" y="82193"/>
                </a:lnTo>
                <a:lnTo>
                  <a:pt x="97711" y="81836"/>
                </a:lnTo>
                <a:lnTo>
                  <a:pt x="97578" y="81471"/>
                </a:lnTo>
                <a:lnTo>
                  <a:pt x="97458" y="81098"/>
                </a:lnTo>
                <a:lnTo>
                  <a:pt x="97350" y="80718"/>
                </a:lnTo>
                <a:lnTo>
                  <a:pt x="97255" y="80330"/>
                </a:lnTo>
                <a:lnTo>
                  <a:pt x="97173" y="79933"/>
                </a:lnTo>
                <a:lnTo>
                  <a:pt x="97103" y="79529"/>
                </a:lnTo>
                <a:lnTo>
                  <a:pt x="97046" y="79117"/>
                </a:lnTo>
                <a:lnTo>
                  <a:pt x="97002" y="78697"/>
                </a:lnTo>
                <a:lnTo>
                  <a:pt x="96970" y="78269"/>
                </a:lnTo>
                <a:lnTo>
                  <a:pt x="96951" y="77833"/>
                </a:lnTo>
                <a:lnTo>
                  <a:pt x="96945" y="77390"/>
                </a:lnTo>
                <a:lnTo>
                  <a:pt x="96951" y="76980"/>
                </a:lnTo>
                <a:lnTo>
                  <a:pt x="96967" y="76577"/>
                </a:lnTo>
                <a:lnTo>
                  <a:pt x="96994" y="76181"/>
                </a:lnTo>
                <a:lnTo>
                  <a:pt x="97033" y="75791"/>
                </a:lnTo>
                <a:lnTo>
                  <a:pt x="97082" y="75408"/>
                </a:lnTo>
                <a:lnTo>
                  <a:pt x="97143" y="75032"/>
                </a:lnTo>
                <a:lnTo>
                  <a:pt x="97214" y="74662"/>
                </a:lnTo>
                <a:lnTo>
                  <a:pt x="97297" y="74299"/>
                </a:lnTo>
                <a:lnTo>
                  <a:pt x="97390" y="73943"/>
                </a:lnTo>
                <a:lnTo>
                  <a:pt x="97495" y="73594"/>
                </a:lnTo>
                <a:lnTo>
                  <a:pt x="97610" y="73251"/>
                </a:lnTo>
                <a:lnTo>
                  <a:pt x="97737" y="72915"/>
                </a:lnTo>
                <a:lnTo>
                  <a:pt x="97874" y="72585"/>
                </a:lnTo>
                <a:lnTo>
                  <a:pt x="98023" y="72263"/>
                </a:lnTo>
                <a:lnTo>
                  <a:pt x="98182" y="71947"/>
                </a:lnTo>
                <a:lnTo>
                  <a:pt x="98352" y="71637"/>
                </a:lnTo>
                <a:lnTo>
                  <a:pt x="98534" y="71335"/>
                </a:lnTo>
                <a:lnTo>
                  <a:pt x="98726" y="71039"/>
                </a:lnTo>
                <a:lnTo>
                  <a:pt x="98930" y="70749"/>
                </a:lnTo>
                <a:lnTo>
                  <a:pt x="99144" y="70467"/>
                </a:lnTo>
                <a:lnTo>
                  <a:pt x="99369" y="70191"/>
                </a:lnTo>
                <a:lnTo>
                  <a:pt x="99606" y="69921"/>
                </a:lnTo>
                <a:lnTo>
                  <a:pt x="99853" y="69659"/>
                </a:lnTo>
                <a:lnTo>
                  <a:pt x="100112" y="69403"/>
                </a:lnTo>
                <a:lnTo>
                  <a:pt x="100379" y="69156"/>
                </a:lnTo>
                <a:lnTo>
                  <a:pt x="100654" y="68919"/>
                </a:lnTo>
                <a:lnTo>
                  <a:pt x="100936" y="68693"/>
                </a:lnTo>
                <a:lnTo>
                  <a:pt x="101225" y="68477"/>
                </a:lnTo>
                <a:lnTo>
                  <a:pt x="101521" y="68272"/>
                </a:lnTo>
                <a:lnTo>
                  <a:pt x="101825" y="68078"/>
                </a:lnTo>
                <a:lnTo>
                  <a:pt x="102135" y="67893"/>
                </a:lnTo>
                <a:lnTo>
                  <a:pt x="102453" y="67720"/>
                </a:lnTo>
                <a:lnTo>
                  <a:pt x="102778" y="67557"/>
                </a:lnTo>
                <a:lnTo>
                  <a:pt x="103110" y="67404"/>
                </a:lnTo>
                <a:lnTo>
                  <a:pt x="103450" y="67262"/>
                </a:lnTo>
                <a:lnTo>
                  <a:pt x="103796" y="67131"/>
                </a:lnTo>
                <a:lnTo>
                  <a:pt x="104150" y="67010"/>
                </a:lnTo>
                <a:lnTo>
                  <a:pt x="104510" y="66899"/>
                </a:lnTo>
                <a:lnTo>
                  <a:pt x="104878" y="66799"/>
                </a:lnTo>
                <a:lnTo>
                  <a:pt x="105253" y="66710"/>
                </a:lnTo>
                <a:lnTo>
                  <a:pt x="105636" y="66631"/>
                </a:lnTo>
                <a:lnTo>
                  <a:pt x="106025" y="66563"/>
                </a:lnTo>
                <a:lnTo>
                  <a:pt x="106422" y="66505"/>
                </a:lnTo>
                <a:lnTo>
                  <a:pt x="106826" y="66457"/>
                </a:lnTo>
                <a:lnTo>
                  <a:pt x="107236" y="66421"/>
                </a:lnTo>
                <a:lnTo>
                  <a:pt x="107655" y="66394"/>
                </a:lnTo>
                <a:lnTo>
                  <a:pt x="108080" y="66378"/>
                </a:lnTo>
                <a:lnTo>
                  <a:pt x="108512" y="66373"/>
                </a:lnTo>
                <a:lnTo>
                  <a:pt x="127102" y="66373"/>
                </a:lnTo>
                <a:lnTo>
                  <a:pt x="127102" y="75600"/>
                </a:lnTo>
                <a:lnTo>
                  <a:pt x="127094" y="76089"/>
                </a:lnTo>
                <a:lnTo>
                  <a:pt x="127070" y="76571"/>
                </a:lnTo>
                <a:lnTo>
                  <a:pt x="127030" y="77046"/>
                </a:lnTo>
                <a:lnTo>
                  <a:pt x="126973" y="77512"/>
                </a:lnTo>
                <a:lnTo>
                  <a:pt x="126901" y="77971"/>
                </a:lnTo>
                <a:lnTo>
                  <a:pt x="126813" y="78423"/>
                </a:lnTo>
                <a:lnTo>
                  <a:pt x="126709" y="78866"/>
                </a:lnTo>
                <a:lnTo>
                  <a:pt x="126589" y="79302"/>
                </a:lnTo>
                <a:lnTo>
                  <a:pt x="126453" y="79731"/>
                </a:lnTo>
                <a:lnTo>
                  <a:pt x="126301" y="80152"/>
                </a:lnTo>
                <a:lnTo>
                  <a:pt x="126132" y="80565"/>
                </a:lnTo>
                <a:lnTo>
                  <a:pt x="125948" y="80970"/>
                </a:lnTo>
                <a:lnTo>
                  <a:pt x="125748" y="81368"/>
                </a:lnTo>
                <a:lnTo>
                  <a:pt x="125532" y="81758"/>
                </a:lnTo>
                <a:lnTo>
                  <a:pt x="125299" y="82141"/>
                </a:lnTo>
                <a:lnTo>
                  <a:pt x="125051" y="82516"/>
                </a:lnTo>
                <a:lnTo>
                  <a:pt x="124786" y="82883"/>
                </a:lnTo>
                <a:lnTo>
                  <a:pt x="124506" y="83243"/>
                </a:lnTo>
                <a:lnTo>
                  <a:pt x="124210" y="83595"/>
                </a:lnTo>
                <a:lnTo>
                  <a:pt x="123897" y="83939"/>
                </a:lnTo>
                <a:lnTo>
                  <a:pt x="123569" y="84276"/>
                </a:lnTo>
                <a:lnTo>
                  <a:pt x="123224" y="84605"/>
                </a:lnTo>
                <a:lnTo>
                  <a:pt x="122864" y="84926"/>
                </a:lnTo>
                <a:lnTo>
                  <a:pt x="122487" y="85240"/>
                </a:lnTo>
                <a:lnTo>
                  <a:pt x="122098" y="85543"/>
                </a:lnTo>
                <a:lnTo>
                  <a:pt x="121700" y="85834"/>
                </a:lnTo>
                <a:lnTo>
                  <a:pt x="121292" y="86111"/>
                </a:lnTo>
                <a:lnTo>
                  <a:pt x="120875" y="86376"/>
                </a:lnTo>
                <a:lnTo>
                  <a:pt x="120449" y="86627"/>
                </a:lnTo>
                <a:lnTo>
                  <a:pt x="120013" y="86866"/>
                </a:lnTo>
                <a:lnTo>
                  <a:pt x="119569" y="87092"/>
                </a:lnTo>
                <a:lnTo>
                  <a:pt x="119114" y="87305"/>
                </a:lnTo>
                <a:lnTo>
                  <a:pt x="118651" y="87505"/>
                </a:lnTo>
                <a:lnTo>
                  <a:pt x="118178" y="87692"/>
                </a:lnTo>
                <a:lnTo>
                  <a:pt x="117695" y="87866"/>
                </a:lnTo>
                <a:lnTo>
                  <a:pt x="117204" y="88028"/>
                </a:lnTo>
                <a:lnTo>
                  <a:pt x="116703" y="88176"/>
                </a:lnTo>
                <a:lnTo>
                  <a:pt x="116193" y="88312"/>
                </a:lnTo>
                <a:lnTo>
                  <a:pt x="115673" y="88434"/>
                </a:lnTo>
                <a:lnTo>
                  <a:pt x="115144" y="88544"/>
                </a:lnTo>
                <a:lnTo>
                  <a:pt x="114606" y="88641"/>
                </a:lnTo>
                <a:lnTo>
                  <a:pt x="114059" y="88725"/>
                </a:lnTo>
                <a:lnTo>
                  <a:pt x="113502" y="88796"/>
                </a:lnTo>
                <a:lnTo>
                  <a:pt x="112936" y="88854"/>
                </a:lnTo>
                <a:lnTo>
                  <a:pt x="112360" y="88899"/>
                </a:lnTo>
                <a:lnTo>
                  <a:pt x="111775" y="88931"/>
                </a:lnTo>
                <a:lnTo>
                  <a:pt x="111181" y="88951"/>
                </a:lnTo>
                <a:lnTo>
                  <a:pt x="110578" y="88957"/>
                </a:lnTo>
                <a:lnTo>
                  <a:pt x="110054" y="88952"/>
                </a:lnTo>
                <a:lnTo>
                  <a:pt x="109540" y="88936"/>
                </a:lnTo>
                <a:lnTo>
                  <a:pt x="109036" y="88909"/>
                </a:lnTo>
                <a:close/>
                <a:moveTo>
                  <a:pt x="282481" y="101785"/>
                </a:moveTo>
                <a:lnTo>
                  <a:pt x="283604" y="101696"/>
                </a:lnTo>
                <a:lnTo>
                  <a:pt x="284707" y="101581"/>
                </a:lnTo>
                <a:lnTo>
                  <a:pt x="285790" y="101440"/>
                </a:lnTo>
                <a:lnTo>
                  <a:pt x="286853" y="101274"/>
                </a:lnTo>
                <a:lnTo>
                  <a:pt x="287896" y="101082"/>
                </a:lnTo>
                <a:lnTo>
                  <a:pt x="288918" y="100865"/>
                </a:lnTo>
                <a:lnTo>
                  <a:pt x="289921" y="100622"/>
                </a:lnTo>
                <a:lnTo>
                  <a:pt x="290904" y="100353"/>
                </a:lnTo>
                <a:lnTo>
                  <a:pt x="291866" y="100059"/>
                </a:lnTo>
                <a:lnTo>
                  <a:pt x="292809" y="99739"/>
                </a:lnTo>
                <a:lnTo>
                  <a:pt x="293731" y="99394"/>
                </a:lnTo>
                <a:lnTo>
                  <a:pt x="294633" y="99023"/>
                </a:lnTo>
                <a:lnTo>
                  <a:pt x="295515" y="98626"/>
                </a:lnTo>
                <a:lnTo>
                  <a:pt x="296377" y="98204"/>
                </a:lnTo>
                <a:lnTo>
                  <a:pt x="297219" y="97757"/>
                </a:lnTo>
                <a:lnTo>
                  <a:pt x="298041" y="97283"/>
                </a:lnTo>
                <a:lnTo>
                  <a:pt x="298843" y="96785"/>
                </a:lnTo>
                <a:lnTo>
                  <a:pt x="299625" y="96260"/>
                </a:lnTo>
                <a:lnTo>
                  <a:pt x="300387" y="95710"/>
                </a:lnTo>
                <a:lnTo>
                  <a:pt x="301128" y="95135"/>
                </a:lnTo>
                <a:lnTo>
                  <a:pt x="301850" y="94534"/>
                </a:lnTo>
                <a:lnTo>
                  <a:pt x="302547" y="93911"/>
                </a:lnTo>
                <a:lnTo>
                  <a:pt x="303216" y="93269"/>
                </a:lnTo>
                <a:lnTo>
                  <a:pt x="303857" y="92609"/>
                </a:lnTo>
                <a:lnTo>
                  <a:pt x="304470" y="91931"/>
                </a:lnTo>
                <a:lnTo>
                  <a:pt x="305055" y="91234"/>
                </a:lnTo>
                <a:lnTo>
                  <a:pt x="305611" y="90519"/>
                </a:lnTo>
                <a:lnTo>
                  <a:pt x="306140" y="89785"/>
                </a:lnTo>
                <a:lnTo>
                  <a:pt x="306639" y="89033"/>
                </a:lnTo>
                <a:lnTo>
                  <a:pt x="307111" y="88263"/>
                </a:lnTo>
                <a:lnTo>
                  <a:pt x="307555" y="87474"/>
                </a:lnTo>
                <a:lnTo>
                  <a:pt x="307970" y="86667"/>
                </a:lnTo>
                <a:lnTo>
                  <a:pt x="308357" y="85841"/>
                </a:lnTo>
                <a:lnTo>
                  <a:pt x="308716" y="84997"/>
                </a:lnTo>
                <a:lnTo>
                  <a:pt x="309047" y="84135"/>
                </a:lnTo>
                <a:lnTo>
                  <a:pt x="309349" y="83254"/>
                </a:lnTo>
                <a:lnTo>
                  <a:pt x="309623" y="82355"/>
                </a:lnTo>
                <a:lnTo>
                  <a:pt x="309869" y="81437"/>
                </a:lnTo>
                <a:lnTo>
                  <a:pt x="310087" y="80501"/>
                </a:lnTo>
                <a:lnTo>
                  <a:pt x="310276" y="79547"/>
                </a:lnTo>
                <a:lnTo>
                  <a:pt x="310438" y="78574"/>
                </a:lnTo>
                <a:lnTo>
                  <a:pt x="310571" y="77583"/>
                </a:lnTo>
                <a:lnTo>
                  <a:pt x="310676" y="76573"/>
                </a:lnTo>
                <a:lnTo>
                  <a:pt x="310752" y="75545"/>
                </a:lnTo>
                <a:lnTo>
                  <a:pt x="310801" y="74499"/>
                </a:lnTo>
                <a:lnTo>
                  <a:pt x="293588" y="74499"/>
                </a:lnTo>
                <a:lnTo>
                  <a:pt x="293547" y="74987"/>
                </a:lnTo>
                <a:lnTo>
                  <a:pt x="293496" y="75467"/>
                </a:lnTo>
                <a:lnTo>
                  <a:pt x="293432" y="75937"/>
                </a:lnTo>
                <a:lnTo>
                  <a:pt x="293357" y="76398"/>
                </a:lnTo>
                <a:lnTo>
                  <a:pt x="293270" y="76849"/>
                </a:lnTo>
                <a:lnTo>
                  <a:pt x="293171" y="77291"/>
                </a:lnTo>
                <a:lnTo>
                  <a:pt x="293060" y="77724"/>
                </a:lnTo>
                <a:lnTo>
                  <a:pt x="292938" y="78148"/>
                </a:lnTo>
                <a:lnTo>
                  <a:pt x="292804" y="78562"/>
                </a:lnTo>
                <a:lnTo>
                  <a:pt x="292658" y="78967"/>
                </a:lnTo>
                <a:lnTo>
                  <a:pt x="292501" y="79362"/>
                </a:lnTo>
                <a:lnTo>
                  <a:pt x="292332" y="79748"/>
                </a:lnTo>
                <a:lnTo>
                  <a:pt x="292151" y="80125"/>
                </a:lnTo>
                <a:lnTo>
                  <a:pt x="291958" y="80493"/>
                </a:lnTo>
                <a:lnTo>
                  <a:pt x="291754" y="80851"/>
                </a:lnTo>
                <a:lnTo>
                  <a:pt x="291538" y="81200"/>
                </a:lnTo>
                <a:lnTo>
                  <a:pt x="291310" y="81540"/>
                </a:lnTo>
                <a:lnTo>
                  <a:pt x="291071" y="81870"/>
                </a:lnTo>
                <a:lnTo>
                  <a:pt x="290819" y="82191"/>
                </a:lnTo>
                <a:lnTo>
                  <a:pt x="290556" y="82502"/>
                </a:lnTo>
                <a:lnTo>
                  <a:pt x="290282" y="82805"/>
                </a:lnTo>
                <a:lnTo>
                  <a:pt x="289995" y="83098"/>
                </a:lnTo>
                <a:lnTo>
                  <a:pt x="289697" y="83381"/>
                </a:lnTo>
                <a:lnTo>
                  <a:pt x="289387" y="83656"/>
                </a:lnTo>
                <a:lnTo>
                  <a:pt x="289067" y="83920"/>
                </a:lnTo>
                <a:lnTo>
                  <a:pt x="288737" y="84173"/>
                </a:lnTo>
                <a:lnTo>
                  <a:pt x="288397" y="84414"/>
                </a:lnTo>
                <a:lnTo>
                  <a:pt x="288047" y="84644"/>
                </a:lnTo>
                <a:lnTo>
                  <a:pt x="287687" y="84863"/>
                </a:lnTo>
                <a:lnTo>
                  <a:pt x="287318" y="85071"/>
                </a:lnTo>
                <a:lnTo>
                  <a:pt x="286938" y="85268"/>
                </a:lnTo>
                <a:lnTo>
                  <a:pt x="286549" y="85453"/>
                </a:lnTo>
                <a:lnTo>
                  <a:pt x="286150" y="85628"/>
                </a:lnTo>
                <a:lnTo>
                  <a:pt x="285742" y="85790"/>
                </a:lnTo>
                <a:lnTo>
                  <a:pt x="285323" y="85942"/>
                </a:lnTo>
                <a:lnTo>
                  <a:pt x="284895" y="86083"/>
                </a:lnTo>
                <a:lnTo>
                  <a:pt x="284457" y="86212"/>
                </a:lnTo>
                <a:lnTo>
                  <a:pt x="284009" y="86330"/>
                </a:lnTo>
                <a:lnTo>
                  <a:pt x="283551" y="86436"/>
                </a:lnTo>
                <a:lnTo>
                  <a:pt x="283084" y="86532"/>
                </a:lnTo>
                <a:lnTo>
                  <a:pt x="282606" y="86616"/>
                </a:lnTo>
                <a:lnTo>
                  <a:pt x="282119" y="86689"/>
                </a:lnTo>
                <a:lnTo>
                  <a:pt x="281622" y="86751"/>
                </a:lnTo>
                <a:lnTo>
                  <a:pt x="281116" y="86802"/>
                </a:lnTo>
                <a:lnTo>
                  <a:pt x="280599" y="86841"/>
                </a:lnTo>
                <a:lnTo>
                  <a:pt x="280073" y="86869"/>
                </a:lnTo>
                <a:lnTo>
                  <a:pt x="279536" y="86886"/>
                </a:lnTo>
                <a:lnTo>
                  <a:pt x="278991" y="86892"/>
                </a:lnTo>
                <a:lnTo>
                  <a:pt x="278422" y="86885"/>
                </a:lnTo>
                <a:lnTo>
                  <a:pt x="277863" y="86865"/>
                </a:lnTo>
                <a:lnTo>
                  <a:pt x="277315" y="86831"/>
                </a:lnTo>
                <a:lnTo>
                  <a:pt x="276776" y="86784"/>
                </a:lnTo>
                <a:lnTo>
                  <a:pt x="276248" y="86724"/>
                </a:lnTo>
                <a:lnTo>
                  <a:pt x="275729" y="86651"/>
                </a:lnTo>
                <a:lnTo>
                  <a:pt x="275221" y="86564"/>
                </a:lnTo>
                <a:lnTo>
                  <a:pt x="274722" y="86463"/>
                </a:lnTo>
                <a:lnTo>
                  <a:pt x="274234" y="86349"/>
                </a:lnTo>
                <a:lnTo>
                  <a:pt x="273756" y="86222"/>
                </a:lnTo>
                <a:lnTo>
                  <a:pt x="273288" y="86082"/>
                </a:lnTo>
                <a:lnTo>
                  <a:pt x="272829" y="85928"/>
                </a:lnTo>
                <a:lnTo>
                  <a:pt x="272381" y="85760"/>
                </a:lnTo>
                <a:lnTo>
                  <a:pt x="271943" y="85580"/>
                </a:lnTo>
                <a:lnTo>
                  <a:pt x="271515" y="85385"/>
                </a:lnTo>
                <a:lnTo>
                  <a:pt x="271096" y="85178"/>
                </a:lnTo>
                <a:lnTo>
                  <a:pt x="270688" y="84957"/>
                </a:lnTo>
                <a:lnTo>
                  <a:pt x="270290" y="84723"/>
                </a:lnTo>
                <a:lnTo>
                  <a:pt x="269902" y="84475"/>
                </a:lnTo>
                <a:lnTo>
                  <a:pt x="269524" y="84214"/>
                </a:lnTo>
                <a:lnTo>
                  <a:pt x="269156" y="83939"/>
                </a:lnTo>
                <a:lnTo>
                  <a:pt x="268798" y="83652"/>
                </a:lnTo>
                <a:lnTo>
                  <a:pt x="268450" y="83350"/>
                </a:lnTo>
                <a:lnTo>
                  <a:pt x="268113" y="83036"/>
                </a:lnTo>
                <a:lnTo>
                  <a:pt x="267787" y="82709"/>
                </a:lnTo>
                <a:lnTo>
                  <a:pt x="267475" y="82371"/>
                </a:lnTo>
                <a:lnTo>
                  <a:pt x="267177" y="82022"/>
                </a:lnTo>
                <a:lnTo>
                  <a:pt x="266893" y="81663"/>
                </a:lnTo>
                <a:lnTo>
                  <a:pt x="266622" y="81292"/>
                </a:lnTo>
                <a:lnTo>
                  <a:pt x="266366" y="80910"/>
                </a:lnTo>
                <a:lnTo>
                  <a:pt x="266123" y="80517"/>
                </a:lnTo>
                <a:lnTo>
                  <a:pt x="265895" y="80113"/>
                </a:lnTo>
                <a:lnTo>
                  <a:pt x="265680" y="79699"/>
                </a:lnTo>
                <a:lnTo>
                  <a:pt x="265479" y="79273"/>
                </a:lnTo>
                <a:lnTo>
                  <a:pt x="265292" y="78836"/>
                </a:lnTo>
                <a:lnTo>
                  <a:pt x="265118" y="78388"/>
                </a:lnTo>
                <a:lnTo>
                  <a:pt x="264959" y="77930"/>
                </a:lnTo>
                <a:lnTo>
                  <a:pt x="264813" y="77460"/>
                </a:lnTo>
                <a:lnTo>
                  <a:pt x="264682" y="76979"/>
                </a:lnTo>
                <a:lnTo>
                  <a:pt x="264564" y="76487"/>
                </a:lnTo>
                <a:lnTo>
                  <a:pt x="264460" y="75985"/>
                </a:lnTo>
                <a:lnTo>
                  <a:pt x="264370" y="75471"/>
                </a:lnTo>
                <a:lnTo>
                  <a:pt x="264294" y="74946"/>
                </a:lnTo>
                <a:lnTo>
                  <a:pt x="264231" y="74411"/>
                </a:lnTo>
                <a:lnTo>
                  <a:pt x="264183" y="73864"/>
                </a:lnTo>
                <a:lnTo>
                  <a:pt x="264148" y="73306"/>
                </a:lnTo>
                <a:lnTo>
                  <a:pt x="264127" y="72738"/>
                </a:lnTo>
                <a:lnTo>
                  <a:pt x="264120" y="72158"/>
                </a:lnTo>
                <a:lnTo>
                  <a:pt x="264120" y="53016"/>
                </a:lnTo>
                <a:lnTo>
                  <a:pt x="264127" y="52436"/>
                </a:lnTo>
                <a:lnTo>
                  <a:pt x="264148" y="51868"/>
                </a:lnTo>
                <a:lnTo>
                  <a:pt x="264183" y="51311"/>
                </a:lnTo>
                <a:lnTo>
                  <a:pt x="264231" y="50765"/>
                </a:lnTo>
                <a:lnTo>
                  <a:pt x="264294" y="50230"/>
                </a:lnTo>
                <a:lnTo>
                  <a:pt x="264370" y="49707"/>
                </a:lnTo>
                <a:lnTo>
                  <a:pt x="264460" y="49195"/>
                </a:lnTo>
                <a:lnTo>
                  <a:pt x="264564" y="48694"/>
                </a:lnTo>
                <a:lnTo>
                  <a:pt x="264682" y="48204"/>
                </a:lnTo>
                <a:lnTo>
                  <a:pt x="264813" y="47726"/>
                </a:lnTo>
                <a:lnTo>
                  <a:pt x="264959" y="47258"/>
                </a:lnTo>
                <a:lnTo>
                  <a:pt x="265118" y="46802"/>
                </a:lnTo>
                <a:lnTo>
                  <a:pt x="265292" y="46358"/>
                </a:lnTo>
                <a:lnTo>
                  <a:pt x="265479" y="45924"/>
                </a:lnTo>
                <a:lnTo>
                  <a:pt x="265680" y="45502"/>
                </a:lnTo>
                <a:lnTo>
                  <a:pt x="265895" y="45091"/>
                </a:lnTo>
                <a:lnTo>
                  <a:pt x="266123" y="44691"/>
                </a:lnTo>
                <a:lnTo>
                  <a:pt x="266366" y="44303"/>
                </a:lnTo>
                <a:lnTo>
                  <a:pt x="266622" y="43925"/>
                </a:lnTo>
                <a:lnTo>
                  <a:pt x="266893" y="43559"/>
                </a:lnTo>
                <a:lnTo>
                  <a:pt x="267177" y="43204"/>
                </a:lnTo>
                <a:lnTo>
                  <a:pt x="267475" y="42861"/>
                </a:lnTo>
                <a:lnTo>
                  <a:pt x="267787" y="42528"/>
                </a:lnTo>
                <a:lnTo>
                  <a:pt x="268113" y="42207"/>
                </a:lnTo>
                <a:lnTo>
                  <a:pt x="268450" y="41898"/>
                </a:lnTo>
                <a:lnTo>
                  <a:pt x="268798" y="41602"/>
                </a:lnTo>
                <a:lnTo>
                  <a:pt x="269156" y="41319"/>
                </a:lnTo>
                <a:lnTo>
                  <a:pt x="269524" y="41050"/>
                </a:lnTo>
                <a:lnTo>
                  <a:pt x="269902" y="40793"/>
                </a:lnTo>
                <a:lnTo>
                  <a:pt x="270290" y="40550"/>
                </a:lnTo>
                <a:lnTo>
                  <a:pt x="270688" y="40319"/>
                </a:lnTo>
                <a:lnTo>
                  <a:pt x="271096" y="40102"/>
                </a:lnTo>
                <a:lnTo>
                  <a:pt x="271515" y="39898"/>
                </a:lnTo>
                <a:lnTo>
                  <a:pt x="271943" y="39708"/>
                </a:lnTo>
                <a:lnTo>
                  <a:pt x="272381" y="39530"/>
                </a:lnTo>
                <a:lnTo>
                  <a:pt x="272829" y="39366"/>
                </a:lnTo>
                <a:lnTo>
                  <a:pt x="273288" y="39214"/>
                </a:lnTo>
                <a:lnTo>
                  <a:pt x="273756" y="39076"/>
                </a:lnTo>
                <a:lnTo>
                  <a:pt x="274234" y="38951"/>
                </a:lnTo>
                <a:lnTo>
                  <a:pt x="274722" y="38840"/>
                </a:lnTo>
                <a:lnTo>
                  <a:pt x="275221" y="38741"/>
                </a:lnTo>
                <a:lnTo>
                  <a:pt x="275729" y="38655"/>
                </a:lnTo>
                <a:lnTo>
                  <a:pt x="276248" y="38583"/>
                </a:lnTo>
                <a:lnTo>
                  <a:pt x="276776" y="38524"/>
                </a:lnTo>
                <a:lnTo>
                  <a:pt x="277315" y="38478"/>
                </a:lnTo>
                <a:lnTo>
                  <a:pt x="277863" y="38445"/>
                </a:lnTo>
                <a:lnTo>
                  <a:pt x="278422" y="38425"/>
                </a:lnTo>
                <a:lnTo>
                  <a:pt x="278991" y="38419"/>
                </a:lnTo>
                <a:lnTo>
                  <a:pt x="279536" y="38424"/>
                </a:lnTo>
                <a:lnTo>
                  <a:pt x="280073" y="38441"/>
                </a:lnTo>
                <a:lnTo>
                  <a:pt x="280599" y="38469"/>
                </a:lnTo>
                <a:lnTo>
                  <a:pt x="281116" y="38508"/>
                </a:lnTo>
                <a:lnTo>
                  <a:pt x="281622" y="38559"/>
                </a:lnTo>
                <a:lnTo>
                  <a:pt x="282119" y="38621"/>
                </a:lnTo>
                <a:lnTo>
                  <a:pt x="282606" y="38694"/>
                </a:lnTo>
                <a:lnTo>
                  <a:pt x="283084" y="38778"/>
                </a:lnTo>
                <a:lnTo>
                  <a:pt x="283551" y="38874"/>
                </a:lnTo>
                <a:lnTo>
                  <a:pt x="284009" y="38980"/>
                </a:lnTo>
                <a:lnTo>
                  <a:pt x="284457" y="39098"/>
                </a:lnTo>
                <a:lnTo>
                  <a:pt x="284895" y="39228"/>
                </a:lnTo>
                <a:lnTo>
                  <a:pt x="285323" y="39368"/>
                </a:lnTo>
                <a:lnTo>
                  <a:pt x="285742" y="39520"/>
                </a:lnTo>
                <a:lnTo>
                  <a:pt x="286150" y="39683"/>
                </a:lnTo>
                <a:lnTo>
                  <a:pt x="286549" y="39857"/>
                </a:lnTo>
                <a:lnTo>
                  <a:pt x="286938" y="40042"/>
                </a:lnTo>
                <a:lnTo>
                  <a:pt x="287318" y="40239"/>
                </a:lnTo>
                <a:lnTo>
                  <a:pt x="287687" y="40447"/>
                </a:lnTo>
                <a:lnTo>
                  <a:pt x="288047" y="40666"/>
                </a:lnTo>
                <a:lnTo>
                  <a:pt x="288397" y="40896"/>
                </a:lnTo>
                <a:lnTo>
                  <a:pt x="288737" y="41138"/>
                </a:lnTo>
                <a:lnTo>
                  <a:pt x="289067" y="41390"/>
                </a:lnTo>
                <a:lnTo>
                  <a:pt x="289387" y="41654"/>
                </a:lnTo>
                <a:lnTo>
                  <a:pt x="289697" y="41929"/>
                </a:lnTo>
                <a:lnTo>
                  <a:pt x="289995" y="42212"/>
                </a:lnTo>
                <a:lnTo>
                  <a:pt x="290282" y="42505"/>
                </a:lnTo>
                <a:lnTo>
                  <a:pt x="290556" y="42808"/>
                </a:lnTo>
                <a:lnTo>
                  <a:pt x="290819" y="43119"/>
                </a:lnTo>
                <a:lnTo>
                  <a:pt x="291071" y="43440"/>
                </a:lnTo>
                <a:lnTo>
                  <a:pt x="291310" y="43771"/>
                </a:lnTo>
                <a:lnTo>
                  <a:pt x="291538" y="44110"/>
                </a:lnTo>
                <a:lnTo>
                  <a:pt x="291754" y="44459"/>
                </a:lnTo>
                <a:lnTo>
                  <a:pt x="291958" y="44818"/>
                </a:lnTo>
                <a:lnTo>
                  <a:pt x="292151" y="45185"/>
                </a:lnTo>
                <a:lnTo>
                  <a:pt x="292332" y="45562"/>
                </a:lnTo>
                <a:lnTo>
                  <a:pt x="292501" y="45949"/>
                </a:lnTo>
                <a:lnTo>
                  <a:pt x="292658" y="46344"/>
                </a:lnTo>
                <a:lnTo>
                  <a:pt x="292804" y="46749"/>
                </a:lnTo>
                <a:lnTo>
                  <a:pt x="292938" y="47163"/>
                </a:lnTo>
                <a:lnTo>
                  <a:pt x="293060" y="47587"/>
                </a:lnTo>
                <a:lnTo>
                  <a:pt x="293171" y="48020"/>
                </a:lnTo>
                <a:lnTo>
                  <a:pt x="293270" y="48462"/>
                </a:lnTo>
                <a:lnTo>
                  <a:pt x="293357" y="48914"/>
                </a:lnTo>
                <a:lnTo>
                  <a:pt x="293432" y="49375"/>
                </a:lnTo>
                <a:lnTo>
                  <a:pt x="293496" y="49845"/>
                </a:lnTo>
                <a:lnTo>
                  <a:pt x="293547" y="50325"/>
                </a:lnTo>
                <a:lnTo>
                  <a:pt x="293588" y="50814"/>
                </a:lnTo>
                <a:lnTo>
                  <a:pt x="310801" y="50814"/>
                </a:lnTo>
                <a:lnTo>
                  <a:pt x="310752" y="49767"/>
                </a:lnTo>
                <a:lnTo>
                  <a:pt x="310676" y="48739"/>
                </a:lnTo>
                <a:lnTo>
                  <a:pt x="310571" y="47729"/>
                </a:lnTo>
                <a:lnTo>
                  <a:pt x="310438" y="46738"/>
                </a:lnTo>
                <a:lnTo>
                  <a:pt x="310276" y="45765"/>
                </a:lnTo>
                <a:lnTo>
                  <a:pt x="310087" y="44810"/>
                </a:lnTo>
                <a:lnTo>
                  <a:pt x="309869" y="43874"/>
                </a:lnTo>
                <a:lnTo>
                  <a:pt x="309623" y="42956"/>
                </a:lnTo>
                <a:lnTo>
                  <a:pt x="309349" y="42057"/>
                </a:lnTo>
                <a:lnTo>
                  <a:pt x="309047" y="41176"/>
                </a:lnTo>
                <a:lnTo>
                  <a:pt x="308716" y="40313"/>
                </a:lnTo>
                <a:lnTo>
                  <a:pt x="308357" y="39469"/>
                </a:lnTo>
                <a:lnTo>
                  <a:pt x="307970" y="38644"/>
                </a:lnTo>
                <a:lnTo>
                  <a:pt x="307555" y="37836"/>
                </a:lnTo>
                <a:lnTo>
                  <a:pt x="307111" y="37047"/>
                </a:lnTo>
                <a:lnTo>
                  <a:pt x="306639" y="36277"/>
                </a:lnTo>
                <a:lnTo>
                  <a:pt x="306140" y="35525"/>
                </a:lnTo>
                <a:lnTo>
                  <a:pt x="305611" y="34791"/>
                </a:lnTo>
                <a:lnTo>
                  <a:pt x="305055" y="34076"/>
                </a:lnTo>
                <a:lnTo>
                  <a:pt x="304470" y="33379"/>
                </a:lnTo>
                <a:lnTo>
                  <a:pt x="303857" y="32701"/>
                </a:lnTo>
                <a:lnTo>
                  <a:pt x="303216" y="32041"/>
                </a:lnTo>
                <a:lnTo>
                  <a:pt x="302547" y="31400"/>
                </a:lnTo>
                <a:lnTo>
                  <a:pt x="301850" y="30776"/>
                </a:lnTo>
                <a:lnTo>
                  <a:pt x="301128" y="30175"/>
                </a:lnTo>
                <a:lnTo>
                  <a:pt x="300387" y="29600"/>
                </a:lnTo>
                <a:lnTo>
                  <a:pt x="299625" y="29050"/>
                </a:lnTo>
                <a:lnTo>
                  <a:pt x="298843" y="28526"/>
                </a:lnTo>
                <a:lnTo>
                  <a:pt x="298041" y="28027"/>
                </a:lnTo>
                <a:lnTo>
                  <a:pt x="297219" y="27553"/>
                </a:lnTo>
                <a:lnTo>
                  <a:pt x="296377" y="27106"/>
                </a:lnTo>
                <a:lnTo>
                  <a:pt x="295515" y="26684"/>
                </a:lnTo>
                <a:lnTo>
                  <a:pt x="294633" y="26287"/>
                </a:lnTo>
                <a:lnTo>
                  <a:pt x="293731" y="25916"/>
                </a:lnTo>
                <a:lnTo>
                  <a:pt x="292809" y="25571"/>
                </a:lnTo>
                <a:lnTo>
                  <a:pt x="291866" y="25251"/>
                </a:lnTo>
                <a:lnTo>
                  <a:pt x="290904" y="24957"/>
                </a:lnTo>
                <a:lnTo>
                  <a:pt x="289921" y="24689"/>
                </a:lnTo>
                <a:lnTo>
                  <a:pt x="288918" y="24446"/>
                </a:lnTo>
                <a:lnTo>
                  <a:pt x="287896" y="24228"/>
                </a:lnTo>
                <a:lnTo>
                  <a:pt x="286853" y="24036"/>
                </a:lnTo>
                <a:lnTo>
                  <a:pt x="285790" y="23870"/>
                </a:lnTo>
                <a:lnTo>
                  <a:pt x="284707" y="23729"/>
                </a:lnTo>
                <a:lnTo>
                  <a:pt x="283604" y="23614"/>
                </a:lnTo>
                <a:lnTo>
                  <a:pt x="282481" y="23525"/>
                </a:lnTo>
                <a:lnTo>
                  <a:pt x="281337" y="23461"/>
                </a:lnTo>
                <a:lnTo>
                  <a:pt x="280174" y="23422"/>
                </a:lnTo>
                <a:lnTo>
                  <a:pt x="278991" y="23410"/>
                </a:lnTo>
                <a:lnTo>
                  <a:pt x="278192" y="23416"/>
                </a:lnTo>
                <a:lnTo>
                  <a:pt x="277401" y="23435"/>
                </a:lnTo>
                <a:lnTo>
                  <a:pt x="276619" y="23467"/>
                </a:lnTo>
                <a:lnTo>
                  <a:pt x="275845" y="23511"/>
                </a:lnTo>
                <a:lnTo>
                  <a:pt x="275079" y="23568"/>
                </a:lnTo>
                <a:lnTo>
                  <a:pt x="274322" y="23638"/>
                </a:lnTo>
                <a:lnTo>
                  <a:pt x="273573" y="23720"/>
                </a:lnTo>
                <a:lnTo>
                  <a:pt x="272833" y="23815"/>
                </a:lnTo>
                <a:lnTo>
                  <a:pt x="272100" y="23923"/>
                </a:lnTo>
                <a:lnTo>
                  <a:pt x="271377" y="24043"/>
                </a:lnTo>
                <a:lnTo>
                  <a:pt x="270661" y="24176"/>
                </a:lnTo>
                <a:lnTo>
                  <a:pt x="269954" y="24322"/>
                </a:lnTo>
                <a:lnTo>
                  <a:pt x="269256" y="24480"/>
                </a:lnTo>
                <a:lnTo>
                  <a:pt x="268565" y="24652"/>
                </a:lnTo>
                <a:lnTo>
                  <a:pt x="267883" y="24835"/>
                </a:lnTo>
                <a:lnTo>
                  <a:pt x="267210" y="25032"/>
                </a:lnTo>
                <a:lnTo>
                  <a:pt x="266544" y="25241"/>
                </a:lnTo>
                <a:lnTo>
                  <a:pt x="265888" y="25463"/>
                </a:lnTo>
                <a:lnTo>
                  <a:pt x="265239" y="25697"/>
                </a:lnTo>
                <a:lnTo>
                  <a:pt x="264599" y="25944"/>
                </a:lnTo>
                <a:lnTo>
                  <a:pt x="263967" y="26204"/>
                </a:lnTo>
                <a:lnTo>
                  <a:pt x="263344" y="26476"/>
                </a:lnTo>
                <a:lnTo>
                  <a:pt x="262729" y="26762"/>
                </a:lnTo>
                <a:lnTo>
                  <a:pt x="262122" y="27059"/>
                </a:lnTo>
                <a:lnTo>
                  <a:pt x="261525" y="27369"/>
                </a:lnTo>
                <a:lnTo>
                  <a:pt x="260940" y="27688"/>
                </a:lnTo>
                <a:lnTo>
                  <a:pt x="260365" y="28018"/>
                </a:lnTo>
                <a:lnTo>
                  <a:pt x="259802" y="28358"/>
                </a:lnTo>
                <a:lnTo>
                  <a:pt x="259251" y="28708"/>
                </a:lnTo>
                <a:lnTo>
                  <a:pt x="258710" y="29068"/>
                </a:lnTo>
                <a:lnTo>
                  <a:pt x="258181" y="29439"/>
                </a:lnTo>
                <a:lnTo>
                  <a:pt x="257662" y="29820"/>
                </a:lnTo>
                <a:lnTo>
                  <a:pt x="257156" y="30212"/>
                </a:lnTo>
                <a:lnTo>
                  <a:pt x="256660" y="30614"/>
                </a:lnTo>
                <a:lnTo>
                  <a:pt x="256175" y="31026"/>
                </a:lnTo>
                <a:lnTo>
                  <a:pt x="255702" y="31448"/>
                </a:lnTo>
                <a:lnTo>
                  <a:pt x="255240" y="31880"/>
                </a:lnTo>
                <a:lnTo>
                  <a:pt x="254789" y="32323"/>
                </a:lnTo>
                <a:lnTo>
                  <a:pt x="254350" y="32776"/>
                </a:lnTo>
                <a:lnTo>
                  <a:pt x="253922" y="33240"/>
                </a:lnTo>
                <a:lnTo>
                  <a:pt x="253505" y="33714"/>
                </a:lnTo>
                <a:lnTo>
                  <a:pt x="253099" y="34198"/>
                </a:lnTo>
                <a:lnTo>
                  <a:pt x="252704" y="34692"/>
                </a:lnTo>
                <a:lnTo>
                  <a:pt x="252321" y="35196"/>
                </a:lnTo>
                <a:lnTo>
                  <a:pt x="251949" y="35711"/>
                </a:lnTo>
                <a:lnTo>
                  <a:pt x="251588" y="36236"/>
                </a:lnTo>
                <a:lnTo>
                  <a:pt x="251238" y="36772"/>
                </a:lnTo>
                <a:lnTo>
                  <a:pt x="250899" y="37318"/>
                </a:lnTo>
                <a:lnTo>
                  <a:pt x="250574" y="37873"/>
                </a:lnTo>
                <a:lnTo>
                  <a:pt x="250262" y="38437"/>
                </a:lnTo>
                <a:lnTo>
                  <a:pt x="249964" y="39011"/>
                </a:lnTo>
                <a:lnTo>
                  <a:pt x="249680" y="39594"/>
                </a:lnTo>
                <a:lnTo>
                  <a:pt x="249409" y="40185"/>
                </a:lnTo>
                <a:lnTo>
                  <a:pt x="249153" y="40786"/>
                </a:lnTo>
                <a:lnTo>
                  <a:pt x="248910" y="41396"/>
                </a:lnTo>
                <a:lnTo>
                  <a:pt x="248681" y="42015"/>
                </a:lnTo>
                <a:lnTo>
                  <a:pt x="248467" y="42643"/>
                </a:lnTo>
                <a:lnTo>
                  <a:pt x="248266" y="43280"/>
                </a:lnTo>
                <a:lnTo>
                  <a:pt x="248078" y="43927"/>
                </a:lnTo>
                <a:lnTo>
                  <a:pt x="247905" y="44582"/>
                </a:lnTo>
                <a:lnTo>
                  <a:pt x="247746" y="45246"/>
                </a:lnTo>
                <a:lnTo>
                  <a:pt x="247600" y="45920"/>
                </a:lnTo>
                <a:lnTo>
                  <a:pt x="247468" y="46602"/>
                </a:lnTo>
                <a:lnTo>
                  <a:pt x="247351" y="47294"/>
                </a:lnTo>
                <a:lnTo>
                  <a:pt x="247247" y="47995"/>
                </a:lnTo>
                <a:lnTo>
                  <a:pt x="247157" y="48705"/>
                </a:lnTo>
                <a:lnTo>
                  <a:pt x="247080" y="49424"/>
                </a:lnTo>
                <a:lnTo>
                  <a:pt x="247018" y="50152"/>
                </a:lnTo>
                <a:lnTo>
                  <a:pt x="246969" y="50889"/>
                </a:lnTo>
                <a:lnTo>
                  <a:pt x="246935" y="51635"/>
                </a:lnTo>
                <a:lnTo>
                  <a:pt x="246914" y="52390"/>
                </a:lnTo>
                <a:lnTo>
                  <a:pt x="246907" y="53154"/>
                </a:lnTo>
                <a:lnTo>
                  <a:pt x="246907" y="72158"/>
                </a:lnTo>
                <a:lnTo>
                  <a:pt x="246914" y="72911"/>
                </a:lnTo>
                <a:lnTo>
                  <a:pt x="246935" y="73656"/>
                </a:lnTo>
                <a:lnTo>
                  <a:pt x="246969" y="74392"/>
                </a:lnTo>
                <a:lnTo>
                  <a:pt x="247018" y="75120"/>
                </a:lnTo>
                <a:lnTo>
                  <a:pt x="247080" y="75840"/>
                </a:lnTo>
                <a:lnTo>
                  <a:pt x="247157" y="76551"/>
                </a:lnTo>
                <a:lnTo>
                  <a:pt x="247247" y="77254"/>
                </a:lnTo>
                <a:lnTo>
                  <a:pt x="247351" y="77949"/>
                </a:lnTo>
                <a:lnTo>
                  <a:pt x="247468" y="78635"/>
                </a:lnTo>
                <a:lnTo>
                  <a:pt x="247600" y="79313"/>
                </a:lnTo>
                <a:lnTo>
                  <a:pt x="247746" y="79982"/>
                </a:lnTo>
                <a:lnTo>
                  <a:pt x="247905" y="80644"/>
                </a:lnTo>
                <a:lnTo>
                  <a:pt x="248078" y="81296"/>
                </a:lnTo>
                <a:lnTo>
                  <a:pt x="248266" y="81941"/>
                </a:lnTo>
                <a:lnTo>
                  <a:pt x="248467" y="82577"/>
                </a:lnTo>
                <a:lnTo>
                  <a:pt x="248681" y="83205"/>
                </a:lnTo>
                <a:lnTo>
                  <a:pt x="248910" y="83824"/>
                </a:lnTo>
                <a:lnTo>
                  <a:pt x="249153" y="84435"/>
                </a:lnTo>
                <a:lnTo>
                  <a:pt x="249409" y="85038"/>
                </a:lnTo>
                <a:lnTo>
                  <a:pt x="249680" y="85632"/>
                </a:lnTo>
                <a:lnTo>
                  <a:pt x="249964" y="86218"/>
                </a:lnTo>
                <a:lnTo>
                  <a:pt x="250262" y="86795"/>
                </a:lnTo>
                <a:lnTo>
                  <a:pt x="250574" y="87365"/>
                </a:lnTo>
                <a:lnTo>
                  <a:pt x="250899" y="87925"/>
                </a:lnTo>
                <a:lnTo>
                  <a:pt x="251238" y="88477"/>
                </a:lnTo>
                <a:lnTo>
                  <a:pt x="251588" y="89017"/>
                </a:lnTo>
                <a:lnTo>
                  <a:pt x="251949" y="89547"/>
                </a:lnTo>
                <a:lnTo>
                  <a:pt x="252321" y="90067"/>
                </a:lnTo>
                <a:lnTo>
                  <a:pt x="252704" y="90576"/>
                </a:lnTo>
                <a:lnTo>
                  <a:pt x="253099" y="91075"/>
                </a:lnTo>
                <a:lnTo>
                  <a:pt x="253505" y="91563"/>
                </a:lnTo>
                <a:lnTo>
                  <a:pt x="253922" y="92041"/>
                </a:lnTo>
                <a:lnTo>
                  <a:pt x="254350" y="92508"/>
                </a:lnTo>
                <a:lnTo>
                  <a:pt x="254789" y="92964"/>
                </a:lnTo>
                <a:lnTo>
                  <a:pt x="255240" y="93410"/>
                </a:lnTo>
                <a:lnTo>
                  <a:pt x="255702" y="93846"/>
                </a:lnTo>
                <a:lnTo>
                  <a:pt x="256175" y="94271"/>
                </a:lnTo>
                <a:lnTo>
                  <a:pt x="256660" y="94686"/>
                </a:lnTo>
                <a:lnTo>
                  <a:pt x="257156" y="95090"/>
                </a:lnTo>
                <a:lnTo>
                  <a:pt x="257662" y="95483"/>
                </a:lnTo>
                <a:lnTo>
                  <a:pt x="258181" y="95866"/>
                </a:lnTo>
                <a:lnTo>
                  <a:pt x="258710" y="96239"/>
                </a:lnTo>
                <a:lnTo>
                  <a:pt x="259251" y="96601"/>
                </a:lnTo>
                <a:lnTo>
                  <a:pt x="259802" y="96952"/>
                </a:lnTo>
                <a:lnTo>
                  <a:pt x="260365" y="97293"/>
                </a:lnTo>
                <a:lnTo>
                  <a:pt x="260940" y="97623"/>
                </a:lnTo>
                <a:lnTo>
                  <a:pt x="261525" y="97943"/>
                </a:lnTo>
                <a:lnTo>
                  <a:pt x="262122" y="98253"/>
                </a:lnTo>
                <a:lnTo>
                  <a:pt x="262729" y="98550"/>
                </a:lnTo>
                <a:lnTo>
                  <a:pt x="263344" y="98835"/>
                </a:lnTo>
                <a:lnTo>
                  <a:pt x="263967" y="99108"/>
                </a:lnTo>
                <a:lnTo>
                  <a:pt x="264599" y="99367"/>
                </a:lnTo>
                <a:lnTo>
                  <a:pt x="265239" y="99614"/>
                </a:lnTo>
                <a:lnTo>
                  <a:pt x="265888" y="99849"/>
                </a:lnTo>
                <a:lnTo>
                  <a:pt x="266544" y="100070"/>
                </a:lnTo>
                <a:lnTo>
                  <a:pt x="267210" y="100279"/>
                </a:lnTo>
                <a:lnTo>
                  <a:pt x="267883" y="100476"/>
                </a:lnTo>
                <a:lnTo>
                  <a:pt x="268565" y="100659"/>
                </a:lnTo>
                <a:lnTo>
                  <a:pt x="269256" y="100830"/>
                </a:lnTo>
                <a:lnTo>
                  <a:pt x="269954" y="100989"/>
                </a:lnTo>
                <a:lnTo>
                  <a:pt x="270661" y="101134"/>
                </a:lnTo>
                <a:lnTo>
                  <a:pt x="271377" y="101267"/>
                </a:lnTo>
                <a:lnTo>
                  <a:pt x="272100" y="101388"/>
                </a:lnTo>
                <a:lnTo>
                  <a:pt x="272833" y="101495"/>
                </a:lnTo>
                <a:lnTo>
                  <a:pt x="273573" y="101590"/>
                </a:lnTo>
                <a:lnTo>
                  <a:pt x="274322" y="101673"/>
                </a:lnTo>
                <a:lnTo>
                  <a:pt x="275079" y="101742"/>
                </a:lnTo>
                <a:lnTo>
                  <a:pt x="275845" y="101799"/>
                </a:lnTo>
                <a:lnTo>
                  <a:pt x="276619" y="101844"/>
                </a:lnTo>
                <a:lnTo>
                  <a:pt x="277401" y="101875"/>
                </a:lnTo>
                <a:lnTo>
                  <a:pt x="278192" y="101894"/>
                </a:lnTo>
                <a:lnTo>
                  <a:pt x="278991" y="101901"/>
                </a:lnTo>
                <a:lnTo>
                  <a:pt x="280174" y="101888"/>
                </a:lnTo>
                <a:lnTo>
                  <a:pt x="281337" y="101849"/>
                </a:lnTo>
                <a:lnTo>
                  <a:pt x="282481" y="1017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590AEA-4771-4111-94EF-7DA20DD3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10" y="4797661"/>
            <a:ext cx="1320669" cy="317698"/>
          </a:xfrm>
          <a:custGeom xmlns:a="http://schemas.openxmlformats.org/drawingml/2006/main">
            <a:pathLst>
              <a:path w="1320669" h="317698">
                <a:moveTo>
                  <a:pt x="0" y="13451"/>
                </a:moveTo>
                <a:lnTo>
                  <a:pt x="0" y="13451"/>
                </a:lnTo>
                <a:cubicBezTo>
                  <a:pt x="0" y="6022"/>
                  <a:pt x="6022" y="0"/>
                  <a:pt x="13451" y="0"/>
                </a:cubicBezTo>
                <a:lnTo>
                  <a:pt x="1307218" y="0"/>
                </a:lnTo>
                <a:cubicBezTo>
                  <a:pt x="1310785" y="0"/>
                  <a:pt x="1314206" y="1417"/>
                  <a:pt x="1316729" y="3940"/>
                </a:cubicBezTo>
                <a:cubicBezTo>
                  <a:pt x="1319252" y="6462"/>
                  <a:pt x="1320669" y="9884"/>
                  <a:pt x="1320669" y="13451"/>
                </a:cubicBezTo>
                <a:lnTo>
                  <a:pt x="1320669" y="304247"/>
                </a:lnTo>
                <a:cubicBezTo>
                  <a:pt x="1320669" y="311675"/>
                  <a:pt x="1314646" y="317698"/>
                  <a:pt x="1307218" y="317698"/>
                </a:cubicBezTo>
                <a:lnTo>
                  <a:pt x="13451" y="317698"/>
                </a:lnTo>
                <a:cubicBezTo>
                  <a:pt x="6022" y="317698"/>
                  <a:pt x="0" y="311675"/>
                  <a:pt x="0" y="304247"/>
                </a:cubicBezTo>
                <a:lnTo>
                  <a:pt x="0" y="1345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E1938F-E1FE-4CC7-8F7D-62A5D203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573" y="4721896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BAE4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FC5868-D806-4BAA-9514-BF5A2AC8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293" y="4721896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BAE4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DEEBB4-21C0-4BD2-B4B9-AD9FD88F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12" y="4721896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514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59616C-C993-48FE-BA4F-E402DC4E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732" y="4721896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514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598617-2BB8-4F0F-B4AC-4335DF50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452" y="4721896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C28FB1-8898-4ED9-A59E-6AF0BCEE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400" y="4523177"/>
            <a:ext cx="1049596" cy="445102"/>
          </a:xfrm>
          <a:custGeom xmlns:a="http://schemas.openxmlformats.org/drawingml/2006/main">
            <a:pathLst>
              <a:path w="1049596" h="445102">
                <a:moveTo>
                  <a:pt x="0" y="0"/>
                </a:moveTo>
                <a:lnTo>
                  <a:pt x="1049596" y="0"/>
                </a:lnTo>
                <a:lnTo>
                  <a:pt x="1049596" y="445102"/>
                </a:lnTo>
                <a:lnTo>
                  <a:pt x="0" y="44510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79" name="Text +12">
            <a:extLst xmlns:a="http://schemas.openxmlformats.org/drawingml/2006/main">
              <a:ext uri="{FF2B5EF4-FFF2-40B4-BE49-F238E27FC236}">
                <a16:creationId xmlns:a16="http://schemas.microsoft.com/office/drawing/2014/main" id="{18D29CFE-0307-44C6-A87F-2FAD0A29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736" y="4698292"/>
            <a:ext cx="153862" cy="67935"/>
          </a:xfrm>
          <a:custGeom xmlns:a="http://schemas.openxmlformats.org/drawingml/2006/main">
            <a:pathLst>
              <a:path w="153862" h="67935">
                <a:moveTo>
                  <a:pt x="16433" y="59490"/>
                </a:moveTo>
                <a:lnTo>
                  <a:pt x="16433" y="42964"/>
                </a:lnTo>
                <a:lnTo>
                  <a:pt x="0" y="42964"/>
                </a:lnTo>
                <a:lnTo>
                  <a:pt x="0" y="32315"/>
                </a:lnTo>
                <a:lnTo>
                  <a:pt x="16433" y="32315"/>
                </a:lnTo>
                <a:lnTo>
                  <a:pt x="16433" y="15791"/>
                </a:lnTo>
                <a:lnTo>
                  <a:pt x="27816" y="15791"/>
                </a:lnTo>
                <a:lnTo>
                  <a:pt x="27816" y="32315"/>
                </a:lnTo>
                <a:lnTo>
                  <a:pt x="44249" y="32315"/>
                </a:lnTo>
                <a:lnTo>
                  <a:pt x="44249" y="42964"/>
                </a:lnTo>
                <a:lnTo>
                  <a:pt x="27816" y="42964"/>
                </a:lnTo>
                <a:lnTo>
                  <a:pt x="27816" y="59490"/>
                </a:lnTo>
                <a:lnTo>
                  <a:pt x="16433" y="59490"/>
                </a:lnTo>
                <a:close/>
                <a:moveTo>
                  <a:pt x="57377" y="67935"/>
                </a:moveTo>
                <a:lnTo>
                  <a:pt x="57377" y="57837"/>
                </a:lnTo>
                <a:lnTo>
                  <a:pt x="74819" y="57837"/>
                </a:lnTo>
                <a:lnTo>
                  <a:pt x="74819" y="11108"/>
                </a:lnTo>
                <a:lnTo>
                  <a:pt x="57284" y="24144"/>
                </a:lnTo>
                <a:lnTo>
                  <a:pt x="57284" y="12027"/>
                </a:lnTo>
                <a:lnTo>
                  <a:pt x="72708" y="919"/>
                </a:lnTo>
                <a:lnTo>
                  <a:pt x="86295" y="919"/>
                </a:lnTo>
                <a:lnTo>
                  <a:pt x="86295" y="57837"/>
                </a:lnTo>
                <a:lnTo>
                  <a:pt x="100341" y="57837"/>
                </a:lnTo>
                <a:lnTo>
                  <a:pt x="100341" y="67935"/>
                </a:lnTo>
                <a:lnTo>
                  <a:pt x="57377" y="67935"/>
                </a:lnTo>
                <a:close/>
                <a:moveTo>
                  <a:pt x="111999" y="67935"/>
                </a:moveTo>
                <a:lnTo>
                  <a:pt x="111999" y="56827"/>
                </a:lnTo>
                <a:lnTo>
                  <a:pt x="132932" y="35803"/>
                </a:lnTo>
                <a:cubicBezTo>
                  <a:pt x="135869" y="32805"/>
                  <a:pt x="138041" y="30097"/>
                  <a:pt x="139448" y="27680"/>
                </a:cubicBezTo>
                <a:cubicBezTo>
                  <a:pt x="140856" y="25262"/>
                  <a:pt x="141561" y="22768"/>
                  <a:pt x="141561" y="20197"/>
                </a:cubicBezTo>
                <a:cubicBezTo>
                  <a:pt x="141561" y="17076"/>
                  <a:pt x="140704" y="14643"/>
                  <a:pt x="138990" y="12899"/>
                </a:cubicBezTo>
                <a:cubicBezTo>
                  <a:pt x="137276" y="11154"/>
                  <a:pt x="134951" y="10282"/>
                  <a:pt x="132013" y="10282"/>
                </a:cubicBezTo>
                <a:cubicBezTo>
                  <a:pt x="128769" y="10282"/>
                  <a:pt x="126230" y="11215"/>
                  <a:pt x="124394" y="13082"/>
                </a:cubicBezTo>
                <a:cubicBezTo>
                  <a:pt x="122558" y="14949"/>
                  <a:pt x="121640" y="17535"/>
                  <a:pt x="121640" y="20840"/>
                </a:cubicBezTo>
                <a:lnTo>
                  <a:pt x="110164" y="20840"/>
                </a:lnTo>
                <a:cubicBezTo>
                  <a:pt x="110225" y="16556"/>
                  <a:pt x="111158" y="12869"/>
                  <a:pt x="112963" y="9778"/>
                </a:cubicBezTo>
                <a:cubicBezTo>
                  <a:pt x="114769" y="6687"/>
                  <a:pt x="117325" y="4284"/>
                  <a:pt x="120630" y="2570"/>
                </a:cubicBezTo>
                <a:cubicBezTo>
                  <a:pt x="123935" y="857"/>
                  <a:pt x="127790" y="0"/>
                  <a:pt x="132196" y="0"/>
                </a:cubicBezTo>
                <a:cubicBezTo>
                  <a:pt x="136419" y="0"/>
                  <a:pt x="140091" y="796"/>
                  <a:pt x="143212" y="2387"/>
                </a:cubicBezTo>
                <a:cubicBezTo>
                  <a:pt x="146334" y="3978"/>
                  <a:pt x="148752" y="6213"/>
                  <a:pt x="150465" y="9090"/>
                </a:cubicBezTo>
                <a:cubicBezTo>
                  <a:pt x="152179" y="11966"/>
                  <a:pt x="153036" y="15393"/>
                  <a:pt x="153036" y="19370"/>
                </a:cubicBezTo>
                <a:cubicBezTo>
                  <a:pt x="153036" y="23471"/>
                  <a:pt x="151980" y="27465"/>
                  <a:pt x="149869" y="31352"/>
                </a:cubicBezTo>
                <a:cubicBezTo>
                  <a:pt x="147757" y="35237"/>
                  <a:pt x="144376" y="39415"/>
                  <a:pt x="139724" y="43883"/>
                </a:cubicBezTo>
                <a:lnTo>
                  <a:pt x="125771" y="57561"/>
                </a:lnTo>
                <a:lnTo>
                  <a:pt x="153862" y="57561"/>
                </a:lnTo>
                <a:lnTo>
                  <a:pt x="153862" y="67935"/>
                </a:lnTo>
                <a:lnTo>
                  <a:pt x="111999" y="67935"/>
                </a:lnTo>
                <a:close/>
              </a:path>
            </a:pathLst>
          </a:custGeom>
          <a:solidFill xmlns:a="http://schemas.openxmlformats.org/drawingml/2006/main">
            <a:srgbClr val="3BAE4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0" name="Text -20">
            <a:extLst xmlns:a="http://schemas.openxmlformats.org/drawingml/2006/main">
              <a:ext uri="{FF2B5EF4-FFF2-40B4-BE49-F238E27FC236}">
                <a16:creationId xmlns:a16="http://schemas.microsoft.com/office/drawing/2014/main" id="{F15457BE-530C-4042-B0E4-50BCE823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287" y="4698292"/>
            <a:ext cx="146151" cy="68853"/>
          </a:xfrm>
          <a:custGeom xmlns:a="http://schemas.openxmlformats.org/drawingml/2006/main">
            <a:pathLst>
              <a:path w="146151" h="68853">
                <a:moveTo>
                  <a:pt x="0" y="42964"/>
                </a:moveTo>
                <a:lnTo>
                  <a:pt x="0" y="32315"/>
                </a:lnTo>
                <a:lnTo>
                  <a:pt x="29378" y="32315"/>
                </a:lnTo>
                <a:lnTo>
                  <a:pt x="29378" y="42964"/>
                </a:lnTo>
                <a:lnTo>
                  <a:pt x="0" y="42964"/>
                </a:lnTo>
                <a:close/>
                <a:moveTo>
                  <a:pt x="49482" y="67935"/>
                </a:moveTo>
                <a:lnTo>
                  <a:pt x="49482" y="56827"/>
                </a:lnTo>
                <a:lnTo>
                  <a:pt x="70414" y="35803"/>
                </a:lnTo>
                <a:cubicBezTo>
                  <a:pt x="73351" y="32805"/>
                  <a:pt x="75523" y="30097"/>
                  <a:pt x="76930" y="27680"/>
                </a:cubicBezTo>
                <a:cubicBezTo>
                  <a:pt x="78339" y="25262"/>
                  <a:pt x="79043" y="22768"/>
                  <a:pt x="79043" y="20197"/>
                </a:cubicBezTo>
                <a:cubicBezTo>
                  <a:pt x="79043" y="17076"/>
                  <a:pt x="78186" y="14643"/>
                  <a:pt x="76472" y="12899"/>
                </a:cubicBezTo>
                <a:cubicBezTo>
                  <a:pt x="74759" y="11154"/>
                  <a:pt x="72433" y="10282"/>
                  <a:pt x="69495" y="10282"/>
                </a:cubicBezTo>
                <a:cubicBezTo>
                  <a:pt x="66252" y="10282"/>
                  <a:pt x="63712" y="11215"/>
                  <a:pt x="61876" y="13082"/>
                </a:cubicBezTo>
                <a:cubicBezTo>
                  <a:pt x="60040" y="14949"/>
                  <a:pt x="59122" y="17535"/>
                  <a:pt x="59122" y="20840"/>
                </a:cubicBezTo>
                <a:lnTo>
                  <a:pt x="47647" y="20840"/>
                </a:lnTo>
                <a:cubicBezTo>
                  <a:pt x="47707" y="16556"/>
                  <a:pt x="48640" y="12869"/>
                  <a:pt x="50445" y="9778"/>
                </a:cubicBezTo>
                <a:cubicBezTo>
                  <a:pt x="52251" y="6687"/>
                  <a:pt x="54807" y="4284"/>
                  <a:pt x="58112" y="2570"/>
                </a:cubicBezTo>
                <a:cubicBezTo>
                  <a:pt x="61417" y="857"/>
                  <a:pt x="65272" y="0"/>
                  <a:pt x="69678" y="0"/>
                </a:cubicBezTo>
                <a:cubicBezTo>
                  <a:pt x="73901" y="0"/>
                  <a:pt x="77573" y="796"/>
                  <a:pt x="80694" y="2387"/>
                </a:cubicBezTo>
                <a:cubicBezTo>
                  <a:pt x="83816" y="3978"/>
                  <a:pt x="86234" y="6213"/>
                  <a:pt x="87948" y="9090"/>
                </a:cubicBezTo>
                <a:cubicBezTo>
                  <a:pt x="89661" y="11966"/>
                  <a:pt x="90518" y="15393"/>
                  <a:pt x="90518" y="19370"/>
                </a:cubicBezTo>
                <a:cubicBezTo>
                  <a:pt x="90518" y="23471"/>
                  <a:pt x="89463" y="27465"/>
                  <a:pt x="87351" y="31352"/>
                </a:cubicBezTo>
                <a:cubicBezTo>
                  <a:pt x="85240" y="35237"/>
                  <a:pt x="81858" y="39415"/>
                  <a:pt x="77206" y="43883"/>
                </a:cubicBezTo>
                <a:lnTo>
                  <a:pt x="63253" y="57561"/>
                </a:lnTo>
                <a:lnTo>
                  <a:pt x="91345" y="57561"/>
                </a:lnTo>
                <a:lnTo>
                  <a:pt x="91345" y="67935"/>
                </a:lnTo>
                <a:lnTo>
                  <a:pt x="49482" y="67935"/>
                </a:lnTo>
                <a:close/>
                <a:moveTo>
                  <a:pt x="124853" y="68853"/>
                </a:moveTo>
                <a:cubicBezTo>
                  <a:pt x="120508" y="68853"/>
                  <a:pt x="116744" y="68027"/>
                  <a:pt x="113561" y="66375"/>
                </a:cubicBezTo>
                <a:cubicBezTo>
                  <a:pt x="110379" y="64722"/>
                  <a:pt x="107915" y="62396"/>
                  <a:pt x="106171" y="59397"/>
                </a:cubicBezTo>
                <a:cubicBezTo>
                  <a:pt x="104426" y="56398"/>
                  <a:pt x="103554" y="52880"/>
                  <a:pt x="103554" y="48841"/>
                </a:cubicBezTo>
                <a:lnTo>
                  <a:pt x="103554" y="20013"/>
                </a:lnTo>
                <a:cubicBezTo>
                  <a:pt x="103554" y="15974"/>
                  <a:pt x="104426" y="12456"/>
                  <a:pt x="106171" y="9457"/>
                </a:cubicBezTo>
                <a:cubicBezTo>
                  <a:pt x="107915" y="6457"/>
                  <a:pt x="110379" y="4131"/>
                  <a:pt x="113561" y="2479"/>
                </a:cubicBezTo>
                <a:cubicBezTo>
                  <a:pt x="116744" y="826"/>
                  <a:pt x="120508" y="0"/>
                  <a:pt x="124853" y="0"/>
                </a:cubicBezTo>
                <a:cubicBezTo>
                  <a:pt x="129259" y="0"/>
                  <a:pt x="133038" y="826"/>
                  <a:pt x="136190" y="2479"/>
                </a:cubicBezTo>
                <a:cubicBezTo>
                  <a:pt x="139343" y="4131"/>
                  <a:pt x="141791" y="6457"/>
                  <a:pt x="143534" y="9457"/>
                </a:cubicBezTo>
                <a:cubicBezTo>
                  <a:pt x="145279" y="12456"/>
                  <a:pt x="146151" y="15974"/>
                  <a:pt x="146151" y="20013"/>
                </a:cubicBezTo>
                <a:lnTo>
                  <a:pt x="146151" y="48841"/>
                </a:lnTo>
                <a:cubicBezTo>
                  <a:pt x="146151" y="52880"/>
                  <a:pt x="145279" y="56398"/>
                  <a:pt x="143534" y="59397"/>
                </a:cubicBezTo>
                <a:cubicBezTo>
                  <a:pt x="141791" y="62396"/>
                  <a:pt x="139328" y="64722"/>
                  <a:pt x="136145" y="66375"/>
                </a:cubicBezTo>
                <a:cubicBezTo>
                  <a:pt x="132962" y="68027"/>
                  <a:pt x="129198" y="68853"/>
                  <a:pt x="124853" y="68853"/>
                </a:cubicBezTo>
                <a:moveTo>
                  <a:pt x="124853" y="58938"/>
                </a:moveTo>
                <a:cubicBezTo>
                  <a:pt x="128036" y="58938"/>
                  <a:pt x="130575" y="58020"/>
                  <a:pt x="132472" y="56184"/>
                </a:cubicBezTo>
                <a:cubicBezTo>
                  <a:pt x="134370" y="54348"/>
                  <a:pt x="135319" y="51900"/>
                  <a:pt x="135319" y="48841"/>
                </a:cubicBezTo>
                <a:lnTo>
                  <a:pt x="135319" y="20013"/>
                </a:lnTo>
                <a:cubicBezTo>
                  <a:pt x="135319" y="16953"/>
                  <a:pt x="134370" y="14505"/>
                  <a:pt x="132472" y="12669"/>
                </a:cubicBezTo>
                <a:cubicBezTo>
                  <a:pt x="130575" y="10833"/>
                  <a:pt x="128036" y="9915"/>
                  <a:pt x="124853" y="9915"/>
                </a:cubicBezTo>
                <a:cubicBezTo>
                  <a:pt x="121671" y="9915"/>
                  <a:pt x="119130" y="10833"/>
                  <a:pt x="117233" y="12669"/>
                </a:cubicBezTo>
                <a:cubicBezTo>
                  <a:pt x="115336" y="14505"/>
                  <a:pt x="114388" y="16953"/>
                  <a:pt x="114388" y="20013"/>
                </a:cubicBezTo>
                <a:lnTo>
                  <a:pt x="114388" y="48841"/>
                </a:lnTo>
                <a:cubicBezTo>
                  <a:pt x="114388" y="51900"/>
                  <a:pt x="115336" y="54348"/>
                  <a:pt x="117233" y="56184"/>
                </a:cubicBezTo>
                <a:cubicBezTo>
                  <a:pt x="119130" y="58020"/>
                  <a:pt x="121671" y="58938"/>
                  <a:pt x="124853" y="58938"/>
                </a:cubicBezTo>
                <a:moveTo>
                  <a:pt x="124853" y="40394"/>
                </a:moveTo>
                <a:cubicBezTo>
                  <a:pt x="123078" y="40394"/>
                  <a:pt x="121624" y="39812"/>
                  <a:pt x="120491" y="38650"/>
                </a:cubicBezTo>
                <a:cubicBezTo>
                  <a:pt x="119359" y="37487"/>
                  <a:pt x="118793" y="35988"/>
                  <a:pt x="118793" y="34152"/>
                </a:cubicBezTo>
                <a:cubicBezTo>
                  <a:pt x="118793" y="32316"/>
                  <a:pt x="119344" y="30847"/>
                  <a:pt x="120446" y="29745"/>
                </a:cubicBezTo>
                <a:cubicBezTo>
                  <a:pt x="121548" y="28643"/>
                  <a:pt x="123017" y="28092"/>
                  <a:pt x="124853" y="28092"/>
                </a:cubicBezTo>
                <a:cubicBezTo>
                  <a:pt x="126689" y="28092"/>
                  <a:pt x="128158" y="28643"/>
                  <a:pt x="129259" y="29745"/>
                </a:cubicBezTo>
                <a:cubicBezTo>
                  <a:pt x="130361" y="30847"/>
                  <a:pt x="130912" y="32316"/>
                  <a:pt x="130912" y="34152"/>
                </a:cubicBezTo>
                <a:cubicBezTo>
                  <a:pt x="130912" y="35988"/>
                  <a:pt x="130361" y="37487"/>
                  <a:pt x="129259" y="38650"/>
                </a:cubicBezTo>
                <a:cubicBezTo>
                  <a:pt x="128158" y="39812"/>
                  <a:pt x="126689" y="40394"/>
                  <a:pt x="124853" y="40394"/>
                </a:cubicBezTo>
                <a:close/>
              </a:path>
            </a:pathLst>
          </a:custGeom>
          <a:solidFill xmlns:a="http://schemas.openxmlformats.org/drawingml/2006/main">
            <a:srgbClr val="F8514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A75878-36B4-4D47-98E4-290CCD83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36" y="4880835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BAE4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15BD34-DBCD-4480-9292-AEC5E612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36" y="4939387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514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BE7E0C-A000-485C-AFB2-4BB16B13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36" y="4992698"/>
            <a:ext cx="58552" cy="58552"/>
          </a:xfrm>
          <a:custGeom xmlns:a="http://schemas.openxmlformats.org/drawingml/2006/main">
            <a:pathLst>
              <a:path w="58552" h="58552">
                <a:moveTo>
                  <a:pt x="0" y="0"/>
                </a:moveTo>
                <a:lnTo>
                  <a:pt x="58552" y="0"/>
                </a:lnTo>
                <a:lnTo>
                  <a:pt x="58552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514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005866-D003-4AC4-9A6B-406306CD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98" y="4880835"/>
            <a:ext cx="1218745" cy="58552"/>
          </a:xfrm>
          <a:custGeom xmlns:a="http://schemas.openxmlformats.org/drawingml/2006/main">
            <a:pathLst>
              <a:path w="1218745" h="58552">
                <a:moveTo>
                  <a:pt x="0" y="0"/>
                </a:moveTo>
                <a:lnTo>
                  <a:pt x="1218745" y="0"/>
                </a:lnTo>
                <a:lnTo>
                  <a:pt x="1218745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410E15-2513-431E-B6C6-8E60C66B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400" y="4939387"/>
            <a:ext cx="1218745" cy="58552"/>
          </a:xfrm>
          <a:custGeom xmlns:a="http://schemas.openxmlformats.org/drawingml/2006/main">
            <a:pathLst>
              <a:path w="1218745" h="58552">
                <a:moveTo>
                  <a:pt x="0" y="0"/>
                </a:moveTo>
                <a:lnTo>
                  <a:pt x="1218745" y="0"/>
                </a:lnTo>
                <a:lnTo>
                  <a:pt x="1218745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5586F6-C562-4C41-84CF-800FDCC0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48" y="4992698"/>
            <a:ext cx="1218745" cy="58552"/>
          </a:xfrm>
          <a:custGeom xmlns:a="http://schemas.openxmlformats.org/drawingml/2006/main">
            <a:pathLst>
              <a:path w="1218745" h="58552">
                <a:moveTo>
                  <a:pt x="0" y="0"/>
                </a:moveTo>
                <a:lnTo>
                  <a:pt x="1218745" y="0"/>
                </a:lnTo>
                <a:lnTo>
                  <a:pt x="1218745" y="58552"/>
                </a:lnTo>
                <a:lnTo>
                  <a:pt x="0" y="58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B7A366-7BD3-4131-9853-23820990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663" y="4901346"/>
            <a:ext cx="413658" cy="10"/>
          </a:xfrm>
          <a:custGeom xmlns:a="http://schemas.openxmlformats.org/drawingml/2006/main">
            <a:pathLst>
              <a:path w="413658" h="1">
                <a:moveTo>
                  <a:pt x="0" y="0"/>
                </a:moveTo>
                <a:lnTo>
                  <a:pt x="413658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7B5875-37CE-45BF-BA89-1BE0A73B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221" y="4901346"/>
            <a:ext cx="207100" cy="10"/>
          </a:xfrm>
          <a:custGeom xmlns:a="http://schemas.openxmlformats.org/drawingml/2006/main">
            <a:pathLst>
              <a:path w="207100" h="1" fill="none">
                <a:moveTo>
                  <a:pt x="0" y="0"/>
                </a:moveTo>
                <a:lnTo>
                  <a:pt x="207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426" cap="flat">
            <a:solidFill>
              <a:srgbClr val="000000"/>
            </a:solidFill>
            <a:round/>
          </a:ln>
        </p:spPr>
      </p:sp>
      <p:sp>
        <p:nvSpPr>
          <p:cNvPr id="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BF0C6E-6570-41F9-B1ED-3DAC02AC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991" y="4844483"/>
            <a:ext cx="156230" cy="113726"/>
          </a:xfrm>
          <a:custGeom xmlns:a="http://schemas.openxmlformats.org/drawingml/2006/main">
            <a:pathLst>
              <a:path w="156230" h="113726">
                <a:moveTo>
                  <a:pt x="156230" y="0"/>
                </a:moveTo>
                <a:lnTo>
                  <a:pt x="156230" y="113726"/>
                </a:lnTo>
                <a:lnTo>
                  <a:pt x="0" y="56863"/>
                </a:lnTo>
                <a:lnTo>
                  <a:pt x="15623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FE4426-C0EB-488D-8D4B-E70C7823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991" y="4844483"/>
            <a:ext cx="156230" cy="113726"/>
          </a:xfrm>
          <a:custGeom xmlns:a="http://schemas.openxmlformats.org/drawingml/2006/main">
            <a:pathLst>
              <a:path w="156230" h="113726" fill="none">
                <a:moveTo>
                  <a:pt x="156230" y="0"/>
                </a:moveTo>
                <a:lnTo>
                  <a:pt x="0" y="56863"/>
                </a:lnTo>
                <a:lnTo>
                  <a:pt x="156230" y="113726"/>
                </a:lnTo>
                <a:lnTo>
                  <a:pt x="15623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426" cap="flat">
            <a:solidFill>
              <a:srgbClr val="000000"/>
            </a:solidFill>
            <a:miter/>
          </a:ln>
        </p:spPr>
      </p:sp>
      <p:sp>
        <p:nvSpPr>
          <p:cNvPr id="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B771FD-E4D3-4460-9B29-237E755F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2" y="5014881"/>
            <a:ext cx="2006484" cy="527509"/>
          </a:xfrm>
          <a:custGeom xmlns:a="http://schemas.openxmlformats.org/drawingml/2006/main">
            <a:pathLst>
              <a:path w="2006484" h="527509">
                <a:moveTo>
                  <a:pt x="0" y="0"/>
                </a:moveTo>
                <a:lnTo>
                  <a:pt x="2006484" y="0"/>
                </a:lnTo>
                <a:lnTo>
                  <a:pt x="2006484" y="527509"/>
                </a:lnTo>
                <a:lnTo>
                  <a:pt x="0" y="52750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92" name="Text Submitted">
            <a:extLst xmlns:a="http://schemas.openxmlformats.org/drawingml/2006/main">
              <a:ext uri="{FF2B5EF4-FFF2-40B4-BE49-F238E27FC236}">
                <a16:creationId xmlns:a16="http://schemas.microsoft.com/office/drawing/2014/main" id="{B277B5F4-C330-475A-9EB4-F4C6A77D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443" y="5215471"/>
            <a:ext cx="1163378" cy="176723"/>
          </a:xfrm>
          <a:custGeom xmlns:a="http://schemas.openxmlformats.org/drawingml/2006/main">
            <a:pathLst>
              <a:path w="1163378" h="176723">
                <a:moveTo>
                  <a:pt x="55311" y="176264"/>
                </a:moveTo>
                <a:cubicBezTo>
                  <a:pt x="44754" y="176264"/>
                  <a:pt x="35305" y="174389"/>
                  <a:pt x="26966" y="170640"/>
                </a:cubicBezTo>
                <a:cubicBezTo>
                  <a:pt x="18626" y="166890"/>
                  <a:pt x="12084" y="161688"/>
                  <a:pt x="7340" y="155035"/>
                </a:cubicBezTo>
                <a:cubicBezTo>
                  <a:pt x="2599" y="148378"/>
                  <a:pt x="152" y="140689"/>
                  <a:pt x="0" y="131967"/>
                </a:cubicBezTo>
                <a:lnTo>
                  <a:pt x="22262" y="131967"/>
                </a:lnTo>
                <a:cubicBezTo>
                  <a:pt x="23026" y="139466"/>
                  <a:pt x="26123" y="145778"/>
                  <a:pt x="31553" y="150902"/>
                </a:cubicBezTo>
                <a:cubicBezTo>
                  <a:pt x="36986" y="156027"/>
                  <a:pt x="44905" y="158589"/>
                  <a:pt x="55311" y="158589"/>
                </a:cubicBezTo>
                <a:cubicBezTo>
                  <a:pt x="65257" y="158589"/>
                  <a:pt x="73098" y="156104"/>
                  <a:pt x="78834" y="151133"/>
                </a:cubicBezTo>
                <a:cubicBezTo>
                  <a:pt x="84573" y="146160"/>
                  <a:pt x="87442" y="139772"/>
                  <a:pt x="87442" y="131967"/>
                </a:cubicBezTo>
                <a:cubicBezTo>
                  <a:pt x="87442" y="125848"/>
                  <a:pt x="85759" y="120876"/>
                  <a:pt x="82392" y="117052"/>
                </a:cubicBezTo>
                <a:cubicBezTo>
                  <a:pt x="79026" y="113225"/>
                  <a:pt x="74817" y="110317"/>
                  <a:pt x="69767" y="108328"/>
                </a:cubicBezTo>
                <a:cubicBezTo>
                  <a:pt x="64720" y="106339"/>
                  <a:pt x="57912" y="104197"/>
                  <a:pt x="49344" y="101902"/>
                </a:cubicBezTo>
                <a:cubicBezTo>
                  <a:pt x="38786" y="99147"/>
                  <a:pt x="30332" y="96393"/>
                  <a:pt x="23982" y="93641"/>
                </a:cubicBezTo>
                <a:cubicBezTo>
                  <a:pt x="17632" y="90886"/>
                  <a:pt x="12200" y="86563"/>
                  <a:pt x="7687" y="80673"/>
                </a:cubicBezTo>
                <a:cubicBezTo>
                  <a:pt x="3174" y="74782"/>
                  <a:pt x="918" y="66864"/>
                  <a:pt x="918" y="56918"/>
                </a:cubicBezTo>
                <a:cubicBezTo>
                  <a:pt x="918" y="48196"/>
                  <a:pt x="3135" y="40469"/>
                  <a:pt x="7571" y="33739"/>
                </a:cubicBezTo>
                <a:cubicBezTo>
                  <a:pt x="12010" y="27005"/>
                  <a:pt x="18244" y="21804"/>
                  <a:pt x="26276" y="18133"/>
                </a:cubicBezTo>
                <a:cubicBezTo>
                  <a:pt x="34309" y="14461"/>
                  <a:pt x="43529" y="12625"/>
                  <a:pt x="53935" y="12625"/>
                </a:cubicBezTo>
                <a:cubicBezTo>
                  <a:pt x="68928" y="12625"/>
                  <a:pt x="81206" y="16373"/>
                  <a:pt x="90769" y="23870"/>
                </a:cubicBezTo>
                <a:cubicBezTo>
                  <a:pt x="100332" y="31366"/>
                  <a:pt x="105725" y="41312"/>
                  <a:pt x="106948" y="53707"/>
                </a:cubicBezTo>
                <a:lnTo>
                  <a:pt x="84000" y="53707"/>
                </a:lnTo>
                <a:cubicBezTo>
                  <a:pt x="83234" y="47586"/>
                  <a:pt x="80020" y="42191"/>
                  <a:pt x="74358" y="37524"/>
                </a:cubicBezTo>
                <a:cubicBezTo>
                  <a:pt x="68697" y="32857"/>
                  <a:pt x="61200" y="30524"/>
                  <a:pt x="51868" y="30524"/>
                </a:cubicBezTo>
                <a:cubicBezTo>
                  <a:pt x="43146" y="30524"/>
                  <a:pt x="36031" y="32781"/>
                  <a:pt x="30524" y="37297"/>
                </a:cubicBezTo>
                <a:cubicBezTo>
                  <a:pt x="25016" y="41810"/>
                  <a:pt x="22262" y="48120"/>
                  <a:pt x="22262" y="56228"/>
                </a:cubicBezTo>
                <a:cubicBezTo>
                  <a:pt x="22262" y="62044"/>
                  <a:pt x="23907" y="66788"/>
                  <a:pt x="27197" y="70461"/>
                </a:cubicBezTo>
                <a:cubicBezTo>
                  <a:pt x="30486" y="74133"/>
                  <a:pt x="34540" y="76925"/>
                  <a:pt x="39359" y="78838"/>
                </a:cubicBezTo>
                <a:cubicBezTo>
                  <a:pt x="44178" y="80750"/>
                  <a:pt x="50949" y="82929"/>
                  <a:pt x="59671" y="85376"/>
                </a:cubicBezTo>
                <a:cubicBezTo>
                  <a:pt x="70228" y="88285"/>
                  <a:pt x="78720" y="91155"/>
                  <a:pt x="85145" y="93987"/>
                </a:cubicBezTo>
                <a:cubicBezTo>
                  <a:pt x="91572" y="96817"/>
                  <a:pt x="97081" y="101177"/>
                  <a:pt x="101671" y="107067"/>
                </a:cubicBezTo>
                <a:cubicBezTo>
                  <a:pt x="106261" y="112958"/>
                  <a:pt x="108556" y="120952"/>
                  <a:pt x="108556" y="131049"/>
                </a:cubicBezTo>
                <a:cubicBezTo>
                  <a:pt x="108556" y="138852"/>
                  <a:pt x="106490" y="146197"/>
                  <a:pt x="102357" y="153084"/>
                </a:cubicBezTo>
                <a:cubicBezTo>
                  <a:pt x="98227" y="159969"/>
                  <a:pt x="92107" y="165554"/>
                  <a:pt x="83996" y="169838"/>
                </a:cubicBezTo>
                <a:cubicBezTo>
                  <a:pt x="75888" y="174122"/>
                  <a:pt x="66326" y="176264"/>
                  <a:pt x="55311" y="176264"/>
                </a:cubicBezTo>
                <a:close/>
                <a:moveTo>
                  <a:pt x="250852" y="48885"/>
                </a:moveTo>
                <a:lnTo>
                  <a:pt x="250852" y="174656"/>
                </a:lnTo>
                <a:lnTo>
                  <a:pt x="229966" y="174656"/>
                </a:lnTo>
                <a:lnTo>
                  <a:pt x="229966" y="156068"/>
                </a:lnTo>
                <a:cubicBezTo>
                  <a:pt x="225988" y="162493"/>
                  <a:pt x="220441" y="167503"/>
                  <a:pt x="213325" y="171098"/>
                </a:cubicBezTo>
                <a:cubicBezTo>
                  <a:pt x="206211" y="174694"/>
                  <a:pt x="198370" y="176492"/>
                  <a:pt x="189801" y="176492"/>
                </a:cubicBezTo>
                <a:cubicBezTo>
                  <a:pt x="180010" y="176492"/>
                  <a:pt x="171212" y="174465"/>
                  <a:pt x="163407" y="170412"/>
                </a:cubicBezTo>
                <a:cubicBezTo>
                  <a:pt x="155604" y="166357"/>
                  <a:pt x="149446" y="160275"/>
                  <a:pt x="144934" y="152166"/>
                </a:cubicBezTo>
                <a:cubicBezTo>
                  <a:pt x="140421" y="144056"/>
                  <a:pt x="138164" y="134186"/>
                  <a:pt x="138164" y="122557"/>
                </a:cubicBezTo>
                <a:lnTo>
                  <a:pt x="138164" y="48885"/>
                </a:lnTo>
                <a:lnTo>
                  <a:pt x="158819" y="48885"/>
                </a:lnTo>
                <a:lnTo>
                  <a:pt x="158819" y="119804"/>
                </a:lnTo>
                <a:cubicBezTo>
                  <a:pt x="158819" y="132197"/>
                  <a:pt x="161956" y="141721"/>
                  <a:pt x="168229" y="148377"/>
                </a:cubicBezTo>
                <a:cubicBezTo>
                  <a:pt x="174502" y="155033"/>
                  <a:pt x="183071" y="158362"/>
                  <a:pt x="193934" y="158362"/>
                </a:cubicBezTo>
                <a:cubicBezTo>
                  <a:pt x="205103" y="158362"/>
                  <a:pt x="213900" y="154919"/>
                  <a:pt x="220325" y="148034"/>
                </a:cubicBezTo>
                <a:cubicBezTo>
                  <a:pt x="226752" y="141149"/>
                  <a:pt x="229966" y="131127"/>
                  <a:pt x="229966" y="117969"/>
                </a:cubicBezTo>
                <a:lnTo>
                  <a:pt x="229966" y="48885"/>
                </a:lnTo>
                <a:lnTo>
                  <a:pt x="250852" y="48885"/>
                </a:lnTo>
                <a:close/>
                <a:moveTo>
                  <a:pt x="307081" y="72296"/>
                </a:moveTo>
                <a:cubicBezTo>
                  <a:pt x="311365" y="64799"/>
                  <a:pt x="317638" y="58679"/>
                  <a:pt x="325901" y="53935"/>
                </a:cubicBezTo>
                <a:cubicBezTo>
                  <a:pt x="334163" y="49191"/>
                  <a:pt x="343573" y="46819"/>
                  <a:pt x="354131" y="46819"/>
                </a:cubicBezTo>
                <a:cubicBezTo>
                  <a:pt x="365454" y="46819"/>
                  <a:pt x="375628" y="49496"/>
                  <a:pt x="384654" y="54852"/>
                </a:cubicBezTo>
                <a:cubicBezTo>
                  <a:pt x="393682" y="60208"/>
                  <a:pt x="400797" y="67744"/>
                  <a:pt x="405999" y="77461"/>
                </a:cubicBezTo>
                <a:cubicBezTo>
                  <a:pt x="411201" y="87176"/>
                  <a:pt x="413802" y="98459"/>
                  <a:pt x="413802" y="111312"/>
                </a:cubicBezTo>
                <a:cubicBezTo>
                  <a:pt x="413802" y="124013"/>
                  <a:pt x="411201" y="135336"/>
                  <a:pt x="405999" y="145281"/>
                </a:cubicBezTo>
                <a:cubicBezTo>
                  <a:pt x="400797" y="155225"/>
                  <a:pt x="393644" y="162952"/>
                  <a:pt x="384539" y="168461"/>
                </a:cubicBezTo>
                <a:cubicBezTo>
                  <a:pt x="375436" y="173969"/>
                  <a:pt x="365300" y="176723"/>
                  <a:pt x="354131" y="176723"/>
                </a:cubicBezTo>
                <a:cubicBezTo>
                  <a:pt x="343267" y="176723"/>
                  <a:pt x="333743" y="174352"/>
                  <a:pt x="325558" y="169610"/>
                </a:cubicBezTo>
                <a:cubicBezTo>
                  <a:pt x="317372" y="164866"/>
                  <a:pt x="311213" y="158821"/>
                  <a:pt x="307081" y="151477"/>
                </a:cubicBezTo>
                <a:lnTo>
                  <a:pt x="307081" y="174656"/>
                </a:lnTo>
                <a:lnTo>
                  <a:pt x="286195" y="174656"/>
                </a:lnTo>
                <a:lnTo>
                  <a:pt x="286195" y="4819"/>
                </a:lnTo>
                <a:lnTo>
                  <a:pt x="307081" y="4819"/>
                </a:lnTo>
                <a:lnTo>
                  <a:pt x="307081" y="72296"/>
                </a:lnTo>
                <a:moveTo>
                  <a:pt x="392457" y="111312"/>
                </a:moveTo>
                <a:cubicBezTo>
                  <a:pt x="392457" y="101826"/>
                  <a:pt x="390545" y="93565"/>
                  <a:pt x="386720" y="86528"/>
                </a:cubicBezTo>
                <a:cubicBezTo>
                  <a:pt x="382896" y="79489"/>
                  <a:pt x="377732" y="74133"/>
                  <a:pt x="371227" y="70461"/>
                </a:cubicBezTo>
                <a:cubicBezTo>
                  <a:pt x="364725" y="66788"/>
                  <a:pt x="357573" y="64952"/>
                  <a:pt x="349771" y="64952"/>
                </a:cubicBezTo>
                <a:cubicBezTo>
                  <a:pt x="342120" y="64952"/>
                  <a:pt x="335042" y="66827"/>
                  <a:pt x="328538" y="70576"/>
                </a:cubicBezTo>
                <a:cubicBezTo>
                  <a:pt x="322036" y="74323"/>
                  <a:pt x="316834" y="79755"/>
                  <a:pt x="312933" y="86871"/>
                </a:cubicBezTo>
                <a:cubicBezTo>
                  <a:pt x="309031" y="93985"/>
                  <a:pt x="307081" y="102209"/>
                  <a:pt x="307081" y="111543"/>
                </a:cubicBezTo>
                <a:cubicBezTo>
                  <a:pt x="307081" y="121029"/>
                  <a:pt x="309031" y="129330"/>
                  <a:pt x="312933" y="136446"/>
                </a:cubicBezTo>
                <a:cubicBezTo>
                  <a:pt x="316834" y="143560"/>
                  <a:pt x="322036" y="148991"/>
                  <a:pt x="328538" y="152741"/>
                </a:cubicBezTo>
                <a:cubicBezTo>
                  <a:pt x="335042" y="156488"/>
                  <a:pt x="342120" y="158362"/>
                  <a:pt x="349771" y="158362"/>
                </a:cubicBezTo>
                <a:cubicBezTo>
                  <a:pt x="357573" y="158362"/>
                  <a:pt x="364725" y="156488"/>
                  <a:pt x="371227" y="152741"/>
                </a:cubicBezTo>
                <a:cubicBezTo>
                  <a:pt x="377732" y="148991"/>
                  <a:pt x="382896" y="143560"/>
                  <a:pt x="386720" y="136446"/>
                </a:cubicBezTo>
                <a:cubicBezTo>
                  <a:pt x="390545" y="129330"/>
                  <a:pt x="392457" y="120952"/>
                  <a:pt x="392457" y="111312"/>
                </a:cubicBezTo>
                <a:close/>
                <a:moveTo>
                  <a:pt x="592588" y="46591"/>
                </a:moveTo>
                <a:cubicBezTo>
                  <a:pt x="602382" y="46591"/>
                  <a:pt x="611103" y="48619"/>
                  <a:pt x="618752" y="52674"/>
                </a:cubicBezTo>
                <a:cubicBezTo>
                  <a:pt x="626403" y="56727"/>
                  <a:pt x="632446" y="62809"/>
                  <a:pt x="636882" y="70919"/>
                </a:cubicBezTo>
                <a:cubicBezTo>
                  <a:pt x="641320" y="79028"/>
                  <a:pt x="643539" y="88897"/>
                  <a:pt x="643539" y="100526"/>
                </a:cubicBezTo>
                <a:lnTo>
                  <a:pt x="643539" y="174656"/>
                </a:lnTo>
                <a:lnTo>
                  <a:pt x="622884" y="174656"/>
                </a:lnTo>
                <a:lnTo>
                  <a:pt x="622884" y="103509"/>
                </a:lnTo>
                <a:cubicBezTo>
                  <a:pt x="622884" y="90963"/>
                  <a:pt x="619786" y="81361"/>
                  <a:pt x="613590" y="74705"/>
                </a:cubicBezTo>
                <a:cubicBezTo>
                  <a:pt x="607394" y="68049"/>
                  <a:pt x="599017" y="64721"/>
                  <a:pt x="588459" y="64721"/>
                </a:cubicBezTo>
                <a:cubicBezTo>
                  <a:pt x="577596" y="64721"/>
                  <a:pt x="568951" y="68202"/>
                  <a:pt x="562523" y="75164"/>
                </a:cubicBezTo>
                <a:cubicBezTo>
                  <a:pt x="556098" y="82126"/>
                  <a:pt x="552886" y="92186"/>
                  <a:pt x="552886" y="105344"/>
                </a:cubicBezTo>
                <a:lnTo>
                  <a:pt x="552886" y="174656"/>
                </a:lnTo>
                <a:lnTo>
                  <a:pt x="532231" y="174656"/>
                </a:lnTo>
                <a:lnTo>
                  <a:pt x="532231" y="103509"/>
                </a:lnTo>
                <a:cubicBezTo>
                  <a:pt x="532231" y="90963"/>
                  <a:pt x="529132" y="81361"/>
                  <a:pt x="522933" y="74705"/>
                </a:cubicBezTo>
                <a:cubicBezTo>
                  <a:pt x="516737" y="68049"/>
                  <a:pt x="508360" y="64721"/>
                  <a:pt x="497802" y="64721"/>
                </a:cubicBezTo>
                <a:cubicBezTo>
                  <a:pt x="486939" y="64721"/>
                  <a:pt x="478294" y="68202"/>
                  <a:pt x="471866" y="75164"/>
                </a:cubicBezTo>
                <a:cubicBezTo>
                  <a:pt x="465441" y="82126"/>
                  <a:pt x="462229" y="92186"/>
                  <a:pt x="462229" y="105344"/>
                </a:cubicBezTo>
                <a:lnTo>
                  <a:pt x="462229" y="174656"/>
                </a:lnTo>
                <a:lnTo>
                  <a:pt x="441343" y="174656"/>
                </a:lnTo>
                <a:lnTo>
                  <a:pt x="441343" y="48885"/>
                </a:lnTo>
                <a:lnTo>
                  <a:pt x="462229" y="48885"/>
                </a:lnTo>
                <a:lnTo>
                  <a:pt x="462229" y="67018"/>
                </a:lnTo>
                <a:cubicBezTo>
                  <a:pt x="466361" y="60439"/>
                  <a:pt x="471907" y="55390"/>
                  <a:pt x="478867" y="51872"/>
                </a:cubicBezTo>
                <a:cubicBezTo>
                  <a:pt x="485829" y="48351"/>
                  <a:pt x="493518" y="46591"/>
                  <a:pt x="501935" y="46591"/>
                </a:cubicBezTo>
                <a:cubicBezTo>
                  <a:pt x="512492" y="46591"/>
                  <a:pt x="521825" y="48963"/>
                  <a:pt x="529933" y="53707"/>
                </a:cubicBezTo>
                <a:cubicBezTo>
                  <a:pt x="538044" y="58449"/>
                  <a:pt x="544089" y="65410"/>
                  <a:pt x="548067" y="74590"/>
                </a:cubicBezTo>
                <a:cubicBezTo>
                  <a:pt x="551585" y="65715"/>
                  <a:pt x="557399" y="58831"/>
                  <a:pt x="565507" y="53935"/>
                </a:cubicBezTo>
                <a:cubicBezTo>
                  <a:pt x="573618" y="49039"/>
                  <a:pt x="582645" y="46591"/>
                  <a:pt x="592588" y="46591"/>
                </a:cubicBezTo>
                <a:close/>
                <a:moveTo>
                  <a:pt x="688523" y="28461"/>
                </a:moveTo>
                <a:cubicBezTo>
                  <a:pt x="684547" y="28461"/>
                  <a:pt x="681181" y="27083"/>
                  <a:pt x="678427" y="24329"/>
                </a:cubicBezTo>
                <a:cubicBezTo>
                  <a:pt x="675672" y="21574"/>
                  <a:pt x="674294" y="18207"/>
                  <a:pt x="674294" y="14229"/>
                </a:cubicBezTo>
                <a:cubicBezTo>
                  <a:pt x="674294" y="10250"/>
                  <a:pt x="675672" y="6885"/>
                  <a:pt x="678427" y="4132"/>
                </a:cubicBezTo>
                <a:cubicBezTo>
                  <a:pt x="681181" y="1377"/>
                  <a:pt x="684547" y="0"/>
                  <a:pt x="688523" y="0"/>
                </a:cubicBezTo>
                <a:cubicBezTo>
                  <a:pt x="692349" y="0"/>
                  <a:pt x="695602" y="1377"/>
                  <a:pt x="698280" y="4132"/>
                </a:cubicBezTo>
                <a:cubicBezTo>
                  <a:pt x="700957" y="6885"/>
                  <a:pt x="702296" y="10250"/>
                  <a:pt x="702296" y="14229"/>
                </a:cubicBezTo>
                <a:cubicBezTo>
                  <a:pt x="702296" y="18207"/>
                  <a:pt x="700957" y="21574"/>
                  <a:pt x="698280" y="24329"/>
                </a:cubicBezTo>
                <a:cubicBezTo>
                  <a:pt x="695602" y="27083"/>
                  <a:pt x="692349" y="28461"/>
                  <a:pt x="688523" y="28461"/>
                </a:cubicBezTo>
                <a:moveTo>
                  <a:pt x="698623" y="48885"/>
                </a:moveTo>
                <a:lnTo>
                  <a:pt x="698623" y="174656"/>
                </a:lnTo>
                <a:lnTo>
                  <a:pt x="677737" y="174656"/>
                </a:lnTo>
                <a:lnTo>
                  <a:pt x="677737" y="48885"/>
                </a:lnTo>
                <a:lnTo>
                  <a:pt x="698623" y="48885"/>
                </a:lnTo>
                <a:close/>
                <a:moveTo>
                  <a:pt x="759673" y="66097"/>
                </a:moveTo>
                <a:lnTo>
                  <a:pt x="759673" y="140232"/>
                </a:lnTo>
                <a:cubicBezTo>
                  <a:pt x="759673" y="146351"/>
                  <a:pt x="760973" y="150673"/>
                  <a:pt x="763574" y="153200"/>
                </a:cubicBezTo>
                <a:cubicBezTo>
                  <a:pt x="766175" y="155723"/>
                  <a:pt x="770689" y="156985"/>
                  <a:pt x="777117" y="156985"/>
                </a:cubicBezTo>
                <a:lnTo>
                  <a:pt x="792490" y="156985"/>
                </a:lnTo>
                <a:lnTo>
                  <a:pt x="792490" y="174656"/>
                </a:lnTo>
                <a:lnTo>
                  <a:pt x="773671" y="174656"/>
                </a:lnTo>
                <a:cubicBezTo>
                  <a:pt x="762044" y="174656"/>
                  <a:pt x="753323" y="171979"/>
                  <a:pt x="747507" y="166623"/>
                </a:cubicBezTo>
                <a:cubicBezTo>
                  <a:pt x="741694" y="161267"/>
                  <a:pt x="738787" y="152470"/>
                  <a:pt x="738787" y="140232"/>
                </a:cubicBezTo>
                <a:lnTo>
                  <a:pt x="738787" y="66097"/>
                </a:lnTo>
                <a:lnTo>
                  <a:pt x="722492" y="66097"/>
                </a:lnTo>
                <a:lnTo>
                  <a:pt x="722492" y="48885"/>
                </a:lnTo>
                <a:lnTo>
                  <a:pt x="738787" y="48885"/>
                </a:lnTo>
                <a:lnTo>
                  <a:pt x="738787" y="17212"/>
                </a:lnTo>
                <a:lnTo>
                  <a:pt x="759673" y="17212"/>
                </a:lnTo>
                <a:lnTo>
                  <a:pt x="759673" y="48885"/>
                </a:lnTo>
                <a:lnTo>
                  <a:pt x="792490" y="48885"/>
                </a:lnTo>
                <a:lnTo>
                  <a:pt x="792490" y="66097"/>
                </a:lnTo>
                <a:lnTo>
                  <a:pt x="759673" y="66097"/>
                </a:lnTo>
                <a:close/>
                <a:moveTo>
                  <a:pt x="843214" y="66097"/>
                </a:moveTo>
                <a:lnTo>
                  <a:pt x="843214" y="140232"/>
                </a:lnTo>
                <a:cubicBezTo>
                  <a:pt x="843214" y="146351"/>
                  <a:pt x="844515" y="150673"/>
                  <a:pt x="847115" y="153200"/>
                </a:cubicBezTo>
                <a:cubicBezTo>
                  <a:pt x="849716" y="155723"/>
                  <a:pt x="854230" y="156985"/>
                  <a:pt x="860658" y="156985"/>
                </a:cubicBezTo>
                <a:lnTo>
                  <a:pt x="876032" y="156985"/>
                </a:lnTo>
                <a:lnTo>
                  <a:pt x="876032" y="174656"/>
                </a:lnTo>
                <a:lnTo>
                  <a:pt x="857212" y="174656"/>
                </a:lnTo>
                <a:cubicBezTo>
                  <a:pt x="845585" y="174656"/>
                  <a:pt x="836864" y="171979"/>
                  <a:pt x="831048" y="166623"/>
                </a:cubicBezTo>
                <a:cubicBezTo>
                  <a:pt x="825235" y="161267"/>
                  <a:pt x="822328" y="152470"/>
                  <a:pt x="822328" y="140232"/>
                </a:cubicBezTo>
                <a:lnTo>
                  <a:pt x="822328" y="66097"/>
                </a:lnTo>
                <a:lnTo>
                  <a:pt x="806033" y="66097"/>
                </a:lnTo>
                <a:lnTo>
                  <a:pt x="806033" y="48885"/>
                </a:lnTo>
                <a:lnTo>
                  <a:pt x="822328" y="48885"/>
                </a:lnTo>
                <a:lnTo>
                  <a:pt x="822328" y="17212"/>
                </a:lnTo>
                <a:lnTo>
                  <a:pt x="843214" y="17212"/>
                </a:lnTo>
                <a:lnTo>
                  <a:pt x="843214" y="48885"/>
                </a:lnTo>
                <a:lnTo>
                  <a:pt x="876032" y="48885"/>
                </a:lnTo>
                <a:lnTo>
                  <a:pt x="876032" y="66097"/>
                </a:lnTo>
                <a:lnTo>
                  <a:pt x="843214" y="66097"/>
                </a:lnTo>
                <a:close/>
                <a:moveTo>
                  <a:pt x="1016032" y="106952"/>
                </a:moveTo>
                <a:cubicBezTo>
                  <a:pt x="1016032" y="110930"/>
                  <a:pt x="1015804" y="115137"/>
                  <a:pt x="1015346" y="119573"/>
                </a:cubicBezTo>
                <a:lnTo>
                  <a:pt x="914820" y="119573"/>
                </a:lnTo>
                <a:cubicBezTo>
                  <a:pt x="915586" y="131968"/>
                  <a:pt x="919832" y="141646"/>
                  <a:pt x="927557" y="148608"/>
                </a:cubicBezTo>
                <a:cubicBezTo>
                  <a:pt x="935285" y="155570"/>
                  <a:pt x="944657" y="159051"/>
                  <a:pt x="955672" y="159051"/>
                </a:cubicBezTo>
                <a:cubicBezTo>
                  <a:pt x="964700" y="159051"/>
                  <a:pt x="972235" y="156948"/>
                  <a:pt x="978277" y="152741"/>
                </a:cubicBezTo>
                <a:cubicBezTo>
                  <a:pt x="984322" y="148531"/>
                  <a:pt x="988568" y="142907"/>
                  <a:pt x="991018" y="135868"/>
                </a:cubicBezTo>
                <a:lnTo>
                  <a:pt x="1013508" y="135868"/>
                </a:lnTo>
                <a:cubicBezTo>
                  <a:pt x="1010143" y="147957"/>
                  <a:pt x="1003411" y="157788"/>
                  <a:pt x="993311" y="165362"/>
                </a:cubicBezTo>
                <a:cubicBezTo>
                  <a:pt x="983214" y="172936"/>
                  <a:pt x="970667" y="176723"/>
                  <a:pt x="955672" y="176723"/>
                </a:cubicBezTo>
                <a:cubicBezTo>
                  <a:pt x="943737" y="176723"/>
                  <a:pt x="933065" y="174045"/>
                  <a:pt x="923656" y="168689"/>
                </a:cubicBezTo>
                <a:cubicBezTo>
                  <a:pt x="914247" y="163333"/>
                  <a:pt x="906865" y="155721"/>
                  <a:pt x="901509" y="145852"/>
                </a:cubicBezTo>
                <a:cubicBezTo>
                  <a:pt x="896154" y="135984"/>
                  <a:pt x="893476" y="124547"/>
                  <a:pt x="893476" y="111543"/>
                </a:cubicBezTo>
                <a:cubicBezTo>
                  <a:pt x="893476" y="98536"/>
                  <a:pt x="896076" y="87137"/>
                  <a:pt x="901278" y="77346"/>
                </a:cubicBezTo>
                <a:cubicBezTo>
                  <a:pt x="906480" y="67552"/>
                  <a:pt x="913785" y="60015"/>
                  <a:pt x="923194" y="54737"/>
                </a:cubicBezTo>
                <a:cubicBezTo>
                  <a:pt x="932605" y="49458"/>
                  <a:pt x="943431" y="46819"/>
                  <a:pt x="955672" y="46819"/>
                </a:cubicBezTo>
                <a:cubicBezTo>
                  <a:pt x="967606" y="46819"/>
                  <a:pt x="978164" y="49421"/>
                  <a:pt x="987344" y="54625"/>
                </a:cubicBezTo>
                <a:cubicBezTo>
                  <a:pt x="996524" y="59826"/>
                  <a:pt x="1003600" y="66980"/>
                  <a:pt x="1008573" y="76085"/>
                </a:cubicBezTo>
                <a:cubicBezTo>
                  <a:pt x="1013546" y="85188"/>
                  <a:pt x="1016032" y="95477"/>
                  <a:pt x="1016032" y="106952"/>
                </a:cubicBezTo>
                <a:moveTo>
                  <a:pt x="994460" y="102592"/>
                </a:moveTo>
                <a:cubicBezTo>
                  <a:pt x="994460" y="94635"/>
                  <a:pt x="992700" y="87789"/>
                  <a:pt x="989179" y="82052"/>
                </a:cubicBezTo>
                <a:cubicBezTo>
                  <a:pt x="985661" y="76314"/>
                  <a:pt x="980879" y="71953"/>
                  <a:pt x="974835" y="68969"/>
                </a:cubicBezTo>
                <a:cubicBezTo>
                  <a:pt x="968792" y="65985"/>
                  <a:pt x="962099" y="64493"/>
                  <a:pt x="954754" y="64493"/>
                </a:cubicBezTo>
                <a:cubicBezTo>
                  <a:pt x="944197" y="64493"/>
                  <a:pt x="935207" y="67860"/>
                  <a:pt x="927785" y="74593"/>
                </a:cubicBezTo>
                <a:cubicBezTo>
                  <a:pt x="920365" y="81324"/>
                  <a:pt x="916120" y="90657"/>
                  <a:pt x="915048" y="102592"/>
                </a:cubicBezTo>
                <a:lnTo>
                  <a:pt x="994460" y="102592"/>
                </a:lnTo>
                <a:close/>
                <a:moveTo>
                  <a:pt x="1035771" y="111312"/>
                </a:moveTo>
                <a:cubicBezTo>
                  <a:pt x="1035771" y="98459"/>
                  <a:pt x="1038372" y="87176"/>
                  <a:pt x="1043573" y="77461"/>
                </a:cubicBezTo>
                <a:cubicBezTo>
                  <a:pt x="1048775" y="67744"/>
                  <a:pt x="1055927" y="60208"/>
                  <a:pt x="1065030" y="54852"/>
                </a:cubicBezTo>
                <a:cubicBezTo>
                  <a:pt x="1074136" y="49496"/>
                  <a:pt x="1084350" y="46819"/>
                  <a:pt x="1095673" y="46819"/>
                </a:cubicBezTo>
                <a:cubicBezTo>
                  <a:pt x="1105465" y="46819"/>
                  <a:pt x="1114568" y="49076"/>
                  <a:pt x="1122982" y="53591"/>
                </a:cubicBezTo>
                <a:cubicBezTo>
                  <a:pt x="1131398" y="58104"/>
                  <a:pt x="1137826" y="64033"/>
                  <a:pt x="1142264" y="71378"/>
                </a:cubicBezTo>
                <a:lnTo>
                  <a:pt x="1142264" y="4819"/>
                </a:lnTo>
                <a:lnTo>
                  <a:pt x="1163378" y="4819"/>
                </a:lnTo>
                <a:lnTo>
                  <a:pt x="1163378" y="174656"/>
                </a:lnTo>
                <a:lnTo>
                  <a:pt x="1142264" y="174656"/>
                </a:lnTo>
                <a:lnTo>
                  <a:pt x="1142264" y="151018"/>
                </a:lnTo>
                <a:cubicBezTo>
                  <a:pt x="1138132" y="158514"/>
                  <a:pt x="1132010" y="164673"/>
                  <a:pt x="1123899" y="169494"/>
                </a:cubicBezTo>
                <a:cubicBezTo>
                  <a:pt x="1115791" y="174313"/>
                  <a:pt x="1106305" y="176723"/>
                  <a:pt x="1095442" y="176723"/>
                </a:cubicBezTo>
                <a:cubicBezTo>
                  <a:pt x="1084273" y="176723"/>
                  <a:pt x="1074136" y="173969"/>
                  <a:pt x="1065030" y="168461"/>
                </a:cubicBezTo>
                <a:cubicBezTo>
                  <a:pt x="1055927" y="162952"/>
                  <a:pt x="1048775" y="155225"/>
                  <a:pt x="1043573" y="145281"/>
                </a:cubicBezTo>
                <a:cubicBezTo>
                  <a:pt x="1038372" y="135336"/>
                  <a:pt x="1035771" y="124013"/>
                  <a:pt x="1035771" y="111312"/>
                </a:cubicBezTo>
                <a:moveTo>
                  <a:pt x="1142264" y="111543"/>
                </a:moveTo>
                <a:cubicBezTo>
                  <a:pt x="1142264" y="102055"/>
                  <a:pt x="1140351" y="93792"/>
                  <a:pt x="1136524" y="86756"/>
                </a:cubicBezTo>
                <a:cubicBezTo>
                  <a:pt x="1132700" y="79717"/>
                  <a:pt x="1127536" y="74323"/>
                  <a:pt x="1121031" y="70576"/>
                </a:cubicBezTo>
                <a:cubicBezTo>
                  <a:pt x="1114529" y="66827"/>
                  <a:pt x="1107377" y="64952"/>
                  <a:pt x="1099574" y="64952"/>
                </a:cubicBezTo>
                <a:cubicBezTo>
                  <a:pt x="1091772" y="64952"/>
                  <a:pt x="1084657" y="66788"/>
                  <a:pt x="1078230" y="70461"/>
                </a:cubicBezTo>
                <a:cubicBezTo>
                  <a:pt x="1071804" y="74133"/>
                  <a:pt x="1066679" y="79489"/>
                  <a:pt x="1062852" y="86528"/>
                </a:cubicBezTo>
                <a:cubicBezTo>
                  <a:pt x="1059028" y="93565"/>
                  <a:pt x="1057116" y="101826"/>
                  <a:pt x="1057116" y="111312"/>
                </a:cubicBezTo>
                <a:cubicBezTo>
                  <a:pt x="1057116" y="120952"/>
                  <a:pt x="1059028" y="129330"/>
                  <a:pt x="1062852" y="136446"/>
                </a:cubicBezTo>
                <a:cubicBezTo>
                  <a:pt x="1066679" y="143560"/>
                  <a:pt x="1071804" y="148991"/>
                  <a:pt x="1078230" y="152741"/>
                </a:cubicBezTo>
                <a:cubicBezTo>
                  <a:pt x="1084657" y="156488"/>
                  <a:pt x="1091772" y="158362"/>
                  <a:pt x="1099574" y="158362"/>
                </a:cubicBezTo>
                <a:cubicBezTo>
                  <a:pt x="1107377" y="158362"/>
                  <a:pt x="1114529" y="156488"/>
                  <a:pt x="1121031" y="152741"/>
                </a:cubicBezTo>
                <a:cubicBezTo>
                  <a:pt x="1127536" y="148991"/>
                  <a:pt x="1132700" y="143560"/>
                  <a:pt x="1136524" y="136446"/>
                </a:cubicBezTo>
                <a:cubicBezTo>
                  <a:pt x="1140351" y="129330"/>
                  <a:pt x="1142264" y="121029"/>
                  <a:pt x="1142264" y="1115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3" name="Text Patch">
            <a:extLst xmlns:a="http://schemas.openxmlformats.org/drawingml/2006/main">
              <a:ext uri="{FF2B5EF4-FFF2-40B4-BE49-F238E27FC236}">
                <a16:creationId xmlns:a16="http://schemas.microsoft.com/office/drawing/2014/main" id="{43719D0E-EA4C-4F07-87C2-4D7A81F8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31" y="5495701"/>
            <a:ext cx="623574" cy="171904"/>
          </a:xfrm>
          <a:custGeom xmlns:a="http://schemas.openxmlformats.org/drawingml/2006/main">
            <a:pathLst>
              <a:path w="623574" h="171904">
                <a:moveTo>
                  <a:pt x="106952" y="56691"/>
                </a:moveTo>
                <a:cubicBezTo>
                  <a:pt x="106952" y="70001"/>
                  <a:pt x="102399" y="81056"/>
                  <a:pt x="93294" y="89855"/>
                </a:cubicBezTo>
                <a:cubicBezTo>
                  <a:pt x="84191" y="98652"/>
                  <a:pt x="70307" y="103051"/>
                  <a:pt x="51641" y="103051"/>
                </a:cubicBezTo>
                <a:lnTo>
                  <a:pt x="20886" y="103051"/>
                </a:lnTo>
                <a:lnTo>
                  <a:pt x="20886" y="169838"/>
                </a:lnTo>
                <a:lnTo>
                  <a:pt x="0" y="169838"/>
                </a:lnTo>
                <a:lnTo>
                  <a:pt x="0" y="9869"/>
                </a:lnTo>
                <a:lnTo>
                  <a:pt x="51641" y="9869"/>
                </a:lnTo>
                <a:cubicBezTo>
                  <a:pt x="69695" y="9869"/>
                  <a:pt x="83426" y="14230"/>
                  <a:pt x="92835" y="22952"/>
                </a:cubicBezTo>
                <a:cubicBezTo>
                  <a:pt x="102246" y="31675"/>
                  <a:pt x="106952" y="42921"/>
                  <a:pt x="106952" y="56691"/>
                </a:cubicBezTo>
                <a:moveTo>
                  <a:pt x="51641" y="85838"/>
                </a:moveTo>
                <a:cubicBezTo>
                  <a:pt x="63270" y="85838"/>
                  <a:pt x="71838" y="83313"/>
                  <a:pt x="77346" y="78263"/>
                </a:cubicBezTo>
                <a:cubicBezTo>
                  <a:pt x="82853" y="73213"/>
                  <a:pt x="85607" y="66022"/>
                  <a:pt x="85607" y="56691"/>
                </a:cubicBezTo>
                <a:cubicBezTo>
                  <a:pt x="85607" y="36953"/>
                  <a:pt x="74285" y="27085"/>
                  <a:pt x="51641" y="27085"/>
                </a:cubicBezTo>
                <a:lnTo>
                  <a:pt x="20886" y="27085"/>
                </a:lnTo>
                <a:lnTo>
                  <a:pt x="20886" y="85838"/>
                </a:lnTo>
                <a:lnTo>
                  <a:pt x="51641" y="85838"/>
                </a:lnTo>
                <a:close/>
                <a:moveTo>
                  <a:pt x="125083" y="106493"/>
                </a:moveTo>
                <a:cubicBezTo>
                  <a:pt x="125083" y="93641"/>
                  <a:pt x="127684" y="82357"/>
                  <a:pt x="132886" y="72642"/>
                </a:cubicBezTo>
                <a:cubicBezTo>
                  <a:pt x="138087" y="62926"/>
                  <a:pt x="145240" y="55389"/>
                  <a:pt x="154342" y="50033"/>
                </a:cubicBezTo>
                <a:cubicBezTo>
                  <a:pt x="163448" y="44678"/>
                  <a:pt x="173585" y="42000"/>
                  <a:pt x="184754" y="42000"/>
                </a:cubicBezTo>
                <a:cubicBezTo>
                  <a:pt x="195771" y="42000"/>
                  <a:pt x="205334" y="44372"/>
                  <a:pt x="213443" y="49116"/>
                </a:cubicBezTo>
                <a:cubicBezTo>
                  <a:pt x="221553" y="53860"/>
                  <a:pt x="227598" y="59827"/>
                  <a:pt x="231576" y="67018"/>
                </a:cubicBezTo>
                <a:lnTo>
                  <a:pt x="231576" y="44066"/>
                </a:lnTo>
                <a:lnTo>
                  <a:pt x="252690" y="44066"/>
                </a:lnTo>
                <a:lnTo>
                  <a:pt x="252690" y="169838"/>
                </a:lnTo>
                <a:lnTo>
                  <a:pt x="231576" y="169838"/>
                </a:lnTo>
                <a:lnTo>
                  <a:pt x="231576" y="146427"/>
                </a:lnTo>
                <a:cubicBezTo>
                  <a:pt x="227444" y="153772"/>
                  <a:pt x="221285" y="159855"/>
                  <a:pt x="213099" y="164676"/>
                </a:cubicBezTo>
                <a:cubicBezTo>
                  <a:pt x="204914" y="169494"/>
                  <a:pt x="195390" y="171904"/>
                  <a:pt x="184526" y="171904"/>
                </a:cubicBezTo>
                <a:cubicBezTo>
                  <a:pt x="173357" y="171904"/>
                  <a:pt x="163259" y="169150"/>
                  <a:pt x="154230" y="163643"/>
                </a:cubicBezTo>
                <a:cubicBezTo>
                  <a:pt x="145202" y="158133"/>
                  <a:pt x="138087" y="150406"/>
                  <a:pt x="132886" y="140463"/>
                </a:cubicBezTo>
                <a:cubicBezTo>
                  <a:pt x="127684" y="130517"/>
                  <a:pt x="125083" y="119194"/>
                  <a:pt x="125083" y="106493"/>
                </a:cubicBezTo>
                <a:moveTo>
                  <a:pt x="231576" y="106724"/>
                </a:moveTo>
                <a:cubicBezTo>
                  <a:pt x="231576" y="97236"/>
                  <a:pt x="229663" y="88974"/>
                  <a:pt x="225836" y="81937"/>
                </a:cubicBezTo>
                <a:cubicBezTo>
                  <a:pt x="222012" y="74898"/>
                  <a:pt x="216848" y="69505"/>
                  <a:pt x="210343" y="65758"/>
                </a:cubicBezTo>
                <a:cubicBezTo>
                  <a:pt x="203841" y="62008"/>
                  <a:pt x="196689" y="60133"/>
                  <a:pt x="188886" y="60133"/>
                </a:cubicBezTo>
                <a:cubicBezTo>
                  <a:pt x="181084" y="60133"/>
                  <a:pt x="173969" y="61969"/>
                  <a:pt x="167542" y="65642"/>
                </a:cubicBezTo>
                <a:cubicBezTo>
                  <a:pt x="161117" y="69314"/>
                  <a:pt x="155991" y="74670"/>
                  <a:pt x="152164" y="81709"/>
                </a:cubicBezTo>
                <a:cubicBezTo>
                  <a:pt x="148340" y="88746"/>
                  <a:pt x="146428" y="97007"/>
                  <a:pt x="146428" y="106493"/>
                </a:cubicBezTo>
                <a:cubicBezTo>
                  <a:pt x="146428" y="116133"/>
                  <a:pt x="148340" y="124511"/>
                  <a:pt x="152164" y="131627"/>
                </a:cubicBezTo>
                <a:cubicBezTo>
                  <a:pt x="155991" y="138741"/>
                  <a:pt x="161117" y="144172"/>
                  <a:pt x="167542" y="147922"/>
                </a:cubicBezTo>
                <a:cubicBezTo>
                  <a:pt x="173969" y="151669"/>
                  <a:pt x="181084" y="153543"/>
                  <a:pt x="188886" y="153543"/>
                </a:cubicBezTo>
                <a:cubicBezTo>
                  <a:pt x="196689" y="153543"/>
                  <a:pt x="203841" y="151669"/>
                  <a:pt x="210343" y="147922"/>
                </a:cubicBezTo>
                <a:cubicBezTo>
                  <a:pt x="216848" y="144172"/>
                  <a:pt x="222012" y="138741"/>
                  <a:pt x="225836" y="131627"/>
                </a:cubicBezTo>
                <a:cubicBezTo>
                  <a:pt x="229663" y="124511"/>
                  <a:pt x="231576" y="116210"/>
                  <a:pt x="231576" y="106724"/>
                </a:cubicBezTo>
                <a:close/>
                <a:moveTo>
                  <a:pt x="313511" y="61278"/>
                </a:moveTo>
                <a:lnTo>
                  <a:pt x="313511" y="135413"/>
                </a:lnTo>
                <a:cubicBezTo>
                  <a:pt x="313511" y="141532"/>
                  <a:pt x="314811" y="145855"/>
                  <a:pt x="317412" y="148381"/>
                </a:cubicBezTo>
                <a:cubicBezTo>
                  <a:pt x="320013" y="150905"/>
                  <a:pt x="324527" y="152166"/>
                  <a:pt x="330954" y="152166"/>
                </a:cubicBezTo>
                <a:lnTo>
                  <a:pt x="346328" y="152166"/>
                </a:lnTo>
                <a:lnTo>
                  <a:pt x="346328" y="169838"/>
                </a:lnTo>
                <a:lnTo>
                  <a:pt x="327508" y="169838"/>
                </a:lnTo>
                <a:cubicBezTo>
                  <a:pt x="315882" y="169838"/>
                  <a:pt x="307160" y="167160"/>
                  <a:pt x="301345" y="161804"/>
                </a:cubicBezTo>
                <a:cubicBezTo>
                  <a:pt x="295531" y="156448"/>
                  <a:pt x="292625" y="147651"/>
                  <a:pt x="292625" y="135413"/>
                </a:cubicBezTo>
                <a:lnTo>
                  <a:pt x="292625" y="61278"/>
                </a:lnTo>
                <a:lnTo>
                  <a:pt x="276330" y="61278"/>
                </a:lnTo>
                <a:lnTo>
                  <a:pt x="276330" y="44066"/>
                </a:lnTo>
                <a:lnTo>
                  <a:pt x="292625" y="44066"/>
                </a:lnTo>
                <a:lnTo>
                  <a:pt x="292625" y="12394"/>
                </a:lnTo>
                <a:lnTo>
                  <a:pt x="313511" y="12394"/>
                </a:lnTo>
                <a:lnTo>
                  <a:pt x="313511" y="44066"/>
                </a:lnTo>
                <a:lnTo>
                  <a:pt x="346328" y="44066"/>
                </a:lnTo>
                <a:lnTo>
                  <a:pt x="346328" y="61278"/>
                </a:lnTo>
                <a:lnTo>
                  <a:pt x="313511" y="61278"/>
                </a:lnTo>
                <a:close/>
                <a:moveTo>
                  <a:pt x="363772" y="106724"/>
                </a:moveTo>
                <a:cubicBezTo>
                  <a:pt x="363772" y="93718"/>
                  <a:pt x="366373" y="82357"/>
                  <a:pt x="371575" y="72642"/>
                </a:cubicBezTo>
                <a:cubicBezTo>
                  <a:pt x="376776" y="62926"/>
                  <a:pt x="384006" y="55389"/>
                  <a:pt x="393263" y="50033"/>
                </a:cubicBezTo>
                <a:cubicBezTo>
                  <a:pt x="402520" y="44678"/>
                  <a:pt x="413116" y="42000"/>
                  <a:pt x="425050" y="42000"/>
                </a:cubicBezTo>
                <a:cubicBezTo>
                  <a:pt x="440504" y="42000"/>
                  <a:pt x="453242" y="45749"/>
                  <a:pt x="463265" y="53248"/>
                </a:cubicBezTo>
                <a:cubicBezTo>
                  <a:pt x="473287" y="60745"/>
                  <a:pt x="479905" y="71149"/>
                  <a:pt x="483118" y="84462"/>
                </a:cubicBezTo>
                <a:lnTo>
                  <a:pt x="460624" y="84462"/>
                </a:lnTo>
                <a:cubicBezTo>
                  <a:pt x="458483" y="76811"/>
                  <a:pt x="454313" y="70768"/>
                  <a:pt x="448115" y="66332"/>
                </a:cubicBezTo>
                <a:cubicBezTo>
                  <a:pt x="441919" y="61894"/>
                  <a:pt x="434230" y="59674"/>
                  <a:pt x="425050" y="59674"/>
                </a:cubicBezTo>
                <a:cubicBezTo>
                  <a:pt x="413116" y="59674"/>
                  <a:pt x="403476" y="63767"/>
                  <a:pt x="396131" y="71953"/>
                </a:cubicBezTo>
                <a:cubicBezTo>
                  <a:pt x="388788" y="80138"/>
                  <a:pt x="385117" y="91729"/>
                  <a:pt x="385117" y="106724"/>
                </a:cubicBezTo>
                <a:cubicBezTo>
                  <a:pt x="385117" y="121872"/>
                  <a:pt x="388788" y="133577"/>
                  <a:pt x="396131" y="141839"/>
                </a:cubicBezTo>
                <a:cubicBezTo>
                  <a:pt x="403476" y="150101"/>
                  <a:pt x="413116" y="154233"/>
                  <a:pt x="425050" y="154233"/>
                </a:cubicBezTo>
                <a:cubicBezTo>
                  <a:pt x="434230" y="154233"/>
                  <a:pt x="441880" y="152091"/>
                  <a:pt x="447999" y="147806"/>
                </a:cubicBezTo>
                <a:cubicBezTo>
                  <a:pt x="454121" y="143522"/>
                  <a:pt x="458329" y="137402"/>
                  <a:pt x="460624" y="129445"/>
                </a:cubicBezTo>
                <a:lnTo>
                  <a:pt x="483118" y="129445"/>
                </a:lnTo>
                <a:cubicBezTo>
                  <a:pt x="479751" y="142298"/>
                  <a:pt x="473018" y="152588"/>
                  <a:pt x="462918" y="160316"/>
                </a:cubicBezTo>
                <a:cubicBezTo>
                  <a:pt x="452820" y="168041"/>
                  <a:pt x="440198" y="171904"/>
                  <a:pt x="425050" y="171904"/>
                </a:cubicBezTo>
                <a:cubicBezTo>
                  <a:pt x="413116" y="171904"/>
                  <a:pt x="402520" y="169226"/>
                  <a:pt x="393263" y="163870"/>
                </a:cubicBezTo>
                <a:cubicBezTo>
                  <a:pt x="384006" y="158514"/>
                  <a:pt x="376776" y="150941"/>
                  <a:pt x="371575" y="141149"/>
                </a:cubicBezTo>
                <a:cubicBezTo>
                  <a:pt x="366373" y="131357"/>
                  <a:pt x="363772" y="119882"/>
                  <a:pt x="363772" y="106724"/>
                </a:cubicBezTo>
                <a:close/>
                <a:moveTo>
                  <a:pt x="573313" y="41772"/>
                </a:moveTo>
                <a:cubicBezTo>
                  <a:pt x="582799" y="41772"/>
                  <a:pt x="591368" y="43800"/>
                  <a:pt x="599018" y="47855"/>
                </a:cubicBezTo>
                <a:cubicBezTo>
                  <a:pt x="606669" y="51908"/>
                  <a:pt x="612674" y="57990"/>
                  <a:pt x="617033" y="66101"/>
                </a:cubicBezTo>
                <a:cubicBezTo>
                  <a:pt x="621394" y="74209"/>
                  <a:pt x="623574" y="84078"/>
                  <a:pt x="623574" y="95707"/>
                </a:cubicBezTo>
                <a:lnTo>
                  <a:pt x="623574" y="169838"/>
                </a:lnTo>
                <a:lnTo>
                  <a:pt x="602920" y="169838"/>
                </a:lnTo>
                <a:lnTo>
                  <a:pt x="602920" y="98691"/>
                </a:lnTo>
                <a:cubicBezTo>
                  <a:pt x="602920" y="86144"/>
                  <a:pt x="599783" y="76543"/>
                  <a:pt x="593510" y="69886"/>
                </a:cubicBezTo>
                <a:cubicBezTo>
                  <a:pt x="587236" y="63230"/>
                  <a:pt x="578668" y="59902"/>
                  <a:pt x="567805" y="59902"/>
                </a:cubicBezTo>
                <a:cubicBezTo>
                  <a:pt x="556790" y="59902"/>
                  <a:pt x="548030" y="63345"/>
                  <a:pt x="541526" y="70230"/>
                </a:cubicBezTo>
                <a:cubicBezTo>
                  <a:pt x="535023" y="77115"/>
                  <a:pt x="531772" y="87137"/>
                  <a:pt x="531772" y="100298"/>
                </a:cubicBezTo>
                <a:lnTo>
                  <a:pt x="531772" y="169838"/>
                </a:lnTo>
                <a:lnTo>
                  <a:pt x="510886" y="169838"/>
                </a:lnTo>
                <a:lnTo>
                  <a:pt x="510886" y="0"/>
                </a:lnTo>
                <a:lnTo>
                  <a:pt x="531772" y="0"/>
                </a:lnTo>
                <a:lnTo>
                  <a:pt x="531772" y="61968"/>
                </a:lnTo>
                <a:cubicBezTo>
                  <a:pt x="535905" y="55543"/>
                  <a:pt x="541604" y="50572"/>
                  <a:pt x="548869" y="47053"/>
                </a:cubicBezTo>
                <a:cubicBezTo>
                  <a:pt x="556137" y="43532"/>
                  <a:pt x="564285" y="41772"/>
                  <a:pt x="573313" y="417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2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df58d657d43d7"/>
          <a:stretch xmlns:a="http://schemas.openxmlformats.org/drawingml/2006/main"/>
        </p:blipFill>
        <p:spPr>
          <a:xfrm xmlns:a="http://schemas.openxmlformats.org/drawingml/2006/main">
            <a:off x="1530513" y="4976072"/>
            <a:ext cx="442934" cy="442934"/>
          </a:xfrm>
          <a:prstGeom xmlns:a="http://schemas.openxmlformats.org/drawingml/2006/main" prst="rect">
            <a:avLst/>
          </a:prstGeom>
        </p:spPr>
      </p:pic>
      <p:sp>
        <p:nvSpPr>
          <p:cNvPr id="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B4C599-3A17-4FC6-8533-ADF14A48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792" y="5044925"/>
            <a:ext cx="236376" cy="236376"/>
          </a:xfrm>
          <a:custGeom xmlns:a="http://schemas.openxmlformats.org/drawingml/2006/main">
            <a:pathLst>
              <a:path w="236376" h="236376">
                <a:moveTo>
                  <a:pt x="0" y="118188"/>
                </a:moveTo>
                <a:lnTo>
                  <a:pt x="0" y="118188"/>
                </a:lnTo>
                <a:cubicBezTo>
                  <a:pt x="0" y="52914"/>
                  <a:pt x="52915" y="0"/>
                  <a:pt x="118188" y="0"/>
                </a:cubicBezTo>
                <a:cubicBezTo>
                  <a:pt x="149533" y="0"/>
                  <a:pt x="179595" y="12452"/>
                  <a:pt x="201760" y="34616"/>
                </a:cubicBezTo>
                <a:cubicBezTo>
                  <a:pt x="223924" y="56781"/>
                  <a:pt x="236376" y="86842"/>
                  <a:pt x="236376" y="118188"/>
                </a:cubicBezTo>
                <a:cubicBezTo>
                  <a:pt x="236376" y="183461"/>
                  <a:pt x="183461" y="236376"/>
                  <a:pt x="118188" y="236376"/>
                </a:cubicBezTo>
                <a:cubicBezTo>
                  <a:pt x="52915" y="236376"/>
                  <a:pt x="0" y="183461"/>
                  <a:pt x="0" y="118188"/>
                </a:cubicBezTo>
                <a:close/>
              </a:path>
            </a:pathLst>
          </a:custGeom>
          <a:solidFill xmlns:a="http://schemas.openxmlformats.org/drawingml/2006/main">
            <a:srgbClr val="A64D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6" name="Text 10">
            <a:extLst xmlns:a="http://schemas.openxmlformats.org/drawingml/2006/main">
              <a:ext uri="{FF2B5EF4-FFF2-40B4-BE49-F238E27FC236}">
                <a16:creationId xmlns:a16="http://schemas.microsoft.com/office/drawing/2014/main" id="{D34FFCB0-2D18-4820-88E1-80CC24B6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785" y="5114083"/>
            <a:ext cx="153588" cy="119688"/>
          </a:xfrm>
          <a:custGeom xmlns:a="http://schemas.openxmlformats.org/drawingml/2006/main">
            <a:pathLst>
              <a:path w="153588" h="119688">
                <a:moveTo>
                  <a:pt x="0" y="27954"/>
                </a:moveTo>
                <a:lnTo>
                  <a:pt x="0" y="2410"/>
                </a:lnTo>
                <a:lnTo>
                  <a:pt x="44503" y="2410"/>
                </a:lnTo>
                <a:lnTo>
                  <a:pt x="44503" y="119688"/>
                </a:lnTo>
                <a:lnTo>
                  <a:pt x="15907" y="119688"/>
                </a:lnTo>
                <a:lnTo>
                  <a:pt x="15907" y="27954"/>
                </a:lnTo>
                <a:lnTo>
                  <a:pt x="0" y="27954"/>
                </a:lnTo>
                <a:close/>
                <a:moveTo>
                  <a:pt x="63299" y="59442"/>
                </a:moveTo>
                <a:cubicBezTo>
                  <a:pt x="63299" y="41020"/>
                  <a:pt x="66861" y="26508"/>
                  <a:pt x="73983" y="15905"/>
                </a:cubicBezTo>
                <a:cubicBezTo>
                  <a:pt x="81105" y="5302"/>
                  <a:pt x="92592" y="0"/>
                  <a:pt x="108445" y="0"/>
                </a:cubicBezTo>
                <a:cubicBezTo>
                  <a:pt x="124296" y="0"/>
                  <a:pt x="135782" y="5302"/>
                  <a:pt x="142904" y="15905"/>
                </a:cubicBezTo>
                <a:cubicBezTo>
                  <a:pt x="150027" y="26508"/>
                  <a:pt x="153588" y="41020"/>
                  <a:pt x="153588" y="59442"/>
                </a:cubicBezTo>
                <a:cubicBezTo>
                  <a:pt x="153588" y="78078"/>
                  <a:pt x="150027" y="92697"/>
                  <a:pt x="142904" y="103300"/>
                </a:cubicBezTo>
                <a:cubicBezTo>
                  <a:pt x="135782" y="113903"/>
                  <a:pt x="124296" y="119205"/>
                  <a:pt x="108445" y="119205"/>
                </a:cubicBezTo>
                <a:cubicBezTo>
                  <a:pt x="92592" y="119205"/>
                  <a:pt x="81105" y="113903"/>
                  <a:pt x="73983" y="103300"/>
                </a:cubicBezTo>
                <a:cubicBezTo>
                  <a:pt x="66861" y="92697"/>
                  <a:pt x="63299" y="78078"/>
                  <a:pt x="63299" y="59442"/>
                </a:cubicBezTo>
                <a:moveTo>
                  <a:pt x="126598" y="59442"/>
                </a:moveTo>
                <a:cubicBezTo>
                  <a:pt x="126598" y="48625"/>
                  <a:pt x="125419" y="40297"/>
                  <a:pt x="123063" y="34460"/>
                </a:cubicBezTo>
                <a:cubicBezTo>
                  <a:pt x="120708" y="28622"/>
                  <a:pt x="115835" y="25703"/>
                  <a:pt x="108445" y="25703"/>
                </a:cubicBezTo>
                <a:cubicBezTo>
                  <a:pt x="101055" y="25703"/>
                  <a:pt x="96181" y="28622"/>
                  <a:pt x="93825" y="34460"/>
                </a:cubicBezTo>
                <a:cubicBezTo>
                  <a:pt x="91468" y="40297"/>
                  <a:pt x="90290" y="48625"/>
                  <a:pt x="90290" y="59442"/>
                </a:cubicBezTo>
                <a:cubicBezTo>
                  <a:pt x="90290" y="66724"/>
                  <a:pt x="90718" y="72749"/>
                  <a:pt x="91574" y="77516"/>
                </a:cubicBezTo>
                <a:cubicBezTo>
                  <a:pt x="92432" y="82282"/>
                  <a:pt x="94173" y="86138"/>
                  <a:pt x="96796" y="89084"/>
                </a:cubicBezTo>
                <a:cubicBezTo>
                  <a:pt x="99420" y="92029"/>
                  <a:pt x="103303" y="93502"/>
                  <a:pt x="108445" y="93502"/>
                </a:cubicBezTo>
                <a:cubicBezTo>
                  <a:pt x="113585" y="93502"/>
                  <a:pt x="117467" y="92029"/>
                  <a:pt x="120091" y="89084"/>
                </a:cubicBezTo>
                <a:cubicBezTo>
                  <a:pt x="122716" y="86138"/>
                  <a:pt x="124457" y="82282"/>
                  <a:pt x="125313" y="77516"/>
                </a:cubicBezTo>
                <a:cubicBezTo>
                  <a:pt x="126169" y="72749"/>
                  <a:pt x="126598" y="66724"/>
                  <a:pt x="126598" y="5944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2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d58dffba34a29"/>
          <a:stretch xmlns:a="http://schemas.openxmlformats.org/drawingml/2006/main"/>
        </p:blipFill>
        <p:spPr>
          <a:xfrm xmlns:a="http://schemas.openxmlformats.org/drawingml/2006/main">
            <a:off x="3946476" y="676263"/>
            <a:ext cx="442934" cy="442934"/>
          </a:xfrm>
          <a:prstGeom xmlns:a="http://schemas.openxmlformats.org/drawingml/2006/main" prst="rect">
            <a:avLst/>
          </a:prstGeom>
        </p:spPr>
      </p:pic>
      <p:sp>
        <p:nvSpPr>
          <p:cNvPr id="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8A1FBB-86BD-496A-BB0C-CF572D70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9755" y="745116"/>
            <a:ext cx="236376" cy="236376"/>
          </a:xfrm>
          <a:custGeom xmlns:a="http://schemas.openxmlformats.org/drawingml/2006/main">
            <a:pathLst>
              <a:path w="236376" h="236376">
                <a:moveTo>
                  <a:pt x="0" y="118188"/>
                </a:moveTo>
                <a:lnTo>
                  <a:pt x="0" y="118188"/>
                </a:lnTo>
                <a:cubicBezTo>
                  <a:pt x="0" y="52915"/>
                  <a:pt x="52915" y="0"/>
                  <a:pt x="118188" y="0"/>
                </a:cubicBezTo>
                <a:cubicBezTo>
                  <a:pt x="149533" y="0"/>
                  <a:pt x="179595" y="12452"/>
                  <a:pt x="201759" y="34616"/>
                </a:cubicBezTo>
                <a:cubicBezTo>
                  <a:pt x="223924" y="56781"/>
                  <a:pt x="236376" y="86843"/>
                  <a:pt x="236376" y="118188"/>
                </a:cubicBezTo>
                <a:cubicBezTo>
                  <a:pt x="236376" y="183461"/>
                  <a:pt x="183461" y="236376"/>
                  <a:pt x="118188" y="236376"/>
                </a:cubicBezTo>
                <a:cubicBezTo>
                  <a:pt x="52915" y="236376"/>
                  <a:pt x="0" y="183461"/>
                  <a:pt x="0" y="118188"/>
                </a:cubicBezTo>
                <a:close/>
              </a:path>
            </a:pathLst>
          </a:custGeom>
          <a:solidFill xmlns:a="http://schemas.openxmlformats.org/drawingml/2006/main">
            <a:srgbClr val="A64D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9" name="Text 3">
            <a:extLst xmlns:a="http://schemas.openxmlformats.org/drawingml/2006/main">
              <a:ext uri="{FF2B5EF4-FFF2-40B4-BE49-F238E27FC236}">
                <a16:creationId xmlns:a16="http://schemas.microsoft.com/office/drawing/2014/main" id="{1402AF45-58BE-4927-9BA8-9EC86BD8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6120" y="813953"/>
            <a:ext cx="81613" cy="120973"/>
          </a:xfrm>
          <a:custGeom xmlns:a="http://schemas.openxmlformats.org/drawingml/2006/main">
            <a:pathLst>
              <a:path w="81613" h="120973">
                <a:moveTo>
                  <a:pt x="1444" y="35825"/>
                </a:moveTo>
                <a:cubicBezTo>
                  <a:pt x="1872" y="24365"/>
                  <a:pt x="5620" y="15530"/>
                  <a:pt x="12689" y="9318"/>
                </a:cubicBezTo>
                <a:cubicBezTo>
                  <a:pt x="19758" y="3106"/>
                  <a:pt x="29345" y="0"/>
                  <a:pt x="41449" y="0"/>
                </a:cubicBezTo>
                <a:cubicBezTo>
                  <a:pt x="49481" y="0"/>
                  <a:pt x="56362" y="1392"/>
                  <a:pt x="62092" y="4177"/>
                </a:cubicBezTo>
                <a:cubicBezTo>
                  <a:pt x="67822" y="6960"/>
                  <a:pt x="72159" y="10763"/>
                  <a:pt x="75104" y="15584"/>
                </a:cubicBezTo>
                <a:cubicBezTo>
                  <a:pt x="78051" y="20403"/>
                  <a:pt x="79524" y="25812"/>
                  <a:pt x="79524" y="31810"/>
                </a:cubicBezTo>
                <a:cubicBezTo>
                  <a:pt x="79524" y="38878"/>
                  <a:pt x="77757" y="44635"/>
                  <a:pt x="74222" y="49080"/>
                </a:cubicBezTo>
                <a:cubicBezTo>
                  <a:pt x="70687" y="53525"/>
                  <a:pt x="66563" y="56551"/>
                  <a:pt x="61852" y="58157"/>
                </a:cubicBezTo>
                <a:lnTo>
                  <a:pt x="61852" y="58800"/>
                </a:lnTo>
                <a:cubicBezTo>
                  <a:pt x="67956" y="60834"/>
                  <a:pt x="72775" y="64208"/>
                  <a:pt x="76310" y="68922"/>
                </a:cubicBezTo>
                <a:cubicBezTo>
                  <a:pt x="79845" y="73633"/>
                  <a:pt x="81613" y="79684"/>
                  <a:pt x="81613" y="87074"/>
                </a:cubicBezTo>
                <a:cubicBezTo>
                  <a:pt x="81613" y="93714"/>
                  <a:pt x="80086" y="99578"/>
                  <a:pt x="77033" y="104666"/>
                </a:cubicBezTo>
                <a:cubicBezTo>
                  <a:pt x="73981" y="109753"/>
                  <a:pt x="69535" y="113743"/>
                  <a:pt x="63698" y="116636"/>
                </a:cubicBezTo>
                <a:cubicBezTo>
                  <a:pt x="57862" y="119527"/>
                  <a:pt x="50927" y="120973"/>
                  <a:pt x="42895" y="120973"/>
                </a:cubicBezTo>
                <a:cubicBezTo>
                  <a:pt x="30041" y="120973"/>
                  <a:pt x="19785" y="117813"/>
                  <a:pt x="12127" y="111495"/>
                </a:cubicBezTo>
                <a:cubicBezTo>
                  <a:pt x="4471" y="105176"/>
                  <a:pt x="428" y="95643"/>
                  <a:pt x="0" y="82897"/>
                </a:cubicBezTo>
                <a:lnTo>
                  <a:pt x="26667" y="82897"/>
                </a:lnTo>
                <a:cubicBezTo>
                  <a:pt x="26774" y="87610"/>
                  <a:pt x="28114" y="91332"/>
                  <a:pt x="30684" y="94063"/>
                </a:cubicBezTo>
                <a:cubicBezTo>
                  <a:pt x="33255" y="96794"/>
                  <a:pt x="37003" y="98160"/>
                  <a:pt x="41929" y="98160"/>
                </a:cubicBezTo>
                <a:cubicBezTo>
                  <a:pt x="46106" y="98160"/>
                  <a:pt x="49346" y="96955"/>
                  <a:pt x="51649" y="94546"/>
                </a:cubicBezTo>
                <a:cubicBezTo>
                  <a:pt x="53952" y="92136"/>
                  <a:pt x="55103" y="88949"/>
                  <a:pt x="55103" y="84986"/>
                </a:cubicBezTo>
                <a:cubicBezTo>
                  <a:pt x="55103" y="79844"/>
                  <a:pt x="53469" y="76122"/>
                  <a:pt x="50203" y="73820"/>
                </a:cubicBezTo>
                <a:cubicBezTo>
                  <a:pt x="46937" y="71517"/>
                  <a:pt x="41717" y="70365"/>
                  <a:pt x="34540" y="70365"/>
                </a:cubicBezTo>
                <a:lnTo>
                  <a:pt x="29400" y="70365"/>
                </a:lnTo>
                <a:lnTo>
                  <a:pt x="29400" y="48036"/>
                </a:lnTo>
                <a:lnTo>
                  <a:pt x="34540" y="48036"/>
                </a:lnTo>
                <a:cubicBezTo>
                  <a:pt x="40002" y="48036"/>
                  <a:pt x="44420" y="47098"/>
                  <a:pt x="47793" y="45224"/>
                </a:cubicBezTo>
                <a:cubicBezTo>
                  <a:pt x="51168" y="43349"/>
                  <a:pt x="52855" y="40002"/>
                  <a:pt x="52855" y="35183"/>
                </a:cubicBezTo>
                <a:cubicBezTo>
                  <a:pt x="52855" y="31327"/>
                  <a:pt x="51784" y="28329"/>
                  <a:pt x="49641" y="26186"/>
                </a:cubicBezTo>
                <a:cubicBezTo>
                  <a:pt x="47499" y="24043"/>
                  <a:pt x="44554" y="22972"/>
                  <a:pt x="40806" y="22972"/>
                </a:cubicBezTo>
                <a:cubicBezTo>
                  <a:pt x="36735" y="22972"/>
                  <a:pt x="33709" y="24204"/>
                  <a:pt x="31726" y="26669"/>
                </a:cubicBezTo>
                <a:cubicBezTo>
                  <a:pt x="29745" y="29132"/>
                  <a:pt x="28595" y="32184"/>
                  <a:pt x="28275" y="35825"/>
                </a:cubicBezTo>
                <a:lnTo>
                  <a:pt x="1444" y="35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2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78d79cc8c84638"/>
          <a:stretch xmlns:a="http://schemas.openxmlformats.org/drawingml/2006/main"/>
        </p:blipFill>
        <p:spPr>
          <a:xfrm xmlns:a="http://schemas.openxmlformats.org/drawingml/2006/main">
            <a:off x="3386394" y="3910393"/>
            <a:ext cx="442934" cy="442934"/>
          </a:xfrm>
          <a:prstGeom xmlns:a="http://schemas.openxmlformats.org/drawingml/2006/main" prst="rect">
            <a:avLst/>
          </a:prstGeom>
        </p:spPr>
      </p:pic>
      <p:sp>
        <p:nvSpPr>
          <p:cNvPr id="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0C1A3F-EA23-492B-A154-A1EE34B0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672" y="3979246"/>
            <a:ext cx="236376" cy="236376"/>
          </a:xfrm>
          <a:custGeom xmlns:a="http://schemas.openxmlformats.org/drawingml/2006/main">
            <a:pathLst>
              <a:path w="236376" h="236376">
                <a:moveTo>
                  <a:pt x="0" y="118188"/>
                </a:moveTo>
                <a:lnTo>
                  <a:pt x="0" y="118188"/>
                </a:lnTo>
                <a:cubicBezTo>
                  <a:pt x="0" y="52914"/>
                  <a:pt x="52915" y="0"/>
                  <a:pt x="118188" y="0"/>
                </a:cubicBezTo>
                <a:cubicBezTo>
                  <a:pt x="149533" y="0"/>
                  <a:pt x="179595" y="12452"/>
                  <a:pt x="201759" y="34616"/>
                </a:cubicBezTo>
                <a:cubicBezTo>
                  <a:pt x="223924" y="56781"/>
                  <a:pt x="236376" y="86842"/>
                  <a:pt x="236376" y="118188"/>
                </a:cubicBezTo>
                <a:cubicBezTo>
                  <a:pt x="236376" y="183461"/>
                  <a:pt x="183461" y="236376"/>
                  <a:pt x="118188" y="236376"/>
                </a:cubicBezTo>
                <a:cubicBezTo>
                  <a:pt x="52915" y="236376"/>
                  <a:pt x="0" y="183461"/>
                  <a:pt x="0" y="118188"/>
                </a:cubicBezTo>
                <a:close/>
              </a:path>
            </a:pathLst>
          </a:custGeom>
          <a:solidFill xmlns:a="http://schemas.openxmlformats.org/drawingml/2006/main">
            <a:srgbClr val="A64D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2" name="Text 7">
            <a:extLst xmlns:a="http://schemas.openxmlformats.org/drawingml/2006/main">
              <a:ext uri="{FF2B5EF4-FFF2-40B4-BE49-F238E27FC236}">
                <a16:creationId xmlns:a16="http://schemas.microsoft.com/office/drawing/2014/main" id="{EF7D0CA3-FC1D-41D3-BF1C-F004D173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407" y="4050973"/>
            <a:ext cx="77597" cy="117119"/>
          </a:xfrm>
          <a:custGeom xmlns:a="http://schemas.openxmlformats.org/drawingml/2006/main">
            <a:pathLst>
              <a:path w="77597" h="117119">
                <a:moveTo>
                  <a:pt x="77597" y="20403"/>
                </a:moveTo>
                <a:lnTo>
                  <a:pt x="37271" y="117119"/>
                </a:lnTo>
                <a:lnTo>
                  <a:pt x="9158" y="117119"/>
                </a:lnTo>
                <a:lnTo>
                  <a:pt x="49965" y="23458"/>
                </a:lnTo>
                <a:lnTo>
                  <a:pt x="0" y="23458"/>
                </a:lnTo>
                <a:lnTo>
                  <a:pt x="0" y="0"/>
                </a:lnTo>
                <a:lnTo>
                  <a:pt x="77597" y="0"/>
                </a:lnTo>
                <a:lnTo>
                  <a:pt x="77597" y="2040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2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ce4fa8cf34cec"/>
          <a:stretch xmlns:a="http://schemas.openxmlformats.org/drawingml/2006/main"/>
        </p:blipFill>
        <p:spPr>
          <a:xfrm xmlns:a="http://schemas.openxmlformats.org/drawingml/2006/main">
            <a:off x="4396232" y="4188966"/>
            <a:ext cx="442934" cy="442934"/>
          </a:xfrm>
          <a:prstGeom xmlns:a="http://schemas.openxmlformats.org/drawingml/2006/main" prst="rect">
            <a:avLst/>
          </a:prstGeom>
        </p:spPr>
      </p:pic>
      <p:sp>
        <p:nvSpPr>
          <p:cNvPr id="6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B5A9BE-6CA3-40E6-A956-F3630941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510" y="4257819"/>
            <a:ext cx="236376" cy="236376"/>
          </a:xfrm>
          <a:custGeom xmlns:a="http://schemas.openxmlformats.org/drawingml/2006/main">
            <a:pathLst>
              <a:path w="236376" h="236376">
                <a:moveTo>
                  <a:pt x="0" y="118188"/>
                </a:moveTo>
                <a:lnTo>
                  <a:pt x="0" y="118188"/>
                </a:lnTo>
                <a:cubicBezTo>
                  <a:pt x="0" y="52914"/>
                  <a:pt x="52915" y="0"/>
                  <a:pt x="118188" y="0"/>
                </a:cubicBezTo>
                <a:cubicBezTo>
                  <a:pt x="149533" y="0"/>
                  <a:pt x="179595" y="12452"/>
                  <a:pt x="201759" y="34616"/>
                </a:cubicBezTo>
                <a:cubicBezTo>
                  <a:pt x="223924" y="56781"/>
                  <a:pt x="236376" y="86842"/>
                  <a:pt x="236376" y="118188"/>
                </a:cubicBezTo>
                <a:cubicBezTo>
                  <a:pt x="236376" y="183461"/>
                  <a:pt x="183461" y="236376"/>
                  <a:pt x="118188" y="236376"/>
                </a:cubicBezTo>
                <a:cubicBezTo>
                  <a:pt x="52915" y="236376"/>
                  <a:pt x="0" y="183461"/>
                  <a:pt x="0" y="118188"/>
                </a:cubicBezTo>
                <a:close/>
              </a:path>
            </a:pathLst>
          </a:custGeom>
          <a:solidFill xmlns:a="http://schemas.openxmlformats.org/drawingml/2006/main">
            <a:srgbClr val="A64D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5" name="Text 8">
            <a:extLst xmlns:a="http://schemas.openxmlformats.org/drawingml/2006/main">
              <a:ext uri="{FF2B5EF4-FFF2-40B4-BE49-F238E27FC236}">
                <a16:creationId xmlns:a16="http://schemas.microsoft.com/office/drawing/2014/main" id="{AB74B1AA-1F4D-4C05-AD6D-D5FDF7FD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4350" y="4326977"/>
            <a:ext cx="86753" cy="121938"/>
          </a:xfrm>
          <a:custGeom xmlns:a="http://schemas.openxmlformats.org/drawingml/2006/main">
            <a:pathLst>
              <a:path w="86753" h="121938">
                <a:moveTo>
                  <a:pt x="17832" y="56711"/>
                </a:moveTo>
                <a:cubicBezTo>
                  <a:pt x="7764" y="51356"/>
                  <a:pt x="2731" y="42948"/>
                  <a:pt x="2731" y="31488"/>
                </a:cubicBezTo>
                <a:cubicBezTo>
                  <a:pt x="2731" y="25705"/>
                  <a:pt x="4230" y="20430"/>
                  <a:pt x="7229" y="15665"/>
                </a:cubicBezTo>
                <a:cubicBezTo>
                  <a:pt x="10228" y="10897"/>
                  <a:pt x="14780" y="7095"/>
                  <a:pt x="20884" y="4258"/>
                </a:cubicBezTo>
                <a:cubicBezTo>
                  <a:pt x="26989" y="1419"/>
                  <a:pt x="34487" y="0"/>
                  <a:pt x="43378" y="0"/>
                </a:cubicBezTo>
                <a:cubicBezTo>
                  <a:pt x="52267" y="0"/>
                  <a:pt x="59737" y="1419"/>
                  <a:pt x="65789" y="4258"/>
                </a:cubicBezTo>
                <a:cubicBezTo>
                  <a:pt x="71840" y="7095"/>
                  <a:pt x="76366" y="10897"/>
                  <a:pt x="79365" y="15665"/>
                </a:cubicBezTo>
                <a:cubicBezTo>
                  <a:pt x="82364" y="20430"/>
                  <a:pt x="83863" y="25705"/>
                  <a:pt x="83863" y="31488"/>
                </a:cubicBezTo>
                <a:cubicBezTo>
                  <a:pt x="83863" y="37272"/>
                  <a:pt x="82497" y="42307"/>
                  <a:pt x="79764" y="46592"/>
                </a:cubicBezTo>
                <a:cubicBezTo>
                  <a:pt x="77033" y="50875"/>
                  <a:pt x="73365" y="54248"/>
                  <a:pt x="68760" y="56711"/>
                </a:cubicBezTo>
                <a:cubicBezTo>
                  <a:pt x="74544" y="59496"/>
                  <a:pt x="78988" y="63325"/>
                  <a:pt x="82093" y="68198"/>
                </a:cubicBezTo>
                <a:cubicBezTo>
                  <a:pt x="85200" y="73072"/>
                  <a:pt x="86753" y="78775"/>
                  <a:pt x="86753" y="85307"/>
                </a:cubicBezTo>
                <a:cubicBezTo>
                  <a:pt x="86753" y="92911"/>
                  <a:pt x="84826" y="99472"/>
                  <a:pt x="80970" y="104989"/>
                </a:cubicBezTo>
                <a:cubicBezTo>
                  <a:pt x="77115" y="110505"/>
                  <a:pt x="71894" y="114709"/>
                  <a:pt x="65306" y="117602"/>
                </a:cubicBezTo>
                <a:cubicBezTo>
                  <a:pt x="58720" y="120493"/>
                  <a:pt x="51410" y="121938"/>
                  <a:pt x="43378" y="121938"/>
                </a:cubicBezTo>
                <a:cubicBezTo>
                  <a:pt x="35344" y="121938"/>
                  <a:pt x="28034" y="120493"/>
                  <a:pt x="21447" y="117602"/>
                </a:cubicBezTo>
                <a:cubicBezTo>
                  <a:pt x="14861" y="114709"/>
                  <a:pt x="9640" y="110505"/>
                  <a:pt x="5783" y="104989"/>
                </a:cubicBezTo>
                <a:cubicBezTo>
                  <a:pt x="1928" y="99472"/>
                  <a:pt x="0" y="92911"/>
                  <a:pt x="0" y="85307"/>
                </a:cubicBezTo>
                <a:cubicBezTo>
                  <a:pt x="0" y="78667"/>
                  <a:pt x="1553" y="72910"/>
                  <a:pt x="4658" y="68037"/>
                </a:cubicBezTo>
                <a:cubicBezTo>
                  <a:pt x="7764" y="63163"/>
                  <a:pt x="12156" y="59388"/>
                  <a:pt x="17832" y="56711"/>
                </a:cubicBezTo>
                <a:moveTo>
                  <a:pt x="57194" y="35666"/>
                </a:moveTo>
                <a:cubicBezTo>
                  <a:pt x="57194" y="31274"/>
                  <a:pt x="55936" y="27874"/>
                  <a:pt x="53419" y="25465"/>
                </a:cubicBezTo>
                <a:cubicBezTo>
                  <a:pt x="50902" y="23055"/>
                  <a:pt x="47555" y="21849"/>
                  <a:pt x="43378" y="21849"/>
                </a:cubicBezTo>
                <a:cubicBezTo>
                  <a:pt x="39201" y="21849"/>
                  <a:pt x="35854" y="23081"/>
                  <a:pt x="33337" y="25544"/>
                </a:cubicBezTo>
                <a:cubicBezTo>
                  <a:pt x="30820" y="28007"/>
                  <a:pt x="29562" y="31434"/>
                  <a:pt x="29562" y="35825"/>
                </a:cubicBezTo>
                <a:cubicBezTo>
                  <a:pt x="29562" y="40002"/>
                  <a:pt x="30846" y="43296"/>
                  <a:pt x="33415" y="45707"/>
                </a:cubicBezTo>
                <a:cubicBezTo>
                  <a:pt x="35986" y="48116"/>
                  <a:pt x="39307" y="49320"/>
                  <a:pt x="43378" y="49320"/>
                </a:cubicBezTo>
                <a:cubicBezTo>
                  <a:pt x="47447" y="49320"/>
                  <a:pt x="50767" y="48089"/>
                  <a:pt x="53338" y="45626"/>
                </a:cubicBezTo>
                <a:cubicBezTo>
                  <a:pt x="55909" y="43163"/>
                  <a:pt x="57194" y="39843"/>
                  <a:pt x="57194" y="35666"/>
                </a:cubicBezTo>
                <a:moveTo>
                  <a:pt x="43378" y="68600"/>
                </a:moveTo>
                <a:cubicBezTo>
                  <a:pt x="38343" y="68600"/>
                  <a:pt x="34272" y="69966"/>
                  <a:pt x="31165" y="72697"/>
                </a:cubicBezTo>
                <a:cubicBezTo>
                  <a:pt x="28060" y="75428"/>
                  <a:pt x="26507" y="79203"/>
                  <a:pt x="26507" y="84022"/>
                </a:cubicBezTo>
                <a:cubicBezTo>
                  <a:pt x="26507" y="88521"/>
                  <a:pt x="28034" y="92217"/>
                  <a:pt x="31086" y="95108"/>
                </a:cubicBezTo>
                <a:cubicBezTo>
                  <a:pt x="34139" y="97999"/>
                  <a:pt x="38236" y="99444"/>
                  <a:pt x="43378" y="99444"/>
                </a:cubicBezTo>
                <a:cubicBezTo>
                  <a:pt x="48518" y="99444"/>
                  <a:pt x="52560" y="97999"/>
                  <a:pt x="55505" y="95108"/>
                </a:cubicBezTo>
                <a:cubicBezTo>
                  <a:pt x="58452" y="92217"/>
                  <a:pt x="59925" y="88521"/>
                  <a:pt x="59925" y="84022"/>
                </a:cubicBezTo>
                <a:cubicBezTo>
                  <a:pt x="59925" y="79309"/>
                  <a:pt x="58398" y="75561"/>
                  <a:pt x="55346" y="72778"/>
                </a:cubicBezTo>
                <a:cubicBezTo>
                  <a:pt x="52293" y="69993"/>
                  <a:pt x="48304" y="68600"/>
                  <a:pt x="43378" y="6860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FC6E05-ACFA-4398-BAF0-EDF0B009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0721" y="4909433"/>
            <a:ext cx="1625355" cy="818823"/>
          </a:xfrm>
          <a:custGeom xmlns:a="http://schemas.openxmlformats.org/drawingml/2006/main">
            <a:pathLst>
              <a:path w="1625355" h="818823">
                <a:moveTo>
                  <a:pt x="1625355" y="0"/>
                </a:moveTo>
                <a:lnTo>
                  <a:pt x="1534270" y="0"/>
                </a:lnTo>
                <a:lnTo>
                  <a:pt x="1534270" y="818823"/>
                </a:lnTo>
                <a:lnTo>
                  <a:pt x="0" y="818823"/>
                </a:lnTo>
                <a:lnTo>
                  <a:pt x="0" y="487932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29630B-1176-4798-8533-41A72EA1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0721" y="4909433"/>
            <a:ext cx="1625355" cy="818823"/>
          </a:xfrm>
          <a:custGeom xmlns:a="http://schemas.openxmlformats.org/drawingml/2006/main">
            <a:pathLst>
              <a:path w="1625355" h="818823" fill="none">
                <a:moveTo>
                  <a:pt x="1625355" y="0"/>
                </a:moveTo>
                <a:lnTo>
                  <a:pt x="1534270" y="0"/>
                </a:lnTo>
                <a:lnTo>
                  <a:pt x="1534270" y="818823"/>
                </a:lnTo>
                <a:lnTo>
                  <a:pt x="0" y="818823"/>
                </a:lnTo>
                <a:lnTo>
                  <a:pt x="0" y="694490"/>
                </a:lnTo>
              </a:path>
            </a:pathLst>
          </a:custGeom>
          <a:noFill xmlns:a="http://schemas.openxmlformats.org/drawingml/2006/main"/>
          <a:ln xmlns:a="http://schemas.openxmlformats.org/drawingml/2006/main" w="34426" cap="flat">
            <a:solidFill>
              <a:srgbClr val="000000"/>
            </a:solidFill>
            <a:round/>
          </a:ln>
        </p:spPr>
      </p:sp>
      <p:sp>
        <p:nvSpPr>
          <p:cNvPr id="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845A14-EA9D-4413-BA43-371EBA14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858" y="5447693"/>
            <a:ext cx="113726" cy="156230"/>
          </a:xfrm>
          <a:custGeom xmlns:a="http://schemas.openxmlformats.org/drawingml/2006/main">
            <a:pathLst>
              <a:path w="113726" h="156230">
                <a:moveTo>
                  <a:pt x="113726" y="156230"/>
                </a:moveTo>
                <a:lnTo>
                  <a:pt x="0" y="156230"/>
                </a:lnTo>
                <a:lnTo>
                  <a:pt x="56863" y="0"/>
                </a:lnTo>
                <a:lnTo>
                  <a:pt x="113726" y="1562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3C57CA-DAA2-4E05-9EE9-A9CEDEF2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858" y="5447693"/>
            <a:ext cx="113726" cy="156230"/>
          </a:xfrm>
          <a:custGeom xmlns:a="http://schemas.openxmlformats.org/drawingml/2006/main">
            <a:pathLst>
              <a:path w="113726" h="156230" fill="none">
                <a:moveTo>
                  <a:pt x="113726" y="156230"/>
                </a:moveTo>
                <a:lnTo>
                  <a:pt x="56863" y="0"/>
                </a:lnTo>
                <a:lnTo>
                  <a:pt x="0" y="156230"/>
                </a:lnTo>
                <a:lnTo>
                  <a:pt x="113726" y="15623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426" cap="flat">
            <a:solidFill>
              <a:srgbClr val="000000"/>
            </a:solidFill>
            <a:miter/>
          </a:ln>
        </p:spPr>
      </p:sp>
      <p:sp>
        <p:nvSpPr>
          <p:cNvPr id="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954A48-AA70-4809-B037-15A88D20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443" y="5205694"/>
            <a:ext cx="236376" cy="191920"/>
          </a:xfrm>
          <a:custGeom xmlns:a="http://schemas.openxmlformats.org/drawingml/2006/main">
            <a:pathLst>
              <a:path w="236376" h="191920">
                <a:moveTo>
                  <a:pt x="0" y="0"/>
                </a:moveTo>
                <a:lnTo>
                  <a:pt x="236376" y="0"/>
                </a:lnTo>
                <a:lnTo>
                  <a:pt x="236376" y="191920"/>
                </a:lnTo>
                <a:lnTo>
                  <a:pt x="0" y="1919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27ED97-9879-439E-98DC-F5193DC4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1290" y="79360"/>
            <a:ext cx="236376" cy="191920"/>
          </a:xfrm>
          <a:custGeom xmlns:a="http://schemas.openxmlformats.org/drawingml/2006/main">
            <a:pathLst>
              <a:path w="236376" h="191920">
                <a:moveTo>
                  <a:pt x="0" y="0"/>
                </a:moveTo>
                <a:lnTo>
                  <a:pt x="236376" y="0"/>
                </a:lnTo>
                <a:lnTo>
                  <a:pt x="236376" y="191920"/>
                </a:lnTo>
                <a:lnTo>
                  <a:pt x="0" y="1919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2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a36e907ae4252"/>
          <a:stretch xmlns:a="http://schemas.openxmlformats.org/drawingml/2006/main"/>
        </p:blipFill>
        <p:spPr>
          <a:xfrm xmlns:a="http://schemas.openxmlformats.org/drawingml/2006/main">
            <a:off x="9777384" y="4056742"/>
            <a:ext cx="886526" cy="477360"/>
          </a:xfrm>
          <a:prstGeom xmlns:a="http://schemas.openxmlformats.org/drawingml/2006/main" prst="rect">
            <a:avLst/>
          </a:prstGeom>
        </p:spPr>
      </p:pic>
      <p:sp>
        <p:nvSpPr>
          <p:cNvPr id="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3A0002-7F57-4C41-805F-BCBDDDE3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714" y="4142807"/>
            <a:ext cx="647865" cy="236376"/>
          </a:xfrm>
          <a:custGeom xmlns:a="http://schemas.openxmlformats.org/drawingml/2006/main">
            <a:pathLst>
              <a:path w="647865" h="236376">
                <a:moveTo>
                  <a:pt x="0" y="39397"/>
                </a:moveTo>
                <a:lnTo>
                  <a:pt x="0" y="39397"/>
                </a:lnTo>
                <a:cubicBezTo>
                  <a:pt x="0" y="17639"/>
                  <a:pt x="17639" y="0"/>
                  <a:pt x="39397" y="0"/>
                </a:cubicBezTo>
                <a:lnTo>
                  <a:pt x="608469" y="0"/>
                </a:lnTo>
                <a:cubicBezTo>
                  <a:pt x="618917" y="0"/>
                  <a:pt x="628938" y="4151"/>
                  <a:pt x="636326" y="11539"/>
                </a:cubicBezTo>
                <a:cubicBezTo>
                  <a:pt x="643714" y="18928"/>
                  <a:pt x="647865" y="28948"/>
                  <a:pt x="647865" y="39397"/>
                </a:cubicBezTo>
                <a:lnTo>
                  <a:pt x="647865" y="196979"/>
                </a:lnTo>
                <a:cubicBezTo>
                  <a:pt x="647865" y="218738"/>
                  <a:pt x="630226" y="236376"/>
                  <a:pt x="608469" y="236376"/>
                </a:cubicBezTo>
                <a:lnTo>
                  <a:pt x="39397" y="236376"/>
                </a:lnTo>
                <a:cubicBezTo>
                  <a:pt x="17639" y="236376"/>
                  <a:pt x="0" y="218738"/>
                  <a:pt x="0" y="196979"/>
                </a:cubicBezTo>
                <a:lnTo>
                  <a:pt x="0" y="39397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99F5EA-3CD5-4CD5-86C1-0574994A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714" y="4142807"/>
            <a:ext cx="647865" cy="236376"/>
          </a:xfrm>
          <a:custGeom xmlns:a="http://schemas.openxmlformats.org/drawingml/2006/main">
            <a:pathLst>
              <a:path w="647865" h="236376" fill="none">
                <a:moveTo>
                  <a:pt x="0" y="39397"/>
                </a:moveTo>
                <a:lnTo>
                  <a:pt x="0" y="39397"/>
                </a:lnTo>
                <a:cubicBezTo>
                  <a:pt x="0" y="17639"/>
                  <a:pt x="17639" y="0"/>
                  <a:pt x="39397" y="0"/>
                </a:cubicBezTo>
                <a:lnTo>
                  <a:pt x="608469" y="0"/>
                </a:lnTo>
                <a:cubicBezTo>
                  <a:pt x="618917" y="0"/>
                  <a:pt x="628938" y="4151"/>
                  <a:pt x="636326" y="11539"/>
                </a:cubicBezTo>
                <a:cubicBezTo>
                  <a:pt x="643714" y="18928"/>
                  <a:pt x="647865" y="28948"/>
                  <a:pt x="647865" y="39397"/>
                </a:cubicBezTo>
                <a:lnTo>
                  <a:pt x="647865" y="196979"/>
                </a:lnTo>
                <a:cubicBezTo>
                  <a:pt x="647865" y="218738"/>
                  <a:pt x="630226" y="236376"/>
                  <a:pt x="608469" y="236376"/>
                </a:cubicBezTo>
                <a:lnTo>
                  <a:pt x="39397" y="236376"/>
                </a:lnTo>
                <a:cubicBezTo>
                  <a:pt x="17639" y="236376"/>
                  <a:pt x="0" y="218738"/>
                  <a:pt x="0" y="196979"/>
                </a:cubicBezTo>
                <a:lnTo>
                  <a:pt x="0" y="393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4426" cap="flat">
            <a:solidFill>
              <a:srgbClr val="6AA84F"/>
            </a:solidFill>
            <a:custDash>
              <a:ds d="100000" sp="300000"/>
            </a:custDash>
            <a:round/>
          </a:ln>
        </p:spPr>
      </p:sp>
      <p:sp>
        <p:nvSpPr>
          <p:cNvPr id="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759667-B5B7-4DBA-9FB2-E6852A70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4176" y="4407123"/>
            <a:ext cx="1482636" cy="274326"/>
          </a:xfrm>
          <a:custGeom xmlns:a="http://schemas.openxmlformats.org/drawingml/2006/main">
            <a:pathLst>
              <a:path w="1482636" h="274326">
                <a:moveTo>
                  <a:pt x="1482636" y="274326"/>
                </a:moveTo>
                <a:lnTo>
                  <a:pt x="0" y="274326"/>
                </a:lnTo>
                <a:lnTo>
                  <a:pt x="0" y="0"/>
                </a:lnTo>
                <a:lnTo>
                  <a:pt x="1482636" y="0"/>
                </a:lnTo>
                <a:lnTo>
                  <a:pt x="1482636" y="27432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16" name="Text Patch">
            <a:extLst xmlns:a="http://schemas.openxmlformats.org/drawingml/2006/main">
              <a:ext uri="{FF2B5EF4-FFF2-40B4-BE49-F238E27FC236}">
                <a16:creationId xmlns:a16="http://schemas.microsoft.com/office/drawing/2014/main" id="{A60CAC51-245B-47AB-8C55-8A92E3C3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1466" y="4442467"/>
            <a:ext cx="436502" cy="120333"/>
          </a:xfrm>
          <a:custGeom xmlns:a="http://schemas.openxmlformats.org/drawingml/2006/main">
            <a:pathLst>
              <a:path w="436502" h="120333">
                <a:moveTo>
                  <a:pt x="74866" y="39684"/>
                </a:moveTo>
                <a:cubicBezTo>
                  <a:pt x="74866" y="49001"/>
                  <a:pt x="71679" y="56739"/>
                  <a:pt x="65306" y="62898"/>
                </a:cubicBezTo>
                <a:cubicBezTo>
                  <a:pt x="58934" y="69056"/>
                  <a:pt x="49215" y="72135"/>
                  <a:pt x="36149" y="72135"/>
                </a:cubicBezTo>
                <a:lnTo>
                  <a:pt x="14620" y="72135"/>
                </a:lnTo>
                <a:lnTo>
                  <a:pt x="14620" y="118886"/>
                </a:lnTo>
                <a:lnTo>
                  <a:pt x="0" y="118886"/>
                </a:lnTo>
                <a:lnTo>
                  <a:pt x="0" y="6908"/>
                </a:lnTo>
                <a:lnTo>
                  <a:pt x="36149" y="6908"/>
                </a:lnTo>
                <a:cubicBezTo>
                  <a:pt x="48786" y="6908"/>
                  <a:pt x="58398" y="9961"/>
                  <a:pt x="64985" y="16067"/>
                </a:cubicBezTo>
                <a:cubicBezTo>
                  <a:pt x="71572" y="22172"/>
                  <a:pt x="74866" y="30045"/>
                  <a:pt x="74866" y="39684"/>
                </a:cubicBezTo>
                <a:moveTo>
                  <a:pt x="36149" y="60087"/>
                </a:moveTo>
                <a:cubicBezTo>
                  <a:pt x="44289" y="60087"/>
                  <a:pt x="50287" y="58319"/>
                  <a:pt x="54142" y="54784"/>
                </a:cubicBezTo>
                <a:cubicBezTo>
                  <a:pt x="57997" y="51249"/>
                  <a:pt x="59925" y="46216"/>
                  <a:pt x="59925" y="39684"/>
                </a:cubicBezTo>
                <a:cubicBezTo>
                  <a:pt x="59925" y="25867"/>
                  <a:pt x="51999" y="18959"/>
                  <a:pt x="36149" y="18959"/>
                </a:cubicBezTo>
                <a:lnTo>
                  <a:pt x="14620" y="18959"/>
                </a:lnTo>
                <a:lnTo>
                  <a:pt x="14620" y="60087"/>
                </a:lnTo>
                <a:lnTo>
                  <a:pt x="36149" y="60087"/>
                </a:lnTo>
                <a:close/>
                <a:moveTo>
                  <a:pt x="87557" y="74545"/>
                </a:moveTo>
                <a:cubicBezTo>
                  <a:pt x="87557" y="65548"/>
                  <a:pt x="89378" y="57650"/>
                  <a:pt x="93019" y="50850"/>
                </a:cubicBezTo>
                <a:cubicBezTo>
                  <a:pt x="96660" y="44048"/>
                  <a:pt x="101667" y="38772"/>
                  <a:pt x="108039" y="35023"/>
                </a:cubicBezTo>
                <a:cubicBezTo>
                  <a:pt x="114413" y="31274"/>
                  <a:pt x="121509" y="29400"/>
                  <a:pt x="129327" y="29400"/>
                </a:cubicBezTo>
                <a:cubicBezTo>
                  <a:pt x="137039" y="29400"/>
                  <a:pt x="143733" y="31060"/>
                  <a:pt x="149409" y="34381"/>
                </a:cubicBezTo>
                <a:cubicBezTo>
                  <a:pt x="155086" y="37702"/>
                  <a:pt x="159318" y="41879"/>
                  <a:pt x="162102" y="46913"/>
                </a:cubicBezTo>
                <a:lnTo>
                  <a:pt x="162102" y="30846"/>
                </a:lnTo>
                <a:lnTo>
                  <a:pt x="176882" y="30846"/>
                </a:lnTo>
                <a:lnTo>
                  <a:pt x="176882" y="118886"/>
                </a:lnTo>
                <a:lnTo>
                  <a:pt x="162102" y="118886"/>
                </a:lnTo>
                <a:lnTo>
                  <a:pt x="162102" y="102499"/>
                </a:lnTo>
                <a:cubicBezTo>
                  <a:pt x="159210" y="107640"/>
                  <a:pt x="154899" y="111898"/>
                  <a:pt x="149169" y="115273"/>
                </a:cubicBezTo>
                <a:cubicBezTo>
                  <a:pt x="143439" y="118646"/>
                  <a:pt x="136772" y="120333"/>
                  <a:pt x="129168" y="120333"/>
                </a:cubicBezTo>
                <a:cubicBezTo>
                  <a:pt x="121349" y="120333"/>
                  <a:pt x="114280" y="118405"/>
                  <a:pt x="107960" y="114550"/>
                </a:cubicBezTo>
                <a:cubicBezTo>
                  <a:pt x="101641" y="110693"/>
                  <a:pt x="96660" y="105284"/>
                  <a:pt x="93019" y="98324"/>
                </a:cubicBezTo>
                <a:cubicBezTo>
                  <a:pt x="89378" y="91362"/>
                  <a:pt x="87557" y="83436"/>
                  <a:pt x="87557" y="74545"/>
                </a:cubicBezTo>
                <a:moveTo>
                  <a:pt x="162102" y="74707"/>
                </a:moveTo>
                <a:cubicBezTo>
                  <a:pt x="162102" y="68065"/>
                  <a:pt x="160763" y="62282"/>
                  <a:pt x="158085" y="57356"/>
                </a:cubicBezTo>
                <a:cubicBezTo>
                  <a:pt x="155408" y="52428"/>
                  <a:pt x="151793" y="48653"/>
                  <a:pt x="147240" y="46030"/>
                </a:cubicBezTo>
                <a:cubicBezTo>
                  <a:pt x="142688" y="43406"/>
                  <a:pt x="137681" y="42093"/>
                  <a:pt x="132220" y="42093"/>
                </a:cubicBezTo>
                <a:cubicBezTo>
                  <a:pt x="126758" y="42093"/>
                  <a:pt x="121777" y="43379"/>
                  <a:pt x="117278" y="45949"/>
                </a:cubicBezTo>
                <a:cubicBezTo>
                  <a:pt x="112781" y="48520"/>
                  <a:pt x="109193" y="52269"/>
                  <a:pt x="106514" y="57196"/>
                </a:cubicBezTo>
                <a:cubicBezTo>
                  <a:pt x="103837" y="62122"/>
                  <a:pt x="102499" y="67905"/>
                  <a:pt x="102499" y="74545"/>
                </a:cubicBezTo>
                <a:cubicBezTo>
                  <a:pt x="102499" y="81293"/>
                  <a:pt x="103837" y="87158"/>
                  <a:pt x="106514" y="92139"/>
                </a:cubicBezTo>
                <a:cubicBezTo>
                  <a:pt x="109193" y="97119"/>
                  <a:pt x="112781" y="100921"/>
                  <a:pt x="117278" y="103545"/>
                </a:cubicBezTo>
                <a:cubicBezTo>
                  <a:pt x="121777" y="106168"/>
                  <a:pt x="126758" y="107480"/>
                  <a:pt x="132220" y="107480"/>
                </a:cubicBezTo>
                <a:cubicBezTo>
                  <a:pt x="137681" y="107480"/>
                  <a:pt x="142688" y="106168"/>
                  <a:pt x="147240" y="103545"/>
                </a:cubicBezTo>
                <a:cubicBezTo>
                  <a:pt x="151793" y="100921"/>
                  <a:pt x="155408" y="97119"/>
                  <a:pt x="158085" y="92139"/>
                </a:cubicBezTo>
                <a:cubicBezTo>
                  <a:pt x="160763" y="87158"/>
                  <a:pt x="162102" y="81347"/>
                  <a:pt x="162102" y="74707"/>
                </a:cubicBezTo>
                <a:close/>
                <a:moveTo>
                  <a:pt x="219457" y="42895"/>
                </a:moveTo>
                <a:lnTo>
                  <a:pt x="219457" y="94789"/>
                </a:lnTo>
                <a:cubicBezTo>
                  <a:pt x="219457" y="99072"/>
                  <a:pt x="220367" y="102098"/>
                  <a:pt x="222188" y="103867"/>
                </a:cubicBezTo>
                <a:cubicBezTo>
                  <a:pt x="224008" y="105633"/>
                  <a:pt x="227168" y="106517"/>
                  <a:pt x="231667" y="106517"/>
                </a:cubicBezTo>
                <a:lnTo>
                  <a:pt x="242429" y="106517"/>
                </a:lnTo>
                <a:lnTo>
                  <a:pt x="242429" y="118886"/>
                </a:lnTo>
                <a:lnTo>
                  <a:pt x="229255" y="118886"/>
                </a:lnTo>
                <a:cubicBezTo>
                  <a:pt x="221116" y="118886"/>
                  <a:pt x="215011" y="117012"/>
                  <a:pt x="210940" y="113263"/>
                </a:cubicBezTo>
                <a:cubicBezTo>
                  <a:pt x="206871" y="109514"/>
                  <a:pt x="204836" y="103356"/>
                  <a:pt x="204836" y="94789"/>
                </a:cubicBezTo>
                <a:lnTo>
                  <a:pt x="204836" y="42895"/>
                </a:lnTo>
                <a:lnTo>
                  <a:pt x="193430" y="42895"/>
                </a:lnTo>
                <a:lnTo>
                  <a:pt x="193430" y="30846"/>
                </a:lnTo>
                <a:lnTo>
                  <a:pt x="204836" y="30846"/>
                </a:lnTo>
                <a:lnTo>
                  <a:pt x="204836" y="8676"/>
                </a:lnTo>
                <a:lnTo>
                  <a:pt x="219457" y="8676"/>
                </a:lnTo>
                <a:lnTo>
                  <a:pt x="219457" y="30846"/>
                </a:lnTo>
                <a:lnTo>
                  <a:pt x="242429" y="30846"/>
                </a:lnTo>
                <a:lnTo>
                  <a:pt x="242429" y="42895"/>
                </a:lnTo>
                <a:lnTo>
                  <a:pt x="219457" y="42895"/>
                </a:lnTo>
                <a:close/>
                <a:moveTo>
                  <a:pt x="254640" y="74707"/>
                </a:moveTo>
                <a:cubicBezTo>
                  <a:pt x="254640" y="65602"/>
                  <a:pt x="256460" y="57650"/>
                  <a:pt x="260102" y="50850"/>
                </a:cubicBezTo>
                <a:cubicBezTo>
                  <a:pt x="263743" y="44048"/>
                  <a:pt x="268803" y="38772"/>
                  <a:pt x="275283" y="35023"/>
                </a:cubicBezTo>
                <a:cubicBezTo>
                  <a:pt x="281763" y="31274"/>
                  <a:pt x="289180" y="29400"/>
                  <a:pt x="297535" y="29400"/>
                </a:cubicBezTo>
                <a:cubicBezTo>
                  <a:pt x="308352" y="29400"/>
                  <a:pt x="317269" y="32024"/>
                  <a:pt x="324285" y="37274"/>
                </a:cubicBezTo>
                <a:cubicBezTo>
                  <a:pt x="331301" y="42521"/>
                  <a:pt x="335933" y="49805"/>
                  <a:pt x="338182" y="59123"/>
                </a:cubicBezTo>
                <a:lnTo>
                  <a:pt x="322436" y="59123"/>
                </a:lnTo>
                <a:cubicBezTo>
                  <a:pt x="320938" y="53768"/>
                  <a:pt x="318019" y="49537"/>
                  <a:pt x="313680" y="46432"/>
                </a:cubicBezTo>
                <a:cubicBezTo>
                  <a:pt x="309342" y="43326"/>
                  <a:pt x="303961" y="41772"/>
                  <a:pt x="297535" y="41772"/>
                </a:cubicBezTo>
                <a:cubicBezTo>
                  <a:pt x="289180" y="41772"/>
                  <a:pt x="282432" y="44637"/>
                  <a:pt x="277291" y="50367"/>
                </a:cubicBezTo>
                <a:cubicBezTo>
                  <a:pt x="272151" y="56097"/>
                  <a:pt x="269581" y="64210"/>
                  <a:pt x="269581" y="74707"/>
                </a:cubicBezTo>
                <a:cubicBezTo>
                  <a:pt x="269581" y="85310"/>
                  <a:pt x="272151" y="93504"/>
                  <a:pt x="277291" y="99287"/>
                </a:cubicBezTo>
                <a:cubicBezTo>
                  <a:pt x="282432" y="105071"/>
                  <a:pt x="289180" y="107963"/>
                  <a:pt x="297535" y="107963"/>
                </a:cubicBezTo>
                <a:cubicBezTo>
                  <a:pt x="303961" y="107963"/>
                  <a:pt x="309315" y="106463"/>
                  <a:pt x="313599" y="103465"/>
                </a:cubicBezTo>
                <a:cubicBezTo>
                  <a:pt x="317884" y="100466"/>
                  <a:pt x="320830" y="96181"/>
                  <a:pt x="322436" y="90612"/>
                </a:cubicBezTo>
                <a:lnTo>
                  <a:pt x="338182" y="90612"/>
                </a:lnTo>
                <a:cubicBezTo>
                  <a:pt x="335825" y="99608"/>
                  <a:pt x="331112" y="106812"/>
                  <a:pt x="324042" y="112221"/>
                </a:cubicBezTo>
                <a:cubicBezTo>
                  <a:pt x="316974" y="117629"/>
                  <a:pt x="308138" y="120333"/>
                  <a:pt x="297535" y="120333"/>
                </a:cubicBezTo>
                <a:cubicBezTo>
                  <a:pt x="289180" y="120333"/>
                  <a:pt x="281763" y="118458"/>
                  <a:pt x="275283" y="114709"/>
                </a:cubicBezTo>
                <a:cubicBezTo>
                  <a:pt x="268803" y="110960"/>
                  <a:pt x="263743" y="105659"/>
                  <a:pt x="260102" y="98804"/>
                </a:cubicBezTo>
                <a:cubicBezTo>
                  <a:pt x="256460" y="91950"/>
                  <a:pt x="254640" y="83918"/>
                  <a:pt x="254640" y="74707"/>
                </a:cubicBezTo>
                <a:close/>
                <a:moveTo>
                  <a:pt x="401319" y="29241"/>
                </a:moveTo>
                <a:cubicBezTo>
                  <a:pt x="407959" y="29241"/>
                  <a:pt x="413957" y="30660"/>
                  <a:pt x="419312" y="33499"/>
                </a:cubicBezTo>
                <a:cubicBezTo>
                  <a:pt x="424668" y="36336"/>
                  <a:pt x="428871" y="40593"/>
                  <a:pt x="431923" y="46270"/>
                </a:cubicBezTo>
                <a:cubicBezTo>
                  <a:pt x="434975" y="51946"/>
                  <a:pt x="436502" y="58854"/>
                  <a:pt x="436502" y="66995"/>
                </a:cubicBezTo>
                <a:lnTo>
                  <a:pt x="436502" y="118886"/>
                </a:lnTo>
                <a:lnTo>
                  <a:pt x="422043" y="118886"/>
                </a:lnTo>
                <a:lnTo>
                  <a:pt x="422043" y="69083"/>
                </a:lnTo>
                <a:cubicBezTo>
                  <a:pt x="422043" y="60301"/>
                  <a:pt x="419848" y="53580"/>
                  <a:pt x="415456" y="48920"/>
                </a:cubicBezTo>
                <a:cubicBezTo>
                  <a:pt x="411065" y="44261"/>
                  <a:pt x="405067" y="41931"/>
                  <a:pt x="397463" y="41931"/>
                </a:cubicBezTo>
                <a:cubicBezTo>
                  <a:pt x="389752" y="41931"/>
                  <a:pt x="383621" y="44341"/>
                  <a:pt x="379068" y="49161"/>
                </a:cubicBezTo>
                <a:cubicBezTo>
                  <a:pt x="374516" y="53980"/>
                  <a:pt x="372240" y="60996"/>
                  <a:pt x="372240" y="70209"/>
                </a:cubicBezTo>
                <a:lnTo>
                  <a:pt x="372240" y="118886"/>
                </a:lnTo>
                <a:lnTo>
                  <a:pt x="357620" y="118886"/>
                </a:lnTo>
                <a:lnTo>
                  <a:pt x="357620" y="0"/>
                </a:lnTo>
                <a:lnTo>
                  <a:pt x="372240" y="0"/>
                </a:lnTo>
                <a:lnTo>
                  <a:pt x="372240" y="43378"/>
                </a:lnTo>
                <a:cubicBezTo>
                  <a:pt x="375133" y="38880"/>
                  <a:pt x="379122" y="35400"/>
                  <a:pt x="384208" y="32937"/>
                </a:cubicBezTo>
                <a:cubicBezTo>
                  <a:pt x="389296" y="30473"/>
                  <a:pt x="394999" y="29241"/>
                  <a:pt x="401319" y="292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7" name="Text Validation">
            <a:extLst xmlns:a="http://schemas.openxmlformats.org/drawingml/2006/main">
              <a:ext uri="{FF2B5EF4-FFF2-40B4-BE49-F238E27FC236}">
                <a16:creationId xmlns:a16="http://schemas.microsoft.com/office/drawing/2014/main" id="{EB874B60-470B-45EE-8737-8652054E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2631" y="4631881"/>
            <a:ext cx="801993" cy="123706"/>
          </a:xfrm>
          <a:custGeom xmlns:a="http://schemas.openxmlformats.org/drawingml/2006/main">
            <a:pathLst>
              <a:path w="801993" h="123706">
                <a:moveTo>
                  <a:pt x="101373" y="10281"/>
                </a:moveTo>
                <a:lnTo>
                  <a:pt x="59121" y="122260"/>
                </a:lnTo>
                <a:lnTo>
                  <a:pt x="42253" y="122260"/>
                </a:lnTo>
                <a:lnTo>
                  <a:pt x="0" y="10281"/>
                </a:lnTo>
                <a:lnTo>
                  <a:pt x="15584" y="10281"/>
                </a:lnTo>
                <a:lnTo>
                  <a:pt x="50766" y="106838"/>
                </a:lnTo>
                <a:lnTo>
                  <a:pt x="85952" y="10281"/>
                </a:lnTo>
                <a:lnTo>
                  <a:pt x="101373" y="10281"/>
                </a:lnTo>
                <a:close/>
                <a:moveTo>
                  <a:pt x="111976" y="77918"/>
                </a:moveTo>
                <a:cubicBezTo>
                  <a:pt x="111976" y="68922"/>
                  <a:pt x="113797" y="61023"/>
                  <a:pt x="117438" y="54223"/>
                </a:cubicBezTo>
                <a:cubicBezTo>
                  <a:pt x="121079" y="47421"/>
                  <a:pt x="126086" y="42146"/>
                  <a:pt x="132458" y="38397"/>
                </a:cubicBezTo>
                <a:cubicBezTo>
                  <a:pt x="138831" y="34648"/>
                  <a:pt x="145927" y="32773"/>
                  <a:pt x="153746" y="32773"/>
                </a:cubicBezTo>
                <a:cubicBezTo>
                  <a:pt x="161458" y="32773"/>
                  <a:pt x="168152" y="34433"/>
                  <a:pt x="173828" y="37754"/>
                </a:cubicBezTo>
                <a:cubicBezTo>
                  <a:pt x="179505" y="41075"/>
                  <a:pt x="183736" y="45252"/>
                  <a:pt x="186521" y="50286"/>
                </a:cubicBezTo>
                <a:lnTo>
                  <a:pt x="186521" y="34219"/>
                </a:lnTo>
                <a:lnTo>
                  <a:pt x="201301" y="34219"/>
                </a:lnTo>
                <a:lnTo>
                  <a:pt x="201301" y="122260"/>
                </a:lnTo>
                <a:lnTo>
                  <a:pt x="186521" y="122260"/>
                </a:lnTo>
                <a:lnTo>
                  <a:pt x="186521" y="105872"/>
                </a:lnTo>
                <a:cubicBezTo>
                  <a:pt x="183629" y="111013"/>
                  <a:pt x="179317" y="115271"/>
                  <a:pt x="173588" y="118646"/>
                </a:cubicBezTo>
                <a:cubicBezTo>
                  <a:pt x="167858" y="122019"/>
                  <a:pt x="161191" y="123706"/>
                  <a:pt x="153587" y="123706"/>
                </a:cubicBezTo>
                <a:cubicBezTo>
                  <a:pt x="145768" y="123706"/>
                  <a:pt x="138699" y="121778"/>
                  <a:pt x="132379" y="117923"/>
                </a:cubicBezTo>
                <a:cubicBezTo>
                  <a:pt x="126060" y="114066"/>
                  <a:pt x="121079" y="108657"/>
                  <a:pt x="117438" y="101697"/>
                </a:cubicBezTo>
                <a:cubicBezTo>
                  <a:pt x="113797" y="94735"/>
                  <a:pt x="111976" y="86809"/>
                  <a:pt x="111976" y="77918"/>
                </a:cubicBezTo>
                <a:moveTo>
                  <a:pt x="186521" y="78080"/>
                </a:moveTo>
                <a:cubicBezTo>
                  <a:pt x="186521" y="71438"/>
                  <a:pt x="185182" y="65655"/>
                  <a:pt x="182503" y="60729"/>
                </a:cubicBezTo>
                <a:cubicBezTo>
                  <a:pt x="179826" y="55802"/>
                  <a:pt x="176211" y="52026"/>
                  <a:pt x="171658" y="49403"/>
                </a:cubicBezTo>
                <a:cubicBezTo>
                  <a:pt x="167107" y="46779"/>
                  <a:pt x="162100" y="45466"/>
                  <a:pt x="156639" y="45466"/>
                </a:cubicBezTo>
                <a:cubicBezTo>
                  <a:pt x="151177" y="45466"/>
                  <a:pt x="146196" y="46752"/>
                  <a:pt x="141697" y="49323"/>
                </a:cubicBezTo>
                <a:cubicBezTo>
                  <a:pt x="137200" y="51893"/>
                  <a:pt x="133612" y="55642"/>
                  <a:pt x="130933" y="60570"/>
                </a:cubicBezTo>
                <a:cubicBezTo>
                  <a:pt x="128256" y="65495"/>
                  <a:pt x="126918" y="71278"/>
                  <a:pt x="126918" y="77918"/>
                </a:cubicBezTo>
                <a:cubicBezTo>
                  <a:pt x="126918" y="84666"/>
                  <a:pt x="128256" y="90531"/>
                  <a:pt x="130933" y="95512"/>
                </a:cubicBezTo>
                <a:cubicBezTo>
                  <a:pt x="133612" y="100492"/>
                  <a:pt x="137200" y="104294"/>
                  <a:pt x="141697" y="106919"/>
                </a:cubicBezTo>
                <a:cubicBezTo>
                  <a:pt x="146196" y="109542"/>
                  <a:pt x="151177" y="110853"/>
                  <a:pt x="156639" y="110853"/>
                </a:cubicBezTo>
                <a:cubicBezTo>
                  <a:pt x="162100" y="110853"/>
                  <a:pt x="167107" y="109542"/>
                  <a:pt x="171658" y="106919"/>
                </a:cubicBezTo>
                <a:cubicBezTo>
                  <a:pt x="176211" y="104294"/>
                  <a:pt x="179826" y="100492"/>
                  <a:pt x="182503" y="95512"/>
                </a:cubicBezTo>
                <a:cubicBezTo>
                  <a:pt x="185182" y="90531"/>
                  <a:pt x="186521" y="84720"/>
                  <a:pt x="186521" y="78080"/>
                </a:cubicBezTo>
                <a:close/>
                <a:moveTo>
                  <a:pt x="240662" y="3373"/>
                </a:moveTo>
                <a:lnTo>
                  <a:pt x="240662" y="122260"/>
                </a:lnTo>
                <a:lnTo>
                  <a:pt x="226042" y="122260"/>
                </a:lnTo>
                <a:lnTo>
                  <a:pt x="226042" y="3373"/>
                </a:lnTo>
                <a:lnTo>
                  <a:pt x="240662" y="3373"/>
                </a:lnTo>
                <a:close/>
                <a:moveTo>
                  <a:pt x="273113" y="19923"/>
                </a:moveTo>
                <a:cubicBezTo>
                  <a:pt x="270330" y="19923"/>
                  <a:pt x="267974" y="18958"/>
                  <a:pt x="266045" y="17030"/>
                </a:cubicBezTo>
                <a:cubicBezTo>
                  <a:pt x="264117" y="15102"/>
                  <a:pt x="263153" y="12745"/>
                  <a:pt x="263153" y="9960"/>
                </a:cubicBezTo>
                <a:cubicBezTo>
                  <a:pt x="263153" y="7175"/>
                  <a:pt x="264117" y="4819"/>
                  <a:pt x="266045" y="2893"/>
                </a:cubicBezTo>
                <a:cubicBezTo>
                  <a:pt x="267974" y="964"/>
                  <a:pt x="270330" y="0"/>
                  <a:pt x="273113" y="0"/>
                </a:cubicBezTo>
                <a:cubicBezTo>
                  <a:pt x="275791" y="0"/>
                  <a:pt x="278068" y="964"/>
                  <a:pt x="279942" y="2893"/>
                </a:cubicBezTo>
                <a:cubicBezTo>
                  <a:pt x="281817" y="4819"/>
                  <a:pt x="282754" y="7175"/>
                  <a:pt x="282754" y="9960"/>
                </a:cubicBezTo>
                <a:cubicBezTo>
                  <a:pt x="282754" y="12745"/>
                  <a:pt x="281817" y="15102"/>
                  <a:pt x="279942" y="17030"/>
                </a:cubicBezTo>
                <a:cubicBezTo>
                  <a:pt x="278068" y="18958"/>
                  <a:pt x="275791" y="19923"/>
                  <a:pt x="273113" y="19923"/>
                </a:cubicBezTo>
                <a:moveTo>
                  <a:pt x="280183" y="34219"/>
                </a:moveTo>
                <a:lnTo>
                  <a:pt x="280183" y="122260"/>
                </a:lnTo>
                <a:lnTo>
                  <a:pt x="265562" y="122260"/>
                </a:lnTo>
                <a:lnTo>
                  <a:pt x="265562" y="34219"/>
                </a:lnTo>
                <a:lnTo>
                  <a:pt x="280183" y="34219"/>
                </a:lnTo>
                <a:close/>
                <a:moveTo>
                  <a:pt x="299622" y="77918"/>
                </a:moveTo>
                <a:cubicBezTo>
                  <a:pt x="299622" y="68922"/>
                  <a:pt x="301443" y="61023"/>
                  <a:pt x="305084" y="54223"/>
                </a:cubicBezTo>
                <a:cubicBezTo>
                  <a:pt x="308725" y="47421"/>
                  <a:pt x="313732" y="42146"/>
                  <a:pt x="320104" y="38397"/>
                </a:cubicBezTo>
                <a:cubicBezTo>
                  <a:pt x="326478" y="34648"/>
                  <a:pt x="333628" y="32773"/>
                  <a:pt x="341554" y="32773"/>
                </a:cubicBezTo>
                <a:cubicBezTo>
                  <a:pt x="348408" y="32773"/>
                  <a:pt x="354780" y="34353"/>
                  <a:pt x="360670" y="37514"/>
                </a:cubicBezTo>
                <a:cubicBezTo>
                  <a:pt x="366562" y="40673"/>
                  <a:pt x="371061" y="44823"/>
                  <a:pt x="374168" y="49965"/>
                </a:cubicBezTo>
                <a:lnTo>
                  <a:pt x="374168" y="3373"/>
                </a:lnTo>
                <a:lnTo>
                  <a:pt x="388947" y="3373"/>
                </a:lnTo>
                <a:lnTo>
                  <a:pt x="388947" y="122260"/>
                </a:lnTo>
                <a:lnTo>
                  <a:pt x="374168" y="122260"/>
                </a:lnTo>
                <a:lnTo>
                  <a:pt x="374168" y="105712"/>
                </a:lnTo>
                <a:cubicBezTo>
                  <a:pt x="371275" y="110960"/>
                  <a:pt x="366990" y="115271"/>
                  <a:pt x="361312" y="118646"/>
                </a:cubicBezTo>
                <a:cubicBezTo>
                  <a:pt x="355637" y="122019"/>
                  <a:pt x="348996" y="123706"/>
                  <a:pt x="341392" y="123706"/>
                </a:cubicBezTo>
                <a:cubicBezTo>
                  <a:pt x="333574" y="123706"/>
                  <a:pt x="326478" y="121778"/>
                  <a:pt x="320104" y="117923"/>
                </a:cubicBezTo>
                <a:cubicBezTo>
                  <a:pt x="313732" y="114066"/>
                  <a:pt x="308725" y="108657"/>
                  <a:pt x="305084" y="101697"/>
                </a:cubicBezTo>
                <a:cubicBezTo>
                  <a:pt x="301443" y="94735"/>
                  <a:pt x="299622" y="86809"/>
                  <a:pt x="299622" y="77918"/>
                </a:cubicBezTo>
                <a:moveTo>
                  <a:pt x="374168" y="78080"/>
                </a:moveTo>
                <a:cubicBezTo>
                  <a:pt x="374168" y="71438"/>
                  <a:pt x="372828" y="65655"/>
                  <a:pt x="370150" y="60729"/>
                </a:cubicBezTo>
                <a:cubicBezTo>
                  <a:pt x="367473" y="55802"/>
                  <a:pt x="363858" y="52026"/>
                  <a:pt x="359305" y="49403"/>
                </a:cubicBezTo>
                <a:cubicBezTo>
                  <a:pt x="354753" y="46779"/>
                  <a:pt x="349747" y="45466"/>
                  <a:pt x="344285" y="45466"/>
                </a:cubicBezTo>
                <a:cubicBezTo>
                  <a:pt x="338823" y="45466"/>
                  <a:pt x="333843" y="46752"/>
                  <a:pt x="329343" y="49323"/>
                </a:cubicBezTo>
                <a:cubicBezTo>
                  <a:pt x="324846" y="51893"/>
                  <a:pt x="321258" y="55642"/>
                  <a:pt x="318579" y="60570"/>
                </a:cubicBezTo>
                <a:cubicBezTo>
                  <a:pt x="315902" y="65495"/>
                  <a:pt x="314564" y="71278"/>
                  <a:pt x="314564" y="77918"/>
                </a:cubicBezTo>
                <a:cubicBezTo>
                  <a:pt x="314564" y="84666"/>
                  <a:pt x="315902" y="90531"/>
                  <a:pt x="318579" y="95512"/>
                </a:cubicBezTo>
                <a:cubicBezTo>
                  <a:pt x="321258" y="100492"/>
                  <a:pt x="324846" y="104294"/>
                  <a:pt x="329343" y="106919"/>
                </a:cubicBezTo>
                <a:cubicBezTo>
                  <a:pt x="333843" y="109542"/>
                  <a:pt x="338823" y="110853"/>
                  <a:pt x="344285" y="110853"/>
                </a:cubicBezTo>
                <a:cubicBezTo>
                  <a:pt x="349747" y="110853"/>
                  <a:pt x="354753" y="109542"/>
                  <a:pt x="359305" y="106919"/>
                </a:cubicBezTo>
                <a:cubicBezTo>
                  <a:pt x="363858" y="104294"/>
                  <a:pt x="367473" y="100492"/>
                  <a:pt x="370150" y="95512"/>
                </a:cubicBezTo>
                <a:cubicBezTo>
                  <a:pt x="372828" y="90531"/>
                  <a:pt x="374168" y="84720"/>
                  <a:pt x="374168" y="78080"/>
                </a:cubicBezTo>
                <a:close/>
                <a:moveTo>
                  <a:pt x="408226" y="77918"/>
                </a:moveTo>
                <a:cubicBezTo>
                  <a:pt x="408226" y="68922"/>
                  <a:pt x="410047" y="61023"/>
                  <a:pt x="413688" y="54223"/>
                </a:cubicBezTo>
                <a:cubicBezTo>
                  <a:pt x="417329" y="47421"/>
                  <a:pt x="422336" y="42146"/>
                  <a:pt x="428708" y="38397"/>
                </a:cubicBezTo>
                <a:cubicBezTo>
                  <a:pt x="435082" y="34648"/>
                  <a:pt x="442178" y="32773"/>
                  <a:pt x="449996" y="32773"/>
                </a:cubicBezTo>
                <a:cubicBezTo>
                  <a:pt x="457708" y="32773"/>
                  <a:pt x="464402" y="34433"/>
                  <a:pt x="470078" y="37754"/>
                </a:cubicBezTo>
                <a:cubicBezTo>
                  <a:pt x="475756" y="41075"/>
                  <a:pt x="479987" y="45252"/>
                  <a:pt x="482771" y="50286"/>
                </a:cubicBezTo>
                <a:lnTo>
                  <a:pt x="482771" y="34219"/>
                </a:lnTo>
                <a:lnTo>
                  <a:pt x="497551" y="34219"/>
                </a:lnTo>
                <a:lnTo>
                  <a:pt x="497551" y="122260"/>
                </a:lnTo>
                <a:lnTo>
                  <a:pt x="482771" y="122260"/>
                </a:lnTo>
                <a:lnTo>
                  <a:pt x="482771" y="105872"/>
                </a:lnTo>
                <a:cubicBezTo>
                  <a:pt x="479879" y="111013"/>
                  <a:pt x="475568" y="115271"/>
                  <a:pt x="469838" y="118646"/>
                </a:cubicBezTo>
                <a:cubicBezTo>
                  <a:pt x="464108" y="122019"/>
                  <a:pt x="457441" y="123706"/>
                  <a:pt x="449837" y="123706"/>
                </a:cubicBezTo>
                <a:cubicBezTo>
                  <a:pt x="442018" y="123706"/>
                  <a:pt x="434949" y="121778"/>
                  <a:pt x="428629" y="117923"/>
                </a:cubicBezTo>
                <a:cubicBezTo>
                  <a:pt x="422310" y="114066"/>
                  <a:pt x="417329" y="108657"/>
                  <a:pt x="413688" y="101697"/>
                </a:cubicBezTo>
                <a:cubicBezTo>
                  <a:pt x="410047" y="94735"/>
                  <a:pt x="408226" y="86809"/>
                  <a:pt x="408226" y="77918"/>
                </a:cubicBezTo>
                <a:moveTo>
                  <a:pt x="482771" y="78080"/>
                </a:moveTo>
                <a:cubicBezTo>
                  <a:pt x="482771" y="71438"/>
                  <a:pt x="481432" y="65655"/>
                  <a:pt x="478754" y="60729"/>
                </a:cubicBezTo>
                <a:cubicBezTo>
                  <a:pt x="476077" y="55802"/>
                  <a:pt x="472462" y="52026"/>
                  <a:pt x="467909" y="49403"/>
                </a:cubicBezTo>
                <a:cubicBezTo>
                  <a:pt x="463357" y="46779"/>
                  <a:pt x="458350" y="45466"/>
                  <a:pt x="452889" y="45466"/>
                </a:cubicBezTo>
                <a:cubicBezTo>
                  <a:pt x="447427" y="45466"/>
                  <a:pt x="442446" y="46752"/>
                  <a:pt x="437947" y="49323"/>
                </a:cubicBezTo>
                <a:cubicBezTo>
                  <a:pt x="433450" y="51893"/>
                  <a:pt x="429862" y="55642"/>
                  <a:pt x="427183" y="60570"/>
                </a:cubicBezTo>
                <a:cubicBezTo>
                  <a:pt x="424506" y="65495"/>
                  <a:pt x="423168" y="71278"/>
                  <a:pt x="423168" y="77918"/>
                </a:cubicBezTo>
                <a:cubicBezTo>
                  <a:pt x="423168" y="84666"/>
                  <a:pt x="424506" y="90531"/>
                  <a:pt x="427183" y="95512"/>
                </a:cubicBezTo>
                <a:cubicBezTo>
                  <a:pt x="429862" y="100492"/>
                  <a:pt x="433450" y="104294"/>
                  <a:pt x="437947" y="106919"/>
                </a:cubicBezTo>
                <a:cubicBezTo>
                  <a:pt x="442446" y="109542"/>
                  <a:pt x="447427" y="110853"/>
                  <a:pt x="452889" y="110853"/>
                </a:cubicBezTo>
                <a:cubicBezTo>
                  <a:pt x="458350" y="110853"/>
                  <a:pt x="463357" y="109542"/>
                  <a:pt x="467909" y="106919"/>
                </a:cubicBezTo>
                <a:cubicBezTo>
                  <a:pt x="472462" y="104294"/>
                  <a:pt x="476077" y="100492"/>
                  <a:pt x="478754" y="95512"/>
                </a:cubicBezTo>
                <a:cubicBezTo>
                  <a:pt x="481432" y="90531"/>
                  <a:pt x="482771" y="84720"/>
                  <a:pt x="482771" y="78080"/>
                </a:cubicBezTo>
                <a:close/>
                <a:moveTo>
                  <a:pt x="540125" y="46268"/>
                </a:moveTo>
                <a:lnTo>
                  <a:pt x="540125" y="98162"/>
                </a:lnTo>
                <a:cubicBezTo>
                  <a:pt x="540125" y="102446"/>
                  <a:pt x="541035" y="105471"/>
                  <a:pt x="542856" y="107240"/>
                </a:cubicBezTo>
                <a:cubicBezTo>
                  <a:pt x="544677" y="109006"/>
                  <a:pt x="547836" y="109890"/>
                  <a:pt x="552336" y="109890"/>
                </a:cubicBezTo>
                <a:lnTo>
                  <a:pt x="563097" y="109890"/>
                </a:lnTo>
                <a:lnTo>
                  <a:pt x="563097" y="122260"/>
                </a:lnTo>
                <a:lnTo>
                  <a:pt x="549923" y="122260"/>
                </a:lnTo>
                <a:cubicBezTo>
                  <a:pt x="541785" y="122260"/>
                  <a:pt x="535680" y="120385"/>
                  <a:pt x="531609" y="116636"/>
                </a:cubicBezTo>
                <a:cubicBezTo>
                  <a:pt x="527540" y="112887"/>
                  <a:pt x="525505" y="106729"/>
                  <a:pt x="525505" y="98162"/>
                </a:cubicBezTo>
                <a:lnTo>
                  <a:pt x="525505" y="46268"/>
                </a:lnTo>
                <a:lnTo>
                  <a:pt x="514098" y="46268"/>
                </a:lnTo>
                <a:lnTo>
                  <a:pt x="514098" y="34219"/>
                </a:lnTo>
                <a:lnTo>
                  <a:pt x="525505" y="34219"/>
                </a:lnTo>
                <a:lnTo>
                  <a:pt x="525505" y="12049"/>
                </a:lnTo>
                <a:lnTo>
                  <a:pt x="540125" y="12049"/>
                </a:lnTo>
                <a:lnTo>
                  <a:pt x="540125" y="34219"/>
                </a:lnTo>
                <a:lnTo>
                  <a:pt x="563097" y="34219"/>
                </a:lnTo>
                <a:lnTo>
                  <a:pt x="563097" y="46268"/>
                </a:lnTo>
                <a:lnTo>
                  <a:pt x="540125" y="46268"/>
                </a:lnTo>
                <a:close/>
                <a:moveTo>
                  <a:pt x="588320" y="19923"/>
                </a:moveTo>
                <a:cubicBezTo>
                  <a:pt x="585537" y="19923"/>
                  <a:pt x="583181" y="18958"/>
                  <a:pt x="581253" y="17030"/>
                </a:cubicBezTo>
                <a:cubicBezTo>
                  <a:pt x="579325" y="15102"/>
                  <a:pt x="578360" y="12745"/>
                  <a:pt x="578360" y="9960"/>
                </a:cubicBezTo>
                <a:cubicBezTo>
                  <a:pt x="578360" y="7175"/>
                  <a:pt x="579325" y="4819"/>
                  <a:pt x="581253" y="2893"/>
                </a:cubicBezTo>
                <a:cubicBezTo>
                  <a:pt x="583181" y="964"/>
                  <a:pt x="585537" y="0"/>
                  <a:pt x="588320" y="0"/>
                </a:cubicBezTo>
                <a:cubicBezTo>
                  <a:pt x="590999" y="0"/>
                  <a:pt x="593276" y="964"/>
                  <a:pt x="595150" y="2893"/>
                </a:cubicBezTo>
                <a:cubicBezTo>
                  <a:pt x="597025" y="4819"/>
                  <a:pt x="597962" y="7175"/>
                  <a:pt x="597962" y="9960"/>
                </a:cubicBezTo>
                <a:cubicBezTo>
                  <a:pt x="597962" y="12745"/>
                  <a:pt x="597025" y="15102"/>
                  <a:pt x="595150" y="17030"/>
                </a:cubicBezTo>
                <a:cubicBezTo>
                  <a:pt x="593276" y="18958"/>
                  <a:pt x="590999" y="19923"/>
                  <a:pt x="588320" y="19923"/>
                </a:cubicBezTo>
                <a:moveTo>
                  <a:pt x="595390" y="34219"/>
                </a:moveTo>
                <a:lnTo>
                  <a:pt x="595390" y="122260"/>
                </a:lnTo>
                <a:lnTo>
                  <a:pt x="580770" y="122260"/>
                </a:lnTo>
                <a:lnTo>
                  <a:pt x="580770" y="34219"/>
                </a:lnTo>
                <a:lnTo>
                  <a:pt x="595390" y="34219"/>
                </a:lnTo>
                <a:close/>
                <a:moveTo>
                  <a:pt x="658688" y="123706"/>
                </a:moveTo>
                <a:cubicBezTo>
                  <a:pt x="650442" y="123706"/>
                  <a:pt x="642971" y="121831"/>
                  <a:pt x="636277" y="118082"/>
                </a:cubicBezTo>
                <a:cubicBezTo>
                  <a:pt x="629583" y="114333"/>
                  <a:pt x="624335" y="109005"/>
                  <a:pt x="620532" y="102097"/>
                </a:cubicBezTo>
                <a:cubicBezTo>
                  <a:pt x="616731" y="95189"/>
                  <a:pt x="614830" y="87183"/>
                  <a:pt x="614830" y="78080"/>
                </a:cubicBezTo>
                <a:cubicBezTo>
                  <a:pt x="614830" y="69083"/>
                  <a:pt x="616784" y="61131"/>
                  <a:pt x="620694" y="54223"/>
                </a:cubicBezTo>
                <a:cubicBezTo>
                  <a:pt x="624603" y="47313"/>
                  <a:pt x="629931" y="42011"/>
                  <a:pt x="636679" y="38316"/>
                </a:cubicBezTo>
                <a:cubicBezTo>
                  <a:pt x="643427" y="34621"/>
                  <a:pt x="650978" y="32773"/>
                  <a:pt x="659333" y="32773"/>
                </a:cubicBezTo>
                <a:cubicBezTo>
                  <a:pt x="667686" y="32773"/>
                  <a:pt x="675236" y="34621"/>
                  <a:pt x="681984" y="38316"/>
                </a:cubicBezTo>
                <a:cubicBezTo>
                  <a:pt x="688732" y="42011"/>
                  <a:pt x="694060" y="47286"/>
                  <a:pt x="697970" y="54142"/>
                </a:cubicBezTo>
                <a:cubicBezTo>
                  <a:pt x="701879" y="60996"/>
                  <a:pt x="703833" y="68976"/>
                  <a:pt x="703833" y="78080"/>
                </a:cubicBezTo>
                <a:cubicBezTo>
                  <a:pt x="703833" y="87183"/>
                  <a:pt x="701825" y="95189"/>
                  <a:pt x="697808" y="102097"/>
                </a:cubicBezTo>
                <a:cubicBezTo>
                  <a:pt x="693792" y="109005"/>
                  <a:pt x="688357" y="114333"/>
                  <a:pt x="681501" y="118082"/>
                </a:cubicBezTo>
                <a:cubicBezTo>
                  <a:pt x="674647" y="121831"/>
                  <a:pt x="667043" y="123706"/>
                  <a:pt x="658688" y="123706"/>
                </a:cubicBezTo>
                <a:moveTo>
                  <a:pt x="658688" y="110853"/>
                </a:moveTo>
                <a:cubicBezTo>
                  <a:pt x="663937" y="110853"/>
                  <a:pt x="668865" y="109622"/>
                  <a:pt x="673470" y="107159"/>
                </a:cubicBezTo>
                <a:cubicBezTo>
                  <a:pt x="678076" y="104694"/>
                  <a:pt x="681797" y="100999"/>
                  <a:pt x="684634" y="96073"/>
                </a:cubicBezTo>
                <a:cubicBezTo>
                  <a:pt x="687473" y="91146"/>
                  <a:pt x="688892" y="85148"/>
                  <a:pt x="688892" y="78080"/>
                </a:cubicBezTo>
                <a:cubicBezTo>
                  <a:pt x="688892" y="71010"/>
                  <a:pt x="687500" y="65012"/>
                  <a:pt x="684715" y="60087"/>
                </a:cubicBezTo>
                <a:cubicBezTo>
                  <a:pt x="681930" y="55159"/>
                  <a:pt x="678288" y="51491"/>
                  <a:pt x="673789" y="49082"/>
                </a:cubicBezTo>
                <a:cubicBezTo>
                  <a:pt x="669291" y="46672"/>
                  <a:pt x="664419" y="45466"/>
                  <a:pt x="659171" y="45466"/>
                </a:cubicBezTo>
                <a:cubicBezTo>
                  <a:pt x="653816" y="45466"/>
                  <a:pt x="648915" y="46672"/>
                  <a:pt x="644470" y="49082"/>
                </a:cubicBezTo>
                <a:cubicBezTo>
                  <a:pt x="640026" y="51491"/>
                  <a:pt x="636465" y="55159"/>
                  <a:pt x="633787" y="60087"/>
                </a:cubicBezTo>
                <a:cubicBezTo>
                  <a:pt x="631110" y="65012"/>
                  <a:pt x="629771" y="71010"/>
                  <a:pt x="629771" y="78080"/>
                </a:cubicBezTo>
                <a:cubicBezTo>
                  <a:pt x="629771" y="85256"/>
                  <a:pt x="631083" y="91308"/>
                  <a:pt x="633706" y="96235"/>
                </a:cubicBezTo>
                <a:cubicBezTo>
                  <a:pt x="636330" y="101161"/>
                  <a:pt x="639838" y="104829"/>
                  <a:pt x="644230" y="107240"/>
                </a:cubicBezTo>
                <a:cubicBezTo>
                  <a:pt x="648621" y="109649"/>
                  <a:pt x="653440" y="110853"/>
                  <a:pt x="658688" y="110853"/>
                </a:cubicBezTo>
                <a:close/>
                <a:moveTo>
                  <a:pt x="766006" y="32614"/>
                </a:moveTo>
                <a:cubicBezTo>
                  <a:pt x="776717" y="32614"/>
                  <a:pt x="785393" y="35854"/>
                  <a:pt x="792033" y="42334"/>
                </a:cubicBezTo>
                <a:cubicBezTo>
                  <a:pt x="798673" y="48813"/>
                  <a:pt x="801993" y="58158"/>
                  <a:pt x="801993" y="70368"/>
                </a:cubicBezTo>
                <a:lnTo>
                  <a:pt x="801993" y="122260"/>
                </a:lnTo>
                <a:lnTo>
                  <a:pt x="787535" y="122260"/>
                </a:lnTo>
                <a:lnTo>
                  <a:pt x="787535" y="72457"/>
                </a:lnTo>
                <a:cubicBezTo>
                  <a:pt x="787535" y="63674"/>
                  <a:pt x="785339" y="56953"/>
                  <a:pt x="780948" y="52294"/>
                </a:cubicBezTo>
                <a:cubicBezTo>
                  <a:pt x="776556" y="47634"/>
                  <a:pt x="770559" y="45305"/>
                  <a:pt x="762954" y="45305"/>
                </a:cubicBezTo>
                <a:cubicBezTo>
                  <a:pt x="755244" y="45305"/>
                  <a:pt x="749112" y="47714"/>
                  <a:pt x="744559" y="52534"/>
                </a:cubicBezTo>
                <a:cubicBezTo>
                  <a:pt x="740007" y="57353"/>
                  <a:pt x="737732" y="64369"/>
                  <a:pt x="737732" y="73582"/>
                </a:cubicBezTo>
                <a:lnTo>
                  <a:pt x="737732" y="122260"/>
                </a:lnTo>
                <a:lnTo>
                  <a:pt x="723111" y="122260"/>
                </a:lnTo>
                <a:lnTo>
                  <a:pt x="723111" y="34219"/>
                </a:lnTo>
                <a:lnTo>
                  <a:pt x="737732" y="34219"/>
                </a:lnTo>
                <a:lnTo>
                  <a:pt x="737732" y="46751"/>
                </a:lnTo>
                <a:cubicBezTo>
                  <a:pt x="740624" y="42253"/>
                  <a:pt x="744560" y="38773"/>
                  <a:pt x="749540" y="36310"/>
                </a:cubicBezTo>
                <a:cubicBezTo>
                  <a:pt x="754520" y="33846"/>
                  <a:pt x="760008" y="32614"/>
                  <a:pt x="766006" y="326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2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198b0d4fc345f9"/>
          <a:stretch xmlns:a="http://schemas.openxmlformats.org/drawingml/2006/main"/>
        </p:blipFill>
        <p:spPr>
          <a:xfrm xmlns:a="http://schemas.openxmlformats.org/drawingml/2006/main">
            <a:off x="3805070" y="120450"/>
            <a:ext cx="1389422" cy="583214"/>
          </a:xfrm>
          <a:prstGeom xmlns:a="http://schemas.openxmlformats.org/drawingml/2006/main" prst="rect">
            <a:avLst/>
          </a:prstGeom>
        </p:spPr>
      </p:pic>
      <p:sp>
        <p:nvSpPr>
          <p:cNvPr id="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10BFE1-93DE-425A-8528-068FBB90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890" y="197910"/>
            <a:ext cx="1167783" cy="359443"/>
          </a:xfrm>
          <a:custGeom xmlns:a="http://schemas.openxmlformats.org/drawingml/2006/main">
            <a:pathLst>
              <a:path w="1167783" h="359443">
                <a:moveTo>
                  <a:pt x="0" y="15219"/>
                </a:moveTo>
                <a:lnTo>
                  <a:pt x="0" y="15219"/>
                </a:lnTo>
                <a:cubicBezTo>
                  <a:pt x="0" y="6814"/>
                  <a:pt x="6813" y="0"/>
                  <a:pt x="15219" y="0"/>
                </a:cubicBezTo>
                <a:lnTo>
                  <a:pt x="1152565" y="0"/>
                </a:lnTo>
                <a:cubicBezTo>
                  <a:pt x="1156601" y="0"/>
                  <a:pt x="1160472" y="1603"/>
                  <a:pt x="1163326" y="4457"/>
                </a:cubicBezTo>
                <a:cubicBezTo>
                  <a:pt x="1166180" y="7312"/>
                  <a:pt x="1167783" y="11183"/>
                  <a:pt x="1167783" y="15219"/>
                </a:cubicBezTo>
                <a:lnTo>
                  <a:pt x="1167783" y="344224"/>
                </a:lnTo>
                <a:cubicBezTo>
                  <a:pt x="1167783" y="352629"/>
                  <a:pt x="1160970" y="359443"/>
                  <a:pt x="1152565" y="359443"/>
                </a:cubicBezTo>
                <a:lnTo>
                  <a:pt x="15219" y="359443"/>
                </a:lnTo>
                <a:cubicBezTo>
                  <a:pt x="6813" y="359443"/>
                  <a:pt x="0" y="352629"/>
                  <a:pt x="0" y="344224"/>
                </a:cubicBezTo>
                <a:lnTo>
                  <a:pt x="0" y="15219"/>
                </a:lnTo>
                <a:close/>
              </a:path>
            </a:pathLst>
          </a:custGeom>
          <a:solidFill xmlns:a="http://schemas.openxmlformats.org/drawingml/2006/main">
            <a:srgbClr val="F3F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0EBB7E-7B9C-4229-8626-73FBF89D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890" y="197910"/>
            <a:ext cx="1167783" cy="359443"/>
          </a:xfrm>
          <a:custGeom xmlns:a="http://schemas.openxmlformats.org/drawingml/2006/main">
            <a:pathLst>
              <a:path w="1167783" h="359443" fill="none">
                <a:moveTo>
                  <a:pt x="0" y="15219"/>
                </a:moveTo>
                <a:lnTo>
                  <a:pt x="0" y="15219"/>
                </a:lnTo>
                <a:cubicBezTo>
                  <a:pt x="0" y="6814"/>
                  <a:pt x="6813" y="0"/>
                  <a:pt x="15219" y="0"/>
                </a:cubicBezTo>
                <a:lnTo>
                  <a:pt x="1152565" y="0"/>
                </a:lnTo>
                <a:cubicBezTo>
                  <a:pt x="1156601" y="0"/>
                  <a:pt x="1160472" y="1603"/>
                  <a:pt x="1163326" y="4457"/>
                </a:cubicBezTo>
                <a:cubicBezTo>
                  <a:pt x="1166180" y="7312"/>
                  <a:pt x="1167783" y="11183"/>
                  <a:pt x="1167783" y="15219"/>
                </a:cubicBezTo>
                <a:lnTo>
                  <a:pt x="1167783" y="344224"/>
                </a:lnTo>
                <a:cubicBezTo>
                  <a:pt x="1167783" y="352629"/>
                  <a:pt x="1160970" y="359443"/>
                  <a:pt x="1152565" y="359443"/>
                </a:cubicBezTo>
                <a:lnTo>
                  <a:pt x="15219" y="359443"/>
                </a:lnTo>
                <a:cubicBezTo>
                  <a:pt x="6813" y="359443"/>
                  <a:pt x="0" y="352629"/>
                  <a:pt x="0" y="344224"/>
                </a:cubicBezTo>
                <a:lnTo>
                  <a:pt x="0" y="1521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213" cap="flat">
            <a:solidFill>
              <a:srgbClr val="666666"/>
            </a:solidFill>
            <a:round/>
          </a:ln>
        </p:spPr>
      </p:sp>
      <p:sp>
        <p:nvSpPr>
          <p:cNvPr id="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598666-D7A8-4FAD-A83C-337C314F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367" y="76604"/>
            <a:ext cx="1141692" cy="384450"/>
          </a:xfrm>
          <a:custGeom xmlns:a="http://schemas.openxmlformats.org/drawingml/2006/main">
            <a:pathLst>
              <a:path w="1141692" h="384450">
                <a:moveTo>
                  <a:pt x="1141692" y="384450"/>
                </a:moveTo>
                <a:lnTo>
                  <a:pt x="0" y="384450"/>
                </a:lnTo>
                <a:lnTo>
                  <a:pt x="0" y="0"/>
                </a:lnTo>
                <a:lnTo>
                  <a:pt x="1141692" y="0"/>
                </a:lnTo>
                <a:lnTo>
                  <a:pt x="1141692" y="38445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22" name="Text Project">
            <a:extLst xmlns:a="http://schemas.openxmlformats.org/drawingml/2006/main">
              <a:ext uri="{FF2B5EF4-FFF2-40B4-BE49-F238E27FC236}">
                <a16:creationId xmlns:a16="http://schemas.microsoft.com/office/drawing/2014/main" id="{6BCF284E-E2D4-4758-8C03-2201061E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8824" y="223126"/>
            <a:ext cx="484035" cy="146932"/>
          </a:xfrm>
          <a:custGeom xmlns:a="http://schemas.openxmlformats.org/drawingml/2006/main">
            <a:pathLst>
              <a:path w="484035" h="146932">
                <a:moveTo>
                  <a:pt x="73673" y="44754"/>
                </a:moveTo>
                <a:cubicBezTo>
                  <a:pt x="73673" y="50354"/>
                  <a:pt x="72388" y="55473"/>
                  <a:pt x="69817" y="60109"/>
                </a:cubicBezTo>
                <a:cubicBezTo>
                  <a:pt x="67247" y="64745"/>
                  <a:pt x="63299" y="68486"/>
                  <a:pt x="57975" y="71332"/>
                </a:cubicBezTo>
                <a:cubicBezTo>
                  <a:pt x="52650" y="74177"/>
                  <a:pt x="46040" y="75600"/>
                  <a:pt x="38145" y="75600"/>
                </a:cubicBezTo>
                <a:lnTo>
                  <a:pt x="23548" y="75600"/>
                </a:lnTo>
                <a:lnTo>
                  <a:pt x="23548" y="110301"/>
                </a:lnTo>
                <a:lnTo>
                  <a:pt x="0" y="110301"/>
                </a:lnTo>
                <a:lnTo>
                  <a:pt x="0" y="13633"/>
                </a:lnTo>
                <a:lnTo>
                  <a:pt x="38145" y="13633"/>
                </a:lnTo>
                <a:cubicBezTo>
                  <a:pt x="45857" y="13633"/>
                  <a:pt x="52375" y="14964"/>
                  <a:pt x="57699" y="17627"/>
                </a:cubicBezTo>
                <a:cubicBezTo>
                  <a:pt x="63024" y="20289"/>
                  <a:pt x="67017" y="23960"/>
                  <a:pt x="69678" y="28642"/>
                </a:cubicBezTo>
                <a:cubicBezTo>
                  <a:pt x="72341" y="33323"/>
                  <a:pt x="73673" y="38694"/>
                  <a:pt x="73673" y="44754"/>
                </a:cubicBezTo>
                <a:moveTo>
                  <a:pt x="36355" y="56871"/>
                </a:moveTo>
                <a:cubicBezTo>
                  <a:pt x="40853" y="56871"/>
                  <a:pt x="44204" y="55816"/>
                  <a:pt x="46407" y="53705"/>
                </a:cubicBezTo>
                <a:cubicBezTo>
                  <a:pt x="48611" y="51593"/>
                  <a:pt x="49713" y="48609"/>
                  <a:pt x="49713" y="44754"/>
                </a:cubicBezTo>
                <a:cubicBezTo>
                  <a:pt x="49713" y="40897"/>
                  <a:pt x="48611" y="37914"/>
                  <a:pt x="46407" y="35803"/>
                </a:cubicBezTo>
                <a:cubicBezTo>
                  <a:pt x="44204" y="33692"/>
                  <a:pt x="40853" y="32636"/>
                  <a:pt x="36355" y="32636"/>
                </a:cubicBezTo>
                <a:lnTo>
                  <a:pt x="23548" y="32636"/>
                </a:lnTo>
                <a:lnTo>
                  <a:pt x="23548" y="56871"/>
                </a:lnTo>
                <a:lnTo>
                  <a:pt x="36355" y="56871"/>
                </a:lnTo>
                <a:close/>
                <a:moveTo>
                  <a:pt x="109476" y="46269"/>
                </a:moveTo>
                <a:cubicBezTo>
                  <a:pt x="112230" y="42045"/>
                  <a:pt x="115673" y="38718"/>
                  <a:pt x="119804" y="36286"/>
                </a:cubicBezTo>
                <a:cubicBezTo>
                  <a:pt x="123935" y="33853"/>
                  <a:pt x="128525" y="32636"/>
                  <a:pt x="133575" y="32636"/>
                </a:cubicBezTo>
                <a:lnTo>
                  <a:pt x="133575" y="57561"/>
                </a:lnTo>
                <a:lnTo>
                  <a:pt x="127101" y="57561"/>
                </a:lnTo>
                <a:cubicBezTo>
                  <a:pt x="121226" y="57561"/>
                  <a:pt x="116820" y="58823"/>
                  <a:pt x="113883" y="61347"/>
                </a:cubicBezTo>
                <a:cubicBezTo>
                  <a:pt x="110945" y="63871"/>
                  <a:pt x="109476" y="68301"/>
                  <a:pt x="109476" y="74635"/>
                </a:cubicBezTo>
                <a:lnTo>
                  <a:pt x="109476" y="110301"/>
                </a:lnTo>
                <a:lnTo>
                  <a:pt x="85928" y="110301"/>
                </a:lnTo>
                <a:lnTo>
                  <a:pt x="85928" y="33462"/>
                </a:lnTo>
                <a:lnTo>
                  <a:pt x="109476" y="33462"/>
                </a:lnTo>
                <a:lnTo>
                  <a:pt x="109476" y="46269"/>
                </a:lnTo>
                <a:close/>
                <a:moveTo>
                  <a:pt x="179843" y="111402"/>
                </a:moveTo>
                <a:cubicBezTo>
                  <a:pt x="172315" y="111402"/>
                  <a:pt x="165544" y="109796"/>
                  <a:pt x="159530" y="106584"/>
                </a:cubicBezTo>
                <a:cubicBezTo>
                  <a:pt x="153518" y="103371"/>
                  <a:pt x="148790" y="98780"/>
                  <a:pt x="145347" y="92813"/>
                </a:cubicBezTo>
                <a:cubicBezTo>
                  <a:pt x="141905" y="86845"/>
                  <a:pt x="140184" y="79868"/>
                  <a:pt x="140184" y="71880"/>
                </a:cubicBezTo>
                <a:cubicBezTo>
                  <a:pt x="140184" y="63985"/>
                  <a:pt x="141928" y="57032"/>
                  <a:pt x="145416" y="51020"/>
                </a:cubicBezTo>
                <a:cubicBezTo>
                  <a:pt x="148906" y="45006"/>
                  <a:pt x="153680" y="40393"/>
                  <a:pt x="159738" y="37181"/>
                </a:cubicBezTo>
                <a:cubicBezTo>
                  <a:pt x="165797" y="33968"/>
                  <a:pt x="172590" y="32361"/>
                  <a:pt x="180118" y="32361"/>
                </a:cubicBezTo>
                <a:cubicBezTo>
                  <a:pt x="187646" y="32361"/>
                  <a:pt x="194439" y="33968"/>
                  <a:pt x="200498" y="37181"/>
                </a:cubicBezTo>
                <a:cubicBezTo>
                  <a:pt x="206557" y="40393"/>
                  <a:pt x="211331" y="45006"/>
                  <a:pt x="214819" y="51020"/>
                </a:cubicBezTo>
                <a:cubicBezTo>
                  <a:pt x="218309" y="57032"/>
                  <a:pt x="220054" y="63985"/>
                  <a:pt x="220054" y="71880"/>
                </a:cubicBezTo>
                <a:cubicBezTo>
                  <a:pt x="220054" y="79777"/>
                  <a:pt x="218286" y="86732"/>
                  <a:pt x="214752" y="92746"/>
                </a:cubicBezTo>
                <a:cubicBezTo>
                  <a:pt x="211218" y="98758"/>
                  <a:pt x="206398" y="103371"/>
                  <a:pt x="200292" y="106584"/>
                </a:cubicBezTo>
                <a:cubicBezTo>
                  <a:pt x="194187" y="109796"/>
                  <a:pt x="187371" y="111402"/>
                  <a:pt x="179843" y="111402"/>
                </a:cubicBezTo>
                <a:moveTo>
                  <a:pt x="179843" y="91023"/>
                </a:moveTo>
                <a:cubicBezTo>
                  <a:pt x="184342" y="91023"/>
                  <a:pt x="188175" y="89370"/>
                  <a:pt x="191343" y="86066"/>
                </a:cubicBezTo>
                <a:cubicBezTo>
                  <a:pt x="194510" y="82760"/>
                  <a:pt x="196093" y="78031"/>
                  <a:pt x="196093" y="71880"/>
                </a:cubicBezTo>
                <a:cubicBezTo>
                  <a:pt x="196093" y="65731"/>
                  <a:pt x="194555" y="61004"/>
                  <a:pt x="191479" y="57699"/>
                </a:cubicBezTo>
                <a:cubicBezTo>
                  <a:pt x="188404" y="54393"/>
                  <a:pt x="184617" y="52740"/>
                  <a:pt x="180118" y="52740"/>
                </a:cubicBezTo>
                <a:cubicBezTo>
                  <a:pt x="175529" y="52740"/>
                  <a:pt x="171719" y="54370"/>
                  <a:pt x="168689" y="57630"/>
                </a:cubicBezTo>
                <a:cubicBezTo>
                  <a:pt x="165659" y="60888"/>
                  <a:pt x="164144" y="65638"/>
                  <a:pt x="164144" y="71880"/>
                </a:cubicBezTo>
                <a:cubicBezTo>
                  <a:pt x="164144" y="78031"/>
                  <a:pt x="165636" y="82760"/>
                  <a:pt x="168620" y="86066"/>
                </a:cubicBezTo>
                <a:cubicBezTo>
                  <a:pt x="171604" y="89370"/>
                  <a:pt x="175345" y="91023"/>
                  <a:pt x="179843" y="91023"/>
                </a:cubicBezTo>
                <a:close/>
                <a:moveTo>
                  <a:pt x="244290" y="25475"/>
                </a:moveTo>
                <a:cubicBezTo>
                  <a:pt x="240159" y="25475"/>
                  <a:pt x="236785" y="24259"/>
                  <a:pt x="234169" y="21825"/>
                </a:cubicBezTo>
                <a:cubicBezTo>
                  <a:pt x="231552" y="19392"/>
                  <a:pt x="230243" y="16386"/>
                  <a:pt x="230243" y="12807"/>
                </a:cubicBezTo>
                <a:cubicBezTo>
                  <a:pt x="230243" y="9134"/>
                  <a:pt x="231552" y="6082"/>
                  <a:pt x="234169" y="3650"/>
                </a:cubicBezTo>
                <a:cubicBezTo>
                  <a:pt x="236785" y="1217"/>
                  <a:pt x="240159" y="0"/>
                  <a:pt x="244290" y="0"/>
                </a:cubicBezTo>
                <a:cubicBezTo>
                  <a:pt x="248329" y="0"/>
                  <a:pt x="251656" y="1217"/>
                  <a:pt x="254273" y="3650"/>
                </a:cubicBezTo>
                <a:cubicBezTo>
                  <a:pt x="256890" y="6082"/>
                  <a:pt x="258198" y="9134"/>
                  <a:pt x="258198" y="12807"/>
                </a:cubicBezTo>
                <a:cubicBezTo>
                  <a:pt x="258198" y="16386"/>
                  <a:pt x="256890" y="19392"/>
                  <a:pt x="254273" y="21825"/>
                </a:cubicBezTo>
                <a:cubicBezTo>
                  <a:pt x="251656" y="24259"/>
                  <a:pt x="248329" y="25475"/>
                  <a:pt x="244290" y="25475"/>
                </a:cubicBezTo>
                <a:moveTo>
                  <a:pt x="256133" y="120217"/>
                </a:moveTo>
                <a:cubicBezTo>
                  <a:pt x="256133" y="129672"/>
                  <a:pt x="253746" y="136489"/>
                  <a:pt x="248972" y="140666"/>
                </a:cubicBezTo>
                <a:cubicBezTo>
                  <a:pt x="244198" y="144843"/>
                  <a:pt x="237542" y="146932"/>
                  <a:pt x="229004" y="146932"/>
                </a:cubicBezTo>
                <a:lnTo>
                  <a:pt x="219777" y="146932"/>
                </a:lnTo>
                <a:lnTo>
                  <a:pt x="219777" y="126964"/>
                </a:lnTo>
                <a:lnTo>
                  <a:pt x="225423" y="126964"/>
                </a:lnTo>
                <a:cubicBezTo>
                  <a:pt x="227994" y="126964"/>
                  <a:pt x="229830" y="126459"/>
                  <a:pt x="230931" y="125449"/>
                </a:cubicBezTo>
                <a:cubicBezTo>
                  <a:pt x="232033" y="124439"/>
                  <a:pt x="232584" y="122787"/>
                  <a:pt x="232584" y="120492"/>
                </a:cubicBezTo>
                <a:lnTo>
                  <a:pt x="232584" y="33462"/>
                </a:lnTo>
                <a:lnTo>
                  <a:pt x="256133" y="33462"/>
                </a:lnTo>
                <a:lnTo>
                  <a:pt x="256133" y="120217"/>
                </a:lnTo>
                <a:close/>
                <a:moveTo>
                  <a:pt x="345503" y="70643"/>
                </a:moveTo>
                <a:cubicBezTo>
                  <a:pt x="345503" y="72845"/>
                  <a:pt x="345365" y="75139"/>
                  <a:pt x="345091" y="77526"/>
                </a:cubicBezTo>
                <a:lnTo>
                  <a:pt x="291798" y="77526"/>
                </a:lnTo>
                <a:cubicBezTo>
                  <a:pt x="292165" y="82300"/>
                  <a:pt x="293702" y="85950"/>
                  <a:pt x="296410" y="88476"/>
                </a:cubicBezTo>
                <a:cubicBezTo>
                  <a:pt x="299119" y="91000"/>
                  <a:pt x="302447" y="92262"/>
                  <a:pt x="306395" y="92262"/>
                </a:cubicBezTo>
                <a:cubicBezTo>
                  <a:pt x="312270" y="92262"/>
                  <a:pt x="316355" y="89784"/>
                  <a:pt x="318651" y="84826"/>
                </a:cubicBezTo>
                <a:lnTo>
                  <a:pt x="343712" y="84826"/>
                </a:lnTo>
                <a:cubicBezTo>
                  <a:pt x="342428" y="89875"/>
                  <a:pt x="340110" y="94419"/>
                  <a:pt x="336759" y="98459"/>
                </a:cubicBezTo>
                <a:cubicBezTo>
                  <a:pt x="333409" y="102497"/>
                  <a:pt x="329208" y="105664"/>
                  <a:pt x="324158" y="107960"/>
                </a:cubicBezTo>
                <a:cubicBezTo>
                  <a:pt x="319110" y="110255"/>
                  <a:pt x="313464" y="111402"/>
                  <a:pt x="307221" y="111402"/>
                </a:cubicBezTo>
                <a:cubicBezTo>
                  <a:pt x="299693" y="111402"/>
                  <a:pt x="292991" y="109796"/>
                  <a:pt x="287116" y="106584"/>
                </a:cubicBezTo>
                <a:cubicBezTo>
                  <a:pt x="281241" y="103371"/>
                  <a:pt x="276651" y="98780"/>
                  <a:pt x="273345" y="92813"/>
                </a:cubicBezTo>
                <a:cubicBezTo>
                  <a:pt x="270040" y="86845"/>
                  <a:pt x="268388" y="79868"/>
                  <a:pt x="268388" y="71880"/>
                </a:cubicBezTo>
                <a:cubicBezTo>
                  <a:pt x="268388" y="63894"/>
                  <a:pt x="270017" y="56918"/>
                  <a:pt x="273275" y="50950"/>
                </a:cubicBezTo>
                <a:cubicBezTo>
                  <a:pt x="276535" y="44983"/>
                  <a:pt x="281103" y="40393"/>
                  <a:pt x="286977" y="37181"/>
                </a:cubicBezTo>
                <a:cubicBezTo>
                  <a:pt x="292854" y="33968"/>
                  <a:pt x="299602" y="32361"/>
                  <a:pt x="307221" y="32361"/>
                </a:cubicBezTo>
                <a:cubicBezTo>
                  <a:pt x="314658" y="32361"/>
                  <a:pt x="321267" y="33921"/>
                  <a:pt x="327050" y="37042"/>
                </a:cubicBezTo>
                <a:cubicBezTo>
                  <a:pt x="332834" y="40163"/>
                  <a:pt x="337355" y="44616"/>
                  <a:pt x="340613" y="50400"/>
                </a:cubicBezTo>
                <a:cubicBezTo>
                  <a:pt x="343873" y="56184"/>
                  <a:pt x="345503" y="62931"/>
                  <a:pt x="345503" y="70643"/>
                </a:cubicBezTo>
                <a:moveTo>
                  <a:pt x="321404" y="64446"/>
                </a:moveTo>
                <a:cubicBezTo>
                  <a:pt x="321404" y="60406"/>
                  <a:pt x="320027" y="57193"/>
                  <a:pt x="317273" y="54806"/>
                </a:cubicBezTo>
                <a:cubicBezTo>
                  <a:pt x="314519" y="52419"/>
                  <a:pt x="311076" y="51226"/>
                  <a:pt x="306945" y="51226"/>
                </a:cubicBezTo>
                <a:cubicBezTo>
                  <a:pt x="302998" y="51226"/>
                  <a:pt x="299670" y="52373"/>
                  <a:pt x="296960" y="54669"/>
                </a:cubicBezTo>
                <a:cubicBezTo>
                  <a:pt x="294253" y="56964"/>
                  <a:pt x="292578" y="60223"/>
                  <a:pt x="291936" y="64446"/>
                </a:cubicBezTo>
                <a:lnTo>
                  <a:pt x="321404" y="64446"/>
                </a:lnTo>
                <a:close/>
                <a:moveTo>
                  <a:pt x="353214" y="71880"/>
                </a:moveTo>
                <a:cubicBezTo>
                  <a:pt x="353214" y="63894"/>
                  <a:pt x="354844" y="56918"/>
                  <a:pt x="358102" y="50950"/>
                </a:cubicBezTo>
                <a:cubicBezTo>
                  <a:pt x="361361" y="44983"/>
                  <a:pt x="365906" y="40393"/>
                  <a:pt x="371734" y="37181"/>
                </a:cubicBezTo>
                <a:cubicBezTo>
                  <a:pt x="377565" y="33968"/>
                  <a:pt x="384244" y="32361"/>
                  <a:pt x="391772" y="32361"/>
                </a:cubicBezTo>
                <a:cubicBezTo>
                  <a:pt x="401411" y="32361"/>
                  <a:pt x="409466" y="34886"/>
                  <a:pt x="415938" y="39936"/>
                </a:cubicBezTo>
                <a:cubicBezTo>
                  <a:pt x="422411" y="44984"/>
                  <a:pt x="426657" y="52098"/>
                  <a:pt x="428677" y="61278"/>
                </a:cubicBezTo>
                <a:lnTo>
                  <a:pt x="403614" y="61278"/>
                </a:lnTo>
                <a:cubicBezTo>
                  <a:pt x="401503" y="55403"/>
                  <a:pt x="397418" y="52465"/>
                  <a:pt x="391358" y="52465"/>
                </a:cubicBezTo>
                <a:cubicBezTo>
                  <a:pt x="387043" y="52465"/>
                  <a:pt x="383601" y="54141"/>
                  <a:pt x="381030" y="57491"/>
                </a:cubicBezTo>
                <a:cubicBezTo>
                  <a:pt x="378460" y="60842"/>
                  <a:pt x="377175" y="65638"/>
                  <a:pt x="377175" y="71880"/>
                </a:cubicBezTo>
                <a:cubicBezTo>
                  <a:pt x="377175" y="78124"/>
                  <a:pt x="378460" y="82921"/>
                  <a:pt x="381030" y="86272"/>
                </a:cubicBezTo>
                <a:cubicBezTo>
                  <a:pt x="383601" y="89622"/>
                  <a:pt x="387043" y="91298"/>
                  <a:pt x="391358" y="91298"/>
                </a:cubicBezTo>
                <a:cubicBezTo>
                  <a:pt x="397418" y="91298"/>
                  <a:pt x="401503" y="88360"/>
                  <a:pt x="403614" y="82485"/>
                </a:cubicBezTo>
                <a:lnTo>
                  <a:pt x="428677" y="82485"/>
                </a:lnTo>
                <a:cubicBezTo>
                  <a:pt x="426657" y="91481"/>
                  <a:pt x="422388" y="98550"/>
                  <a:pt x="415870" y="103691"/>
                </a:cubicBezTo>
                <a:cubicBezTo>
                  <a:pt x="409353" y="108832"/>
                  <a:pt x="401320" y="111402"/>
                  <a:pt x="391772" y="111402"/>
                </a:cubicBezTo>
                <a:cubicBezTo>
                  <a:pt x="384244" y="111402"/>
                  <a:pt x="377565" y="109796"/>
                  <a:pt x="371734" y="106584"/>
                </a:cubicBezTo>
                <a:cubicBezTo>
                  <a:pt x="365906" y="103371"/>
                  <a:pt x="361361" y="98780"/>
                  <a:pt x="358102" y="92813"/>
                </a:cubicBezTo>
                <a:cubicBezTo>
                  <a:pt x="354844" y="86845"/>
                  <a:pt x="353214" y="79868"/>
                  <a:pt x="353214" y="71880"/>
                </a:cubicBezTo>
                <a:close/>
                <a:moveTo>
                  <a:pt x="484035" y="90333"/>
                </a:moveTo>
                <a:lnTo>
                  <a:pt x="484035" y="110301"/>
                </a:lnTo>
                <a:lnTo>
                  <a:pt x="472054" y="110301"/>
                </a:lnTo>
                <a:cubicBezTo>
                  <a:pt x="463516" y="110301"/>
                  <a:pt x="456860" y="108213"/>
                  <a:pt x="452086" y="104035"/>
                </a:cubicBezTo>
                <a:cubicBezTo>
                  <a:pt x="447313" y="99858"/>
                  <a:pt x="444927" y="93042"/>
                  <a:pt x="444927" y="83586"/>
                </a:cubicBezTo>
                <a:lnTo>
                  <a:pt x="444927" y="53016"/>
                </a:lnTo>
                <a:lnTo>
                  <a:pt x="435562" y="53016"/>
                </a:lnTo>
                <a:lnTo>
                  <a:pt x="435562" y="33462"/>
                </a:lnTo>
                <a:lnTo>
                  <a:pt x="444927" y="33462"/>
                </a:lnTo>
                <a:lnTo>
                  <a:pt x="444927" y="14734"/>
                </a:lnTo>
                <a:lnTo>
                  <a:pt x="468473" y="14734"/>
                </a:lnTo>
                <a:lnTo>
                  <a:pt x="468473" y="33462"/>
                </a:lnTo>
                <a:lnTo>
                  <a:pt x="483896" y="33462"/>
                </a:lnTo>
                <a:lnTo>
                  <a:pt x="483896" y="53016"/>
                </a:lnTo>
                <a:lnTo>
                  <a:pt x="468473" y="53016"/>
                </a:lnTo>
                <a:lnTo>
                  <a:pt x="468473" y="83862"/>
                </a:lnTo>
                <a:cubicBezTo>
                  <a:pt x="468473" y="86156"/>
                  <a:pt x="469024" y="87808"/>
                  <a:pt x="470125" y="88818"/>
                </a:cubicBezTo>
                <a:cubicBezTo>
                  <a:pt x="471227" y="89828"/>
                  <a:pt x="473064" y="90333"/>
                  <a:pt x="475634" y="90333"/>
                </a:cubicBezTo>
                <a:lnTo>
                  <a:pt x="484035" y="903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3" name="Text Codebase">
            <a:extLst xmlns:a="http://schemas.openxmlformats.org/drawingml/2006/main">
              <a:ext uri="{FF2B5EF4-FFF2-40B4-BE49-F238E27FC236}">
                <a16:creationId xmlns:a16="http://schemas.microsoft.com/office/drawing/2014/main" id="{A2132435-BD6E-4267-BF73-F98AEB42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4831" y="396771"/>
            <a:ext cx="711246" cy="103004"/>
          </a:xfrm>
          <a:custGeom xmlns:a="http://schemas.openxmlformats.org/drawingml/2006/main">
            <a:pathLst>
              <a:path w="711246" h="103004">
                <a:moveTo>
                  <a:pt x="0" y="53430"/>
                </a:moveTo>
                <a:cubicBezTo>
                  <a:pt x="0" y="43883"/>
                  <a:pt x="2065" y="35369"/>
                  <a:pt x="6196" y="27887"/>
                </a:cubicBezTo>
                <a:cubicBezTo>
                  <a:pt x="10327" y="20404"/>
                  <a:pt x="16088" y="14574"/>
                  <a:pt x="23477" y="10397"/>
                </a:cubicBezTo>
                <a:cubicBezTo>
                  <a:pt x="30868" y="6220"/>
                  <a:pt x="39245" y="4131"/>
                  <a:pt x="48610" y="4131"/>
                </a:cubicBezTo>
                <a:cubicBezTo>
                  <a:pt x="60085" y="4131"/>
                  <a:pt x="69907" y="7161"/>
                  <a:pt x="78077" y="13221"/>
                </a:cubicBezTo>
                <a:cubicBezTo>
                  <a:pt x="86248" y="19279"/>
                  <a:pt x="91710" y="27541"/>
                  <a:pt x="94464" y="38007"/>
                </a:cubicBezTo>
                <a:lnTo>
                  <a:pt x="68577" y="38007"/>
                </a:lnTo>
                <a:cubicBezTo>
                  <a:pt x="66648" y="33968"/>
                  <a:pt x="63917" y="30893"/>
                  <a:pt x="60383" y="28782"/>
                </a:cubicBezTo>
                <a:cubicBezTo>
                  <a:pt x="56848" y="26670"/>
                  <a:pt x="52832" y="25614"/>
                  <a:pt x="48334" y="25614"/>
                </a:cubicBezTo>
                <a:cubicBezTo>
                  <a:pt x="41081" y="25614"/>
                  <a:pt x="35205" y="28139"/>
                  <a:pt x="30707" y="33189"/>
                </a:cubicBezTo>
                <a:cubicBezTo>
                  <a:pt x="26209" y="38237"/>
                  <a:pt x="23960" y="44984"/>
                  <a:pt x="23960" y="53430"/>
                </a:cubicBezTo>
                <a:cubicBezTo>
                  <a:pt x="23960" y="61877"/>
                  <a:pt x="26209" y="68625"/>
                  <a:pt x="30707" y="73675"/>
                </a:cubicBezTo>
                <a:cubicBezTo>
                  <a:pt x="35205" y="78723"/>
                  <a:pt x="41081" y="81248"/>
                  <a:pt x="48334" y="81248"/>
                </a:cubicBezTo>
                <a:cubicBezTo>
                  <a:pt x="52832" y="81248"/>
                  <a:pt x="56848" y="80192"/>
                  <a:pt x="60383" y="78081"/>
                </a:cubicBezTo>
                <a:cubicBezTo>
                  <a:pt x="63917" y="75969"/>
                  <a:pt x="66648" y="72893"/>
                  <a:pt x="68577" y="68853"/>
                </a:cubicBezTo>
                <a:lnTo>
                  <a:pt x="94464" y="68853"/>
                </a:lnTo>
                <a:cubicBezTo>
                  <a:pt x="91710" y="79318"/>
                  <a:pt x="86248" y="87558"/>
                  <a:pt x="78077" y="93571"/>
                </a:cubicBezTo>
                <a:cubicBezTo>
                  <a:pt x="69907" y="99585"/>
                  <a:pt x="60085" y="102592"/>
                  <a:pt x="48610" y="102592"/>
                </a:cubicBezTo>
                <a:cubicBezTo>
                  <a:pt x="39245" y="102592"/>
                  <a:pt x="30868" y="100503"/>
                  <a:pt x="23477" y="96326"/>
                </a:cubicBezTo>
                <a:cubicBezTo>
                  <a:pt x="16088" y="92149"/>
                  <a:pt x="10327" y="86342"/>
                  <a:pt x="6196" y="78907"/>
                </a:cubicBezTo>
                <a:cubicBezTo>
                  <a:pt x="2065" y="71470"/>
                  <a:pt x="0" y="62978"/>
                  <a:pt x="0" y="53430"/>
                </a:cubicBezTo>
                <a:close/>
                <a:moveTo>
                  <a:pt x="143900" y="103004"/>
                </a:moveTo>
                <a:cubicBezTo>
                  <a:pt x="136372" y="103004"/>
                  <a:pt x="129601" y="101398"/>
                  <a:pt x="123588" y="98186"/>
                </a:cubicBezTo>
                <a:cubicBezTo>
                  <a:pt x="117576" y="94972"/>
                  <a:pt x="112848" y="90382"/>
                  <a:pt x="109405" y="84414"/>
                </a:cubicBezTo>
                <a:cubicBezTo>
                  <a:pt x="105963" y="78447"/>
                  <a:pt x="104242" y="71469"/>
                  <a:pt x="104242" y="63482"/>
                </a:cubicBezTo>
                <a:cubicBezTo>
                  <a:pt x="104242" y="55587"/>
                  <a:pt x="105986" y="48633"/>
                  <a:pt x="109474" y="42621"/>
                </a:cubicBezTo>
                <a:cubicBezTo>
                  <a:pt x="112963" y="36607"/>
                  <a:pt x="117737" y="31994"/>
                  <a:pt x="123796" y="28782"/>
                </a:cubicBezTo>
                <a:cubicBezTo>
                  <a:pt x="129854" y="25569"/>
                  <a:pt x="136648" y="23962"/>
                  <a:pt x="144176" y="23962"/>
                </a:cubicBezTo>
                <a:cubicBezTo>
                  <a:pt x="151703" y="23962"/>
                  <a:pt x="158497" y="25569"/>
                  <a:pt x="164555" y="28782"/>
                </a:cubicBezTo>
                <a:cubicBezTo>
                  <a:pt x="170615" y="31994"/>
                  <a:pt x="175389" y="36607"/>
                  <a:pt x="178877" y="42621"/>
                </a:cubicBezTo>
                <a:cubicBezTo>
                  <a:pt x="182366" y="48633"/>
                  <a:pt x="184111" y="55587"/>
                  <a:pt x="184111" y="63482"/>
                </a:cubicBezTo>
                <a:cubicBezTo>
                  <a:pt x="184111" y="71378"/>
                  <a:pt x="182344" y="78333"/>
                  <a:pt x="178810" y="84347"/>
                </a:cubicBezTo>
                <a:cubicBezTo>
                  <a:pt x="175276" y="90359"/>
                  <a:pt x="170455" y="94972"/>
                  <a:pt x="164349" y="98186"/>
                </a:cubicBezTo>
                <a:cubicBezTo>
                  <a:pt x="158245" y="101398"/>
                  <a:pt x="151428" y="103004"/>
                  <a:pt x="143900" y="103004"/>
                </a:cubicBezTo>
                <a:moveTo>
                  <a:pt x="143900" y="82624"/>
                </a:moveTo>
                <a:cubicBezTo>
                  <a:pt x="148400" y="82624"/>
                  <a:pt x="152233" y="80972"/>
                  <a:pt x="155400" y="77667"/>
                </a:cubicBezTo>
                <a:cubicBezTo>
                  <a:pt x="158567" y="74361"/>
                  <a:pt x="160151" y="69633"/>
                  <a:pt x="160151" y="63482"/>
                </a:cubicBezTo>
                <a:cubicBezTo>
                  <a:pt x="160151" y="57332"/>
                  <a:pt x="158613" y="52605"/>
                  <a:pt x="155537" y="49301"/>
                </a:cubicBezTo>
                <a:cubicBezTo>
                  <a:pt x="152462" y="45995"/>
                  <a:pt x="148675" y="44342"/>
                  <a:pt x="144176" y="44342"/>
                </a:cubicBezTo>
                <a:cubicBezTo>
                  <a:pt x="139586" y="44342"/>
                  <a:pt x="135777" y="45972"/>
                  <a:pt x="132747" y="49231"/>
                </a:cubicBezTo>
                <a:cubicBezTo>
                  <a:pt x="129717" y="52490"/>
                  <a:pt x="128202" y="57240"/>
                  <a:pt x="128202" y="63482"/>
                </a:cubicBezTo>
                <a:cubicBezTo>
                  <a:pt x="128202" y="69633"/>
                  <a:pt x="129694" y="74361"/>
                  <a:pt x="132678" y="77667"/>
                </a:cubicBezTo>
                <a:cubicBezTo>
                  <a:pt x="135661" y="80972"/>
                  <a:pt x="139402" y="82624"/>
                  <a:pt x="143900" y="82624"/>
                </a:cubicBezTo>
                <a:close/>
                <a:moveTo>
                  <a:pt x="191961" y="63345"/>
                </a:moveTo>
                <a:cubicBezTo>
                  <a:pt x="191961" y="55450"/>
                  <a:pt x="193452" y="48519"/>
                  <a:pt x="196436" y="42552"/>
                </a:cubicBezTo>
                <a:cubicBezTo>
                  <a:pt x="199420" y="36584"/>
                  <a:pt x="203482" y="31994"/>
                  <a:pt x="208623" y="28782"/>
                </a:cubicBezTo>
                <a:cubicBezTo>
                  <a:pt x="213764" y="25569"/>
                  <a:pt x="219502" y="23962"/>
                  <a:pt x="225836" y="23962"/>
                </a:cubicBezTo>
                <a:cubicBezTo>
                  <a:pt x="230885" y="23962"/>
                  <a:pt x="235498" y="25018"/>
                  <a:pt x="239675" y="27129"/>
                </a:cubicBezTo>
                <a:cubicBezTo>
                  <a:pt x="243852" y="29240"/>
                  <a:pt x="247134" y="32086"/>
                  <a:pt x="249521" y="35666"/>
                </a:cubicBezTo>
                <a:lnTo>
                  <a:pt x="249521" y="0"/>
                </a:lnTo>
                <a:lnTo>
                  <a:pt x="273070" y="0"/>
                </a:lnTo>
                <a:lnTo>
                  <a:pt x="273070" y="101903"/>
                </a:lnTo>
                <a:lnTo>
                  <a:pt x="249521" y="101903"/>
                </a:lnTo>
                <a:lnTo>
                  <a:pt x="249521" y="90886"/>
                </a:lnTo>
                <a:cubicBezTo>
                  <a:pt x="247318" y="94559"/>
                  <a:pt x="244173" y="97497"/>
                  <a:pt x="240087" y="99701"/>
                </a:cubicBezTo>
                <a:cubicBezTo>
                  <a:pt x="236002" y="101903"/>
                  <a:pt x="231252" y="103004"/>
                  <a:pt x="225836" y="103004"/>
                </a:cubicBezTo>
                <a:cubicBezTo>
                  <a:pt x="219502" y="103004"/>
                  <a:pt x="213764" y="101375"/>
                  <a:pt x="208623" y="98116"/>
                </a:cubicBezTo>
                <a:cubicBezTo>
                  <a:pt x="203482" y="94857"/>
                  <a:pt x="199420" y="90221"/>
                  <a:pt x="196436" y="84208"/>
                </a:cubicBezTo>
                <a:cubicBezTo>
                  <a:pt x="193452" y="78195"/>
                  <a:pt x="191961" y="71240"/>
                  <a:pt x="191961" y="63345"/>
                </a:cubicBezTo>
                <a:moveTo>
                  <a:pt x="249521" y="63482"/>
                </a:moveTo>
                <a:cubicBezTo>
                  <a:pt x="249521" y="57607"/>
                  <a:pt x="247891" y="52971"/>
                  <a:pt x="244632" y="49574"/>
                </a:cubicBezTo>
                <a:cubicBezTo>
                  <a:pt x="241373" y="46177"/>
                  <a:pt x="237404" y="44479"/>
                  <a:pt x="232722" y="44479"/>
                </a:cubicBezTo>
                <a:cubicBezTo>
                  <a:pt x="228039" y="44479"/>
                  <a:pt x="224068" y="46155"/>
                  <a:pt x="220808" y="49507"/>
                </a:cubicBezTo>
                <a:cubicBezTo>
                  <a:pt x="217550" y="52857"/>
                  <a:pt x="215921" y="57470"/>
                  <a:pt x="215921" y="63345"/>
                </a:cubicBezTo>
                <a:cubicBezTo>
                  <a:pt x="215921" y="69220"/>
                  <a:pt x="217550" y="73879"/>
                  <a:pt x="220808" y="77323"/>
                </a:cubicBezTo>
                <a:cubicBezTo>
                  <a:pt x="224068" y="80764"/>
                  <a:pt x="228039" y="82485"/>
                  <a:pt x="232722" y="82485"/>
                </a:cubicBezTo>
                <a:cubicBezTo>
                  <a:pt x="237404" y="82485"/>
                  <a:pt x="241373" y="80788"/>
                  <a:pt x="244632" y="77392"/>
                </a:cubicBezTo>
                <a:cubicBezTo>
                  <a:pt x="247891" y="73995"/>
                  <a:pt x="249521" y="69358"/>
                  <a:pt x="249521" y="63482"/>
                </a:cubicBezTo>
                <a:close/>
                <a:moveTo>
                  <a:pt x="362577" y="62244"/>
                </a:moveTo>
                <a:cubicBezTo>
                  <a:pt x="362577" y="64446"/>
                  <a:pt x="362440" y="66741"/>
                  <a:pt x="362165" y="69128"/>
                </a:cubicBezTo>
                <a:lnTo>
                  <a:pt x="308872" y="69128"/>
                </a:lnTo>
                <a:cubicBezTo>
                  <a:pt x="309239" y="73902"/>
                  <a:pt x="310776" y="77552"/>
                  <a:pt x="313484" y="80077"/>
                </a:cubicBezTo>
                <a:cubicBezTo>
                  <a:pt x="316193" y="82602"/>
                  <a:pt x="319522" y="83864"/>
                  <a:pt x="323469" y="83864"/>
                </a:cubicBezTo>
                <a:cubicBezTo>
                  <a:pt x="329344" y="83864"/>
                  <a:pt x="333430" y="81385"/>
                  <a:pt x="335725" y="76427"/>
                </a:cubicBezTo>
                <a:lnTo>
                  <a:pt x="360787" y="76427"/>
                </a:lnTo>
                <a:cubicBezTo>
                  <a:pt x="359502" y="81476"/>
                  <a:pt x="357184" y="86020"/>
                  <a:pt x="353834" y="90060"/>
                </a:cubicBezTo>
                <a:cubicBezTo>
                  <a:pt x="350483" y="94099"/>
                  <a:pt x="346283" y="97266"/>
                  <a:pt x="341233" y="99562"/>
                </a:cubicBezTo>
                <a:cubicBezTo>
                  <a:pt x="336184" y="101856"/>
                  <a:pt x="330538" y="103004"/>
                  <a:pt x="324295" y="103004"/>
                </a:cubicBezTo>
                <a:cubicBezTo>
                  <a:pt x="316767" y="103004"/>
                  <a:pt x="310065" y="101398"/>
                  <a:pt x="304190" y="98186"/>
                </a:cubicBezTo>
                <a:cubicBezTo>
                  <a:pt x="298315" y="94972"/>
                  <a:pt x="293725" y="90382"/>
                  <a:pt x="290419" y="84414"/>
                </a:cubicBezTo>
                <a:cubicBezTo>
                  <a:pt x="287115" y="78447"/>
                  <a:pt x="285462" y="71469"/>
                  <a:pt x="285462" y="63482"/>
                </a:cubicBezTo>
                <a:cubicBezTo>
                  <a:pt x="285462" y="55496"/>
                  <a:pt x="287091" y="48519"/>
                  <a:pt x="290350" y="42552"/>
                </a:cubicBezTo>
                <a:cubicBezTo>
                  <a:pt x="293609" y="36584"/>
                  <a:pt x="298177" y="31994"/>
                  <a:pt x="304052" y="28782"/>
                </a:cubicBezTo>
                <a:cubicBezTo>
                  <a:pt x="309928" y="25569"/>
                  <a:pt x="316676" y="23962"/>
                  <a:pt x="324295" y="23962"/>
                </a:cubicBezTo>
                <a:cubicBezTo>
                  <a:pt x="331732" y="23962"/>
                  <a:pt x="338341" y="25523"/>
                  <a:pt x="344124" y="28644"/>
                </a:cubicBezTo>
                <a:cubicBezTo>
                  <a:pt x="349908" y="31765"/>
                  <a:pt x="354429" y="36217"/>
                  <a:pt x="357687" y="42001"/>
                </a:cubicBezTo>
                <a:cubicBezTo>
                  <a:pt x="360947" y="47785"/>
                  <a:pt x="362577" y="54533"/>
                  <a:pt x="362577" y="62244"/>
                </a:cubicBezTo>
                <a:moveTo>
                  <a:pt x="338478" y="56048"/>
                </a:moveTo>
                <a:cubicBezTo>
                  <a:pt x="338478" y="52008"/>
                  <a:pt x="337101" y="48794"/>
                  <a:pt x="334347" y="46407"/>
                </a:cubicBezTo>
                <a:cubicBezTo>
                  <a:pt x="331593" y="44020"/>
                  <a:pt x="328151" y="42827"/>
                  <a:pt x="324020" y="42827"/>
                </a:cubicBezTo>
                <a:cubicBezTo>
                  <a:pt x="320072" y="42827"/>
                  <a:pt x="316744" y="43975"/>
                  <a:pt x="314035" y="46271"/>
                </a:cubicBezTo>
                <a:cubicBezTo>
                  <a:pt x="311327" y="48565"/>
                  <a:pt x="309652" y="51824"/>
                  <a:pt x="309011" y="56048"/>
                </a:cubicBezTo>
                <a:lnTo>
                  <a:pt x="338478" y="56048"/>
                </a:lnTo>
                <a:close/>
                <a:moveTo>
                  <a:pt x="398518" y="35941"/>
                </a:moveTo>
                <a:cubicBezTo>
                  <a:pt x="400722" y="32361"/>
                  <a:pt x="403889" y="29470"/>
                  <a:pt x="408020" y="27267"/>
                </a:cubicBezTo>
                <a:cubicBezTo>
                  <a:pt x="412151" y="25064"/>
                  <a:pt x="416879" y="23962"/>
                  <a:pt x="422203" y="23962"/>
                </a:cubicBezTo>
                <a:cubicBezTo>
                  <a:pt x="428538" y="23962"/>
                  <a:pt x="434275" y="25569"/>
                  <a:pt x="439416" y="28782"/>
                </a:cubicBezTo>
                <a:cubicBezTo>
                  <a:pt x="444557" y="31994"/>
                  <a:pt x="448620" y="36584"/>
                  <a:pt x="451604" y="42552"/>
                </a:cubicBezTo>
                <a:cubicBezTo>
                  <a:pt x="454587" y="48519"/>
                  <a:pt x="456079" y="55450"/>
                  <a:pt x="456079" y="63345"/>
                </a:cubicBezTo>
                <a:cubicBezTo>
                  <a:pt x="456079" y="71240"/>
                  <a:pt x="454587" y="78195"/>
                  <a:pt x="451604" y="84208"/>
                </a:cubicBezTo>
                <a:cubicBezTo>
                  <a:pt x="448620" y="90221"/>
                  <a:pt x="444557" y="94857"/>
                  <a:pt x="439416" y="98116"/>
                </a:cubicBezTo>
                <a:cubicBezTo>
                  <a:pt x="434275" y="101375"/>
                  <a:pt x="428538" y="103004"/>
                  <a:pt x="422203" y="103004"/>
                </a:cubicBezTo>
                <a:cubicBezTo>
                  <a:pt x="416786" y="103004"/>
                  <a:pt x="412058" y="101925"/>
                  <a:pt x="408018" y="99768"/>
                </a:cubicBezTo>
                <a:cubicBezTo>
                  <a:pt x="403979" y="97611"/>
                  <a:pt x="400813" y="94742"/>
                  <a:pt x="398518" y="91161"/>
                </a:cubicBezTo>
                <a:lnTo>
                  <a:pt x="398518" y="101903"/>
                </a:lnTo>
                <a:lnTo>
                  <a:pt x="374970" y="101903"/>
                </a:lnTo>
                <a:lnTo>
                  <a:pt x="374970" y="0"/>
                </a:lnTo>
                <a:lnTo>
                  <a:pt x="398518" y="0"/>
                </a:lnTo>
                <a:lnTo>
                  <a:pt x="398518" y="35941"/>
                </a:lnTo>
                <a:moveTo>
                  <a:pt x="432119" y="63345"/>
                </a:moveTo>
                <a:cubicBezTo>
                  <a:pt x="432119" y="57470"/>
                  <a:pt x="430489" y="52857"/>
                  <a:pt x="427229" y="49507"/>
                </a:cubicBezTo>
                <a:cubicBezTo>
                  <a:pt x="423971" y="46155"/>
                  <a:pt x="419955" y="44479"/>
                  <a:pt x="415181" y="44479"/>
                </a:cubicBezTo>
                <a:cubicBezTo>
                  <a:pt x="410498" y="44479"/>
                  <a:pt x="406527" y="46177"/>
                  <a:pt x="403267" y="49574"/>
                </a:cubicBezTo>
                <a:cubicBezTo>
                  <a:pt x="400009" y="52971"/>
                  <a:pt x="398380" y="57607"/>
                  <a:pt x="398380" y="63482"/>
                </a:cubicBezTo>
                <a:cubicBezTo>
                  <a:pt x="398380" y="69358"/>
                  <a:pt x="400009" y="73995"/>
                  <a:pt x="403267" y="77392"/>
                </a:cubicBezTo>
                <a:cubicBezTo>
                  <a:pt x="406527" y="80788"/>
                  <a:pt x="410498" y="82485"/>
                  <a:pt x="415181" y="82485"/>
                </a:cubicBezTo>
                <a:cubicBezTo>
                  <a:pt x="419863" y="82485"/>
                  <a:pt x="423856" y="80764"/>
                  <a:pt x="427160" y="77323"/>
                </a:cubicBezTo>
                <a:cubicBezTo>
                  <a:pt x="430466" y="73879"/>
                  <a:pt x="432119" y="69220"/>
                  <a:pt x="432119" y="63345"/>
                </a:cubicBezTo>
                <a:close/>
                <a:moveTo>
                  <a:pt x="463791" y="63345"/>
                </a:moveTo>
                <a:cubicBezTo>
                  <a:pt x="463791" y="55450"/>
                  <a:pt x="465282" y="48519"/>
                  <a:pt x="468266" y="42552"/>
                </a:cubicBezTo>
                <a:cubicBezTo>
                  <a:pt x="471250" y="36584"/>
                  <a:pt x="475312" y="31994"/>
                  <a:pt x="480453" y="28782"/>
                </a:cubicBezTo>
                <a:cubicBezTo>
                  <a:pt x="485594" y="25569"/>
                  <a:pt x="491332" y="23962"/>
                  <a:pt x="497666" y="23962"/>
                </a:cubicBezTo>
                <a:cubicBezTo>
                  <a:pt x="503082" y="23962"/>
                  <a:pt x="507832" y="25064"/>
                  <a:pt x="511917" y="27267"/>
                </a:cubicBezTo>
                <a:cubicBezTo>
                  <a:pt x="516003" y="29470"/>
                  <a:pt x="519148" y="32361"/>
                  <a:pt x="521351" y="35941"/>
                </a:cubicBezTo>
                <a:lnTo>
                  <a:pt x="521351" y="25063"/>
                </a:lnTo>
                <a:lnTo>
                  <a:pt x="544900" y="25063"/>
                </a:lnTo>
                <a:lnTo>
                  <a:pt x="544900" y="101903"/>
                </a:lnTo>
                <a:lnTo>
                  <a:pt x="521351" y="101903"/>
                </a:lnTo>
                <a:lnTo>
                  <a:pt x="521351" y="91025"/>
                </a:lnTo>
                <a:cubicBezTo>
                  <a:pt x="519057" y="94605"/>
                  <a:pt x="515866" y="97497"/>
                  <a:pt x="511780" y="99701"/>
                </a:cubicBezTo>
                <a:cubicBezTo>
                  <a:pt x="507695" y="101903"/>
                  <a:pt x="502945" y="103004"/>
                  <a:pt x="497528" y="103004"/>
                </a:cubicBezTo>
                <a:cubicBezTo>
                  <a:pt x="491286" y="103004"/>
                  <a:pt x="485594" y="101375"/>
                  <a:pt x="480453" y="98116"/>
                </a:cubicBezTo>
                <a:cubicBezTo>
                  <a:pt x="475312" y="94857"/>
                  <a:pt x="471250" y="90221"/>
                  <a:pt x="468266" y="84208"/>
                </a:cubicBezTo>
                <a:cubicBezTo>
                  <a:pt x="465282" y="78195"/>
                  <a:pt x="463791" y="71240"/>
                  <a:pt x="463791" y="63345"/>
                </a:cubicBezTo>
                <a:moveTo>
                  <a:pt x="521351" y="63482"/>
                </a:moveTo>
                <a:cubicBezTo>
                  <a:pt x="521351" y="57607"/>
                  <a:pt x="519721" y="52971"/>
                  <a:pt x="516462" y="49574"/>
                </a:cubicBezTo>
                <a:cubicBezTo>
                  <a:pt x="513203" y="46177"/>
                  <a:pt x="509234" y="44479"/>
                  <a:pt x="504552" y="44479"/>
                </a:cubicBezTo>
                <a:cubicBezTo>
                  <a:pt x="499869" y="44479"/>
                  <a:pt x="495898" y="46155"/>
                  <a:pt x="492638" y="49507"/>
                </a:cubicBezTo>
                <a:cubicBezTo>
                  <a:pt x="489380" y="52857"/>
                  <a:pt x="487751" y="57470"/>
                  <a:pt x="487751" y="63345"/>
                </a:cubicBezTo>
                <a:cubicBezTo>
                  <a:pt x="487751" y="69220"/>
                  <a:pt x="489380" y="73879"/>
                  <a:pt x="492638" y="77323"/>
                </a:cubicBezTo>
                <a:cubicBezTo>
                  <a:pt x="495898" y="80764"/>
                  <a:pt x="499869" y="82485"/>
                  <a:pt x="504552" y="82485"/>
                </a:cubicBezTo>
                <a:cubicBezTo>
                  <a:pt x="509234" y="82485"/>
                  <a:pt x="513203" y="80788"/>
                  <a:pt x="516462" y="77392"/>
                </a:cubicBezTo>
                <a:cubicBezTo>
                  <a:pt x="519721" y="73995"/>
                  <a:pt x="521351" y="69358"/>
                  <a:pt x="521351" y="63482"/>
                </a:cubicBezTo>
                <a:close/>
                <a:moveTo>
                  <a:pt x="593234" y="103004"/>
                </a:moveTo>
                <a:cubicBezTo>
                  <a:pt x="586532" y="103004"/>
                  <a:pt x="580565" y="101856"/>
                  <a:pt x="575331" y="99562"/>
                </a:cubicBezTo>
                <a:cubicBezTo>
                  <a:pt x="570099" y="97266"/>
                  <a:pt x="565968" y="94122"/>
                  <a:pt x="562938" y="90130"/>
                </a:cubicBezTo>
                <a:cubicBezTo>
                  <a:pt x="559908" y="86136"/>
                  <a:pt x="558210" y="81660"/>
                  <a:pt x="557843" y="76703"/>
                </a:cubicBezTo>
                <a:lnTo>
                  <a:pt x="581116" y="76703"/>
                </a:lnTo>
                <a:cubicBezTo>
                  <a:pt x="581390" y="79364"/>
                  <a:pt x="582629" y="81522"/>
                  <a:pt x="584833" y="83174"/>
                </a:cubicBezTo>
                <a:cubicBezTo>
                  <a:pt x="587036" y="84827"/>
                  <a:pt x="589745" y="85654"/>
                  <a:pt x="592958" y="85654"/>
                </a:cubicBezTo>
                <a:cubicBezTo>
                  <a:pt x="595896" y="85654"/>
                  <a:pt x="598168" y="85080"/>
                  <a:pt x="599775" y="83933"/>
                </a:cubicBezTo>
                <a:cubicBezTo>
                  <a:pt x="601381" y="82784"/>
                  <a:pt x="602185" y="81292"/>
                  <a:pt x="602185" y="79457"/>
                </a:cubicBezTo>
                <a:cubicBezTo>
                  <a:pt x="602185" y="77254"/>
                  <a:pt x="601037" y="75624"/>
                  <a:pt x="598741" y="74568"/>
                </a:cubicBezTo>
                <a:cubicBezTo>
                  <a:pt x="596446" y="73512"/>
                  <a:pt x="592729" y="72341"/>
                  <a:pt x="587588" y="71057"/>
                </a:cubicBezTo>
                <a:cubicBezTo>
                  <a:pt x="582080" y="69771"/>
                  <a:pt x="577489" y="68417"/>
                  <a:pt x="573816" y="66995"/>
                </a:cubicBezTo>
                <a:cubicBezTo>
                  <a:pt x="570145" y="65572"/>
                  <a:pt x="566977" y="63323"/>
                  <a:pt x="564315" y="60248"/>
                </a:cubicBezTo>
                <a:cubicBezTo>
                  <a:pt x="561653" y="57172"/>
                  <a:pt x="560322" y="53017"/>
                  <a:pt x="560322" y="47784"/>
                </a:cubicBezTo>
                <a:cubicBezTo>
                  <a:pt x="560322" y="43378"/>
                  <a:pt x="561538" y="39362"/>
                  <a:pt x="563970" y="35735"/>
                </a:cubicBezTo>
                <a:cubicBezTo>
                  <a:pt x="566403" y="32109"/>
                  <a:pt x="569984" y="29240"/>
                  <a:pt x="574711" y="27129"/>
                </a:cubicBezTo>
                <a:cubicBezTo>
                  <a:pt x="579439" y="25018"/>
                  <a:pt x="585062" y="23962"/>
                  <a:pt x="591580" y="23962"/>
                </a:cubicBezTo>
                <a:cubicBezTo>
                  <a:pt x="601220" y="23962"/>
                  <a:pt x="608818" y="26349"/>
                  <a:pt x="614372" y="31123"/>
                </a:cubicBezTo>
                <a:cubicBezTo>
                  <a:pt x="619926" y="35896"/>
                  <a:pt x="623116" y="42230"/>
                  <a:pt x="623941" y="50124"/>
                </a:cubicBezTo>
                <a:lnTo>
                  <a:pt x="602185" y="50124"/>
                </a:lnTo>
                <a:cubicBezTo>
                  <a:pt x="601818" y="47463"/>
                  <a:pt x="600647" y="45352"/>
                  <a:pt x="598674" y="43791"/>
                </a:cubicBezTo>
                <a:cubicBezTo>
                  <a:pt x="596700" y="42231"/>
                  <a:pt x="594106" y="41451"/>
                  <a:pt x="590893" y="41451"/>
                </a:cubicBezTo>
                <a:cubicBezTo>
                  <a:pt x="588139" y="41451"/>
                  <a:pt x="586027" y="41979"/>
                  <a:pt x="584558" y="43035"/>
                </a:cubicBezTo>
                <a:cubicBezTo>
                  <a:pt x="583090" y="44090"/>
                  <a:pt x="582356" y="45535"/>
                  <a:pt x="582356" y="47372"/>
                </a:cubicBezTo>
                <a:cubicBezTo>
                  <a:pt x="582356" y="49575"/>
                  <a:pt x="583526" y="51228"/>
                  <a:pt x="585867" y="52329"/>
                </a:cubicBezTo>
                <a:cubicBezTo>
                  <a:pt x="588207" y="53430"/>
                  <a:pt x="591857" y="54531"/>
                  <a:pt x="596814" y="55634"/>
                </a:cubicBezTo>
                <a:cubicBezTo>
                  <a:pt x="602505" y="57102"/>
                  <a:pt x="607141" y="58548"/>
                  <a:pt x="610722" y="59971"/>
                </a:cubicBezTo>
                <a:cubicBezTo>
                  <a:pt x="614302" y="61394"/>
                  <a:pt x="617447" y="63689"/>
                  <a:pt x="620154" y="66856"/>
                </a:cubicBezTo>
                <a:cubicBezTo>
                  <a:pt x="622863" y="70024"/>
                  <a:pt x="624264" y="74270"/>
                  <a:pt x="624355" y="79594"/>
                </a:cubicBezTo>
                <a:cubicBezTo>
                  <a:pt x="624355" y="84092"/>
                  <a:pt x="623092" y="88109"/>
                  <a:pt x="620568" y="91644"/>
                </a:cubicBezTo>
                <a:cubicBezTo>
                  <a:pt x="618044" y="95179"/>
                  <a:pt x="614417" y="97956"/>
                  <a:pt x="609688" y="99976"/>
                </a:cubicBezTo>
                <a:cubicBezTo>
                  <a:pt x="604960" y="101994"/>
                  <a:pt x="599476" y="103004"/>
                  <a:pt x="593234" y="103004"/>
                </a:cubicBezTo>
                <a:close/>
                <a:moveTo>
                  <a:pt x="711246" y="62244"/>
                </a:moveTo>
                <a:cubicBezTo>
                  <a:pt x="711246" y="64446"/>
                  <a:pt x="711109" y="66741"/>
                  <a:pt x="710835" y="69128"/>
                </a:cubicBezTo>
                <a:lnTo>
                  <a:pt x="657541" y="69128"/>
                </a:lnTo>
                <a:cubicBezTo>
                  <a:pt x="657909" y="73902"/>
                  <a:pt x="659446" y="77552"/>
                  <a:pt x="662154" y="80077"/>
                </a:cubicBezTo>
                <a:cubicBezTo>
                  <a:pt x="664863" y="82602"/>
                  <a:pt x="668191" y="83864"/>
                  <a:pt x="672139" y="83864"/>
                </a:cubicBezTo>
                <a:cubicBezTo>
                  <a:pt x="678014" y="83864"/>
                  <a:pt x="682099" y="81385"/>
                  <a:pt x="684395" y="76427"/>
                </a:cubicBezTo>
                <a:lnTo>
                  <a:pt x="709456" y="76427"/>
                </a:lnTo>
                <a:cubicBezTo>
                  <a:pt x="708172" y="81476"/>
                  <a:pt x="705854" y="86020"/>
                  <a:pt x="702503" y="90060"/>
                </a:cubicBezTo>
                <a:cubicBezTo>
                  <a:pt x="699153" y="94099"/>
                  <a:pt x="694952" y="97266"/>
                  <a:pt x="689902" y="99562"/>
                </a:cubicBezTo>
                <a:cubicBezTo>
                  <a:pt x="684854" y="101856"/>
                  <a:pt x="679208" y="103004"/>
                  <a:pt x="672964" y="103004"/>
                </a:cubicBezTo>
                <a:cubicBezTo>
                  <a:pt x="665436" y="103004"/>
                  <a:pt x="658735" y="101398"/>
                  <a:pt x="652860" y="98186"/>
                </a:cubicBezTo>
                <a:cubicBezTo>
                  <a:pt x="646985" y="94972"/>
                  <a:pt x="642395" y="90382"/>
                  <a:pt x="639089" y="84414"/>
                </a:cubicBezTo>
                <a:cubicBezTo>
                  <a:pt x="635784" y="78447"/>
                  <a:pt x="634132" y="71469"/>
                  <a:pt x="634132" y="63482"/>
                </a:cubicBezTo>
                <a:cubicBezTo>
                  <a:pt x="634132" y="55496"/>
                  <a:pt x="635761" y="48519"/>
                  <a:pt x="639019" y="42552"/>
                </a:cubicBezTo>
                <a:cubicBezTo>
                  <a:pt x="642279" y="36584"/>
                  <a:pt x="646846" y="31994"/>
                  <a:pt x="652721" y="28782"/>
                </a:cubicBezTo>
                <a:cubicBezTo>
                  <a:pt x="658598" y="25569"/>
                  <a:pt x="665345" y="23962"/>
                  <a:pt x="672964" y="23962"/>
                </a:cubicBezTo>
                <a:cubicBezTo>
                  <a:pt x="680401" y="23962"/>
                  <a:pt x="687011" y="25523"/>
                  <a:pt x="692794" y="28644"/>
                </a:cubicBezTo>
                <a:cubicBezTo>
                  <a:pt x="698578" y="31765"/>
                  <a:pt x="703099" y="36217"/>
                  <a:pt x="706357" y="42001"/>
                </a:cubicBezTo>
                <a:cubicBezTo>
                  <a:pt x="709617" y="47785"/>
                  <a:pt x="711246" y="54533"/>
                  <a:pt x="711246" y="62244"/>
                </a:cubicBezTo>
                <a:moveTo>
                  <a:pt x="687148" y="56048"/>
                </a:moveTo>
                <a:cubicBezTo>
                  <a:pt x="687148" y="52008"/>
                  <a:pt x="685771" y="48794"/>
                  <a:pt x="683017" y="46407"/>
                </a:cubicBezTo>
                <a:cubicBezTo>
                  <a:pt x="680263" y="44020"/>
                  <a:pt x="676820" y="42827"/>
                  <a:pt x="672689" y="42827"/>
                </a:cubicBezTo>
                <a:cubicBezTo>
                  <a:pt x="668742" y="42827"/>
                  <a:pt x="665413" y="43975"/>
                  <a:pt x="662704" y="46271"/>
                </a:cubicBezTo>
                <a:cubicBezTo>
                  <a:pt x="659996" y="48565"/>
                  <a:pt x="658322" y="51824"/>
                  <a:pt x="657680" y="56048"/>
                </a:cubicBezTo>
                <a:lnTo>
                  <a:pt x="687148" y="560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3FF7A3-FA22-4F6E-A122-0E723C2A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2323" y="244331"/>
            <a:ext cx="218833" cy="214690"/>
          </a:xfrm>
          <a:custGeom xmlns:a="http://schemas.openxmlformats.org/drawingml/2006/main">
            <a:pathLst>
              <a:path w="218833" h="214690">
                <a:moveTo>
                  <a:pt x="0" y="0"/>
                </a:moveTo>
                <a:lnTo>
                  <a:pt x="218833" y="0"/>
                </a:lnTo>
                <a:lnTo>
                  <a:pt x="218833" y="214690"/>
                </a:lnTo>
                <a:lnTo>
                  <a:pt x="0" y="2146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2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e1fae2e4844f2c"/>
          <a:stretch xmlns:a="http://schemas.openxmlformats.org/drawingml/2006/main"/>
        </p:blipFill>
        <p:spPr>
          <a:xfrm xmlns:a="http://schemas.openxmlformats.org/drawingml/2006/main">
            <a:off x="4012324" y="244928"/>
            <a:ext cx="218833" cy="213496"/>
          </a:xfrm>
          <a:prstGeom xmlns:a="http://schemas.openxmlformats.org/drawingml/2006/main" prst="rect">
            <a:avLst/>
          </a:prstGeom>
        </p:spPr>
      </p:pic>
      <p:sp>
        <p:nvSpPr>
          <p:cNvPr id="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CBE4AB-3836-4AA7-A8CB-D58C19A1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1019" y="197887"/>
            <a:ext cx="236556" cy="236556"/>
          </a:xfrm>
          <a:custGeom xmlns:a="http://schemas.openxmlformats.org/drawingml/2006/main">
            <a:pathLst>
              <a:path w="236556" h="236556">
                <a:moveTo>
                  <a:pt x="0" y="0"/>
                </a:moveTo>
                <a:lnTo>
                  <a:pt x="236556" y="0"/>
                </a:lnTo>
                <a:lnTo>
                  <a:pt x="236556" y="236556"/>
                </a:lnTo>
                <a:lnTo>
                  <a:pt x="0" y="2365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2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2e967ebf7a4567"/>
          <a:stretch xmlns:a="http://schemas.openxmlformats.org/drawingml/2006/main"/>
        </p:blipFill>
        <p:spPr>
          <a:xfrm xmlns:a="http://schemas.openxmlformats.org/drawingml/2006/main">
            <a:off x="4811019" y="197887"/>
            <a:ext cx="236556" cy="236556"/>
          </a:xfrm>
          <a:prstGeom xmlns:a="http://schemas.openxmlformats.org/drawingml/2006/main" prst="rect">
            <a:avLst/>
          </a:prstGeom>
        </p:spPr>
      </p:pic>
      <p:sp>
        <p:nvSpPr>
          <p:cNvPr id="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FFF4E2-7BAB-48AC-B0ED-6391901A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17" y="2871686"/>
            <a:ext cx="236376" cy="191920"/>
          </a:xfrm>
          <a:custGeom xmlns:a="http://schemas.openxmlformats.org/drawingml/2006/main">
            <a:pathLst>
              <a:path w="236376" h="191920">
                <a:moveTo>
                  <a:pt x="0" y="0"/>
                </a:moveTo>
                <a:lnTo>
                  <a:pt x="236376" y="0"/>
                </a:lnTo>
                <a:lnTo>
                  <a:pt x="236376" y="191920"/>
                </a:lnTo>
                <a:lnTo>
                  <a:pt x="0" y="1919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1560FA-2CC5-43D7-BB1D-0466C80D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58" y="2871663"/>
            <a:ext cx="236376" cy="191920"/>
          </a:xfrm>
          <a:custGeom xmlns:a="http://schemas.openxmlformats.org/drawingml/2006/main">
            <a:pathLst>
              <a:path w="236376" h="191920">
                <a:moveTo>
                  <a:pt x="0" y="0"/>
                </a:moveTo>
                <a:lnTo>
                  <a:pt x="236376" y="0"/>
                </a:lnTo>
                <a:lnTo>
                  <a:pt x="236376" y="191920"/>
                </a:lnTo>
                <a:lnTo>
                  <a:pt x="0" y="1919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3425353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2026-09-05T08:52:31.9630000Z</dcterms:created>
  <dcterms:modified xsi:type="dcterms:W3CDTF">2026-09-05T08:52:31.9630000Z</dcterms:modified>
</coreProperties>
</file>